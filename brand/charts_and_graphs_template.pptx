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5.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6.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7.xml" ContentType="application/vnd.openxmlformats-officedocument.theme+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8.xml" ContentType="application/vnd.openxmlformats-officedocument.theme+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9.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theme/theme10.xml" ContentType="application/vnd.openxmlformats-officedocument.theme+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0.xml" ContentType="application/vnd.openxmlformats-officedocument.presentationml.notesSlide+xml"/>
  <Override PartName="/ppt/charts/chart8.xml" ContentType="application/vnd.openxmlformats-officedocument.drawingml.chart+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5" r:id="rId1"/>
    <p:sldMasterId id="2147483674" r:id="rId2"/>
    <p:sldMasterId id="2147483734" r:id="rId3"/>
    <p:sldMasterId id="2147483721" r:id="rId4"/>
    <p:sldMasterId id="2147483985" r:id="rId5"/>
    <p:sldMasterId id="2147483752" r:id="rId6"/>
    <p:sldMasterId id="2147483935" r:id="rId7"/>
    <p:sldMasterId id="2147484041" r:id="rId8"/>
    <p:sldMasterId id="2147483826" r:id="rId9"/>
    <p:sldMasterId id="2147483874" r:id="rId10"/>
    <p:sldMasterId id="2147483813" r:id="rId11"/>
  </p:sldMasterIdLst>
  <p:notesMasterIdLst>
    <p:notesMasterId r:id="rId35"/>
  </p:notesMasterIdLst>
  <p:handoutMasterIdLst>
    <p:handoutMasterId r:id="rId36"/>
  </p:handoutMasterIdLst>
  <p:sldIdLst>
    <p:sldId id="3337" r:id="rId12"/>
    <p:sldId id="3339" r:id="rId13"/>
    <p:sldId id="492" r:id="rId14"/>
    <p:sldId id="576" r:id="rId15"/>
    <p:sldId id="3340" r:id="rId16"/>
    <p:sldId id="546" r:id="rId17"/>
    <p:sldId id="3341" r:id="rId18"/>
    <p:sldId id="3342" r:id="rId19"/>
    <p:sldId id="524" r:id="rId20"/>
    <p:sldId id="3343" r:id="rId21"/>
    <p:sldId id="542" r:id="rId22"/>
    <p:sldId id="3344" r:id="rId23"/>
    <p:sldId id="530" r:id="rId24"/>
    <p:sldId id="493" r:id="rId25"/>
    <p:sldId id="467" r:id="rId26"/>
    <p:sldId id="398" r:id="rId27"/>
    <p:sldId id="540" r:id="rId28"/>
    <p:sldId id="563" r:id="rId29"/>
    <p:sldId id="3345" r:id="rId30"/>
    <p:sldId id="534" r:id="rId31"/>
    <p:sldId id="360" r:id="rId32"/>
    <p:sldId id="536" r:id="rId33"/>
    <p:sldId id="566" r:id="rId34"/>
  </p:sldIdLst>
  <p:sldSz cx="12192000" cy="6858000"/>
  <p:notesSz cx="6858000" cy="9144000"/>
  <p:defaultTextStyle>
    <a:defPPr>
      <a:defRPr lang="en-US"/>
    </a:defPPr>
    <a:lvl1pPr marL="0" indent="0">
      <a:spcAft>
        <a:spcPts val="600"/>
      </a:spcAft>
      <a:buNone/>
      <a:defRPr sz="1600" b="0" i="0">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DADA"/>
    <a:srgbClr val="4D148C"/>
    <a:srgbClr val="8E8E8E"/>
    <a:srgbClr val="671CAA"/>
    <a:srgbClr val="E45528"/>
    <a:srgbClr val="C74755"/>
    <a:srgbClr val="932DA2"/>
    <a:srgbClr val="A636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0914A3-E746-47A0-8D37-F09A394ADAC3}" v="84" dt="2021-06-21T14:57:38.2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39"/>
    <p:restoredTop sz="88037" autoAdjust="0"/>
  </p:normalViewPr>
  <p:slideViewPr>
    <p:cSldViewPr snapToGrid="0" snapToObjects="1" showGuides="1">
      <p:cViewPr>
        <p:scale>
          <a:sx n="100" d="100"/>
          <a:sy n="100" d="100"/>
        </p:scale>
        <p:origin x="228" y="114"/>
      </p:cViewPr>
      <p:guideLst>
        <p:guide orient="horz" pos="2160"/>
        <p:guide pos="3864"/>
      </p:guideLst>
    </p:cSldViewPr>
  </p:slideViewPr>
  <p:notesTextViewPr>
    <p:cViewPr>
      <p:scale>
        <a:sx n="85" d="100"/>
        <a:sy n="85" d="100"/>
      </p:scale>
      <p:origin x="0" y="0"/>
    </p:cViewPr>
  </p:notesTextViewPr>
  <p:sorterViewPr>
    <p:cViewPr>
      <p:scale>
        <a:sx n="93" d="100"/>
        <a:sy n="93" d="100"/>
      </p:scale>
      <p:origin x="0" y="0"/>
    </p:cViewPr>
  </p:sorterViewPr>
  <p:notesViewPr>
    <p:cSldViewPr snapToGrid="0" snapToObjects="1">
      <p:cViewPr varScale="1">
        <p:scale>
          <a:sx n="164" d="100"/>
          <a:sy n="164" d="100"/>
        </p:scale>
        <p:origin x="475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theme" Target="theme/theme1.xml"/><Relationship Id="rId21" Type="http://schemas.openxmlformats.org/officeDocument/2006/relationships/slide" Target="slides/slide10.xml"/><Relationship Id="rId34" Type="http://schemas.openxmlformats.org/officeDocument/2006/relationships/slide" Target="slides/slide23.xml"/><Relationship Id="rId42" Type="http://schemas.microsoft.com/office/2015/10/relationships/revisionInfo" Target="revisionInfo.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handoutMaster" Target="handoutMasters/handoutMaster1.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notesMaster" Target="notesMasters/notesMaster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dley Milstone" userId="b206441f-1be2-4aea-a8f8-4cf495d23970" providerId="ADAL" clId="{550914A3-E746-47A0-8D37-F09A394ADAC3}"/>
    <pc:docChg chg="undo custSel addSld delSld modSld sldOrd">
      <pc:chgData name="Bradley Milstone" userId="b206441f-1be2-4aea-a8f8-4cf495d23970" providerId="ADAL" clId="{550914A3-E746-47A0-8D37-F09A394ADAC3}" dt="2021-06-21T14:58:19.623" v="367" actId="2711"/>
      <pc:docMkLst>
        <pc:docMk/>
      </pc:docMkLst>
      <pc:sldChg chg="addSp delSp modSp add mod">
        <pc:chgData name="Bradley Milstone" userId="b206441f-1be2-4aea-a8f8-4cf495d23970" providerId="ADAL" clId="{550914A3-E746-47A0-8D37-F09A394ADAC3}" dt="2021-06-21T14:57:55.650" v="366" actId="121"/>
        <pc:sldMkLst>
          <pc:docMk/>
          <pc:sldMk cId="2029061855" sldId="360"/>
        </pc:sldMkLst>
        <pc:spChg chg="mod">
          <ac:chgData name="Bradley Milstone" userId="b206441f-1be2-4aea-a8f8-4cf495d23970" providerId="ADAL" clId="{550914A3-E746-47A0-8D37-F09A394ADAC3}" dt="2021-06-21T14:56:28.004" v="353"/>
          <ac:spMkLst>
            <pc:docMk/>
            <pc:sldMk cId="2029061855" sldId="360"/>
            <ac:spMk id="3" creationId="{00B73814-48F2-AB42-8694-EF7B8314EAA5}"/>
          </ac:spMkLst>
        </pc:spChg>
        <pc:spChg chg="del mod">
          <ac:chgData name="Bradley Milstone" userId="b206441f-1be2-4aea-a8f8-4cf495d23970" providerId="ADAL" clId="{550914A3-E746-47A0-8D37-F09A394ADAC3}" dt="2021-06-21T14:56:49.316" v="354" actId="478"/>
          <ac:spMkLst>
            <pc:docMk/>
            <pc:sldMk cId="2029061855" sldId="360"/>
            <ac:spMk id="4" creationId="{AF712071-BF5F-E643-A1E9-EF2FE6B538AF}"/>
          </ac:spMkLst>
        </pc:spChg>
        <pc:spChg chg="mod">
          <ac:chgData name="Bradley Milstone" userId="b206441f-1be2-4aea-a8f8-4cf495d23970" providerId="ADAL" clId="{550914A3-E746-47A0-8D37-F09A394ADAC3}" dt="2021-06-21T14:57:55.650" v="366" actId="121"/>
          <ac:spMkLst>
            <pc:docMk/>
            <pc:sldMk cId="2029061855" sldId="360"/>
            <ac:spMk id="6" creationId="{69261F9A-894A-0B49-830E-20B458955396}"/>
          </ac:spMkLst>
        </pc:spChg>
        <pc:spChg chg="add del mod">
          <ac:chgData name="Bradley Milstone" userId="b206441f-1be2-4aea-a8f8-4cf495d23970" providerId="ADAL" clId="{550914A3-E746-47A0-8D37-F09A394ADAC3}" dt="2021-06-21T14:56:51.656" v="355" actId="478"/>
          <ac:spMkLst>
            <pc:docMk/>
            <pc:sldMk cId="2029061855" sldId="360"/>
            <ac:spMk id="8" creationId="{8931DAA2-AF40-4CBC-B7DE-941F3FEEE0B6}"/>
          </ac:spMkLst>
        </pc:spChg>
        <pc:spChg chg="add mod">
          <ac:chgData name="Bradley Milstone" userId="b206441f-1be2-4aea-a8f8-4cf495d23970" providerId="ADAL" clId="{550914A3-E746-47A0-8D37-F09A394ADAC3}" dt="2021-06-21T14:57:38.239" v="363"/>
          <ac:spMkLst>
            <pc:docMk/>
            <pc:sldMk cId="2029061855" sldId="360"/>
            <ac:spMk id="10" creationId="{C893C5BE-E8D4-4B80-92E9-C4D05171D8F9}"/>
          </ac:spMkLst>
        </pc:spChg>
        <pc:graphicFrameChg chg="add mod">
          <ac:chgData name="Bradley Milstone" userId="b206441f-1be2-4aea-a8f8-4cf495d23970" providerId="ADAL" clId="{550914A3-E746-47A0-8D37-F09A394ADAC3}" dt="2021-06-21T14:57:15.641" v="362" actId="1076"/>
          <ac:graphicFrameMkLst>
            <pc:docMk/>
            <pc:sldMk cId="2029061855" sldId="360"/>
            <ac:graphicFrameMk id="9" creationId="{EE971498-849A-45B5-871C-2E4CAA41F1B0}"/>
          </ac:graphicFrameMkLst>
        </pc:graphicFrameChg>
      </pc:sldChg>
      <pc:sldChg chg="modNotesTx">
        <pc:chgData name="Bradley Milstone" userId="b206441f-1be2-4aea-a8f8-4cf495d23970" providerId="ADAL" clId="{550914A3-E746-47A0-8D37-F09A394ADAC3}" dt="2021-06-21T03:06:12.353" v="332" actId="20577"/>
        <pc:sldMkLst>
          <pc:docMk/>
          <pc:sldMk cId="0" sldId="492"/>
        </pc:sldMkLst>
      </pc:sldChg>
      <pc:sldChg chg="modSp">
        <pc:chgData name="Bradley Milstone" userId="b206441f-1be2-4aea-a8f8-4cf495d23970" providerId="ADAL" clId="{550914A3-E746-47A0-8D37-F09A394ADAC3}" dt="2021-06-21T03:00:34.030" v="175" actId="13204"/>
        <pc:sldMkLst>
          <pc:docMk/>
          <pc:sldMk cId="0" sldId="493"/>
        </pc:sldMkLst>
        <pc:graphicFrameChg chg="mod">
          <ac:chgData name="Bradley Milstone" userId="b206441f-1be2-4aea-a8f8-4cf495d23970" providerId="ADAL" clId="{550914A3-E746-47A0-8D37-F09A394ADAC3}" dt="2021-06-21T03:00:34.030" v="175" actId="13204"/>
          <ac:graphicFrameMkLst>
            <pc:docMk/>
            <pc:sldMk cId="0" sldId="493"/>
            <ac:graphicFrameMk id="7" creationId="{00000000-0000-0000-0000-000000000000}"/>
          </ac:graphicFrameMkLst>
        </pc:graphicFrameChg>
      </pc:sldChg>
      <pc:sldChg chg="modSp mod">
        <pc:chgData name="Bradley Milstone" userId="b206441f-1be2-4aea-a8f8-4cf495d23970" providerId="ADAL" clId="{550914A3-E746-47A0-8D37-F09A394ADAC3}" dt="2021-06-21T14:58:19.623" v="367" actId="2711"/>
        <pc:sldMkLst>
          <pc:docMk/>
          <pc:sldMk cId="0" sldId="530"/>
        </pc:sldMkLst>
        <pc:spChg chg="mod">
          <ac:chgData name="Bradley Milstone" userId="b206441f-1be2-4aea-a8f8-4cf495d23970" providerId="ADAL" clId="{550914A3-E746-47A0-8D37-F09A394ADAC3}" dt="2021-06-21T14:58:19.623" v="367" actId="2711"/>
          <ac:spMkLst>
            <pc:docMk/>
            <pc:sldMk cId="0" sldId="530"/>
            <ac:spMk id="14" creationId="{00000000-0000-0000-0000-000000000000}"/>
          </ac:spMkLst>
        </pc:spChg>
        <pc:graphicFrameChg chg="modGraphic">
          <ac:chgData name="Bradley Milstone" userId="b206441f-1be2-4aea-a8f8-4cf495d23970" providerId="ADAL" clId="{550914A3-E746-47A0-8D37-F09A394ADAC3}" dt="2021-06-21T02:37:54.180" v="28" actId="20577"/>
          <ac:graphicFrameMkLst>
            <pc:docMk/>
            <pc:sldMk cId="0" sldId="530"/>
            <ac:graphicFrameMk id="12" creationId="{00000000-0000-0000-0000-000000000000}"/>
          </ac:graphicFrameMkLst>
        </pc:graphicFrameChg>
        <pc:graphicFrameChg chg="modGraphic">
          <ac:chgData name="Bradley Milstone" userId="b206441f-1be2-4aea-a8f8-4cf495d23970" providerId="ADAL" clId="{550914A3-E746-47A0-8D37-F09A394ADAC3}" dt="2021-06-21T03:00:56.947" v="177" actId="2161"/>
          <ac:graphicFrameMkLst>
            <pc:docMk/>
            <pc:sldMk cId="0" sldId="530"/>
            <ac:graphicFrameMk id="13" creationId="{00000000-0000-0000-0000-000000000000}"/>
          </ac:graphicFrameMkLst>
        </pc:graphicFrameChg>
      </pc:sldChg>
      <pc:sldChg chg="addSp delSp modSp mod">
        <pc:chgData name="Bradley Milstone" userId="b206441f-1be2-4aea-a8f8-4cf495d23970" providerId="ADAL" clId="{550914A3-E746-47A0-8D37-F09A394ADAC3}" dt="2021-06-21T02:43:45.759" v="106"/>
        <pc:sldMkLst>
          <pc:docMk/>
          <pc:sldMk cId="0" sldId="546"/>
        </pc:sldMkLst>
        <pc:spChg chg="add del mod">
          <ac:chgData name="Bradley Milstone" userId="b206441f-1be2-4aea-a8f8-4cf495d23970" providerId="ADAL" clId="{550914A3-E746-47A0-8D37-F09A394ADAC3}" dt="2021-06-21T02:43:45.759" v="106"/>
          <ac:spMkLst>
            <pc:docMk/>
            <pc:sldMk cId="0" sldId="546"/>
            <ac:spMk id="21" creationId="{53FBFE79-5F58-43F5-968E-32D60DBD550E}"/>
          </ac:spMkLst>
        </pc:spChg>
        <pc:spChg chg="add del mod">
          <ac:chgData name="Bradley Milstone" userId="b206441f-1be2-4aea-a8f8-4cf495d23970" providerId="ADAL" clId="{550914A3-E746-47A0-8D37-F09A394ADAC3}" dt="2021-06-21T02:43:45.759" v="106"/>
          <ac:spMkLst>
            <pc:docMk/>
            <pc:sldMk cId="0" sldId="546"/>
            <ac:spMk id="24" creationId="{9805AA6F-DCF9-4295-A4F0-B6D7741B8818}"/>
          </ac:spMkLst>
        </pc:spChg>
        <pc:spChg chg="mod">
          <ac:chgData name="Bradley Milstone" userId="b206441f-1be2-4aea-a8f8-4cf495d23970" providerId="ADAL" clId="{550914A3-E746-47A0-8D37-F09A394ADAC3}" dt="2021-06-21T02:43:42.646" v="104" actId="1076"/>
          <ac:spMkLst>
            <pc:docMk/>
            <pc:sldMk cId="0" sldId="546"/>
            <ac:spMk id="4104" creationId="{00000000-0000-0000-0000-000000000000}"/>
          </ac:spMkLst>
        </pc:spChg>
      </pc:sldChg>
      <pc:sldChg chg="modSp mod">
        <pc:chgData name="Bradley Milstone" userId="b206441f-1be2-4aea-a8f8-4cf495d23970" providerId="ADAL" clId="{550914A3-E746-47A0-8D37-F09A394ADAC3}" dt="2021-06-21T14:55:36.558" v="347"/>
        <pc:sldMkLst>
          <pc:docMk/>
          <pc:sldMk cId="0" sldId="566"/>
        </pc:sldMkLst>
        <pc:graphicFrameChg chg="mod modGraphic">
          <ac:chgData name="Bradley Milstone" userId="b206441f-1be2-4aea-a8f8-4cf495d23970" providerId="ADAL" clId="{550914A3-E746-47A0-8D37-F09A394ADAC3}" dt="2021-06-21T14:55:36.558" v="347"/>
          <ac:graphicFrameMkLst>
            <pc:docMk/>
            <pc:sldMk cId="0" sldId="566"/>
            <ac:graphicFrameMk id="10" creationId="{00000000-0000-0000-0000-000000000000}"/>
          </ac:graphicFrameMkLst>
        </pc:graphicFrameChg>
      </pc:sldChg>
      <pc:sldChg chg="addSp delSp modSp mod modNotesTx">
        <pc:chgData name="Bradley Milstone" userId="b206441f-1be2-4aea-a8f8-4cf495d23970" providerId="ADAL" clId="{550914A3-E746-47A0-8D37-F09A394ADAC3}" dt="2021-06-21T03:05:54.935" v="330" actId="20577"/>
        <pc:sldMkLst>
          <pc:docMk/>
          <pc:sldMk cId="1282480466" sldId="576"/>
        </pc:sldMkLst>
        <pc:spChg chg="add del mod">
          <ac:chgData name="Bradley Milstone" userId="b206441f-1be2-4aea-a8f8-4cf495d23970" providerId="ADAL" clId="{550914A3-E746-47A0-8D37-F09A394ADAC3}" dt="2021-06-21T02:40:11.767" v="90" actId="11529"/>
          <ac:spMkLst>
            <pc:docMk/>
            <pc:sldMk cId="1282480466" sldId="576"/>
            <ac:spMk id="5" creationId="{8E81A10D-43A9-4F04-80E2-E45D68566F96}"/>
          </ac:spMkLst>
        </pc:spChg>
        <pc:spChg chg="add del mod">
          <ac:chgData name="Bradley Milstone" userId="b206441f-1be2-4aea-a8f8-4cf495d23970" providerId="ADAL" clId="{550914A3-E746-47A0-8D37-F09A394ADAC3}" dt="2021-06-21T02:40:30.069" v="94" actId="14100"/>
          <ac:spMkLst>
            <pc:docMk/>
            <pc:sldMk cId="1282480466" sldId="576"/>
            <ac:spMk id="6" creationId="{BEB51C22-D646-824E-A169-450157EADB13}"/>
          </ac:spMkLst>
        </pc:spChg>
        <pc:cxnChg chg="add del mod">
          <ac:chgData name="Bradley Milstone" userId="b206441f-1be2-4aea-a8f8-4cf495d23970" providerId="ADAL" clId="{550914A3-E746-47A0-8D37-F09A394ADAC3}" dt="2021-06-21T02:40:14.868" v="93" actId="478"/>
          <ac:cxnSpMkLst>
            <pc:docMk/>
            <pc:sldMk cId="1282480466" sldId="576"/>
            <ac:cxnSpMk id="3" creationId="{347E9965-6108-4EFF-A11A-6F3B6740F1F1}"/>
          </ac:cxnSpMkLst>
        </pc:cxnChg>
      </pc:sldChg>
      <pc:sldChg chg="addSp delSp modSp add del mod ord">
        <pc:chgData name="Bradley Milstone" userId="b206441f-1be2-4aea-a8f8-4cf495d23970" providerId="ADAL" clId="{550914A3-E746-47A0-8D37-F09A394ADAC3}" dt="2021-06-21T02:52:16.733" v="149" actId="47"/>
        <pc:sldMkLst>
          <pc:docMk/>
          <pc:sldMk cId="1259202513" sldId="3333"/>
        </pc:sldMkLst>
        <pc:spChg chg="mod">
          <ac:chgData name="Bradley Milstone" userId="b206441f-1be2-4aea-a8f8-4cf495d23970" providerId="ADAL" clId="{550914A3-E746-47A0-8D37-F09A394ADAC3}" dt="2021-06-21T02:47:31.592" v="119" actId="20577"/>
          <ac:spMkLst>
            <pc:docMk/>
            <pc:sldMk cId="1259202513" sldId="3333"/>
            <ac:spMk id="4" creationId="{B1727ECE-2BD2-6A48-A6B5-AE1D43CDD138}"/>
          </ac:spMkLst>
        </pc:spChg>
        <pc:spChg chg="add del mod">
          <ac:chgData name="Bradley Milstone" userId="b206441f-1be2-4aea-a8f8-4cf495d23970" providerId="ADAL" clId="{550914A3-E746-47A0-8D37-F09A394ADAC3}" dt="2021-06-21T02:47:36.573" v="121" actId="478"/>
          <ac:spMkLst>
            <pc:docMk/>
            <pc:sldMk cId="1259202513" sldId="3333"/>
            <ac:spMk id="7" creationId="{890F5FC0-50BB-4D60-A4E4-0918C6A06071}"/>
          </ac:spMkLst>
        </pc:spChg>
        <pc:spChg chg="add mod">
          <ac:chgData name="Bradley Milstone" userId="b206441f-1be2-4aea-a8f8-4cf495d23970" providerId="ADAL" clId="{550914A3-E746-47A0-8D37-F09A394ADAC3}" dt="2021-06-21T02:49:10.771" v="131"/>
          <ac:spMkLst>
            <pc:docMk/>
            <pc:sldMk cId="1259202513" sldId="3333"/>
            <ac:spMk id="10" creationId="{EFE6ECD3-39EA-48B7-BC2B-48BF24314FF0}"/>
          </ac:spMkLst>
        </pc:spChg>
        <pc:spChg chg="del">
          <ac:chgData name="Bradley Milstone" userId="b206441f-1be2-4aea-a8f8-4cf495d23970" providerId="ADAL" clId="{550914A3-E746-47A0-8D37-F09A394ADAC3}" dt="2021-06-21T02:47:34.193" v="120" actId="478"/>
          <ac:spMkLst>
            <pc:docMk/>
            <pc:sldMk cId="1259202513" sldId="3333"/>
            <ac:spMk id="11" creationId="{4630C021-0137-DD4A-8467-31A3215428C0}"/>
          </ac:spMkLst>
        </pc:spChg>
        <pc:spChg chg="add del mod">
          <ac:chgData name="Bradley Milstone" userId="b206441f-1be2-4aea-a8f8-4cf495d23970" providerId="ADAL" clId="{550914A3-E746-47A0-8D37-F09A394ADAC3}" dt="2021-06-21T02:49:29.443" v="133"/>
          <ac:spMkLst>
            <pc:docMk/>
            <pc:sldMk cId="1259202513" sldId="3333"/>
            <ac:spMk id="12" creationId="{D79FA727-4868-423C-A168-B9D736A11320}"/>
          </ac:spMkLst>
        </pc:spChg>
        <pc:spChg chg="add del mod">
          <ac:chgData name="Bradley Milstone" userId="b206441f-1be2-4aea-a8f8-4cf495d23970" providerId="ADAL" clId="{550914A3-E746-47A0-8D37-F09A394ADAC3}" dt="2021-06-21T02:49:37.913" v="135"/>
          <ac:spMkLst>
            <pc:docMk/>
            <pc:sldMk cId="1259202513" sldId="3333"/>
            <ac:spMk id="13" creationId="{6DA3E96A-39EA-4E4F-B46E-66D1BEFA0D51}"/>
          </ac:spMkLst>
        </pc:spChg>
        <pc:graphicFrameChg chg="del">
          <ac:chgData name="Bradley Milstone" userId="b206441f-1be2-4aea-a8f8-4cf495d23970" providerId="ADAL" clId="{550914A3-E746-47A0-8D37-F09A394ADAC3}" dt="2021-06-21T02:47:24.845" v="118" actId="478"/>
          <ac:graphicFrameMkLst>
            <pc:docMk/>
            <pc:sldMk cId="1259202513" sldId="3333"/>
            <ac:graphicFrameMk id="6" creationId="{43F6E7DA-D87F-B646-9804-8EA910FB0FE6}"/>
          </ac:graphicFrameMkLst>
        </pc:graphicFrameChg>
        <pc:graphicFrameChg chg="add del mod">
          <ac:chgData name="Bradley Milstone" userId="b206441f-1be2-4aea-a8f8-4cf495d23970" providerId="ADAL" clId="{550914A3-E746-47A0-8D37-F09A394ADAC3}" dt="2021-06-21T02:48:56.510" v="130" actId="478"/>
          <ac:graphicFrameMkLst>
            <pc:docMk/>
            <pc:sldMk cId="1259202513" sldId="3333"/>
            <ac:graphicFrameMk id="9" creationId="{17264C6F-53B5-4B1A-A38F-2DEA073521A3}"/>
          </ac:graphicFrameMkLst>
        </pc:graphicFrameChg>
      </pc:sldChg>
      <pc:sldChg chg="addSp delSp modSp mod modNotesTx">
        <pc:chgData name="Bradley Milstone" userId="b206441f-1be2-4aea-a8f8-4cf495d23970" providerId="ADAL" clId="{550914A3-E746-47A0-8D37-F09A394ADAC3}" dt="2021-06-21T03:05:36.597" v="329" actId="20577"/>
        <pc:sldMkLst>
          <pc:docMk/>
          <pc:sldMk cId="798362354" sldId="3340"/>
        </pc:sldMkLst>
        <pc:spChg chg="add del mod">
          <ac:chgData name="Bradley Milstone" userId="b206441f-1be2-4aea-a8f8-4cf495d23970" providerId="ADAL" clId="{550914A3-E746-47A0-8D37-F09A394ADAC3}" dt="2021-06-21T02:41:29.071" v="98" actId="478"/>
          <ac:spMkLst>
            <pc:docMk/>
            <pc:sldMk cId="798362354" sldId="3340"/>
            <ac:spMk id="29" creationId="{49F8D236-CAF3-4FF2-9E98-A12297E4FF54}"/>
          </ac:spMkLst>
        </pc:spChg>
        <pc:spChg chg="add mod">
          <ac:chgData name="Bradley Milstone" userId="b206441f-1be2-4aea-a8f8-4cf495d23970" providerId="ADAL" clId="{550914A3-E746-47A0-8D37-F09A394ADAC3}" dt="2021-06-21T02:41:23.781" v="96" actId="1076"/>
          <ac:spMkLst>
            <pc:docMk/>
            <pc:sldMk cId="798362354" sldId="3340"/>
            <ac:spMk id="33" creationId="{1FAE9613-0220-418A-AE73-FBCA5E3E3F5B}"/>
          </ac:spMkLst>
        </pc:spChg>
        <pc:spChg chg="add mod">
          <ac:chgData name="Bradley Milstone" userId="b206441f-1be2-4aea-a8f8-4cf495d23970" providerId="ADAL" clId="{550914A3-E746-47A0-8D37-F09A394ADAC3}" dt="2021-06-21T02:41:23.781" v="96" actId="1076"/>
          <ac:spMkLst>
            <pc:docMk/>
            <pc:sldMk cId="798362354" sldId="3340"/>
            <ac:spMk id="35" creationId="{DB869B7C-DC8F-4732-9426-F4ECDEA80BC5}"/>
          </ac:spMkLst>
        </pc:spChg>
        <pc:spChg chg="add mod">
          <ac:chgData name="Bradley Milstone" userId="b206441f-1be2-4aea-a8f8-4cf495d23970" providerId="ADAL" clId="{550914A3-E746-47A0-8D37-F09A394ADAC3}" dt="2021-06-21T02:41:23.781" v="96" actId="1076"/>
          <ac:spMkLst>
            <pc:docMk/>
            <pc:sldMk cId="798362354" sldId="3340"/>
            <ac:spMk id="36" creationId="{E8BEDB42-E767-48D0-BB37-20908F7A8B16}"/>
          </ac:spMkLst>
        </pc:spChg>
        <pc:spChg chg="add mod">
          <ac:chgData name="Bradley Milstone" userId="b206441f-1be2-4aea-a8f8-4cf495d23970" providerId="ADAL" clId="{550914A3-E746-47A0-8D37-F09A394ADAC3}" dt="2021-06-21T02:41:23.781" v="96" actId="1076"/>
          <ac:spMkLst>
            <pc:docMk/>
            <pc:sldMk cId="798362354" sldId="3340"/>
            <ac:spMk id="37" creationId="{C36E5528-4598-4523-8436-0DCB653A6191}"/>
          </ac:spMkLst>
        </pc:spChg>
        <pc:spChg chg="add del mod">
          <ac:chgData name="Bradley Milstone" userId="b206441f-1be2-4aea-a8f8-4cf495d23970" providerId="ADAL" clId="{550914A3-E746-47A0-8D37-F09A394ADAC3}" dt="2021-06-21T02:41:28.064" v="97" actId="478"/>
          <ac:spMkLst>
            <pc:docMk/>
            <pc:sldMk cId="798362354" sldId="3340"/>
            <ac:spMk id="38" creationId="{03220A03-0017-47D7-80C5-5E2BFEC9BF28}"/>
          </ac:spMkLst>
        </pc:spChg>
        <pc:spChg chg="add del mod">
          <ac:chgData name="Bradley Milstone" userId="b206441f-1be2-4aea-a8f8-4cf495d23970" providerId="ADAL" clId="{550914A3-E746-47A0-8D37-F09A394ADAC3}" dt="2021-06-21T02:41:49.069" v="100"/>
          <ac:spMkLst>
            <pc:docMk/>
            <pc:sldMk cId="798362354" sldId="3340"/>
            <ac:spMk id="39" creationId="{81652F05-9C44-4CE3-987A-AC241F8C20E4}"/>
          </ac:spMkLst>
        </pc:spChg>
        <pc:spChg chg="add del mod">
          <ac:chgData name="Bradley Milstone" userId="b206441f-1be2-4aea-a8f8-4cf495d23970" providerId="ADAL" clId="{550914A3-E746-47A0-8D37-F09A394ADAC3}" dt="2021-06-21T02:41:49.069" v="100"/>
          <ac:spMkLst>
            <pc:docMk/>
            <pc:sldMk cId="798362354" sldId="3340"/>
            <ac:spMk id="40" creationId="{F934863B-BE13-4485-BC73-3D2D90147FB9}"/>
          </ac:spMkLst>
        </pc:spChg>
        <pc:spChg chg="add del mod">
          <ac:chgData name="Bradley Milstone" userId="b206441f-1be2-4aea-a8f8-4cf495d23970" providerId="ADAL" clId="{550914A3-E746-47A0-8D37-F09A394ADAC3}" dt="2021-06-21T02:41:49.069" v="100"/>
          <ac:spMkLst>
            <pc:docMk/>
            <pc:sldMk cId="798362354" sldId="3340"/>
            <ac:spMk id="44" creationId="{18025F39-C347-420C-8306-A84BF588330A}"/>
          </ac:spMkLst>
        </pc:spChg>
        <pc:spChg chg="add del mod">
          <ac:chgData name="Bradley Milstone" userId="b206441f-1be2-4aea-a8f8-4cf495d23970" providerId="ADAL" clId="{550914A3-E746-47A0-8D37-F09A394ADAC3}" dt="2021-06-21T02:41:49.069" v="100"/>
          <ac:spMkLst>
            <pc:docMk/>
            <pc:sldMk cId="798362354" sldId="3340"/>
            <ac:spMk id="46" creationId="{910F0B47-BB4A-4EA4-A23B-98D5B3B66AE7}"/>
          </ac:spMkLst>
        </pc:spChg>
        <pc:spChg chg="add del mod">
          <ac:chgData name="Bradley Milstone" userId="b206441f-1be2-4aea-a8f8-4cf495d23970" providerId="ADAL" clId="{550914A3-E746-47A0-8D37-F09A394ADAC3}" dt="2021-06-21T02:41:49.069" v="100"/>
          <ac:spMkLst>
            <pc:docMk/>
            <pc:sldMk cId="798362354" sldId="3340"/>
            <ac:spMk id="52" creationId="{9112E4EA-AF68-4B1F-9BE3-D3E77023D028}"/>
          </ac:spMkLst>
        </pc:spChg>
        <pc:spChg chg="add del mod">
          <ac:chgData name="Bradley Milstone" userId="b206441f-1be2-4aea-a8f8-4cf495d23970" providerId="ADAL" clId="{550914A3-E746-47A0-8D37-F09A394ADAC3}" dt="2021-06-21T02:41:49.069" v="100"/>
          <ac:spMkLst>
            <pc:docMk/>
            <pc:sldMk cId="798362354" sldId="3340"/>
            <ac:spMk id="53" creationId="{54213652-C280-4734-9E26-B7925B4B54BD}"/>
          </ac:spMkLst>
        </pc:spChg>
        <pc:spChg chg="add mod">
          <ac:chgData name="Bradley Milstone" userId="b206441f-1be2-4aea-a8f8-4cf495d23970" providerId="ADAL" clId="{550914A3-E746-47A0-8D37-F09A394ADAC3}" dt="2021-06-21T02:41:57.230" v="102" actId="1076"/>
          <ac:spMkLst>
            <pc:docMk/>
            <pc:sldMk cId="798362354" sldId="3340"/>
            <ac:spMk id="54" creationId="{18F6FBE4-DE52-4756-99F6-3C6096EE2488}"/>
          </ac:spMkLst>
        </pc:spChg>
        <pc:spChg chg="add mod">
          <ac:chgData name="Bradley Milstone" userId="b206441f-1be2-4aea-a8f8-4cf495d23970" providerId="ADAL" clId="{550914A3-E746-47A0-8D37-F09A394ADAC3}" dt="2021-06-21T02:41:57.230" v="102" actId="1076"/>
          <ac:spMkLst>
            <pc:docMk/>
            <pc:sldMk cId="798362354" sldId="3340"/>
            <ac:spMk id="55" creationId="{29E3D87B-442A-4400-BB21-899B6C8E9900}"/>
          </ac:spMkLst>
        </pc:spChg>
      </pc:sldChg>
      <pc:sldChg chg="new del">
        <pc:chgData name="Bradley Milstone" userId="b206441f-1be2-4aea-a8f8-4cf495d23970" providerId="ADAL" clId="{550914A3-E746-47A0-8D37-F09A394ADAC3}" dt="2021-06-21T02:34:58.297" v="1" actId="47"/>
        <pc:sldMkLst>
          <pc:docMk/>
          <pc:sldMk cId="625887709" sldId="3345"/>
        </pc:sldMkLst>
      </pc:sldChg>
      <pc:sldChg chg="add del">
        <pc:chgData name="Bradley Milstone" userId="b206441f-1be2-4aea-a8f8-4cf495d23970" providerId="ADAL" clId="{550914A3-E746-47A0-8D37-F09A394ADAC3}" dt="2021-06-21T02:47:14.136" v="116" actId="47"/>
        <pc:sldMkLst>
          <pc:docMk/>
          <pc:sldMk cId="2309306821" sldId="3345"/>
        </pc:sldMkLst>
      </pc:sldChg>
      <pc:sldChg chg="addSp delSp modSp add mod modNotesTx">
        <pc:chgData name="Bradley Milstone" userId="b206441f-1be2-4aea-a8f8-4cf495d23970" providerId="ADAL" clId="{550914A3-E746-47A0-8D37-F09A394ADAC3}" dt="2021-06-21T03:02:36.037" v="178" actId="20577"/>
        <pc:sldMkLst>
          <pc:docMk/>
          <pc:sldMk cId="3853921328" sldId="3345"/>
        </pc:sldMkLst>
        <pc:spChg chg="mod">
          <ac:chgData name="Bradley Milstone" userId="b206441f-1be2-4aea-a8f8-4cf495d23970" providerId="ADAL" clId="{550914A3-E746-47A0-8D37-F09A394ADAC3}" dt="2021-06-21T02:50:54.500" v="141" actId="20577"/>
          <ac:spMkLst>
            <pc:docMk/>
            <pc:sldMk cId="3853921328" sldId="3345"/>
            <ac:spMk id="4" creationId="{B1727ECE-2BD2-6A48-A6B5-AE1D43CDD138}"/>
          </ac:spMkLst>
        </pc:spChg>
        <pc:spChg chg="mod">
          <ac:chgData name="Bradley Milstone" userId="b206441f-1be2-4aea-a8f8-4cf495d23970" providerId="ADAL" clId="{550914A3-E746-47A0-8D37-F09A394ADAC3}" dt="2021-06-21T02:51:54.899" v="148" actId="121"/>
          <ac:spMkLst>
            <pc:docMk/>
            <pc:sldMk cId="3853921328" sldId="3345"/>
            <ac:spMk id="5" creationId="{16FC50F4-42E0-C143-B08D-854AC091F755}"/>
          </ac:spMkLst>
        </pc:spChg>
        <pc:spChg chg="add del mod">
          <ac:chgData name="Bradley Milstone" userId="b206441f-1be2-4aea-a8f8-4cf495d23970" providerId="ADAL" clId="{550914A3-E746-47A0-8D37-F09A394ADAC3}" dt="2021-06-21T02:51:17.761" v="144" actId="478"/>
          <ac:spMkLst>
            <pc:docMk/>
            <pc:sldMk cId="3853921328" sldId="3345"/>
            <ac:spMk id="7" creationId="{D0042313-34A0-4047-A4C2-AA118ADCCA67}"/>
          </ac:spMkLst>
        </pc:spChg>
        <pc:spChg chg="add mod">
          <ac:chgData name="Bradley Milstone" userId="b206441f-1be2-4aea-a8f8-4cf495d23970" providerId="ADAL" clId="{550914A3-E746-47A0-8D37-F09A394ADAC3}" dt="2021-06-21T02:51:15.150" v="143"/>
          <ac:spMkLst>
            <pc:docMk/>
            <pc:sldMk cId="3853921328" sldId="3345"/>
            <ac:spMk id="9" creationId="{39BC6F64-3334-4F67-8C4C-8F4D4B978CFA}"/>
          </ac:spMkLst>
        </pc:spChg>
        <pc:spChg chg="del">
          <ac:chgData name="Bradley Milstone" userId="b206441f-1be2-4aea-a8f8-4cf495d23970" providerId="ADAL" clId="{550914A3-E746-47A0-8D37-F09A394ADAC3}" dt="2021-06-21T02:51:14.765" v="142" actId="478"/>
          <ac:spMkLst>
            <pc:docMk/>
            <pc:sldMk cId="3853921328" sldId="3345"/>
            <ac:spMk id="11" creationId="{4630C021-0137-DD4A-8467-31A3215428C0}"/>
          </ac:spMkLst>
        </pc:spChg>
        <pc:graphicFrameChg chg="del">
          <ac:chgData name="Bradley Milstone" userId="b206441f-1be2-4aea-a8f8-4cf495d23970" providerId="ADAL" clId="{550914A3-E746-47A0-8D37-F09A394ADAC3}" dt="2021-06-21T02:52:25.971" v="150" actId="478"/>
          <ac:graphicFrameMkLst>
            <pc:docMk/>
            <pc:sldMk cId="3853921328" sldId="3345"/>
            <ac:graphicFrameMk id="6" creationId="{43F6E7DA-D87F-B646-9804-8EA910FB0FE6}"/>
          </ac:graphicFrameMkLst>
        </pc:graphicFrameChg>
        <pc:graphicFrameChg chg="add mod">
          <ac:chgData name="Bradley Milstone" userId="b206441f-1be2-4aea-a8f8-4cf495d23970" providerId="ADAL" clId="{550914A3-E746-47A0-8D37-F09A394ADAC3}" dt="2021-06-21T02:54:34.853" v="165" actId="14100"/>
          <ac:graphicFrameMkLst>
            <pc:docMk/>
            <pc:sldMk cId="3853921328" sldId="3345"/>
            <ac:graphicFrameMk id="10" creationId="{046A7B4C-F607-4F89-A550-C7603B4B285D}"/>
          </ac:graphicFrameMkLst>
        </pc:graphicFrameChg>
      </pc:sldChg>
      <pc:sldChg chg="modSp add del mod">
        <pc:chgData name="Bradley Milstone" userId="b206441f-1be2-4aea-a8f8-4cf495d23970" providerId="ADAL" clId="{550914A3-E746-47A0-8D37-F09A394ADAC3}" dt="2021-06-21T02:44:17.243" v="113" actId="47"/>
        <pc:sldMkLst>
          <pc:docMk/>
          <pc:sldMk cId="4028041346" sldId="3345"/>
        </pc:sldMkLst>
        <pc:spChg chg="mod">
          <ac:chgData name="Bradley Milstone" userId="b206441f-1be2-4aea-a8f8-4cf495d23970" providerId="ADAL" clId="{550914A3-E746-47A0-8D37-F09A394ADAC3}" dt="2021-06-21T02:44:15.206" v="112" actId="1582"/>
          <ac:spMkLst>
            <pc:docMk/>
            <pc:sldMk cId="4028041346" sldId="3345"/>
            <ac:spMk id="4104" creationId="{00000000-0000-0000-0000-000000000000}"/>
          </ac:spMkLst>
        </pc:spChg>
      </pc:sldChg>
      <pc:sldChg chg="add del">
        <pc:chgData name="Bradley Milstone" userId="b206441f-1be2-4aea-a8f8-4cf495d23970" providerId="ADAL" clId="{550914A3-E746-47A0-8D37-F09A394ADAC3}" dt="2021-06-21T02:44:18.299" v="114" actId="47"/>
        <pc:sldMkLst>
          <pc:docMk/>
          <pc:sldMk cId="2558720629" sldId="334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83488380263821"/>
          <c:y val="0"/>
          <c:w val="0.44971927591847444"/>
          <c:h val="1"/>
        </c:manualLayout>
      </c:layout>
      <c:pieChart>
        <c:varyColors val="1"/>
        <c:ser>
          <c:idx val="0"/>
          <c:order val="0"/>
          <c:tx>
            <c:strRef>
              <c:f>Sheet1!$B$1</c:f>
              <c:strCache>
                <c:ptCount val="1"/>
                <c:pt idx="0">
                  <c:v>Series 1</c:v>
                </c:pt>
              </c:strCache>
            </c:strRef>
          </c:tx>
          <c:dPt>
            <c:idx val="0"/>
            <c:bubble3D val="0"/>
            <c:spPr>
              <a:solidFill>
                <a:schemeClr val="tx2"/>
              </a:solidFill>
              <a:ln w="19050">
                <a:solidFill>
                  <a:schemeClr val="lt1"/>
                </a:solidFill>
              </a:ln>
              <a:effectLst/>
            </c:spPr>
            <c:extLst>
              <c:ext xmlns:c16="http://schemas.microsoft.com/office/drawing/2014/chart" uri="{C3380CC4-5D6E-409C-BE32-E72D297353CC}">
                <c16:uniqueId val="{00000000-3265-4124-9A0D-6FA4B9D07AC2}"/>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1-3265-4124-9A0D-6FA4B9D07AC2}"/>
              </c:ext>
            </c:extLst>
          </c:dPt>
          <c:dPt>
            <c:idx val="2"/>
            <c:bubble3D val="0"/>
            <c:spPr>
              <a:solidFill>
                <a:schemeClr val="accent2"/>
              </a:solidFill>
              <a:ln w="19050">
                <a:noFill/>
              </a:ln>
              <a:effectLst/>
            </c:spPr>
            <c:extLst>
              <c:ext xmlns:c16="http://schemas.microsoft.com/office/drawing/2014/chart" uri="{C3380CC4-5D6E-409C-BE32-E72D297353CC}">
                <c16:uniqueId val="{00000005-3981-46D1-A282-30B646CCCA68}"/>
              </c:ext>
            </c:extLst>
          </c:dPt>
          <c:dPt>
            <c:idx val="3"/>
            <c:bubble3D val="0"/>
            <c:spPr>
              <a:solidFill>
                <a:schemeClr val="bg2"/>
              </a:solidFill>
              <a:ln w="19050">
                <a:solidFill>
                  <a:schemeClr val="lt1"/>
                </a:solidFill>
              </a:ln>
              <a:effectLst/>
            </c:spPr>
            <c:extLst>
              <c:ext xmlns:c16="http://schemas.microsoft.com/office/drawing/2014/chart" uri="{C3380CC4-5D6E-409C-BE32-E72D297353CC}">
                <c16:uniqueId val="{00000002-3265-4124-9A0D-6FA4B9D07AC2}"/>
              </c:ext>
            </c:extLst>
          </c:dPt>
          <c:dLbls>
            <c:dLbl>
              <c:idx val="0"/>
              <c:tx>
                <c:rich>
                  <a:bodyPr/>
                  <a:lstStyle/>
                  <a:p>
                    <a:fld id="{E7405B1C-2883-114F-A0F1-9116117CCD8F}" type="VALUE">
                      <a:rPr lang="en-US" b="0" i="0">
                        <a:solidFill>
                          <a:schemeClr val="bg1"/>
                        </a:solidFill>
                        <a:latin typeface="+mn-lt"/>
                        <a:ea typeface="FedEx Sans App Medium" panose="020B0603020203020204" pitchFamily="34" charset="0"/>
                        <a:cs typeface="FedEx Sans App Medium" panose="020B0603020203020204" pitchFamily="34" charset="0"/>
                      </a:rPr>
                      <a:pPr/>
                      <a:t>[VALUE]</a:t>
                    </a:fld>
                    <a:endParaRPr 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3265-4124-9A0D-6FA4B9D07AC2}"/>
                </c:ext>
              </c:extLst>
            </c:dLbl>
            <c:dLbl>
              <c:idx val="1"/>
              <c:tx>
                <c:rich>
                  <a:bodyPr/>
                  <a:lstStyle/>
                  <a:p>
                    <a:fld id="{647AE805-D8D4-4B45-A88F-5E70F714B6EB}" type="VALUE">
                      <a:rPr lang="en-US"/>
                      <a:pPr/>
                      <a:t>[VALUE]</a:t>
                    </a:fld>
                    <a:endParaRPr 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265-4124-9A0D-6FA4B9D07AC2}"/>
                </c:ext>
              </c:extLst>
            </c:dLbl>
            <c:dLbl>
              <c:idx val="2"/>
              <c:tx>
                <c:rich>
                  <a:bodyPr/>
                  <a:lstStyle/>
                  <a:p>
                    <a:fld id="{D2FC4380-7940-E945-995C-8C5553A4625A}" type="VALUE">
                      <a:rPr lang="en-US" b="0" i="0">
                        <a:solidFill>
                          <a:schemeClr val="bg1"/>
                        </a:solidFill>
                        <a:latin typeface="+mn-lt"/>
                        <a:ea typeface="FedEx Sans App Medium" panose="020B0603020203020204" pitchFamily="34" charset="0"/>
                        <a:cs typeface="FedEx Sans App Medium" panose="020B0603020203020204" pitchFamily="34" charset="0"/>
                      </a:rPr>
                      <a:pPr/>
                      <a:t>[VALUE]</a:t>
                    </a:fld>
                    <a:endParaRPr 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981-46D1-A282-30B646CCCA68}"/>
                </c:ext>
              </c:extLst>
            </c:dLbl>
            <c:dLbl>
              <c:idx val="3"/>
              <c:tx>
                <c:rich>
                  <a:bodyPr/>
                  <a:lstStyle/>
                  <a:p>
                    <a:fld id="{7463A7D1-9152-8045-AFC2-B0E06AFC9B35}" type="VALUE">
                      <a:rPr lang="en-US"/>
                      <a:pPr/>
                      <a:t>[VALUE]</a:t>
                    </a:fld>
                    <a:endParaRPr lang="en-US"/>
                  </a:p>
                </c:rich>
              </c:tx>
              <c:dLblPos val="in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265-4124-9A0D-6FA4B9D07AC2}"/>
                </c:ext>
              </c:extLst>
            </c:dLbl>
            <c:numFmt formatCode="#,##0.0_);[Red]\(#,##0.0\)" sourceLinked="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8.2000000000000011</c:v>
                </c:pt>
                <c:pt idx="1">
                  <c:v>3.2</c:v>
                </c:pt>
                <c:pt idx="2">
                  <c:v>1.4</c:v>
                </c:pt>
                <c:pt idx="3">
                  <c:v>1.2</c:v>
                </c:pt>
              </c:numCache>
            </c:numRef>
          </c:val>
          <c:extLst>
            <c:ext xmlns:c16="http://schemas.microsoft.com/office/drawing/2014/chart" uri="{C3380CC4-5D6E-409C-BE32-E72D297353CC}">
              <c16:uniqueId val="{00000003-3265-4124-9A0D-6FA4B9D07AC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egendEntry>
        <c:idx val="3"/>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Entry>
      <c:layout>
        <c:manualLayout>
          <c:xMode val="edge"/>
          <c:yMode val="edge"/>
          <c:x val="0"/>
          <c:y val="0.90553267245976721"/>
          <c:w val="0.69466879045907615"/>
          <c:h val="7.4540734698999273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sz="1200">
          <a:latin typeface="+mn-lt"/>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Series 1</c:v>
                </c:pt>
              </c:strCache>
            </c:strRef>
          </c:tx>
          <c:spPr>
            <a:solidFill>
              <a:srgbClr val="7D22C3"/>
            </a:solidFill>
          </c:spPr>
          <c:dPt>
            <c:idx val="0"/>
            <c:bubble3D val="0"/>
            <c:spPr>
              <a:solidFill>
                <a:srgbClr val="C74755"/>
              </a:solidFill>
              <a:ln w="19050">
                <a:solidFill>
                  <a:schemeClr val="lt1"/>
                </a:solidFill>
              </a:ln>
              <a:effectLst/>
            </c:spPr>
            <c:extLst>
              <c:ext xmlns:c16="http://schemas.microsoft.com/office/drawing/2014/chart" uri="{C3380CC4-5D6E-409C-BE32-E72D297353CC}">
                <c16:uniqueId val="{00000001-4DC0-DA4C-B688-83A239F76BB2}"/>
              </c:ext>
            </c:extLst>
          </c:dPt>
          <c:dPt>
            <c:idx val="1"/>
            <c:bubble3D val="0"/>
            <c:spPr>
              <a:solidFill>
                <a:srgbClr val="E45528"/>
              </a:solidFill>
              <a:ln w="19050">
                <a:solidFill>
                  <a:schemeClr val="lt1"/>
                </a:solidFill>
              </a:ln>
              <a:effectLst/>
            </c:spPr>
            <c:extLst>
              <c:ext xmlns:c16="http://schemas.microsoft.com/office/drawing/2014/chart" uri="{C3380CC4-5D6E-409C-BE32-E72D297353CC}">
                <c16:uniqueId val="{00000003-4DC0-DA4C-B688-83A239F76BB2}"/>
              </c:ext>
            </c:extLst>
          </c:dPt>
          <c:dPt>
            <c:idx val="2"/>
            <c:bubble3D val="0"/>
            <c:spPr>
              <a:solidFill>
                <a:srgbClr val="FF6600"/>
              </a:solidFill>
              <a:ln w="19050">
                <a:solidFill>
                  <a:schemeClr val="lt1"/>
                </a:solidFill>
              </a:ln>
              <a:effectLst/>
            </c:spPr>
            <c:extLst>
              <c:ext xmlns:c16="http://schemas.microsoft.com/office/drawing/2014/chart" uri="{C3380CC4-5D6E-409C-BE32-E72D297353CC}">
                <c16:uniqueId val="{00000005-4DC0-DA4C-B688-83A239F76BB2}"/>
              </c:ext>
            </c:extLst>
          </c:dPt>
          <c:dPt>
            <c:idx val="3"/>
            <c:bubble3D val="0"/>
            <c:spPr>
              <a:solidFill>
                <a:srgbClr val="4D148C"/>
              </a:solidFill>
              <a:ln w="19050">
                <a:solidFill>
                  <a:schemeClr val="lt1"/>
                </a:solidFill>
              </a:ln>
              <a:effectLst/>
            </c:spPr>
            <c:extLst>
              <c:ext xmlns:c16="http://schemas.microsoft.com/office/drawing/2014/chart" uri="{C3380CC4-5D6E-409C-BE32-E72D297353CC}">
                <c16:uniqueId val="{00000007-4DC0-DA4C-B688-83A239F76BB2}"/>
              </c:ext>
            </c:extLst>
          </c:dPt>
          <c:dPt>
            <c:idx val="4"/>
            <c:bubble3D val="0"/>
            <c:spPr>
              <a:solidFill>
                <a:srgbClr val="7D22C3"/>
              </a:solidFill>
              <a:ln w="19050">
                <a:solidFill>
                  <a:schemeClr val="lt1"/>
                </a:solidFill>
              </a:ln>
              <a:effectLst/>
            </c:spPr>
            <c:extLst>
              <c:ext xmlns:c16="http://schemas.microsoft.com/office/drawing/2014/chart" uri="{C3380CC4-5D6E-409C-BE32-E72D297353CC}">
                <c16:uniqueId val="{00000009-4DC0-DA4C-B688-83A239F76BB2}"/>
              </c:ext>
            </c:extLst>
          </c:dPt>
          <c:dPt>
            <c:idx val="5"/>
            <c:bubble3D val="0"/>
            <c:spPr>
              <a:solidFill>
                <a:srgbClr val="A63685"/>
              </a:solidFill>
              <a:ln w="19050">
                <a:solidFill>
                  <a:schemeClr val="lt1"/>
                </a:solidFill>
              </a:ln>
              <a:effectLst/>
            </c:spPr>
            <c:extLst>
              <c:ext xmlns:c16="http://schemas.microsoft.com/office/drawing/2014/chart" uri="{C3380CC4-5D6E-409C-BE32-E72D297353CC}">
                <c16:uniqueId val="{0000000B-4DC0-DA4C-B688-83A239F76BB2}"/>
              </c:ext>
            </c:extLst>
          </c:dPt>
          <c:dPt>
            <c:idx val="6"/>
            <c:bubble3D val="0"/>
            <c:spPr>
              <a:solidFill>
                <a:srgbClr val="A464D5"/>
              </a:solidFill>
              <a:ln w="19050">
                <a:solidFill>
                  <a:schemeClr val="lt1"/>
                </a:solidFill>
              </a:ln>
              <a:effectLst/>
            </c:spPr>
            <c:extLst>
              <c:ext xmlns:c16="http://schemas.microsoft.com/office/drawing/2014/chart" uri="{C3380CC4-5D6E-409C-BE32-E72D297353CC}">
                <c16:uniqueId val="{0000000D-4DC0-DA4C-B688-83A239F76BB2}"/>
              </c:ext>
            </c:extLst>
          </c:dPt>
          <c:dPt>
            <c:idx val="7"/>
            <c:bubble3D val="0"/>
            <c:spPr>
              <a:solidFill>
                <a:srgbClr val="C172AA"/>
              </a:solidFill>
              <a:ln w="19050">
                <a:solidFill>
                  <a:schemeClr val="lt1"/>
                </a:solidFill>
              </a:ln>
              <a:effectLst/>
            </c:spPr>
            <c:extLst>
              <c:ext xmlns:c16="http://schemas.microsoft.com/office/drawing/2014/chart" uri="{C3380CC4-5D6E-409C-BE32-E72D297353CC}">
                <c16:uniqueId val="{0000000F-4DC0-DA4C-B688-83A239F76BB2}"/>
              </c:ext>
            </c:extLst>
          </c:dPt>
          <c:dPt>
            <c:idx val="8"/>
            <c:bubble3D val="0"/>
            <c:spPr>
              <a:solidFill>
                <a:srgbClr val="D87E88"/>
              </a:solidFill>
              <a:ln w="19050">
                <a:solidFill>
                  <a:schemeClr val="lt1"/>
                </a:solidFill>
              </a:ln>
              <a:effectLst/>
            </c:spPr>
            <c:extLst>
              <c:ext xmlns:c16="http://schemas.microsoft.com/office/drawing/2014/chart" uri="{C3380CC4-5D6E-409C-BE32-E72D297353CC}">
                <c16:uniqueId val="{00000011-4DC0-DA4C-B688-83A239F76BB2}"/>
              </c:ext>
            </c:extLst>
          </c:dPt>
          <c:dPt>
            <c:idx val="9"/>
            <c:bubble3D val="0"/>
            <c:spPr>
              <a:solidFill>
                <a:srgbClr val="FF914D"/>
              </a:solidFill>
              <a:ln w="19050">
                <a:solidFill>
                  <a:schemeClr val="lt1"/>
                </a:solidFill>
              </a:ln>
              <a:effectLst/>
            </c:spPr>
            <c:extLst>
              <c:ext xmlns:c16="http://schemas.microsoft.com/office/drawing/2014/chart" uri="{C3380CC4-5D6E-409C-BE32-E72D297353CC}">
                <c16:uniqueId val="{00000013-4DC0-DA4C-B688-83A239F76BB2}"/>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FedEx Sans" panose="020B0603020203020204" pitchFamily="34" charset="0"/>
                    <a:ea typeface="FedEx Sans" panose="020B0603020203020204" pitchFamily="34" charset="0"/>
                    <a:cs typeface="FedEx Sans" panose="020B0603020203020204" pitchFamily="34" charset="0"/>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4.5</c:v>
                </c:pt>
                <c:pt idx="5">
                  <c:v>4.5</c:v>
                </c:pt>
              </c:numCache>
            </c:numRef>
          </c:val>
          <c:extLst>
            <c:ext xmlns:c16="http://schemas.microsoft.com/office/drawing/2014/chart" uri="{C3380CC4-5D6E-409C-BE32-E72D297353CC}">
              <c16:uniqueId val="{00000014-4DC0-DA4C-B688-83A239F76BB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Entry>
      <c:legendEntry>
        <c:idx val="1"/>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Entry>
      <c:legendEntry>
        <c:idx val="2"/>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Entry>
      <c:legendEntry>
        <c:idx val="3"/>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Entry>
      <c:legendEntry>
        <c:idx val="4"/>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Entry>
      <c:legendEntry>
        <c:idx val="5"/>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Entry>
      <c:layout>
        <c:manualLayout>
          <c:xMode val="edge"/>
          <c:yMode val="edge"/>
          <c:x val="3.9003366628641387E-2"/>
          <c:y val="0.95086774867427282"/>
          <c:w val="0.93848306947497273"/>
          <c:h val="3.5526809148856392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lumMod val="50000"/>
                </a:schemeClr>
              </a:solidFill>
              <a:latin typeface="FedEx Sans Cd" panose="020B0606020203020204" pitchFamily="34" charset="0"/>
              <a:ea typeface="FedEx Sans Cd" panose="020B0606020203020204" pitchFamily="34" charset="0"/>
              <a:cs typeface="FedEx Sans Cd" panose="020B0606020203020204" pitchFamily="34" charset="0"/>
            </a:defRPr>
          </a:pPr>
          <a:endParaRPr lang="en-US"/>
        </a:p>
      </c:txPr>
    </c:legend>
    <c:plotVisOnly val="1"/>
    <c:dispBlanksAs val="gap"/>
    <c:showDLblsOverMax val="0"/>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488673195628962"/>
          <c:y val="6.2719614921782088E-2"/>
          <c:w val="0.65099410357639542"/>
          <c:h val="0.7481747633531427"/>
        </c:manualLayout>
      </c:layout>
      <c:barChart>
        <c:barDir val="bar"/>
        <c:grouping val="clustered"/>
        <c:varyColors val="0"/>
        <c:ser>
          <c:idx val="0"/>
          <c:order val="0"/>
          <c:tx>
            <c:strRef>
              <c:f>Sheet1!$B$1</c:f>
              <c:strCache>
                <c:ptCount val="1"/>
                <c:pt idx="0">
                  <c:v>Series 1</c:v>
                </c:pt>
              </c:strCache>
            </c:strRef>
          </c:tx>
          <c:spPr>
            <a:solidFill>
              <a:schemeClr val="tx2"/>
            </a:solidFill>
            <a:ln>
              <a:noFill/>
            </a:ln>
            <a:effectLst/>
          </c:spPr>
          <c:invertIfNegative val="0"/>
          <c:dLbls>
            <c:numFmt formatCode="#,##0.0_);[Red]\(#,##0.0\)" sourceLinked="0"/>
            <c:spPr>
              <a:noFill/>
              <a:ln>
                <a:noFill/>
              </a:ln>
              <a:effectLst/>
            </c:spPr>
            <c:txPr>
              <a:bodyPr rot="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3</c:v>
                </c:pt>
                <c:pt idx="1">
                  <c:v>2</c:v>
                </c:pt>
                <c:pt idx="2">
                  <c:v>4.4000000000000004</c:v>
                </c:pt>
                <c:pt idx="3">
                  <c:v>2.4</c:v>
                </c:pt>
              </c:numCache>
            </c:numRef>
          </c:val>
          <c:extLst>
            <c:ext xmlns:c16="http://schemas.microsoft.com/office/drawing/2014/chart" uri="{C3380CC4-5D6E-409C-BE32-E72D297353CC}">
              <c16:uniqueId val="{00000000-0212-4CC2-B58E-24B305EA61EF}"/>
            </c:ext>
          </c:extLst>
        </c:ser>
        <c:ser>
          <c:idx val="1"/>
          <c:order val="1"/>
          <c:tx>
            <c:strRef>
              <c:f>Sheet1!$C$1</c:f>
              <c:strCache>
                <c:ptCount val="1"/>
                <c:pt idx="0">
                  <c:v>Series 2</c:v>
                </c:pt>
              </c:strCache>
            </c:strRef>
          </c:tx>
          <c:spPr>
            <a:solidFill>
              <a:schemeClr val="bg2"/>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1</c:v>
                </c:pt>
                <c:pt idx="2">
                  <c:v>2.5</c:v>
                </c:pt>
                <c:pt idx="3">
                  <c:v>4.3</c:v>
                </c:pt>
              </c:numCache>
            </c:numRef>
          </c:val>
          <c:extLst>
            <c:ext xmlns:c16="http://schemas.microsoft.com/office/drawing/2014/chart" uri="{C3380CC4-5D6E-409C-BE32-E72D297353CC}">
              <c16:uniqueId val="{00000001-0212-4CC2-B58E-24B305EA61EF}"/>
            </c:ext>
          </c:extLst>
        </c:ser>
        <c:dLbls>
          <c:showLegendKey val="0"/>
          <c:showVal val="1"/>
          <c:showCatName val="0"/>
          <c:showSerName val="0"/>
          <c:showPercent val="0"/>
          <c:showBubbleSize val="0"/>
        </c:dLbls>
        <c:gapWidth val="100"/>
        <c:overlap val="-20"/>
        <c:axId val="385768632"/>
        <c:axId val="385769024"/>
      </c:barChart>
      <c:catAx>
        <c:axId val="385768632"/>
        <c:scaling>
          <c:orientation val="minMax"/>
        </c:scaling>
        <c:delete val="0"/>
        <c:axPos val="l"/>
        <c:numFmt formatCode="General" sourceLinked="0"/>
        <c:majorTickMark val="none"/>
        <c:minorTickMark val="none"/>
        <c:tickLblPos val="nextTo"/>
        <c:spPr>
          <a:noFill/>
          <a:ln w="6350" cap="flat" cmpd="sng" algn="ctr">
            <a:solidFill>
              <a:schemeClr val="tx1"/>
            </a:solidFill>
            <a:prstDash val="solid"/>
            <a:round/>
          </a:ln>
          <a:effectLst/>
        </c:spPr>
        <c:txPr>
          <a:bodyPr rot="-6000000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crossAx val="385769024"/>
        <c:crosses val="autoZero"/>
        <c:auto val="1"/>
        <c:lblAlgn val="ctr"/>
        <c:lblOffset val="100"/>
        <c:noMultiLvlLbl val="0"/>
      </c:catAx>
      <c:valAx>
        <c:axId val="385769024"/>
        <c:scaling>
          <c:orientation val="minMax"/>
        </c:scaling>
        <c:delete val="0"/>
        <c:axPos val="b"/>
        <c:majorGridlines>
          <c:spPr>
            <a:ln w="6350" cap="flat" cmpd="sng" algn="ctr">
              <a:solidFill>
                <a:schemeClr val="tx1"/>
              </a:solidFill>
              <a:prstDash val="solid"/>
              <a:round/>
            </a:ln>
            <a:effectLst/>
          </c:spPr>
        </c:majorGridlines>
        <c:numFmt formatCode="General" sourceLinked="1"/>
        <c:majorTickMark val="none"/>
        <c:minorTickMark val="none"/>
        <c:tickLblPos val="nextTo"/>
        <c:spPr>
          <a:noFill/>
          <a:ln w="6350" cap="flat" cmpd="sng" algn="ctr">
            <a:solidFill>
              <a:schemeClr val="tx1"/>
            </a:solidFill>
            <a:prstDash val="solid"/>
            <a:round/>
          </a:ln>
          <a:effectLst/>
        </c:spPr>
        <c:txPr>
          <a:bodyPr rot="-6000000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crossAx val="385768632"/>
        <c:crosses val="autoZero"/>
        <c:crossBetween val="between"/>
        <c:majorUnit val="1"/>
      </c:valAx>
      <c:spPr>
        <a:noFill/>
        <a:ln w="12700">
          <a:noFill/>
        </a:ln>
        <a:effectLst/>
      </c:spPr>
    </c:plotArea>
    <c:legend>
      <c:legendPos val="r"/>
      <c:legendEntry>
        <c:idx val="0"/>
        <c:txPr>
          <a:bodyPr rot="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legendEntry>
      <c:layout>
        <c:manualLayout>
          <c:xMode val="edge"/>
          <c:yMode val="edge"/>
          <c:x val="0.83310242036920001"/>
          <c:y val="0.39558827709713695"/>
          <c:w val="0.11518936171759685"/>
          <c:h val="0.19238577439460749"/>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bg1">
                  <a:lumMod val="50000"/>
                </a:schemeClr>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1200">
          <a:solidFill>
            <a:schemeClr val="bg1">
              <a:lumMod val="50000"/>
            </a:schemeClr>
          </a:solidFill>
          <a:latin typeface="+mn-lt"/>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684494078129524E-2"/>
          <c:y val="6.2719614921782144E-2"/>
          <c:w val="0.74517692906115252"/>
          <c:h val="0.74817476335314292"/>
        </c:manualLayout>
      </c:layout>
      <c:barChart>
        <c:barDir val="col"/>
        <c:grouping val="clustered"/>
        <c:varyColors val="0"/>
        <c:ser>
          <c:idx val="0"/>
          <c:order val="0"/>
          <c:tx>
            <c:strRef>
              <c:f>Sheet1!$B$1</c:f>
              <c:strCache>
                <c:ptCount val="1"/>
                <c:pt idx="0">
                  <c:v>Series 1</c:v>
                </c:pt>
              </c:strCache>
            </c:strRef>
          </c:tx>
          <c:spPr>
            <a:solidFill>
              <a:schemeClr val="bg2"/>
            </a:solidFill>
          </c:spPr>
          <c:invertIfNegative val="0"/>
          <c:dPt>
            <c:idx val="1"/>
            <c:invertIfNegative val="0"/>
            <c:bubble3D val="0"/>
            <c:extLst>
              <c:ext xmlns:c16="http://schemas.microsoft.com/office/drawing/2014/chart" uri="{C3380CC4-5D6E-409C-BE32-E72D297353CC}">
                <c16:uniqueId val="{00000000-8D04-4EEC-8677-6A26A16D3165}"/>
              </c:ext>
            </c:extLst>
          </c:dPt>
          <c:dPt>
            <c:idx val="2"/>
            <c:invertIfNegative val="0"/>
            <c:bubble3D val="0"/>
            <c:extLst>
              <c:ext xmlns:c16="http://schemas.microsoft.com/office/drawing/2014/chart" uri="{C3380CC4-5D6E-409C-BE32-E72D297353CC}">
                <c16:uniqueId val="{00000002-D2E6-224B-84C1-C0913A8AF306}"/>
              </c:ext>
            </c:extLst>
          </c:dPt>
          <c:dLbls>
            <c:numFmt formatCode="#,##0.0_);[Red]\(#,##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3</c:v>
                </c:pt>
                <c:pt idx="1">
                  <c:v>2</c:v>
                </c:pt>
                <c:pt idx="2">
                  <c:v>4.4000000000000004</c:v>
                </c:pt>
                <c:pt idx="3">
                  <c:v>2.4</c:v>
                </c:pt>
              </c:numCache>
            </c:numRef>
          </c:val>
          <c:extLst>
            <c:ext xmlns:c16="http://schemas.microsoft.com/office/drawing/2014/chart" uri="{C3380CC4-5D6E-409C-BE32-E72D297353CC}">
              <c16:uniqueId val="{00000001-8D04-4EEC-8677-6A26A16D3165}"/>
            </c:ext>
          </c:extLst>
        </c:ser>
        <c:ser>
          <c:idx val="1"/>
          <c:order val="1"/>
          <c:tx>
            <c:strRef>
              <c:f>Sheet1!$C$1</c:f>
              <c:strCache>
                <c:ptCount val="1"/>
                <c:pt idx="0">
                  <c:v>Series 2</c:v>
                </c:pt>
              </c:strCache>
            </c:strRef>
          </c:tx>
          <c:spPr>
            <a:solidFill>
              <a:schemeClr val="tx2"/>
            </a:solidFill>
          </c:spPr>
          <c:invertIfNegative val="0"/>
          <c:dPt>
            <c:idx val="3"/>
            <c:invertIfNegative val="0"/>
            <c:bubble3D val="0"/>
            <c:extLst>
              <c:ext xmlns:c16="http://schemas.microsoft.com/office/drawing/2014/chart" uri="{C3380CC4-5D6E-409C-BE32-E72D297353CC}">
                <c16:uniqueId val="{00000003-D2E6-224B-84C1-C0913A8AF306}"/>
              </c:ext>
            </c:extLst>
          </c:dPt>
          <c:dLbls>
            <c:numFmt formatCode="#,##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1</c:v>
                </c:pt>
                <c:pt idx="2">
                  <c:v>2.5</c:v>
                </c:pt>
                <c:pt idx="3">
                  <c:v>4.3</c:v>
                </c:pt>
              </c:numCache>
            </c:numRef>
          </c:val>
          <c:extLst>
            <c:ext xmlns:c16="http://schemas.microsoft.com/office/drawing/2014/chart" uri="{C3380CC4-5D6E-409C-BE32-E72D297353CC}">
              <c16:uniqueId val="{00000002-8D04-4EEC-8677-6A26A16D3165}"/>
            </c:ext>
          </c:extLst>
        </c:ser>
        <c:dLbls>
          <c:showLegendKey val="0"/>
          <c:showVal val="1"/>
          <c:showCatName val="0"/>
          <c:showSerName val="0"/>
          <c:showPercent val="0"/>
          <c:showBubbleSize val="0"/>
        </c:dLbls>
        <c:gapWidth val="380"/>
        <c:overlap val="-16"/>
        <c:axId val="294135232"/>
        <c:axId val="388837528"/>
      </c:barChart>
      <c:catAx>
        <c:axId val="294135232"/>
        <c:scaling>
          <c:orientation val="minMax"/>
        </c:scaling>
        <c:delete val="0"/>
        <c:axPos val="b"/>
        <c:numFmt formatCode="General" sourceLinked="0"/>
        <c:majorTickMark val="none"/>
        <c:minorTickMark val="none"/>
        <c:tickLblPos val="nextTo"/>
        <c:spPr>
          <a:ln w="9525">
            <a:solidFill>
              <a:schemeClr val="bg1">
                <a:lumMod val="50000"/>
              </a:schemeClr>
            </a:solidFill>
          </a:ln>
        </c:spPr>
        <c:crossAx val="388837528"/>
        <c:crosses val="autoZero"/>
        <c:auto val="1"/>
        <c:lblAlgn val="ctr"/>
        <c:lblOffset val="100"/>
        <c:noMultiLvlLbl val="0"/>
      </c:catAx>
      <c:valAx>
        <c:axId val="388837528"/>
        <c:scaling>
          <c:orientation val="minMax"/>
        </c:scaling>
        <c:delete val="0"/>
        <c:axPos val="l"/>
        <c:majorGridlines>
          <c:spPr>
            <a:ln w="6350">
              <a:solidFill>
                <a:schemeClr val="bg1">
                  <a:lumMod val="50000"/>
                </a:schemeClr>
              </a:solidFill>
            </a:ln>
          </c:spPr>
        </c:majorGridlines>
        <c:numFmt formatCode="General" sourceLinked="1"/>
        <c:majorTickMark val="none"/>
        <c:minorTickMark val="none"/>
        <c:tickLblPos val="nextTo"/>
        <c:spPr>
          <a:ln w="9525">
            <a:solidFill>
              <a:schemeClr val="bg1">
                <a:lumMod val="50000"/>
              </a:schemeClr>
            </a:solidFill>
          </a:ln>
        </c:spPr>
        <c:crossAx val="294135232"/>
        <c:crosses val="autoZero"/>
        <c:crossBetween val="between"/>
        <c:majorUnit val="1"/>
      </c:valAx>
      <c:spPr>
        <a:ln w="12700">
          <a:solidFill>
            <a:schemeClr val="bg1">
              <a:lumMod val="50000"/>
            </a:schemeClr>
          </a:solidFill>
        </a:ln>
      </c:spPr>
    </c:plotArea>
    <c:legend>
      <c:legendPos val="r"/>
      <c:layout>
        <c:manualLayout>
          <c:xMode val="edge"/>
          <c:yMode val="edge"/>
          <c:x val="0.79991401114370786"/>
          <c:y val="0.39558813472590026"/>
          <c:w val="0.15581724722083032"/>
          <c:h val="0.20882306679174129"/>
        </c:manualLayout>
      </c:layout>
      <c:overlay val="0"/>
    </c:legend>
    <c:plotVisOnly val="1"/>
    <c:dispBlanksAs val="gap"/>
    <c:showDLblsOverMax val="0"/>
  </c:chart>
  <c:txPr>
    <a:bodyPr/>
    <a:lstStyle/>
    <a:p>
      <a:pPr>
        <a:defRPr sz="1200">
          <a:solidFill>
            <a:schemeClr val="bg1">
              <a:lumMod val="50000"/>
            </a:schemeClr>
          </a:solidFill>
          <a:latin typeface="+mn-lt"/>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manualLayout>
          <c:layoutTarget val="inner"/>
          <c:xMode val="edge"/>
          <c:yMode val="edge"/>
          <c:x val="5.4684494078129524E-2"/>
          <c:y val="0.14531540194643808"/>
          <c:w val="0.74517692906115252"/>
          <c:h val="0.74345499732887377"/>
        </c:manualLayout>
      </c:layout>
      <c:barChart>
        <c:barDir val="col"/>
        <c:grouping val="clustered"/>
        <c:varyColors val="0"/>
        <c:ser>
          <c:idx val="0"/>
          <c:order val="0"/>
          <c:tx>
            <c:strRef>
              <c:f>Sheet1!$B$1</c:f>
              <c:strCache>
                <c:ptCount val="1"/>
                <c:pt idx="0">
                  <c:v>Series 1</c:v>
                </c:pt>
              </c:strCache>
            </c:strRef>
          </c:tx>
          <c:spPr>
            <a:solidFill>
              <a:schemeClr val="bg2"/>
            </a:solidFill>
          </c:spPr>
          <c:invertIfNegative val="0"/>
          <c:dPt>
            <c:idx val="1"/>
            <c:invertIfNegative val="0"/>
            <c:bubble3D val="0"/>
            <c:extLst>
              <c:ext xmlns:c16="http://schemas.microsoft.com/office/drawing/2014/chart" uri="{C3380CC4-5D6E-409C-BE32-E72D297353CC}">
                <c16:uniqueId val="{00000000-00EB-45E1-9E9A-F334F0C24051}"/>
              </c:ext>
            </c:extLst>
          </c:dPt>
          <c:dPt>
            <c:idx val="2"/>
            <c:invertIfNegative val="0"/>
            <c:bubble3D val="0"/>
            <c:extLst>
              <c:ext xmlns:c16="http://schemas.microsoft.com/office/drawing/2014/chart" uri="{C3380CC4-5D6E-409C-BE32-E72D297353CC}">
                <c16:uniqueId val="{00000001-00EB-45E1-9E9A-F334F0C24051}"/>
              </c:ext>
            </c:extLst>
          </c:dPt>
          <c:dLbls>
            <c:numFmt formatCode="#,##0.0_);[Red]\(#,##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3</c:v>
                </c:pt>
                <c:pt idx="1">
                  <c:v>2</c:v>
                </c:pt>
                <c:pt idx="2">
                  <c:v>4.4000000000000004</c:v>
                </c:pt>
                <c:pt idx="3">
                  <c:v>2.4</c:v>
                </c:pt>
              </c:numCache>
            </c:numRef>
          </c:val>
          <c:extLst>
            <c:ext xmlns:c16="http://schemas.microsoft.com/office/drawing/2014/chart" uri="{C3380CC4-5D6E-409C-BE32-E72D297353CC}">
              <c16:uniqueId val="{00000002-00EB-45E1-9E9A-F334F0C24051}"/>
            </c:ext>
          </c:extLst>
        </c:ser>
        <c:ser>
          <c:idx val="1"/>
          <c:order val="1"/>
          <c:tx>
            <c:strRef>
              <c:f>Sheet1!$C$1</c:f>
              <c:strCache>
                <c:ptCount val="1"/>
                <c:pt idx="0">
                  <c:v>Series 2</c:v>
                </c:pt>
              </c:strCache>
            </c:strRef>
          </c:tx>
          <c:spPr>
            <a:solidFill>
              <a:schemeClr val="tx2"/>
            </a:solidFill>
          </c:spPr>
          <c:invertIfNegative val="0"/>
          <c:dPt>
            <c:idx val="3"/>
            <c:invertIfNegative val="0"/>
            <c:bubble3D val="0"/>
            <c:extLst>
              <c:ext xmlns:c16="http://schemas.microsoft.com/office/drawing/2014/chart" uri="{C3380CC4-5D6E-409C-BE32-E72D297353CC}">
                <c16:uniqueId val="{00000003-00EB-45E1-9E9A-F334F0C24051}"/>
              </c:ext>
            </c:extLst>
          </c:dPt>
          <c:dLbls>
            <c:numFmt formatCode="#,##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c:v>
                </c:pt>
                <c:pt idx="1">
                  <c:v>1</c:v>
                </c:pt>
                <c:pt idx="2">
                  <c:v>2.5</c:v>
                </c:pt>
                <c:pt idx="3">
                  <c:v>4.3</c:v>
                </c:pt>
              </c:numCache>
            </c:numRef>
          </c:val>
          <c:extLst>
            <c:ext xmlns:c16="http://schemas.microsoft.com/office/drawing/2014/chart" uri="{C3380CC4-5D6E-409C-BE32-E72D297353CC}">
              <c16:uniqueId val="{00000004-00EB-45E1-9E9A-F334F0C24051}"/>
            </c:ext>
          </c:extLst>
        </c:ser>
        <c:dLbls>
          <c:showLegendKey val="0"/>
          <c:showVal val="1"/>
          <c:showCatName val="0"/>
          <c:showSerName val="0"/>
          <c:showPercent val="0"/>
          <c:showBubbleSize val="0"/>
        </c:dLbls>
        <c:gapWidth val="380"/>
        <c:overlap val="-16"/>
        <c:axId val="294135232"/>
        <c:axId val="388837528"/>
      </c:barChart>
      <c:catAx>
        <c:axId val="294135232"/>
        <c:scaling>
          <c:orientation val="minMax"/>
        </c:scaling>
        <c:delete val="0"/>
        <c:axPos val="b"/>
        <c:numFmt formatCode="General" sourceLinked="0"/>
        <c:majorTickMark val="none"/>
        <c:minorTickMark val="none"/>
        <c:tickLblPos val="nextTo"/>
        <c:spPr>
          <a:ln w="9525">
            <a:solidFill>
              <a:schemeClr val="bg1">
                <a:lumMod val="50000"/>
              </a:schemeClr>
            </a:solidFill>
          </a:ln>
        </c:spPr>
        <c:crossAx val="388837528"/>
        <c:crosses val="autoZero"/>
        <c:auto val="1"/>
        <c:lblAlgn val="ctr"/>
        <c:lblOffset val="100"/>
        <c:noMultiLvlLbl val="0"/>
      </c:catAx>
      <c:valAx>
        <c:axId val="388837528"/>
        <c:scaling>
          <c:orientation val="minMax"/>
        </c:scaling>
        <c:delete val="0"/>
        <c:axPos val="l"/>
        <c:majorGridlines>
          <c:spPr>
            <a:ln w="6350">
              <a:solidFill>
                <a:schemeClr val="bg1">
                  <a:lumMod val="50000"/>
                </a:schemeClr>
              </a:solidFill>
            </a:ln>
          </c:spPr>
        </c:majorGridlines>
        <c:numFmt formatCode="General" sourceLinked="1"/>
        <c:majorTickMark val="none"/>
        <c:minorTickMark val="none"/>
        <c:tickLblPos val="nextTo"/>
        <c:spPr>
          <a:ln w="9525">
            <a:solidFill>
              <a:schemeClr val="bg1">
                <a:lumMod val="50000"/>
              </a:schemeClr>
            </a:solidFill>
          </a:ln>
        </c:spPr>
        <c:crossAx val="294135232"/>
        <c:crosses val="autoZero"/>
        <c:crossBetween val="between"/>
        <c:majorUnit val="1"/>
      </c:valAx>
      <c:spPr>
        <a:ln w="12700">
          <a:solidFill>
            <a:schemeClr val="bg1">
              <a:lumMod val="50000"/>
            </a:schemeClr>
          </a:solidFill>
        </a:ln>
      </c:spPr>
    </c:plotArea>
    <c:legend>
      <c:legendPos val="r"/>
      <c:layout>
        <c:manualLayout>
          <c:xMode val="edge"/>
          <c:yMode val="edge"/>
          <c:x val="0.79991401114370786"/>
          <c:y val="0.39558813472590026"/>
          <c:w val="0.15581724722083032"/>
          <c:h val="0.20882306679174129"/>
        </c:manualLayout>
      </c:layout>
      <c:overlay val="0"/>
    </c:legend>
    <c:plotVisOnly val="1"/>
    <c:dispBlanksAs val="gap"/>
    <c:showDLblsOverMax val="0"/>
  </c:chart>
  <c:txPr>
    <a:bodyPr/>
    <a:lstStyle/>
    <a:p>
      <a:pPr>
        <a:defRPr sz="1200">
          <a:solidFill>
            <a:schemeClr val="bg1">
              <a:lumMod val="50000"/>
            </a:schemeClr>
          </a:solidFill>
          <a:latin typeface="+mn-lt"/>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684494078129524E-2"/>
          <c:y val="6.2719614921782088E-2"/>
          <c:w val="0.74517692906115252"/>
          <c:h val="0.7481747633531427"/>
        </c:manualLayout>
      </c:layout>
      <c:barChart>
        <c:barDir val="col"/>
        <c:grouping val="clustered"/>
        <c:varyColors val="0"/>
        <c:ser>
          <c:idx val="0"/>
          <c:order val="0"/>
          <c:tx>
            <c:strRef>
              <c:f>Sheet1!$B$1</c:f>
              <c:strCache>
                <c:ptCount val="1"/>
                <c:pt idx="0">
                  <c:v>Series 1</c:v>
                </c:pt>
              </c:strCache>
            </c:strRef>
          </c:tx>
          <c:spPr>
            <a:solidFill>
              <a:schemeClr val="tx2"/>
            </a:solidFill>
          </c:spPr>
          <c:invertIfNegative val="0"/>
          <c:dLbls>
            <c:numFmt formatCode="#,##0.0_);[Red]\(#,##0.0\)" sourceLinked="0"/>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Sheet1!$B$2</c:f>
              <c:numCache>
                <c:formatCode>General</c:formatCode>
                <c:ptCount val="1"/>
                <c:pt idx="0">
                  <c:v>3</c:v>
                </c:pt>
              </c:numCache>
            </c:numRef>
          </c:val>
          <c:extLst>
            <c:ext xmlns:c16="http://schemas.microsoft.com/office/drawing/2014/chart" uri="{C3380CC4-5D6E-409C-BE32-E72D297353CC}">
              <c16:uniqueId val="{00000000-4828-402B-8E19-1AF1C976BCBD}"/>
            </c:ext>
          </c:extLst>
        </c:ser>
        <c:ser>
          <c:idx val="1"/>
          <c:order val="1"/>
          <c:tx>
            <c:strRef>
              <c:f>Sheet1!$C$1</c:f>
              <c:strCache>
                <c:ptCount val="1"/>
                <c:pt idx="0">
                  <c:v>Series 2</c:v>
                </c:pt>
              </c:strCache>
            </c:strRef>
          </c:tx>
          <c:spPr>
            <a:solidFill>
              <a:srgbClr val="671CAA"/>
            </a:solidFill>
          </c:spPr>
          <c:invertIfNegative val="0"/>
          <c:dLbls>
            <c:numFmt formatCode="#,##0.0" sourceLinked="0"/>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Sheet1!$C$2</c:f>
              <c:numCache>
                <c:formatCode>General</c:formatCode>
                <c:ptCount val="1"/>
                <c:pt idx="0">
                  <c:v>2</c:v>
                </c:pt>
              </c:numCache>
            </c:numRef>
          </c:val>
          <c:extLst>
            <c:ext xmlns:c16="http://schemas.microsoft.com/office/drawing/2014/chart" uri="{C3380CC4-5D6E-409C-BE32-E72D297353CC}">
              <c16:uniqueId val="{00000001-4828-402B-8E19-1AF1C976BCBD}"/>
            </c:ext>
          </c:extLst>
        </c:ser>
        <c:ser>
          <c:idx val="2"/>
          <c:order val="2"/>
          <c:tx>
            <c:strRef>
              <c:f>Sheet1!$D$1</c:f>
              <c:strCache>
                <c:ptCount val="1"/>
                <c:pt idx="0">
                  <c:v>Series 3</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Sheet1!$D$2</c:f>
              <c:numCache>
                <c:formatCode>General</c:formatCode>
                <c:ptCount val="1"/>
                <c:pt idx="0">
                  <c:v>4.2</c:v>
                </c:pt>
              </c:numCache>
            </c:numRef>
          </c:val>
          <c:extLst>
            <c:ext xmlns:c16="http://schemas.microsoft.com/office/drawing/2014/chart" uri="{C3380CC4-5D6E-409C-BE32-E72D297353CC}">
              <c16:uniqueId val="{00000002-4828-402B-8E19-1AF1C976BCBD}"/>
            </c:ext>
          </c:extLst>
        </c:ser>
        <c:ser>
          <c:idx val="3"/>
          <c:order val="3"/>
          <c:tx>
            <c:strRef>
              <c:f>Sheet1!$E$1</c:f>
              <c:strCache>
                <c:ptCount val="1"/>
                <c:pt idx="0">
                  <c:v>Series 4</c:v>
                </c:pt>
              </c:strCache>
            </c:strRef>
          </c:tx>
          <c:spPr>
            <a:solidFill>
              <a:srgbClr val="932DA2"/>
            </a:solidFill>
          </c:spPr>
          <c:invertIfNegative val="0"/>
          <c:dLbls>
            <c:dLbl>
              <c:idx val="0"/>
              <c:layout>
                <c:manualLayout>
                  <c:x val="-5.7958136645673623E-17"/>
                  <c:y val="-2.29908223774924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5DF-452C-A2D6-411684F45B6E}"/>
                </c:ext>
              </c:extLst>
            </c:dLbl>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828-402B-8E19-1AF1C976BCBD}"/>
            </c:ext>
          </c:extLst>
        </c:ser>
        <c:ser>
          <c:idx val="4"/>
          <c:order val="4"/>
          <c:tx>
            <c:strRef>
              <c:f>Sheet1!$F$1</c:f>
              <c:strCache>
                <c:ptCount val="1"/>
                <c:pt idx="0">
                  <c:v>Series 5</c:v>
                </c:pt>
              </c:strCache>
            </c:strRef>
          </c:tx>
          <c:spPr>
            <a:solidFill>
              <a:schemeClr val="accent2"/>
            </a:solidFill>
          </c:spPr>
          <c:invertIfNegative val="0"/>
          <c:dLbls>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Sheet1!$F$2</c:f>
              <c:numCache>
                <c:formatCode>General</c:formatCode>
                <c:ptCount val="1"/>
                <c:pt idx="0">
                  <c:v>2.4</c:v>
                </c:pt>
              </c:numCache>
            </c:numRef>
          </c:val>
          <c:extLst>
            <c:ext xmlns:c16="http://schemas.microsoft.com/office/drawing/2014/chart" uri="{C3380CC4-5D6E-409C-BE32-E72D297353CC}">
              <c16:uniqueId val="{00000004-4828-402B-8E19-1AF1C976BCBD}"/>
            </c:ext>
          </c:extLst>
        </c:ser>
        <c:ser>
          <c:idx val="5"/>
          <c:order val="5"/>
          <c:tx>
            <c:strRef>
              <c:f>Sheet1!$G$1</c:f>
              <c:strCache>
                <c:ptCount val="1"/>
                <c:pt idx="0">
                  <c:v>Series 6</c:v>
                </c:pt>
              </c:strCache>
            </c:strRef>
          </c:tx>
          <c:spPr>
            <a:solidFill>
              <a:srgbClr val="C74755"/>
            </a:solidFill>
          </c:spPr>
          <c:invertIfNegative val="0"/>
          <c:dLbls>
            <c:dLbl>
              <c:idx val="0"/>
              <c:layout>
                <c:manualLayout>
                  <c:x val="0"/>
                  <c:y val="1.1495411188746203E-2"/>
                </c:manualLayout>
              </c:layout>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5DF-452C-A2D6-411684F45B6E}"/>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Sheet1!$G$2</c:f>
              <c:numCache>
                <c:formatCode>General</c:formatCode>
                <c:ptCount val="1"/>
                <c:pt idx="0">
                  <c:v>1.5</c:v>
                </c:pt>
              </c:numCache>
            </c:numRef>
          </c:val>
          <c:extLst>
            <c:ext xmlns:c16="http://schemas.microsoft.com/office/drawing/2014/chart" uri="{C3380CC4-5D6E-409C-BE32-E72D297353CC}">
              <c16:uniqueId val="{00000005-4828-402B-8E19-1AF1C976BCBD}"/>
            </c:ext>
          </c:extLst>
        </c:ser>
        <c:ser>
          <c:idx val="6"/>
          <c:order val="6"/>
          <c:tx>
            <c:strRef>
              <c:f>Sheet1!$H$1</c:f>
              <c:strCache>
                <c:ptCount val="1"/>
                <c:pt idx="0">
                  <c:v>Series 7</c:v>
                </c:pt>
              </c:strCache>
            </c:strRef>
          </c:tx>
          <c:spPr>
            <a:solidFill>
              <a:srgbClr val="E45528"/>
            </a:solidFill>
          </c:spPr>
          <c:invertIfNegative val="0"/>
          <c:dLbls>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Sheet1!$H$2</c:f>
              <c:numCache>
                <c:formatCode>General</c:formatCode>
                <c:ptCount val="1"/>
                <c:pt idx="0">
                  <c:v>4</c:v>
                </c:pt>
              </c:numCache>
            </c:numRef>
          </c:val>
          <c:extLst>
            <c:ext xmlns:c16="http://schemas.microsoft.com/office/drawing/2014/chart" uri="{C3380CC4-5D6E-409C-BE32-E72D297353CC}">
              <c16:uniqueId val="{00000006-4828-402B-8E19-1AF1C976BCBD}"/>
            </c:ext>
          </c:extLst>
        </c:ser>
        <c:ser>
          <c:idx val="7"/>
          <c:order val="7"/>
          <c:tx>
            <c:strRef>
              <c:f>Sheet1!$I$1</c:f>
              <c:strCache>
                <c:ptCount val="1"/>
                <c:pt idx="0">
                  <c:v>Series 8</c:v>
                </c:pt>
              </c:strCache>
            </c:strRef>
          </c:tx>
          <c:spPr>
            <a:solidFill>
              <a:schemeClr val="bg2"/>
            </a:solidFill>
          </c:spPr>
          <c:invertIfNegative val="0"/>
          <c:dLbls>
            <c:dLbl>
              <c:idx val="0"/>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extLst>
                <c:ext xmlns:c16="http://schemas.microsoft.com/office/drawing/2014/chart" uri="{C3380CC4-5D6E-409C-BE32-E72D297353CC}">
                  <c16:uniqueId val="{00000002-35DF-452C-A2D6-411684F45B6E}"/>
                </c:ext>
              </c:extLst>
            </c:dLbl>
            <c:spPr>
              <a:noFill/>
              <a:ln>
                <a:noFill/>
              </a:ln>
              <a:effectLst/>
            </c:spPr>
            <c:txPr>
              <a:bodyPr wrap="square" lIns="38100" tIns="19050" rIns="38100" bIns="19050" anchor="ctr">
                <a:spAutoFit/>
              </a:bodyPr>
              <a:lstStyle/>
              <a:p>
                <a:pPr>
                  <a:defRPr sz="1200">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Sheet1!$I$2</c:f>
              <c:numCache>
                <c:formatCode>General</c:formatCode>
                <c:ptCount val="1"/>
                <c:pt idx="0">
                  <c:v>3.2</c:v>
                </c:pt>
              </c:numCache>
            </c:numRef>
          </c:val>
          <c:extLst>
            <c:ext xmlns:c16="http://schemas.microsoft.com/office/drawing/2014/chart" uri="{C3380CC4-5D6E-409C-BE32-E72D297353CC}">
              <c16:uniqueId val="{00000007-4828-402B-8E19-1AF1C976BCBD}"/>
            </c:ext>
          </c:extLst>
        </c:ser>
        <c:dLbls>
          <c:showLegendKey val="0"/>
          <c:showVal val="1"/>
          <c:showCatName val="0"/>
          <c:showSerName val="0"/>
          <c:showPercent val="0"/>
          <c:showBubbleSize val="0"/>
        </c:dLbls>
        <c:gapWidth val="400"/>
        <c:overlap val="-100"/>
        <c:axId val="388839096"/>
        <c:axId val="388840664"/>
      </c:barChart>
      <c:catAx>
        <c:axId val="388839096"/>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200">
                <a:solidFill>
                  <a:schemeClr val="bg1">
                    <a:lumMod val="50000"/>
                  </a:schemeClr>
                </a:solidFill>
                <a:latin typeface="+mn-lt"/>
              </a:defRPr>
            </a:pPr>
            <a:endParaRPr lang="en-US"/>
          </a:p>
        </c:txPr>
        <c:crossAx val="388840664"/>
        <c:crosses val="autoZero"/>
        <c:auto val="1"/>
        <c:lblAlgn val="ctr"/>
        <c:lblOffset val="100"/>
        <c:noMultiLvlLbl val="0"/>
      </c:catAx>
      <c:valAx>
        <c:axId val="388840664"/>
        <c:scaling>
          <c:orientation val="minMax"/>
        </c:scaling>
        <c:delete val="0"/>
        <c:axPos val="l"/>
        <c:majorGridlines>
          <c:spPr>
            <a:ln w="6350">
              <a:solidFill>
                <a:schemeClr val="tx1"/>
              </a:solidFill>
            </a:ln>
          </c:spPr>
        </c:majorGridlines>
        <c:numFmt formatCode="General" sourceLinked="1"/>
        <c:majorTickMark val="none"/>
        <c:minorTickMark val="none"/>
        <c:tickLblPos val="nextTo"/>
        <c:spPr>
          <a:ln w="9525">
            <a:solidFill>
              <a:schemeClr val="tx1"/>
            </a:solidFill>
          </a:ln>
        </c:spPr>
        <c:txPr>
          <a:bodyPr/>
          <a:lstStyle/>
          <a:p>
            <a:pPr>
              <a:defRPr>
                <a:solidFill>
                  <a:schemeClr val="bg1">
                    <a:lumMod val="50000"/>
                  </a:schemeClr>
                </a:solidFill>
                <a:latin typeface="+mn-lt"/>
              </a:defRPr>
            </a:pPr>
            <a:endParaRPr lang="en-US"/>
          </a:p>
        </c:txPr>
        <c:crossAx val="388839096"/>
        <c:crosses val="autoZero"/>
        <c:crossBetween val="between"/>
        <c:majorUnit val="1"/>
      </c:valAx>
      <c:spPr>
        <a:ln w="12700">
          <a:noFill/>
        </a:ln>
      </c:spPr>
    </c:plotArea>
    <c:legend>
      <c:legendPos val="r"/>
      <c:layout>
        <c:manualLayout>
          <c:xMode val="edge"/>
          <c:yMode val="edge"/>
          <c:x val="0.83310242036920001"/>
          <c:y val="5.8559282085304747E-2"/>
          <c:w val="0.13680611317278782"/>
          <c:h val="0.76954309757844153"/>
        </c:manualLayout>
      </c:layout>
      <c:overlay val="0"/>
      <c:txPr>
        <a:bodyPr/>
        <a:lstStyle/>
        <a:p>
          <a:pPr>
            <a:defRPr sz="1200">
              <a:solidFill>
                <a:schemeClr val="bg1">
                  <a:lumMod val="50000"/>
                </a:schemeClr>
              </a:solidFill>
              <a:latin typeface="+mn-lt"/>
            </a:defRPr>
          </a:pPr>
          <a:endParaRPr lang="en-US"/>
        </a:p>
      </c:txPr>
    </c:legend>
    <c:plotVisOnly val="1"/>
    <c:dispBlanksAs val="gap"/>
    <c:showDLblsOverMax val="0"/>
  </c:chart>
  <c:txPr>
    <a:bodyPr/>
    <a:lstStyle/>
    <a:p>
      <a:pPr>
        <a:defRPr sz="1500" b="0" i="0">
          <a:latin typeface="FedEx Sans App Condensed" panose="020B0606020203020204" pitchFamily="34" charset="0"/>
          <a:ea typeface="FedEx Sans App Condensed" panose="020B0606020203020204" pitchFamily="34" charset="0"/>
          <a:cs typeface="FedEx Sans App Condensed" panose="020B060602020302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684494078129524E-2"/>
          <c:y val="6.2719614921782088E-2"/>
          <c:w val="0.74517692906115252"/>
          <c:h val="0.7481747633531427"/>
        </c:manualLayout>
      </c:layout>
      <c:barChart>
        <c:barDir val="col"/>
        <c:grouping val="clustered"/>
        <c:varyColors val="0"/>
        <c:ser>
          <c:idx val="0"/>
          <c:order val="0"/>
          <c:tx>
            <c:strRef>
              <c:f>Sheet1!$B$1</c:f>
              <c:strCache>
                <c:ptCount val="1"/>
                <c:pt idx="0">
                  <c:v>Series 1</c:v>
                </c:pt>
              </c:strCache>
            </c:strRef>
          </c:tx>
          <c:spPr>
            <a:solidFill>
              <a:schemeClr val="tx2"/>
            </a:solidFill>
          </c:spPr>
          <c:invertIfNegative val="0"/>
          <c:dLbls>
            <c:numFmt formatCode="#,##0.0_);[Red]\(#,##0.0\)" sourceLinked="0"/>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Sheet1!$B$2</c:f>
              <c:numCache>
                <c:formatCode>General</c:formatCode>
                <c:ptCount val="1"/>
                <c:pt idx="0">
                  <c:v>3</c:v>
                </c:pt>
              </c:numCache>
            </c:numRef>
          </c:val>
          <c:extLst>
            <c:ext xmlns:c16="http://schemas.microsoft.com/office/drawing/2014/chart" uri="{C3380CC4-5D6E-409C-BE32-E72D297353CC}">
              <c16:uniqueId val="{00000000-62C3-43CE-B4F9-46C875E9EF0B}"/>
            </c:ext>
          </c:extLst>
        </c:ser>
        <c:ser>
          <c:idx val="1"/>
          <c:order val="1"/>
          <c:tx>
            <c:strRef>
              <c:f>Sheet1!$C$1</c:f>
              <c:strCache>
                <c:ptCount val="1"/>
                <c:pt idx="0">
                  <c:v>Series 2</c:v>
                </c:pt>
              </c:strCache>
            </c:strRef>
          </c:tx>
          <c:spPr>
            <a:solidFill>
              <a:srgbClr val="671CAA"/>
            </a:solidFill>
          </c:spPr>
          <c:invertIfNegative val="0"/>
          <c:dLbls>
            <c:numFmt formatCode="#,##0.0" sourceLinked="0"/>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Sheet1!$C$2</c:f>
              <c:numCache>
                <c:formatCode>General</c:formatCode>
                <c:ptCount val="1"/>
                <c:pt idx="0">
                  <c:v>2</c:v>
                </c:pt>
              </c:numCache>
            </c:numRef>
          </c:val>
          <c:extLst>
            <c:ext xmlns:c16="http://schemas.microsoft.com/office/drawing/2014/chart" uri="{C3380CC4-5D6E-409C-BE32-E72D297353CC}">
              <c16:uniqueId val="{00000001-62C3-43CE-B4F9-46C875E9EF0B}"/>
            </c:ext>
          </c:extLst>
        </c:ser>
        <c:ser>
          <c:idx val="2"/>
          <c:order val="2"/>
          <c:tx>
            <c:strRef>
              <c:f>Sheet1!$D$1</c:f>
              <c:strCache>
                <c:ptCount val="1"/>
                <c:pt idx="0">
                  <c:v>Series 3</c:v>
                </c:pt>
              </c:strCache>
            </c:strRef>
          </c:tx>
          <c:spPr>
            <a:solidFill>
              <a:schemeClr val="accent1"/>
            </a:solidFill>
          </c:spPr>
          <c:invertIfNegative val="0"/>
          <c:dLbls>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Sheet1!$D$2</c:f>
              <c:numCache>
                <c:formatCode>General</c:formatCode>
                <c:ptCount val="1"/>
                <c:pt idx="0">
                  <c:v>4.2</c:v>
                </c:pt>
              </c:numCache>
            </c:numRef>
          </c:val>
          <c:extLst>
            <c:ext xmlns:c16="http://schemas.microsoft.com/office/drawing/2014/chart" uri="{C3380CC4-5D6E-409C-BE32-E72D297353CC}">
              <c16:uniqueId val="{00000002-62C3-43CE-B4F9-46C875E9EF0B}"/>
            </c:ext>
          </c:extLst>
        </c:ser>
        <c:ser>
          <c:idx val="3"/>
          <c:order val="3"/>
          <c:tx>
            <c:strRef>
              <c:f>Sheet1!$E$1</c:f>
              <c:strCache>
                <c:ptCount val="1"/>
                <c:pt idx="0">
                  <c:v>Series 4</c:v>
                </c:pt>
              </c:strCache>
            </c:strRef>
          </c:tx>
          <c:spPr>
            <a:solidFill>
              <a:srgbClr val="932DA2"/>
            </a:solidFill>
          </c:spPr>
          <c:invertIfNegative val="0"/>
          <c:dLbls>
            <c:dLbl>
              <c:idx val="0"/>
              <c:layout>
                <c:manualLayout>
                  <c:x val="-5.7958136645673623E-17"/>
                  <c:y val="-2.29908223774924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C3-43CE-B4F9-46C875E9EF0B}"/>
                </c:ext>
              </c:extLst>
            </c:dLbl>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Sheet1!$E$2</c:f>
              <c:numCache>
                <c:formatCode>General</c:formatCode>
                <c:ptCount val="1"/>
                <c:pt idx="0">
                  <c:v>3.8</c:v>
                </c:pt>
              </c:numCache>
            </c:numRef>
          </c:val>
          <c:extLst>
            <c:ext xmlns:c16="http://schemas.microsoft.com/office/drawing/2014/chart" uri="{C3380CC4-5D6E-409C-BE32-E72D297353CC}">
              <c16:uniqueId val="{00000004-62C3-43CE-B4F9-46C875E9EF0B}"/>
            </c:ext>
          </c:extLst>
        </c:ser>
        <c:ser>
          <c:idx val="4"/>
          <c:order val="4"/>
          <c:tx>
            <c:strRef>
              <c:f>Sheet1!$F$1</c:f>
              <c:strCache>
                <c:ptCount val="1"/>
                <c:pt idx="0">
                  <c:v>Series 5</c:v>
                </c:pt>
              </c:strCache>
            </c:strRef>
          </c:tx>
          <c:spPr>
            <a:solidFill>
              <a:schemeClr val="accent2"/>
            </a:solidFill>
          </c:spPr>
          <c:invertIfNegative val="0"/>
          <c:dLbls>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Sheet1!$F$2</c:f>
              <c:numCache>
                <c:formatCode>General</c:formatCode>
                <c:ptCount val="1"/>
                <c:pt idx="0">
                  <c:v>2.4</c:v>
                </c:pt>
              </c:numCache>
            </c:numRef>
          </c:val>
          <c:extLst>
            <c:ext xmlns:c16="http://schemas.microsoft.com/office/drawing/2014/chart" uri="{C3380CC4-5D6E-409C-BE32-E72D297353CC}">
              <c16:uniqueId val="{00000005-62C3-43CE-B4F9-46C875E9EF0B}"/>
            </c:ext>
          </c:extLst>
        </c:ser>
        <c:ser>
          <c:idx val="5"/>
          <c:order val="5"/>
          <c:tx>
            <c:strRef>
              <c:f>Sheet1!$G$1</c:f>
              <c:strCache>
                <c:ptCount val="1"/>
                <c:pt idx="0">
                  <c:v>Series 6</c:v>
                </c:pt>
              </c:strCache>
            </c:strRef>
          </c:tx>
          <c:spPr>
            <a:solidFill>
              <a:srgbClr val="C74755"/>
            </a:solidFill>
          </c:spPr>
          <c:invertIfNegative val="0"/>
          <c:dLbls>
            <c:dLbl>
              <c:idx val="0"/>
              <c:layout>
                <c:manualLayout>
                  <c:x val="0"/>
                  <c:y val="1.1495411188746203E-2"/>
                </c:manualLayout>
              </c:layout>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C3-43CE-B4F9-46C875E9EF0B}"/>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Sheet1!$G$2</c:f>
              <c:numCache>
                <c:formatCode>General</c:formatCode>
                <c:ptCount val="1"/>
                <c:pt idx="0">
                  <c:v>1.5</c:v>
                </c:pt>
              </c:numCache>
            </c:numRef>
          </c:val>
          <c:extLst>
            <c:ext xmlns:c16="http://schemas.microsoft.com/office/drawing/2014/chart" uri="{C3380CC4-5D6E-409C-BE32-E72D297353CC}">
              <c16:uniqueId val="{00000007-62C3-43CE-B4F9-46C875E9EF0B}"/>
            </c:ext>
          </c:extLst>
        </c:ser>
        <c:ser>
          <c:idx val="6"/>
          <c:order val="6"/>
          <c:tx>
            <c:strRef>
              <c:f>Sheet1!$H$1</c:f>
              <c:strCache>
                <c:ptCount val="1"/>
                <c:pt idx="0">
                  <c:v>Series 7</c:v>
                </c:pt>
              </c:strCache>
            </c:strRef>
          </c:tx>
          <c:spPr>
            <a:solidFill>
              <a:srgbClr val="E45528"/>
            </a:solidFill>
          </c:spPr>
          <c:invertIfNegative val="0"/>
          <c:dLbls>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Sheet1!$H$2</c:f>
              <c:numCache>
                <c:formatCode>General</c:formatCode>
                <c:ptCount val="1"/>
                <c:pt idx="0">
                  <c:v>4</c:v>
                </c:pt>
              </c:numCache>
            </c:numRef>
          </c:val>
          <c:extLst>
            <c:ext xmlns:c16="http://schemas.microsoft.com/office/drawing/2014/chart" uri="{C3380CC4-5D6E-409C-BE32-E72D297353CC}">
              <c16:uniqueId val="{00000008-62C3-43CE-B4F9-46C875E9EF0B}"/>
            </c:ext>
          </c:extLst>
        </c:ser>
        <c:ser>
          <c:idx val="7"/>
          <c:order val="7"/>
          <c:tx>
            <c:strRef>
              <c:f>Sheet1!$I$1</c:f>
              <c:strCache>
                <c:ptCount val="1"/>
                <c:pt idx="0">
                  <c:v>Series 8</c:v>
                </c:pt>
              </c:strCache>
            </c:strRef>
          </c:tx>
          <c:spPr>
            <a:solidFill>
              <a:schemeClr val="bg2"/>
            </a:solidFill>
          </c:spPr>
          <c:invertIfNegative val="0"/>
          <c:dLbls>
            <c:dLbl>
              <c:idx val="0"/>
              <c:spPr>
                <a:noFill/>
                <a:ln>
                  <a:noFill/>
                </a:ln>
                <a:effectLst/>
              </c:spPr>
              <c:txPr>
                <a:bodyPr wrap="square" lIns="38100" tIns="19050" rIns="38100" bIns="19050" anchor="ctr">
                  <a:spAutoFit/>
                </a:bodyPr>
                <a:lstStyle/>
                <a:p>
                  <a:pPr>
                    <a:defRPr sz="1200">
                      <a:solidFill>
                        <a:schemeClr val="bg1">
                          <a:lumMod val="50000"/>
                        </a:schemeClr>
                      </a:solidFill>
                      <a:latin typeface="+mn-lt"/>
                    </a:defRPr>
                  </a:pPr>
                  <a:endParaRPr lang="en-US"/>
                </a:p>
              </c:txPr>
              <c:showLegendKey val="0"/>
              <c:showVal val="1"/>
              <c:showCatName val="0"/>
              <c:showSerName val="0"/>
              <c:showPercent val="0"/>
              <c:showBubbleSize val="0"/>
              <c:extLst>
                <c:ext xmlns:c16="http://schemas.microsoft.com/office/drawing/2014/chart" uri="{C3380CC4-5D6E-409C-BE32-E72D297353CC}">
                  <c16:uniqueId val="{00000009-62C3-43CE-B4F9-46C875E9EF0B}"/>
                </c:ext>
              </c:extLst>
            </c:dLbl>
            <c:spPr>
              <a:noFill/>
              <a:ln>
                <a:noFill/>
              </a:ln>
              <a:effectLst/>
            </c:spPr>
            <c:txPr>
              <a:bodyPr wrap="square" lIns="38100" tIns="19050" rIns="38100" bIns="19050" anchor="ctr">
                <a:spAutoFit/>
              </a:bodyPr>
              <a:lstStyle/>
              <a:p>
                <a:pPr>
                  <a:defRPr sz="1200">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Category 1</c:v>
                </c:pt>
              </c:strCache>
            </c:strRef>
          </c:cat>
          <c:val>
            <c:numRef>
              <c:f>Sheet1!$I$2</c:f>
              <c:numCache>
                <c:formatCode>General</c:formatCode>
                <c:ptCount val="1"/>
                <c:pt idx="0">
                  <c:v>3.2</c:v>
                </c:pt>
              </c:numCache>
            </c:numRef>
          </c:val>
          <c:extLst>
            <c:ext xmlns:c16="http://schemas.microsoft.com/office/drawing/2014/chart" uri="{C3380CC4-5D6E-409C-BE32-E72D297353CC}">
              <c16:uniqueId val="{0000000A-62C3-43CE-B4F9-46C875E9EF0B}"/>
            </c:ext>
          </c:extLst>
        </c:ser>
        <c:dLbls>
          <c:showLegendKey val="0"/>
          <c:showVal val="1"/>
          <c:showCatName val="0"/>
          <c:showSerName val="0"/>
          <c:showPercent val="0"/>
          <c:showBubbleSize val="0"/>
        </c:dLbls>
        <c:gapWidth val="400"/>
        <c:overlap val="-100"/>
        <c:axId val="388839096"/>
        <c:axId val="388840664"/>
      </c:barChart>
      <c:catAx>
        <c:axId val="388839096"/>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200">
                <a:solidFill>
                  <a:schemeClr val="bg1">
                    <a:lumMod val="50000"/>
                  </a:schemeClr>
                </a:solidFill>
                <a:latin typeface="+mn-lt"/>
              </a:defRPr>
            </a:pPr>
            <a:endParaRPr lang="en-US"/>
          </a:p>
        </c:txPr>
        <c:crossAx val="388840664"/>
        <c:crosses val="autoZero"/>
        <c:auto val="1"/>
        <c:lblAlgn val="ctr"/>
        <c:lblOffset val="100"/>
        <c:noMultiLvlLbl val="0"/>
      </c:catAx>
      <c:valAx>
        <c:axId val="388840664"/>
        <c:scaling>
          <c:orientation val="minMax"/>
        </c:scaling>
        <c:delete val="0"/>
        <c:axPos val="l"/>
        <c:majorGridlines>
          <c:spPr>
            <a:ln w="6350">
              <a:solidFill>
                <a:schemeClr val="tx1"/>
              </a:solidFill>
            </a:ln>
          </c:spPr>
        </c:majorGridlines>
        <c:numFmt formatCode="General" sourceLinked="1"/>
        <c:majorTickMark val="none"/>
        <c:minorTickMark val="none"/>
        <c:tickLblPos val="nextTo"/>
        <c:spPr>
          <a:ln w="9525">
            <a:solidFill>
              <a:schemeClr val="tx1"/>
            </a:solidFill>
          </a:ln>
        </c:spPr>
        <c:txPr>
          <a:bodyPr/>
          <a:lstStyle/>
          <a:p>
            <a:pPr>
              <a:defRPr>
                <a:solidFill>
                  <a:schemeClr val="bg1">
                    <a:lumMod val="50000"/>
                  </a:schemeClr>
                </a:solidFill>
                <a:latin typeface="+mn-lt"/>
              </a:defRPr>
            </a:pPr>
            <a:endParaRPr lang="en-US"/>
          </a:p>
        </c:txPr>
        <c:crossAx val="388839096"/>
        <c:crosses val="autoZero"/>
        <c:crossBetween val="between"/>
        <c:majorUnit val="1"/>
      </c:valAx>
      <c:spPr>
        <a:ln w="12700">
          <a:noFill/>
        </a:ln>
      </c:spPr>
    </c:plotArea>
    <c:legend>
      <c:legendPos val="r"/>
      <c:layout>
        <c:manualLayout>
          <c:xMode val="edge"/>
          <c:yMode val="edge"/>
          <c:x val="0.83310242036920001"/>
          <c:y val="5.8559282085304747E-2"/>
          <c:w val="0.13680611317278782"/>
          <c:h val="0.76954309757844153"/>
        </c:manualLayout>
      </c:layout>
      <c:overlay val="0"/>
      <c:txPr>
        <a:bodyPr/>
        <a:lstStyle/>
        <a:p>
          <a:pPr>
            <a:defRPr sz="1200">
              <a:solidFill>
                <a:schemeClr val="bg1">
                  <a:lumMod val="50000"/>
                </a:schemeClr>
              </a:solidFill>
              <a:latin typeface="+mn-lt"/>
            </a:defRPr>
          </a:pPr>
          <a:endParaRPr lang="en-US"/>
        </a:p>
      </c:txPr>
    </c:legend>
    <c:plotVisOnly val="1"/>
    <c:dispBlanksAs val="gap"/>
    <c:showDLblsOverMax val="0"/>
  </c:chart>
  <c:txPr>
    <a:bodyPr/>
    <a:lstStyle/>
    <a:p>
      <a:pPr>
        <a:defRPr sz="1500" b="0" i="0">
          <a:latin typeface="FedEx Sans App Condensed" panose="020B0606020203020204" pitchFamily="34" charset="0"/>
          <a:ea typeface="FedEx Sans App Condensed" panose="020B0606020203020204" pitchFamily="34" charset="0"/>
          <a:cs typeface="FedEx Sans App Condensed" panose="020B060602020302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4684422511702163E-2"/>
          <c:y val="5.9332608826098261E-2"/>
          <c:w val="0.87629419591249169"/>
          <c:h val="0.56957069612699762"/>
        </c:manualLayout>
      </c:layout>
      <c:lineChart>
        <c:grouping val="standard"/>
        <c:varyColors val="0"/>
        <c:ser>
          <c:idx val="0"/>
          <c:order val="0"/>
          <c:tx>
            <c:strRef>
              <c:f>'Sheet1'!$B$1</c:f>
              <c:strCache>
                <c:ptCount val="1"/>
                <c:pt idx="0">
                  <c:v>Series 1</c:v>
                </c:pt>
              </c:strCache>
            </c:strRef>
          </c:tx>
          <c:spPr>
            <a:ln w="19050">
              <a:solidFill>
                <a:schemeClr val="bg2"/>
              </a:solidFill>
            </a:ln>
          </c:spPr>
          <c:marker>
            <c:symbol val="square"/>
            <c:size val="7"/>
            <c:spPr>
              <a:solidFill>
                <a:schemeClr val="bg2"/>
              </a:solidFill>
              <a:ln>
                <a:noFill/>
              </a:ln>
            </c:spPr>
          </c:marker>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0.5</c:v>
                </c:pt>
                <c:pt idx="1">
                  <c:v>3</c:v>
                </c:pt>
                <c:pt idx="2">
                  <c:v>0.5</c:v>
                </c:pt>
                <c:pt idx="3">
                  <c:v>1.5</c:v>
                </c:pt>
                <c:pt idx="4">
                  <c:v>0.5</c:v>
                </c:pt>
                <c:pt idx="5">
                  <c:v>3</c:v>
                </c:pt>
              </c:numCache>
            </c:numRef>
          </c:val>
          <c:smooth val="0"/>
          <c:extLst>
            <c:ext xmlns:c16="http://schemas.microsoft.com/office/drawing/2014/chart" uri="{C3380CC4-5D6E-409C-BE32-E72D297353CC}">
              <c16:uniqueId val="{00000000-E02E-4EB2-91CA-BB1D02C22232}"/>
            </c:ext>
          </c:extLst>
        </c:ser>
        <c:ser>
          <c:idx val="1"/>
          <c:order val="1"/>
          <c:tx>
            <c:strRef>
              <c:f>'Sheet1'!$C$1</c:f>
              <c:strCache>
                <c:ptCount val="1"/>
                <c:pt idx="0">
                  <c:v>Series 2</c:v>
                </c:pt>
              </c:strCache>
            </c:strRef>
          </c:tx>
          <c:spPr>
            <a:ln w="19050">
              <a:solidFill>
                <a:schemeClr val="tx2"/>
              </a:solidFill>
            </a:ln>
          </c:spPr>
          <c:marker>
            <c:symbol val="square"/>
            <c:size val="7"/>
            <c:spPr>
              <a:solidFill>
                <a:schemeClr val="tx2"/>
              </a:solidFill>
              <a:ln>
                <a:noFill/>
              </a:ln>
            </c:spPr>
          </c:marker>
          <c:dLbls>
            <c:delete val="1"/>
          </c:dLbls>
          <c:cat>
            <c:strRef>
              <c:f>'Sheet1'!$A$2:$A$7</c:f>
              <c:strCache>
                <c:ptCount val="6"/>
                <c:pt idx="0">
                  <c:v>Category 1</c:v>
                </c:pt>
                <c:pt idx="1">
                  <c:v>Category 2</c:v>
                </c:pt>
                <c:pt idx="2">
                  <c:v>Category 3</c:v>
                </c:pt>
                <c:pt idx="3">
                  <c:v>Category 4</c:v>
                </c:pt>
                <c:pt idx="4">
                  <c:v>Category 5</c:v>
                </c:pt>
                <c:pt idx="5">
                  <c:v>Category 6</c:v>
                </c:pt>
              </c:strCache>
            </c:strRef>
          </c:cat>
          <c:val>
            <c:numRef>
              <c:f>'Sheet1'!$C$2:$C$7</c:f>
              <c:numCache>
                <c:formatCode>General</c:formatCode>
                <c:ptCount val="6"/>
                <c:pt idx="0">
                  <c:v>1.5</c:v>
                </c:pt>
                <c:pt idx="1">
                  <c:v>2</c:v>
                </c:pt>
                <c:pt idx="2">
                  <c:v>3.5</c:v>
                </c:pt>
                <c:pt idx="3">
                  <c:v>2</c:v>
                </c:pt>
                <c:pt idx="4">
                  <c:v>3</c:v>
                </c:pt>
                <c:pt idx="5">
                  <c:v>2.5</c:v>
                </c:pt>
              </c:numCache>
            </c:numRef>
          </c:val>
          <c:smooth val="0"/>
          <c:extLst>
            <c:ext xmlns:c16="http://schemas.microsoft.com/office/drawing/2014/chart" uri="{C3380CC4-5D6E-409C-BE32-E72D297353CC}">
              <c16:uniqueId val="{00000001-E02E-4EB2-91CA-BB1D02C22232}"/>
            </c:ext>
          </c:extLst>
        </c:ser>
        <c:dLbls>
          <c:showLegendKey val="0"/>
          <c:showVal val="1"/>
          <c:showCatName val="0"/>
          <c:showSerName val="0"/>
          <c:showPercent val="0"/>
          <c:showBubbleSize val="0"/>
        </c:dLbls>
        <c:marker val="1"/>
        <c:smooth val="0"/>
        <c:axId val="388829296"/>
        <c:axId val="388829688"/>
      </c:lineChart>
      <c:catAx>
        <c:axId val="388829296"/>
        <c:scaling>
          <c:orientation val="minMax"/>
        </c:scaling>
        <c:delete val="0"/>
        <c:axPos val="b"/>
        <c:numFmt formatCode="General" sourceLinked="0"/>
        <c:majorTickMark val="none"/>
        <c:minorTickMark val="none"/>
        <c:tickLblPos val="nextTo"/>
        <c:spPr>
          <a:ln w="9525">
            <a:solidFill>
              <a:schemeClr val="tx1"/>
            </a:solidFill>
          </a:ln>
        </c:spPr>
        <c:txPr>
          <a:bodyPr/>
          <a:lstStyle/>
          <a:p>
            <a:pPr>
              <a:defRPr sz="1200" b="0" i="0">
                <a:solidFill>
                  <a:schemeClr val="bg1">
                    <a:lumMod val="50000"/>
                  </a:schemeClr>
                </a:solidFill>
                <a:latin typeface="+mn-lt"/>
                <a:ea typeface="FedEx Sans App Condensed" panose="020B0606020203020204" pitchFamily="34" charset="0"/>
                <a:cs typeface="FedEx Sans App Condensed" panose="020B0606020203020204" pitchFamily="34" charset="0"/>
              </a:defRPr>
            </a:pPr>
            <a:endParaRPr lang="en-US"/>
          </a:p>
        </c:txPr>
        <c:crossAx val="388829688"/>
        <c:crosses val="autoZero"/>
        <c:auto val="1"/>
        <c:lblAlgn val="ctr"/>
        <c:lblOffset val="100"/>
        <c:noMultiLvlLbl val="0"/>
      </c:catAx>
      <c:valAx>
        <c:axId val="388829688"/>
        <c:scaling>
          <c:orientation val="minMax"/>
        </c:scaling>
        <c:delete val="0"/>
        <c:axPos val="l"/>
        <c:majorGridlines>
          <c:spPr>
            <a:ln w="6350">
              <a:solidFill>
                <a:schemeClr val="tx1"/>
              </a:solidFill>
            </a:ln>
          </c:spPr>
        </c:majorGridlines>
        <c:numFmt formatCode="General" sourceLinked="1"/>
        <c:majorTickMark val="none"/>
        <c:minorTickMark val="none"/>
        <c:tickLblPos val="nextTo"/>
        <c:spPr>
          <a:ln w="9525">
            <a:solidFill>
              <a:schemeClr val="tx1"/>
            </a:solidFill>
          </a:ln>
        </c:spPr>
        <c:txPr>
          <a:bodyPr/>
          <a:lstStyle/>
          <a:p>
            <a:pPr>
              <a:defRPr b="0" i="0">
                <a:solidFill>
                  <a:schemeClr val="bg1">
                    <a:lumMod val="50000"/>
                  </a:schemeClr>
                </a:solidFill>
                <a:latin typeface="+mn-lt"/>
                <a:ea typeface="FedEx Sans App Condensed" panose="020B0606020203020204" pitchFamily="34" charset="0"/>
                <a:cs typeface="FedEx Sans App Condensed" panose="020B0606020203020204" pitchFamily="34" charset="0"/>
              </a:defRPr>
            </a:pPr>
            <a:endParaRPr lang="en-US"/>
          </a:p>
        </c:txPr>
        <c:crossAx val="388829296"/>
        <c:crosses val="autoZero"/>
        <c:crossBetween val="between"/>
        <c:majorUnit val="1"/>
      </c:valAx>
      <c:spPr>
        <a:ln w="12700">
          <a:noFill/>
        </a:ln>
      </c:spPr>
    </c:plotArea>
    <c:legend>
      <c:legendPos val="b"/>
      <c:layout>
        <c:manualLayout>
          <c:xMode val="edge"/>
          <c:yMode val="edge"/>
          <c:x val="0.6988329039515222"/>
          <c:y val="0.81518664950962416"/>
          <c:w val="0.23206636566551064"/>
          <c:h val="0.15771766886463612"/>
        </c:manualLayout>
      </c:layout>
      <c:overlay val="0"/>
      <c:txPr>
        <a:bodyPr/>
        <a:lstStyle/>
        <a:p>
          <a:pPr>
            <a:defRPr sz="1200" b="0" i="0">
              <a:solidFill>
                <a:schemeClr val="bg1">
                  <a:lumMod val="50000"/>
                </a:schemeClr>
              </a:solidFill>
              <a:latin typeface="+mn-lt"/>
              <a:ea typeface="FedEx Sans App Condensed" panose="020B0606020203020204" pitchFamily="34" charset="0"/>
              <a:cs typeface="FedEx Sans App Condensed" panose="020B0606020203020204" pitchFamily="34" charset="0"/>
            </a:defRPr>
          </a:pPr>
          <a:endParaRPr lang="en-US"/>
        </a:p>
      </c:txPr>
    </c:legend>
    <c:plotVisOnly val="1"/>
    <c:dispBlanksAs val="gap"/>
    <c:showDLblsOverMax val="0"/>
  </c:chart>
  <c:txPr>
    <a:bodyPr/>
    <a:lstStyle/>
    <a:p>
      <a:pPr>
        <a:defRPr sz="15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1C391D-594F-421D-9F89-3F5C89391C16}" type="doc">
      <dgm:prSet loTypeId="urn:microsoft.com/office/officeart/2005/8/layout/hChevron3" loCatId="process" qsTypeId="urn:microsoft.com/office/officeart/2005/8/quickstyle/simple1" qsCatId="simple" csTypeId="urn:microsoft.com/office/officeart/2005/8/colors/accent2_2" csCatId="accent2" phldr="1"/>
      <dgm:spPr/>
      <dgm:t>
        <a:bodyPr/>
        <a:lstStyle/>
        <a:p>
          <a:endParaRPr lang="en-US"/>
        </a:p>
      </dgm:t>
    </dgm:pt>
    <dgm:pt modelId="{F3064089-8A92-462A-9A99-299D8C5036D1}">
      <dgm:prSet phldrT="[Text]"/>
      <dgm:spPr>
        <a:solidFill>
          <a:srgbClr val="4D148C"/>
        </a:solidFill>
      </dgm:spPr>
      <dgm:t>
        <a:bodyPr/>
        <a:lstStyle/>
        <a:p>
          <a:r>
            <a:rPr lang="en-US" b="0" i="0" dirty="0">
              <a:latin typeface="+mn-lt"/>
              <a:ea typeface="FedEx Sans App Medium" panose="020B0603020203020204" pitchFamily="34" charset="0"/>
              <a:cs typeface="FedEx Sans App Medium" panose="020B0603020203020204" pitchFamily="34" charset="0"/>
            </a:rPr>
            <a:t>1</a:t>
          </a:r>
        </a:p>
      </dgm:t>
    </dgm:pt>
    <dgm:pt modelId="{F9468707-D6F9-4B9B-B699-72B670EBDD75}" type="parTrans" cxnId="{925F667D-6DCF-4FFC-A538-61DC7511475A}">
      <dgm:prSet/>
      <dgm:spPr/>
      <dgm:t>
        <a:bodyPr/>
        <a:lstStyle/>
        <a:p>
          <a:endParaRPr lang="en-US" b="1">
            <a:latin typeface="+mj-lt"/>
          </a:endParaRPr>
        </a:p>
      </dgm:t>
    </dgm:pt>
    <dgm:pt modelId="{41BE24A6-D5CD-46F1-B60A-41D0FD628AF5}" type="sibTrans" cxnId="{925F667D-6DCF-4FFC-A538-61DC7511475A}">
      <dgm:prSet/>
      <dgm:spPr/>
      <dgm:t>
        <a:bodyPr/>
        <a:lstStyle/>
        <a:p>
          <a:endParaRPr lang="en-US" b="1">
            <a:latin typeface="+mj-lt"/>
          </a:endParaRPr>
        </a:p>
      </dgm:t>
    </dgm:pt>
    <dgm:pt modelId="{1D4EC3CA-3B77-434C-9742-809AE704A45D}">
      <dgm:prSet phldrT="[Text]"/>
      <dgm:spPr>
        <a:solidFill>
          <a:srgbClr val="932DA2"/>
        </a:solidFill>
      </dgm:spPr>
      <dgm:t>
        <a:bodyPr/>
        <a:lstStyle/>
        <a:p>
          <a:r>
            <a:rPr lang="en-US" b="0" i="0" dirty="0">
              <a:latin typeface="+mn-lt"/>
              <a:ea typeface="FedEx Sans App Medium" panose="020B0603020203020204" pitchFamily="34" charset="0"/>
              <a:cs typeface="FedEx Sans App Medium" panose="020B0603020203020204" pitchFamily="34" charset="0"/>
            </a:rPr>
            <a:t>3</a:t>
          </a:r>
        </a:p>
      </dgm:t>
    </dgm:pt>
    <dgm:pt modelId="{F3CB9C8D-5721-44CD-BEE5-088460E174EB}" type="parTrans" cxnId="{5180BB90-CA9D-4246-BA2E-5A1912C8917A}">
      <dgm:prSet/>
      <dgm:spPr/>
      <dgm:t>
        <a:bodyPr/>
        <a:lstStyle/>
        <a:p>
          <a:endParaRPr lang="en-US" b="1">
            <a:latin typeface="+mj-lt"/>
          </a:endParaRPr>
        </a:p>
      </dgm:t>
    </dgm:pt>
    <dgm:pt modelId="{03DBF321-5F93-492F-B41D-8BB413DD5B63}" type="sibTrans" cxnId="{5180BB90-CA9D-4246-BA2E-5A1912C8917A}">
      <dgm:prSet/>
      <dgm:spPr/>
      <dgm:t>
        <a:bodyPr/>
        <a:lstStyle/>
        <a:p>
          <a:endParaRPr lang="en-US" b="1">
            <a:latin typeface="+mj-lt"/>
          </a:endParaRPr>
        </a:p>
      </dgm:t>
    </dgm:pt>
    <dgm:pt modelId="{B4F33370-0606-4733-A3E2-3A8284C9AE6A}">
      <dgm:prSet phldrT="[Text]"/>
      <dgm:spPr>
        <a:solidFill>
          <a:srgbClr val="C74755"/>
        </a:solidFill>
      </dgm:spPr>
      <dgm:t>
        <a:bodyPr/>
        <a:lstStyle/>
        <a:p>
          <a:r>
            <a:rPr lang="en-US" b="0" i="0" dirty="0">
              <a:latin typeface="+mn-lt"/>
              <a:ea typeface="FedEx Sans App Medium" panose="020B0603020203020204" pitchFamily="34" charset="0"/>
              <a:cs typeface="FedEx Sans App Medium" panose="020B0603020203020204" pitchFamily="34" charset="0"/>
            </a:rPr>
            <a:t>4</a:t>
          </a:r>
        </a:p>
      </dgm:t>
    </dgm:pt>
    <dgm:pt modelId="{736D6C71-2F88-4D26-A42B-F6781230B2A4}" type="parTrans" cxnId="{A05B04F8-ADF5-4DD2-BC0F-6726518EDDD9}">
      <dgm:prSet/>
      <dgm:spPr/>
      <dgm:t>
        <a:bodyPr/>
        <a:lstStyle/>
        <a:p>
          <a:endParaRPr lang="en-US" b="1">
            <a:latin typeface="+mj-lt"/>
          </a:endParaRPr>
        </a:p>
      </dgm:t>
    </dgm:pt>
    <dgm:pt modelId="{900D5DB0-328F-4DBA-B895-C55F3C53B426}" type="sibTrans" cxnId="{A05B04F8-ADF5-4DD2-BC0F-6726518EDDD9}">
      <dgm:prSet/>
      <dgm:spPr/>
      <dgm:t>
        <a:bodyPr/>
        <a:lstStyle/>
        <a:p>
          <a:endParaRPr lang="en-US" b="1">
            <a:latin typeface="+mj-lt"/>
          </a:endParaRPr>
        </a:p>
      </dgm:t>
    </dgm:pt>
    <dgm:pt modelId="{AE7E6D74-7940-429F-8A84-9A61593B0576}">
      <dgm:prSet phldrT="[Text]"/>
      <dgm:spPr>
        <a:solidFill>
          <a:srgbClr val="FF6200"/>
        </a:solidFill>
      </dgm:spPr>
      <dgm:t>
        <a:bodyPr/>
        <a:lstStyle/>
        <a:p>
          <a:r>
            <a:rPr lang="en-US" b="0" i="0" dirty="0">
              <a:latin typeface="+mn-lt"/>
              <a:ea typeface="FedEx Sans App Medium" panose="020B0603020203020204" pitchFamily="34" charset="0"/>
              <a:cs typeface="FedEx Sans App Medium" panose="020B0603020203020204" pitchFamily="34" charset="0"/>
            </a:rPr>
            <a:t>5</a:t>
          </a:r>
        </a:p>
      </dgm:t>
    </dgm:pt>
    <dgm:pt modelId="{64EC1340-E3A7-4C31-9A60-99D9B2645FB5}" type="parTrans" cxnId="{7F5BB852-5FAE-4BC9-9663-36C17FFC8913}">
      <dgm:prSet/>
      <dgm:spPr/>
      <dgm:t>
        <a:bodyPr/>
        <a:lstStyle/>
        <a:p>
          <a:endParaRPr lang="en-US" b="1">
            <a:latin typeface="+mj-lt"/>
          </a:endParaRPr>
        </a:p>
      </dgm:t>
    </dgm:pt>
    <dgm:pt modelId="{C73A45B8-1B76-4201-B4D4-515EA7BA2AF0}" type="sibTrans" cxnId="{7F5BB852-5FAE-4BC9-9663-36C17FFC8913}">
      <dgm:prSet/>
      <dgm:spPr/>
      <dgm:t>
        <a:bodyPr/>
        <a:lstStyle/>
        <a:p>
          <a:endParaRPr lang="en-US" b="1">
            <a:latin typeface="+mj-lt"/>
          </a:endParaRPr>
        </a:p>
      </dgm:t>
    </dgm:pt>
    <dgm:pt modelId="{BFBF76BF-3818-4507-9011-27F6CFDFDC0B}">
      <dgm:prSet phldrT="[Text]"/>
      <dgm:spPr>
        <a:solidFill>
          <a:srgbClr val="7D22C3"/>
        </a:solidFill>
      </dgm:spPr>
      <dgm:t>
        <a:bodyPr/>
        <a:lstStyle/>
        <a:p>
          <a:r>
            <a:rPr lang="en-US" b="0" i="0" dirty="0">
              <a:latin typeface="+mn-lt"/>
              <a:ea typeface="FedEx Sans App Medium" panose="020B0603020203020204" pitchFamily="34" charset="0"/>
              <a:cs typeface="FedEx Sans App Medium" panose="020B0603020203020204" pitchFamily="34" charset="0"/>
            </a:rPr>
            <a:t>2</a:t>
          </a:r>
        </a:p>
      </dgm:t>
    </dgm:pt>
    <dgm:pt modelId="{BBD67195-8B06-4D88-9570-B9D8B8C2F1DF}" type="sibTrans" cxnId="{F89559EF-ED46-426D-9D92-D65F82C405B5}">
      <dgm:prSet/>
      <dgm:spPr/>
      <dgm:t>
        <a:bodyPr/>
        <a:lstStyle/>
        <a:p>
          <a:endParaRPr lang="en-US" b="1">
            <a:latin typeface="+mj-lt"/>
          </a:endParaRPr>
        </a:p>
      </dgm:t>
    </dgm:pt>
    <dgm:pt modelId="{15F534F7-3DC5-42CF-81FE-3C0F91D5F662}" type="parTrans" cxnId="{F89559EF-ED46-426D-9D92-D65F82C405B5}">
      <dgm:prSet/>
      <dgm:spPr/>
      <dgm:t>
        <a:bodyPr/>
        <a:lstStyle/>
        <a:p>
          <a:endParaRPr lang="en-US" b="1">
            <a:latin typeface="+mj-lt"/>
          </a:endParaRPr>
        </a:p>
      </dgm:t>
    </dgm:pt>
    <dgm:pt modelId="{1BF70B48-4E22-469B-AF3E-2FE059F3F1CC}" type="pres">
      <dgm:prSet presAssocID="{791C391D-594F-421D-9F89-3F5C89391C16}" presName="Name0" presStyleCnt="0">
        <dgm:presLayoutVars>
          <dgm:dir/>
          <dgm:resizeHandles val="exact"/>
        </dgm:presLayoutVars>
      </dgm:prSet>
      <dgm:spPr/>
    </dgm:pt>
    <dgm:pt modelId="{93278700-58B6-4F0A-B1F6-B1CD6A9E3DD3}" type="pres">
      <dgm:prSet presAssocID="{F3064089-8A92-462A-9A99-299D8C5036D1}" presName="parTxOnly" presStyleLbl="node1" presStyleIdx="0" presStyleCnt="5">
        <dgm:presLayoutVars>
          <dgm:bulletEnabled val="1"/>
        </dgm:presLayoutVars>
      </dgm:prSet>
      <dgm:spPr/>
    </dgm:pt>
    <dgm:pt modelId="{BFC3CFED-FD40-44C9-9548-A73E2F40B578}" type="pres">
      <dgm:prSet presAssocID="{41BE24A6-D5CD-46F1-B60A-41D0FD628AF5}" presName="parSpace" presStyleCnt="0"/>
      <dgm:spPr/>
    </dgm:pt>
    <dgm:pt modelId="{B38F6EC0-F9E0-4285-94CB-703056E2F53B}" type="pres">
      <dgm:prSet presAssocID="{BFBF76BF-3818-4507-9011-27F6CFDFDC0B}" presName="parTxOnly" presStyleLbl="node1" presStyleIdx="1" presStyleCnt="5">
        <dgm:presLayoutVars>
          <dgm:bulletEnabled val="1"/>
        </dgm:presLayoutVars>
      </dgm:prSet>
      <dgm:spPr/>
    </dgm:pt>
    <dgm:pt modelId="{7226C80A-19D3-4692-B268-D94759AE91E7}" type="pres">
      <dgm:prSet presAssocID="{BBD67195-8B06-4D88-9570-B9D8B8C2F1DF}" presName="parSpace" presStyleCnt="0"/>
      <dgm:spPr/>
    </dgm:pt>
    <dgm:pt modelId="{4D6162A4-8339-4D55-960F-753F5092910E}" type="pres">
      <dgm:prSet presAssocID="{1D4EC3CA-3B77-434C-9742-809AE704A45D}" presName="parTxOnly" presStyleLbl="node1" presStyleIdx="2" presStyleCnt="5">
        <dgm:presLayoutVars>
          <dgm:bulletEnabled val="1"/>
        </dgm:presLayoutVars>
      </dgm:prSet>
      <dgm:spPr/>
    </dgm:pt>
    <dgm:pt modelId="{9425598E-0109-4F62-A822-A51EC6E9780F}" type="pres">
      <dgm:prSet presAssocID="{03DBF321-5F93-492F-B41D-8BB413DD5B63}" presName="parSpace" presStyleCnt="0"/>
      <dgm:spPr/>
    </dgm:pt>
    <dgm:pt modelId="{E2E62ED9-627B-49E8-BF7C-AC05ACEA712A}" type="pres">
      <dgm:prSet presAssocID="{B4F33370-0606-4733-A3E2-3A8284C9AE6A}" presName="parTxOnly" presStyleLbl="node1" presStyleIdx="3" presStyleCnt="5">
        <dgm:presLayoutVars>
          <dgm:bulletEnabled val="1"/>
        </dgm:presLayoutVars>
      </dgm:prSet>
      <dgm:spPr/>
    </dgm:pt>
    <dgm:pt modelId="{18470721-DFE6-47E0-954B-98A1097B809B}" type="pres">
      <dgm:prSet presAssocID="{900D5DB0-328F-4DBA-B895-C55F3C53B426}" presName="parSpace" presStyleCnt="0"/>
      <dgm:spPr/>
    </dgm:pt>
    <dgm:pt modelId="{48F18277-2ED3-4AC8-B0E3-BE18A0E27F07}" type="pres">
      <dgm:prSet presAssocID="{AE7E6D74-7940-429F-8A84-9A61593B0576}" presName="parTxOnly" presStyleLbl="node1" presStyleIdx="4" presStyleCnt="5">
        <dgm:presLayoutVars>
          <dgm:bulletEnabled val="1"/>
        </dgm:presLayoutVars>
      </dgm:prSet>
      <dgm:spPr/>
    </dgm:pt>
  </dgm:ptLst>
  <dgm:cxnLst>
    <dgm:cxn modelId="{88D9270F-7E07-4BF1-92E5-1D46A5EA2DDD}" type="presOf" srcId="{AE7E6D74-7940-429F-8A84-9A61593B0576}" destId="{48F18277-2ED3-4AC8-B0E3-BE18A0E27F07}" srcOrd="0" destOrd="0" presId="urn:microsoft.com/office/officeart/2005/8/layout/hChevron3"/>
    <dgm:cxn modelId="{A5B6F236-F164-446F-8642-2D1225A6FB7B}" type="presOf" srcId="{791C391D-594F-421D-9F89-3F5C89391C16}" destId="{1BF70B48-4E22-469B-AF3E-2FE059F3F1CC}" srcOrd="0" destOrd="0" presId="urn:microsoft.com/office/officeart/2005/8/layout/hChevron3"/>
    <dgm:cxn modelId="{9B095B45-D7A3-4FF7-83BD-F4F61BE067FD}" type="presOf" srcId="{1D4EC3CA-3B77-434C-9742-809AE704A45D}" destId="{4D6162A4-8339-4D55-960F-753F5092910E}" srcOrd="0" destOrd="0" presId="urn:microsoft.com/office/officeart/2005/8/layout/hChevron3"/>
    <dgm:cxn modelId="{DDA32A48-4383-4AB4-A4A9-3A10D147383F}" type="presOf" srcId="{BFBF76BF-3818-4507-9011-27F6CFDFDC0B}" destId="{B38F6EC0-F9E0-4285-94CB-703056E2F53B}" srcOrd="0" destOrd="0" presId="urn:microsoft.com/office/officeart/2005/8/layout/hChevron3"/>
    <dgm:cxn modelId="{7F5BB852-5FAE-4BC9-9663-36C17FFC8913}" srcId="{791C391D-594F-421D-9F89-3F5C89391C16}" destId="{AE7E6D74-7940-429F-8A84-9A61593B0576}" srcOrd="4" destOrd="0" parTransId="{64EC1340-E3A7-4C31-9A60-99D9B2645FB5}" sibTransId="{C73A45B8-1B76-4201-B4D4-515EA7BA2AF0}"/>
    <dgm:cxn modelId="{925F667D-6DCF-4FFC-A538-61DC7511475A}" srcId="{791C391D-594F-421D-9F89-3F5C89391C16}" destId="{F3064089-8A92-462A-9A99-299D8C5036D1}" srcOrd="0" destOrd="0" parTransId="{F9468707-D6F9-4B9B-B699-72B670EBDD75}" sibTransId="{41BE24A6-D5CD-46F1-B60A-41D0FD628AF5}"/>
    <dgm:cxn modelId="{5180BB90-CA9D-4246-BA2E-5A1912C8917A}" srcId="{791C391D-594F-421D-9F89-3F5C89391C16}" destId="{1D4EC3CA-3B77-434C-9742-809AE704A45D}" srcOrd="2" destOrd="0" parTransId="{F3CB9C8D-5721-44CD-BEE5-088460E174EB}" sibTransId="{03DBF321-5F93-492F-B41D-8BB413DD5B63}"/>
    <dgm:cxn modelId="{75139EA3-34FC-4B94-B6E3-F07A74D103E9}" type="presOf" srcId="{B4F33370-0606-4733-A3E2-3A8284C9AE6A}" destId="{E2E62ED9-627B-49E8-BF7C-AC05ACEA712A}" srcOrd="0" destOrd="0" presId="urn:microsoft.com/office/officeart/2005/8/layout/hChevron3"/>
    <dgm:cxn modelId="{F89559EF-ED46-426D-9D92-D65F82C405B5}" srcId="{791C391D-594F-421D-9F89-3F5C89391C16}" destId="{BFBF76BF-3818-4507-9011-27F6CFDFDC0B}" srcOrd="1" destOrd="0" parTransId="{15F534F7-3DC5-42CF-81FE-3C0F91D5F662}" sibTransId="{BBD67195-8B06-4D88-9570-B9D8B8C2F1DF}"/>
    <dgm:cxn modelId="{A05B04F8-ADF5-4DD2-BC0F-6726518EDDD9}" srcId="{791C391D-594F-421D-9F89-3F5C89391C16}" destId="{B4F33370-0606-4733-A3E2-3A8284C9AE6A}" srcOrd="3" destOrd="0" parTransId="{736D6C71-2F88-4D26-A42B-F6781230B2A4}" sibTransId="{900D5DB0-328F-4DBA-B895-C55F3C53B426}"/>
    <dgm:cxn modelId="{AD17E5FF-8401-4A18-9098-9B80872D4971}" type="presOf" srcId="{F3064089-8A92-462A-9A99-299D8C5036D1}" destId="{93278700-58B6-4F0A-B1F6-B1CD6A9E3DD3}" srcOrd="0" destOrd="0" presId="urn:microsoft.com/office/officeart/2005/8/layout/hChevron3"/>
    <dgm:cxn modelId="{3307140E-C3EE-4F1C-B540-4A6143AFF8BB}" type="presParOf" srcId="{1BF70B48-4E22-469B-AF3E-2FE059F3F1CC}" destId="{93278700-58B6-4F0A-B1F6-B1CD6A9E3DD3}" srcOrd="0" destOrd="0" presId="urn:microsoft.com/office/officeart/2005/8/layout/hChevron3"/>
    <dgm:cxn modelId="{CECE2025-E46E-43FF-BC3B-19C0901BA03B}" type="presParOf" srcId="{1BF70B48-4E22-469B-AF3E-2FE059F3F1CC}" destId="{BFC3CFED-FD40-44C9-9548-A73E2F40B578}" srcOrd="1" destOrd="0" presId="urn:microsoft.com/office/officeart/2005/8/layout/hChevron3"/>
    <dgm:cxn modelId="{9872B8B1-7484-44EC-AD17-5BA105D5C950}" type="presParOf" srcId="{1BF70B48-4E22-469B-AF3E-2FE059F3F1CC}" destId="{B38F6EC0-F9E0-4285-94CB-703056E2F53B}" srcOrd="2" destOrd="0" presId="urn:microsoft.com/office/officeart/2005/8/layout/hChevron3"/>
    <dgm:cxn modelId="{5B95B612-62D2-4C94-883F-1935C0C20F10}" type="presParOf" srcId="{1BF70B48-4E22-469B-AF3E-2FE059F3F1CC}" destId="{7226C80A-19D3-4692-B268-D94759AE91E7}" srcOrd="3" destOrd="0" presId="urn:microsoft.com/office/officeart/2005/8/layout/hChevron3"/>
    <dgm:cxn modelId="{BB3E2473-F02A-4F41-882A-E01F80921AE1}" type="presParOf" srcId="{1BF70B48-4E22-469B-AF3E-2FE059F3F1CC}" destId="{4D6162A4-8339-4D55-960F-753F5092910E}" srcOrd="4" destOrd="0" presId="urn:microsoft.com/office/officeart/2005/8/layout/hChevron3"/>
    <dgm:cxn modelId="{676BCA8B-F943-4DD9-844D-4C59DA44ACA7}" type="presParOf" srcId="{1BF70B48-4E22-469B-AF3E-2FE059F3F1CC}" destId="{9425598E-0109-4F62-A822-A51EC6E9780F}" srcOrd="5" destOrd="0" presId="urn:microsoft.com/office/officeart/2005/8/layout/hChevron3"/>
    <dgm:cxn modelId="{824A5545-94CE-4AEC-B23E-794FDAACA133}" type="presParOf" srcId="{1BF70B48-4E22-469B-AF3E-2FE059F3F1CC}" destId="{E2E62ED9-627B-49E8-BF7C-AC05ACEA712A}" srcOrd="6" destOrd="0" presId="urn:microsoft.com/office/officeart/2005/8/layout/hChevron3"/>
    <dgm:cxn modelId="{48C9C11B-8600-4306-A77D-24532743164A}" type="presParOf" srcId="{1BF70B48-4E22-469B-AF3E-2FE059F3F1CC}" destId="{18470721-DFE6-47E0-954B-98A1097B809B}" srcOrd="7" destOrd="0" presId="urn:microsoft.com/office/officeart/2005/8/layout/hChevron3"/>
    <dgm:cxn modelId="{9CB8DF5F-29E9-4A8B-8976-E57C357F3523}" type="presParOf" srcId="{1BF70B48-4E22-469B-AF3E-2FE059F3F1CC}" destId="{48F18277-2ED3-4AC8-B0E3-BE18A0E27F07}" srcOrd="8" destOrd="0" presId="urn:microsoft.com/office/officeart/2005/8/layout/hChevron3"/>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6D0702-8648-4D8B-8DFE-9F6B6AEF9800}" type="doc">
      <dgm:prSet loTypeId="urn:microsoft.com/office/officeart/2005/8/layout/pyramid1" loCatId="pyramid" qsTypeId="urn:microsoft.com/office/officeart/2005/8/quickstyle/simple1" qsCatId="simple" csTypeId="urn:microsoft.com/office/officeart/2005/8/colors/accent1_2" csCatId="accent1" phldr="1"/>
      <dgm:spPr/>
    </dgm:pt>
    <dgm:pt modelId="{44DD0F19-2E03-4AA6-A3E3-E8917BCEABD0}">
      <dgm:prSet phldrT="[Text]" custT="1"/>
      <dgm:spPr>
        <a:solidFill>
          <a:srgbClr val="FF6200"/>
        </a:solidFill>
      </dgm:spPr>
      <dgm:t>
        <a:bodyPr/>
        <a:lstStyle/>
        <a:p>
          <a:r>
            <a:rPr lang="en-US" sz="1800" b="0" i="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6</a:t>
          </a:r>
        </a:p>
      </dgm:t>
    </dgm:pt>
    <dgm:pt modelId="{11CD9A8E-2A29-400F-B757-F9B70D979E5A}" type="parTrans" cxnId="{F3B2F395-308A-4A5E-8429-278CBD08FA72}">
      <dgm:prSet/>
      <dgm:spPr/>
      <dgm:t>
        <a:bodyPr/>
        <a:lstStyle/>
        <a:p>
          <a:endParaRPr lang="en-US" sz="1800" b="1">
            <a:solidFill>
              <a:schemeClr val="bg1"/>
            </a:solidFill>
            <a:latin typeface="+mj-lt"/>
          </a:endParaRPr>
        </a:p>
      </dgm:t>
    </dgm:pt>
    <dgm:pt modelId="{BC77BA17-F629-465B-9B1C-BDB539FC501E}" type="sibTrans" cxnId="{F3B2F395-308A-4A5E-8429-278CBD08FA72}">
      <dgm:prSet/>
      <dgm:spPr/>
      <dgm:t>
        <a:bodyPr/>
        <a:lstStyle/>
        <a:p>
          <a:endParaRPr lang="en-US" sz="1800" b="1">
            <a:solidFill>
              <a:schemeClr val="bg1"/>
            </a:solidFill>
            <a:latin typeface="+mj-lt"/>
          </a:endParaRPr>
        </a:p>
      </dgm:t>
    </dgm:pt>
    <dgm:pt modelId="{594D5834-A9A0-48F2-ABE4-2E6E4BFA7011}">
      <dgm:prSet phldrT="[Text]" custT="1"/>
      <dgm:spPr>
        <a:solidFill>
          <a:srgbClr val="C74755"/>
        </a:solidFill>
      </dgm:spPr>
      <dgm:t>
        <a:bodyPr/>
        <a:lstStyle/>
        <a:p>
          <a:r>
            <a:rPr lang="en-US" sz="1800" b="0" i="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5</a:t>
          </a:r>
        </a:p>
      </dgm:t>
    </dgm:pt>
    <dgm:pt modelId="{447166A8-510E-4C25-B67D-75015E85F660}" type="parTrans" cxnId="{ACCA4657-B015-4F53-B343-593132AFF18C}">
      <dgm:prSet/>
      <dgm:spPr/>
      <dgm:t>
        <a:bodyPr/>
        <a:lstStyle/>
        <a:p>
          <a:endParaRPr lang="en-US" sz="1800" b="1">
            <a:solidFill>
              <a:schemeClr val="bg1"/>
            </a:solidFill>
            <a:latin typeface="+mj-lt"/>
          </a:endParaRPr>
        </a:p>
      </dgm:t>
    </dgm:pt>
    <dgm:pt modelId="{A21D006E-2C17-48D7-850C-073D538A1EC6}" type="sibTrans" cxnId="{ACCA4657-B015-4F53-B343-593132AFF18C}">
      <dgm:prSet/>
      <dgm:spPr/>
      <dgm:t>
        <a:bodyPr/>
        <a:lstStyle/>
        <a:p>
          <a:endParaRPr lang="en-US" sz="1800" b="1">
            <a:solidFill>
              <a:schemeClr val="bg1"/>
            </a:solidFill>
            <a:latin typeface="+mj-lt"/>
          </a:endParaRPr>
        </a:p>
      </dgm:t>
    </dgm:pt>
    <dgm:pt modelId="{587284E2-2F53-4429-809F-AEE735A381CE}">
      <dgm:prSet phldrT="[Text]" custT="1"/>
      <dgm:spPr>
        <a:solidFill>
          <a:srgbClr val="B83F6A"/>
        </a:solidFill>
      </dgm:spPr>
      <dgm:t>
        <a:bodyPr/>
        <a:lstStyle/>
        <a:p>
          <a:r>
            <a:rPr lang="en-US" sz="1800" b="0" i="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4</a:t>
          </a:r>
        </a:p>
      </dgm:t>
    </dgm:pt>
    <dgm:pt modelId="{2C6C4FE7-08BB-4709-9E3C-2813B3338C6B}" type="parTrans" cxnId="{B194A12A-6D58-4416-AE99-81BBA289832A}">
      <dgm:prSet/>
      <dgm:spPr/>
      <dgm:t>
        <a:bodyPr/>
        <a:lstStyle/>
        <a:p>
          <a:endParaRPr lang="en-US" sz="1800" b="1">
            <a:solidFill>
              <a:schemeClr val="bg1"/>
            </a:solidFill>
            <a:latin typeface="+mj-lt"/>
          </a:endParaRPr>
        </a:p>
      </dgm:t>
    </dgm:pt>
    <dgm:pt modelId="{FB6097AF-46A7-4A64-BDB3-7C5060F76201}" type="sibTrans" cxnId="{B194A12A-6D58-4416-AE99-81BBA289832A}">
      <dgm:prSet/>
      <dgm:spPr/>
      <dgm:t>
        <a:bodyPr/>
        <a:lstStyle/>
        <a:p>
          <a:endParaRPr lang="en-US" sz="1800" b="1">
            <a:solidFill>
              <a:schemeClr val="bg1"/>
            </a:solidFill>
            <a:latin typeface="+mj-lt"/>
          </a:endParaRPr>
        </a:p>
      </dgm:t>
    </dgm:pt>
    <dgm:pt modelId="{69587FAC-1F5E-4110-A2DE-7FC13358FF49}">
      <dgm:prSet phldrT="[Text]" custT="1"/>
      <dgm:spPr>
        <a:solidFill>
          <a:srgbClr val="4D148C"/>
        </a:solidFill>
      </dgm:spPr>
      <dgm:t>
        <a:bodyPr/>
        <a:lstStyle/>
        <a:p>
          <a:r>
            <a:rPr lang="en-US" sz="1800" b="0" i="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1</a:t>
          </a:r>
        </a:p>
      </dgm:t>
    </dgm:pt>
    <dgm:pt modelId="{1B6EB670-1A57-45DF-AE37-BEDAC94B4A03}" type="parTrans" cxnId="{DCC1CEDA-232B-4DB8-B0F5-1B97FFF46709}">
      <dgm:prSet/>
      <dgm:spPr/>
      <dgm:t>
        <a:bodyPr/>
        <a:lstStyle/>
        <a:p>
          <a:endParaRPr lang="en-US" b="1">
            <a:latin typeface="+mj-lt"/>
          </a:endParaRPr>
        </a:p>
      </dgm:t>
    </dgm:pt>
    <dgm:pt modelId="{056F691B-B601-4B2E-9D8E-874FE602FBED}" type="sibTrans" cxnId="{DCC1CEDA-232B-4DB8-B0F5-1B97FFF46709}">
      <dgm:prSet/>
      <dgm:spPr/>
      <dgm:t>
        <a:bodyPr/>
        <a:lstStyle/>
        <a:p>
          <a:endParaRPr lang="en-US" b="1">
            <a:latin typeface="+mj-lt"/>
          </a:endParaRPr>
        </a:p>
      </dgm:t>
    </dgm:pt>
    <dgm:pt modelId="{549E655D-0DB4-4BB9-9B17-1C86EE54748E}">
      <dgm:prSet phldrT="[Text]" custT="1"/>
      <dgm:spPr>
        <a:solidFill>
          <a:srgbClr val="932DA2"/>
        </a:solidFill>
      </dgm:spPr>
      <dgm:t>
        <a:bodyPr/>
        <a:lstStyle/>
        <a:p>
          <a:r>
            <a:rPr lang="en-US" sz="1800" b="0" i="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3</a:t>
          </a:r>
        </a:p>
      </dgm:t>
    </dgm:pt>
    <dgm:pt modelId="{AC695900-62CA-4D80-B6A4-37DAE78B7F2B}" type="parTrans" cxnId="{0BFC98EC-35A8-457E-891B-ECD65F7F6BB1}">
      <dgm:prSet/>
      <dgm:spPr/>
      <dgm:t>
        <a:bodyPr/>
        <a:lstStyle/>
        <a:p>
          <a:endParaRPr lang="en-US" b="1">
            <a:latin typeface="+mj-lt"/>
          </a:endParaRPr>
        </a:p>
      </dgm:t>
    </dgm:pt>
    <dgm:pt modelId="{221272E2-828C-43AB-89E8-87B70B0220E7}" type="sibTrans" cxnId="{0BFC98EC-35A8-457E-891B-ECD65F7F6BB1}">
      <dgm:prSet/>
      <dgm:spPr/>
      <dgm:t>
        <a:bodyPr/>
        <a:lstStyle/>
        <a:p>
          <a:endParaRPr lang="en-US" b="1">
            <a:latin typeface="+mj-lt"/>
          </a:endParaRPr>
        </a:p>
      </dgm:t>
    </dgm:pt>
    <dgm:pt modelId="{17614666-9689-4AC6-AA31-2353F8161616}">
      <dgm:prSet phldrT="[Text]" custT="1"/>
      <dgm:spPr>
        <a:solidFill>
          <a:srgbClr val="7D22C3"/>
        </a:solidFill>
      </dgm:spPr>
      <dgm:t>
        <a:bodyPr/>
        <a:lstStyle/>
        <a:p>
          <a:r>
            <a:rPr lang="en-US" sz="1800" b="0" i="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2</a:t>
          </a:r>
        </a:p>
      </dgm:t>
    </dgm:pt>
    <dgm:pt modelId="{2891E719-DC64-49D3-9796-339F74B52140}" type="parTrans" cxnId="{964D67CC-46F9-4D4E-820D-6A559C2F1686}">
      <dgm:prSet/>
      <dgm:spPr/>
      <dgm:t>
        <a:bodyPr/>
        <a:lstStyle/>
        <a:p>
          <a:endParaRPr lang="en-US" b="1">
            <a:latin typeface="+mj-lt"/>
          </a:endParaRPr>
        </a:p>
      </dgm:t>
    </dgm:pt>
    <dgm:pt modelId="{A1F9662C-33CA-4207-8795-61F0AD8EAA34}" type="sibTrans" cxnId="{964D67CC-46F9-4D4E-820D-6A559C2F1686}">
      <dgm:prSet/>
      <dgm:spPr/>
      <dgm:t>
        <a:bodyPr/>
        <a:lstStyle/>
        <a:p>
          <a:endParaRPr lang="en-US" b="1">
            <a:latin typeface="+mj-lt"/>
          </a:endParaRPr>
        </a:p>
      </dgm:t>
    </dgm:pt>
    <dgm:pt modelId="{1ADE98EF-5DF3-49C8-9326-D5822AD2F2C4}" type="pres">
      <dgm:prSet presAssocID="{826D0702-8648-4D8B-8DFE-9F6B6AEF9800}" presName="Name0" presStyleCnt="0">
        <dgm:presLayoutVars>
          <dgm:dir/>
          <dgm:animLvl val="lvl"/>
          <dgm:resizeHandles val="exact"/>
        </dgm:presLayoutVars>
      </dgm:prSet>
      <dgm:spPr/>
    </dgm:pt>
    <dgm:pt modelId="{9E6C1309-1CA5-4D6C-99E3-4C1774E3E70A}" type="pres">
      <dgm:prSet presAssocID="{44DD0F19-2E03-4AA6-A3E3-E8917BCEABD0}" presName="Name8" presStyleCnt="0"/>
      <dgm:spPr/>
    </dgm:pt>
    <dgm:pt modelId="{638B7DDE-89FA-49A6-A894-389B8C3AAD9E}" type="pres">
      <dgm:prSet presAssocID="{44DD0F19-2E03-4AA6-A3E3-E8917BCEABD0}" presName="level" presStyleLbl="node1" presStyleIdx="0" presStyleCnt="6">
        <dgm:presLayoutVars>
          <dgm:chMax val="1"/>
          <dgm:bulletEnabled val="1"/>
        </dgm:presLayoutVars>
      </dgm:prSet>
      <dgm:spPr/>
    </dgm:pt>
    <dgm:pt modelId="{0F73F3B8-302B-441E-A2F1-C7E80FF64710}" type="pres">
      <dgm:prSet presAssocID="{44DD0F19-2E03-4AA6-A3E3-E8917BCEABD0}" presName="levelTx" presStyleLbl="revTx" presStyleIdx="0" presStyleCnt="0">
        <dgm:presLayoutVars>
          <dgm:chMax val="1"/>
          <dgm:bulletEnabled val="1"/>
        </dgm:presLayoutVars>
      </dgm:prSet>
      <dgm:spPr/>
    </dgm:pt>
    <dgm:pt modelId="{A2A35FC3-C6B8-48E0-87CC-C35990BD2190}" type="pres">
      <dgm:prSet presAssocID="{594D5834-A9A0-48F2-ABE4-2E6E4BFA7011}" presName="Name8" presStyleCnt="0"/>
      <dgm:spPr/>
    </dgm:pt>
    <dgm:pt modelId="{0D22ADB8-A6D2-400F-93CA-AB8F05B78613}" type="pres">
      <dgm:prSet presAssocID="{594D5834-A9A0-48F2-ABE4-2E6E4BFA7011}" presName="level" presStyleLbl="node1" presStyleIdx="1" presStyleCnt="6">
        <dgm:presLayoutVars>
          <dgm:chMax val="1"/>
          <dgm:bulletEnabled val="1"/>
        </dgm:presLayoutVars>
      </dgm:prSet>
      <dgm:spPr/>
    </dgm:pt>
    <dgm:pt modelId="{071E1E39-4972-437D-9819-53409F983054}" type="pres">
      <dgm:prSet presAssocID="{594D5834-A9A0-48F2-ABE4-2E6E4BFA7011}" presName="levelTx" presStyleLbl="revTx" presStyleIdx="0" presStyleCnt="0">
        <dgm:presLayoutVars>
          <dgm:chMax val="1"/>
          <dgm:bulletEnabled val="1"/>
        </dgm:presLayoutVars>
      </dgm:prSet>
      <dgm:spPr/>
    </dgm:pt>
    <dgm:pt modelId="{83AD95DD-06A8-4ECE-B336-D55C857F8844}" type="pres">
      <dgm:prSet presAssocID="{587284E2-2F53-4429-809F-AEE735A381CE}" presName="Name8" presStyleCnt="0"/>
      <dgm:spPr/>
    </dgm:pt>
    <dgm:pt modelId="{FAA33DA5-BC5F-496E-B881-1220ECF9AC8E}" type="pres">
      <dgm:prSet presAssocID="{587284E2-2F53-4429-809F-AEE735A381CE}" presName="level" presStyleLbl="node1" presStyleIdx="2" presStyleCnt="6">
        <dgm:presLayoutVars>
          <dgm:chMax val="1"/>
          <dgm:bulletEnabled val="1"/>
        </dgm:presLayoutVars>
      </dgm:prSet>
      <dgm:spPr/>
    </dgm:pt>
    <dgm:pt modelId="{F1ECBBDB-B239-4845-9D5D-B9E3CD94F533}" type="pres">
      <dgm:prSet presAssocID="{587284E2-2F53-4429-809F-AEE735A381CE}" presName="levelTx" presStyleLbl="revTx" presStyleIdx="0" presStyleCnt="0">
        <dgm:presLayoutVars>
          <dgm:chMax val="1"/>
          <dgm:bulletEnabled val="1"/>
        </dgm:presLayoutVars>
      </dgm:prSet>
      <dgm:spPr/>
    </dgm:pt>
    <dgm:pt modelId="{1AA9E6AE-D3B9-4A45-9830-355BE99B1CFF}" type="pres">
      <dgm:prSet presAssocID="{549E655D-0DB4-4BB9-9B17-1C86EE54748E}" presName="Name8" presStyleCnt="0"/>
      <dgm:spPr/>
    </dgm:pt>
    <dgm:pt modelId="{12C0D0F2-AE8A-4F0E-BABC-D82796D44051}" type="pres">
      <dgm:prSet presAssocID="{549E655D-0DB4-4BB9-9B17-1C86EE54748E}" presName="level" presStyleLbl="node1" presStyleIdx="3" presStyleCnt="6">
        <dgm:presLayoutVars>
          <dgm:chMax val="1"/>
          <dgm:bulletEnabled val="1"/>
        </dgm:presLayoutVars>
      </dgm:prSet>
      <dgm:spPr/>
    </dgm:pt>
    <dgm:pt modelId="{A9E894B4-75E6-4A27-B332-1CC76642A44A}" type="pres">
      <dgm:prSet presAssocID="{549E655D-0DB4-4BB9-9B17-1C86EE54748E}" presName="levelTx" presStyleLbl="revTx" presStyleIdx="0" presStyleCnt="0">
        <dgm:presLayoutVars>
          <dgm:chMax val="1"/>
          <dgm:bulletEnabled val="1"/>
        </dgm:presLayoutVars>
      </dgm:prSet>
      <dgm:spPr/>
    </dgm:pt>
    <dgm:pt modelId="{E87D83F1-BEA9-4664-950B-524F88FAC197}" type="pres">
      <dgm:prSet presAssocID="{17614666-9689-4AC6-AA31-2353F8161616}" presName="Name8" presStyleCnt="0"/>
      <dgm:spPr/>
    </dgm:pt>
    <dgm:pt modelId="{43A56255-93E8-41F1-AAA1-A3380D064B6A}" type="pres">
      <dgm:prSet presAssocID="{17614666-9689-4AC6-AA31-2353F8161616}" presName="level" presStyleLbl="node1" presStyleIdx="4" presStyleCnt="6">
        <dgm:presLayoutVars>
          <dgm:chMax val="1"/>
          <dgm:bulletEnabled val="1"/>
        </dgm:presLayoutVars>
      </dgm:prSet>
      <dgm:spPr/>
    </dgm:pt>
    <dgm:pt modelId="{40A8AD0A-46AE-4ED7-832C-DA9E6C4DCE40}" type="pres">
      <dgm:prSet presAssocID="{17614666-9689-4AC6-AA31-2353F8161616}" presName="levelTx" presStyleLbl="revTx" presStyleIdx="0" presStyleCnt="0">
        <dgm:presLayoutVars>
          <dgm:chMax val="1"/>
          <dgm:bulletEnabled val="1"/>
        </dgm:presLayoutVars>
      </dgm:prSet>
      <dgm:spPr/>
    </dgm:pt>
    <dgm:pt modelId="{B1FDC45D-076A-45B2-8880-57F961098911}" type="pres">
      <dgm:prSet presAssocID="{69587FAC-1F5E-4110-A2DE-7FC13358FF49}" presName="Name8" presStyleCnt="0"/>
      <dgm:spPr/>
    </dgm:pt>
    <dgm:pt modelId="{528A1467-A97C-44CC-90B1-687795C6CD9C}" type="pres">
      <dgm:prSet presAssocID="{69587FAC-1F5E-4110-A2DE-7FC13358FF49}" presName="level" presStyleLbl="node1" presStyleIdx="5" presStyleCnt="6">
        <dgm:presLayoutVars>
          <dgm:chMax val="1"/>
          <dgm:bulletEnabled val="1"/>
        </dgm:presLayoutVars>
      </dgm:prSet>
      <dgm:spPr/>
    </dgm:pt>
    <dgm:pt modelId="{2996224E-0F26-4A66-9ADD-632770B4BD42}" type="pres">
      <dgm:prSet presAssocID="{69587FAC-1F5E-4110-A2DE-7FC13358FF49}" presName="levelTx" presStyleLbl="revTx" presStyleIdx="0" presStyleCnt="0">
        <dgm:presLayoutVars>
          <dgm:chMax val="1"/>
          <dgm:bulletEnabled val="1"/>
        </dgm:presLayoutVars>
      </dgm:prSet>
      <dgm:spPr/>
    </dgm:pt>
  </dgm:ptLst>
  <dgm:cxnLst>
    <dgm:cxn modelId="{F43D1B1E-24BE-4926-9E27-9B53AAB35D05}" type="presOf" srcId="{594D5834-A9A0-48F2-ABE4-2E6E4BFA7011}" destId="{071E1E39-4972-437D-9819-53409F983054}" srcOrd="1" destOrd="0" presId="urn:microsoft.com/office/officeart/2005/8/layout/pyramid1"/>
    <dgm:cxn modelId="{B194A12A-6D58-4416-AE99-81BBA289832A}" srcId="{826D0702-8648-4D8B-8DFE-9F6B6AEF9800}" destId="{587284E2-2F53-4429-809F-AEE735A381CE}" srcOrd="2" destOrd="0" parTransId="{2C6C4FE7-08BB-4709-9E3C-2813B3338C6B}" sibTransId="{FB6097AF-46A7-4A64-BDB3-7C5060F76201}"/>
    <dgm:cxn modelId="{7BB34835-D6E8-4FF0-A0C8-4BEFDF9E8387}" type="presOf" srcId="{587284E2-2F53-4429-809F-AEE735A381CE}" destId="{F1ECBBDB-B239-4845-9D5D-B9E3CD94F533}" srcOrd="1" destOrd="0" presId="urn:microsoft.com/office/officeart/2005/8/layout/pyramid1"/>
    <dgm:cxn modelId="{92ECCB47-94D2-4B0E-8354-5FAFC73E14FE}" type="presOf" srcId="{594D5834-A9A0-48F2-ABE4-2E6E4BFA7011}" destId="{0D22ADB8-A6D2-400F-93CA-AB8F05B78613}" srcOrd="0" destOrd="0" presId="urn:microsoft.com/office/officeart/2005/8/layout/pyramid1"/>
    <dgm:cxn modelId="{0736DB6A-ADF8-4913-8326-C36330CEA57F}" type="presOf" srcId="{69587FAC-1F5E-4110-A2DE-7FC13358FF49}" destId="{528A1467-A97C-44CC-90B1-687795C6CD9C}" srcOrd="0" destOrd="0" presId="urn:microsoft.com/office/officeart/2005/8/layout/pyramid1"/>
    <dgm:cxn modelId="{93DA3D4F-84C5-4FD3-B59C-49AB3D268059}" type="presOf" srcId="{69587FAC-1F5E-4110-A2DE-7FC13358FF49}" destId="{2996224E-0F26-4A66-9ADD-632770B4BD42}" srcOrd="1" destOrd="0" presId="urn:microsoft.com/office/officeart/2005/8/layout/pyramid1"/>
    <dgm:cxn modelId="{86E5476F-23BC-4138-A047-84AF8BAA6FC9}" type="presOf" srcId="{44DD0F19-2E03-4AA6-A3E3-E8917BCEABD0}" destId="{638B7DDE-89FA-49A6-A894-389B8C3AAD9E}" srcOrd="0" destOrd="0" presId="urn:microsoft.com/office/officeart/2005/8/layout/pyramid1"/>
    <dgm:cxn modelId="{ACCA4657-B015-4F53-B343-593132AFF18C}" srcId="{826D0702-8648-4D8B-8DFE-9F6B6AEF9800}" destId="{594D5834-A9A0-48F2-ABE4-2E6E4BFA7011}" srcOrd="1" destOrd="0" parTransId="{447166A8-510E-4C25-B67D-75015E85F660}" sibTransId="{A21D006E-2C17-48D7-850C-073D538A1EC6}"/>
    <dgm:cxn modelId="{79C1EC80-2C5B-4B56-9730-40AED3B43C31}" type="presOf" srcId="{549E655D-0DB4-4BB9-9B17-1C86EE54748E}" destId="{A9E894B4-75E6-4A27-B332-1CC76642A44A}" srcOrd="1" destOrd="0" presId="urn:microsoft.com/office/officeart/2005/8/layout/pyramid1"/>
    <dgm:cxn modelId="{F3B2F395-308A-4A5E-8429-278CBD08FA72}" srcId="{826D0702-8648-4D8B-8DFE-9F6B6AEF9800}" destId="{44DD0F19-2E03-4AA6-A3E3-E8917BCEABD0}" srcOrd="0" destOrd="0" parTransId="{11CD9A8E-2A29-400F-B757-F9B70D979E5A}" sibTransId="{BC77BA17-F629-465B-9B1C-BDB539FC501E}"/>
    <dgm:cxn modelId="{87A53198-65FF-4D9A-917F-5E2F577BF840}" type="presOf" srcId="{826D0702-8648-4D8B-8DFE-9F6B6AEF9800}" destId="{1ADE98EF-5DF3-49C8-9326-D5822AD2F2C4}" srcOrd="0" destOrd="0" presId="urn:microsoft.com/office/officeart/2005/8/layout/pyramid1"/>
    <dgm:cxn modelId="{3B42E5AB-5031-4A11-8D50-EDBBA5EF889B}" type="presOf" srcId="{549E655D-0DB4-4BB9-9B17-1C86EE54748E}" destId="{12C0D0F2-AE8A-4F0E-BABC-D82796D44051}" srcOrd="0" destOrd="0" presId="urn:microsoft.com/office/officeart/2005/8/layout/pyramid1"/>
    <dgm:cxn modelId="{33671DBE-853D-4DF7-81EA-B6D0F5ACEEBF}" type="presOf" srcId="{587284E2-2F53-4429-809F-AEE735A381CE}" destId="{FAA33DA5-BC5F-496E-B881-1220ECF9AC8E}" srcOrd="0" destOrd="0" presId="urn:microsoft.com/office/officeart/2005/8/layout/pyramid1"/>
    <dgm:cxn modelId="{8D4C9BC7-4E42-4B1D-B951-FE7D1F90703B}" type="presOf" srcId="{17614666-9689-4AC6-AA31-2353F8161616}" destId="{43A56255-93E8-41F1-AAA1-A3380D064B6A}" srcOrd="0" destOrd="0" presId="urn:microsoft.com/office/officeart/2005/8/layout/pyramid1"/>
    <dgm:cxn modelId="{964D67CC-46F9-4D4E-820D-6A559C2F1686}" srcId="{826D0702-8648-4D8B-8DFE-9F6B6AEF9800}" destId="{17614666-9689-4AC6-AA31-2353F8161616}" srcOrd="4" destOrd="0" parTransId="{2891E719-DC64-49D3-9796-339F74B52140}" sibTransId="{A1F9662C-33CA-4207-8795-61F0AD8EAA34}"/>
    <dgm:cxn modelId="{6A989BD4-672E-4065-AA31-CF6B94B97AA9}" type="presOf" srcId="{44DD0F19-2E03-4AA6-A3E3-E8917BCEABD0}" destId="{0F73F3B8-302B-441E-A2F1-C7E80FF64710}" srcOrd="1" destOrd="0" presId="urn:microsoft.com/office/officeart/2005/8/layout/pyramid1"/>
    <dgm:cxn modelId="{DCC1CEDA-232B-4DB8-B0F5-1B97FFF46709}" srcId="{826D0702-8648-4D8B-8DFE-9F6B6AEF9800}" destId="{69587FAC-1F5E-4110-A2DE-7FC13358FF49}" srcOrd="5" destOrd="0" parTransId="{1B6EB670-1A57-45DF-AE37-BEDAC94B4A03}" sibTransId="{056F691B-B601-4B2E-9D8E-874FE602FBED}"/>
    <dgm:cxn modelId="{0BFC98EC-35A8-457E-891B-ECD65F7F6BB1}" srcId="{826D0702-8648-4D8B-8DFE-9F6B6AEF9800}" destId="{549E655D-0DB4-4BB9-9B17-1C86EE54748E}" srcOrd="3" destOrd="0" parTransId="{AC695900-62CA-4D80-B6A4-37DAE78B7F2B}" sibTransId="{221272E2-828C-43AB-89E8-87B70B0220E7}"/>
    <dgm:cxn modelId="{195F0AEE-EC36-447E-924B-EB631DBA4F59}" type="presOf" srcId="{17614666-9689-4AC6-AA31-2353F8161616}" destId="{40A8AD0A-46AE-4ED7-832C-DA9E6C4DCE40}" srcOrd="1" destOrd="0" presId="urn:microsoft.com/office/officeart/2005/8/layout/pyramid1"/>
    <dgm:cxn modelId="{138DE011-E861-4197-99E4-FA8245960E28}" type="presParOf" srcId="{1ADE98EF-5DF3-49C8-9326-D5822AD2F2C4}" destId="{9E6C1309-1CA5-4D6C-99E3-4C1774E3E70A}" srcOrd="0" destOrd="0" presId="urn:microsoft.com/office/officeart/2005/8/layout/pyramid1"/>
    <dgm:cxn modelId="{E6BC09EB-00ED-465C-B93A-582D102CA24E}" type="presParOf" srcId="{9E6C1309-1CA5-4D6C-99E3-4C1774E3E70A}" destId="{638B7DDE-89FA-49A6-A894-389B8C3AAD9E}" srcOrd="0" destOrd="0" presId="urn:microsoft.com/office/officeart/2005/8/layout/pyramid1"/>
    <dgm:cxn modelId="{623120E8-A63D-43CC-9B46-47CB99C5D14E}" type="presParOf" srcId="{9E6C1309-1CA5-4D6C-99E3-4C1774E3E70A}" destId="{0F73F3B8-302B-441E-A2F1-C7E80FF64710}" srcOrd="1" destOrd="0" presId="urn:microsoft.com/office/officeart/2005/8/layout/pyramid1"/>
    <dgm:cxn modelId="{10E2FBEB-5445-439B-A314-32AAB31389D5}" type="presParOf" srcId="{1ADE98EF-5DF3-49C8-9326-D5822AD2F2C4}" destId="{A2A35FC3-C6B8-48E0-87CC-C35990BD2190}" srcOrd="1" destOrd="0" presId="urn:microsoft.com/office/officeart/2005/8/layout/pyramid1"/>
    <dgm:cxn modelId="{5FC057F3-9526-4E91-ABB4-7C6047052C31}" type="presParOf" srcId="{A2A35FC3-C6B8-48E0-87CC-C35990BD2190}" destId="{0D22ADB8-A6D2-400F-93CA-AB8F05B78613}" srcOrd="0" destOrd="0" presId="urn:microsoft.com/office/officeart/2005/8/layout/pyramid1"/>
    <dgm:cxn modelId="{6CA4C75D-18C3-4476-B692-61AF4FD24268}" type="presParOf" srcId="{A2A35FC3-C6B8-48E0-87CC-C35990BD2190}" destId="{071E1E39-4972-437D-9819-53409F983054}" srcOrd="1" destOrd="0" presId="urn:microsoft.com/office/officeart/2005/8/layout/pyramid1"/>
    <dgm:cxn modelId="{24263084-63FC-4B33-874B-76413738720A}" type="presParOf" srcId="{1ADE98EF-5DF3-49C8-9326-D5822AD2F2C4}" destId="{83AD95DD-06A8-4ECE-B336-D55C857F8844}" srcOrd="2" destOrd="0" presId="urn:microsoft.com/office/officeart/2005/8/layout/pyramid1"/>
    <dgm:cxn modelId="{1ECDB6ED-D417-43B4-A8F3-12C081BF5D87}" type="presParOf" srcId="{83AD95DD-06A8-4ECE-B336-D55C857F8844}" destId="{FAA33DA5-BC5F-496E-B881-1220ECF9AC8E}" srcOrd="0" destOrd="0" presId="urn:microsoft.com/office/officeart/2005/8/layout/pyramid1"/>
    <dgm:cxn modelId="{B55D5772-2741-4B96-B008-5340F3402E64}" type="presParOf" srcId="{83AD95DD-06A8-4ECE-B336-D55C857F8844}" destId="{F1ECBBDB-B239-4845-9D5D-B9E3CD94F533}" srcOrd="1" destOrd="0" presId="urn:microsoft.com/office/officeart/2005/8/layout/pyramid1"/>
    <dgm:cxn modelId="{BBB88867-A3AD-4519-8526-5C493E49C712}" type="presParOf" srcId="{1ADE98EF-5DF3-49C8-9326-D5822AD2F2C4}" destId="{1AA9E6AE-D3B9-4A45-9830-355BE99B1CFF}" srcOrd="3" destOrd="0" presId="urn:microsoft.com/office/officeart/2005/8/layout/pyramid1"/>
    <dgm:cxn modelId="{BADEC6CD-9EB9-44F6-B1AC-81E96F97B959}" type="presParOf" srcId="{1AA9E6AE-D3B9-4A45-9830-355BE99B1CFF}" destId="{12C0D0F2-AE8A-4F0E-BABC-D82796D44051}" srcOrd="0" destOrd="0" presId="urn:microsoft.com/office/officeart/2005/8/layout/pyramid1"/>
    <dgm:cxn modelId="{C83FD56F-7A1E-462F-B5A1-0465E5727239}" type="presParOf" srcId="{1AA9E6AE-D3B9-4A45-9830-355BE99B1CFF}" destId="{A9E894B4-75E6-4A27-B332-1CC76642A44A}" srcOrd="1" destOrd="0" presId="urn:microsoft.com/office/officeart/2005/8/layout/pyramid1"/>
    <dgm:cxn modelId="{8035FC8D-7E13-4DB2-A134-13F8165FD2AF}" type="presParOf" srcId="{1ADE98EF-5DF3-49C8-9326-D5822AD2F2C4}" destId="{E87D83F1-BEA9-4664-950B-524F88FAC197}" srcOrd="4" destOrd="0" presId="urn:microsoft.com/office/officeart/2005/8/layout/pyramid1"/>
    <dgm:cxn modelId="{055DF0E6-313D-43C6-8EF1-C11FE3C08647}" type="presParOf" srcId="{E87D83F1-BEA9-4664-950B-524F88FAC197}" destId="{43A56255-93E8-41F1-AAA1-A3380D064B6A}" srcOrd="0" destOrd="0" presId="urn:microsoft.com/office/officeart/2005/8/layout/pyramid1"/>
    <dgm:cxn modelId="{75E08316-408F-4D01-ABC4-FA0CBE0A26B2}" type="presParOf" srcId="{E87D83F1-BEA9-4664-950B-524F88FAC197}" destId="{40A8AD0A-46AE-4ED7-832C-DA9E6C4DCE40}" srcOrd="1" destOrd="0" presId="urn:microsoft.com/office/officeart/2005/8/layout/pyramid1"/>
    <dgm:cxn modelId="{BAD57602-C993-4403-9416-85F9A4F532DD}" type="presParOf" srcId="{1ADE98EF-5DF3-49C8-9326-D5822AD2F2C4}" destId="{B1FDC45D-076A-45B2-8880-57F961098911}" srcOrd="5" destOrd="0" presId="urn:microsoft.com/office/officeart/2005/8/layout/pyramid1"/>
    <dgm:cxn modelId="{657B3CEE-9B79-4722-AA9F-2DB3A204C4C0}" type="presParOf" srcId="{B1FDC45D-076A-45B2-8880-57F961098911}" destId="{528A1467-A97C-44CC-90B1-687795C6CD9C}" srcOrd="0" destOrd="0" presId="urn:microsoft.com/office/officeart/2005/8/layout/pyramid1"/>
    <dgm:cxn modelId="{55BCB7CC-82B4-4690-A0E5-90DC1A2847B7}" type="presParOf" srcId="{B1FDC45D-076A-45B2-8880-57F961098911}" destId="{2996224E-0F26-4A66-9ADD-632770B4BD42}" srcOrd="1" destOrd="0" presId="urn:microsoft.com/office/officeart/2005/8/layout/pyramid1"/>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78700-58B6-4F0A-B1F6-B1CD6A9E3DD3}">
      <dsp:nvSpPr>
        <dsp:cNvPr id="0" name=""/>
        <dsp:cNvSpPr/>
      </dsp:nvSpPr>
      <dsp:spPr>
        <a:xfrm>
          <a:off x="959" y="331170"/>
          <a:ext cx="1871145" cy="748458"/>
        </a:xfrm>
        <a:prstGeom prst="homePlate">
          <a:avLst/>
        </a:prstGeom>
        <a:solidFill>
          <a:srgbClr val="4D148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96012" rIns="48006" bIns="96012" numCol="1" spcCol="1270" anchor="ctr" anchorCtr="0">
          <a:noAutofit/>
        </a:bodyPr>
        <a:lstStyle/>
        <a:p>
          <a:pPr marL="0" lvl="0" indent="0" algn="ctr" defTabSz="1600200">
            <a:lnSpc>
              <a:spcPct val="90000"/>
            </a:lnSpc>
            <a:spcBef>
              <a:spcPct val="0"/>
            </a:spcBef>
            <a:spcAft>
              <a:spcPct val="35000"/>
            </a:spcAft>
            <a:buNone/>
          </a:pPr>
          <a:r>
            <a:rPr lang="en-US" sz="3600" b="0" i="0" kern="1200" dirty="0">
              <a:latin typeface="+mn-lt"/>
              <a:ea typeface="FedEx Sans App Medium" panose="020B0603020203020204" pitchFamily="34" charset="0"/>
              <a:cs typeface="FedEx Sans App Medium" panose="020B0603020203020204" pitchFamily="34" charset="0"/>
            </a:rPr>
            <a:t>1</a:t>
          </a:r>
        </a:p>
      </dsp:txBody>
      <dsp:txXfrm>
        <a:off x="959" y="331170"/>
        <a:ext cx="1684031" cy="748458"/>
      </dsp:txXfrm>
    </dsp:sp>
    <dsp:sp modelId="{B38F6EC0-F9E0-4285-94CB-703056E2F53B}">
      <dsp:nvSpPr>
        <dsp:cNvPr id="0" name=""/>
        <dsp:cNvSpPr/>
      </dsp:nvSpPr>
      <dsp:spPr>
        <a:xfrm>
          <a:off x="1497875" y="331170"/>
          <a:ext cx="1871145" cy="748458"/>
        </a:xfrm>
        <a:prstGeom prst="chevron">
          <a:avLst/>
        </a:prstGeom>
        <a:solidFill>
          <a:srgbClr val="7D22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18" tIns="96012" rIns="48006" bIns="96012" numCol="1" spcCol="1270" anchor="ctr" anchorCtr="0">
          <a:noAutofit/>
        </a:bodyPr>
        <a:lstStyle/>
        <a:p>
          <a:pPr marL="0" lvl="0" indent="0" algn="ctr" defTabSz="1600200">
            <a:lnSpc>
              <a:spcPct val="90000"/>
            </a:lnSpc>
            <a:spcBef>
              <a:spcPct val="0"/>
            </a:spcBef>
            <a:spcAft>
              <a:spcPct val="35000"/>
            </a:spcAft>
            <a:buNone/>
          </a:pPr>
          <a:r>
            <a:rPr lang="en-US" sz="3600" b="0" i="0" kern="1200" dirty="0">
              <a:latin typeface="+mn-lt"/>
              <a:ea typeface="FedEx Sans App Medium" panose="020B0603020203020204" pitchFamily="34" charset="0"/>
              <a:cs typeface="FedEx Sans App Medium" panose="020B0603020203020204" pitchFamily="34" charset="0"/>
            </a:rPr>
            <a:t>2</a:t>
          </a:r>
        </a:p>
      </dsp:txBody>
      <dsp:txXfrm>
        <a:off x="1872104" y="331170"/>
        <a:ext cx="1122687" cy="748458"/>
      </dsp:txXfrm>
    </dsp:sp>
    <dsp:sp modelId="{4D6162A4-8339-4D55-960F-753F5092910E}">
      <dsp:nvSpPr>
        <dsp:cNvPr id="0" name=""/>
        <dsp:cNvSpPr/>
      </dsp:nvSpPr>
      <dsp:spPr>
        <a:xfrm>
          <a:off x="2994791" y="331170"/>
          <a:ext cx="1871145" cy="748458"/>
        </a:xfrm>
        <a:prstGeom prst="chevron">
          <a:avLst/>
        </a:prstGeom>
        <a:solidFill>
          <a:srgbClr val="932DA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18" tIns="96012" rIns="48006" bIns="96012" numCol="1" spcCol="1270" anchor="ctr" anchorCtr="0">
          <a:noAutofit/>
        </a:bodyPr>
        <a:lstStyle/>
        <a:p>
          <a:pPr marL="0" lvl="0" indent="0" algn="ctr" defTabSz="1600200">
            <a:lnSpc>
              <a:spcPct val="90000"/>
            </a:lnSpc>
            <a:spcBef>
              <a:spcPct val="0"/>
            </a:spcBef>
            <a:spcAft>
              <a:spcPct val="35000"/>
            </a:spcAft>
            <a:buNone/>
          </a:pPr>
          <a:r>
            <a:rPr lang="en-US" sz="3600" b="0" i="0" kern="1200" dirty="0">
              <a:latin typeface="+mn-lt"/>
              <a:ea typeface="FedEx Sans App Medium" panose="020B0603020203020204" pitchFamily="34" charset="0"/>
              <a:cs typeface="FedEx Sans App Medium" panose="020B0603020203020204" pitchFamily="34" charset="0"/>
            </a:rPr>
            <a:t>3</a:t>
          </a:r>
        </a:p>
      </dsp:txBody>
      <dsp:txXfrm>
        <a:off x="3369020" y="331170"/>
        <a:ext cx="1122687" cy="748458"/>
      </dsp:txXfrm>
    </dsp:sp>
    <dsp:sp modelId="{E2E62ED9-627B-49E8-BF7C-AC05ACEA712A}">
      <dsp:nvSpPr>
        <dsp:cNvPr id="0" name=""/>
        <dsp:cNvSpPr/>
      </dsp:nvSpPr>
      <dsp:spPr>
        <a:xfrm>
          <a:off x="4491708" y="331170"/>
          <a:ext cx="1871145" cy="748458"/>
        </a:xfrm>
        <a:prstGeom prst="chevron">
          <a:avLst/>
        </a:prstGeom>
        <a:solidFill>
          <a:srgbClr val="C7475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18" tIns="96012" rIns="48006" bIns="96012" numCol="1" spcCol="1270" anchor="ctr" anchorCtr="0">
          <a:noAutofit/>
        </a:bodyPr>
        <a:lstStyle/>
        <a:p>
          <a:pPr marL="0" lvl="0" indent="0" algn="ctr" defTabSz="1600200">
            <a:lnSpc>
              <a:spcPct val="90000"/>
            </a:lnSpc>
            <a:spcBef>
              <a:spcPct val="0"/>
            </a:spcBef>
            <a:spcAft>
              <a:spcPct val="35000"/>
            </a:spcAft>
            <a:buNone/>
          </a:pPr>
          <a:r>
            <a:rPr lang="en-US" sz="3600" b="0" i="0" kern="1200" dirty="0">
              <a:latin typeface="+mn-lt"/>
              <a:ea typeface="FedEx Sans App Medium" panose="020B0603020203020204" pitchFamily="34" charset="0"/>
              <a:cs typeface="FedEx Sans App Medium" panose="020B0603020203020204" pitchFamily="34" charset="0"/>
            </a:rPr>
            <a:t>4</a:t>
          </a:r>
        </a:p>
      </dsp:txBody>
      <dsp:txXfrm>
        <a:off x="4865937" y="331170"/>
        <a:ext cx="1122687" cy="748458"/>
      </dsp:txXfrm>
    </dsp:sp>
    <dsp:sp modelId="{48F18277-2ED3-4AC8-B0E3-BE18A0E27F07}">
      <dsp:nvSpPr>
        <dsp:cNvPr id="0" name=""/>
        <dsp:cNvSpPr/>
      </dsp:nvSpPr>
      <dsp:spPr>
        <a:xfrm>
          <a:off x="5988624" y="331170"/>
          <a:ext cx="1871145" cy="748458"/>
        </a:xfrm>
        <a:prstGeom prst="chevron">
          <a:avLst/>
        </a:prstGeom>
        <a:solidFill>
          <a:srgbClr val="FF62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018" tIns="96012" rIns="48006" bIns="96012" numCol="1" spcCol="1270" anchor="ctr" anchorCtr="0">
          <a:noAutofit/>
        </a:bodyPr>
        <a:lstStyle/>
        <a:p>
          <a:pPr marL="0" lvl="0" indent="0" algn="ctr" defTabSz="1600200">
            <a:lnSpc>
              <a:spcPct val="90000"/>
            </a:lnSpc>
            <a:spcBef>
              <a:spcPct val="0"/>
            </a:spcBef>
            <a:spcAft>
              <a:spcPct val="35000"/>
            </a:spcAft>
            <a:buNone/>
          </a:pPr>
          <a:r>
            <a:rPr lang="en-US" sz="3600" b="0" i="0" kern="1200" dirty="0">
              <a:latin typeface="+mn-lt"/>
              <a:ea typeface="FedEx Sans App Medium" panose="020B0603020203020204" pitchFamily="34" charset="0"/>
              <a:cs typeface="FedEx Sans App Medium" panose="020B0603020203020204" pitchFamily="34" charset="0"/>
            </a:rPr>
            <a:t>5</a:t>
          </a:r>
        </a:p>
      </dsp:txBody>
      <dsp:txXfrm>
        <a:off x="6362853" y="331170"/>
        <a:ext cx="1122687" cy="7484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B7DDE-89FA-49A6-A894-389B8C3AAD9E}">
      <dsp:nvSpPr>
        <dsp:cNvPr id="0" name=""/>
        <dsp:cNvSpPr/>
      </dsp:nvSpPr>
      <dsp:spPr>
        <a:xfrm>
          <a:off x="2272257" y="0"/>
          <a:ext cx="908903" cy="716258"/>
        </a:xfrm>
        <a:prstGeom prst="trapezoid">
          <a:avLst>
            <a:gd name="adj" fmla="val 63448"/>
          </a:avLst>
        </a:prstGeom>
        <a:solidFill>
          <a:srgbClr val="FF62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6</a:t>
          </a:r>
        </a:p>
      </dsp:txBody>
      <dsp:txXfrm>
        <a:off x="2272257" y="0"/>
        <a:ext cx="908903" cy="716258"/>
      </dsp:txXfrm>
    </dsp:sp>
    <dsp:sp modelId="{0D22ADB8-A6D2-400F-93CA-AB8F05B78613}">
      <dsp:nvSpPr>
        <dsp:cNvPr id="0" name=""/>
        <dsp:cNvSpPr/>
      </dsp:nvSpPr>
      <dsp:spPr>
        <a:xfrm>
          <a:off x="1817806" y="716258"/>
          <a:ext cx="1817806" cy="716258"/>
        </a:xfrm>
        <a:prstGeom prst="trapezoid">
          <a:avLst>
            <a:gd name="adj" fmla="val 63448"/>
          </a:avLst>
        </a:prstGeom>
        <a:solidFill>
          <a:srgbClr val="C7475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5</a:t>
          </a:r>
        </a:p>
      </dsp:txBody>
      <dsp:txXfrm>
        <a:off x="2135922" y="716258"/>
        <a:ext cx="1181573" cy="716258"/>
      </dsp:txXfrm>
    </dsp:sp>
    <dsp:sp modelId="{FAA33DA5-BC5F-496E-B881-1220ECF9AC8E}">
      <dsp:nvSpPr>
        <dsp:cNvPr id="0" name=""/>
        <dsp:cNvSpPr/>
      </dsp:nvSpPr>
      <dsp:spPr>
        <a:xfrm>
          <a:off x="1363354" y="1432517"/>
          <a:ext cx="2726709" cy="716258"/>
        </a:xfrm>
        <a:prstGeom prst="trapezoid">
          <a:avLst>
            <a:gd name="adj" fmla="val 63448"/>
          </a:avLst>
        </a:prstGeom>
        <a:solidFill>
          <a:srgbClr val="B83F6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4</a:t>
          </a:r>
        </a:p>
      </dsp:txBody>
      <dsp:txXfrm>
        <a:off x="1840528" y="1432517"/>
        <a:ext cx="1772360" cy="716258"/>
      </dsp:txXfrm>
    </dsp:sp>
    <dsp:sp modelId="{12C0D0F2-AE8A-4F0E-BABC-D82796D44051}">
      <dsp:nvSpPr>
        <dsp:cNvPr id="0" name=""/>
        <dsp:cNvSpPr/>
      </dsp:nvSpPr>
      <dsp:spPr>
        <a:xfrm>
          <a:off x="908903" y="2148776"/>
          <a:ext cx="3635612" cy="716258"/>
        </a:xfrm>
        <a:prstGeom prst="trapezoid">
          <a:avLst>
            <a:gd name="adj" fmla="val 63448"/>
          </a:avLst>
        </a:prstGeom>
        <a:solidFill>
          <a:srgbClr val="932DA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3</a:t>
          </a:r>
        </a:p>
      </dsp:txBody>
      <dsp:txXfrm>
        <a:off x="1545135" y="2148776"/>
        <a:ext cx="2363147" cy="716258"/>
      </dsp:txXfrm>
    </dsp:sp>
    <dsp:sp modelId="{43A56255-93E8-41F1-AAA1-A3380D064B6A}">
      <dsp:nvSpPr>
        <dsp:cNvPr id="0" name=""/>
        <dsp:cNvSpPr/>
      </dsp:nvSpPr>
      <dsp:spPr>
        <a:xfrm>
          <a:off x="454451" y="2865035"/>
          <a:ext cx="4544515" cy="716258"/>
        </a:xfrm>
        <a:prstGeom prst="trapezoid">
          <a:avLst>
            <a:gd name="adj" fmla="val 63448"/>
          </a:avLst>
        </a:prstGeom>
        <a:solidFill>
          <a:srgbClr val="7D22C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2</a:t>
          </a:r>
        </a:p>
      </dsp:txBody>
      <dsp:txXfrm>
        <a:off x="1249741" y="2865035"/>
        <a:ext cx="2953934" cy="716258"/>
      </dsp:txXfrm>
    </dsp:sp>
    <dsp:sp modelId="{528A1467-A97C-44CC-90B1-687795C6CD9C}">
      <dsp:nvSpPr>
        <dsp:cNvPr id="0" name=""/>
        <dsp:cNvSpPr/>
      </dsp:nvSpPr>
      <dsp:spPr>
        <a:xfrm>
          <a:off x="0" y="3581294"/>
          <a:ext cx="5453418" cy="716258"/>
        </a:xfrm>
        <a:prstGeom prst="trapezoid">
          <a:avLst>
            <a:gd name="adj" fmla="val 63448"/>
          </a:avLst>
        </a:prstGeom>
        <a:solidFill>
          <a:srgbClr val="4D148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Medium" panose="020B0703020203020204" pitchFamily="34" charset="0"/>
              <a:ea typeface="FedEx Sans Medium" panose="020B0703020203020204" pitchFamily="34" charset="0"/>
              <a:cs typeface="FedEx Sans Medium" panose="020B0703020203020204" pitchFamily="34" charset="0"/>
            </a:rPr>
            <a:t>1</a:t>
          </a:r>
        </a:p>
      </dsp:txBody>
      <dsp:txXfrm>
        <a:off x="954348" y="3581294"/>
        <a:ext cx="3544721" cy="716258"/>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8CAA980-8AA5-7A48-95B7-F299E26891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70E537-8757-D041-80D9-A584619E511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9FCA3-42E5-B842-B62E-72A3EE6631D6}" type="datetimeFigureOut">
              <a:rPr lang="en-US" smtClean="0"/>
              <a:t>6/20/2021</a:t>
            </a:fld>
            <a:endParaRPr lang="en-US"/>
          </a:p>
        </p:txBody>
      </p:sp>
      <p:sp>
        <p:nvSpPr>
          <p:cNvPr id="4" name="Footer Placeholder 3">
            <a:extLst>
              <a:ext uri="{FF2B5EF4-FFF2-40B4-BE49-F238E27FC236}">
                <a16:creationId xmlns:a16="http://schemas.microsoft.com/office/drawing/2014/main" id="{9B5E6ACD-EDDC-134D-9FDD-6CF2502C08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24678ED-8F4F-F042-A1A6-C0018BE1C5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1040E1A-AAF7-B741-A987-C652ABEE620F}" type="slidenum">
              <a:rPr lang="en-US" smtClean="0"/>
              <a:t>‹#›</a:t>
            </a:fld>
            <a:endParaRPr lang="en-US"/>
          </a:p>
        </p:txBody>
      </p:sp>
    </p:spTree>
    <p:extLst>
      <p:ext uri="{BB962C8B-B14F-4D97-AF65-F5344CB8AC3E}">
        <p14:creationId xmlns:p14="http://schemas.microsoft.com/office/powerpoint/2010/main" val="943227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F8FC89-4461-CF4D-80BD-8640AA2CD5DD}" type="datetimeFigureOut">
              <a:rPr lang="en-US" smtClean="0"/>
              <a:t>6/20/2021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26E3-6B98-1544-A302-8E95E7ADFB51}" type="slidenum">
              <a:rPr lang="en-US" smtClean="0"/>
              <a:t>‹#›</a:t>
            </a:fld>
            <a:endParaRPr lang="en-US"/>
          </a:p>
        </p:txBody>
      </p:sp>
    </p:spTree>
    <p:extLst>
      <p:ext uri="{BB962C8B-B14F-4D97-AF65-F5344CB8AC3E}">
        <p14:creationId xmlns:p14="http://schemas.microsoft.com/office/powerpoint/2010/main" val="699971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A09BFF-9304-4EE8-967B-56F816FBB8C1}" type="slidenum">
              <a:rPr lang="en-US" smtClean="0"/>
              <a:pPr/>
              <a:t>2</a:t>
            </a:fld>
            <a:endParaRPr lang="en-US"/>
          </a:p>
        </p:txBody>
      </p:sp>
    </p:spTree>
    <p:extLst>
      <p:ext uri="{BB962C8B-B14F-4D97-AF65-F5344CB8AC3E}">
        <p14:creationId xmlns:p14="http://schemas.microsoft.com/office/powerpoint/2010/main" val="1890372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7500" lnSpcReduction="20000"/>
          </a:bodyPr>
          <a:lstStyle/>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marL="171450" indent="-171450">
              <a:buFont typeface="Arial" panose="020B0604020202020204" pitchFamily="34" charset="0"/>
              <a:buChar char="•"/>
            </a:pPr>
            <a:endParaRPr lang="en-US" dirty="0">
              <a:effectLst/>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3</a:t>
            </a:fld>
            <a:endParaRPr lang="en-US"/>
          </a:p>
        </p:txBody>
      </p:sp>
    </p:spTree>
    <p:extLst>
      <p:ext uri="{BB962C8B-B14F-4D97-AF65-F5344CB8AC3E}">
        <p14:creationId xmlns:p14="http://schemas.microsoft.com/office/powerpoint/2010/main" val="2309508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7500" lnSpcReduction="20000"/>
          </a:bodyPr>
          <a:lstStyle/>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marL="171450" indent="-171450">
              <a:buFont typeface="Arial" panose="020B0604020202020204" pitchFamily="34" charset="0"/>
              <a:buChar char="•"/>
            </a:pPr>
            <a:endParaRPr lang="en-US" dirty="0">
              <a:effectLst/>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4</a:t>
            </a:fld>
            <a:endParaRPr lang="en-US"/>
          </a:p>
        </p:txBody>
      </p:sp>
    </p:spTree>
    <p:extLst>
      <p:ext uri="{BB962C8B-B14F-4D97-AF65-F5344CB8AC3E}">
        <p14:creationId xmlns:p14="http://schemas.microsoft.com/office/powerpoint/2010/main" val="4115772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0000" lnSpcReduction="20000"/>
          </a:bodyPr>
          <a:lstStyle/>
          <a:p>
            <a:pPr defTabSz="922721">
              <a:defRPr/>
            </a:pPr>
            <a:r>
              <a:rPr lang="en-US" dirty="0">
                <a:latin typeface="FedEx Sans Cd" panose="020B0606020203020204" pitchFamily="34" charset="0"/>
                <a:ea typeface="FedEx Sans Cd" panose="020B0606020203020204" pitchFamily="34" charset="0"/>
                <a:cs typeface="FedEx Sans Cd" panose="020B0606020203020204" pitchFamily="34" charset="0"/>
              </a:rPr>
              <a:t>Use this layout as the starting place for building your hierarchy chart. </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r>
              <a:rPr lang="en-US" dirty="0">
                <a:latin typeface="FedEx Sans Cd" panose="020B0606020203020204" pitchFamily="34" charset="0"/>
                <a:ea typeface="FedEx Sans Cd" panose="020B0606020203020204" pitchFamily="34" charset="0"/>
                <a:cs typeface="FedEx Sans Cd" panose="020B0606020203020204" pitchFamily="34" charset="0"/>
              </a:rPr>
              <a:t>The foundation of this graphic uses</a:t>
            </a:r>
            <a:r>
              <a:rPr lang="en-US" baseline="0" dirty="0">
                <a:latin typeface="FedEx Sans Cd" panose="020B0606020203020204" pitchFamily="34" charset="0"/>
                <a:ea typeface="FedEx Sans Cd" panose="020B0606020203020204" pitchFamily="34" charset="0"/>
                <a:cs typeface="FedEx Sans Cd" panose="020B0606020203020204" pitchFamily="34" charset="0"/>
              </a:rPr>
              <a:t> a table for the top row and left column content, as well as the background fill – you may add or delete rows and columns as needed. The time markers and their labels are box/textbox overlays that will need to be adjusted manually.</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r>
              <a:rPr lang="en-US" b="1" baseline="0" dirty="0">
                <a:latin typeface="FedEx Sans Cd" panose="020B0606020203020204" pitchFamily="34" charset="0"/>
                <a:ea typeface="FedEx Sans Cd" panose="020B0606020203020204" pitchFamily="34" charset="0"/>
                <a:cs typeface="FedEx Sans Cd" panose="020B0606020203020204" pitchFamily="34" charset="0"/>
              </a:rPr>
              <a:t>TIP: </a:t>
            </a:r>
            <a:r>
              <a:rPr lang="en-US" baseline="0" dirty="0">
                <a:latin typeface="FedEx Sans Cd" panose="020B0606020203020204" pitchFamily="34" charset="0"/>
                <a:ea typeface="FedEx Sans Cd" panose="020B0606020203020204" pitchFamily="34" charset="0"/>
                <a:cs typeface="FedEx Sans Cd" panose="020B0606020203020204" pitchFamily="34" charset="0"/>
              </a:rPr>
              <a:t>Zoom in to grab a side anchor and adjust the width of a box. This will allow you to stretch the width without affecting the height or vertical placement of the boxes.</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5</a:t>
            </a:fld>
            <a:endParaRPr lang="en-US"/>
          </a:p>
        </p:txBody>
      </p:sp>
    </p:spTree>
    <p:extLst>
      <p:ext uri="{BB962C8B-B14F-4D97-AF65-F5344CB8AC3E}">
        <p14:creationId xmlns:p14="http://schemas.microsoft.com/office/powerpoint/2010/main" val="1704529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0000" lnSpcReduction="20000"/>
          </a:bodyPr>
          <a:lstStyle/>
          <a:p>
            <a:pPr defTabSz="922721">
              <a:defRPr/>
            </a:pPr>
            <a:r>
              <a:rPr lang="en-US" dirty="0">
                <a:latin typeface="FedEx Sans Cd" panose="020B0606020203020204" pitchFamily="34" charset="0"/>
                <a:ea typeface="FedEx Sans Cd" panose="020B0606020203020204" pitchFamily="34" charset="0"/>
                <a:cs typeface="FedEx Sans Cd" panose="020B0606020203020204" pitchFamily="34" charset="0"/>
              </a:rPr>
              <a:t>This is custom art for a 3-segment cycle and cannot be altered, except for color. </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r>
              <a:rPr lang="en-US" dirty="0">
                <a:latin typeface="FedEx Sans Cd" panose="020B0606020203020204" pitchFamily="34" charset="0"/>
                <a:ea typeface="FedEx Sans Cd" panose="020B0606020203020204" pitchFamily="34" charset="0"/>
                <a:cs typeface="FedEx Sans Cd" panose="020B0606020203020204" pitchFamily="34" charset="0"/>
              </a:rPr>
              <a:t>The foundation of this graphic uses</a:t>
            </a:r>
            <a:r>
              <a:rPr lang="en-US" baseline="0" dirty="0">
                <a:latin typeface="FedEx Sans Cd" panose="020B0606020203020204" pitchFamily="34" charset="0"/>
                <a:ea typeface="FedEx Sans Cd" panose="020B0606020203020204" pitchFamily="34" charset="0"/>
                <a:cs typeface="FedEx Sans Cd" panose="020B0606020203020204" pitchFamily="34" charset="0"/>
              </a:rPr>
              <a:t> a table for the top row and left column content, as well as the background fill – you may add or delete rows and columns as needed. The time markers and their labels are box/textbox overlays that will need to be adjusted manually.</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r>
              <a:rPr lang="en-US" b="1" baseline="0" dirty="0">
                <a:latin typeface="FedEx Sans Cd" panose="020B0606020203020204" pitchFamily="34" charset="0"/>
                <a:ea typeface="FedEx Sans Cd" panose="020B0606020203020204" pitchFamily="34" charset="0"/>
                <a:cs typeface="FedEx Sans Cd" panose="020B0606020203020204" pitchFamily="34" charset="0"/>
              </a:rPr>
              <a:t>TIP: </a:t>
            </a:r>
            <a:r>
              <a:rPr lang="en-US" baseline="0" dirty="0">
                <a:latin typeface="FedEx Sans Cd" panose="020B0606020203020204" pitchFamily="34" charset="0"/>
                <a:ea typeface="FedEx Sans Cd" panose="020B0606020203020204" pitchFamily="34" charset="0"/>
                <a:cs typeface="FedEx Sans Cd" panose="020B0606020203020204" pitchFamily="34" charset="0"/>
              </a:rPr>
              <a:t>Zoom in to grab a side anchor and adjust the width of a box. This will allow you to stretch the width without affecting the height or vertical placement of the boxes.</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6</a:t>
            </a:fld>
            <a:endParaRPr lang="en-US"/>
          </a:p>
        </p:txBody>
      </p:sp>
    </p:spTree>
    <p:extLst>
      <p:ext uri="{BB962C8B-B14F-4D97-AF65-F5344CB8AC3E}">
        <p14:creationId xmlns:p14="http://schemas.microsoft.com/office/powerpoint/2010/main" val="1224846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0000" lnSpcReduction="20000"/>
          </a:bodyPr>
          <a:lstStyle/>
          <a:p>
            <a:pPr defTabSz="922721">
              <a:defRPr/>
            </a:pPr>
            <a:r>
              <a:rPr lang="en-US" dirty="0"/>
              <a:t>This is custom art for a 4-segment cycle and cannot be altered, except for color. </a:t>
            </a:r>
          </a:p>
          <a:p>
            <a:pPr defTabSz="922721">
              <a:defRPr/>
            </a:pPr>
            <a:endParaRPr lang="en-US" dirty="0"/>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a:t>
            </a:r>
            <a:r>
              <a:rPr lang="en-US" dirty="0">
                <a:latin typeface="FedEx Sans Cd" panose="020B0606020203020204" pitchFamily="34" charset="0"/>
                <a:ea typeface="FedEx Sans Cd" panose="020B0606020203020204" pitchFamily="34" charset="0"/>
                <a:cs typeface="FedEx Sans Cd" panose="020B0606020203020204" pitchFamily="34" charset="0"/>
              </a:rPr>
              <a:t>navigate</a:t>
            </a:r>
            <a:r>
              <a:rPr lang="en-US" dirty="0"/>
              <a:t>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p>
          <a:p>
            <a:r>
              <a:rPr lang="en-US" dirty="0"/>
              <a:t>The foundation of this graphic uses</a:t>
            </a:r>
            <a:r>
              <a:rPr lang="en-US" baseline="0" dirty="0"/>
              <a:t> a table for the top row and left column content, as well as the background fill – you may add or delete rows and columns as needed. The time markers and their labels are box/textbox overlays that will need to be adjusted manually.</a:t>
            </a:r>
          </a:p>
          <a:p>
            <a:endParaRPr lang="en-US" baseline="0" dirty="0"/>
          </a:p>
          <a:p>
            <a:r>
              <a:rPr lang="en-US" b="1" baseline="0" dirty="0"/>
              <a:t>TIP: </a:t>
            </a:r>
            <a:r>
              <a:rPr lang="en-US" baseline="0" dirty="0"/>
              <a:t>Zoom in to grab a side anchor and adjust the width of a box. This will allow you to stretch the width without affecting the height or vertical placement of the boxes.</a:t>
            </a:r>
          </a:p>
          <a:p>
            <a:endParaRPr lang="en-US" baseline="0" dirty="0"/>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p>
          <a:p>
            <a:pPr lvl="0">
              <a:lnSpc>
                <a:spcPct val="107000"/>
              </a:lnSpc>
              <a:tabLst>
                <a:tab pos="457200" algn="l"/>
              </a:tabLst>
            </a:pPr>
            <a:r>
              <a:rPr lang="en-US" b="1" dirty="0">
                <a:solidFill>
                  <a:prstClr val="black"/>
                </a:solidFill>
                <a:latin typeface="FedEx Sans Cd Light" panose="020B0406020203020204" pitchFamily="34" charset="0"/>
                <a:ea typeface="FedEx Sans Cd Light" panose="020B0406020203020204" pitchFamily="34" charset="0"/>
                <a:cs typeface="FedEx Sans Cd Light" panose="020B04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Light" panose="020B0406020203020204" pitchFamily="34" charset="0"/>
                <a:ea typeface="FedEx Sans Cd Light" panose="020B0406020203020204" pitchFamily="34" charset="0"/>
                <a:cs typeface="FedEx Sans Cd Light" panose="020B04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Light" panose="020B0406020203020204" pitchFamily="34" charset="0"/>
              <a:ea typeface="FedEx Sans Cd Light" panose="020B0406020203020204" pitchFamily="34" charset="0"/>
              <a:cs typeface="FedEx Sans Cd Light" panose="020B04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Light" panose="020B0406020203020204" pitchFamily="34" charset="0"/>
                <a:ea typeface="FedEx Sans Cd Light" panose="020B0406020203020204" pitchFamily="34" charset="0"/>
                <a:cs typeface="FedEx Sans Cd Light" panose="020B04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Light" panose="020B0406020203020204" pitchFamily="34" charset="0"/>
              <a:ea typeface="FedEx Sans Cd Light" panose="020B0406020203020204" pitchFamily="34" charset="0"/>
              <a:cs typeface="FedEx Sans Cd Light" panose="020B04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endParaRPr lang="en-US" dirty="0">
              <a:solidFill>
                <a:prstClr val="black"/>
              </a:solidFill>
              <a:latin typeface="FedEx Sans Cd Light" panose="020B0406020203020204" pitchFamily="34" charset="0"/>
              <a:ea typeface="FedEx Sans Cd Light" panose="020B0406020203020204" pitchFamily="34" charset="0"/>
              <a:cs typeface="FedEx Sans Cd Light" panose="020B0406020203020204" pitchFamily="34" charset="0"/>
            </a:endParaRPr>
          </a:p>
          <a:p>
            <a:pPr lvl="0">
              <a:lnSpc>
                <a:spcPct val="107000"/>
              </a:lnSpc>
              <a:tabLst>
                <a:tab pos="457200" algn="l"/>
              </a:tabLst>
            </a:pPr>
            <a:r>
              <a:rPr lang="en-US" dirty="0">
                <a:solidFill>
                  <a:prstClr val="black"/>
                </a:solidFill>
                <a:latin typeface="FedEx Sans Cd Light" panose="020B0406020203020204" pitchFamily="34" charset="0"/>
                <a:ea typeface="FedEx Sans Cd Light" panose="020B0406020203020204" pitchFamily="34" charset="0"/>
                <a:cs typeface="FedEx Sans Cd Light" panose="020B0406020203020204" pitchFamily="34" charset="0"/>
              </a:rPr>
              <a:t> </a:t>
            </a:r>
          </a:p>
          <a:p>
            <a:r>
              <a:rPr lang="en-US" b="1" dirty="0">
                <a:latin typeface="FedEx Sans Cd Light" panose="020B0406020203020204" pitchFamily="34" charset="0"/>
                <a:ea typeface="FedEx Sans Cd Light" panose="020B0406020203020204" pitchFamily="34" charset="0"/>
                <a:cs typeface="FedEx Sans Cd Light" panose="020B0406020203020204" pitchFamily="34" charset="0"/>
              </a:rPr>
              <a:t>Here are the order of colors: </a:t>
            </a:r>
          </a:p>
          <a:p>
            <a:r>
              <a:rPr lang="en-US" i="1" dirty="0">
                <a:latin typeface="FedEx Sans Cd Light" panose="020B0406020203020204" pitchFamily="34" charset="0"/>
                <a:ea typeface="FedEx Sans Cd Light" panose="020B0406020203020204" pitchFamily="34" charset="0"/>
                <a:cs typeface="FedEx Sans Cd Light" panose="020B04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For 6 + colors, use colors 1, 2, 3, 4, 5, and 6 + continue using colors 7, 8, 9, and 10 in order as needed. </a:t>
            </a:r>
          </a:p>
          <a:p>
            <a:pPr lvl="0">
              <a:defRPr/>
            </a:pPr>
            <a:endParaRPr lang="en-US" dirty="0">
              <a:latin typeface="FedEx Sans Cd Light" panose="020B0406020203020204" pitchFamily="34" charset="0"/>
              <a:ea typeface="FedEx Sans Cd Light" panose="020B0406020203020204" pitchFamily="34" charset="0"/>
              <a:cs typeface="FedEx Sans Cd Light" panose="020B0406020203020204" pitchFamily="34" charset="0"/>
            </a:endParaRPr>
          </a:p>
          <a:p>
            <a:pPr lvl="0">
              <a:defRPr/>
            </a:pPr>
            <a:endParaRPr lang="en-US" dirty="0">
              <a:latin typeface="FedEx Sans Cd Light" panose="020B0406020203020204" pitchFamily="34" charset="0"/>
              <a:ea typeface="FedEx Sans Cd Light" panose="020B0406020203020204" pitchFamily="34" charset="0"/>
              <a:cs typeface="FedEx Sans Cd Light" panose="020B0406020203020204" pitchFamily="34" charset="0"/>
            </a:endParaRPr>
          </a:p>
          <a:p>
            <a:pPr lvl="0">
              <a:defRPr/>
            </a:pPr>
            <a:r>
              <a:rPr lang="en-US" b="1" dirty="0">
                <a:latin typeface="FedEx Sans Cd Light" panose="020B0406020203020204" pitchFamily="34" charset="0"/>
                <a:ea typeface="FedEx Sans Cd Light" panose="020B0406020203020204" pitchFamily="34" charset="0"/>
                <a:cs typeface="FedEx Sans Cd Light" panose="020B04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FedEx purple 1: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2: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3: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4: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FedEx orange 5: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6: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7: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8: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9: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Color 10: </a:t>
            </a:r>
            <a:r>
              <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rPr>
              <a:t>255, 145, 77</a:t>
            </a:r>
          </a:p>
          <a:p>
            <a:pPr defTabSz="922721">
              <a:defRPr/>
            </a:pPr>
            <a:endParaRPr lang="en-US" dirty="0"/>
          </a:p>
        </p:txBody>
      </p:sp>
      <p:sp>
        <p:nvSpPr>
          <p:cNvPr id="4" name="Slide Number Placeholder 3"/>
          <p:cNvSpPr>
            <a:spLocks noGrp="1"/>
          </p:cNvSpPr>
          <p:nvPr>
            <p:ph type="sldNum" sz="quarter" idx="10"/>
          </p:nvPr>
        </p:nvSpPr>
        <p:spPr/>
        <p:txBody>
          <a:bodyPr/>
          <a:lstStyle/>
          <a:p>
            <a:fld id="{3DA09BFF-9304-4EE8-967B-56F816FBB8C1}" type="slidenum">
              <a:rPr lang="en-US" smtClean="0"/>
              <a:pPr/>
              <a:t>7</a:t>
            </a:fld>
            <a:endParaRPr lang="en-US"/>
          </a:p>
        </p:txBody>
      </p:sp>
    </p:spTree>
    <p:extLst>
      <p:ext uri="{BB962C8B-B14F-4D97-AF65-F5344CB8AC3E}">
        <p14:creationId xmlns:p14="http://schemas.microsoft.com/office/powerpoint/2010/main" val="1366358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0000" lnSpcReduction="20000"/>
          </a:bodyPr>
          <a:lstStyle/>
          <a:p>
            <a:pPr defTabSz="922721">
              <a:defRPr/>
            </a:pPr>
            <a:r>
              <a:rPr lang="en-US" dirty="0">
                <a:latin typeface="FedEx Sans Cd" panose="020B0606020203020204" pitchFamily="34" charset="0"/>
                <a:ea typeface="FedEx Sans Cd" panose="020B0606020203020204" pitchFamily="34" charset="0"/>
                <a:cs typeface="FedEx Sans Cd" panose="020B0606020203020204" pitchFamily="34" charset="0"/>
              </a:rPr>
              <a:t>This is custom art for a 5-segment cycle and cannot be altered, except for color. </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r>
              <a:rPr lang="en-US" dirty="0">
                <a:latin typeface="FedEx Sans Cd" panose="020B0606020203020204" pitchFamily="34" charset="0"/>
                <a:ea typeface="FedEx Sans Cd" panose="020B0606020203020204" pitchFamily="34" charset="0"/>
                <a:cs typeface="FedEx Sans Cd" panose="020B0606020203020204" pitchFamily="34" charset="0"/>
              </a:rPr>
              <a:t>The foundation of this graphic uses</a:t>
            </a:r>
            <a:r>
              <a:rPr lang="en-US" baseline="0" dirty="0">
                <a:latin typeface="FedEx Sans Cd" panose="020B0606020203020204" pitchFamily="34" charset="0"/>
                <a:ea typeface="FedEx Sans Cd" panose="020B0606020203020204" pitchFamily="34" charset="0"/>
                <a:cs typeface="FedEx Sans Cd" panose="020B0606020203020204" pitchFamily="34" charset="0"/>
              </a:rPr>
              <a:t> a table for the top row and left column content, as well as the background fill – you may add or delete rows and columns as needed. The time markers and their labels are box/textbox overlays that will need to be adjusted manually.</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r>
              <a:rPr lang="en-US" b="1" baseline="0" dirty="0">
                <a:latin typeface="FedEx Sans Cd" panose="020B0606020203020204" pitchFamily="34" charset="0"/>
                <a:ea typeface="FedEx Sans Cd" panose="020B0606020203020204" pitchFamily="34" charset="0"/>
                <a:cs typeface="FedEx Sans Cd" panose="020B0606020203020204" pitchFamily="34" charset="0"/>
              </a:rPr>
              <a:t>TIP: </a:t>
            </a:r>
            <a:r>
              <a:rPr lang="en-US" baseline="0" dirty="0">
                <a:latin typeface="FedEx Sans Cd" panose="020B0606020203020204" pitchFamily="34" charset="0"/>
                <a:ea typeface="FedEx Sans Cd" panose="020B0606020203020204" pitchFamily="34" charset="0"/>
                <a:cs typeface="FedEx Sans Cd" panose="020B0606020203020204" pitchFamily="34" charset="0"/>
              </a:rPr>
              <a:t>Zoom in to grab a side anchor and adjust the width of a box. This will allow you to stretch the width without affecting the height or vertical placement of the boxes.</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8</a:t>
            </a:fld>
            <a:endParaRPr lang="en-US"/>
          </a:p>
        </p:txBody>
      </p:sp>
    </p:spTree>
    <p:extLst>
      <p:ext uri="{BB962C8B-B14F-4D97-AF65-F5344CB8AC3E}">
        <p14:creationId xmlns:p14="http://schemas.microsoft.com/office/powerpoint/2010/main" val="2568244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7500" lnSpcReduction="20000"/>
          </a:bodyPr>
          <a:lstStyle/>
          <a:p>
            <a:r>
              <a:rPr lang="en-US" dirty="0">
                <a:latin typeface="FedEx Sans Cd" panose="020B0606020203020204" pitchFamily="34" charset="0"/>
                <a:ea typeface="FedEx Sans Cd" panose="020B0606020203020204" pitchFamily="34" charset="0"/>
                <a:cs typeface="FedEx Sans Cd" panose="020B0606020203020204" pitchFamily="34" charset="0"/>
              </a:rPr>
              <a:t>The foundation of this graphic uses</a:t>
            </a:r>
            <a:r>
              <a:rPr lang="en-US" baseline="0" dirty="0">
                <a:latin typeface="FedEx Sans Cd" panose="020B0606020203020204" pitchFamily="34" charset="0"/>
                <a:ea typeface="FedEx Sans Cd" panose="020B0606020203020204" pitchFamily="34" charset="0"/>
                <a:cs typeface="FedEx Sans Cd" panose="020B0606020203020204" pitchFamily="34" charset="0"/>
              </a:rPr>
              <a:t> a table for the top row and left column content, as well as the background fill – you may add or delete rows and columns as needed. The time markers and their labels are box/textbox overlays that will need to be adjusted manually.</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r>
              <a:rPr lang="en-US" b="1" baseline="0" dirty="0">
                <a:latin typeface="FedEx Sans Cd" panose="020B0606020203020204" pitchFamily="34" charset="0"/>
                <a:ea typeface="FedEx Sans Cd" panose="020B0606020203020204" pitchFamily="34" charset="0"/>
                <a:cs typeface="FedEx Sans Cd" panose="020B0606020203020204" pitchFamily="34" charset="0"/>
              </a:rPr>
              <a:t>TIP: </a:t>
            </a:r>
            <a:r>
              <a:rPr lang="en-US" baseline="0" dirty="0">
                <a:latin typeface="FedEx Sans Cd" panose="020B0606020203020204" pitchFamily="34" charset="0"/>
                <a:ea typeface="FedEx Sans Cd" panose="020B0606020203020204" pitchFamily="34" charset="0"/>
                <a:cs typeface="FedEx Sans Cd" panose="020B0606020203020204" pitchFamily="34" charset="0"/>
              </a:rPr>
              <a:t>Zoom in to grab a side anchor and adjust the width of a box. This will allow you to stretch the width without affecting the height or vertical placement of the boxes.</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9</a:t>
            </a:fld>
            <a:endParaRPr lang="en-US"/>
          </a:p>
        </p:txBody>
      </p:sp>
    </p:spTree>
    <p:extLst>
      <p:ext uri="{BB962C8B-B14F-4D97-AF65-F5344CB8AC3E}">
        <p14:creationId xmlns:p14="http://schemas.microsoft.com/office/powerpoint/2010/main" val="1576773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7500" lnSpcReduction="20000"/>
          </a:bodyPr>
          <a:lstStyle/>
          <a:p>
            <a:r>
              <a:rPr lang="en-US" dirty="0">
                <a:latin typeface="FedEx Sans Cd" panose="020B0606020203020204" pitchFamily="34" charset="0"/>
                <a:ea typeface="FedEx Sans Cd" panose="020B0606020203020204" pitchFamily="34" charset="0"/>
                <a:cs typeface="FedEx Sans Cd" panose="020B0606020203020204" pitchFamily="34" charset="0"/>
              </a:rPr>
              <a:t>The foundation of this graphic uses</a:t>
            </a:r>
            <a:r>
              <a:rPr lang="en-US" baseline="0" dirty="0">
                <a:latin typeface="FedEx Sans Cd" panose="020B0606020203020204" pitchFamily="34" charset="0"/>
                <a:ea typeface="FedEx Sans Cd" panose="020B0606020203020204" pitchFamily="34" charset="0"/>
                <a:cs typeface="FedEx Sans Cd" panose="020B0606020203020204" pitchFamily="34" charset="0"/>
              </a:rPr>
              <a:t> a table for the top row and left column content, as well as the background fill – you may add or delete rows and columns as needed. The time markers and their labels are box/textbox overlays that will need to be adjusted manually.</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r>
              <a:rPr lang="en-US" b="1" baseline="0" dirty="0">
                <a:latin typeface="FedEx Sans Cd" panose="020B0606020203020204" pitchFamily="34" charset="0"/>
                <a:ea typeface="FedEx Sans Cd" panose="020B0606020203020204" pitchFamily="34" charset="0"/>
                <a:cs typeface="FedEx Sans Cd" panose="020B0606020203020204" pitchFamily="34" charset="0"/>
              </a:rPr>
              <a:t>TIP: </a:t>
            </a:r>
            <a:r>
              <a:rPr lang="en-US" baseline="0" dirty="0">
                <a:latin typeface="FedEx Sans Cd" panose="020B0606020203020204" pitchFamily="34" charset="0"/>
                <a:ea typeface="FedEx Sans Cd" panose="020B0606020203020204" pitchFamily="34" charset="0"/>
                <a:cs typeface="FedEx Sans Cd" panose="020B0606020203020204" pitchFamily="34" charset="0"/>
              </a:rPr>
              <a:t>Zoom in to grab a side anchor and adjust the width of a box. This will allow you to stretch the width without affecting the height or vertical placement of the boxes.</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22721" rtl="0" eaLnBrk="1" fontAlgn="auto" latinLnBrk="0" hangingPunct="1">
              <a:lnSpc>
                <a:spcPct val="100000"/>
              </a:lnSpc>
              <a:spcBef>
                <a:spcPts val="0"/>
              </a:spcBef>
              <a:spcAft>
                <a:spcPts val="0"/>
              </a:spcAft>
              <a:buClrTx/>
              <a:buSzTx/>
              <a:buFontTx/>
              <a:buNone/>
              <a:tabLst/>
              <a:defRPr/>
            </a:pPr>
            <a:r>
              <a:rPr lang="en-US" b="1" dirty="0">
                <a:latin typeface="FedEx Sans Cd" panose="020B0606020203020204" pitchFamily="34" charset="0"/>
                <a:ea typeface="FedEx Sans Cd" panose="020B0606020203020204" pitchFamily="34" charset="0"/>
                <a:cs typeface="FedEx Sans Cd" panose="020B0606020203020204" pitchFamily="34" charset="0"/>
              </a:rPr>
              <a:t>Note: </a:t>
            </a:r>
          </a:p>
          <a:p>
            <a:pPr marL="0" marR="0" lvl="0" indent="0" algn="l" defTabSz="922721" rtl="0" eaLnBrk="1" fontAlgn="auto" latinLnBrk="0" hangingPunct="1">
              <a:lnSpc>
                <a:spcPct val="100000"/>
              </a:lnSpc>
              <a:spcBef>
                <a:spcPts val="0"/>
              </a:spcBef>
              <a:spcAft>
                <a:spcPts val="0"/>
              </a:spcAft>
              <a:buClrTx/>
              <a:buSzTx/>
              <a:buFontTx/>
              <a:buNone/>
              <a:tabLst/>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Design tab under Chart Tools is not the same as the default Design tab in PowerPoint. The Chart Tools tab appears only when a chart is selected, and the Design, Layout, and Format tabs under it provide different commands that relate only to the selected chart. You can change the style of an existing chart for a different look. For example, you might be using a pie chart only to realize that a line graph would display your data better. To update it, select the chart you want to change and navigate to the toolbox under the Chart Design tab. Then, click Change Chart Type. A drop-down menu will show all your options. Select your new layout to transform how data is represented. After you create a chart, you can change its look by manually changing the layout and style of individual chart elements. Navigate to your tool bar and select the Chart Design tab. On the left side of the ribbon, you can choose to modify your chart by adding chart elements or pre-made layout options. You can also change the formatting style of your chart manually. Select the chart element you would like to change and navigate to the Format tab that appears next to the Chart Design tab in your tool bar. This is where you can change fill colors and outlines, adjust the color of plot lines, and more.</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marL="0" marR="0" lvl="0" indent="0" algn="l" defTabSz="922721" rtl="0" eaLnBrk="1" fontAlgn="auto" latinLnBrk="0" hangingPunct="1">
              <a:lnSpc>
                <a:spcPct val="100000"/>
              </a:lnSpc>
              <a:spcBef>
                <a:spcPts val="0"/>
              </a:spcBef>
              <a:spcAft>
                <a:spcPts val="0"/>
              </a:spcAft>
              <a:buClrTx/>
              <a:buSzTx/>
              <a:buFontTx/>
              <a:buNone/>
              <a:tabLst/>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10</a:t>
            </a:fld>
            <a:endParaRPr lang="en-US"/>
          </a:p>
        </p:txBody>
      </p:sp>
    </p:spTree>
    <p:extLst>
      <p:ext uri="{BB962C8B-B14F-4D97-AF65-F5344CB8AC3E}">
        <p14:creationId xmlns:p14="http://schemas.microsoft.com/office/powerpoint/2010/main" val="2313389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47500" lnSpcReduction="20000"/>
          </a:bodyPr>
          <a:lstStyle/>
          <a:p>
            <a:pPr defTabSz="922721">
              <a:defRPr/>
            </a:pPr>
            <a:r>
              <a:rPr lang="en-US" dirty="0">
                <a:latin typeface="FedEx Sans Cd" panose="020B0606020203020204" pitchFamily="34" charset="0"/>
                <a:ea typeface="FedEx Sans Cd" panose="020B0606020203020204" pitchFamily="34" charset="0"/>
                <a:cs typeface="FedEx Sans Cd" panose="020B0606020203020204" pitchFamily="34" charset="0"/>
              </a:rPr>
              <a:t>This is NOT a SmartArt graphic</a:t>
            </a:r>
            <a:r>
              <a:rPr lang="en-US" baseline="0" dirty="0">
                <a:latin typeface="FedEx Sans Cd" panose="020B0606020203020204" pitchFamily="34" charset="0"/>
                <a:ea typeface="FedEx Sans Cd" panose="020B0606020203020204" pitchFamily="34" charset="0"/>
                <a:cs typeface="FedEx Sans Cd" panose="020B0606020203020204" pitchFamily="34" charset="0"/>
              </a:rPr>
              <a:t>. </a:t>
            </a:r>
            <a:r>
              <a:rPr lang="en-US" dirty="0">
                <a:latin typeface="FedEx Sans Cd" panose="020B0606020203020204" pitchFamily="34" charset="0"/>
                <a:ea typeface="FedEx Sans Cd" panose="020B0606020203020204" pitchFamily="34" charset="0"/>
                <a:cs typeface="FedEx Sans Cd" panose="020B0606020203020204" pitchFamily="34" charset="0"/>
              </a:rPr>
              <a:t>Chevrons and their corresponding content placeholders will need to be adjusted manually by duplicating or deleting an existing placeholder and repositioning as needed.</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defTabSz="922721">
              <a:defRPr/>
            </a:pPr>
            <a:r>
              <a:rPr lang="en-US" b="1" dirty="0">
                <a:latin typeface="FedEx Sans Cd" panose="020B0606020203020204" pitchFamily="34" charset="0"/>
                <a:ea typeface="FedEx Sans Cd" panose="020B0606020203020204" pitchFamily="34" charset="0"/>
                <a:cs typeface="FedEx Sans Cd" panose="020B0606020203020204" pitchFamily="34" charset="0"/>
              </a:rPr>
              <a:t>To add a step to the list:</a:t>
            </a:r>
          </a:p>
          <a:p>
            <a:pPr marL="173010" indent="-173010" defTabSz="922721">
              <a:buFont typeface="Arial" pitchFamily="34" charset="0"/>
              <a:buChar char="•"/>
              <a:defRPr/>
            </a:pPr>
            <a:r>
              <a:rPr lang="en-US" dirty="0">
                <a:latin typeface="FedEx Sans Cd" panose="020B0606020203020204" pitchFamily="34" charset="0"/>
                <a:ea typeface="FedEx Sans Cd" panose="020B0606020203020204" pitchFamily="34" charset="0"/>
                <a:cs typeface="FedEx Sans Cd" panose="020B0606020203020204" pitchFamily="34" charset="0"/>
              </a:rPr>
              <a:t>Select a row in the list</a:t>
            </a:r>
          </a:p>
          <a:p>
            <a:pPr marL="173010" indent="-173010" defTabSz="922721">
              <a:buFont typeface="Arial" pitchFamily="34" charset="0"/>
              <a:buChar char="•"/>
              <a:defRPr/>
            </a:pPr>
            <a:r>
              <a:rPr lang="en-US" dirty="0">
                <a:latin typeface="FedEx Sans Cd" panose="020B0606020203020204" pitchFamily="34" charset="0"/>
                <a:ea typeface="FedEx Sans Cd" panose="020B0606020203020204" pitchFamily="34" charset="0"/>
                <a:cs typeface="FedEx Sans Cd" panose="020B0606020203020204" pitchFamily="34" charset="0"/>
              </a:rPr>
              <a:t>Hold </a:t>
            </a:r>
            <a:r>
              <a:rPr lang="en-US" b="1" dirty="0">
                <a:latin typeface="FedEx Sans Cd" panose="020B0606020203020204" pitchFamily="34" charset="0"/>
                <a:ea typeface="FedEx Sans Cd" panose="020B0606020203020204" pitchFamily="34" charset="0"/>
                <a:cs typeface="FedEx Sans Cd" panose="020B0606020203020204" pitchFamily="34" charset="0"/>
              </a:rPr>
              <a:t>Ctrl </a:t>
            </a:r>
            <a:r>
              <a:rPr lang="en-US" dirty="0">
                <a:latin typeface="FedEx Sans Cd" panose="020B0606020203020204" pitchFamily="34" charset="0"/>
                <a:ea typeface="FedEx Sans Cd" panose="020B0606020203020204" pitchFamily="34" charset="0"/>
                <a:cs typeface="FedEx Sans Cd" panose="020B0606020203020204" pitchFamily="34" charset="0"/>
              </a:rPr>
              <a:t>+</a:t>
            </a:r>
            <a:r>
              <a:rPr lang="en-US" b="1" dirty="0">
                <a:latin typeface="FedEx Sans Cd" panose="020B0606020203020204" pitchFamily="34" charset="0"/>
                <a:ea typeface="FedEx Sans Cd" panose="020B0606020203020204" pitchFamily="34" charset="0"/>
                <a:cs typeface="FedEx Sans Cd" panose="020B0606020203020204" pitchFamily="34" charset="0"/>
              </a:rPr>
              <a:t> Shift </a:t>
            </a:r>
            <a:r>
              <a:rPr lang="en-US" dirty="0">
                <a:latin typeface="FedEx Sans Cd" panose="020B0606020203020204" pitchFamily="34" charset="0"/>
                <a:ea typeface="FedEx Sans Cd" panose="020B0606020203020204" pitchFamily="34" charset="0"/>
                <a:cs typeface="FedEx Sans Cd" panose="020B0606020203020204" pitchFamily="34" charset="0"/>
              </a:rPr>
              <a:t>while dragging the group toward the bottom of the page; this will duplicate the group as you drag and hold the vertical alignment</a:t>
            </a:r>
          </a:p>
          <a:p>
            <a:pPr marL="173010" indent="-173010" defTabSz="922721">
              <a:buFont typeface="Arial" pitchFamily="34" charset="0"/>
              <a:buChar char="•"/>
              <a:defRPr/>
            </a:pPr>
            <a:r>
              <a:rPr lang="en-US" dirty="0">
                <a:latin typeface="FedEx Sans Cd" panose="020B0606020203020204" pitchFamily="34" charset="0"/>
                <a:ea typeface="FedEx Sans Cd" panose="020B0606020203020204" pitchFamily="34" charset="0"/>
                <a:cs typeface="FedEx Sans Cd" panose="020B0606020203020204" pitchFamily="34" charset="0"/>
              </a:rPr>
              <a:t>Update the number and content as needed</a:t>
            </a:r>
          </a:p>
          <a:p>
            <a:pPr defTabSz="922721">
              <a:defRPr/>
            </a:pPr>
            <a:endParaRPr lang="en-US" b="1" dirty="0">
              <a:latin typeface="FedEx Sans Cd" panose="020B0606020203020204" pitchFamily="34" charset="0"/>
              <a:ea typeface="FedEx Sans Cd" panose="020B0606020203020204" pitchFamily="34" charset="0"/>
              <a:cs typeface="FedEx Sans Cd" panose="020B0606020203020204" pitchFamily="34" charset="0"/>
            </a:endParaRPr>
          </a:p>
          <a:p>
            <a:pPr defTabSz="922721">
              <a:defRPr/>
            </a:pPr>
            <a:r>
              <a:rPr lang="en-US" b="1" dirty="0">
                <a:latin typeface="FedEx Sans Cd" panose="020B0606020203020204" pitchFamily="34" charset="0"/>
                <a:ea typeface="FedEx Sans Cd" panose="020B0606020203020204" pitchFamily="34" charset="0"/>
                <a:cs typeface="FedEx Sans Cd" panose="020B0606020203020204" pitchFamily="34" charset="0"/>
              </a:rPr>
              <a:t>Tip:</a:t>
            </a:r>
            <a:r>
              <a:rPr lang="en-US" dirty="0">
                <a:latin typeface="FedEx Sans Cd" panose="020B0606020203020204" pitchFamily="34" charset="0"/>
                <a:ea typeface="FedEx Sans Cd" panose="020B0606020203020204" pitchFamily="34" charset="0"/>
                <a:cs typeface="FedEx Sans Cd" panose="020B0606020203020204" pitchFamily="34" charset="0"/>
              </a:rPr>
              <a:t> Use the </a:t>
            </a:r>
            <a:r>
              <a:rPr lang="en-US" b="1" dirty="0">
                <a:latin typeface="FedEx Sans Cd" panose="020B0606020203020204" pitchFamily="34" charset="0"/>
                <a:ea typeface="FedEx Sans Cd" panose="020B0606020203020204" pitchFamily="34" charset="0"/>
                <a:cs typeface="FedEx Sans Cd" panose="020B0606020203020204" pitchFamily="34" charset="0"/>
              </a:rPr>
              <a:t>Format &gt; Align &gt; Distribute-Vertically </a:t>
            </a:r>
            <a:r>
              <a:rPr lang="en-US" dirty="0">
                <a:latin typeface="FedEx Sans Cd" panose="020B0606020203020204" pitchFamily="34" charset="0"/>
                <a:ea typeface="FedEx Sans Cd" panose="020B0606020203020204" pitchFamily="34" charset="0"/>
                <a:cs typeface="FedEx Sans Cd" panose="020B0606020203020204" pitchFamily="34" charset="0"/>
              </a:rPr>
              <a:t>to achieve equal vertical spacing after adding or deleting a chevron/content group.</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11</a:t>
            </a:fld>
            <a:endParaRPr lang="en-US"/>
          </a:p>
        </p:txBody>
      </p:sp>
    </p:spTree>
    <p:extLst>
      <p:ext uri="{BB962C8B-B14F-4D97-AF65-F5344CB8AC3E}">
        <p14:creationId xmlns:p14="http://schemas.microsoft.com/office/powerpoint/2010/main" val="4235363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55000" lnSpcReduction="20000"/>
          </a:bodyPr>
          <a:lstStyle/>
          <a:p>
            <a:pPr defTabSz="922721">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chevrons are created using a SmartArt graphic. Right click on the graphic to add a chevron or to select and delete a chevron you wish to remove (you will need to manually edit the numbers in both cases). The corresponding content placeholders will need to be adjusted manually by duplicating or deleting an existing placeholder and repositioning as needed.</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defTabSz="922721">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12</a:t>
            </a:fld>
            <a:endParaRPr lang="en-US"/>
          </a:p>
        </p:txBody>
      </p:sp>
    </p:spTree>
    <p:extLst>
      <p:ext uri="{BB962C8B-B14F-4D97-AF65-F5344CB8AC3E}">
        <p14:creationId xmlns:p14="http://schemas.microsoft.com/office/powerpoint/2010/main" val="2925289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55000" lnSpcReduction="20000"/>
          </a:bodyPr>
          <a:lstStyle/>
          <a:p>
            <a:r>
              <a:rPr lang="en-US" dirty="0">
                <a:latin typeface="FedEx Sans Cd" panose="020B0606020203020204" pitchFamily="34" charset="0"/>
                <a:ea typeface="FedEx Sans Cd" panose="020B0606020203020204" pitchFamily="34" charset="0"/>
                <a:cs typeface="FedEx Sans Cd" panose="020B0606020203020204" pitchFamily="34" charset="0"/>
              </a:rPr>
              <a:t>This graphic uses</a:t>
            </a:r>
            <a:r>
              <a:rPr lang="en-US" baseline="0" dirty="0">
                <a:latin typeface="FedEx Sans Cd" panose="020B0606020203020204" pitchFamily="34" charset="0"/>
                <a:ea typeface="FedEx Sans Cd" panose="020B0606020203020204" pitchFamily="34" charset="0"/>
                <a:cs typeface="FedEx Sans Cd" panose="020B0606020203020204" pitchFamily="34" charset="0"/>
              </a:rPr>
              <a:t> 2 separate tables for the top group of dates/content placeholders and the bottom group of dates/content placeholders – you may add or delete columns as needed. The highlight/color time markers are box overlays that will need to be adjusted manually. It is best to create this highlighted version first, and then duplicate the slide and delete the highlight box for use as the generic timeline.  </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latin typeface="FedEx Sans Cd" panose="020B0606020203020204" pitchFamily="34" charset="0"/>
                <a:ea typeface="FedEx Sans Cd" panose="020B0606020203020204" pitchFamily="34" charset="0"/>
                <a:cs typeface="FedEx Sans Cd" panose="020B0606020203020204" pitchFamily="34" charset="0"/>
              </a:rPr>
              <a:t>TIP: </a:t>
            </a:r>
            <a:r>
              <a:rPr lang="en-US" baseline="0" dirty="0">
                <a:latin typeface="FedEx Sans Cd" panose="020B0606020203020204" pitchFamily="34" charset="0"/>
                <a:ea typeface="FedEx Sans Cd" panose="020B0606020203020204" pitchFamily="34" charset="0"/>
                <a:cs typeface="FedEx Sans Cd" panose="020B0606020203020204" pitchFamily="34" charset="0"/>
              </a:rPr>
              <a:t>Zoom in to grab a side anchor and adjust the width of a box – this will allow you to stretch the width without affecting the height or vertical placement of the boxes.</a:t>
            </a: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endParaRPr lang="en-US" baseline="0"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13</a:t>
            </a:fld>
            <a:endParaRPr lang="en-US"/>
          </a:p>
        </p:txBody>
      </p:sp>
    </p:spTree>
    <p:extLst>
      <p:ext uri="{BB962C8B-B14F-4D97-AF65-F5344CB8AC3E}">
        <p14:creationId xmlns:p14="http://schemas.microsoft.com/office/powerpoint/2010/main" val="1700462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55000" lnSpcReduction="20000"/>
          </a:bodyPr>
          <a:lstStyle/>
          <a:p>
            <a:pPr defTabSz="922721">
              <a:defRPr/>
            </a:pPr>
            <a:r>
              <a:rPr lang="en-US" dirty="0">
                <a:latin typeface="FedEx Sans Cd" panose="020B0606020203020204" pitchFamily="34" charset="0"/>
                <a:ea typeface="FedEx Sans Cd" panose="020B0606020203020204" pitchFamily="34" charset="0"/>
                <a:cs typeface="FedEx Sans Cd" panose="020B0606020203020204" pitchFamily="34" charset="0"/>
              </a:rPr>
              <a:t>The pyramid is created using a SmartArt graphic. Right click on the graphic to add a shape, or to select and delete a shape you wish to remove (you will need to manually edit the numbers in both cases). The corresponding content placeholders will need to be adjusted manually by duplicating or deleting an existing placeholder and repositioning as needed.</a:t>
            </a:r>
          </a:p>
          <a:p>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defTabSz="922721">
              <a:defRPr/>
            </a:pPr>
            <a:r>
              <a:rPr lang="en-US" b="1" dirty="0">
                <a:latin typeface="FedEx Sans Cd" panose="020B0606020203020204" pitchFamily="34" charset="0"/>
                <a:ea typeface="FedEx Sans Cd" panose="020B0606020203020204" pitchFamily="34" charset="0"/>
                <a:cs typeface="FedEx Sans Cd" panose="020B0606020203020204" pitchFamily="34" charset="0"/>
              </a:rPr>
              <a:t>Tip:</a:t>
            </a:r>
            <a:r>
              <a:rPr lang="en-US" dirty="0">
                <a:latin typeface="FedEx Sans Cd" panose="020B0606020203020204" pitchFamily="34" charset="0"/>
                <a:ea typeface="FedEx Sans Cd" panose="020B0606020203020204" pitchFamily="34" charset="0"/>
                <a:cs typeface="FedEx Sans Cd" panose="020B0606020203020204" pitchFamily="34" charset="0"/>
              </a:rPr>
              <a:t> After positioning the top and bottom content placeholders, use the </a:t>
            </a:r>
            <a:r>
              <a:rPr lang="en-US" b="1" dirty="0">
                <a:latin typeface="FedEx Sans Cd" panose="020B0606020203020204" pitchFamily="34" charset="0"/>
                <a:ea typeface="FedEx Sans Cd" panose="020B0606020203020204" pitchFamily="34" charset="0"/>
                <a:cs typeface="FedEx Sans Cd" panose="020B0606020203020204" pitchFamily="34" charset="0"/>
              </a:rPr>
              <a:t>Format &gt; Align &gt; Distribute-Vertically </a:t>
            </a:r>
            <a:r>
              <a:rPr lang="en-US" dirty="0">
                <a:latin typeface="FedEx Sans Cd" panose="020B0606020203020204" pitchFamily="34" charset="0"/>
                <a:ea typeface="FedEx Sans Cd" panose="020B0606020203020204" pitchFamily="34" charset="0"/>
                <a:cs typeface="FedEx Sans Cd" panose="020B0606020203020204" pitchFamily="34" charset="0"/>
              </a:rPr>
              <a:t>to achieve equal vertical spacing.</a:t>
            </a:r>
          </a:p>
          <a:p>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3DA09BFF-9304-4EE8-967B-56F816FBB8C1}" type="slidenum">
              <a:rPr lang="en-US" smtClean="0"/>
              <a:pPr/>
              <a:t>14</a:t>
            </a:fld>
            <a:endParaRPr lang="en-US"/>
          </a:p>
        </p:txBody>
      </p:sp>
    </p:spTree>
    <p:extLst>
      <p:ext uri="{BB962C8B-B14F-4D97-AF65-F5344CB8AC3E}">
        <p14:creationId xmlns:p14="http://schemas.microsoft.com/office/powerpoint/2010/main" val="1196936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fontScale="70000" lnSpcReduction="20000"/>
          </a:bodyPr>
          <a:lstStyle/>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eaLnBrk="1" hangingPunct="1">
              <a:buFont typeface="Arial" pitchFamily="34" charset="0"/>
              <a:buChar char="•"/>
            </a:pPr>
            <a:endParaRPr lang="en-US" b="0" baseline="0"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10"/>
          </p:nvPr>
        </p:nvSpPr>
        <p:spPr/>
        <p:txBody>
          <a:bodyPr/>
          <a:lstStyle/>
          <a:p>
            <a:fld id="{E7FE677A-78C3-4723-ABCD-0025B1878800}" type="slidenum">
              <a:rPr lang="en-US" smtClean="0"/>
              <a:pPr/>
              <a:t>15</a:t>
            </a:fld>
            <a:endParaRPr lang="en-US"/>
          </a:p>
        </p:txBody>
      </p:sp>
    </p:spTree>
    <p:extLst>
      <p:ext uri="{BB962C8B-B14F-4D97-AF65-F5344CB8AC3E}">
        <p14:creationId xmlns:p14="http://schemas.microsoft.com/office/powerpoint/2010/main" val="2683741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lvl="0">
              <a:lnSpc>
                <a:spcPct val="107000"/>
              </a:lnSpc>
              <a:tabLst>
                <a:tab pos="457200" algn="l"/>
              </a:tabLst>
            </a:pPr>
            <a:r>
              <a:rPr lang="en-US" b="1"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Editing Colors: </a:t>
            </a:r>
          </a:p>
          <a:p>
            <a:pPr marL="171450" lvl="0" indent="-171450">
              <a:lnSpc>
                <a:spcPct val="107000"/>
              </a:lnSpc>
              <a:buFont typeface="Arial" panose="020B0604020202020204" pitchFamily="34" charset="0"/>
              <a:buChar char="•"/>
              <a:tabLst>
                <a:tab pos="457200" algn="l"/>
              </a:tabLst>
            </a:pPr>
            <a:r>
              <a:rPr lang="en-US" dirty="0">
                <a:latin typeface="FedEx Sans Cd" panose="020B0606020203020204" pitchFamily="34" charset="0"/>
                <a:ea typeface="FedEx Sans Cd" panose="020B0606020203020204" pitchFamily="34" charset="0"/>
                <a:cs typeface="FedEx Sans Cd" panose="020B0606020203020204" pitchFamily="34" charset="0"/>
              </a:rPr>
              <a:t>For charts and graphs, the FedEx gradient values and tints of those values can be used. These defined colors can be found within the Format tool under ‘custom colors’ when you edit colors within the chart. Use the instructions below to know which color to select based on how many data points you are using in your chart. See order of colors below.</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lvl="0" indent="-171450">
              <a:lnSpc>
                <a:spcPct val="107000"/>
              </a:lnSpc>
              <a:buFont typeface="Arial" panose="020B0604020202020204" pitchFamily="34" charset="0"/>
              <a:buChar char="•"/>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Prioritize contrast. Gradients do not always need to go in this order– especially in charts/graphs if it would compromise legibility and contrast. Use your best judgment here – for instance, you wouldn’t place two similar purples next to each other.</a:t>
            </a:r>
          </a:p>
          <a:p>
            <a:pPr marL="171450" lvl="0" indent="-171450">
              <a:lnSpc>
                <a:spcPct val="107000"/>
              </a:lnSpc>
              <a:buFont typeface="Arial" panose="020B0604020202020204" pitchFamily="34" charset="0"/>
              <a:buChar char="•"/>
              <a:tabLst>
                <a:tab pos="457200" algn="l"/>
              </a:tabLst>
            </a:pPr>
            <a:endPar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endParaRPr>
          </a:p>
          <a:p>
            <a:pPr marL="171450" marR="0" lvl="0" indent="-171450" algn="l" defTabSz="914400" rtl="0" eaLnBrk="1" fontAlgn="auto" latinLnBrk="0" hangingPunct="1">
              <a:lnSpc>
                <a:spcPct val="107000"/>
              </a:lnSpc>
              <a:spcBef>
                <a:spcPts val="0"/>
              </a:spcBef>
              <a:spcAft>
                <a:spcPts val="0"/>
              </a:spcAft>
              <a:buClrTx/>
              <a:buSzTx/>
              <a:buFont typeface="Arial" panose="020B0604020202020204" pitchFamily="34" charset="0"/>
              <a:buChar char="•"/>
              <a:tabLst>
                <a:tab pos="457200" algn="l"/>
              </a:tabLst>
              <a:defRPr/>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Go to </a:t>
            </a:r>
            <a:r>
              <a:rPr lang="en-US" b="1" dirty="0" err="1">
                <a:solidFill>
                  <a:prstClr val="black"/>
                </a:solidFill>
                <a:latin typeface="FedEx Sans Cd" panose="020B0606020203020204" pitchFamily="34" charset="0"/>
                <a:ea typeface="FedEx Sans Cd" panose="020B0606020203020204" pitchFamily="34" charset="0"/>
                <a:cs typeface="FedEx Sans Cd" panose="020B0606020203020204" pitchFamily="34" charset="0"/>
              </a:rPr>
              <a:t>brand.fedex.com</a:t>
            </a: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for a refresher on the FedEx brand style and download the Brand Playbook for more details on using charting colors and tints.</a:t>
            </a:r>
          </a:p>
          <a:p>
            <a:pPr lvl="0">
              <a:lnSpc>
                <a:spcPct val="107000"/>
              </a:lnSpc>
              <a:tabLst>
                <a:tab pos="457200" algn="l"/>
              </a:tabLst>
            </a:pPr>
            <a:r>
              <a:rPr lang="en-US" dirty="0">
                <a:solidFill>
                  <a:prstClr val="black"/>
                </a:solidFill>
                <a:latin typeface="FedEx Sans Cd" panose="020B0606020203020204" pitchFamily="34" charset="0"/>
                <a:ea typeface="FedEx Sans Cd" panose="020B0606020203020204" pitchFamily="34" charset="0"/>
                <a:cs typeface="FedEx Sans Cd" panose="020B0606020203020204" pitchFamily="34" charset="0"/>
              </a:rPr>
              <a:t> </a:t>
            </a:r>
          </a:p>
          <a:p>
            <a:r>
              <a:rPr lang="en-US" b="1" dirty="0">
                <a:latin typeface="FedEx Sans Cd" panose="020B0606020203020204" pitchFamily="34" charset="0"/>
                <a:ea typeface="FedEx Sans Cd" panose="020B0606020203020204" pitchFamily="34" charset="0"/>
                <a:cs typeface="FedEx Sans Cd" panose="020B0606020203020204" pitchFamily="34" charset="0"/>
              </a:rPr>
              <a:t>Here are the order of colors: </a:t>
            </a:r>
          </a:p>
          <a:p>
            <a:r>
              <a:rPr lang="en-US" i="1" dirty="0">
                <a:latin typeface="FedEx Sans Cd" panose="020B0606020203020204" pitchFamily="34" charset="0"/>
                <a:ea typeface="FedEx Sans Cd" panose="020B0606020203020204" pitchFamily="34" charset="0"/>
                <a:cs typeface="FedEx Sans Cd" panose="020B0606020203020204" pitchFamily="34" charset="0"/>
              </a:rPr>
              <a:t>(Note: Shades of gray may also be used instead of core or gradient colors.)</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1 color, use color 1 or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2 colors, use colors 1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3 colors, use colors 1, 2,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4 colors, use colors 1, 2, 3, and 5</a:t>
            </a:r>
          </a:p>
          <a:p>
            <a:pPr marL="171450" lvl="0" indent="-171450" algn="l" defTabSz="914400" rtl="0" eaLnBrk="1" latinLnBrk="0" hangingPunct="1">
              <a:lnSpc>
                <a:spcPct val="107000"/>
              </a:lnSpc>
              <a:buFont typeface="Arial" panose="020B0604020202020204" pitchFamily="34" charset="0"/>
              <a:buChar char="•"/>
              <a:tabLst>
                <a:tab pos="457200" algn="l"/>
              </a:tabLst>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5 colors, use colors 1, 2, 3, 4, and 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For 6 + colors, use colors 1, 2, 3, 4, 5, and 6 + continue using colors 7, 8, 9, and 10 in order as needed. </a:t>
            </a: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endParaRPr lang="en-US" dirty="0">
              <a:latin typeface="FedEx Sans Cd" panose="020B0606020203020204" pitchFamily="34" charset="0"/>
              <a:ea typeface="FedEx Sans Cd" panose="020B0606020203020204" pitchFamily="34" charset="0"/>
              <a:cs typeface="FedEx Sans Cd" panose="020B0606020203020204" pitchFamily="34" charset="0"/>
            </a:endParaRPr>
          </a:p>
          <a:p>
            <a:pPr lvl="0">
              <a:defRPr/>
            </a:pPr>
            <a:r>
              <a:rPr lang="en-US" b="1" dirty="0">
                <a:latin typeface="FedEx Sans Cd" panose="020B0606020203020204" pitchFamily="34" charset="0"/>
                <a:ea typeface="FedEx Sans Cd" panose="020B0606020203020204" pitchFamily="34" charset="0"/>
                <a:cs typeface="FedEx Sans Cd" panose="020B0606020203020204" pitchFamily="34" charset="0"/>
              </a:rPr>
              <a:t>RGB color value:</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purple 1: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77, 20, 140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2: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125, 34, 195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3: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166, 54, 133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4: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199, 71, 85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FedEx orange 5: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255, 102, 0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6: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130, 91, 175</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7: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164, 100, 213</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8: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193, 114, 170</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9: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216, 126, 136</a:t>
            </a:r>
          </a:p>
          <a:p>
            <a:pPr marL="171450" lvl="0" indent="-171450" algn="l" defTabSz="914400" rtl="0" eaLnBrk="1" latinLnBrk="0" hangingPunct="1">
              <a:lnSpc>
                <a:spcPct val="107000"/>
              </a:lnSpc>
              <a:buFont typeface="Arial" panose="020B0604020202020204" pitchFamily="34" charset="0"/>
              <a:buChar char="•"/>
              <a:tabLst>
                <a:tab pos="457200" algn="l"/>
              </a:tabLst>
              <a:defRPr/>
            </a:pPr>
            <a:r>
              <a:rPr lang="en-US" sz="1200" b="1"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Color 10: </a:t>
            </a:r>
            <a:r>
              <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255, 145, 77</a:t>
            </a:r>
          </a:p>
          <a:p>
            <a:pPr marL="171450" lvl="0" indent="-171450" algn="l" defTabSz="914400" rtl="0" eaLnBrk="1" latinLnBrk="0" hangingPunct="1">
              <a:lnSpc>
                <a:spcPct val="107000"/>
              </a:lnSpc>
              <a:buFont typeface="Arial" panose="020B0604020202020204" pitchFamily="34" charset="0"/>
              <a:buChar char="•"/>
              <a:tabLst>
                <a:tab pos="457200" algn="l"/>
              </a:tabLst>
              <a:defRPr/>
            </a:pPr>
            <a:endParaRPr lang="en-US" sz="1200" kern="120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endParaRPr>
          </a:p>
          <a:p>
            <a:endParaRPr lang="en-US" dirty="0">
              <a:latin typeface="FedEx Sans Cd" panose="020B0606020203020204" pitchFamily="34" charset="0"/>
              <a:ea typeface="FedEx Sans Cd" panose="020B0606020203020204" pitchFamily="34" charset="0"/>
              <a:cs typeface="FedEx Sans Cd" panose="020B0606020203020204" pitchFamily="34" charset="0"/>
            </a:endParaRPr>
          </a:p>
        </p:txBody>
      </p:sp>
      <p:sp>
        <p:nvSpPr>
          <p:cNvPr id="4" name="Slide Number Placeholder 3"/>
          <p:cNvSpPr>
            <a:spLocks noGrp="1"/>
          </p:cNvSpPr>
          <p:nvPr>
            <p:ph type="sldNum" sz="quarter" idx="5"/>
          </p:nvPr>
        </p:nvSpPr>
        <p:spPr/>
        <p:txBody>
          <a:bodyPr/>
          <a:lstStyle/>
          <a:p>
            <a:fld id="{A54526E3-6B98-1544-A302-8E95E7ADFB51}" type="slidenum">
              <a:rPr lang="en-US" smtClean="0"/>
              <a:t>16</a:t>
            </a:fld>
            <a:endParaRPr lang="en-US"/>
          </a:p>
        </p:txBody>
      </p:sp>
    </p:spTree>
    <p:extLst>
      <p:ext uri="{BB962C8B-B14F-4D97-AF65-F5344CB8AC3E}">
        <p14:creationId xmlns:p14="http://schemas.microsoft.com/office/powerpoint/2010/main" val="131219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a:bodyPr>
          <a:lstStyle/>
          <a:p>
            <a:pPr eaLnBrk="1" hangingPunct="1">
              <a:buFont typeface="Arial" pitchFamily="34" charset="0"/>
              <a:buChar char="•"/>
            </a:pPr>
            <a:endParaRPr lang="en-US" b="0" baseline="0" dirty="0"/>
          </a:p>
        </p:txBody>
      </p:sp>
      <p:sp>
        <p:nvSpPr>
          <p:cNvPr id="4" name="Slide Number Placeholder 3"/>
          <p:cNvSpPr>
            <a:spLocks noGrp="1"/>
          </p:cNvSpPr>
          <p:nvPr>
            <p:ph type="sldNum" sz="quarter" idx="10"/>
          </p:nvPr>
        </p:nvSpPr>
        <p:spPr/>
        <p:txBody>
          <a:bodyPr/>
          <a:lstStyle/>
          <a:p>
            <a:fld id="{E7FE677A-78C3-4723-ABCD-0025B1878800}" type="slidenum">
              <a:rPr lang="en-US" smtClean="0"/>
              <a:pPr/>
              <a:t>17</a:t>
            </a:fld>
            <a:endParaRPr lang="en-US"/>
          </a:p>
        </p:txBody>
      </p:sp>
    </p:spTree>
    <p:extLst>
      <p:ext uri="{BB962C8B-B14F-4D97-AF65-F5344CB8AC3E}">
        <p14:creationId xmlns:p14="http://schemas.microsoft.com/office/powerpoint/2010/main" val="1274850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7FE677A-78C3-4723-ABCD-0025B1878800}" type="slidenum">
              <a:rPr lang="en-US" smtClean="0"/>
              <a:pPr/>
              <a:t>18</a:t>
            </a:fld>
            <a:endParaRPr lang="en-US"/>
          </a:p>
        </p:txBody>
      </p:sp>
    </p:spTree>
    <p:extLst>
      <p:ext uri="{BB962C8B-B14F-4D97-AF65-F5344CB8AC3E}">
        <p14:creationId xmlns:p14="http://schemas.microsoft.com/office/powerpoint/2010/main" val="2269591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4526E3-6B98-1544-A302-8E95E7ADFB51}" type="slidenum">
              <a:rPr lang="en-US" smtClean="0"/>
              <a:t>19</a:t>
            </a:fld>
            <a:endParaRPr lang="en-US"/>
          </a:p>
        </p:txBody>
      </p:sp>
    </p:spTree>
    <p:extLst>
      <p:ext uri="{BB962C8B-B14F-4D97-AF65-F5344CB8AC3E}">
        <p14:creationId xmlns:p14="http://schemas.microsoft.com/office/powerpoint/2010/main" val="3568117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a:bodyPr>
          <a:lstStyle/>
          <a:p>
            <a:pPr eaLnBrk="1" hangingPunct="1">
              <a:buFont typeface="Arial" pitchFamily="34" charset="0"/>
              <a:buChar char="•"/>
            </a:pPr>
            <a:endParaRPr lang="en-US" b="0" baseline="0" dirty="0"/>
          </a:p>
        </p:txBody>
      </p:sp>
      <p:sp>
        <p:nvSpPr>
          <p:cNvPr id="4" name="Slide Number Placeholder 3"/>
          <p:cNvSpPr>
            <a:spLocks noGrp="1"/>
          </p:cNvSpPr>
          <p:nvPr>
            <p:ph type="sldNum" sz="quarter" idx="10"/>
          </p:nvPr>
        </p:nvSpPr>
        <p:spPr/>
        <p:txBody>
          <a:bodyPr/>
          <a:lstStyle/>
          <a:p>
            <a:fld id="{E7FE677A-78C3-4723-ABCD-0025B1878800}" type="slidenum">
              <a:rPr lang="en-US" smtClean="0"/>
              <a:pPr/>
              <a:t>20</a:t>
            </a:fld>
            <a:endParaRPr lang="en-US"/>
          </a:p>
        </p:txBody>
      </p:sp>
    </p:spTree>
    <p:extLst>
      <p:ext uri="{BB962C8B-B14F-4D97-AF65-F5344CB8AC3E}">
        <p14:creationId xmlns:p14="http://schemas.microsoft.com/office/powerpoint/2010/main" val="350202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a:bodyPr>
          <a:lstStyle/>
          <a:p>
            <a:pPr lvl="0">
              <a:lnSpc>
                <a:spcPct val="107000"/>
              </a:lnSpc>
              <a:tabLst>
                <a:tab pos="457200" algn="l"/>
              </a:tabLst>
            </a:pPr>
            <a:endParaRPr lang="en-US" sz="1200" kern="1200" dirty="0">
              <a:solidFill>
                <a:schemeClr val="tx1"/>
              </a:solidFill>
              <a:latin typeface="FedEx Sans Cd Light" panose="020B0406020203020204" pitchFamily="34" charset="0"/>
              <a:ea typeface="FedEx Sans Cd Light" panose="020B0406020203020204" pitchFamily="34" charset="0"/>
              <a:cs typeface="FedEx Sans Cd Light" panose="020B0406020203020204" pitchFamily="34" charset="0"/>
            </a:endParaRPr>
          </a:p>
        </p:txBody>
      </p:sp>
      <p:sp>
        <p:nvSpPr>
          <p:cNvPr id="4" name="Slide Number Placeholder 3"/>
          <p:cNvSpPr>
            <a:spLocks noGrp="1"/>
          </p:cNvSpPr>
          <p:nvPr>
            <p:ph type="sldNum" sz="quarter" idx="10"/>
          </p:nvPr>
        </p:nvSpPr>
        <p:spPr/>
        <p:txBody>
          <a:bodyPr/>
          <a:lstStyle/>
          <a:p>
            <a:fld id="{E7FE677A-78C3-4723-ABCD-0025B1878800}" type="slidenum">
              <a:rPr lang="en-US" smtClean="0"/>
              <a:pPr/>
              <a:t>22</a:t>
            </a:fld>
            <a:endParaRPr lang="en-US"/>
          </a:p>
        </p:txBody>
      </p:sp>
    </p:spTree>
    <p:extLst>
      <p:ext uri="{BB962C8B-B14F-4D97-AF65-F5344CB8AC3E}">
        <p14:creationId xmlns:p14="http://schemas.microsoft.com/office/powerpoint/2010/main" val="1160902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203950" cy="3490912"/>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DA09BFF-9304-4EE8-967B-56F816FBB8C1}" type="slidenum">
              <a:rPr lang="en-US" smtClean="0"/>
              <a:pPr/>
              <a:t>23</a:t>
            </a:fld>
            <a:endParaRPr lang="en-US"/>
          </a:p>
        </p:txBody>
      </p:sp>
    </p:spTree>
    <p:extLst>
      <p:ext uri="{BB962C8B-B14F-4D97-AF65-F5344CB8AC3E}">
        <p14:creationId xmlns:p14="http://schemas.microsoft.com/office/powerpoint/2010/main" val="2634662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1.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1.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1.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1.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1.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1.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1.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1.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1.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ogo_White Title Slide">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B5106553-5911-5249-B1C6-882CB01E5E12}"/>
              </a:ext>
            </a:extLst>
          </p:cNvPr>
          <p:cNvSpPr>
            <a:spLocks noGrp="1"/>
          </p:cNvSpPr>
          <p:nvPr>
            <p:ph type="body" sz="quarter" idx="21" hasCustomPrompt="1"/>
          </p:nvPr>
        </p:nvSpPr>
        <p:spPr>
          <a:xfrm>
            <a:off x="2476500" y="2458290"/>
            <a:ext cx="7277100" cy="2542688"/>
          </a:xfrm>
        </p:spPr>
        <p:txBody>
          <a:bodyPr/>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vl3pPr>
              <a:spcAft>
                <a:spcPts val="600"/>
              </a:spcAft>
              <a:defRPr sz="1800">
                <a:solidFill>
                  <a:schemeClr val="tx1"/>
                </a:solidFill>
              </a:defRPr>
            </a:lvl3pPr>
          </a:lstStyle>
          <a:p>
            <a:pPr lvl="0"/>
            <a:r>
              <a:rPr lang="en-US" dirty="0"/>
              <a:t>Presentation title goes here</a:t>
            </a:r>
          </a:p>
          <a:p>
            <a:pPr lvl="1"/>
            <a:r>
              <a:rPr lang="en-US" dirty="0"/>
              <a:t>Presenter name or subheading goes here: keep it short</a:t>
            </a:r>
          </a:p>
          <a:p>
            <a:pPr lvl="2"/>
            <a:r>
              <a:rPr lang="en-US" dirty="0"/>
              <a:t>Date 00, 0000</a:t>
            </a:r>
          </a:p>
        </p:txBody>
      </p:sp>
      <p:sp>
        <p:nvSpPr>
          <p:cNvPr id="9" name="Logo">
            <a:extLst>
              <a:ext uri="{FF2B5EF4-FFF2-40B4-BE49-F238E27FC236}">
                <a16:creationId xmlns:a16="http://schemas.microsoft.com/office/drawing/2014/main" id="{306553B9-161B-394F-AA55-EC100F64460C}"/>
              </a:ext>
            </a:extLst>
          </p:cNvPr>
          <p:cNvSpPr>
            <a:spLocks noGrp="1"/>
          </p:cNvSpPr>
          <p:nvPr>
            <p:ph type="pic" sz="quarter" idx="22" hasCustomPrompt="1"/>
          </p:nvPr>
        </p:nvSpPr>
        <p:spPr>
          <a:xfrm rot="16200000">
            <a:off x="-1257300" y="2131964"/>
            <a:ext cx="4901184" cy="2386584"/>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1454183955"/>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ogo_Purple Title Slide">
    <p:bg>
      <p:bgPr>
        <a:solidFill>
          <a:schemeClr val="tx2"/>
        </a:solidFill>
        <a:effectLst/>
      </p:bgPr>
    </p:bg>
    <p:spTree>
      <p:nvGrpSpPr>
        <p:cNvPr id="1" name=""/>
        <p:cNvGrpSpPr/>
        <p:nvPr/>
      </p:nvGrpSpPr>
      <p:grpSpPr>
        <a:xfrm>
          <a:off x="0" y="0"/>
          <a:ext cx="0" cy="0"/>
          <a:chOff x="0" y="0"/>
          <a:chExt cx="0" cy="0"/>
        </a:xfrm>
      </p:grpSpPr>
      <p:sp>
        <p:nvSpPr>
          <p:cNvPr id="11" name="Text Placeholder">
            <a:extLst>
              <a:ext uri="{FF2B5EF4-FFF2-40B4-BE49-F238E27FC236}">
                <a16:creationId xmlns:a16="http://schemas.microsoft.com/office/drawing/2014/main" id="{75A74C69-2F8A-4A4F-912F-6F5B1E2F9DC2}"/>
              </a:ext>
            </a:extLst>
          </p:cNvPr>
          <p:cNvSpPr>
            <a:spLocks noGrp="1"/>
          </p:cNvSpPr>
          <p:nvPr>
            <p:ph type="body" sz="quarter" idx="21" hasCustomPrompt="1"/>
          </p:nvPr>
        </p:nvSpPr>
        <p:spPr>
          <a:xfrm>
            <a:off x="2476500" y="2458290"/>
            <a:ext cx="7277100" cy="2542688"/>
          </a:xfrm>
        </p:spPr>
        <p:txBody>
          <a:bodyPr/>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defRPr>
            </a:lvl2pPr>
            <a:lvl3pPr>
              <a:spcAft>
                <a:spcPts val="600"/>
              </a:spcAft>
              <a:defRPr sz="1800">
                <a:solidFill>
                  <a:schemeClr val="bg1"/>
                </a:solidFill>
              </a:defRPr>
            </a:lvl3pPr>
          </a:lstStyle>
          <a:p>
            <a:pPr lvl="0"/>
            <a:r>
              <a:rPr lang="en-US" dirty="0"/>
              <a:t>Presentation title goes here</a:t>
            </a:r>
          </a:p>
          <a:p>
            <a:pPr lvl="1"/>
            <a:r>
              <a:rPr lang="en-US" dirty="0"/>
              <a:t>Presenter name or subheading goes here: keep it short</a:t>
            </a:r>
          </a:p>
          <a:p>
            <a:pPr lvl="2"/>
            <a:r>
              <a:rPr lang="en-US" dirty="0"/>
              <a:t>Date 00, 0000</a:t>
            </a:r>
          </a:p>
        </p:txBody>
      </p:sp>
      <p:sp>
        <p:nvSpPr>
          <p:cNvPr id="9" name="Logo">
            <a:extLst>
              <a:ext uri="{FF2B5EF4-FFF2-40B4-BE49-F238E27FC236}">
                <a16:creationId xmlns:a16="http://schemas.microsoft.com/office/drawing/2014/main" id="{5A281E5F-DA63-AA4A-9FE8-460D0CD32342}"/>
              </a:ext>
            </a:extLst>
          </p:cNvPr>
          <p:cNvSpPr>
            <a:spLocks noGrp="1"/>
          </p:cNvSpPr>
          <p:nvPr>
            <p:ph type="pic" sz="quarter" idx="22" hasCustomPrompt="1"/>
          </p:nvPr>
        </p:nvSpPr>
        <p:spPr>
          <a:xfrm rot="16200000">
            <a:off x="-1257300" y="2131964"/>
            <a:ext cx="4901184" cy="2386584"/>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684541188"/>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ogo_Title Slide Image (full bleed)">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D80369D-202D-9141-92AA-D009B1D0D41A}"/>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endParaRPr lang="en-US"/>
          </a:p>
        </p:txBody>
      </p:sp>
      <p:sp>
        <p:nvSpPr>
          <p:cNvPr id="11" name="Text Placeholder">
            <a:extLst>
              <a:ext uri="{FF2B5EF4-FFF2-40B4-BE49-F238E27FC236}">
                <a16:creationId xmlns:a16="http://schemas.microsoft.com/office/drawing/2014/main" id="{75A74C69-2F8A-4A4F-912F-6F5B1E2F9DC2}"/>
              </a:ext>
            </a:extLst>
          </p:cNvPr>
          <p:cNvSpPr>
            <a:spLocks noGrp="1"/>
          </p:cNvSpPr>
          <p:nvPr>
            <p:ph type="body" sz="quarter" idx="21" hasCustomPrompt="1"/>
          </p:nvPr>
        </p:nvSpPr>
        <p:spPr>
          <a:xfrm>
            <a:off x="571500" y="4456176"/>
            <a:ext cx="9182100" cy="1563624"/>
          </a:xfrm>
        </p:spPr>
        <p:txBody>
          <a:bodyPr anchor="b" anchorCtr="0"/>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defRPr>
            </a:lvl2pPr>
            <a:lvl3pPr>
              <a:spcAft>
                <a:spcPts val="600"/>
              </a:spcAft>
              <a:defRPr sz="1800">
                <a:solidFill>
                  <a:schemeClr val="bg1"/>
                </a:solidFill>
              </a:defRPr>
            </a:lvl3pPr>
          </a:lstStyle>
          <a:p>
            <a:pPr lvl="0"/>
            <a:r>
              <a:rPr lang="en-US" dirty="0"/>
              <a:t>Presentation title goes here</a:t>
            </a:r>
          </a:p>
          <a:p>
            <a:pPr lvl="1"/>
            <a:r>
              <a:rPr lang="en-US" dirty="0"/>
              <a:t>Presenter name or subheading goes here: keep it short</a:t>
            </a:r>
          </a:p>
          <a:p>
            <a:pPr lvl="2"/>
            <a:r>
              <a:rPr lang="en-US" dirty="0"/>
              <a:t>Date 00, 0000</a:t>
            </a:r>
          </a:p>
        </p:txBody>
      </p:sp>
      <p:sp>
        <p:nvSpPr>
          <p:cNvPr id="3" name="Logo">
            <a:extLst>
              <a:ext uri="{FF2B5EF4-FFF2-40B4-BE49-F238E27FC236}">
                <a16:creationId xmlns:a16="http://schemas.microsoft.com/office/drawing/2014/main" id="{ED1C7EAB-8534-664A-9D87-065ADD952604}"/>
              </a:ext>
            </a:extLst>
          </p:cNvPr>
          <p:cNvSpPr>
            <a:spLocks noGrp="1"/>
          </p:cNvSpPr>
          <p:nvPr>
            <p:ph type="pic" sz="quarter" idx="22" hasCustomPrompt="1"/>
          </p:nvPr>
        </p:nvSpPr>
        <p:spPr>
          <a:xfrm>
            <a:off x="139337" y="399288"/>
            <a:ext cx="3200400" cy="1563624"/>
          </a:xfrm>
          <a:noFill/>
        </p:spPr>
        <p:txBody>
          <a:bodyPr anchor="ctr" anchorCtr="0">
            <a:normAutofit/>
          </a:bodyPr>
          <a:lstStyle>
            <a:lvl1pPr algn="ctr">
              <a:defRPr sz="1400"/>
            </a:lvl1pPr>
          </a:lstStyle>
          <a:p>
            <a:r>
              <a:rPr lang="en-US"/>
              <a:t>Logo placeholder</a:t>
            </a:r>
          </a:p>
        </p:txBody>
      </p:sp>
    </p:spTree>
    <p:extLst>
      <p:ext uri="{BB962C8B-B14F-4D97-AF65-F5344CB8AC3E}">
        <p14:creationId xmlns:p14="http://schemas.microsoft.com/office/powerpoint/2010/main" val="57101382"/>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ogo_X-Full Cover (white)">
    <p:spTree>
      <p:nvGrpSpPr>
        <p:cNvPr id="1" name=""/>
        <p:cNvGrpSpPr/>
        <p:nvPr/>
      </p:nvGrpSpPr>
      <p:grpSpPr>
        <a:xfrm>
          <a:off x="0" y="0"/>
          <a:ext cx="0" cy="0"/>
          <a:chOff x="0" y="0"/>
          <a:chExt cx="0" cy="0"/>
        </a:xfrm>
      </p:grpSpPr>
      <p:sp>
        <p:nvSpPr>
          <p:cNvPr id="34" name="Supporting Image">
            <a:extLst>
              <a:ext uri="{FF2B5EF4-FFF2-40B4-BE49-F238E27FC236}">
                <a16:creationId xmlns:a16="http://schemas.microsoft.com/office/drawing/2014/main" id="{4C5AB955-510F-014D-98D8-DC6D82563CC7}"/>
              </a:ext>
            </a:extLst>
          </p:cNvPr>
          <p:cNvSpPr>
            <a:spLocks noGrp="1"/>
          </p:cNvSpPr>
          <p:nvPr>
            <p:ph type="pic" sz="quarter" idx="17"/>
          </p:nvPr>
        </p:nvSpPr>
        <p:spPr>
          <a:xfrm>
            <a:off x="2956230" y="0"/>
            <a:ext cx="9235770" cy="6858000"/>
          </a:xfrm>
          <a:custGeom>
            <a:avLst/>
            <a:gdLst>
              <a:gd name="connsiteX0" fmla="*/ 9234246 w 9235770"/>
              <a:gd name="connsiteY0" fmla="*/ 292432 h 6858000"/>
              <a:gd name="connsiteX1" fmla="*/ 6572932 w 9235770"/>
              <a:gd name="connsiteY1" fmla="*/ 3377467 h 6858000"/>
              <a:gd name="connsiteX2" fmla="*/ 9234246 w 9235770"/>
              <a:gd name="connsiteY2" fmla="*/ 6353337 h 6858000"/>
              <a:gd name="connsiteX3" fmla="*/ 5358 w 9235770"/>
              <a:gd name="connsiteY3" fmla="*/ 0 h 6858000"/>
              <a:gd name="connsiteX4" fmla="*/ 3632138 w 9235770"/>
              <a:gd name="connsiteY4" fmla="*/ 0 h 6858000"/>
              <a:gd name="connsiteX5" fmla="*/ 4868587 w 9235770"/>
              <a:gd name="connsiteY5" fmla="*/ 1423098 h 6858000"/>
              <a:gd name="connsiteX6" fmla="*/ 6104336 w 9235770"/>
              <a:gd name="connsiteY6" fmla="*/ 0 h 6858000"/>
              <a:gd name="connsiteX7" fmla="*/ 9235770 w 9235770"/>
              <a:gd name="connsiteY7" fmla="*/ 0 h 6858000"/>
              <a:gd name="connsiteX8" fmla="*/ 9235770 w 9235770"/>
              <a:gd name="connsiteY8" fmla="*/ 6858000 h 6858000"/>
              <a:gd name="connsiteX9" fmla="*/ 6053023 w 9235770"/>
              <a:gd name="connsiteY9" fmla="*/ 6858000 h 6858000"/>
              <a:gd name="connsiteX10" fmla="*/ 4718134 w 9235770"/>
              <a:gd name="connsiteY10" fmla="*/ 5356804 h 6858000"/>
              <a:gd name="connsiteX11" fmla="*/ 3442292 w 9235770"/>
              <a:gd name="connsiteY11" fmla="*/ 6858000 h 6858000"/>
              <a:gd name="connsiteX12" fmla="*/ 0 w 9235770"/>
              <a:gd name="connsiteY12" fmla="*/ 6858000 h 6858000"/>
              <a:gd name="connsiteX13" fmla="*/ 2988893 w 9235770"/>
              <a:gd name="connsiteY13" fmla="*/ 34025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5770" h="6858000">
                <a:moveTo>
                  <a:pt x="9234246" y="292432"/>
                </a:moveTo>
                <a:lnTo>
                  <a:pt x="6572932" y="3377467"/>
                </a:lnTo>
                <a:lnTo>
                  <a:pt x="9234246" y="6353337"/>
                </a:lnTo>
                <a:close/>
                <a:moveTo>
                  <a:pt x="5358" y="0"/>
                </a:moveTo>
                <a:lnTo>
                  <a:pt x="3632138" y="0"/>
                </a:lnTo>
                <a:lnTo>
                  <a:pt x="4868587" y="1423098"/>
                </a:lnTo>
                <a:lnTo>
                  <a:pt x="6104336" y="0"/>
                </a:lnTo>
                <a:lnTo>
                  <a:pt x="9235770" y="0"/>
                </a:lnTo>
                <a:lnTo>
                  <a:pt x="9235770" y="6858000"/>
                </a:lnTo>
                <a:lnTo>
                  <a:pt x="6053023" y="6858000"/>
                </a:lnTo>
                <a:lnTo>
                  <a:pt x="4718134" y="5356804"/>
                </a:lnTo>
                <a:lnTo>
                  <a:pt x="3442292" y="6858000"/>
                </a:lnTo>
                <a:lnTo>
                  <a:pt x="0" y="6858000"/>
                </a:lnTo>
                <a:lnTo>
                  <a:pt x="2988893" y="3402520"/>
                </a:lnTo>
                <a:close/>
              </a:path>
            </a:pathLst>
          </a:custGeom>
          <a:solidFill>
            <a:schemeClr val="accent6"/>
          </a:solidFill>
        </p:spPr>
        <p:txBody>
          <a:bodyPr wrap="square" anchor="ctr" anchorCtr="0">
            <a:noAutofit/>
          </a:bodyPr>
          <a:lstStyle>
            <a:lvl1pPr algn="ctr">
              <a:defRPr sz="1400">
                <a:solidFill>
                  <a:schemeClr val="tx1"/>
                </a:solidFill>
              </a:defRPr>
            </a:lvl1pPr>
          </a:lstStyle>
          <a:p>
            <a:endParaRPr lang="en-US"/>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14" name="Logo">
            <a:extLst>
              <a:ext uri="{FF2B5EF4-FFF2-40B4-BE49-F238E27FC236}">
                <a16:creationId xmlns:a16="http://schemas.microsoft.com/office/drawing/2014/main" id="{1E544C38-B9AA-6A40-B6FE-4FCFAE7B54FF}"/>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287319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ogo_X-Full Cover (purple)">
    <p:bg>
      <p:bgRef idx="1001">
        <a:schemeClr val="bg2"/>
      </p:bgRef>
    </p:bg>
    <p:spTree>
      <p:nvGrpSpPr>
        <p:cNvPr id="1" name=""/>
        <p:cNvGrpSpPr/>
        <p:nvPr/>
      </p:nvGrpSpPr>
      <p:grpSpPr>
        <a:xfrm>
          <a:off x="0" y="0"/>
          <a:ext cx="0" cy="0"/>
          <a:chOff x="0" y="0"/>
          <a:chExt cx="0" cy="0"/>
        </a:xfrm>
      </p:grpSpPr>
      <p:sp>
        <p:nvSpPr>
          <p:cNvPr id="5" name="Text Placeholder">
            <a:extLst>
              <a:ext uri="{FF2B5EF4-FFF2-40B4-BE49-F238E27FC236}">
                <a16:creationId xmlns:a16="http://schemas.microsoft.com/office/drawing/2014/main" id="{92B84CAE-B611-3446-85FF-8B2BD41D2ECF}"/>
              </a:ext>
            </a:extLst>
          </p:cNvPr>
          <p:cNvSpPr>
            <a:spLocks noGrp="1"/>
          </p:cNvSpPr>
          <p:nvPr>
            <p:ph type="body" sz="quarter" idx="20" hasCustomPrompt="1"/>
          </p:nvPr>
        </p:nvSpPr>
        <p:spPr>
          <a:xfrm>
            <a:off x="1523"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bg2"/>
          </a:solidFill>
        </p:spPr>
        <p:txBody>
          <a:bodyPr wrap="square" lIns="576072" tIns="365760" rIns="914400" anchor="ctr" anchorCtr="0">
            <a:noAutofit/>
          </a:bodyPr>
          <a:lstStyle>
            <a:lvl1pPr>
              <a:lnSpc>
                <a:spcPct val="110000"/>
              </a:lnSpc>
              <a:defRPr sz="40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defRPr>
            </a:lvl2pPr>
            <a:lvl3pPr>
              <a:spcAft>
                <a:spcPts val="600"/>
              </a:spcAft>
              <a:defRPr>
                <a:solidFill>
                  <a:schemeClr val="tx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34" name="Supporting Image">
            <a:extLst>
              <a:ext uri="{FF2B5EF4-FFF2-40B4-BE49-F238E27FC236}">
                <a16:creationId xmlns:a16="http://schemas.microsoft.com/office/drawing/2014/main" id="{4C5AB955-510F-014D-98D8-DC6D82563CC7}"/>
              </a:ext>
            </a:extLst>
          </p:cNvPr>
          <p:cNvSpPr>
            <a:spLocks noGrp="1"/>
          </p:cNvSpPr>
          <p:nvPr>
            <p:ph type="pic" sz="quarter" idx="17"/>
          </p:nvPr>
        </p:nvSpPr>
        <p:spPr>
          <a:xfrm>
            <a:off x="2956230" y="0"/>
            <a:ext cx="9235770" cy="6858000"/>
          </a:xfrm>
          <a:custGeom>
            <a:avLst/>
            <a:gdLst>
              <a:gd name="connsiteX0" fmla="*/ 9234246 w 9235770"/>
              <a:gd name="connsiteY0" fmla="*/ 292432 h 6858000"/>
              <a:gd name="connsiteX1" fmla="*/ 6572932 w 9235770"/>
              <a:gd name="connsiteY1" fmla="*/ 3377467 h 6858000"/>
              <a:gd name="connsiteX2" fmla="*/ 9234246 w 9235770"/>
              <a:gd name="connsiteY2" fmla="*/ 6353337 h 6858000"/>
              <a:gd name="connsiteX3" fmla="*/ 5358 w 9235770"/>
              <a:gd name="connsiteY3" fmla="*/ 0 h 6858000"/>
              <a:gd name="connsiteX4" fmla="*/ 3632138 w 9235770"/>
              <a:gd name="connsiteY4" fmla="*/ 0 h 6858000"/>
              <a:gd name="connsiteX5" fmla="*/ 4868587 w 9235770"/>
              <a:gd name="connsiteY5" fmla="*/ 1423098 h 6858000"/>
              <a:gd name="connsiteX6" fmla="*/ 6104336 w 9235770"/>
              <a:gd name="connsiteY6" fmla="*/ 0 h 6858000"/>
              <a:gd name="connsiteX7" fmla="*/ 9235770 w 9235770"/>
              <a:gd name="connsiteY7" fmla="*/ 0 h 6858000"/>
              <a:gd name="connsiteX8" fmla="*/ 9235770 w 9235770"/>
              <a:gd name="connsiteY8" fmla="*/ 6858000 h 6858000"/>
              <a:gd name="connsiteX9" fmla="*/ 6053023 w 9235770"/>
              <a:gd name="connsiteY9" fmla="*/ 6858000 h 6858000"/>
              <a:gd name="connsiteX10" fmla="*/ 4718134 w 9235770"/>
              <a:gd name="connsiteY10" fmla="*/ 5356804 h 6858000"/>
              <a:gd name="connsiteX11" fmla="*/ 3442292 w 9235770"/>
              <a:gd name="connsiteY11" fmla="*/ 6858000 h 6858000"/>
              <a:gd name="connsiteX12" fmla="*/ 0 w 9235770"/>
              <a:gd name="connsiteY12" fmla="*/ 6858000 h 6858000"/>
              <a:gd name="connsiteX13" fmla="*/ 2988893 w 9235770"/>
              <a:gd name="connsiteY13" fmla="*/ 34025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5770" h="6858000">
                <a:moveTo>
                  <a:pt x="9234246" y="292432"/>
                </a:moveTo>
                <a:lnTo>
                  <a:pt x="6572932" y="3377467"/>
                </a:lnTo>
                <a:lnTo>
                  <a:pt x="9234246" y="6353337"/>
                </a:lnTo>
                <a:close/>
                <a:moveTo>
                  <a:pt x="5358" y="0"/>
                </a:moveTo>
                <a:lnTo>
                  <a:pt x="3632138" y="0"/>
                </a:lnTo>
                <a:lnTo>
                  <a:pt x="4868587" y="1423098"/>
                </a:lnTo>
                <a:lnTo>
                  <a:pt x="6104336" y="0"/>
                </a:lnTo>
                <a:lnTo>
                  <a:pt x="9235770" y="0"/>
                </a:lnTo>
                <a:lnTo>
                  <a:pt x="9235770" y="6858000"/>
                </a:lnTo>
                <a:lnTo>
                  <a:pt x="6053023" y="6858000"/>
                </a:lnTo>
                <a:lnTo>
                  <a:pt x="4718134" y="5356804"/>
                </a:lnTo>
                <a:lnTo>
                  <a:pt x="3442292" y="6858000"/>
                </a:lnTo>
                <a:lnTo>
                  <a:pt x="0" y="6858000"/>
                </a:lnTo>
                <a:lnTo>
                  <a:pt x="2988893" y="3402520"/>
                </a:lnTo>
                <a:close/>
              </a:path>
            </a:pathLst>
          </a:custGeom>
          <a:solidFill>
            <a:schemeClr val="accent6"/>
          </a:solidFill>
        </p:spPr>
        <p:txBody>
          <a:bodyPr wrap="square" anchor="ctr" anchorCtr="0">
            <a:noAutofit/>
          </a:bodyPr>
          <a:lstStyle>
            <a:lvl1pPr algn="ctr">
              <a:defRPr sz="1400">
                <a:solidFill>
                  <a:schemeClr val="bg1"/>
                </a:solidFill>
              </a:defRPr>
            </a:lvl1pPr>
          </a:lstStyle>
          <a:p>
            <a:endParaRPr lang="en-US"/>
          </a:p>
        </p:txBody>
      </p:sp>
      <p:sp>
        <p:nvSpPr>
          <p:cNvPr id="6" name="Logo">
            <a:extLst>
              <a:ext uri="{FF2B5EF4-FFF2-40B4-BE49-F238E27FC236}">
                <a16:creationId xmlns:a16="http://schemas.microsoft.com/office/drawing/2014/main" id="{CFEEF0AF-A1AB-9A42-AA33-0CA8726F0CA2}"/>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151405598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ogo_X-Full Cover (white &amp; purple)">
    <p:bg>
      <p:bgPr>
        <a:gradFill flip="none" rotWithShape="1">
          <a:gsLst>
            <a:gs pos="100000">
              <a:schemeClr val="tx2"/>
            </a:gs>
            <a:gs pos="33000">
              <a:schemeClr val="accent1">
                <a:lumMod val="100000"/>
              </a:schemeClr>
            </a:gs>
            <a:gs pos="0">
              <a:schemeClr val="bg2"/>
            </a:gs>
          </a:gsLst>
          <a:lin ang="5400000" scaled="0"/>
          <a:tileRect/>
        </a:gradFill>
        <a:effectLst/>
      </p:bgPr>
    </p:bg>
    <p:spTree>
      <p:nvGrpSpPr>
        <p:cNvPr id="1" name=""/>
        <p:cNvGrpSpPr/>
        <p:nvPr/>
      </p:nvGrpSpPr>
      <p:grpSpPr>
        <a:xfrm>
          <a:off x="0" y="0"/>
          <a:ext cx="0" cy="0"/>
          <a:chOff x="0" y="0"/>
          <a:chExt cx="0" cy="0"/>
        </a:xfrm>
      </p:grpSpPr>
      <p:sp>
        <p:nvSpPr>
          <p:cNvPr id="5" name="Text Placeholder">
            <a:extLst>
              <a:ext uri="{FF2B5EF4-FFF2-40B4-BE49-F238E27FC236}">
                <a16:creationId xmlns:a16="http://schemas.microsoft.com/office/drawing/2014/main" id="{92B84CAE-B611-3446-85FF-8B2BD41D2ECF}"/>
              </a:ext>
            </a:extLst>
          </p:cNvPr>
          <p:cNvSpPr>
            <a:spLocks noGrp="1"/>
          </p:cNvSpPr>
          <p:nvPr>
            <p:ph type="body" sz="quarter" idx="20" hasCustomPrompt="1"/>
          </p:nvPr>
        </p:nvSpPr>
        <p:spPr>
          <a:xfrm>
            <a:off x="1523"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tx1"/>
          </a:solidFill>
        </p:spPr>
        <p:txBody>
          <a:bodyPr wrap="square" lIns="576072" tIns="365760" rIns="914400" anchor="ctr" anchorCtr="0">
            <a:noAutofit/>
          </a:bodyPr>
          <a:lstStyle>
            <a:lvl1pPr>
              <a:lnSpc>
                <a:spcPct val="110000"/>
              </a:lnSpc>
              <a:defRPr sz="4000" b="0" i="0">
                <a:solidFill>
                  <a:schemeClr val="bg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nSpc>
                <a:spcPct val="130000"/>
              </a:lnSpc>
              <a:spcAft>
                <a:spcPts val="600"/>
              </a:spcAft>
              <a:defRPr>
                <a:solidFill>
                  <a:schemeClr val="bg1"/>
                </a:solidFill>
              </a:defRPr>
            </a:lvl2pPr>
            <a:lvl3pPr>
              <a:lnSpc>
                <a:spcPct val="130000"/>
              </a:lnSpc>
              <a:spcAft>
                <a:spcPts val="600"/>
              </a:spcAft>
              <a:defRPr>
                <a:solidFill>
                  <a:schemeClr val="bg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34" name="Supporting Image">
            <a:extLst>
              <a:ext uri="{FF2B5EF4-FFF2-40B4-BE49-F238E27FC236}">
                <a16:creationId xmlns:a16="http://schemas.microsoft.com/office/drawing/2014/main" id="{4C5AB955-510F-014D-98D8-DC6D82563CC7}"/>
              </a:ext>
            </a:extLst>
          </p:cNvPr>
          <p:cNvSpPr>
            <a:spLocks noGrp="1"/>
          </p:cNvSpPr>
          <p:nvPr>
            <p:ph type="pic" sz="quarter" idx="17"/>
          </p:nvPr>
        </p:nvSpPr>
        <p:spPr>
          <a:xfrm>
            <a:off x="2956230" y="0"/>
            <a:ext cx="9235770" cy="6858000"/>
          </a:xfrm>
          <a:custGeom>
            <a:avLst/>
            <a:gdLst>
              <a:gd name="connsiteX0" fmla="*/ 9234246 w 9235770"/>
              <a:gd name="connsiteY0" fmla="*/ 292432 h 6858000"/>
              <a:gd name="connsiteX1" fmla="*/ 6572932 w 9235770"/>
              <a:gd name="connsiteY1" fmla="*/ 3377467 h 6858000"/>
              <a:gd name="connsiteX2" fmla="*/ 9234246 w 9235770"/>
              <a:gd name="connsiteY2" fmla="*/ 6353337 h 6858000"/>
              <a:gd name="connsiteX3" fmla="*/ 5358 w 9235770"/>
              <a:gd name="connsiteY3" fmla="*/ 0 h 6858000"/>
              <a:gd name="connsiteX4" fmla="*/ 3632138 w 9235770"/>
              <a:gd name="connsiteY4" fmla="*/ 0 h 6858000"/>
              <a:gd name="connsiteX5" fmla="*/ 4868587 w 9235770"/>
              <a:gd name="connsiteY5" fmla="*/ 1423098 h 6858000"/>
              <a:gd name="connsiteX6" fmla="*/ 6104336 w 9235770"/>
              <a:gd name="connsiteY6" fmla="*/ 0 h 6858000"/>
              <a:gd name="connsiteX7" fmla="*/ 9235770 w 9235770"/>
              <a:gd name="connsiteY7" fmla="*/ 0 h 6858000"/>
              <a:gd name="connsiteX8" fmla="*/ 9235770 w 9235770"/>
              <a:gd name="connsiteY8" fmla="*/ 6858000 h 6858000"/>
              <a:gd name="connsiteX9" fmla="*/ 6053023 w 9235770"/>
              <a:gd name="connsiteY9" fmla="*/ 6858000 h 6858000"/>
              <a:gd name="connsiteX10" fmla="*/ 4718134 w 9235770"/>
              <a:gd name="connsiteY10" fmla="*/ 5356804 h 6858000"/>
              <a:gd name="connsiteX11" fmla="*/ 3442292 w 9235770"/>
              <a:gd name="connsiteY11" fmla="*/ 6858000 h 6858000"/>
              <a:gd name="connsiteX12" fmla="*/ 0 w 9235770"/>
              <a:gd name="connsiteY12" fmla="*/ 6858000 h 6858000"/>
              <a:gd name="connsiteX13" fmla="*/ 2988893 w 9235770"/>
              <a:gd name="connsiteY13" fmla="*/ 34025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35770" h="6858000">
                <a:moveTo>
                  <a:pt x="9234246" y="292432"/>
                </a:moveTo>
                <a:lnTo>
                  <a:pt x="6572932" y="3377467"/>
                </a:lnTo>
                <a:lnTo>
                  <a:pt x="9234246" y="6353337"/>
                </a:lnTo>
                <a:close/>
                <a:moveTo>
                  <a:pt x="5358" y="0"/>
                </a:moveTo>
                <a:lnTo>
                  <a:pt x="3632138" y="0"/>
                </a:lnTo>
                <a:lnTo>
                  <a:pt x="4868587" y="1423098"/>
                </a:lnTo>
                <a:lnTo>
                  <a:pt x="6104336" y="0"/>
                </a:lnTo>
                <a:lnTo>
                  <a:pt x="9235770" y="0"/>
                </a:lnTo>
                <a:lnTo>
                  <a:pt x="9235770" y="6858000"/>
                </a:lnTo>
                <a:lnTo>
                  <a:pt x="6053023" y="6858000"/>
                </a:lnTo>
                <a:lnTo>
                  <a:pt x="4718134" y="5356804"/>
                </a:lnTo>
                <a:lnTo>
                  <a:pt x="3442292" y="6858000"/>
                </a:lnTo>
                <a:lnTo>
                  <a:pt x="0" y="6858000"/>
                </a:lnTo>
                <a:lnTo>
                  <a:pt x="2988893" y="3402520"/>
                </a:lnTo>
                <a:close/>
              </a:path>
            </a:pathLst>
          </a:custGeom>
          <a:solidFill>
            <a:schemeClr val="accent6"/>
          </a:solidFill>
        </p:spPr>
        <p:txBody>
          <a:bodyPr wrap="square" anchor="ctr" anchorCtr="0">
            <a:noAutofit/>
          </a:bodyPr>
          <a:lstStyle>
            <a:lvl1pPr algn="ctr">
              <a:defRPr sz="1400">
                <a:solidFill>
                  <a:schemeClr val="bg1"/>
                </a:solidFill>
              </a:defRPr>
            </a:lvl1pPr>
          </a:lstStyle>
          <a:p>
            <a:endParaRPr lang="en-US"/>
          </a:p>
        </p:txBody>
      </p:sp>
      <p:sp>
        <p:nvSpPr>
          <p:cNvPr id="7" name="Logo">
            <a:extLst>
              <a:ext uri="{FF2B5EF4-FFF2-40B4-BE49-F238E27FC236}">
                <a16:creationId xmlns:a16="http://schemas.microsoft.com/office/drawing/2014/main" id="{554D8470-0D64-8741-9766-74B6BCAF6C62}"/>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264533702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ogo_X-Full Cover (white overlay)">
    <p:bg>
      <p:bgRef idx="1001">
        <a:schemeClr val="bg1"/>
      </p:bgRef>
    </p:bg>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2E5E330C-09AD-1040-ADB0-39C59FF41BFA}"/>
              </a:ext>
            </a:extLst>
          </p:cNvPr>
          <p:cNvSpPr>
            <a:spLocks noGrp="1"/>
          </p:cNvSpPr>
          <p:nvPr>
            <p:ph type="pic" sz="quarter" idx="21"/>
          </p:nvPr>
        </p:nvSpPr>
        <p:spPr>
          <a:xfrm>
            <a:off x="0" y="0"/>
            <a:ext cx="12190413" cy="6858000"/>
          </a:xfrm>
          <a:prstGeom prst="rect">
            <a:avLst/>
          </a:prstGeom>
          <a:solidFill>
            <a:schemeClr val="accent6"/>
          </a:solidFill>
        </p:spPr>
        <p:txBody>
          <a:bodyPr lIns="1828800" anchor="ctr" anchorCtr="0"/>
          <a:lstStyle>
            <a:lvl1pPr algn="ctr">
              <a:defRPr sz="1400">
                <a:solidFill>
                  <a:schemeClr val="tx1"/>
                </a:solidFill>
              </a:defRPr>
            </a:lvl1pPr>
          </a:lstStyle>
          <a:p>
            <a:endParaRPr lang="en-US"/>
          </a:p>
        </p:txBody>
      </p:sp>
      <p:sp>
        <p:nvSpPr>
          <p:cNvPr id="18" name="Text Placeholder">
            <a:extLst>
              <a:ext uri="{FF2B5EF4-FFF2-40B4-BE49-F238E27FC236}">
                <a16:creationId xmlns:a16="http://schemas.microsoft.com/office/drawing/2014/main" id="{9C349E3F-44D7-9249-9F31-7E6F643AED04}"/>
              </a:ext>
            </a:extLst>
          </p:cNvPr>
          <p:cNvSpPr>
            <a:spLocks noGrp="1"/>
          </p:cNvSpPr>
          <p:nvPr>
            <p:ph type="body" sz="quarter" idx="20" hasCustomPrompt="1"/>
          </p:nvPr>
        </p:nvSpPr>
        <p:spPr>
          <a:xfrm>
            <a:off x="1524" y="0"/>
            <a:ext cx="12190476"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0476" h="6858000">
                <a:moveTo>
                  <a:pt x="7674364" y="5356804"/>
                </a:moveTo>
                <a:lnTo>
                  <a:pt x="9009253" y="6858000"/>
                </a:lnTo>
                <a:lnTo>
                  <a:pt x="6398522" y="6858000"/>
                </a:lnTo>
                <a:close/>
                <a:moveTo>
                  <a:pt x="12190476" y="292432"/>
                </a:moveTo>
                <a:lnTo>
                  <a:pt x="12190476" y="6353337"/>
                </a:lnTo>
                <a:lnTo>
                  <a:pt x="9529162" y="3377467"/>
                </a:lnTo>
                <a:close/>
                <a:moveTo>
                  <a:pt x="6588368" y="0"/>
                </a:moveTo>
                <a:lnTo>
                  <a:pt x="9060566" y="0"/>
                </a:lnTo>
                <a:lnTo>
                  <a:pt x="7824817" y="1423098"/>
                </a:lnTo>
                <a:close/>
                <a:moveTo>
                  <a:pt x="0" y="0"/>
                </a:moveTo>
                <a:lnTo>
                  <a:pt x="2961588" y="0"/>
                </a:lnTo>
                <a:lnTo>
                  <a:pt x="5945124" y="3402520"/>
                </a:lnTo>
                <a:lnTo>
                  <a:pt x="2956230" y="6858000"/>
                </a:lnTo>
                <a:lnTo>
                  <a:pt x="0" y="6858000"/>
                </a:lnTo>
                <a:close/>
              </a:path>
            </a:pathLst>
          </a:custGeom>
          <a:solidFill>
            <a:schemeClr val="bg1">
              <a:alpha val="90000"/>
            </a:schemeClr>
          </a:solidFill>
        </p:spPr>
        <p:txBody>
          <a:bodyPr wrap="square" lIns="576072" tIns="365760" rIns="7406640" anchor="ctr" anchorCtr="0">
            <a:noAutofit/>
          </a:bodyPr>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defRPr>
            </a:lvl2pPr>
            <a:lvl3pPr>
              <a:spcAft>
                <a:spcPts val="600"/>
              </a:spcAft>
              <a:defRPr>
                <a:solidFill>
                  <a:schemeClr val="tx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7" name="Logo">
            <a:extLst>
              <a:ext uri="{FF2B5EF4-FFF2-40B4-BE49-F238E27FC236}">
                <a16:creationId xmlns:a16="http://schemas.microsoft.com/office/drawing/2014/main" id="{090F1956-72F3-104B-BC07-9CB41C092C5C}"/>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745392493"/>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ogo_X-Full Cover (purple overlay)">
    <p:bg>
      <p:bgRef idx="1001">
        <a:schemeClr val="bg1"/>
      </p:bgRef>
    </p:bg>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2E5E330C-09AD-1040-ADB0-39C59FF41BFA}"/>
              </a:ext>
            </a:extLst>
          </p:cNvPr>
          <p:cNvSpPr>
            <a:spLocks noGrp="1"/>
          </p:cNvSpPr>
          <p:nvPr>
            <p:ph type="pic" sz="quarter" idx="21"/>
          </p:nvPr>
        </p:nvSpPr>
        <p:spPr>
          <a:xfrm>
            <a:off x="0" y="0"/>
            <a:ext cx="12190413" cy="6858000"/>
          </a:xfrm>
          <a:prstGeom prst="rect">
            <a:avLst/>
          </a:prstGeom>
          <a:solidFill>
            <a:schemeClr val="accent6"/>
          </a:solidFill>
        </p:spPr>
        <p:txBody>
          <a:bodyPr lIns="1828800" anchor="ctr" anchorCtr="0"/>
          <a:lstStyle>
            <a:lvl1pPr algn="ctr">
              <a:defRPr sz="1400">
                <a:solidFill>
                  <a:schemeClr val="tx1"/>
                </a:solidFill>
              </a:defRPr>
            </a:lvl1pPr>
          </a:lstStyle>
          <a:p>
            <a:endParaRPr lang="en-US"/>
          </a:p>
        </p:txBody>
      </p:sp>
      <p:sp>
        <p:nvSpPr>
          <p:cNvPr id="18" name="Text Placeholder">
            <a:extLst>
              <a:ext uri="{FF2B5EF4-FFF2-40B4-BE49-F238E27FC236}">
                <a16:creationId xmlns:a16="http://schemas.microsoft.com/office/drawing/2014/main" id="{9C349E3F-44D7-9249-9F31-7E6F643AED04}"/>
              </a:ext>
            </a:extLst>
          </p:cNvPr>
          <p:cNvSpPr>
            <a:spLocks noGrp="1"/>
          </p:cNvSpPr>
          <p:nvPr>
            <p:ph type="body" sz="quarter" idx="20" hasCustomPrompt="1"/>
          </p:nvPr>
        </p:nvSpPr>
        <p:spPr>
          <a:xfrm>
            <a:off x="1524" y="0"/>
            <a:ext cx="12190476"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0476" h="6858000">
                <a:moveTo>
                  <a:pt x="7674364" y="5356804"/>
                </a:moveTo>
                <a:lnTo>
                  <a:pt x="9009253" y="6858000"/>
                </a:lnTo>
                <a:lnTo>
                  <a:pt x="6398522" y="6858000"/>
                </a:lnTo>
                <a:close/>
                <a:moveTo>
                  <a:pt x="12190476" y="292432"/>
                </a:moveTo>
                <a:lnTo>
                  <a:pt x="12190476" y="6353337"/>
                </a:lnTo>
                <a:lnTo>
                  <a:pt x="9529162" y="3377467"/>
                </a:lnTo>
                <a:close/>
                <a:moveTo>
                  <a:pt x="6588368" y="0"/>
                </a:moveTo>
                <a:lnTo>
                  <a:pt x="9060566" y="0"/>
                </a:lnTo>
                <a:lnTo>
                  <a:pt x="7824817" y="1423098"/>
                </a:lnTo>
                <a:close/>
                <a:moveTo>
                  <a:pt x="0" y="0"/>
                </a:moveTo>
                <a:lnTo>
                  <a:pt x="2961588" y="0"/>
                </a:lnTo>
                <a:lnTo>
                  <a:pt x="5945124" y="3402520"/>
                </a:lnTo>
                <a:lnTo>
                  <a:pt x="2956230" y="6858000"/>
                </a:lnTo>
                <a:lnTo>
                  <a:pt x="0" y="6858000"/>
                </a:lnTo>
                <a:close/>
              </a:path>
            </a:pathLst>
          </a:custGeom>
          <a:solidFill>
            <a:schemeClr val="tx2">
              <a:alpha val="90000"/>
            </a:schemeClr>
          </a:solidFill>
        </p:spPr>
        <p:txBody>
          <a:bodyPr wrap="square" lIns="576072" tIns="365760" rIns="740664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7" name="Logo">
            <a:extLst>
              <a:ext uri="{FF2B5EF4-FFF2-40B4-BE49-F238E27FC236}">
                <a16:creationId xmlns:a16="http://schemas.microsoft.com/office/drawing/2014/main" id="{A163FC6C-244B-F14B-95C7-014188E0C5F5}"/>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124259000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ogo_X-Full Cover (white &amp; gradient)">
    <p:bg>
      <p:bgRef idx="1001">
        <a:schemeClr val="bg1"/>
      </p:bgRef>
    </p:bg>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6D1936CA-0A6B-3B4E-8F6D-BB52A64DA4DD}"/>
              </a:ext>
            </a:extLst>
          </p:cNvPr>
          <p:cNvSpPr>
            <a:spLocks noGrp="1"/>
          </p:cNvSpPr>
          <p:nvPr>
            <p:ph type="pic" sz="quarter" idx="21"/>
          </p:nvPr>
        </p:nvSpPr>
        <p:spPr>
          <a:xfrm>
            <a:off x="0" y="0"/>
            <a:ext cx="12190413" cy="6858000"/>
          </a:xfrm>
          <a:prstGeom prst="rect">
            <a:avLst/>
          </a:prstGeom>
          <a:solidFill>
            <a:schemeClr val="accent6"/>
          </a:solidFill>
        </p:spPr>
        <p:txBody>
          <a:bodyPr lIns="1828800" anchor="ctr" anchorCtr="0"/>
          <a:lstStyle>
            <a:lvl1pPr algn="ctr">
              <a:defRPr sz="1400">
                <a:solidFill>
                  <a:schemeClr val="tx1"/>
                </a:solidFill>
              </a:defRPr>
            </a:lvl1pPr>
          </a:lstStyle>
          <a:p>
            <a:endParaRPr lang="en-US"/>
          </a:p>
        </p:txBody>
      </p:sp>
      <p:sp>
        <p:nvSpPr>
          <p:cNvPr id="7" name="Text Placeholder">
            <a:extLst>
              <a:ext uri="{FF2B5EF4-FFF2-40B4-BE49-F238E27FC236}">
                <a16:creationId xmlns:a16="http://schemas.microsoft.com/office/drawing/2014/main" id="{9B31D131-B7CE-344C-A7F6-A296738E276D}"/>
              </a:ext>
            </a:extLst>
          </p:cNvPr>
          <p:cNvSpPr>
            <a:spLocks noGrp="1"/>
          </p:cNvSpPr>
          <p:nvPr>
            <p:ph type="body" sz="quarter" idx="20" hasCustomPrompt="1"/>
          </p:nvPr>
        </p:nvSpPr>
        <p:spPr>
          <a:xfrm>
            <a:off x="1524" y="0"/>
            <a:ext cx="12190476"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0476" h="6858000">
                <a:moveTo>
                  <a:pt x="7674364" y="5356804"/>
                </a:moveTo>
                <a:lnTo>
                  <a:pt x="9009253" y="6858000"/>
                </a:lnTo>
                <a:lnTo>
                  <a:pt x="6398522" y="6858000"/>
                </a:lnTo>
                <a:close/>
                <a:moveTo>
                  <a:pt x="12190476" y="292432"/>
                </a:moveTo>
                <a:lnTo>
                  <a:pt x="12190476" y="6353337"/>
                </a:lnTo>
                <a:lnTo>
                  <a:pt x="9529162" y="3377467"/>
                </a:lnTo>
                <a:close/>
                <a:moveTo>
                  <a:pt x="6588368" y="0"/>
                </a:moveTo>
                <a:lnTo>
                  <a:pt x="9060566" y="0"/>
                </a:lnTo>
                <a:lnTo>
                  <a:pt x="7824817" y="1423098"/>
                </a:lnTo>
                <a:close/>
                <a:moveTo>
                  <a:pt x="0" y="0"/>
                </a:moveTo>
                <a:lnTo>
                  <a:pt x="2961588" y="0"/>
                </a:lnTo>
                <a:lnTo>
                  <a:pt x="5945124" y="3402520"/>
                </a:lnTo>
                <a:lnTo>
                  <a:pt x="2956230" y="6858000"/>
                </a:lnTo>
                <a:lnTo>
                  <a:pt x="0" y="6858000"/>
                </a:lnTo>
                <a:close/>
              </a:path>
            </a:pathLst>
          </a:custGeom>
          <a:gradFill>
            <a:gsLst>
              <a:gs pos="0">
                <a:schemeClr val="tx2">
                  <a:alpha val="90000"/>
                </a:schemeClr>
              </a:gs>
              <a:gs pos="33000">
                <a:schemeClr val="accent1">
                  <a:lumMod val="100000"/>
                  <a:alpha val="90000"/>
                </a:schemeClr>
              </a:gs>
              <a:gs pos="100000">
                <a:schemeClr val="bg2"/>
              </a:gs>
            </a:gsLst>
            <a:lin ang="21594000" scaled="0"/>
          </a:gradFill>
        </p:spPr>
        <p:txBody>
          <a:bodyPr wrap="square" lIns="576072" tIns="365760" rIns="740664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5" name="Logo">
            <a:extLst>
              <a:ext uri="{FF2B5EF4-FFF2-40B4-BE49-F238E27FC236}">
                <a16:creationId xmlns:a16="http://schemas.microsoft.com/office/drawing/2014/main" id="{305C093B-FB2A-6345-9229-0FB87B59DEB5}"/>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12218462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ogo_X-Negative Arrow (left) Cover (white overlay)">
    <p:bg>
      <p:bgPr>
        <a:solidFill>
          <a:schemeClr val="bg1"/>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A68D0969-02D3-C34B-A798-8707A3021AE0}"/>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solidFill>
                  <a:schemeClr val="tx1"/>
                </a:solidFill>
              </a:defRPr>
            </a:lvl1pPr>
          </a:lstStyle>
          <a:p>
            <a:endParaRPr lang="en-US"/>
          </a:p>
        </p:txBody>
      </p:sp>
      <p:sp>
        <p:nvSpPr>
          <p:cNvPr id="7" name="Text Placeholder">
            <a:extLst>
              <a:ext uri="{FF2B5EF4-FFF2-40B4-BE49-F238E27FC236}">
                <a16:creationId xmlns:a16="http://schemas.microsoft.com/office/drawing/2014/main" id="{B85D19B7-D771-3147-B4D2-77569C8D6CEE}"/>
              </a:ext>
            </a:extLst>
          </p:cNvPr>
          <p:cNvSpPr>
            <a:spLocks noGrp="1"/>
          </p:cNvSpPr>
          <p:nvPr>
            <p:ph type="body" sz="quarter" idx="20" hasCustomPrompt="1"/>
          </p:nvPr>
        </p:nvSpPr>
        <p:spPr>
          <a:xfrm>
            <a:off x="1523"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bg1">
              <a:alpha val="90000"/>
            </a:schemeClr>
          </a:solidFill>
        </p:spPr>
        <p:txBody>
          <a:bodyPr wrap="square" lIns="576072" tIns="365760" rIns="822960" anchor="ctr" anchorCtr="0">
            <a:noAutofit/>
          </a:bodyPr>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defRPr>
            </a:lvl2pPr>
            <a:lvl3pPr>
              <a:spcAft>
                <a:spcPts val="600"/>
              </a:spcAft>
              <a:defRPr>
                <a:solidFill>
                  <a:schemeClr val="tx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6" name="Logo">
            <a:extLst>
              <a:ext uri="{FF2B5EF4-FFF2-40B4-BE49-F238E27FC236}">
                <a16:creationId xmlns:a16="http://schemas.microsoft.com/office/drawing/2014/main" id="{C8BDB7C5-3FAE-DA4C-969F-D7075660E29E}"/>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546951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ogo_X-Negative Arrow (left) Cover (purple overlay)">
    <p:bg>
      <p:bgPr>
        <a:solidFill>
          <a:schemeClr val="bg1">
            <a:alpha val="90000"/>
          </a:schemeClr>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A68D0969-02D3-C34B-A798-8707A3021AE0}"/>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solidFill>
                  <a:schemeClr val="tx1"/>
                </a:solidFill>
              </a:defRPr>
            </a:lvl1pPr>
          </a:lstStyle>
          <a:p>
            <a:endParaRPr lang="en-US"/>
          </a:p>
        </p:txBody>
      </p:sp>
      <p:sp>
        <p:nvSpPr>
          <p:cNvPr id="6" name="Text Placeholder">
            <a:extLst>
              <a:ext uri="{FF2B5EF4-FFF2-40B4-BE49-F238E27FC236}">
                <a16:creationId xmlns:a16="http://schemas.microsoft.com/office/drawing/2014/main" id="{93D693E1-DC83-7549-A385-22C5F37AB9A3}"/>
              </a:ext>
            </a:extLst>
          </p:cNvPr>
          <p:cNvSpPr>
            <a:spLocks noGrp="1"/>
          </p:cNvSpPr>
          <p:nvPr>
            <p:ph type="body" sz="quarter" idx="20" hasCustomPrompt="1"/>
          </p:nvPr>
        </p:nvSpPr>
        <p:spPr>
          <a:xfrm>
            <a:off x="1523"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tx2">
              <a:alpha val="90000"/>
            </a:schemeClr>
          </a:solidFill>
        </p:spPr>
        <p:txBody>
          <a:bodyPr wrap="square" lIns="576072" tIns="365760" rIns="82296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5" name="Logo">
            <a:extLst>
              <a:ext uri="{FF2B5EF4-FFF2-40B4-BE49-F238E27FC236}">
                <a16:creationId xmlns:a16="http://schemas.microsoft.com/office/drawing/2014/main" id="{CFE989F8-9634-8A4F-8CDA-87FEC8834F3D}"/>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299131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ogo_X-Negative Arrow (left) Cover (gradient overlay)">
    <p:bg>
      <p:bgPr>
        <a:solidFill>
          <a:schemeClr val="bg1"/>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A68D0969-02D3-C34B-A798-8707A3021AE0}"/>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solidFill>
                  <a:schemeClr val="tx1"/>
                </a:solidFill>
              </a:defRPr>
            </a:lvl1pPr>
          </a:lstStyle>
          <a:p>
            <a:endParaRPr lang="en-US"/>
          </a:p>
        </p:txBody>
      </p:sp>
      <p:sp>
        <p:nvSpPr>
          <p:cNvPr id="5" name="Text Placeholder">
            <a:extLst>
              <a:ext uri="{FF2B5EF4-FFF2-40B4-BE49-F238E27FC236}">
                <a16:creationId xmlns:a16="http://schemas.microsoft.com/office/drawing/2014/main" id="{AC227595-3D9D-CA4B-9977-2A8FB7F1344B}"/>
              </a:ext>
            </a:extLst>
          </p:cNvPr>
          <p:cNvSpPr>
            <a:spLocks noGrp="1"/>
          </p:cNvSpPr>
          <p:nvPr>
            <p:ph type="body" sz="quarter" idx="20" hasCustomPrompt="1"/>
          </p:nvPr>
        </p:nvSpPr>
        <p:spPr>
          <a:xfrm>
            <a:off x="0"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gradFill>
            <a:gsLst>
              <a:gs pos="0">
                <a:schemeClr val="tx2"/>
              </a:gs>
              <a:gs pos="33000">
                <a:schemeClr val="accent1">
                  <a:alpha val="90000"/>
                  <a:lumMod val="100000"/>
                </a:schemeClr>
              </a:gs>
              <a:gs pos="100000">
                <a:schemeClr val="bg2"/>
              </a:gs>
            </a:gsLst>
            <a:lin ang="4200000" scaled="0"/>
          </a:gradFill>
        </p:spPr>
        <p:txBody>
          <a:bodyPr wrap="square" lIns="576072" tIns="365760" rIns="82296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vl4pPr>
              <a:buNone/>
              <a:defRPr>
                <a:solidFill>
                  <a:schemeClr val="bg1"/>
                </a:solidFill>
              </a:defRPr>
            </a:lvl4pPr>
            <a:lvl5pPr>
              <a:defRPr>
                <a:solidFill>
                  <a:schemeClr val="bg1"/>
                </a:solidFill>
              </a:defRPr>
            </a:lvl5pPr>
          </a:lstStyle>
          <a:p>
            <a:pPr lvl="0"/>
            <a:r>
              <a:rPr lang="en-US" dirty="0"/>
              <a:t>Presentation title goes here</a:t>
            </a:r>
          </a:p>
          <a:p>
            <a:pPr lvl="1"/>
            <a:r>
              <a:rPr lang="en-US" dirty="0"/>
              <a:t>Presenter name or subheading goes here</a:t>
            </a:r>
          </a:p>
          <a:p>
            <a:pPr lvl="2"/>
            <a:r>
              <a:rPr lang="en-US" dirty="0"/>
              <a:t>Date 00, 0000</a:t>
            </a:r>
          </a:p>
        </p:txBody>
      </p:sp>
      <p:sp>
        <p:nvSpPr>
          <p:cNvPr id="6" name="Logo">
            <a:extLst>
              <a:ext uri="{FF2B5EF4-FFF2-40B4-BE49-F238E27FC236}">
                <a16:creationId xmlns:a16="http://schemas.microsoft.com/office/drawing/2014/main" id="{55A32F4D-1A89-E944-B7F8-E4A584B7A43E}"/>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4275239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ogo_X-Negative Arrow (left, off center) Cover (white)">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413A713E-351C-D446-9A7D-F628FDF843A9}"/>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solidFill>
                  <a:schemeClr val="tx1"/>
                </a:solidFill>
              </a:defRPr>
            </a:lvl1pPr>
          </a:lstStyle>
          <a:p>
            <a:endParaRPr lang="en-US"/>
          </a:p>
        </p:txBody>
      </p:sp>
      <p:sp>
        <p:nvSpPr>
          <p:cNvPr id="18" name="Text Placeholder">
            <a:extLst>
              <a:ext uri="{FF2B5EF4-FFF2-40B4-BE49-F238E27FC236}">
                <a16:creationId xmlns:a16="http://schemas.microsoft.com/office/drawing/2014/main" id="{E8CCFFE4-6898-B54A-80BD-6E0C8BD8F62E}"/>
              </a:ext>
            </a:extLst>
          </p:cNvPr>
          <p:cNvSpPr>
            <a:spLocks noGrp="1"/>
          </p:cNvSpPr>
          <p:nvPr>
            <p:ph type="body" sz="quarter" idx="19" hasCustomPrompt="1"/>
          </p:nvPr>
        </p:nvSpPr>
        <p:spPr>
          <a:xfrm>
            <a:off x="1"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solidFill>
            <a:schemeClr val="bg1">
              <a:alpha val="90000"/>
            </a:schemeClr>
          </a:solidFill>
        </p:spPr>
        <p:txBody>
          <a:bodyPr wrap="square" lIns="576072" tIns="731520" rIns="2103120" anchor="ctr" anchorCtr="0">
            <a:noAutofit/>
          </a:bodyPr>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vl2pPr>
            <a:lvl3pPr>
              <a:spcAft>
                <a:spcPts val="600"/>
              </a:spcAft>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6" name="Logo">
            <a:extLst>
              <a:ext uri="{FF2B5EF4-FFF2-40B4-BE49-F238E27FC236}">
                <a16:creationId xmlns:a16="http://schemas.microsoft.com/office/drawing/2014/main" id="{C1873D0B-797E-3B4E-9E05-C56844DCD55A}"/>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1238841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ogo_X-Negative Arrow (left, off center) Cover (purple)">
    <p:spTree>
      <p:nvGrpSpPr>
        <p:cNvPr id="1" name=""/>
        <p:cNvGrpSpPr/>
        <p:nvPr/>
      </p:nvGrpSpPr>
      <p:grpSpPr>
        <a:xfrm>
          <a:off x="0" y="0"/>
          <a:ext cx="0" cy="0"/>
          <a:chOff x="0" y="0"/>
          <a:chExt cx="0" cy="0"/>
        </a:xfrm>
      </p:grpSpPr>
      <p:sp>
        <p:nvSpPr>
          <p:cNvPr id="6" name="Text Placeholder">
            <a:extLst>
              <a:ext uri="{FF2B5EF4-FFF2-40B4-BE49-F238E27FC236}">
                <a16:creationId xmlns:a16="http://schemas.microsoft.com/office/drawing/2014/main" id="{F138C465-DDDB-C84B-8FC7-8E9F3F397F08}"/>
              </a:ext>
            </a:extLst>
          </p:cNvPr>
          <p:cNvSpPr>
            <a:spLocks noGrp="1"/>
          </p:cNvSpPr>
          <p:nvPr>
            <p:ph type="body" sz="quarter" idx="19" hasCustomPrompt="1"/>
          </p:nvPr>
        </p:nvSpPr>
        <p:spPr>
          <a:xfrm>
            <a:off x="1"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solidFill>
            <a:schemeClr val="tx2"/>
          </a:solidFill>
        </p:spPr>
        <p:txBody>
          <a:bodyPr wrap="square" lIns="576072" tIns="731520" rIns="210312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16" name="Supporting Image">
            <a:extLst>
              <a:ext uri="{FF2B5EF4-FFF2-40B4-BE49-F238E27FC236}">
                <a16:creationId xmlns:a16="http://schemas.microsoft.com/office/drawing/2014/main" id="{3696F4C8-607A-2442-B02B-D3467E074672}"/>
              </a:ext>
            </a:extLst>
          </p:cNvPr>
          <p:cNvSpPr>
            <a:spLocks noGrp="1"/>
          </p:cNvSpPr>
          <p:nvPr>
            <p:ph type="pic" sz="quarter" idx="20"/>
          </p:nvPr>
        </p:nvSpPr>
        <p:spPr>
          <a:xfrm>
            <a:off x="1841500" y="0"/>
            <a:ext cx="10350500" cy="6858000"/>
          </a:xfrm>
          <a:custGeom>
            <a:avLst/>
            <a:gdLst>
              <a:gd name="connsiteX0" fmla="*/ 0 w 10350500"/>
              <a:gd name="connsiteY0" fmla="*/ 0 h 6858000"/>
              <a:gd name="connsiteX1" fmla="*/ 8763000 w 10350500"/>
              <a:gd name="connsiteY1" fmla="*/ 0 h 6858000"/>
              <a:gd name="connsiteX2" fmla="*/ 9283700 w 10350500"/>
              <a:gd name="connsiteY2" fmla="*/ 0 h 6858000"/>
              <a:gd name="connsiteX3" fmla="*/ 10350500 w 10350500"/>
              <a:gd name="connsiteY3" fmla="*/ 0 h 6858000"/>
              <a:gd name="connsiteX4" fmla="*/ 10350500 w 10350500"/>
              <a:gd name="connsiteY4" fmla="*/ 6858000 h 6858000"/>
              <a:gd name="connsiteX5" fmla="*/ 9283700 w 10350500"/>
              <a:gd name="connsiteY5" fmla="*/ 6858000 h 6858000"/>
              <a:gd name="connsiteX6" fmla="*/ 8763000 w 10350500"/>
              <a:gd name="connsiteY6" fmla="*/ 6858000 h 6858000"/>
              <a:gd name="connsiteX7" fmla="*/ 2466515 w 10350500"/>
              <a:gd name="connsiteY7" fmla="*/ 6858000 h 6858000"/>
              <a:gd name="connsiteX8" fmla="*/ 4227833 w 10350500"/>
              <a:gd name="connsiteY8" fmla="*/ 48216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0500" h="6858000">
                <a:moveTo>
                  <a:pt x="0" y="0"/>
                </a:moveTo>
                <a:lnTo>
                  <a:pt x="8763000" y="0"/>
                </a:lnTo>
                <a:lnTo>
                  <a:pt x="9283700" y="0"/>
                </a:lnTo>
                <a:lnTo>
                  <a:pt x="10350500" y="0"/>
                </a:lnTo>
                <a:lnTo>
                  <a:pt x="10350500" y="6858000"/>
                </a:lnTo>
                <a:lnTo>
                  <a:pt x="9283700" y="6858000"/>
                </a:lnTo>
                <a:lnTo>
                  <a:pt x="8763000" y="6858000"/>
                </a:lnTo>
                <a:lnTo>
                  <a:pt x="2466515" y="6858000"/>
                </a:lnTo>
                <a:lnTo>
                  <a:pt x="4227833" y="4821678"/>
                </a:lnTo>
                <a:close/>
              </a:path>
            </a:pathLst>
          </a:custGeom>
          <a:solidFill>
            <a:schemeClr val="accent6"/>
          </a:solidFill>
          <a:effectLst/>
        </p:spPr>
        <p:txBody>
          <a:bodyPr wrap="square" anchor="ctr" anchorCtr="0">
            <a:noAutofit/>
          </a:bodyPr>
          <a:lstStyle>
            <a:lvl1pPr algn="ctr">
              <a:defRPr sz="1400">
                <a:solidFill>
                  <a:schemeClr val="tx1"/>
                </a:solidFill>
              </a:defRPr>
            </a:lvl1pPr>
          </a:lstStyle>
          <a:p>
            <a:endParaRPr lang="en-US"/>
          </a:p>
        </p:txBody>
      </p:sp>
      <p:sp>
        <p:nvSpPr>
          <p:cNvPr id="5" name="Logo">
            <a:extLst>
              <a:ext uri="{FF2B5EF4-FFF2-40B4-BE49-F238E27FC236}">
                <a16:creationId xmlns:a16="http://schemas.microsoft.com/office/drawing/2014/main" id="{AA046180-49FB-FB41-BE49-86E9251587BD}"/>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1263385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ogo_X-Negative Arrow (left, off center) Cover (gradient)">
    <p:spTree>
      <p:nvGrpSpPr>
        <p:cNvPr id="1" name=""/>
        <p:cNvGrpSpPr/>
        <p:nvPr/>
      </p:nvGrpSpPr>
      <p:grpSpPr>
        <a:xfrm>
          <a:off x="0" y="0"/>
          <a:ext cx="0" cy="0"/>
          <a:chOff x="0" y="0"/>
          <a:chExt cx="0" cy="0"/>
        </a:xfrm>
      </p:grpSpPr>
      <p:sp>
        <p:nvSpPr>
          <p:cNvPr id="16" name="Supporting Image">
            <a:extLst>
              <a:ext uri="{FF2B5EF4-FFF2-40B4-BE49-F238E27FC236}">
                <a16:creationId xmlns:a16="http://schemas.microsoft.com/office/drawing/2014/main" id="{3696F4C8-607A-2442-B02B-D3467E074672}"/>
              </a:ext>
            </a:extLst>
          </p:cNvPr>
          <p:cNvSpPr>
            <a:spLocks noGrp="1"/>
          </p:cNvSpPr>
          <p:nvPr>
            <p:ph type="pic" sz="quarter" idx="20"/>
          </p:nvPr>
        </p:nvSpPr>
        <p:spPr>
          <a:xfrm>
            <a:off x="1841500" y="0"/>
            <a:ext cx="10350500" cy="6858000"/>
          </a:xfrm>
          <a:custGeom>
            <a:avLst/>
            <a:gdLst>
              <a:gd name="connsiteX0" fmla="*/ 0 w 10350500"/>
              <a:gd name="connsiteY0" fmla="*/ 0 h 6858000"/>
              <a:gd name="connsiteX1" fmla="*/ 8763000 w 10350500"/>
              <a:gd name="connsiteY1" fmla="*/ 0 h 6858000"/>
              <a:gd name="connsiteX2" fmla="*/ 9283700 w 10350500"/>
              <a:gd name="connsiteY2" fmla="*/ 0 h 6858000"/>
              <a:gd name="connsiteX3" fmla="*/ 10350500 w 10350500"/>
              <a:gd name="connsiteY3" fmla="*/ 0 h 6858000"/>
              <a:gd name="connsiteX4" fmla="*/ 10350500 w 10350500"/>
              <a:gd name="connsiteY4" fmla="*/ 6858000 h 6858000"/>
              <a:gd name="connsiteX5" fmla="*/ 9283700 w 10350500"/>
              <a:gd name="connsiteY5" fmla="*/ 6858000 h 6858000"/>
              <a:gd name="connsiteX6" fmla="*/ 8763000 w 10350500"/>
              <a:gd name="connsiteY6" fmla="*/ 6858000 h 6858000"/>
              <a:gd name="connsiteX7" fmla="*/ 2466515 w 10350500"/>
              <a:gd name="connsiteY7" fmla="*/ 6858000 h 6858000"/>
              <a:gd name="connsiteX8" fmla="*/ 4227833 w 10350500"/>
              <a:gd name="connsiteY8" fmla="*/ 48216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0500" h="6858000">
                <a:moveTo>
                  <a:pt x="0" y="0"/>
                </a:moveTo>
                <a:lnTo>
                  <a:pt x="8763000" y="0"/>
                </a:lnTo>
                <a:lnTo>
                  <a:pt x="9283700" y="0"/>
                </a:lnTo>
                <a:lnTo>
                  <a:pt x="10350500" y="0"/>
                </a:lnTo>
                <a:lnTo>
                  <a:pt x="10350500" y="6858000"/>
                </a:lnTo>
                <a:lnTo>
                  <a:pt x="9283700" y="6858000"/>
                </a:lnTo>
                <a:lnTo>
                  <a:pt x="8763000" y="6858000"/>
                </a:lnTo>
                <a:lnTo>
                  <a:pt x="2466515" y="6858000"/>
                </a:lnTo>
                <a:lnTo>
                  <a:pt x="4227833" y="4821678"/>
                </a:lnTo>
                <a:close/>
              </a:path>
            </a:pathLst>
          </a:custGeom>
          <a:solidFill>
            <a:schemeClr val="accent6"/>
          </a:solidFill>
          <a:effectLst/>
        </p:spPr>
        <p:txBody>
          <a:bodyPr wrap="square" anchor="ctr" anchorCtr="0">
            <a:noAutofit/>
          </a:bodyPr>
          <a:lstStyle>
            <a:lvl1pPr algn="ctr">
              <a:defRPr sz="1400">
                <a:solidFill>
                  <a:schemeClr val="tx1"/>
                </a:solidFill>
              </a:defRPr>
            </a:lvl1pPr>
          </a:lstStyle>
          <a:p>
            <a:endParaRPr lang="en-US"/>
          </a:p>
        </p:txBody>
      </p:sp>
      <p:sp>
        <p:nvSpPr>
          <p:cNvPr id="17" name="Text Placeholder">
            <a:extLst>
              <a:ext uri="{FF2B5EF4-FFF2-40B4-BE49-F238E27FC236}">
                <a16:creationId xmlns:a16="http://schemas.microsoft.com/office/drawing/2014/main" id="{B7D65D8B-B5C7-C945-9BC7-E6F9755DD5BC}"/>
              </a:ext>
            </a:extLst>
          </p:cNvPr>
          <p:cNvSpPr>
            <a:spLocks noGrp="1"/>
          </p:cNvSpPr>
          <p:nvPr>
            <p:ph type="body" sz="quarter" idx="19" hasCustomPrompt="1"/>
          </p:nvPr>
        </p:nvSpPr>
        <p:spPr>
          <a:xfrm>
            <a:off x="1"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gradFill flip="none" rotWithShape="1">
            <a:gsLst>
              <a:gs pos="0">
                <a:schemeClr val="tx2"/>
              </a:gs>
              <a:gs pos="33000">
                <a:schemeClr val="accent1">
                  <a:lumMod val="100000"/>
                  <a:alpha val="90000"/>
                </a:schemeClr>
              </a:gs>
              <a:gs pos="100000">
                <a:schemeClr val="bg2"/>
              </a:gs>
            </a:gsLst>
            <a:lin ang="5100000" scaled="0"/>
            <a:tileRect/>
          </a:gradFill>
        </p:spPr>
        <p:txBody>
          <a:bodyPr wrap="square" lIns="576072" tIns="731520" rIns="210312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6" name="Logo">
            <a:extLst>
              <a:ext uri="{FF2B5EF4-FFF2-40B4-BE49-F238E27FC236}">
                <a16:creationId xmlns:a16="http://schemas.microsoft.com/office/drawing/2014/main" id="{BDEA9918-4666-9344-BF65-6BC3C702B568}"/>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2725156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ogo_X-Positive Arrow (left) Cover (white)">
    <p:spTree>
      <p:nvGrpSpPr>
        <p:cNvPr id="1" name=""/>
        <p:cNvGrpSpPr/>
        <p:nvPr/>
      </p:nvGrpSpPr>
      <p:grpSpPr>
        <a:xfrm>
          <a:off x="0" y="0"/>
          <a:ext cx="0" cy="0"/>
          <a:chOff x="0" y="0"/>
          <a:chExt cx="0" cy="0"/>
        </a:xfrm>
      </p:grpSpPr>
      <p:sp>
        <p:nvSpPr>
          <p:cNvPr id="12" name="Supporting Image">
            <a:extLst>
              <a:ext uri="{FF2B5EF4-FFF2-40B4-BE49-F238E27FC236}">
                <a16:creationId xmlns:a16="http://schemas.microsoft.com/office/drawing/2014/main" id="{3D056111-659C-5B40-A9C5-688F5BA51E04}"/>
              </a:ext>
            </a:extLst>
          </p:cNvPr>
          <p:cNvSpPr>
            <a:spLocks noGrp="1"/>
          </p:cNvSpPr>
          <p:nvPr>
            <p:ph type="pic" sz="quarter" idx="14"/>
          </p:nvPr>
        </p:nvSpPr>
        <p:spPr>
          <a:xfrm>
            <a:off x="5634834" y="0"/>
            <a:ext cx="6557166" cy="6858000"/>
          </a:xfrm>
          <a:custGeom>
            <a:avLst/>
            <a:gdLst>
              <a:gd name="connsiteX0" fmla="*/ 0 w 6557166"/>
              <a:gd name="connsiteY0" fmla="*/ 0 h 6858000"/>
              <a:gd name="connsiteX1" fmla="*/ 6557166 w 6557166"/>
              <a:gd name="connsiteY1" fmla="*/ 0 h 6858000"/>
              <a:gd name="connsiteX2" fmla="*/ 6557166 w 6557166"/>
              <a:gd name="connsiteY2" fmla="*/ 6858000 h 6858000"/>
              <a:gd name="connsiteX3" fmla="*/ 0 w 6557166"/>
              <a:gd name="connsiteY3" fmla="*/ 6858000 h 6858000"/>
              <a:gd name="connsiteX4" fmla="*/ 2986159 w 6557166"/>
              <a:gd name="connsiteY4" fmla="*/ 340559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6" h="6858000">
                <a:moveTo>
                  <a:pt x="0" y="0"/>
                </a:moveTo>
                <a:lnTo>
                  <a:pt x="6557166" y="0"/>
                </a:lnTo>
                <a:lnTo>
                  <a:pt x="6557166" y="6858000"/>
                </a:lnTo>
                <a:lnTo>
                  <a:pt x="0" y="6858000"/>
                </a:lnTo>
                <a:lnTo>
                  <a:pt x="2986159" y="3405597"/>
                </a:lnTo>
                <a:close/>
              </a:path>
            </a:pathLst>
          </a:custGeom>
          <a:solidFill>
            <a:schemeClr val="accent6"/>
          </a:solidFill>
          <a:effectLst/>
        </p:spPr>
        <p:txBody>
          <a:bodyPr wrap="square" rIns="365760" anchor="ctr" anchorCtr="0">
            <a:noAutofit/>
          </a:bodyPr>
          <a:lstStyle>
            <a:lvl1pPr algn="ctr">
              <a:defRPr sz="1400">
                <a:solidFill>
                  <a:schemeClr val="tx1"/>
                </a:solidFill>
              </a:defRPr>
            </a:lvl1pPr>
          </a:lstStyle>
          <a:p>
            <a:endParaRPr lang="en-US"/>
          </a:p>
        </p:txBody>
      </p:sp>
      <p:sp>
        <p:nvSpPr>
          <p:cNvPr id="14" name="Text Placeholder">
            <a:extLst>
              <a:ext uri="{FF2B5EF4-FFF2-40B4-BE49-F238E27FC236}">
                <a16:creationId xmlns:a16="http://schemas.microsoft.com/office/drawing/2014/main" id="{FBB6C100-0A93-FD48-BCE6-288911AED2CA}"/>
              </a:ext>
            </a:extLst>
          </p:cNvPr>
          <p:cNvSpPr>
            <a:spLocks noGrp="1"/>
          </p:cNvSpPr>
          <p:nvPr>
            <p:ph type="body" sz="quarter" idx="23" hasCustomPrompt="1"/>
          </p:nvPr>
        </p:nvSpPr>
        <p:spPr>
          <a:xfrm>
            <a:off x="574730" y="2311005"/>
            <a:ext cx="6854770" cy="2693194"/>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lvl3pPr>
          </a:lstStyle>
          <a:p>
            <a:pPr lvl="0"/>
            <a:r>
              <a:rPr lang="en-US" dirty="0"/>
              <a:t>Presentation title goes here</a:t>
            </a:r>
          </a:p>
          <a:p>
            <a:pPr lvl="1"/>
            <a:r>
              <a:rPr lang="en-US" dirty="0"/>
              <a:t>Presenter name or subheading goes here</a:t>
            </a:r>
          </a:p>
          <a:p>
            <a:pPr lvl="2"/>
            <a:r>
              <a:rPr lang="en-US" dirty="0"/>
              <a:t>Date 00, 0000</a:t>
            </a:r>
          </a:p>
        </p:txBody>
      </p:sp>
      <p:sp>
        <p:nvSpPr>
          <p:cNvPr id="9" name="Logo">
            <a:extLst>
              <a:ext uri="{FF2B5EF4-FFF2-40B4-BE49-F238E27FC236}">
                <a16:creationId xmlns:a16="http://schemas.microsoft.com/office/drawing/2014/main" id="{E865A66C-9374-B843-8326-4D607876706A}"/>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215754840"/>
      </p:ext>
    </p:extLst>
  </p:cSld>
  <p:clrMapOvr>
    <a:masterClrMapping/>
  </p:clrMapOvr>
  <p:extLst>
    <p:ext uri="{DCECCB84-F9BA-43D5-87BE-67443E8EF086}">
      <p15:sldGuideLst xmlns:p15="http://schemas.microsoft.com/office/powerpoint/2012/main">
        <p15:guide id="2"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ogo_2_X-Positive Arrow (left) Cover (white)">
    <p:bg>
      <p:bgPr>
        <a:solidFill>
          <a:schemeClr val="tx2"/>
        </a:solidFill>
        <a:effectLst/>
      </p:bgPr>
    </p:bg>
    <p:spTree>
      <p:nvGrpSpPr>
        <p:cNvPr id="1" name=""/>
        <p:cNvGrpSpPr/>
        <p:nvPr/>
      </p:nvGrpSpPr>
      <p:grpSpPr>
        <a:xfrm>
          <a:off x="0" y="0"/>
          <a:ext cx="0" cy="0"/>
          <a:chOff x="0" y="0"/>
          <a:chExt cx="0" cy="0"/>
        </a:xfrm>
      </p:grpSpPr>
      <p:sp>
        <p:nvSpPr>
          <p:cNvPr id="12" name="Supporting Image">
            <a:extLst>
              <a:ext uri="{FF2B5EF4-FFF2-40B4-BE49-F238E27FC236}">
                <a16:creationId xmlns:a16="http://schemas.microsoft.com/office/drawing/2014/main" id="{3D056111-659C-5B40-A9C5-688F5BA51E04}"/>
              </a:ext>
            </a:extLst>
          </p:cNvPr>
          <p:cNvSpPr>
            <a:spLocks noGrp="1"/>
          </p:cNvSpPr>
          <p:nvPr>
            <p:ph type="pic" sz="quarter" idx="14"/>
          </p:nvPr>
        </p:nvSpPr>
        <p:spPr>
          <a:xfrm>
            <a:off x="5634834" y="0"/>
            <a:ext cx="6557166" cy="6858000"/>
          </a:xfrm>
          <a:custGeom>
            <a:avLst/>
            <a:gdLst>
              <a:gd name="connsiteX0" fmla="*/ 0 w 6557166"/>
              <a:gd name="connsiteY0" fmla="*/ 0 h 6858000"/>
              <a:gd name="connsiteX1" fmla="*/ 6557166 w 6557166"/>
              <a:gd name="connsiteY1" fmla="*/ 0 h 6858000"/>
              <a:gd name="connsiteX2" fmla="*/ 6557166 w 6557166"/>
              <a:gd name="connsiteY2" fmla="*/ 6858000 h 6858000"/>
              <a:gd name="connsiteX3" fmla="*/ 0 w 6557166"/>
              <a:gd name="connsiteY3" fmla="*/ 6858000 h 6858000"/>
              <a:gd name="connsiteX4" fmla="*/ 2986159 w 6557166"/>
              <a:gd name="connsiteY4" fmla="*/ 340559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6" h="6858000">
                <a:moveTo>
                  <a:pt x="0" y="0"/>
                </a:moveTo>
                <a:lnTo>
                  <a:pt x="6557166" y="0"/>
                </a:lnTo>
                <a:lnTo>
                  <a:pt x="6557166" y="6858000"/>
                </a:lnTo>
                <a:lnTo>
                  <a:pt x="0" y="6858000"/>
                </a:lnTo>
                <a:lnTo>
                  <a:pt x="2986159" y="3405597"/>
                </a:lnTo>
                <a:close/>
              </a:path>
            </a:pathLst>
          </a:custGeom>
          <a:solidFill>
            <a:schemeClr val="accent6"/>
          </a:solidFill>
          <a:effectLst/>
        </p:spPr>
        <p:txBody>
          <a:bodyPr wrap="square" anchor="ctr" anchorCtr="0">
            <a:noAutofit/>
          </a:bodyPr>
          <a:lstStyle>
            <a:lvl1pPr algn="ctr">
              <a:defRPr sz="1400">
                <a:solidFill>
                  <a:schemeClr val="tx1"/>
                </a:solidFill>
              </a:defRPr>
            </a:lvl1pPr>
          </a:lstStyle>
          <a:p>
            <a:endParaRPr lang="en-US"/>
          </a:p>
        </p:txBody>
      </p:sp>
      <p:sp>
        <p:nvSpPr>
          <p:cNvPr id="5" name="Text Placeholder">
            <a:extLst>
              <a:ext uri="{FF2B5EF4-FFF2-40B4-BE49-F238E27FC236}">
                <a16:creationId xmlns:a16="http://schemas.microsoft.com/office/drawing/2014/main" id="{1A25AC7E-5F11-F74C-9C2A-76B373BAB704}"/>
              </a:ext>
            </a:extLst>
          </p:cNvPr>
          <p:cNvSpPr>
            <a:spLocks noGrp="1"/>
          </p:cNvSpPr>
          <p:nvPr>
            <p:ph type="body" sz="quarter" idx="23" hasCustomPrompt="1"/>
          </p:nvPr>
        </p:nvSpPr>
        <p:spPr>
          <a:xfrm>
            <a:off x="574730" y="2311005"/>
            <a:ext cx="6854770" cy="2693194"/>
          </a:xfrm>
        </p:spPr>
        <p:txBody>
          <a:bodyPr anchor="ctr" anchorCtr="0"/>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solidFill>
                  <a:schemeClr val="bg1"/>
                </a:solidFill>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9" name="Logo">
            <a:extLst>
              <a:ext uri="{FF2B5EF4-FFF2-40B4-BE49-F238E27FC236}">
                <a16:creationId xmlns:a16="http://schemas.microsoft.com/office/drawing/2014/main" id="{B8C5CFDE-656A-BB42-9625-BCA3F1A47217}"/>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930079604"/>
      </p:ext>
    </p:extLst>
  </p:cSld>
  <p:clrMapOvr>
    <a:masterClrMapping/>
  </p:clrMapOvr>
  <p:extLst>
    <p:ext uri="{DCECCB84-F9BA-43D5-87BE-67443E8EF086}">
      <p15:sldGuideLst xmlns:p15="http://schemas.microsoft.com/office/powerpoint/2012/main">
        <p15:guide id="2"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ogo_X-Positive Arrow (left) Cover (gradient)">
    <p:bg>
      <p:bgPr>
        <a:gradFill>
          <a:gsLst>
            <a:gs pos="0">
              <a:schemeClr val="tx2"/>
            </a:gs>
            <a:gs pos="33000">
              <a:schemeClr val="accent1">
                <a:lumMod val="10000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7" name="Supporting Image">
            <a:extLst>
              <a:ext uri="{FF2B5EF4-FFF2-40B4-BE49-F238E27FC236}">
                <a16:creationId xmlns:a16="http://schemas.microsoft.com/office/drawing/2014/main" id="{A65B33B6-4C8B-394C-8805-72EC2F56D55A}"/>
              </a:ext>
            </a:extLst>
          </p:cNvPr>
          <p:cNvSpPr>
            <a:spLocks noGrp="1"/>
          </p:cNvSpPr>
          <p:nvPr>
            <p:ph type="pic" sz="quarter" idx="14"/>
          </p:nvPr>
        </p:nvSpPr>
        <p:spPr>
          <a:xfrm>
            <a:off x="5634834" y="0"/>
            <a:ext cx="6557166" cy="6858000"/>
          </a:xfrm>
          <a:custGeom>
            <a:avLst/>
            <a:gdLst>
              <a:gd name="connsiteX0" fmla="*/ 0 w 6557166"/>
              <a:gd name="connsiteY0" fmla="*/ 0 h 6858000"/>
              <a:gd name="connsiteX1" fmla="*/ 6557166 w 6557166"/>
              <a:gd name="connsiteY1" fmla="*/ 0 h 6858000"/>
              <a:gd name="connsiteX2" fmla="*/ 6557166 w 6557166"/>
              <a:gd name="connsiteY2" fmla="*/ 6858000 h 6858000"/>
              <a:gd name="connsiteX3" fmla="*/ 0 w 6557166"/>
              <a:gd name="connsiteY3" fmla="*/ 6858000 h 6858000"/>
              <a:gd name="connsiteX4" fmla="*/ 2986159 w 6557166"/>
              <a:gd name="connsiteY4" fmla="*/ 340559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6" h="6858000">
                <a:moveTo>
                  <a:pt x="0" y="0"/>
                </a:moveTo>
                <a:lnTo>
                  <a:pt x="6557166" y="0"/>
                </a:lnTo>
                <a:lnTo>
                  <a:pt x="6557166" y="6858000"/>
                </a:lnTo>
                <a:lnTo>
                  <a:pt x="0" y="6858000"/>
                </a:lnTo>
                <a:lnTo>
                  <a:pt x="2986159" y="3405597"/>
                </a:lnTo>
                <a:close/>
              </a:path>
            </a:pathLst>
          </a:custGeom>
          <a:solidFill>
            <a:schemeClr val="accent6"/>
          </a:solidFill>
          <a:effectLst/>
        </p:spPr>
        <p:txBody>
          <a:bodyPr wrap="square" anchor="ctr" anchorCtr="0">
            <a:noAutofit/>
          </a:bodyPr>
          <a:lstStyle>
            <a:lvl1pPr algn="ctr">
              <a:defRPr sz="1400">
                <a:solidFill>
                  <a:schemeClr val="tx1"/>
                </a:solidFill>
              </a:defRPr>
            </a:lvl1pPr>
          </a:lstStyle>
          <a:p>
            <a:endParaRPr lang="en-US"/>
          </a:p>
        </p:txBody>
      </p:sp>
      <p:sp>
        <p:nvSpPr>
          <p:cNvPr id="8" name="Text Placeholder">
            <a:extLst>
              <a:ext uri="{FF2B5EF4-FFF2-40B4-BE49-F238E27FC236}">
                <a16:creationId xmlns:a16="http://schemas.microsoft.com/office/drawing/2014/main" id="{125C4913-D64B-D54B-9A17-9DF46A6C0BFD}"/>
              </a:ext>
            </a:extLst>
          </p:cNvPr>
          <p:cNvSpPr>
            <a:spLocks noGrp="1"/>
          </p:cNvSpPr>
          <p:nvPr>
            <p:ph type="body" sz="quarter" idx="23" hasCustomPrompt="1"/>
          </p:nvPr>
        </p:nvSpPr>
        <p:spPr>
          <a:xfrm>
            <a:off x="574730" y="2311005"/>
            <a:ext cx="6854770" cy="2693194"/>
          </a:xfrm>
        </p:spPr>
        <p:txBody>
          <a:bodyPr anchor="ctr" anchorCtr="0"/>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solidFill>
                  <a:schemeClr val="bg1"/>
                </a:solidFill>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14" name="Logo">
            <a:extLst>
              <a:ext uri="{FF2B5EF4-FFF2-40B4-BE49-F238E27FC236}">
                <a16:creationId xmlns:a16="http://schemas.microsoft.com/office/drawing/2014/main" id="{BFB5981B-7481-D042-BDDC-F3F742602EC8}"/>
              </a:ext>
            </a:extLst>
          </p:cNvPr>
          <p:cNvSpPr>
            <a:spLocks noGrp="1" noChangeAspect="1"/>
          </p:cNvSpPr>
          <p:nvPr>
            <p:ph type="pic" sz="quarter" idx="22"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854326161"/>
      </p:ext>
    </p:extLst>
  </p:cSld>
  <p:clrMapOvr>
    <a:masterClrMapping/>
  </p:clrMapOvr>
  <p:extLst>
    <p:ext uri="{DCECCB84-F9BA-43D5-87BE-67443E8EF086}">
      <p15:sldGuideLst xmlns:p15="http://schemas.microsoft.com/office/powerpoint/2012/main">
        <p15:guide id="2"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ogo_X-Swipe Cover (left) (purple overlay)">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0FADCE59-8B05-7E49-AC4F-21D1F7A0C214}"/>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solidFill>
                  <a:schemeClr val="tx1"/>
                </a:solidFill>
              </a:defRPr>
            </a:lvl1pPr>
          </a:lstStyle>
          <a:p>
            <a:endParaRPr lang="en-US"/>
          </a:p>
        </p:txBody>
      </p:sp>
      <p:sp>
        <p:nvSpPr>
          <p:cNvPr id="25" name="Corner Overlay (purple)">
            <a:extLst>
              <a:ext uri="{FF2B5EF4-FFF2-40B4-BE49-F238E27FC236}">
                <a16:creationId xmlns:a16="http://schemas.microsoft.com/office/drawing/2014/main" id="{8A9A6EA8-49CF-6442-A295-472E74D03CD3}"/>
              </a:ext>
            </a:extLst>
          </p:cNvPr>
          <p:cNvSpPr>
            <a:spLocks noGrp="1"/>
          </p:cNvSpPr>
          <p:nvPr>
            <p:ph type="body" sz="quarter" idx="22"/>
          </p:nvPr>
        </p:nvSpPr>
        <p:spPr>
          <a:xfrm>
            <a:off x="8156273" y="0"/>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solidFill>
            <a:schemeClr val="tx2">
              <a:alpha val="90000"/>
            </a:schemeClr>
          </a:solidFill>
        </p:spPr>
        <p:txBody>
          <a:bodyPr wrap="square">
            <a:noAutofit/>
          </a:bodyPr>
          <a:lstStyle>
            <a:lvl1pPr>
              <a:defRPr sz="100"/>
            </a:lvl1pPr>
          </a:lstStyle>
          <a:p>
            <a:pPr lvl="0"/>
            <a:endParaRPr lang="en-US" dirty="0"/>
          </a:p>
        </p:txBody>
      </p:sp>
      <p:sp>
        <p:nvSpPr>
          <p:cNvPr id="12" name="Text Placeholder">
            <a:extLst>
              <a:ext uri="{FF2B5EF4-FFF2-40B4-BE49-F238E27FC236}">
                <a16:creationId xmlns:a16="http://schemas.microsoft.com/office/drawing/2014/main" id="{60F8076B-90E1-1F4E-9CA3-F8026D6A0AC8}"/>
              </a:ext>
            </a:extLst>
          </p:cNvPr>
          <p:cNvSpPr>
            <a:spLocks noGrp="1"/>
          </p:cNvSpPr>
          <p:nvPr>
            <p:ph type="body" sz="quarter" idx="21" hasCustomPrompt="1"/>
          </p:nvPr>
        </p:nvSpPr>
        <p:spPr>
          <a:xfrm>
            <a:off x="568035" y="3076025"/>
            <a:ext cx="5999019"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13" name="Logo">
            <a:extLst>
              <a:ext uri="{FF2B5EF4-FFF2-40B4-BE49-F238E27FC236}">
                <a16:creationId xmlns:a16="http://schemas.microsoft.com/office/drawing/2014/main" id="{37E8B7E8-942C-B343-AF8B-9A3CA8254D03}"/>
              </a:ext>
            </a:extLst>
          </p:cNvPr>
          <p:cNvSpPr>
            <a:spLocks noGrp="1" noChangeAspect="1"/>
          </p:cNvSpPr>
          <p:nvPr>
            <p:ph type="pic" sz="quarter" idx="23"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2765898934"/>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ogo_X-Swipe Cover (left) (gradient overlay)">
    <p:spTree>
      <p:nvGrpSpPr>
        <p:cNvPr id="1" name=""/>
        <p:cNvGrpSpPr/>
        <p:nvPr/>
      </p:nvGrpSpPr>
      <p:grpSpPr>
        <a:xfrm>
          <a:off x="0" y="0"/>
          <a:ext cx="0" cy="0"/>
          <a:chOff x="0" y="0"/>
          <a:chExt cx="0" cy="0"/>
        </a:xfrm>
      </p:grpSpPr>
      <p:sp>
        <p:nvSpPr>
          <p:cNvPr id="9" name="Supporting Image">
            <a:extLst>
              <a:ext uri="{FF2B5EF4-FFF2-40B4-BE49-F238E27FC236}">
                <a16:creationId xmlns:a16="http://schemas.microsoft.com/office/drawing/2014/main" id="{52B6D8EC-E694-8243-BB3D-0A74AD302C30}"/>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solidFill>
                  <a:schemeClr val="tx1"/>
                </a:solidFill>
              </a:defRPr>
            </a:lvl1pPr>
          </a:lstStyle>
          <a:p>
            <a:endParaRPr lang="en-US"/>
          </a:p>
        </p:txBody>
      </p:sp>
      <p:sp>
        <p:nvSpPr>
          <p:cNvPr id="10" name="Corner Overlay (gradient)">
            <a:extLst>
              <a:ext uri="{FF2B5EF4-FFF2-40B4-BE49-F238E27FC236}">
                <a16:creationId xmlns:a16="http://schemas.microsoft.com/office/drawing/2014/main" id="{EBD3C5B9-77B0-C348-AB2E-34F49F8B6D3A}"/>
              </a:ext>
            </a:extLst>
          </p:cNvPr>
          <p:cNvSpPr>
            <a:spLocks noGrp="1"/>
          </p:cNvSpPr>
          <p:nvPr>
            <p:ph type="body" sz="quarter" idx="22"/>
          </p:nvPr>
        </p:nvSpPr>
        <p:spPr>
          <a:xfrm>
            <a:off x="8156273" y="0"/>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gradFill flip="none" rotWithShape="1">
            <a:gsLst>
              <a:gs pos="0">
                <a:schemeClr val="tx2"/>
              </a:gs>
              <a:gs pos="33000">
                <a:schemeClr val="accent1">
                  <a:lumMod val="100000"/>
                  <a:alpha val="90000"/>
                </a:schemeClr>
              </a:gs>
              <a:gs pos="100000">
                <a:schemeClr val="bg2"/>
              </a:gs>
            </a:gsLst>
            <a:lin ang="3000000" scaled="0"/>
            <a:tileRect/>
          </a:gradFill>
        </p:spPr>
        <p:txBody>
          <a:bodyPr wrap="square">
            <a:noAutofit/>
          </a:bodyPr>
          <a:lstStyle>
            <a:lvl1pPr>
              <a:defRPr sz="100"/>
            </a:lvl1pPr>
          </a:lstStyle>
          <a:p>
            <a:pPr lvl="0"/>
            <a:endParaRPr lang="en-US" dirty="0"/>
          </a:p>
        </p:txBody>
      </p:sp>
      <p:sp>
        <p:nvSpPr>
          <p:cNvPr id="22" name="Text Placeholder">
            <a:extLst>
              <a:ext uri="{FF2B5EF4-FFF2-40B4-BE49-F238E27FC236}">
                <a16:creationId xmlns:a16="http://schemas.microsoft.com/office/drawing/2014/main" id="{3E92CF12-F414-F041-ABBC-176AEE720FE3}"/>
              </a:ext>
            </a:extLst>
          </p:cNvPr>
          <p:cNvSpPr>
            <a:spLocks noGrp="1"/>
          </p:cNvSpPr>
          <p:nvPr>
            <p:ph type="body" sz="quarter" idx="21" hasCustomPrompt="1"/>
          </p:nvPr>
        </p:nvSpPr>
        <p:spPr>
          <a:xfrm>
            <a:off x="568035" y="3076025"/>
            <a:ext cx="5999019"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dirty="0"/>
              <a:t>Presentation title goes here</a:t>
            </a:r>
          </a:p>
          <a:p>
            <a:pPr lvl="1"/>
            <a:r>
              <a:rPr lang="en-US" dirty="0"/>
              <a:t>Presenter name or subheading goes here</a:t>
            </a:r>
          </a:p>
          <a:p>
            <a:pPr lvl="2"/>
            <a:r>
              <a:rPr lang="en-US" dirty="0"/>
              <a:t>Date 00, 0000</a:t>
            </a:r>
          </a:p>
        </p:txBody>
      </p:sp>
      <p:sp>
        <p:nvSpPr>
          <p:cNvPr id="11" name="Logo">
            <a:extLst>
              <a:ext uri="{FF2B5EF4-FFF2-40B4-BE49-F238E27FC236}">
                <a16:creationId xmlns:a16="http://schemas.microsoft.com/office/drawing/2014/main" id="{7E580A40-C249-044E-BD0A-DC5F9FF04A0D}"/>
              </a:ext>
            </a:extLst>
          </p:cNvPr>
          <p:cNvSpPr>
            <a:spLocks noGrp="1" noChangeAspect="1"/>
          </p:cNvSpPr>
          <p:nvPr>
            <p:ph type="pic" sz="quarter" idx="23" hasCustomPrompt="1"/>
          </p:nvPr>
        </p:nvSpPr>
        <p:spPr>
          <a:xfrm>
            <a:off x="289356" y="456438"/>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4130870341"/>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ogo_Simple Closing (white)">
    <p:bg>
      <p:bgRef idx="1001">
        <a:schemeClr val="bg1"/>
      </p:bgRef>
    </p:bg>
    <p:spTree>
      <p:nvGrpSpPr>
        <p:cNvPr id="1" name=""/>
        <p:cNvGrpSpPr/>
        <p:nvPr/>
      </p:nvGrpSpPr>
      <p:grpSpPr>
        <a:xfrm>
          <a:off x="0" y="0"/>
          <a:ext cx="0" cy="0"/>
          <a:chOff x="0" y="0"/>
          <a:chExt cx="0" cy="0"/>
        </a:xfrm>
      </p:grpSpPr>
      <p:sp>
        <p:nvSpPr>
          <p:cNvPr id="16" name="Text Placeholder">
            <a:extLst>
              <a:ext uri="{FF2B5EF4-FFF2-40B4-BE49-F238E27FC236}">
                <a16:creationId xmlns:a16="http://schemas.microsoft.com/office/drawing/2014/main" id="{CCF35322-5ECC-6442-ABCE-0632B044192B}"/>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dirty="0"/>
              <a:t>Thank you.</a:t>
            </a:r>
          </a:p>
          <a:p>
            <a:pPr lvl="1"/>
            <a:r>
              <a:rPr lang="en-US" dirty="0"/>
              <a:t>Subheading goes here</a:t>
            </a:r>
          </a:p>
        </p:txBody>
      </p:sp>
      <p:sp>
        <p:nvSpPr>
          <p:cNvPr id="8" name="Logo">
            <a:extLst>
              <a:ext uri="{FF2B5EF4-FFF2-40B4-BE49-F238E27FC236}">
                <a16:creationId xmlns:a16="http://schemas.microsoft.com/office/drawing/2014/main" id="{E03B82B6-FB4E-E446-8041-C12CA342A4BA}"/>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12162241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ogo_Simple Closing (purple)">
    <p:bg>
      <p:bgRef idx="1001">
        <a:schemeClr val="bg2"/>
      </p:bgRef>
    </p:bg>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0BF9B48E-1B38-824C-8235-42EB3F0CF3EF}"/>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dirty="0"/>
              <a:t>Thank you.</a:t>
            </a:r>
          </a:p>
          <a:p>
            <a:pPr lvl="1"/>
            <a:r>
              <a:rPr lang="en-US" dirty="0"/>
              <a:t>Subheading goes here</a:t>
            </a:r>
          </a:p>
        </p:txBody>
      </p:sp>
      <p:sp>
        <p:nvSpPr>
          <p:cNvPr id="11" name="Logo">
            <a:extLst>
              <a:ext uri="{FF2B5EF4-FFF2-40B4-BE49-F238E27FC236}">
                <a16:creationId xmlns:a16="http://schemas.microsoft.com/office/drawing/2014/main" id="{A849FEBA-18DA-7B40-8F3F-91E015B2D8FC}"/>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13106551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ogo_Closing (gradient bar w. full bleed image)">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tIns="914400" anchor="t" anchorCtr="0"/>
          <a:lstStyle>
            <a:lvl1pPr algn="ctr">
              <a:defRPr sz="1400"/>
            </a:lvl1pPr>
          </a:lstStyle>
          <a:p>
            <a:endParaRPr lang="en-US"/>
          </a:p>
        </p:txBody>
      </p:sp>
      <p:sp>
        <p:nvSpPr>
          <p:cNvPr id="6" name="Text Placeholder / Gradient Color Bar ">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2912810"/>
            <a:ext cx="12192000" cy="1032380"/>
          </a:xfrm>
          <a:prstGeom prst="rect">
            <a:avLst/>
          </a:prstGeom>
          <a:gradFill flip="none" rotWithShape="1">
            <a:gsLst>
              <a:gs pos="0">
                <a:schemeClr val="tx2"/>
              </a:gs>
              <a:gs pos="32000">
                <a:schemeClr val="accent1">
                  <a:lumMod val="91000"/>
                  <a:lumOff val="9000"/>
                  <a:alpha val="90000"/>
                </a:schemeClr>
              </a:gs>
              <a:gs pos="100000">
                <a:schemeClr val="bg2"/>
              </a:gs>
            </a:gsLst>
            <a:lin ang="10800000" scaled="1"/>
            <a:tileRect/>
          </a:gradFill>
        </p:spPr>
        <p:txBody>
          <a:bodyPr wrap="square" lIns="548640" tIns="0" rIns="548640" anchor="ctr" anchorCtr="0">
            <a:noAutofit/>
          </a:bodyPr>
          <a:lstStyle>
            <a:lvl1pPr algn="ctr">
              <a:lnSpc>
                <a:spcPct val="110000"/>
              </a:lnSpc>
              <a:spcAft>
                <a:spcPts val="0"/>
              </a:spcAft>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600"/>
              </a:spcBef>
              <a:spcAft>
                <a:spcPts val="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defRPr sz="16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3pPr>
            <a:lvl4pPr>
              <a:buNone/>
              <a:defRPr>
                <a:solidFill>
                  <a:schemeClr val="bg1"/>
                </a:solidFill>
              </a:defRPr>
            </a:lvl4pPr>
            <a:lvl5pPr>
              <a:defRPr>
                <a:solidFill>
                  <a:schemeClr val="bg1"/>
                </a:solidFill>
              </a:defRPr>
            </a:lvl5pPr>
          </a:lstStyle>
          <a:p>
            <a:pPr lvl="0"/>
            <a:r>
              <a:rPr lang="en-US" dirty="0"/>
              <a:t>Closing statement</a:t>
            </a:r>
          </a:p>
        </p:txBody>
      </p:sp>
      <p:sp>
        <p:nvSpPr>
          <p:cNvPr id="8" name="Logo">
            <a:extLst>
              <a:ext uri="{FF2B5EF4-FFF2-40B4-BE49-F238E27FC236}">
                <a16:creationId xmlns:a16="http://schemas.microsoft.com/office/drawing/2014/main" id="{49C51027-7953-FD49-82A7-2481928FCBE1}"/>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2790854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ogo_Closing Image Overlay (centered) (gradient)">
    <p:bg>
      <p:bgPr>
        <a:solidFill>
          <a:schemeClr val="bg1"/>
        </a:solidFill>
        <a:effectLst/>
      </p:bgPr>
    </p:bg>
    <p:spTree>
      <p:nvGrpSpPr>
        <p:cNvPr id="1" name=""/>
        <p:cNvGrpSpPr/>
        <p:nvPr/>
      </p:nvGrpSpPr>
      <p:grpSpPr>
        <a:xfrm>
          <a:off x="0" y="0"/>
          <a:ext cx="0" cy="0"/>
          <a:chOff x="0" y="0"/>
          <a:chExt cx="0" cy="0"/>
        </a:xfrm>
      </p:grpSpPr>
      <p:sp>
        <p:nvSpPr>
          <p:cNvPr id="5" name="Supporting Image (Background)">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lvl1pPr>
          </a:lstStyle>
          <a:p>
            <a:endParaRPr lang="en-US"/>
          </a:p>
        </p:txBody>
      </p:sp>
      <p:sp>
        <p:nvSpPr>
          <p:cNvPr id="6" name="Text Placeholder / Gradient Overlay">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0"/>
            <a:ext cx="12192000" cy="6858000"/>
          </a:xfrm>
          <a:prstGeom prst="rect">
            <a:avLst/>
          </a:prstGeom>
          <a:gradFill flip="none" rotWithShape="1">
            <a:gsLst>
              <a:gs pos="0">
                <a:schemeClr val="tx2"/>
              </a:gs>
              <a:gs pos="33000">
                <a:schemeClr val="accent1">
                  <a:alpha val="90000"/>
                  <a:lumMod val="100000"/>
                </a:schemeClr>
              </a:gs>
              <a:gs pos="100000">
                <a:schemeClr val="bg2"/>
              </a:gs>
            </a:gsLst>
            <a:lin ang="8100000" scaled="1"/>
            <a:tileRect/>
          </a:gradFill>
        </p:spPr>
        <p:txBody>
          <a:bodyPr wrap="square" lIns="1371600" tIns="914400" rIns="1371600" bIns="914400" anchor="ctr" anchorCtr="0">
            <a:noAutofit/>
          </a:bodyPr>
          <a:lstStyle>
            <a:lvl1pPr algn="ctr">
              <a:lnSpc>
                <a:spcPct val="110000"/>
              </a:lnSpc>
              <a:spcBef>
                <a:spcPts val="0"/>
              </a:spcBef>
              <a:spcAft>
                <a:spcPts val="1200"/>
              </a:spcAft>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spcBef>
                <a:spcPts val="0"/>
              </a:spcBef>
              <a:spcAft>
                <a:spcPts val="600"/>
              </a:spcAft>
              <a:defRPr sz="1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Closing remarks</a:t>
            </a:r>
          </a:p>
          <a:p>
            <a:pPr lvl="1"/>
            <a:r>
              <a:rPr lang="en-US" dirty="0"/>
              <a:t>Subheading goes here</a:t>
            </a:r>
          </a:p>
          <a:p>
            <a:pPr lvl="2"/>
            <a:r>
              <a:rPr lang="en-US" dirty="0"/>
              <a:t>Third line</a:t>
            </a:r>
          </a:p>
        </p:txBody>
      </p:sp>
      <p:sp>
        <p:nvSpPr>
          <p:cNvPr id="8" name="Logo">
            <a:extLst>
              <a:ext uri="{FF2B5EF4-FFF2-40B4-BE49-F238E27FC236}">
                <a16:creationId xmlns:a16="http://schemas.microsoft.com/office/drawing/2014/main" id="{3B356B24-73BF-4242-A480-C49529F4508E}"/>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28468876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ogo_X-Negative Arrow (right) Closing (purple)">
    <p:bg>
      <p:bgPr>
        <a:solidFill>
          <a:schemeClr val="bg1"/>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635D2533-CB1B-784A-8478-98FEAF6773B5}"/>
              </a:ext>
            </a:extLst>
          </p:cNvPr>
          <p:cNvSpPr>
            <a:spLocks noGrp="1"/>
          </p:cNvSpPr>
          <p:nvPr>
            <p:ph type="pic" sz="quarter" idx="21"/>
          </p:nvPr>
        </p:nvSpPr>
        <p:spPr>
          <a:xfrm>
            <a:off x="0" y="0"/>
            <a:ext cx="12192000"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endParaRPr lang="en-US"/>
          </a:p>
        </p:txBody>
      </p:sp>
      <p:sp>
        <p:nvSpPr>
          <p:cNvPr id="13" name="Text Placeholder">
            <a:extLst>
              <a:ext uri="{FF2B5EF4-FFF2-40B4-BE49-F238E27FC236}">
                <a16:creationId xmlns:a16="http://schemas.microsoft.com/office/drawing/2014/main" id="{1457509B-6C42-7443-B30E-6E8519B0357E}"/>
              </a:ext>
            </a:extLst>
          </p:cNvPr>
          <p:cNvSpPr>
            <a:spLocks noGrp="1"/>
          </p:cNvSpPr>
          <p:nvPr>
            <p:ph type="body" sz="quarter" idx="20" hasCustomPrompt="1"/>
          </p:nvPr>
        </p:nvSpPr>
        <p:spPr>
          <a:xfrm flipH="1">
            <a:off x="6246876"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tx2">
              <a:alpha val="90000"/>
            </a:schemeClr>
          </a:solidFill>
        </p:spPr>
        <p:txBody>
          <a:bodyPr wrap="square" lIns="1609344" tIns="457200" rIns="457200" anchor="ctr" anchorCtr="0">
            <a:noAutofit/>
          </a:bodyPr>
          <a:lstStyle>
            <a:lvl1pPr>
              <a:defRPr lang="en-US" sz="4000" b="0" i="0" kern="1200" dirty="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defRPr lang="en-US" sz="16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marL="0" lvl="0" indent="0" algn="l" defTabSz="914400" rtl="0" eaLnBrk="1" latinLnBrk="0" hangingPunct="1">
              <a:lnSpc>
                <a:spcPct val="110000"/>
              </a:lnSpc>
              <a:spcBef>
                <a:spcPts val="0"/>
              </a:spcBef>
              <a:spcAft>
                <a:spcPts val="1200"/>
              </a:spcAft>
              <a:buFont typeface="Arial" panose="020B0604020202020204" pitchFamily="34" charset="0"/>
              <a:buNone/>
              <a:tabLst/>
            </a:pPr>
            <a:r>
              <a:rPr lang="en-US" dirty="0"/>
              <a:t>Closing remarks  </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Subheading goes here</a:t>
            </a:r>
          </a:p>
          <a:p>
            <a:pPr marL="0" lvl="2" indent="0" algn="l" defTabSz="914400" rtl="0" eaLnBrk="1" latinLnBrk="0" hangingPunct="1">
              <a:lnSpc>
                <a:spcPct val="130000"/>
              </a:lnSpc>
              <a:spcBef>
                <a:spcPts val="0"/>
              </a:spcBef>
              <a:spcAft>
                <a:spcPts val="600"/>
              </a:spcAft>
              <a:buFont typeface="Arial" panose="020B0604020202020204" pitchFamily="34" charset="0"/>
              <a:buNone/>
            </a:pPr>
            <a:r>
              <a:rPr lang="en-US" dirty="0"/>
              <a:t>Third level</a:t>
            </a:r>
          </a:p>
        </p:txBody>
      </p:sp>
      <p:sp>
        <p:nvSpPr>
          <p:cNvPr id="5" name="Logo">
            <a:extLst>
              <a:ext uri="{FF2B5EF4-FFF2-40B4-BE49-F238E27FC236}">
                <a16:creationId xmlns:a16="http://schemas.microsoft.com/office/drawing/2014/main" id="{42F26836-C9F4-E046-9533-5E6738E3F4FE}"/>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42558943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ogo_X-Negative Arrow (right) Closing (white)">
    <p:bg>
      <p:bgPr>
        <a:solidFill>
          <a:schemeClr val="bg1"/>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635D2533-CB1B-784A-8478-98FEAF6773B5}"/>
              </a:ext>
            </a:extLst>
          </p:cNvPr>
          <p:cNvSpPr>
            <a:spLocks noGrp="1"/>
          </p:cNvSpPr>
          <p:nvPr>
            <p:ph type="pic" sz="quarter" idx="21"/>
          </p:nvPr>
        </p:nvSpPr>
        <p:spPr>
          <a:xfrm>
            <a:off x="0" y="0"/>
            <a:ext cx="12192000"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endParaRPr lang="en-US"/>
          </a:p>
        </p:txBody>
      </p:sp>
      <p:sp>
        <p:nvSpPr>
          <p:cNvPr id="13" name="Text Placeholder">
            <a:extLst>
              <a:ext uri="{FF2B5EF4-FFF2-40B4-BE49-F238E27FC236}">
                <a16:creationId xmlns:a16="http://schemas.microsoft.com/office/drawing/2014/main" id="{1457509B-6C42-7443-B30E-6E8519B0357E}"/>
              </a:ext>
            </a:extLst>
          </p:cNvPr>
          <p:cNvSpPr>
            <a:spLocks noGrp="1"/>
          </p:cNvSpPr>
          <p:nvPr>
            <p:ph type="body" sz="quarter" idx="20" hasCustomPrompt="1"/>
          </p:nvPr>
        </p:nvSpPr>
        <p:spPr>
          <a:xfrm flipH="1">
            <a:off x="6246876"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bg1">
              <a:alpha val="90000"/>
            </a:schemeClr>
          </a:solidFill>
        </p:spPr>
        <p:txBody>
          <a:bodyPr wrap="square" lIns="1609344" tIns="457200" rIns="457200" anchor="ctr" anchorCtr="0">
            <a:noAutofit/>
          </a:bodyPr>
          <a:lstStyle>
            <a:lvl1pPr>
              <a:defRPr lang="en-US" sz="4000" b="0" i="0" kern="1200" dirty="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marL="0" lvl="0" indent="0" algn="l" defTabSz="914400" rtl="0" eaLnBrk="1" latinLnBrk="0" hangingPunct="1">
              <a:lnSpc>
                <a:spcPct val="110000"/>
              </a:lnSpc>
              <a:spcBef>
                <a:spcPts val="0"/>
              </a:spcBef>
              <a:spcAft>
                <a:spcPts val="1200"/>
              </a:spcAft>
              <a:buFont typeface="Arial" panose="020B0604020202020204" pitchFamily="34" charset="0"/>
              <a:buNone/>
              <a:tabLst/>
            </a:pPr>
            <a:r>
              <a:rPr lang="en-US" dirty="0"/>
              <a:t>Closing remarks  </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Subheading goes here</a:t>
            </a:r>
          </a:p>
          <a:p>
            <a:pPr marL="0" lvl="2" indent="0" algn="l" defTabSz="914400" rtl="0" eaLnBrk="1" latinLnBrk="0" hangingPunct="1">
              <a:lnSpc>
                <a:spcPct val="130000"/>
              </a:lnSpc>
              <a:spcBef>
                <a:spcPts val="0"/>
              </a:spcBef>
              <a:spcAft>
                <a:spcPts val="600"/>
              </a:spcAft>
              <a:buFont typeface="Arial" panose="020B0604020202020204" pitchFamily="34" charset="0"/>
              <a:buNone/>
            </a:pPr>
            <a:r>
              <a:rPr lang="en-US" dirty="0"/>
              <a:t>Third level</a:t>
            </a:r>
          </a:p>
        </p:txBody>
      </p:sp>
      <p:sp>
        <p:nvSpPr>
          <p:cNvPr id="6" name="Logo">
            <a:extLst>
              <a:ext uri="{FF2B5EF4-FFF2-40B4-BE49-F238E27FC236}">
                <a16:creationId xmlns:a16="http://schemas.microsoft.com/office/drawing/2014/main" id="{16970A38-DC50-7141-97FE-7E3515AD6847}"/>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1072087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ogo_X-Negative Arrow (right) Closing (gradient)">
    <p:bg>
      <p:bgPr>
        <a:solidFill>
          <a:schemeClr val="bg1"/>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635D2533-CB1B-784A-8478-98FEAF6773B5}"/>
              </a:ext>
            </a:extLst>
          </p:cNvPr>
          <p:cNvSpPr>
            <a:spLocks noGrp="1"/>
          </p:cNvSpPr>
          <p:nvPr>
            <p:ph type="pic" sz="quarter" idx="21"/>
          </p:nvPr>
        </p:nvSpPr>
        <p:spPr>
          <a:xfrm>
            <a:off x="0" y="0"/>
            <a:ext cx="12192000"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endParaRPr lang="en-US"/>
          </a:p>
        </p:txBody>
      </p:sp>
      <p:sp>
        <p:nvSpPr>
          <p:cNvPr id="13" name="Text Placeholder">
            <a:extLst>
              <a:ext uri="{FF2B5EF4-FFF2-40B4-BE49-F238E27FC236}">
                <a16:creationId xmlns:a16="http://schemas.microsoft.com/office/drawing/2014/main" id="{1457509B-6C42-7443-B30E-6E8519B0357E}"/>
              </a:ext>
            </a:extLst>
          </p:cNvPr>
          <p:cNvSpPr>
            <a:spLocks noGrp="1"/>
          </p:cNvSpPr>
          <p:nvPr>
            <p:ph type="body" sz="quarter" idx="20" hasCustomPrompt="1"/>
          </p:nvPr>
        </p:nvSpPr>
        <p:spPr>
          <a:xfrm flipH="1">
            <a:off x="6246876"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gradFill>
            <a:gsLst>
              <a:gs pos="0">
                <a:schemeClr val="tx2"/>
              </a:gs>
              <a:gs pos="33000">
                <a:schemeClr val="accent1">
                  <a:alpha val="90000"/>
                  <a:lumMod val="100000"/>
                </a:schemeClr>
              </a:gs>
              <a:gs pos="100000">
                <a:schemeClr val="bg2"/>
              </a:gs>
            </a:gsLst>
            <a:lin ang="15600000" scaled="0"/>
          </a:gradFill>
        </p:spPr>
        <p:txBody>
          <a:bodyPr wrap="square" lIns="1609344" tIns="457200" rIns="457200" anchor="ctr" anchorCtr="0">
            <a:noAutofit/>
          </a:bodyPr>
          <a:lstStyle>
            <a:lvl1pPr>
              <a:defRPr lang="en-US" sz="4000" b="0" i="0" kern="1200" dirty="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defRPr lang="en-US" sz="16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marL="0" lvl="0" indent="0" algn="l" defTabSz="914400" rtl="0" eaLnBrk="1" latinLnBrk="0" hangingPunct="1">
              <a:lnSpc>
                <a:spcPct val="110000"/>
              </a:lnSpc>
              <a:spcBef>
                <a:spcPts val="0"/>
              </a:spcBef>
              <a:spcAft>
                <a:spcPts val="1200"/>
              </a:spcAft>
              <a:buFont typeface="Arial" panose="020B0604020202020204" pitchFamily="34" charset="0"/>
              <a:buNone/>
              <a:tabLst/>
            </a:pPr>
            <a:r>
              <a:rPr lang="en-US" dirty="0"/>
              <a:t>Closing remarks  </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Subheading goes here</a:t>
            </a:r>
          </a:p>
          <a:p>
            <a:pPr marL="0" lvl="2" indent="0" algn="l" defTabSz="914400" rtl="0" eaLnBrk="1" latinLnBrk="0" hangingPunct="1">
              <a:lnSpc>
                <a:spcPct val="130000"/>
              </a:lnSpc>
              <a:spcBef>
                <a:spcPts val="0"/>
              </a:spcBef>
              <a:spcAft>
                <a:spcPts val="600"/>
              </a:spcAft>
              <a:buFont typeface="Arial" panose="020B0604020202020204" pitchFamily="34" charset="0"/>
              <a:buNone/>
            </a:pPr>
            <a:r>
              <a:rPr lang="en-US" dirty="0"/>
              <a:t>Third level</a:t>
            </a:r>
          </a:p>
        </p:txBody>
      </p:sp>
      <p:sp>
        <p:nvSpPr>
          <p:cNvPr id="5" name="Logo">
            <a:extLst>
              <a:ext uri="{FF2B5EF4-FFF2-40B4-BE49-F238E27FC236}">
                <a16:creationId xmlns:a16="http://schemas.microsoft.com/office/drawing/2014/main" id="{2F73AFCC-6DF5-D845-AF4B-1C89F5C51BF6}"/>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1196274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ogo_X-Negative Arrow (right, off center) Closing (white)">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413A713E-351C-D446-9A7D-F628FDF843A9}"/>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endParaRPr lang="en-US"/>
          </a:p>
        </p:txBody>
      </p:sp>
      <p:sp>
        <p:nvSpPr>
          <p:cNvPr id="18" name="Text Placeholder">
            <a:extLst>
              <a:ext uri="{FF2B5EF4-FFF2-40B4-BE49-F238E27FC236}">
                <a16:creationId xmlns:a16="http://schemas.microsoft.com/office/drawing/2014/main" id="{E8CCFFE4-6898-B54A-80BD-6E0C8BD8F62E}"/>
              </a:ext>
            </a:extLst>
          </p:cNvPr>
          <p:cNvSpPr>
            <a:spLocks noGrp="1"/>
          </p:cNvSpPr>
          <p:nvPr>
            <p:ph type="body" sz="quarter" idx="19" hasCustomPrompt="1"/>
          </p:nvPr>
        </p:nvSpPr>
        <p:spPr>
          <a:xfrm flipH="1">
            <a:off x="6122667"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solidFill>
            <a:schemeClr val="bg1">
              <a:alpha val="90000"/>
            </a:schemeClr>
          </a:solidFill>
        </p:spPr>
        <p:txBody>
          <a:bodyPr wrap="square" lIns="1947672" tIns="1371600" rIns="548640" anchor="ctr" anchorCtr="0">
            <a:noAutofit/>
          </a:bodyPr>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vl2pPr>
            <a:lvl3pPr>
              <a:spcAft>
                <a:spcPts val="600"/>
              </a:spcAft>
              <a:defRPr/>
            </a:lvl3pPr>
          </a:lstStyle>
          <a:p>
            <a:pPr lvl="0"/>
            <a:r>
              <a:rPr lang="en-US" dirty="0"/>
              <a:t>Closing remarks</a:t>
            </a:r>
          </a:p>
          <a:p>
            <a:pPr lvl="1"/>
            <a:r>
              <a:rPr lang="en-US" dirty="0"/>
              <a:t>Subheading goes here</a:t>
            </a:r>
          </a:p>
          <a:p>
            <a:pPr lvl="2"/>
            <a:r>
              <a:rPr lang="en-US" dirty="0"/>
              <a:t>Third level</a:t>
            </a:r>
          </a:p>
        </p:txBody>
      </p:sp>
      <p:sp>
        <p:nvSpPr>
          <p:cNvPr id="5" name="Logo">
            <a:extLst>
              <a:ext uri="{FF2B5EF4-FFF2-40B4-BE49-F238E27FC236}">
                <a16:creationId xmlns:a16="http://schemas.microsoft.com/office/drawing/2014/main" id="{7C4FC0FE-EE6F-AF4D-9460-E5F6264AD602}"/>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29701862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ogo_X-Negative Arrow (right, off center) Closing (gradient)">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413A713E-351C-D446-9A7D-F628FDF843A9}"/>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endParaRPr lang="en-US"/>
          </a:p>
        </p:txBody>
      </p:sp>
      <p:sp>
        <p:nvSpPr>
          <p:cNvPr id="18" name="Text Placeholder">
            <a:extLst>
              <a:ext uri="{FF2B5EF4-FFF2-40B4-BE49-F238E27FC236}">
                <a16:creationId xmlns:a16="http://schemas.microsoft.com/office/drawing/2014/main" id="{E8CCFFE4-6898-B54A-80BD-6E0C8BD8F62E}"/>
              </a:ext>
            </a:extLst>
          </p:cNvPr>
          <p:cNvSpPr>
            <a:spLocks noGrp="1"/>
          </p:cNvSpPr>
          <p:nvPr>
            <p:ph type="body" sz="quarter" idx="19" hasCustomPrompt="1"/>
          </p:nvPr>
        </p:nvSpPr>
        <p:spPr>
          <a:xfrm flipH="1">
            <a:off x="6122667"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gradFill flip="none" rotWithShape="1">
            <a:gsLst>
              <a:gs pos="0">
                <a:schemeClr val="tx2"/>
              </a:gs>
              <a:gs pos="33000">
                <a:schemeClr val="accent1">
                  <a:alpha val="90000"/>
                  <a:lumMod val="100000"/>
                </a:schemeClr>
              </a:gs>
              <a:gs pos="100000">
                <a:schemeClr val="bg2"/>
              </a:gs>
            </a:gsLst>
            <a:lin ang="16800000" scaled="0"/>
            <a:tileRect/>
          </a:gradFill>
        </p:spPr>
        <p:txBody>
          <a:bodyPr wrap="square" lIns="1947672" tIns="1371600" rIns="548640" anchor="ctr" anchorCtr="0">
            <a:noAutofit/>
          </a:bodyPr>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defRPr>
            </a:lvl2pPr>
            <a:lvl3pPr>
              <a:spcAft>
                <a:spcPts val="600"/>
              </a:spcAft>
              <a:defRPr>
                <a:solidFill>
                  <a:schemeClr val="bg1"/>
                </a:solidFill>
              </a:defRPr>
            </a:lvl3pPr>
          </a:lstStyle>
          <a:p>
            <a:pPr lvl="0"/>
            <a:r>
              <a:rPr lang="en-US" dirty="0"/>
              <a:t>Closing remarks</a:t>
            </a:r>
          </a:p>
          <a:p>
            <a:pPr lvl="1"/>
            <a:r>
              <a:rPr lang="en-US" dirty="0"/>
              <a:t>Subheading goes here</a:t>
            </a:r>
          </a:p>
          <a:p>
            <a:pPr lvl="2"/>
            <a:r>
              <a:rPr lang="en-US" dirty="0"/>
              <a:t>Third level</a:t>
            </a:r>
          </a:p>
        </p:txBody>
      </p:sp>
      <p:sp>
        <p:nvSpPr>
          <p:cNvPr id="6" name="Logo">
            <a:extLst>
              <a:ext uri="{FF2B5EF4-FFF2-40B4-BE49-F238E27FC236}">
                <a16:creationId xmlns:a16="http://schemas.microsoft.com/office/drawing/2014/main" id="{915C0A10-2BB2-834C-84C8-11F2E22E7D0D}"/>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bg1"/>
                </a:solidFill>
              </a:defRPr>
            </a:lvl1pPr>
          </a:lstStyle>
          <a:p>
            <a:r>
              <a:rPr lang="en-US"/>
              <a:t>Logo placeholder</a:t>
            </a:r>
          </a:p>
        </p:txBody>
      </p:sp>
    </p:spTree>
    <p:extLst>
      <p:ext uri="{BB962C8B-B14F-4D97-AF65-F5344CB8AC3E}">
        <p14:creationId xmlns:p14="http://schemas.microsoft.com/office/powerpoint/2010/main" val="31036205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ustom Logo_X-Swipe Closing (right) (purple overlay)">
    <p:spTree>
      <p:nvGrpSpPr>
        <p:cNvPr id="1" name=""/>
        <p:cNvGrpSpPr/>
        <p:nvPr/>
      </p:nvGrpSpPr>
      <p:grpSpPr>
        <a:xfrm>
          <a:off x="0" y="0"/>
          <a:ext cx="0" cy="0"/>
          <a:chOff x="0" y="0"/>
          <a:chExt cx="0" cy="0"/>
        </a:xfrm>
      </p:grpSpPr>
      <p:sp>
        <p:nvSpPr>
          <p:cNvPr id="52" name="Supporting Image">
            <a:extLst>
              <a:ext uri="{FF2B5EF4-FFF2-40B4-BE49-F238E27FC236}">
                <a16:creationId xmlns:a16="http://schemas.microsoft.com/office/drawing/2014/main" id="{2C641716-BB16-914A-997E-22C3E17A65F1}"/>
              </a:ext>
            </a:extLst>
          </p:cNvPr>
          <p:cNvSpPr>
            <a:spLocks noGrp="1"/>
          </p:cNvSpPr>
          <p:nvPr>
            <p:ph type="pic" sz="quarter" idx="15"/>
          </p:nvPr>
        </p:nvSpPr>
        <p:spPr>
          <a:xfrm>
            <a:off x="1" y="-742"/>
            <a:ext cx="8372341" cy="6860186"/>
          </a:xfrm>
          <a:custGeom>
            <a:avLst/>
            <a:gdLst>
              <a:gd name="connsiteX0" fmla="*/ 8372341 w 8372341"/>
              <a:gd name="connsiteY0" fmla="*/ 0 h 6860186"/>
              <a:gd name="connsiteX1" fmla="*/ 2188989 w 8372341"/>
              <a:gd name="connsiteY1" fmla="*/ 6860186 h 6860186"/>
              <a:gd name="connsiteX2" fmla="*/ 0 w 8372341"/>
              <a:gd name="connsiteY2" fmla="*/ 6860186 h 6860186"/>
              <a:gd name="connsiteX3" fmla="*/ 0 w 8372341"/>
              <a:gd name="connsiteY3" fmla="*/ 1717 h 6860186"/>
            </a:gdLst>
            <a:ahLst/>
            <a:cxnLst>
              <a:cxn ang="0">
                <a:pos x="connsiteX0" y="connsiteY0"/>
              </a:cxn>
              <a:cxn ang="0">
                <a:pos x="connsiteX1" y="connsiteY1"/>
              </a:cxn>
              <a:cxn ang="0">
                <a:pos x="connsiteX2" y="connsiteY2"/>
              </a:cxn>
              <a:cxn ang="0">
                <a:pos x="connsiteX3" y="connsiteY3"/>
              </a:cxn>
            </a:cxnLst>
            <a:rect l="l" t="t" r="r" b="b"/>
            <a:pathLst>
              <a:path w="8372341" h="6860186">
                <a:moveTo>
                  <a:pt x="8372341" y="0"/>
                </a:moveTo>
                <a:lnTo>
                  <a:pt x="2188989" y="6860186"/>
                </a:lnTo>
                <a:lnTo>
                  <a:pt x="0" y="6860186"/>
                </a:lnTo>
                <a:lnTo>
                  <a:pt x="0" y="1717"/>
                </a:lnTo>
                <a:close/>
              </a:path>
            </a:pathLst>
          </a:custGeom>
          <a:solidFill>
            <a:schemeClr val="accent6"/>
          </a:solidFill>
        </p:spPr>
        <p:txBody>
          <a:bodyPr vert="horz" lIns="0" tIns="0" rIns="0" bIns="0" rtlCol="0" anchor="ctr" anchorCtr="0">
            <a:normAutofit/>
          </a:bodyPr>
          <a:lstStyle>
            <a:lvl1pPr algn="ctr">
              <a:defRPr lang="en-US" sz="14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endParaRPr lang="en-US"/>
          </a:p>
        </p:txBody>
      </p:sp>
      <p:sp>
        <p:nvSpPr>
          <p:cNvPr id="16" name="Corner Overlay (purple)">
            <a:extLst>
              <a:ext uri="{FF2B5EF4-FFF2-40B4-BE49-F238E27FC236}">
                <a16:creationId xmlns:a16="http://schemas.microsoft.com/office/drawing/2014/main" id="{26C3FC25-ECE1-4D46-AFF2-A25C46C0BF8B}"/>
              </a:ext>
            </a:extLst>
          </p:cNvPr>
          <p:cNvSpPr>
            <a:spLocks noGrp="1"/>
          </p:cNvSpPr>
          <p:nvPr>
            <p:ph type="body" sz="quarter" idx="22"/>
          </p:nvPr>
        </p:nvSpPr>
        <p:spPr>
          <a:xfrm flipH="1">
            <a:off x="0" y="-742"/>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solidFill>
            <a:schemeClr val="tx2">
              <a:alpha val="90000"/>
            </a:schemeClr>
          </a:solidFill>
        </p:spPr>
        <p:txBody>
          <a:bodyPr wrap="square">
            <a:noAutofit/>
          </a:bodyPr>
          <a:lstStyle>
            <a:lvl1pPr>
              <a:defRPr sz="100"/>
            </a:lvl1pPr>
          </a:lstStyle>
          <a:p>
            <a:pPr lvl="0"/>
            <a:endParaRPr lang="en-US" dirty="0"/>
          </a:p>
        </p:txBody>
      </p:sp>
      <p:sp>
        <p:nvSpPr>
          <p:cNvPr id="29" name="Text Placeholder">
            <a:extLst>
              <a:ext uri="{FF2B5EF4-FFF2-40B4-BE49-F238E27FC236}">
                <a16:creationId xmlns:a16="http://schemas.microsoft.com/office/drawing/2014/main" id="{73F91B30-7CBC-6E4B-91AE-BFDBBDBDAF1C}"/>
              </a:ext>
            </a:extLst>
          </p:cNvPr>
          <p:cNvSpPr>
            <a:spLocks noGrp="1"/>
          </p:cNvSpPr>
          <p:nvPr>
            <p:ph type="body" sz="quarter" idx="21" hasCustomPrompt="1"/>
          </p:nvPr>
        </p:nvSpPr>
        <p:spPr>
          <a:xfrm>
            <a:off x="6438900" y="2380113"/>
            <a:ext cx="5181600" cy="2693194"/>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lvl3pPr>
          </a:lstStyle>
          <a:p>
            <a:pPr lvl="0"/>
            <a:r>
              <a:rPr lang="en-US" dirty="0"/>
              <a:t>Closing remarks</a:t>
            </a:r>
          </a:p>
          <a:p>
            <a:pPr lvl="1"/>
            <a:r>
              <a:rPr lang="en-US" dirty="0"/>
              <a:t>Subheading goes here</a:t>
            </a:r>
          </a:p>
          <a:p>
            <a:pPr lvl="2"/>
            <a:r>
              <a:rPr lang="en-US" dirty="0"/>
              <a:t>Third level</a:t>
            </a:r>
          </a:p>
        </p:txBody>
      </p:sp>
      <p:sp>
        <p:nvSpPr>
          <p:cNvPr id="10" name="Logo">
            <a:extLst>
              <a:ext uri="{FF2B5EF4-FFF2-40B4-BE49-F238E27FC236}">
                <a16:creationId xmlns:a16="http://schemas.microsoft.com/office/drawing/2014/main" id="{1AD63520-671A-C540-869D-A7FB97DD1978}"/>
              </a:ext>
            </a:extLst>
          </p:cNvPr>
          <p:cNvSpPr>
            <a:spLocks noGrp="1" noChangeAspect="1"/>
          </p:cNvSpPr>
          <p:nvPr>
            <p:ph type="pic" sz="quarter" idx="23"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438600978"/>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ogo_X-Swipe Cover (right) (gradient overlay)">
    <p:spTree>
      <p:nvGrpSpPr>
        <p:cNvPr id="1" name=""/>
        <p:cNvGrpSpPr/>
        <p:nvPr/>
      </p:nvGrpSpPr>
      <p:grpSpPr>
        <a:xfrm>
          <a:off x="0" y="0"/>
          <a:ext cx="0" cy="0"/>
          <a:chOff x="0" y="0"/>
          <a:chExt cx="0" cy="0"/>
        </a:xfrm>
      </p:grpSpPr>
      <p:sp>
        <p:nvSpPr>
          <p:cNvPr id="51" name="Supporting Image">
            <a:extLst>
              <a:ext uri="{FF2B5EF4-FFF2-40B4-BE49-F238E27FC236}">
                <a16:creationId xmlns:a16="http://schemas.microsoft.com/office/drawing/2014/main" id="{9A9090A6-1279-3D43-B814-F45C6FB30179}"/>
              </a:ext>
            </a:extLst>
          </p:cNvPr>
          <p:cNvSpPr>
            <a:spLocks noGrp="1"/>
          </p:cNvSpPr>
          <p:nvPr>
            <p:ph type="pic" sz="quarter" idx="14"/>
          </p:nvPr>
        </p:nvSpPr>
        <p:spPr>
          <a:xfrm>
            <a:off x="1" y="-742"/>
            <a:ext cx="8372341" cy="6860186"/>
          </a:xfrm>
          <a:custGeom>
            <a:avLst/>
            <a:gdLst>
              <a:gd name="connsiteX0" fmla="*/ 8372341 w 8372341"/>
              <a:gd name="connsiteY0" fmla="*/ 0 h 6860186"/>
              <a:gd name="connsiteX1" fmla="*/ 2188989 w 8372341"/>
              <a:gd name="connsiteY1" fmla="*/ 6860186 h 6860186"/>
              <a:gd name="connsiteX2" fmla="*/ 0 w 8372341"/>
              <a:gd name="connsiteY2" fmla="*/ 6860186 h 6860186"/>
              <a:gd name="connsiteX3" fmla="*/ 0 w 8372341"/>
              <a:gd name="connsiteY3" fmla="*/ 1717 h 6860186"/>
            </a:gdLst>
            <a:ahLst/>
            <a:cxnLst>
              <a:cxn ang="0">
                <a:pos x="connsiteX0" y="connsiteY0"/>
              </a:cxn>
              <a:cxn ang="0">
                <a:pos x="connsiteX1" y="connsiteY1"/>
              </a:cxn>
              <a:cxn ang="0">
                <a:pos x="connsiteX2" y="connsiteY2"/>
              </a:cxn>
              <a:cxn ang="0">
                <a:pos x="connsiteX3" y="connsiteY3"/>
              </a:cxn>
            </a:cxnLst>
            <a:rect l="l" t="t" r="r" b="b"/>
            <a:pathLst>
              <a:path w="8372341" h="6860186">
                <a:moveTo>
                  <a:pt x="8372341" y="0"/>
                </a:moveTo>
                <a:lnTo>
                  <a:pt x="2188989" y="6860186"/>
                </a:lnTo>
                <a:lnTo>
                  <a:pt x="0" y="6860186"/>
                </a:lnTo>
                <a:lnTo>
                  <a:pt x="0" y="1717"/>
                </a:lnTo>
                <a:close/>
              </a:path>
            </a:pathLst>
          </a:custGeom>
          <a:solidFill>
            <a:schemeClr val="accent6"/>
          </a:solidFill>
        </p:spPr>
        <p:txBody>
          <a:bodyPr vert="horz" lIns="0" tIns="0" rIns="0" bIns="0" rtlCol="0" anchor="ctr" anchorCtr="0">
            <a:normAutofit/>
          </a:bodyPr>
          <a:lstStyle>
            <a:lvl1pPr algn="ctr">
              <a:defRPr lang="en-US" sz="14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endParaRPr lang="en-US"/>
          </a:p>
        </p:txBody>
      </p:sp>
      <p:sp>
        <p:nvSpPr>
          <p:cNvPr id="10" name="Corner Overlay (gradient)">
            <a:extLst>
              <a:ext uri="{FF2B5EF4-FFF2-40B4-BE49-F238E27FC236}">
                <a16:creationId xmlns:a16="http://schemas.microsoft.com/office/drawing/2014/main" id="{BB25A9B5-CDC2-AA42-9207-923E12616192}"/>
              </a:ext>
            </a:extLst>
          </p:cNvPr>
          <p:cNvSpPr>
            <a:spLocks noGrp="1"/>
          </p:cNvSpPr>
          <p:nvPr>
            <p:ph type="body" sz="quarter" idx="22"/>
          </p:nvPr>
        </p:nvSpPr>
        <p:spPr>
          <a:xfrm flipH="1">
            <a:off x="0" y="-742"/>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gradFill flip="none" rotWithShape="1">
            <a:gsLst>
              <a:gs pos="0">
                <a:schemeClr val="tx2"/>
              </a:gs>
              <a:gs pos="33000">
                <a:schemeClr val="accent1">
                  <a:alpha val="90000"/>
                  <a:lumMod val="100000"/>
                </a:schemeClr>
              </a:gs>
              <a:gs pos="100000">
                <a:schemeClr val="bg2"/>
              </a:gs>
            </a:gsLst>
            <a:lin ang="11400000" scaled="0"/>
            <a:tileRect/>
          </a:gradFill>
        </p:spPr>
        <p:txBody>
          <a:bodyPr wrap="square">
            <a:noAutofit/>
          </a:bodyPr>
          <a:lstStyle>
            <a:lvl1pPr>
              <a:defRPr sz="100"/>
            </a:lvl1pPr>
          </a:lstStyle>
          <a:p>
            <a:pPr lvl="0"/>
            <a:endParaRPr lang="en-US" dirty="0"/>
          </a:p>
        </p:txBody>
      </p:sp>
      <p:sp>
        <p:nvSpPr>
          <p:cNvPr id="11" name="Text Placeholder">
            <a:extLst>
              <a:ext uri="{FF2B5EF4-FFF2-40B4-BE49-F238E27FC236}">
                <a16:creationId xmlns:a16="http://schemas.microsoft.com/office/drawing/2014/main" id="{AA6FB47B-7356-F543-824C-D511D1A732E9}"/>
              </a:ext>
            </a:extLst>
          </p:cNvPr>
          <p:cNvSpPr>
            <a:spLocks noGrp="1"/>
          </p:cNvSpPr>
          <p:nvPr>
            <p:ph type="body" sz="quarter" idx="21" hasCustomPrompt="1"/>
          </p:nvPr>
        </p:nvSpPr>
        <p:spPr>
          <a:xfrm>
            <a:off x="6438900" y="2380113"/>
            <a:ext cx="5181600" cy="2693194"/>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lvl3pPr>
          </a:lstStyle>
          <a:p>
            <a:pPr lvl="0"/>
            <a:r>
              <a:rPr lang="en-US" dirty="0"/>
              <a:t>Closing remarks</a:t>
            </a:r>
          </a:p>
          <a:p>
            <a:pPr lvl="1"/>
            <a:r>
              <a:rPr lang="en-US" dirty="0"/>
              <a:t>Subheading goes here</a:t>
            </a:r>
          </a:p>
          <a:p>
            <a:pPr lvl="2"/>
            <a:r>
              <a:rPr lang="en-US" dirty="0"/>
              <a:t>Third level</a:t>
            </a:r>
          </a:p>
        </p:txBody>
      </p:sp>
      <p:sp>
        <p:nvSpPr>
          <p:cNvPr id="17" name="Logo">
            <a:extLst>
              <a:ext uri="{FF2B5EF4-FFF2-40B4-BE49-F238E27FC236}">
                <a16:creationId xmlns:a16="http://schemas.microsoft.com/office/drawing/2014/main" id="{ED009424-620C-3C4A-9357-8686862934F3}"/>
              </a:ext>
            </a:extLst>
          </p:cNvPr>
          <p:cNvSpPr>
            <a:spLocks noGrp="1" noChangeAspect="1"/>
          </p:cNvSpPr>
          <p:nvPr>
            <p:ph type="pic" sz="quarter" idx="23"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2886483372"/>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ogo_X-Negative Arrow (right, large) Closing (white)">
    <p:spTree>
      <p:nvGrpSpPr>
        <p:cNvPr id="1" name=""/>
        <p:cNvGrpSpPr/>
        <p:nvPr/>
      </p:nvGrpSpPr>
      <p:grpSpPr>
        <a:xfrm>
          <a:off x="0" y="0"/>
          <a:ext cx="0" cy="0"/>
          <a:chOff x="0" y="0"/>
          <a:chExt cx="0" cy="0"/>
        </a:xfrm>
      </p:grpSpPr>
      <p:sp>
        <p:nvSpPr>
          <p:cNvPr id="9" name="Supporting Image">
            <a:extLst>
              <a:ext uri="{FF2B5EF4-FFF2-40B4-BE49-F238E27FC236}">
                <a16:creationId xmlns:a16="http://schemas.microsoft.com/office/drawing/2014/main" id="{99EA9F77-8B52-BD4A-947F-F2DF48DD3443}"/>
              </a:ext>
            </a:extLst>
          </p:cNvPr>
          <p:cNvSpPr>
            <a:spLocks noGrp="1"/>
          </p:cNvSpPr>
          <p:nvPr>
            <p:ph type="pic" sz="quarter" idx="22"/>
          </p:nvPr>
        </p:nvSpPr>
        <p:spPr>
          <a:xfrm>
            <a:off x="1" y="0"/>
            <a:ext cx="6557167" cy="6858000"/>
          </a:xfrm>
          <a:custGeom>
            <a:avLst/>
            <a:gdLst>
              <a:gd name="connsiteX0" fmla="*/ 0 w 6557167"/>
              <a:gd name="connsiteY0" fmla="*/ 0 h 6858000"/>
              <a:gd name="connsiteX1" fmla="*/ 6557167 w 6557167"/>
              <a:gd name="connsiteY1" fmla="*/ 0 h 6858000"/>
              <a:gd name="connsiteX2" fmla="*/ 3571008 w 6557167"/>
              <a:gd name="connsiteY2" fmla="*/ 3405597 h 6858000"/>
              <a:gd name="connsiteX3" fmla="*/ 6557167 w 6557167"/>
              <a:gd name="connsiteY3" fmla="*/ 6858000 h 6858000"/>
              <a:gd name="connsiteX4" fmla="*/ 0 w 655716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7" h="6858000">
                <a:moveTo>
                  <a:pt x="0" y="0"/>
                </a:moveTo>
                <a:lnTo>
                  <a:pt x="6557167" y="0"/>
                </a:lnTo>
                <a:lnTo>
                  <a:pt x="3571008" y="3405597"/>
                </a:lnTo>
                <a:lnTo>
                  <a:pt x="6557167" y="6858000"/>
                </a:lnTo>
                <a:lnTo>
                  <a:pt x="0" y="6858000"/>
                </a:lnTo>
                <a:close/>
              </a:path>
            </a:pathLst>
          </a:custGeom>
          <a:solidFill>
            <a:schemeClr val="accent6"/>
          </a:solidFill>
        </p:spPr>
        <p:txBody>
          <a:bodyPr vert="horz" lIns="0" tIns="0" rIns="0" bIns="0" rtlCol="0" anchor="ctr" anchorCtr="0">
            <a:normAutofit/>
          </a:bodyPr>
          <a:lstStyle>
            <a:lvl1pPr>
              <a:defRPr lang="en-US" sz="14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endParaRPr lang="en-US"/>
          </a:p>
        </p:txBody>
      </p:sp>
      <p:sp>
        <p:nvSpPr>
          <p:cNvPr id="10" name="Text Placeholder">
            <a:extLst>
              <a:ext uri="{FF2B5EF4-FFF2-40B4-BE49-F238E27FC236}">
                <a16:creationId xmlns:a16="http://schemas.microsoft.com/office/drawing/2014/main" id="{42ABA98B-CC60-4C4D-AB54-A4FB2BCF0980}"/>
              </a:ext>
            </a:extLst>
          </p:cNvPr>
          <p:cNvSpPr>
            <a:spLocks noGrp="1"/>
          </p:cNvSpPr>
          <p:nvPr>
            <p:ph type="body" sz="quarter" idx="21" hasCustomPrompt="1"/>
          </p:nvPr>
        </p:nvSpPr>
        <p:spPr>
          <a:xfrm>
            <a:off x="6210300" y="2380113"/>
            <a:ext cx="5410200" cy="2693194"/>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lvl3pPr>
          </a:lstStyle>
          <a:p>
            <a:pPr lvl="0"/>
            <a:r>
              <a:rPr lang="en-US" dirty="0"/>
              <a:t>Closing remarks</a:t>
            </a:r>
          </a:p>
          <a:p>
            <a:pPr lvl="1"/>
            <a:r>
              <a:rPr lang="en-US" dirty="0"/>
              <a:t>Subheading goes here</a:t>
            </a:r>
          </a:p>
          <a:p>
            <a:pPr lvl="2"/>
            <a:r>
              <a:rPr lang="en-US" dirty="0"/>
              <a:t>Third level</a:t>
            </a:r>
          </a:p>
        </p:txBody>
      </p:sp>
      <p:sp>
        <p:nvSpPr>
          <p:cNvPr id="11" name="Logo">
            <a:extLst>
              <a:ext uri="{FF2B5EF4-FFF2-40B4-BE49-F238E27FC236}">
                <a16:creationId xmlns:a16="http://schemas.microsoft.com/office/drawing/2014/main" id="{3373F0C7-C4D3-9F4B-A7E3-04A161EB8A0B}"/>
              </a:ext>
            </a:extLst>
          </p:cNvPr>
          <p:cNvSpPr>
            <a:spLocks noGrp="1" noChangeAspect="1"/>
          </p:cNvSpPr>
          <p:nvPr>
            <p:ph type="pic" sz="quarter" idx="23"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299987615"/>
      </p:ext>
    </p:extLst>
  </p:cSld>
  <p:clrMapOvr>
    <a:masterClrMapping/>
  </p:clrMapOvr>
  <p:extLst>
    <p:ext uri="{DCECCB84-F9BA-43D5-87BE-67443E8EF086}">
      <p15:sldGuideLst xmlns:p15="http://schemas.microsoft.com/office/powerpoint/2012/main">
        <p15:guide id="1" pos="3264">
          <p15:clr>
            <a:srgbClr val="FBAE40"/>
          </p15:clr>
        </p15:guide>
        <p15:guide id="2" orient="horz" pos="216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ustom Logo_X-Negative Arrow Closing (right) Closing (white)">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C746709F-968D-524F-B35E-F600A673B374}"/>
              </a:ext>
            </a:extLst>
          </p:cNvPr>
          <p:cNvSpPr>
            <a:spLocks noGrp="1"/>
          </p:cNvSpPr>
          <p:nvPr>
            <p:ph type="pic" sz="quarter" idx="18"/>
          </p:nvPr>
        </p:nvSpPr>
        <p:spPr>
          <a:xfrm>
            <a:off x="0" y="0"/>
            <a:ext cx="5945123"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3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3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3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6398522 w 12190476"/>
              <a:gd name="connsiteY0" fmla="*/ 6858000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12190476 w 12190476"/>
              <a:gd name="connsiteY6" fmla="*/ 292432 h 6858000"/>
              <a:gd name="connsiteX7" fmla="*/ 0 w 12190476"/>
              <a:gd name="connsiteY7" fmla="*/ 0 h 6858000"/>
              <a:gd name="connsiteX8" fmla="*/ 2961588 w 12190476"/>
              <a:gd name="connsiteY8" fmla="*/ 0 h 6858000"/>
              <a:gd name="connsiteX9" fmla="*/ 5945123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12190476 w 12190476"/>
              <a:gd name="connsiteY0" fmla="*/ 292432 h 6858000"/>
              <a:gd name="connsiteX1" fmla="*/ 12190476 w 12190476"/>
              <a:gd name="connsiteY1" fmla="*/ 6353337 h 6858000"/>
              <a:gd name="connsiteX2" fmla="*/ 9529162 w 12190476"/>
              <a:gd name="connsiteY2" fmla="*/ 3377467 h 6858000"/>
              <a:gd name="connsiteX3" fmla="*/ 12190476 w 12190476"/>
              <a:gd name="connsiteY3" fmla="*/ 292432 h 6858000"/>
              <a:gd name="connsiteX4" fmla="*/ 0 w 12190476"/>
              <a:gd name="connsiteY4" fmla="*/ 0 h 6858000"/>
              <a:gd name="connsiteX5" fmla="*/ 2961588 w 12190476"/>
              <a:gd name="connsiteY5" fmla="*/ 0 h 6858000"/>
              <a:gd name="connsiteX6" fmla="*/ 5945123 w 12190476"/>
              <a:gd name="connsiteY6" fmla="*/ 3402520 h 6858000"/>
              <a:gd name="connsiteX7" fmla="*/ 2956230 w 12190476"/>
              <a:gd name="connsiteY7" fmla="*/ 6858000 h 6858000"/>
              <a:gd name="connsiteX8" fmla="*/ 0 w 12190476"/>
              <a:gd name="connsiteY8" fmla="*/ 6858000 h 6858000"/>
              <a:gd name="connsiteX9" fmla="*/ 0 w 12190476"/>
              <a:gd name="connsiteY9" fmla="*/ 0 h 6858000"/>
              <a:gd name="connsiteX0" fmla="*/ 12190476 w 12190476"/>
              <a:gd name="connsiteY0" fmla="*/ 292432 h 6858000"/>
              <a:gd name="connsiteX1" fmla="*/ 9529162 w 12190476"/>
              <a:gd name="connsiteY1" fmla="*/ 3377467 h 6858000"/>
              <a:gd name="connsiteX2" fmla="*/ 12190476 w 12190476"/>
              <a:gd name="connsiteY2" fmla="*/ 292432 h 6858000"/>
              <a:gd name="connsiteX3" fmla="*/ 0 w 12190476"/>
              <a:gd name="connsiteY3" fmla="*/ 0 h 6858000"/>
              <a:gd name="connsiteX4" fmla="*/ 2961588 w 12190476"/>
              <a:gd name="connsiteY4" fmla="*/ 0 h 6858000"/>
              <a:gd name="connsiteX5" fmla="*/ 5945123 w 12190476"/>
              <a:gd name="connsiteY5" fmla="*/ 3402520 h 6858000"/>
              <a:gd name="connsiteX6" fmla="*/ 2956230 w 12190476"/>
              <a:gd name="connsiteY6" fmla="*/ 6858000 h 6858000"/>
              <a:gd name="connsiteX7" fmla="*/ 0 w 12190476"/>
              <a:gd name="connsiteY7" fmla="*/ 6858000 h 6858000"/>
              <a:gd name="connsiteX8" fmla="*/ 0 w 12190476"/>
              <a:gd name="connsiteY8" fmla="*/ 0 h 6858000"/>
              <a:gd name="connsiteX0" fmla="*/ 0 w 5945123"/>
              <a:gd name="connsiteY0" fmla="*/ 0 h 6858000"/>
              <a:gd name="connsiteX1" fmla="*/ 2961588 w 5945123"/>
              <a:gd name="connsiteY1" fmla="*/ 0 h 6858000"/>
              <a:gd name="connsiteX2" fmla="*/ 5945123 w 5945123"/>
              <a:gd name="connsiteY2" fmla="*/ 3402520 h 6858000"/>
              <a:gd name="connsiteX3" fmla="*/ 2956230 w 5945123"/>
              <a:gd name="connsiteY3" fmla="*/ 6858000 h 6858000"/>
              <a:gd name="connsiteX4" fmla="*/ 0 w 5945123"/>
              <a:gd name="connsiteY4" fmla="*/ 6858000 h 6858000"/>
              <a:gd name="connsiteX5" fmla="*/ 0 w 5945123"/>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3" h="6858000">
                <a:moveTo>
                  <a:pt x="0" y="0"/>
                </a:moveTo>
                <a:lnTo>
                  <a:pt x="2961588" y="0"/>
                </a:lnTo>
                <a:lnTo>
                  <a:pt x="5945123" y="3402520"/>
                </a:lnTo>
                <a:lnTo>
                  <a:pt x="2956230" y="6858000"/>
                </a:lnTo>
                <a:lnTo>
                  <a:pt x="0" y="6858000"/>
                </a:lnTo>
                <a:lnTo>
                  <a:pt x="0" y="0"/>
                </a:lnTo>
                <a:close/>
              </a:path>
            </a:pathLst>
          </a:custGeom>
          <a:solidFill>
            <a:schemeClr val="accent6"/>
          </a:solidFill>
        </p:spPr>
        <p:txBody>
          <a:bodyPr vert="horz" wrap="square" lIns="0" tIns="0" rIns="0" bIns="0" rtlCol="0" anchor="ctr" anchorCtr="0">
            <a:noAutofit/>
          </a:bodyPr>
          <a:lstStyle>
            <a:lvl1pPr>
              <a:defRPr lang="en-US" sz="14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endParaRPr lang="en-US"/>
          </a:p>
        </p:txBody>
      </p:sp>
      <p:sp>
        <p:nvSpPr>
          <p:cNvPr id="9" name="Text Placeholder">
            <a:extLst>
              <a:ext uri="{FF2B5EF4-FFF2-40B4-BE49-F238E27FC236}">
                <a16:creationId xmlns:a16="http://schemas.microsoft.com/office/drawing/2014/main" id="{76D6F705-8C5A-D74D-B9FC-F6191DE53D0E}"/>
              </a:ext>
            </a:extLst>
          </p:cNvPr>
          <p:cNvSpPr>
            <a:spLocks noGrp="1"/>
          </p:cNvSpPr>
          <p:nvPr>
            <p:ph type="body" sz="quarter" idx="21" hasCustomPrompt="1"/>
          </p:nvPr>
        </p:nvSpPr>
        <p:spPr>
          <a:xfrm>
            <a:off x="6210300" y="2380113"/>
            <a:ext cx="5410200" cy="2693194"/>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lvl3pPr>
          </a:lstStyle>
          <a:p>
            <a:pPr lvl="0"/>
            <a:r>
              <a:rPr lang="en-US" dirty="0"/>
              <a:t>Closing remarks</a:t>
            </a:r>
          </a:p>
          <a:p>
            <a:pPr lvl="1"/>
            <a:r>
              <a:rPr lang="en-US" dirty="0"/>
              <a:t>Subheading goes here</a:t>
            </a:r>
          </a:p>
          <a:p>
            <a:pPr lvl="2"/>
            <a:r>
              <a:rPr lang="en-US" dirty="0"/>
              <a:t>Third level</a:t>
            </a:r>
          </a:p>
        </p:txBody>
      </p:sp>
      <p:sp>
        <p:nvSpPr>
          <p:cNvPr id="11" name="Logo">
            <a:extLst>
              <a:ext uri="{FF2B5EF4-FFF2-40B4-BE49-F238E27FC236}">
                <a16:creationId xmlns:a16="http://schemas.microsoft.com/office/drawing/2014/main" id="{6FFB2D28-DE7A-F445-818A-ED92E1220F37}"/>
              </a:ext>
            </a:extLst>
          </p:cNvPr>
          <p:cNvSpPr>
            <a:spLocks noGrp="1" noChangeAspect="1"/>
          </p:cNvSpPr>
          <p:nvPr>
            <p:ph type="pic" sz="quarter" idx="22" hasCustomPrompt="1"/>
          </p:nvPr>
        </p:nvSpPr>
        <p:spPr>
          <a:xfrm>
            <a:off x="9690531" y="5642800"/>
            <a:ext cx="2058736" cy="1005840"/>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686656736"/>
      </p:ext>
    </p:extLst>
  </p:cSld>
  <p:clrMapOvr>
    <a:masterClrMapping/>
  </p:clrMapOvr>
  <p:extLst>
    <p:ext uri="{DCECCB84-F9BA-43D5-87BE-67443E8EF086}">
      <p15:sldGuideLst xmlns:p15="http://schemas.microsoft.com/office/powerpoint/2012/main">
        <p15:guide id="1" pos="3264">
          <p15:clr>
            <a:srgbClr val="FBAE40"/>
          </p15:clr>
        </p15:guide>
        <p15:guide id="2"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Quote / Statement X-Swipe (purple)">
    <p:spTree>
      <p:nvGrpSpPr>
        <p:cNvPr id="1" name=""/>
        <p:cNvGrpSpPr/>
        <p:nvPr/>
      </p:nvGrpSpPr>
      <p:grpSpPr>
        <a:xfrm>
          <a:off x="0" y="0"/>
          <a:ext cx="0" cy="0"/>
          <a:chOff x="0" y="0"/>
          <a:chExt cx="0" cy="0"/>
        </a:xfrm>
      </p:grpSpPr>
      <p:sp>
        <p:nvSpPr>
          <p:cNvPr id="7" name="Corner Overlays Purple">
            <a:extLst>
              <a:ext uri="{FF2B5EF4-FFF2-40B4-BE49-F238E27FC236}">
                <a16:creationId xmlns:a16="http://schemas.microsoft.com/office/drawing/2014/main" id="{4381A70D-17DF-2541-B80A-24296FCCEC72}"/>
              </a:ext>
            </a:extLst>
          </p:cNvPr>
          <p:cNvSpPr/>
          <p:nvPr userDrawn="1"/>
        </p:nvSpPr>
        <p:spPr>
          <a:xfrm>
            <a:off x="763" y="-428"/>
            <a:ext cx="12190475" cy="6858857"/>
          </a:xfrm>
          <a:custGeom>
            <a:avLst/>
            <a:gdLst>
              <a:gd name="connsiteX0" fmla="*/ 12188951 w 12188951"/>
              <a:gd name="connsiteY0" fmla="*/ 2828612 h 6858000"/>
              <a:gd name="connsiteX1" fmla="*/ 12188951 w 12188951"/>
              <a:gd name="connsiteY1" fmla="*/ 6858000 h 6858000"/>
              <a:gd name="connsiteX2" fmla="*/ 8565277 w 12188951"/>
              <a:gd name="connsiteY2" fmla="*/ 6858000 h 6858000"/>
              <a:gd name="connsiteX3" fmla="*/ 0 w 12188951"/>
              <a:gd name="connsiteY3" fmla="*/ 0 h 6858000"/>
              <a:gd name="connsiteX4" fmla="*/ 3638447 w 12188951"/>
              <a:gd name="connsiteY4" fmla="*/ 0 h 6858000"/>
              <a:gd name="connsiteX5" fmla="*/ 0 w 12188951"/>
              <a:gd name="connsiteY5" fmla="*/ 40367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1" h="6858000">
                <a:moveTo>
                  <a:pt x="12188951" y="2828612"/>
                </a:moveTo>
                <a:lnTo>
                  <a:pt x="12188951" y="6858000"/>
                </a:lnTo>
                <a:lnTo>
                  <a:pt x="8565277" y="6858000"/>
                </a:lnTo>
                <a:close/>
                <a:moveTo>
                  <a:pt x="0" y="0"/>
                </a:moveTo>
                <a:lnTo>
                  <a:pt x="3638447" y="0"/>
                </a:lnTo>
                <a:lnTo>
                  <a:pt x="0" y="4036714"/>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Quote / Statement Body Copy Placeholder">
            <a:extLst>
              <a:ext uri="{FF2B5EF4-FFF2-40B4-BE49-F238E27FC236}">
                <a16:creationId xmlns:a16="http://schemas.microsoft.com/office/drawing/2014/main" id="{8D2A1B03-F901-144F-898F-79FF6152FE12}"/>
              </a:ext>
            </a:extLst>
          </p:cNvPr>
          <p:cNvSpPr>
            <a:spLocks noGrp="1"/>
          </p:cNvSpPr>
          <p:nvPr>
            <p:ph type="body" sz="quarter" idx="23" hasCustomPrompt="1"/>
          </p:nvPr>
        </p:nvSpPr>
        <p:spPr>
          <a:xfrm flipH="1">
            <a:off x="0" y="0"/>
            <a:ext cx="12192000" cy="6858000"/>
          </a:xfrm>
          <a:custGeom>
            <a:avLst/>
            <a:gdLst>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6858000 h 6858000"/>
              <a:gd name="connsiteX4" fmla="*/ 3049 w 12192000"/>
              <a:gd name="connsiteY4" fmla="*/ 2828612 h 6858000"/>
              <a:gd name="connsiteX5" fmla="*/ 3626723 w 12192000"/>
              <a:gd name="connsiteY5" fmla="*/ 6858000 h 6858000"/>
              <a:gd name="connsiteX6" fmla="*/ 12192000 w 12192000"/>
              <a:gd name="connsiteY6" fmla="*/ 6858000 h 6858000"/>
              <a:gd name="connsiteX7" fmla="*/ 12192000 w 12192000"/>
              <a:gd name="connsiteY7" fmla="*/ 4036714 h 6858000"/>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2828612 h 6858000"/>
              <a:gd name="connsiteX4" fmla="*/ 3626723 w 12192000"/>
              <a:gd name="connsiteY4" fmla="*/ 6858000 h 6858000"/>
              <a:gd name="connsiteX5" fmla="*/ 12192000 w 12192000"/>
              <a:gd name="connsiteY5" fmla="*/ 6858000 h 6858000"/>
              <a:gd name="connsiteX6" fmla="*/ 12192000 w 12192000"/>
              <a:gd name="connsiteY6" fmla="*/ 4036714 h 6858000"/>
              <a:gd name="connsiteX7" fmla="*/ 8553553 w 12192000"/>
              <a:gd name="connsiteY7" fmla="*/ 0 h 6858000"/>
              <a:gd name="connsiteX0" fmla="*/ 8553553 w 12192000"/>
              <a:gd name="connsiteY0" fmla="*/ 0 h 6858000"/>
              <a:gd name="connsiteX1" fmla="*/ 0 w 12192000"/>
              <a:gd name="connsiteY1" fmla="*/ 0 h 6858000"/>
              <a:gd name="connsiteX2" fmla="*/ 3049 w 12192000"/>
              <a:gd name="connsiteY2" fmla="*/ 2828612 h 6858000"/>
              <a:gd name="connsiteX3" fmla="*/ 3626723 w 12192000"/>
              <a:gd name="connsiteY3" fmla="*/ 6858000 h 6858000"/>
              <a:gd name="connsiteX4" fmla="*/ 12192000 w 12192000"/>
              <a:gd name="connsiteY4" fmla="*/ 6858000 h 6858000"/>
              <a:gd name="connsiteX5" fmla="*/ 12192000 w 12192000"/>
              <a:gd name="connsiteY5" fmla="*/ 4036714 h 6858000"/>
              <a:gd name="connsiteX6" fmla="*/ 8553553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8553553" y="0"/>
                </a:moveTo>
                <a:lnTo>
                  <a:pt x="0" y="0"/>
                </a:lnTo>
                <a:cubicBezTo>
                  <a:pt x="1016" y="942871"/>
                  <a:pt x="2033" y="1885741"/>
                  <a:pt x="3049" y="2828612"/>
                </a:cubicBezTo>
                <a:lnTo>
                  <a:pt x="3626723" y="6858000"/>
                </a:lnTo>
                <a:lnTo>
                  <a:pt x="12192000" y="6858000"/>
                </a:lnTo>
                <a:lnTo>
                  <a:pt x="12192000" y="4036714"/>
                </a:lnTo>
                <a:lnTo>
                  <a:pt x="8553553" y="0"/>
                </a:lnTo>
                <a:close/>
              </a:path>
            </a:pathLst>
          </a:custGeom>
          <a:solidFill>
            <a:schemeClr val="bg1"/>
          </a:solidFill>
          <a:ln>
            <a:noFill/>
          </a:ln>
        </p:spPr>
        <p:txBody>
          <a:bodyPr wrap="square" lIns="2011680" tIns="914400" rIns="2011680" bIns="914400" anchor="ctr" anchorCtr="0">
            <a:noAutofit/>
          </a:bodyPr>
          <a:lstStyle>
            <a:lvl1pPr algn="ctr">
              <a:lnSpc>
                <a:spcPct val="130000"/>
              </a:lnSpc>
              <a:defRPr sz="3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 </a:t>
            </a:r>
          </a:p>
          <a:p>
            <a:pPr lvl="1"/>
            <a:r>
              <a:rPr lang="en-US" dirty="0"/>
              <a:t>Quote attribution or subheading option one</a:t>
            </a:r>
          </a:p>
          <a:p>
            <a:pPr lvl="2"/>
            <a:r>
              <a:rPr lang="en-US" dirty="0"/>
              <a:t>Quote attribution or subheading option two</a:t>
            </a:r>
          </a:p>
        </p:txBody>
      </p:sp>
      <p:sp>
        <p:nvSpPr>
          <p:cNvPr id="2" name="Footer Placeholder 1">
            <a:extLst>
              <a:ext uri="{FF2B5EF4-FFF2-40B4-BE49-F238E27FC236}">
                <a16:creationId xmlns:a16="http://schemas.microsoft.com/office/drawing/2014/main" id="{B882B3D4-6182-B542-AE98-2F63188C0461}"/>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2">
            <a:extLst>
              <a:ext uri="{FF2B5EF4-FFF2-40B4-BE49-F238E27FC236}">
                <a16:creationId xmlns:a16="http://schemas.microsoft.com/office/drawing/2014/main" id="{30B26995-E394-7A4D-8226-CE711DBCB99F}"/>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4096560492"/>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2 lines) &amp; Text">
    <p:spTree>
      <p:nvGrpSpPr>
        <p:cNvPr id="1" name=""/>
        <p:cNvGrpSpPr/>
        <p:nvPr/>
      </p:nvGrpSpPr>
      <p:grpSpPr>
        <a:xfrm>
          <a:off x="0" y="0"/>
          <a:ext cx="0" cy="0"/>
          <a:chOff x="0" y="0"/>
          <a:chExt cx="0" cy="0"/>
        </a:xfrm>
      </p:grpSpPr>
      <p:sp>
        <p:nvSpPr>
          <p:cNvPr id="2" name="Title"/>
          <p:cNvSpPr>
            <a:spLocks noGrp="1"/>
          </p:cNvSpPr>
          <p:nvPr>
            <p:ph type="title" orient="vert"/>
          </p:nvPr>
        </p:nvSpPr>
        <p:spPr>
          <a:xfrm>
            <a:off x="576073" y="571500"/>
            <a:ext cx="9180576" cy="1104900"/>
          </a:xfrm>
        </p:spPr>
        <p:txBody>
          <a:bodyPr vert="horz"/>
          <a:lstStyle/>
          <a:p>
            <a:r>
              <a:rPr lang="en-US" dirty="0"/>
              <a:t>Click to edit Master title style</a:t>
            </a:r>
          </a:p>
        </p:txBody>
      </p:sp>
      <p:sp>
        <p:nvSpPr>
          <p:cNvPr id="3" name="Text Placeholder"/>
          <p:cNvSpPr>
            <a:spLocks noGrp="1"/>
          </p:cNvSpPr>
          <p:nvPr>
            <p:ph type="body" orient="vert" idx="1"/>
          </p:nvPr>
        </p:nvSpPr>
        <p:spPr>
          <a:xfrm>
            <a:off x="576073" y="2057400"/>
            <a:ext cx="9177527" cy="39624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Caption Placeholder 1">
            <a:extLst>
              <a:ext uri="{FF2B5EF4-FFF2-40B4-BE49-F238E27FC236}">
                <a16:creationId xmlns:a16="http://schemas.microsoft.com/office/drawing/2014/main" id="{F10FF1B5-E811-764D-B183-9177AB24992E}"/>
              </a:ext>
            </a:extLst>
          </p:cNvPr>
          <p:cNvSpPr>
            <a:spLocks noGrp="1"/>
          </p:cNvSpPr>
          <p:nvPr>
            <p:ph type="body" sz="quarter" idx="22" hasCustomPrompt="1"/>
          </p:nvPr>
        </p:nvSpPr>
        <p:spPr>
          <a:xfrm>
            <a:off x="576578" y="6096000"/>
            <a:ext cx="9144000" cy="152400"/>
          </a:xfrm>
        </p:spPr>
        <p:txBody>
          <a:bodyPr anchor="b" anchorCtr="0"/>
          <a:lstStyle>
            <a:lvl1pPr>
              <a:defRPr sz="800">
                <a:solidFill>
                  <a:schemeClr val="accent4"/>
                </a:solidFill>
              </a:defRPr>
            </a:lvl1pPr>
          </a:lstStyle>
          <a:p>
            <a:pPr lvl="0"/>
            <a:r>
              <a:rPr lang="en-US" dirty="0"/>
              <a:t>This is a caption / footnote</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dirty="0">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dirty="0">
                <a:latin typeface="+mj-lt"/>
              </a:rPr>
            </a:br>
            <a:r>
              <a:rPr lang="en-US" dirty="0">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endParaRPr lang="en-US" sz="800" dirty="0"/>
          </a:p>
        </p:txBody>
      </p:sp>
    </p:spTree>
    <p:extLst>
      <p:ext uri="{BB962C8B-B14F-4D97-AF65-F5344CB8AC3E}">
        <p14:creationId xmlns:p14="http://schemas.microsoft.com/office/powerpoint/2010/main" val="13057020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z="900"/>
            </a:lvl1pPr>
          </a:lstStyle>
          <a:p>
            <a:pPr>
              <a:defRPr/>
            </a:pPr>
            <a:fld id="{DD8E9EDB-28E4-4D6C-8FB0-9914C7E6E45F}" type="datetime4">
              <a:rPr lang="en-US" smtClean="0"/>
              <a:pPr>
                <a:defRPr/>
              </a:pPr>
              <a:t>June 20, 2021</a:t>
            </a:fld>
            <a:endParaRPr lang="en-US" dirty="0"/>
          </a:p>
        </p:txBody>
      </p:sp>
      <p:sp>
        <p:nvSpPr>
          <p:cNvPr id="3" name="Footer Placeholder 2"/>
          <p:cNvSpPr>
            <a:spLocks noGrp="1"/>
          </p:cNvSpPr>
          <p:nvPr>
            <p:ph type="ftr" sz="quarter" idx="11"/>
          </p:nvPr>
        </p:nvSpPr>
        <p:spPr/>
        <p:txBody>
          <a:bodyPr/>
          <a:lstStyle>
            <a:lvl1pPr>
              <a:defRPr sz="900">
                <a:solidFill>
                  <a:schemeClr val="bg1">
                    <a:lumMod val="50000"/>
                  </a:schemeClr>
                </a:solidFill>
              </a:defRPr>
            </a:lvl1pPr>
          </a:lstStyle>
          <a:p>
            <a:pPr algn="l" eaLnBrk="0" hangingPunct="0">
              <a:defRPr/>
            </a:pPr>
            <a:endParaRPr lang="en-US" dirty="0"/>
          </a:p>
        </p:txBody>
      </p:sp>
      <p:sp>
        <p:nvSpPr>
          <p:cNvPr id="4" name="Slide Number Placeholder 3"/>
          <p:cNvSpPr>
            <a:spLocks noGrp="1"/>
          </p:cNvSpPr>
          <p:nvPr>
            <p:ph type="sldNum" sz="quarter" idx="12"/>
          </p:nvPr>
        </p:nvSpPr>
        <p:spPr/>
        <p:txBody>
          <a:bodyPr/>
          <a:lstStyle>
            <a:lvl1pPr>
              <a:defRPr sz="1000">
                <a:solidFill>
                  <a:schemeClr val="bg1">
                    <a:lumMod val="50000"/>
                  </a:schemeClr>
                </a:solidFill>
              </a:defRPr>
            </a:lvl1pPr>
          </a:lstStyle>
          <a:p>
            <a:pPr eaLnBrk="0" hangingPunct="0">
              <a:spcBef>
                <a:spcPct val="0"/>
              </a:spcBef>
              <a:defRPr/>
            </a:pPr>
            <a:fld id="{039833E3-2DB9-4BEE-B686-F543F57A0C08}" type="slidenum">
              <a:rPr lang="en-US" smtClean="0"/>
              <a:pPr eaLnBrk="0" hangingPunct="0">
                <a:spcBef>
                  <a:spcPct val="0"/>
                </a:spcBef>
                <a:defRPr/>
              </a:pPr>
              <a:t>‹#›</a:t>
            </a:fld>
            <a:endParaRPr lang="en-US" dirty="0"/>
          </a:p>
        </p:txBody>
      </p:sp>
    </p:spTree>
    <p:extLst>
      <p:ext uri="{BB962C8B-B14F-4D97-AF65-F5344CB8AC3E}">
        <p14:creationId xmlns:p14="http://schemas.microsoft.com/office/powerpoint/2010/main" val="94108054"/>
      </p:ext>
    </p:extLst>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 Title 1A">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7F75BB-BCD3-3748-B803-EEC571800B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180" y="0"/>
            <a:ext cx="4056529" cy="6858000"/>
          </a:xfrm>
          <a:prstGeom prst="rect">
            <a:avLst/>
          </a:prstGeom>
        </p:spPr>
      </p:pic>
      <p:sp>
        <p:nvSpPr>
          <p:cNvPr id="9" name="Slide Number Placeholder 3">
            <a:extLst>
              <a:ext uri="{FF2B5EF4-FFF2-40B4-BE49-F238E27FC236}">
                <a16:creationId xmlns:a16="http://schemas.microsoft.com/office/drawing/2014/main" id="{C7B32484-8D21-0D4F-A449-FF17CF16A4CA}"/>
              </a:ext>
            </a:extLst>
          </p:cNvPr>
          <p:cNvSpPr>
            <a:spLocks noGrp="1"/>
          </p:cNvSpPr>
          <p:nvPr>
            <p:ph type="sldNum" sz="quarter" idx="12"/>
          </p:nvPr>
        </p:nvSpPr>
        <p:spPr>
          <a:xfrm>
            <a:off x="11467896" y="6439131"/>
            <a:ext cx="365760" cy="182880"/>
          </a:xfrm>
        </p:spPr>
        <p:txBody>
          <a:bodyPr/>
          <a:lstStyle>
            <a:lvl1pPr>
              <a:defRPr sz="1000">
                <a:solidFill>
                  <a:schemeClr val="bg1">
                    <a:lumMod val="50000"/>
                  </a:schemeClr>
                </a:solidFill>
                <a:latin typeface="+mn-lt"/>
              </a:defRPr>
            </a:lvl1pPr>
          </a:lstStyle>
          <a:p>
            <a:pPr eaLnBrk="0" hangingPunct="0">
              <a:spcBef>
                <a:spcPct val="0"/>
              </a:spcBef>
              <a:defRPr/>
            </a:pPr>
            <a:endParaRPr lang="en-US" dirty="0"/>
          </a:p>
        </p:txBody>
      </p:sp>
      <p:sp>
        <p:nvSpPr>
          <p:cNvPr id="11" name="Rectangle 9">
            <a:extLst>
              <a:ext uri="{FF2B5EF4-FFF2-40B4-BE49-F238E27FC236}">
                <a16:creationId xmlns:a16="http://schemas.microsoft.com/office/drawing/2014/main" id="{4DD71000-087B-6A46-AB44-AC27ACD4FB12}"/>
              </a:ext>
            </a:extLst>
          </p:cNvPr>
          <p:cNvSpPr>
            <a:spLocks noGrp="1" noChangeArrowheads="1"/>
          </p:cNvSpPr>
          <p:nvPr>
            <p:ph type="subTitle" sz="quarter" idx="1" hasCustomPrompt="1"/>
          </p:nvPr>
        </p:nvSpPr>
        <p:spPr>
          <a:xfrm>
            <a:off x="563634" y="4034415"/>
            <a:ext cx="1880492" cy="457200"/>
          </a:xfrm>
        </p:spPr>
        <p:txBody>
          <a:bodyPr wrap="square">
            <a:noAutofit/>
          </a:bodyPr>
          <a:lstStyle>
            <a:lvl1pPr marL="0" indent="0">
              <a:spcBef>
                <a:spcPct val="25000"/>
              </a:spcBef>
              <a:buFontTx/>
              <a:buNone/>
              <a:defRPr sz="2000">
                <a:solidFill>
                  <a:schemeClr val="bg1"/>
                </a:solidFill>
              </a:defRPr>
            </a:lvl1pPr>
          </a:lstStyle>
          <a:p>
            <a:r>
              <a:rPr lang="en-US" dirty="0" err="1"/>
              <a:t>Subheader</a:t>
            </a:r>
            <a:r>
              <a:rPr lang="en-US" dirty="0"/>
              <a:t> text</a:t>
            </a:r>
          </a:p>
        </p:txBody>
      </p:sp>
      <p:sp>
        <p:nvSpPr>
          <p:cNvPr id="13" name="Rectangle 8">
            <a:extLst>
              <a:ext uri="{FF2B5EF4-FFF2-40B4-BE49-F238E27FC236}">
                <a16:creationId xmlns:a16="http://schemas.microsoft.com/office/drawing/2014/main" id="{C779537D-C02B-B94D-8BA4-5046DAD6F47F}"/>
              </a:ext>
            </a:extLst>
          </p:cNvPr>
          <p:cNvSpPr>
            <a:spLocks noGrp="1" noChangeArrowheads="1"/>
          </p:cNvSpPr>
          <p:nvPr>
            <p:ph type="ctrTitle" sz="quarter" hasCustomPrompt="1"/>
          </p:nvPr>
        </p:nvSpPr>
        <p:spPr>
          <a:xfrm>
            <a:off x="563634" y="2797081"/>
            <a:ext cx="2259079" cy="1107996"/>
          </a:xfrm>
        </p:spPr>
        <p:txBody>
          <a:bodyPr wrap="square" anchor="t" anchorCtr="0">
            <a:spAutoFit/>
          </a:bodyPr>
          <a:lstStyle>
            <a:lvl1pPr algn="l">
              <a:defRPr sz="3600">
                <a:solidFill>
                  <a:schemeClr val="bg1"/>
                </a:solidFill>
              </a:defRPr>
            </a:lvl1pPr>
          </a:lstStyle>
          <a:p>
            <a:r>
              <a:rPr lang="en-US" dirty="0"/>
              <a:t>Title </a:t>
            </a:r>
            <a:br>
              <a:rPr lang="en-US" dirty="0"/>
            </a:br>
            <a:r>
              <a:rPr lang="en-US" dirty="0"/>
              <a:t>text</a:t>
            </a:r>
          </a:p>
        </p:txBody>
      </p:sp>
    </p:spTree>
    <p:extLst>
      <p:ext uri="{BB962C8B-B14F-4D97-AF65-F5344CB8AC3E}">
        <p14:creationId xmlns:p14="http://schemas.microsoft.com/office/powerpoint/2010/main" val="4063787523"/>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 Text (left) &amp; Content (right)">
    <p:spTree>
      <p:nvGrpSpPr>
        <p:cNvPr id="1" name=""/>
        <p:cNvGrpSpPr/>
        <p:nvPr/>
      </p:nvGrpSpPr>
      <p:grpSpPr>
        <a:xfrm>
          <a:off x="0" y="0"/>
          <a:ext cx="0" cy="0"/>
          <a:chOff x="0" y="0"/>
          <a:chExt cx="0" cy="0"/>
        </a:xfrm>
      </p:grpSpPr>
      <p:sp>
        <p:nvSpPr>
          <p:cNvPr id="2" name="Title"/>
          <p:cNvSpPr>
            <a:spLocks noGrp="1"/>
          </p:cNvSpPr>
          <p:nvPr>
            <p:ph type="title"/>
          </p:nvPr>
        </p:nvSpPr>
        <p:spPr>
          <a:xfrm>
            <a:off x="571500" y="576070"/>
            <a:ext cx="5410200" cy="1106424"/>
          </a:xfrm>
        </p:spPr>
        <p:txBody>
          <a:bodyPr/>
          <a:lstStyle/>
          <a:p>
            <a:r>
              <a:rPr lang="en-US" dirty="0"/>
              <a:t>Click to edit Master title style</a:t>
            </a:r>
          </a:p>
        </p:txBody>
      </p:sp>
      <p:sp>
        <p:nvSpPr>
          <p:cNvPr id="3" name="Text Placeholder"/>
          <p:cNvSpPr>
            <a:spLocks noGrp="1"/>
          </p:cNvSpPr>
          <p:nvPr>
            <p:ph type="body" orient="vert" idx="1"/>
          </p:nvPr>
        </p:nvSpPr>
        <p:spPr>
          <a:xfrm>
            <a:off x="576072" y="2057400"/>
            <a:ext cx="5405628" cy="39624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1" name="Chart Placeholder 4">
            <a:extLst>
              <a:ext uri="{FF2B5EF4-FFF2-40B4-BE49-F238E27FC236}">
                <a16:creationId xmlns:a16="http://schemas.microsoft.com/office/drawing/2014/main" id="{51291358-5851-8C4E-8691-632E1BC379C1}"/>
              </a:ext>
            </a:extLst>
          </p:cNvPr>
          <p:cNvSpPr>
            <a:spLocks noGrp="1"/>
          </p:cNvSpPr>
          <p:nvPr>
            <p:ph type="chart" sz="quarter" idx="23"/>
          </p:nvPr>
        </p:nvSpPr>
        <p:spPr>
          <a:xfrm>
            <a:off x="6231128" y="571500"/>
            <a:ext cx="5384800" cy="5448300"/>
          </a:xfrm>
        </p:spPr>
        <p:txBody>
          <a:bodyPr anchor="ctr" anchorCtr="0"/>
          <a:lstStyle>
            <a:lvl1pPr algn="ctr">
              <a:defRPr sz="1400"/>
            </a:lvl1pPr>
          </a:lstStyle>
          <a:p>
            <a:endParaRPr lang="en-US"/>
          </a:p>
        </p:txBody>
      </p:sp>
      <p:sp>
        <p:nvSpPr>
          <p:cNvPr id="10" name="Caption Placeholder 2">
            <a:extLst>
              <a:ext uri="{FF2B5EF4-FFF2-40B4-BE49-F238E27FC236}">
                <a16:creationId xmlns:a16="http://schemas.microsoft.com/office/drawing/2014/main" id="{188F131D-CBD4-0C42-93C1-BCA190A41A86}"/>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7" name="Footer Placeholder">
            <a:extLst>
              <a:ext uri="{FF2B5EF4-FFF2-40B4-BE49-F238E27FC236}">
                <a16:creationId xmlns:a16="http://schemas.microsoft.com/office/drawing/2014/main" id="{22ED8B88-7755-2848-978D-E521EE4EAB88}"/>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6AB7122A-BA5F-F649-9C6D-D9F3FFEDEAE0}"/>
              </a:ext>
            </a:extLst>
          </p:cNvPr>
          <p:cNvSpPr>
            <a:spLocks noGrp="1"/>
          </p:cNvSpPr>
          <p:nvPr>
            <p:ph type="sldNum" sz="quarter" idx="12"/>
          </p:nvPr>
        </p:nvSpPr>
        <p:spPr/>
        <p:txBody>
          <a:bodyPr/>
          <a:lstStyle>
            <a:lvl1pPr>
              <a:defRPr sz="900">
                <a:solidFill>
                  <a:schemeClr val="bg1">
                    <a:lumMod val="50000"/>
                  </a:schemeClr>
                </a:solidFill>
              </a:defRPr>
            </a:lvl1pPr>
          </a:lstStyle>
          <a:p>
            <a:fld id="{64B53FD8-04EE-4F67-B5CA-77D45BC12F90}" type="slidenum">
              <a:rPr lang="en-US" smtClean="0"/>
              <a:pPr/>
              <a:t>‹#›</a:t>
            </a:fld>
            <a:endParaRPr lang="en-US" dirty="0"/>
          </a:p>
        </p:txBody>
      </p:sp>
    </p:spTree>
    <p:extLst>
      <p:ext uri="{BB962C8B-B14F-4D97-AF65-F5344CB8AC3E}">
        <p14:creationId xmlns:p14="http://schemas.microsoft.com/office/powerpoint/2010/main" val="32359934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DD8E9EDB-28E4-4D6C-8FB0-9914C7E6E45F}" type="datetime4">
              <a:rPr lang="en-US" smtClean="0"/>
              <a:pPr>
                <a:defRPr/>
              </a:pPr>
              <a:t>June 20, 2021</a:t>
            </a:fld>
            <a:endParaRPr lang="en-US" dirty="0"/>
          </a:p>
        </p:txBody>
      </p:sp>
      <p:sp>
        <p:nvSpPr>
          <p:cNvPr id="5" name="Footer Placeholder 4"/>
          <p:cNvSpPr>
            <a:spLocks noGrp="1"/>
          </p:cNvSpPr>
          <p:nvPr>
            <p:ph type="ftr" sz="quarter" idx="11"/>
          </p:nvPr>
        </p:nvSpPr>
        <p:spPr/>
        <p:txBody>
          <a:bodyPr/>
          <a:lstStyle/>
          <a:p>
            <a:pPr algn="l" eaLnBrk="0" hangingPunct="0">
              <a:defRPr/>
            </a:pPr>
            <a:r>
              <a:rPr lang="en-US"/>
              <a:t>Title  │  Draft/Version#  │  Author/Department</a:t>
            </a:r>
            <a:endParaRPr lang="en-US" dirty="0"/>
          </a:p>
        </p:txBody>
      </p:sp>
      <p:sp>
        <p:nvSpPr>
          <p:cNvPr id="6" name="Slide Number Placeholder 5"/>
          <p:cNvSpPr>
            <a:spLocks noGrp="1"/>
          </p:cNvSpPr>
          <p:nvPr>
            <p:ph type="sldNum" sz="quarter" idx="12"/>
          </p:nvPr>
        </p:nvSpPr>
        <p:spPr/>
        <p:txBody>
          <a:bodyPr/>
          <a:lstStyle>
            <a:lvl1pPr>
              <a:defRPr sz="900">
                <a:solidFill>
                  <a:schemeClr val="bg1">
                    <a:lumMod val="50000"/>
                  </a:schemeClr>
                </a:solidFill>
              </a:defRPr>
            </a:lvl1pPr>
          </a:lstStyle>
          <a:p>
            <a:pPr eaLnBrk="0" hangingPunct="0">
              <a:spcBef>
                <a:spcPct val="0"/>
              </a:spcBef>
              <a:defRPr/>
            </a:pPr>
            <a:fld id="{039833E3-2DB9-4BEE-B686-F543F57A0C08}" type="slidenum">
              <a:rPr lang="en-US" smtClean="0"/>
              <a:pPr eaLnBrk="0" hangingPunct="0">
                <a:spcBef>
                  <a:spcPct val="0"/>
                </a:spcBef>
                <a:defRPr/>
              </a:pPr>
              <a:t>‹#›</a:t>
            </a:fld>
            <a:endParaRPr lang="en-US" dirty="0"/>
          </a:p>
        </p:txBody>
      </p:sp>
    </p:spTree>
    <p:extLst>
      <p:ext uri="{BB962C8B-B14F-4D97-AF65-F5344CB8AC3E}">
        <p14:creationId xmlns:p14="http://schemas.microsoft.com/office/powerpoint/2010/main" val="2541438248"/>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ontent &amp; Text (no title)">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26370F2E-00A9-6240-9449-E2A4107C703B}"/>
              </a:ext>
            </a:extLst>
          </p:cNvPr>
          <p:cNvSpPr>
            <a:spLocks noGrp="1"/>
          </p:cNvSpPr>
          <p:nvPr>
            <p:ph type="body" sz="quarter" idx="25" hasCustomPrompt="1"/>
          </p:nvPr>
        </p:nvSpPr>
        <p:spPr>
          <a:xfrm>
            <a:off x="8077200" y="571500"/>
            <a:ext cx="3543300" cy="54483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8" name="Chart Placeholder 4">
            <a:extLst>
              <a:ext uri="{FF2B5EF4-FFF2-40B4-BE49-F238E27FC236}">
                <a16:creationId xmlns:a16="http://schemas.microsoft.com/office/drawing/2014/main" id="{3933814B-7402-3841-9ED9-82AFABB109BE}"/>
              </a:ext>
            </a:extLst>
          </p:cNvPr>
          <p:cNvSpPr>
            <a:spLocks noGrp="1"/>
          </p:cNvSpPr>
          <p:nvPr>
            <p:ph type="chart" sz="quarter" idx="23"/>
          </p:nvPr>
        </p:nvSpPr>
        <p:spPr>
          <a:xfrm>
            <a:off x="571500" y="571500"/>
            <a:ext cx="7277100" cy="5448300"/>
          </a:xfrm>
        </p:spPr>
        <p:txBody>
          <a:bodyPr anchor="ctr" anchorCtr="0"/>
          <a:lstStyle>
            <a:lvl1pPr algn="ctr">
              <a:defRPr sz="1400"/>
            </a:lvl1pPr>
          </a:lstStyle>
          <a:p>
            <a:endParaRPr lang="en-US"/>
          </a:p>
        </p:txBody>
      </p:sp>
      <p:sp>
        <p:nvSpPr>
          <p:cNvPr id="6" name="Caption Placeholder 1">
            <a:extLst>
              <a:ext uri="{FF2B5EF4-FFF2-40B4-BE49-F238E27FC236}">
                <a16:creationId xmlns:a16="http://schemas.microsoft.com/office/drawing/2014/main" id="{F9492DF2-5B67-EC48-B24D-494632032553}"/>
              </a:ext>
            </a:extLst>
          </p:cNvPr>
          <p:cNvSpPr>
            <a:spLocks noGrp="1"/>
          </p:cNvSpPr>
          <p:nvPr>
            <p:ph type="body" sz="quarter" idx="32" hasCustomPrompt="1"/>
          </p:nvPr>
        </p:nvSpPr>
        <p:spPr>
          <a:xfrm>
            <a:off x="576580" y="6096000"/>
            <a:ext cx="7315200" cy="152400"/>
          </a:xfrm>
        </p:spPr>
        <p:txBody>
          <a:bodyPr anchor="b" anchorCtr="0"/>
          <a:lstStyle>
            <a:lvl1pPr>
              <a:defRPr sz="800">
                <a:solidFill>
                  <a:schemeClr val="accent4"/>
                </a:solidFill>
              </a:defRPr>
            </a:lvl1pPr>
          </a:lstStyle>
          <a:p>
            <a:pPr lvl="0"/>
            <a:r>
              <a:rPr lang="en-US" dirty="0"/>
              <a:t>This is a caption / footnote</a:t>
            </a:r>
          </a:p>
        </p:txBody>
      </p:sp>
      <p:sp>
        <p:nvSpPr>
          <p:cNvPr id="2" name="Footer Placeholder">
            <a:extLst>
              <a:ext uri="{FF2B5EF4-FFF2-40B4-BE49-F238E27FC236}">
                <a16:creationId xmlns:a16="http://schemas.microsoft.com/office/drawing/2014/main" id="{D533FF8F-160B-AB40-B417-6797CDFA0AA7}"/>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F68F9288-3782-9E46-8845-44224372570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777577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mp; Intro (left) Quote (right,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5410200" cy="1104900"/>
          </a:xfrm>
        </p:spPr>
        <p:txBody>
          <a:bodyPr/>
          <a:lstStyle>
            <a:lvl1pPr>
              <a:lnSpc>
                <a:spcPct val="110000"/>
              </a:lnSpc>
              <a:defRPr/>
            </a:lvl1pPr>
          </a:lstStyle>
          <a:p>
            <a:r>
              <a:rPr lang="en-US" dirty="0"/>
              <a:t>Click to edit Master title style lorem ipsum dolor</a:t>
            </a:r>
          </a:p>
        </p:txBody>
      </p:sp>
      <p:sp>
        <p:nvSpPr>
          <p:cNvPr id="4" name="Text Placeholder 1">
            <a:extLst>
              <a:ext uri="{FF2B5EF4-FFF2-40B4-BE49-F238E27FC236}">
                <a16:creationId xmlns:a16="http://schemas.microsoft.com/office/drawing/2014/main" id="{080F7E7A-DB66-3E45-A3AB-16176543901E}"/>
              </a:ext>
            </a:extLst>
          </p:cNvPr>
          <p:cNvSpPr>
            <a:spLocks noGrp="1"/>
          </p:cNvSpPr>
          <p:nvPr>
            <p:ph type="body" sz="quarter" idx="17"/>
          </p:nvPr>
        </p:nvSpPr>
        <p:spPr>
          <a:xfrm>
            <a:off x="571500" y="2057400"/>
            <a:ext cx="5410200" cy="3962400"/>
          </a:xfrm>
        </p:spPr>
        <p:txBody>
          <a:bodyPr/>
          <a:lstStyle>
            <a:lvl1pPr>
              <a:spcAft>
                <a:spcPts val="600"/>
              </a:spcAft>
              <a:defRPr sz="1600"/>
            </a:lvl1pPr>
            <a:lvl2pPr>
              <a:spcAft>
                <a:spcPts val="600"/>
              </a:spcAft>
              <a:defRPr sz="1400" b="0" i="0">
                <a:latin typeface="FedEx Sans Medium" panose="020B0603020203020204" pitchFamily="34" charset="0"/>
                <a:ea typeface="FedEx Sans Medium" panose="020B0603020203020204" pitchFamily="34" charset="0"/>
                <a:cs typeface="FedEx Sans Medium"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stStyle>
          <a:p>
            <a:pPr lvl="0"/>
            <a:r>
              <a:rPr lang="en-US" dirty="0"/>
              <a:t>Click to edit Master text styles</a:t>
            </a:r>
          </a:p>
          <a:p>
            <a:pPr lvl="1"/>
            <a:r>
              <a:rPr lang="en-US" dirty="0"/>
              <a:t>Second level</a:t>
            </a:r>
          </a:p>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Third level</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Fourth level</a:t>
            </a:r>
          </a:p>
        </p:txBody>
      </p:sp>
      <p:sp>
        <p:nvSpPr>
          <p:cNvPr id="11" name="Text Placeholder 2 (purple)">
            <a:extLst>
              <a:ext uri="{FF2B5EF4-FFF2-40B4-BE49-F238E27FC236}">
                <a16:creationId xmlns:a16="http://schemas.microsoft.com/office/drawing/2014/main" id="{74284EE3-8931-434B-A3B9-597F42E7D5CD}"/>
              </a:ext>
            </a:extLst>
          </p:cNvPr>
          <p:cNvSpPr>
            <a:spLocks noGrp="1"/>
          </p:cNvSpPr>
          <p:nvPr>
            <p:ph type="body" sz="quarter" idx="16" hasCustomPrompt="1"/>
          </p:nvPr>
        </p:nvSpPr>
        <p:spPr>
          <a:xfrm>
            <a:off x="6210302" y="0"/>
            <a:ext cx="5981698" cy="6858000"/>
          </a:xfrm>
          <a:solidFill>
            <a:schemeClr val="tx2"/>
          </a:solidFill>
        </p:spPr>
        <p:txBody>
          <a:bodyPr lIns="548640" tIns="548640" rIns="548640" bIns="548640" anchor="ctr" anchorCtr="0"/>
          <a:lstStyle>
            <a:lvl1pPr algn="l">
              <a:spcAft>
                <a:spcPts val="600"/>
              </a:spcAft>
              <a:defRPr sz="2200" b="1">
                <a:solidFill>
                  <a:schemeClr val="bg1"/>
                </a:solidFill>
              </a:defRPr>
            </a:lvl1pPr>
            <a:lvl2pPr algn="l">
              <a:spcAft>
                <a:spcPts val="600"/>
              </a:spcAft>
              <a:defRPr sz="2200" b="0">
                <a:solidFill>
                  <a:schemeClr val="bg1"/>
                </a:solidFill>
              </a:defRPr>
            </a:lvl2pPr>
            <a:lvl3pPr algn="l">
              <a:spcBef>
                <a:spcPts val="0"/>
              </a:spcBef>
              <a:spcAft>
                <a:spcPts val="600"/>
              </a:spcAft>
              <a:defRPr sz="1600">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include a quote call-out</a:t>
            </a:r>
          </a:p>
          <a:p>
            <a:pPr lvl="1"/>
            <a:r>
              <a:rPr lang="en-US" dirty="0"/>
              <a:t>Second level</a:t>
            </a:r>
          </a:p>
          <a:p>
            <a:pPr lvl="2"/>
            <a:r>
              <a:rPr lang="en-US" dirty="0"/>
              <a:t>Quote attribution</a:t>
            </a:r>
          </a:p>
        </p:txBody>
      </p:sp>
      <p:sp>
        <p:nvSpPr>
          <p:cNvPr id="5" name="Footer Placeholder">
            <a:extLst>
              <a:ext uri="{FF2B5EF4-FFF2-40B4-BE49-F238E27FC236}">
                <a16:creationId xmlns:a16="http://schemas.microsoft.com/office/drawing/2014/main" id="{AAD335D0-7430-204A-99CE-881647BA9CA5}"/>
              </a:ext>
            </a:extLst>
          </p:cNvPr>
          <p:cNvSpPr>
            <a:spLocks noGrp="1"/>
          </p:cNvSpPr>
          <p:nvPr>
            <p:ph type="ftr" sz="quarter" idx="1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lide Number Placeholder">
            <a:extLst>
              <a:ext uri="{FF2B5EF4-FFF2-40B4-BE49-F238E27FC236}">
                <a16:creationId xmlns:a16="http://schemas.microsoft.com/office/drawing/2014/main" id="{E0820B30-B614-D646-813E-A70BF2F465E9}"/>
              </a:ext>
            </a:extLst>
          </p:cNvPr>
          <p:cNvSpPr>
            <a:spLocks noGrp="1"/>
          </p:cNvSpPr>
          <p:nvPr>
            <p:ph type="sldNum" sz="quarter" idx="19"/>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670833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genda (whit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lvl1p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4495800"/>
          </a:xfrm>
        </p:spPr>
        <p:txBody>
          <a:bodyPr/>
          <a:lstStyle>
            <a:lvl1pPr marL="658368" indent="-658368">
              <a:spcAft>
                <a:spcPts val="1800"/>
              </a:spcAft>
              <a:buClr>
                <a:schemeClr val="tx2"/>
              </a:buClr>
              <a:buSzPct val="125000"/>
              <a:buFont typeface="+mj-lt"/>
              <a:buAutoNum type="arabicPeriod"/>
              <a:tabLst/>
              <a:defRPr/>
            </a:lvl1pPr>
          </a:lstStyle>
          <a:p>
            <a:pPr lvl="0"/>
            <a:r>
              <a:rPr lang="en-US" dirty="0"/>
              <a:t>Click to add your first section title here</a:t>
            </a:r>
          </a:p>
          <a:p>
            <a:pPr lvl="0"/>
            <a:r>
              <a:rPr lang="en-US" dirty="0"/>
              <a:t>Click to add your second section title here</a:t>
            </a:r>
          </a:p>
          <a:p>
            <a:pPr lvl="0"/>
            <a:r>
              <a:rPr lang="en-US" dirty="0"/>
              <a:t>Click to add your third section title here</a:t>
            </a:r>
          </a:p>
        </p:txBody>
      </p:sp>
      <p:sp>
        <p:nvSpPr>
          <p:cNvPr id="5" name="Footer Placeholder">
            <a:extLst>
              <a:ext uri="{FF2B5EF4-FFF2-40B4-BE49-F238E27FC236}">
                <a16:creationId xmlns:a16="http://schemas.microsoft.com/office/drawing/2014/main" id="{551031FF-EED5-6749-947B-08BDF717F550}"/>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7" name="Slide Number Placeholder">
            <a:extLst>
              <a:ext uri="{FF2B5EF4-FFF2-40B4-BE49-F238E27FC236}">
                <a16:creationId xmlns:a16="http://schemas.microsoft.com/office/drawing/2014/main" id="{E39F7C1A-C762-1044-B781-827DA224DFD8}"/>
              </a:ext>
            </a:extLst>
          </p:cNvPr>
          <p:cNvSpPr>
            <a:spLocks noGrp="1"/>
          </p:cNvSpPr>
          <p:nvPr>
            <p:ph type="sldNum" sz="quarter" idx="1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0947479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purple)">
    <p:bg>
      <p:bgPr>
        <a:solidFill>
          <a:schemeClr val="tx2"/>
        </a:solidFill>
        <a:effectLst/>
      </p:bgPr>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solidFill>
                  <a:schemeClr val="bg1"/>
                </a:solidFill>
              </a:defRPr>
            </a:lvl1p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4495800"/>
          </a:xfrm>
        </p:spPr>
        <p:txBody>
          <a:bodyPr/>
          <a:lstStyle>
            <a:lvl1pPr marL="658368" indent="-658368">
              <a:spcAft>
                <a:spcPts val="1800"/>
              </a:spcAft>
              <a:buClr>
                <a:schemeClr val="bg1"/>
              </a:buClr>
              <a:buSzPct val="125000"/>
              <a:buFont typeface="+mj-lt"/>
              <a:buAutoNum type="arabicPeriod"/>
              <a:tabLst/>
              <a:defRPr>
                <a:solidFill>
                  <a:schemeClr val="bg1"/>
                </a:solidFill>
              </a:defRPr>
            </a:lvl1pPr>
          </a:lstStyle>
          <a:p>
            <a:pPr lvl="0"/>
            <a:r>
              <a:rPr lang="en-US" dirty="0"/>
              <a:t>Click to add your first section title here</a:t>
            </a:r>
          </a:p>
          <a:p>
            <a:pPr lvl="0"/>
            <a:r>
              <a:rPr lang="en-US" dirty="0"/>
              <a:t>Click to add your second section title here</a:t>
            </a:r>
          </a:p>
          <a:p>
            <a:pPr lvl="0"/>
            <a:r>
              <a:rPr lang="en-US" dirty="0"/>
              <a:t>Click to add your third section title here</a:t>
            </a:r>
          </a:p>
        </p:txBody>
      </p:sp>
      <p:sp>
        <p:nvSpPr>
          <p:cNvPr id="5" name="Footer Placeholder">
            <a:extLst>
              <a:ext uri="{FF2B5EF4-FFF2-40B4-BE49-F238E27FC236}">
                <a16:creationId xmlns:a16="http://schemas.microsoft.com/office/drawing/2014/main" id="{5C1B1610-1C2B-9444-82D9-C35788C7F579}"/>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a:extLst>
              <a:ext uri="{FF2B5EF4-FFF2-40B4-BE49-F238E27FC236}">
                <a16:creationId xmlns:a16="http://schemas.microsoft.com/office/drawing/2014/main" id="{D48470DD-3605-5744-BEC4-EA44114F6078}"/>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54099940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X-Triangle ">
    <p:spTree>
      <p:nvGrpSpPr>
        <p:cNvPr id="1" name=""/>
        <p:cNvGrpSpPr/>
        <p:nvPr/>
      </p:nvGrpSpPr>
      <p:grpSpPr>
        <a:xfrm>
          <a:off x="0" y="0"/>
          <a:ext cx="0" cy="0"/>
          <a:chOff x="0" y="0"/>
          <a:chExt cx="0" cy="0"/>
        </a:xfrm>
      </p:grpSpPr>
      <p:sp>
        <p:nvSpPr>
          <p:cNvPr id="11" name="X-Triangle">
            <a:extLst>
              <a:ext uri="{FF2B5EF4-FFF2-40B4-BE49-F238E27FC236}">
                <a16:creationId xmlns:a16="http://schemas.microsoft.com/office/drawing/2014/main" id="{BC61766A-BE1E-DB44-9007-69AD3D3D590D}"/>
              </a:ext>
            </a:extLst>
          </p:cNvPr>
          <p:cNvSpPr/>
          <p:nvPr/>
        </p:nvSpPr>
        <p:spPr>
          <a:xfrm>
            <a:off x="0" y="0"/>
            <a:ext cx="2876668" cy="1656140"/>
          </a:xfrm>
          <a:custGeom>
            <a:avLst/>
            <a:gdLst>
              <a:gd name="connsiteX0" fmla="*/ 2876669 w 2876668"/>
              <a:gd name="connsiteY0" fmla="*/ 0 h 1656140"/>
              <a:gd name="connsiteX1" fmla="*/ 0 w 2876668"/>
              <a:gd name="connsiteY1" fmla="*/ 0 h 1656140"/>
              <a:gd name="connsiteX2" fmla="*/ 1438927 w 2876668"/>
              <a:gd name="connsiteY2" fmla="*/ 1656140 h 1656140"/>
              <a:gd name="connsiteX3" fmla="*/ 2876669 w 2876668"/>
              <a:gd name="connsiteY3" fmla="*/ 0 h 1656140"/>
            </a:gdLst>
            <a:ahLst/>
            <a:cxnLst>
              <a:cxn ang="0">
                <a:pos x="connsiteX0" y="connsiteY0"/>
              </a:cxn>
              <a:cxn ang="0">
                <a:pos x="connsiteX1" y="connsiteY1"/>
              </a:cxn>
              <a:cxn ang="0">
                <a:pos x="connsiteX2" y="connsiteY2"/>
              </a:cxn>
              <a:cxn ang="0">
                <a:pos x="connsiteX3" y="connsiteY3"/>
              </a:cxn>
            </a:cxnLst>
            <a:rect l="l" t="t" r="r" b="b"/>
            <a:pathLst>
              <a:path w="2876668" h="1656140">
                <a:moveTo>
                  <a:pt x="2876669" y="0"/>
                </a:moveTo>
                <a:lnTo>
                  <a:pt x="0" y="0"/>
                </a:lnTo>
                <a:lnTo>
                  <a:pt x="1438927" y="1656140"/>
                </a:lnTo>
                <a:lnTo>
                  <a:pt x="2876669" y="0"/>
                </a:lnTo>
                <a:close/>
              </a:path>
            </a:pathLst>
          </a:custGeom>
          <a:solidFill>
            <a:srgbClr val="4D148C"/>
          </a:solidFill>
          <a:ln w="7403" cap="flat">
            <a:noFill/>
            <a:prstDash val="solid"/>
            <a:miter/>
          </a:ln>
        </p:spPr>
        <p:txBody>
          <a:bodyPr rtlCol="0" anchor="ctr"/>
          <a:lstStyle/>
          <a:p>
            <a:endParaRPr lang="en-US"/>
          </a:p>
        </p:txBody>
      </p:sp>
      <p:sp>
        <p:nvSpPr>
          <p:cNvPr id="13" name="Agenda">
            <a:extLst>
              <a:ext uri="{FF2B5EF4-FFF2-40B4-BE49-F238E27FC236}">
                <a16:creationId xmlns:a16="http://schemas.microsoft.com/office/drawing/2014/main" id="{AF220D9F-9104-1747-A163-DF8DE3CD3138}"/>
              </a:ext>
            </a:extLst>
          </p:cNvPr>
          <p:cNvSpPr txBox="1"/>
          <p:nvPr userDrawn="1"/>
        </p:nvSpPr>
        <p:spPr>
          <a:xfrm>
            <a:off x="427546" y="503746"/>
            <a:ext cx="2021575" cy="492443"/>
          </a:xfrm>
          <a:prstGeom prst="rect">
            <a:avLst/>
          </a:prstGeom>
          <a:noFill/>
        </p:spPr>
        <p:txBody>
          <a:bodyPr wrap="square" rtlCol="0">
            <a:spAutoFit/>
          </a:bodyPr>
          <a:lstStyle/>
          <a:p>
            <a:pPr algn="ctr"/>
            <a:r>
              <a:rPr lang="en-US" sz="2600">
                <a:solidFill>
                  <a:schemeClr val="bg1"/>
                </a:solidFill>
                <a:latin typeface="+mj-lt"/>
              </a:rPr>
              <a:t>Agenda</a:t>
            </a:r>
          </a:p>
        </p:txBody>
      </p:sp>
      <p:sp>
        <p:nvSpPr>
          <p:cNvPr id="15" name="Text Placeholder">
            <a:extLst>
              <a:ext uri="{FF2B5EF4-FFF2-40B4-BE49-F238E27FC236}">
                <a16:creationId xmlns:a16="http://schemas.microsoft.com/office/drawing/2014/main" id="{F791953B-624E-4D44-8938-C91EAD05ED8C}"/>
              </a:ext>
            </a:extLst>
          </p:cNvPr>
          <p:cNvSpPr>
            <a:spLocks noGrp="1"/>
          </p:cNvSpPr>
          <p:nvPr>
            <p:ph type="body" sz="quarter" idx="12" hasCustomPrompt="1"/>
          </p:nvPr>
        </p:nvSpPr>
        <p:spPr>
          <a:xfrm>
            <a:off x="571500" y="2057400"/>
            <a:ext cx="9182100" cy="3739896"/>
          </a:xfrm>
        </p:spPr>
        <p:txBody>
          <a:bodyPr/>
          <a:lstStyle>
            <a:lvl1pPr marL="658368" indent="-658368">
              <a:spcAft>
                <a:spcPts val="1800"/>
              </a:spcAft>
              <a:buClr>
                <a:schemeClr val="tx2"/>
              </a:buClr>
              <a:buSzPct val="125000"/>
              <a:buFont typeface="+mj-lt"/>
              <a:buAutoNum type="arabicPeriod"/>
              <a:tabLst/>
              <a:defRPr/>
            </a:lvl1pPr>
          </a:lstStyle>
          <a:p>
            <a:pPr lvl="0"/>
            <a:r>
              <a:rPr lang="en-US" dirty="0"/>
              <a:t>Click to add your first section title here</a:t>
            </a:r>
          </a:p>
          <a:p>
            <a:pPr lvl="0"/>
            <a:r>
              <a:rPr lang="en-US" dirty="0"/>
              <a:t>Click to add your second section title here</a:t>
            </a:r>
          </a:p>
          <a:p>
            <a:pPr lvl="0"/>
            <a:r>
              <a:rPr lang="en-US" dirty="0"/>
              <a:t>Click to add your third section title here</a:t>
            </a:r>
          </a:p>
        </p:txBody>
      </p:sp>
      <p:sp>
        <p:nvSpPr>
          <p:cNvPr id="2" name="Footer Placeholder">
            <a:extLst>
              <a:ext uri="{FF2B5EF4-FFF2-40B4-BE49-F238E27FC236}">
                <a16:creationId xmlns:a16="http://schemas.microsoft.com/office/drawing/2014/main" id="{786BA501-1912-A144-8FB8-C036B4C642D8}"/>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C68B6C8B-4F96-E349-BD3B-23D42ADFCEDC}"/>
              </a:ext>
            </a:extLst>
          </p:cNvPr>
          <p:cNvSpPr>
            <a:spLocks noGrp="1"/>
          </p:cNvSpPr>
          <p:nvPr>
            <p:ph type="sldNum" sz="quarter" idx="1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7722499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X-Swipe Positive (gradient)">
    <p:spTree>
      <p:nvGrpSpPr>
        <p:cNvPr id="1" name=""/>
        <p:cNvGrpSpPr/>
        <p:nvPr/>
      </p:nvGrpSpPr>
      <p:grpSpPr>
        <a:xfrm>
          <a:off x="0" y="0"/>
          <a:ext cx="0" cy="0"/>
          <a:chOff x="0" y="0"/>
          <a:chExt cx="0" cy="0"/>
        </a:xfrm>
      </p:grpSpPr>
      <p:sp>
        <p:nvSpPr>
          <p:cNvPr id="23" name="Corner Overlay">
            <a:extLst>
              <a:ext uri="{FF2B5EF4-FFF2-40B4-BE49-F238E27FC236}">
                <a16:creationId xmlns:a16="http://schemas.microsoft.com/office/drawing/2014/main" id="{6E0E68CA-BDEF-4943-A1B3-7366FF7BD23D}"/>
              </a:ext>
            </a:extLst>
          </p:cNvPr>
          <p:cNvSpPr/>
          <p:nvPr userDrawn="1"/>
        </p:nvSpPr>
        <p:spPr>
          <a:xfrm>
            <a:off x="1526" y="0"/>
            <a:ext cx="12188951" cy="6858000"/>
          </a:xfrm>
          <a:custGeom>
            <a:avLst/>
            <a:gdLst>
              <a:gd name="connsiteX0" fmla="*/ 12188951 w 12188951"/>
              <a:gd name="connsiteY0" fmla="*/ 2828612 h 6858000"/>
              <a:gd name="connsiteX1" fmla="*/ 12188951 w 12188951"/>
              <a:gd name="connsiteY1" fmla="*/ 6858000 h 6858000"/>
              <a:gd name="connsiteX2" fmla="*/ 8565277 w 12188951"/>
              <a:gd name="connsiteY2" fmla="*/ 6858000 h 6858000"/>
              <a:gd name="connsiteX3" fmla="*/ 0 w 12188951"/>
              <a:gd name="connsiteY3" fmla="*/ 0 h 6858000"/>
              <a:gd name="connsiteX4" fmla="*/ 3638447 w 12188951"/>
              <a:gd name="connsiteY4" fmla="*/ 0 h 6858000"/>
              <a:gd name="connsiteX5" fmla="*/ 0 w 12188951"/>
              <a:gd name="connsiteY5" fmla="*/ 40367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1" h="6858000">
                <a:moveTo>
                  <a:pt x="12188951" y="2828612"/>
                </a:moveTo>
                <a:lnTo>
                  <a:pt x="12188951" y="6858000"/>
                </a:lnTo>
                <a:lnTo>
                  <a:pt x="8565277" y="6858000"/>
                </a:lnTo>
                <a:close/>
                <a:moveTo>
                  <a:pt x="0" y="0"/>
                </a:moveTo>
                <a:lnTo>
                  <a:pt x="3638447" y="0"/>
                </a:lnTo>
                <a:lnTo>
                  <a:pt x="0" y="4036714"/>
                </a:lnTo>
                <a:close/>
              </a:path>
            </a:pathLst>
          </a:custGeom>
          <a:gradFill flip="none" rotWithShape="1">
            <a:gsLst>
              <a:gs pos="0">
                <a:schemeClr val="tx2"/>
              </a:gs>
              <a:gs pos="33000">
                <a:schemeClr val="accent1">
                  <a:lumMod val="91000"/>
                  <a:lumOff val="9000"/>
                </a:schemeClr>
              </a:gs>
              <a:gs pos="100000">
                <a:schemeClr val="bg2"/>
              </a:gs>
            </a:gsLst>
            <a:lin ang="57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395E31F5-DECD-1C49-B5BF-1F3E25903FBE}"/>
              </a:ext>
            </a:extLst>
          </p:cNvPr>
          <p:cNvSpPr>
            <a:spLocks noGrp="1"/>
          </p:cNvSpPr>
          <p:nvPr>
            <p:ph type="title"/>
          </p:nvPr>
        </p:nvSpPr>
        <p:spPr>
          <a:xfrm>
            <a:off x="2209799" y="1683674"/>
            <a:ext cx="7543799" cy="600368"/>
          </a:xfrm>
        </p:spPr>
        <p:txBody>
          <a:bodyPr/>
          <a:lstStyle/>
          <a:p>
            <a:r>
              <a:rPr lang="en-US" dirty="0"/>
              <a:t>Click to edit Master title style</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2209800" y="2626942"/>
            <a:ext cx="7543800"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dirty="0"/>
              <a:t>Click to add your first section title here</a:t>
            </a:r>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204671660"/>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X-Swipe Negative (gradi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99F9E22-5328-3046-93E9-C6EA1ABB97B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Freeform 7">
            <a:extLst>
              <a:ext uri="{FF2B5EF4-FFF2-40B4-BE49-F238E27FC236}">
                <a16:creationId xmlns:a16="http://schemas.microsoft.com/office/drawing/2014/main" id="{9788CCA6-A63E-1D4E-9159-7345B56774F8}"/>
              </a:ext>
            </a:extLst>
          </p:cNvPr>
          <p:cNvSpPr/>
          <p:nvPr userDrawn="1"/>
        </p:nvSpPr>
        <p:spPr>
          <a:xfrm>
            <a:off x="0" y="0"/>
            <a:ext cx="12192000" cy="6858000"/>
          </a:xfrm>
          <a:custGeom>
            <a:avLst/>
            <a:gdLst>
              <a:gd name="connsiteX0" fmla="*/ 0 w 12192000"/>
              <a:gd name="connsiteY0" fmla="*/ 0 h 6858000"/>
              <a:gd name="connsiteX1" fmla="*/ 1526 w 12192000"/>
              <a:gd name="connsiteY1" fmla="*/ 0 h 6858000"/>
              <a:gd name="connsiteX2" fmla="*/ 1526 w 12192000"/>
              <a:gd name="connsiteY2" fmla="*/ 4036714 h 6858000"/>
              <a:gd name="connsiteX3" fmla="*/ 3639973 w 12192000"/>
              <a:gd name="connsiteY3" fmla="*/ 0 h 6858000"/>
              <a:gd name="connsiteX4" fmla="*/ 12192000 w 12192000"/>
              <a:gd name="connsiteY4" fmla="*/ 0 h 6858000"/>
              <a:gd name="connsiteX5" fmla="*/ 12192000 w 12192000"/>
              <a:gd name="connsiteY5" fmla="*/ 6858000 h 6858000"/>
              <a:gd name="connsiteX6" fmla="*/ 12190477 w 12192000"/>
              <a:gd name="connsiteY6" fmla="*/ 6858000 h 6858000"/>
              <a:gd name="connsiteX7" fmla="*/ 12190477 w 12192000"/>
              <a:gd name="connsiteY7" fmla="*/ 2828612 h 6858000"/>
              <a:gd name="connsiteX8" fmla="*/ 8566803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526" y="0"/>
                </a:lnTo>
                <a:lnTo>
                  <a:pt x="1526" y="4036714"/>
                </a:lnTo>
                <a:lnTo>
                  <a:pt x="3639973" y="0"/>
                </a:lnTo>
                <a:lnTo>
                  <a:pt x="12192000" y="0"/>
                </a:lnTo>
                <a:lnTo>
                  <a:pt x="12192000" y="6858000"/>
                </a:lnTo>
                <a:lnTo>
                  <a:pt x="12190477" y="6858000"/>
                </a:lnTo>
                <a:lnTo>
                  <a:pt x="12190477" y="2828612"/>
                </a:lnTo>
                <a:lnTo>
                  <a:pt x="8566803" y="6858000"/>
                </a:lnTo>
                <a:lnTo>
                  <a:pt x="0" y="6858000"/>
                </a:lnTo>
                <a:close/>
              </a:path>
            </a:pathLst>
          </a:custGeom>
          <a:gradFill>
            <a:gsLst>
              <a:gs pos="0">
                <a:schemeClr val="tx2"/>
              </a:gs>
              <a:gs pos="33000">
                <a:schemeClr val="accent1">
                  <a:lumMod val="100000"/>
                  <a:alpha val="90000"/>
                </a:schemeClr>
              </a:gs>
              <a:gs pos="100000">
                <a:schemeClr val="bg2"/>
              </a:gs>
            </a:gsLst>
            <a:lin ang="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395E31F5-DECD-1C49-B5BF-1F3E25903FBE}"/>
              </a:ext>
            </a:extLst>
          </p:cNvPr>
          <p:cNvSpPr>
            <a:spLocks noGrp="1"/>
          </p:cNvSpPr>
          <p:nvPr>
            <p:ph type="title"/>
          </p:nvPr>
        </p:nvSpPr>
        <p:spPr>
          <a:xfrm>
            <a:off x="2469764" y="1683674"/>
            <a:ext cx="7277100" cy="600368"/>
          </a:xfrm>
        </p:spPr>
        <p:txBody>
          <a:bodyPr/>
          <a:lstStyle>
            <a:lvl1pPr>
              <a:defRPr>
                <a:solidFill>
                  <a:schemeClr val="bg1"/>
                </a:solidFill>
              </a:defRPr>
            </a:lvl1pPr>
          </a:lstStyle>
          <a:p>
            <a:r>
              <a:rPr lang="en-US" dirty="0"/>
              <a:t>Click to edit Master title style</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2476500" y="2626942"/>
            <a:ext cx="7277100"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Tx/>
              <a:buSzPct val="125000"/>
              <a:buFont typeface="+mj-lt"/>
              <a:buAutoNum type="arabicPeriod"/>
              <a:tabLst/>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Click to add your first section title here</a:t>
            </a:r>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442669957"/>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X-Swipe w. Image (purple)">
    <p:spTree>
      <p:nvGrpSpPr>
        <p:cNvPr id="1" name=""/>
        <p:cNvGrpSpPr/>
        <p:nvPr/>
      </p:nvGrpSpPr>
      <p:grpSpPr>
        <a:xfrm>
          <a:off x="0" y="0"/>
          <a:ext cx="0" cy="0"/>
          <a:chOff x="0" y="0"/>
          <a:chExt cx="0" cy="0"/>
        </a:xfrm>
      </p:grpSpPr>
      <p:pic>
        <p:nvPicPr>
          <p:cNvPr id="14" name="Bkg. Image" descr="A tall building&#10;&#10;Description automatically generated">
            <a:extLst>
              <a:ext uri="{FF2B5EF4-FFF2-40B4-BE49-F238E27FC236}">
                <a16:creationId xmlns:a16="http://schemas.microsoft.com/office/drawing/2014/main" id="{725695FD-146A-DF40-BBAB-557698D29C3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Swipe Color Block">
            <a:extLst>
              <a:ext uri="{FF2B5EF4-FFF2-40B4-BE49-F238E27FC236}">
                <a16:creationId xmlns:a16="http://schemas.microsoft.com/office/drawing/2014/main" id="{002C200C-5C1A-3B4C-B030-3689CDE5ECF9}"/>
              </a:ext>
            </a:extLst>
          </p:cNvPr>
          <p:cNvSpPr/>
          <p:nvPr userDrawn="1"/>
        </p:nvSpPr>
        <p:spPr>
          <a:xfrm>
            <a:off x="0" y="0"/>
            <a:ext cx="12192000" cy="6858000"/>
          </a:xfrm>
          <a:custGeom>
            <a:avLst/>
            <a:gdLst>
              <a:gd name="connsiteX0" fmla="*/ 1640360 w 12192000"/>
              <a:gd name="connsiteY0" fmla="*/ 0 h 6858000"/>
              <a:gd name="connsiteX1" fmla="*/ 12192000 w 12192000"/>
              <a:gd name="connsiteY1" fmla="*/ 0 h 6858000"/>
              <a:gd name="connsiteX2" fmla="*/ 12192000 w 12192000"/>
              <a:gd name="connsiteY2" fmla="*/ 2806443 h 6858000"/>
              <a:gd name="connsiteX3" fmla="*/ 8504029 w 12192000"/>
              <a:gd name="connsiteY3" fmla="*/ 6858000 h 6858000"/>
              <a:gd name="connsiteX4" fmla="*/ 0 w 12192000"/>
              <a:gd name="connsiteY4" fmla="*/ 6858000 h 6858000"/>
              <a:gd name="connsiteX5" fmla="*/ 0 w 12192000"/>
              <a:gd name="connsiteY5" fmla="*/ 18020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1640360" y="0"/>
                </a:moveTo>
                <a:lnTo>
                  <a:pt x="12192000" y="0"/>
                </a:lnTo>
                <a:lnTo>
                  <a:pt x="12192000" y="2806443"/>
                </a:lnTo>
                <a:lnTo>
                  <a:pt x="8504029" y="6858000"/>
                </a:lnTo>
                <a:lnTo>
                  <a:pt x="0" y="6858000"/>
                </a:lnTo>
                <a:lnTo>
                  <a:pt x="0" y="1802079"/>
                </a:lnTo>
                <a:close/>
              </a:path>
            </a:pathLst>
          </a:custGeom>
          <a:solidFill>
            <a:schemeClr val="tx2">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R="0" lvl="0" indent="0" algn="ctr" fontAlgn="base">
              <a:lnSpc>
                <a:spcPct val="100000"/>
              </a:lnSpc>
              <a:spcBef>
                <a:spcPct val="0"/>
              </a:spcBef>
              <a:spcAft>
                <a:spcPct val="0"/>
              </a:spcAft>
              <a:buClrTx/>
              <a:buSzTx/>
              <a:buFontTx/>
              <a:buNone/>
              <a:tabLst/>
            </a:pPr>
            <a:endParaRPr kumimoji="0" lang="en-US" sz="2800" b="0" i="0" u="none" strike="noStrike" cap="none" spc="0" normalizeH="0" baseline="0">
              <a:ln>
                <a:noFill/>
              </a:ln>
              <a:solidFill>
                <a:prstClr val="white"/>
              </a:solidFill>
              <a:effectLst/>
              <a:uLnTx/>
              <a:uFillTx/>
              <a:latin typeface="Calibri"/>
            </a:endParaRPr>
          </a:p>
        </p:txBody>
      </p:sp>
      <p:sp>
        <p:nvSpPr>
          <p:cNvPr id="8" name="Title">
            <a:extLst>
              <a:ext uri="{FF2B5EF4-FFF2-40B4-BE49-F238E27FC236}">
                <a16:creationId xmlns:a16="http://schemas.microsoft.com/office/drawing/2014/main" id="{4B6987DA-CA94-E040-8451-6C4738F6B471}"/>
              </a:ext>
            </a:extLst>
          </p:cNvPr>
          <p:cNvSpPr>
            <a:spLocks noGrp="1"/>
          </p:cNvSpPr>
          <p:nvPr>
            <p:ph type="title"/>
          </p:nvPr>
        </p:nvSpPr>
        <p:spPr>
          <a:xfrm>
            <a:off x="567173" y="1682496"/>
            <a:ext cx="9186427" cy="603504"/>
          </a:xfrm>
        </p:spPr>
        <p:txBody>
          <a:bodyPr/>
          <a:lstStyle>
            <a:lvl1pPr>
              <a:defRPr>
                <a:solidFill>
                  <a:schemeClr val="bg1"/>
                </a:solidFill>
              </a:defRPr>
            </a:lvl1pPr>
          </a:lstStyle>
          <a:p>
            <a:r>
              <a:rPr lang="en-US" dirty="0"/>
              <a:t>Click to edit Master title style</a:t>
            </a:r>
          </a:p>
        </p:txBody>
      </p:sp>
      <p:sp>
        <p:nvSpPr>
          <p:cNvPr id="9" name="Text Placeholder">
            <a:extLst>
              <a:ext uri="{FF2B5EF4-FFF2-40B4-BE49-F238E27FC236}">
                <a16:creationId xmlns:a16="http://schemas.microsoft.com/office/drawing/2014/main" id="{9B3D582A-EF9E-8440-82AB-CCE249EF92C7}"/>
              </a:ext>
            </a:extLst>
          </p:cNvPr>
          <p:cNvSpPr>
            <a:spLocks noGrp="1"/>
          </p:cNvSpPr>
          <p:nvPr>
            <p:ph type="body" sz="quarter" idx="12" hasCustomPrompt="1"/>
          </p:nvPr>
        </p:nvSpPr>
        <p:spPr>
          <a:xfrm>
            <a:off x="567173" y="2626942"/>
            <a:ext cx="9186427" cy="2604940"/>
          </a:xfrm>
        </p:spPr>
        <p:txBody>
          <a:bodyPr numCol="2" spcCol="731520"/>
          <a:lstStyle>
            <a:lvl1pPr marL="438912" marR="0" indent="-438912" algn="l" defTabSz="914400" rtl="0" eaLnBrk="1" fontAlgn="auto" latinLnBrk="0" hangingPunct="1">
              <a:lnSpc>
                <a:spcPct val="130000"/>
              </a:lnSpc>
              <a:spcBef>
                <a:spcPts val="0"/>
              </a:spcBef>
              <a:spcAft>
                <a:spcPts val="1800"/>
              </a:spcAft>
              <a:buClrTx/>
              <a:buSzPct val="125000"/>
              <a:buFont typeface="+mj-lt"/>
              <a:buAutoNum type="arabicPeriod"/>
              <a:tabLst/>
              <a:defRPr sz="1800">
                <a:solidFill>
                  <a:schemeClr val="bg1"/>
                </a:solidFill>
              </a:defRPr>
            </a:lvl1pPr>
            <a:lvl2pPr marL="658368" indent="-219456">
              <a:buFont typeface="Arial" panose="020B0604020202020204" pitchFamily="34" charset="0"/>
              <a:buChar char="•"/>
              <a:tabLst/>
              <a:defRPr sz="14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add your first section title here</a:t>
            </a:r>
          </a:p>
          <a:p>
            <a:pPr lvl="1"/>
            <a:r>
              <a:rPr lang="en-US" dirty="0"/>
              <a:t>Click to add your second section title here</a:t>
            </a:r>
          </a:p>
        </p:txBody>
      </p:sp>
      <p:sp>
        <p:nvSpPr>
          <p:cNvPr id="2" name="Footer Placeholder">
            <a:extLst>
              <a:ext uri="{FF2B5EF4-FFF2-40B4-BE49-F238E27FC236}">
                <a16:creationId xmlns:a16="http://schemas.microsoft.com/office/drawing/2014/main" id="{96A5984F-AAF3-4E4F-B3A2-F7CFB42C0BB0}"/>
              </a:ext>
            </a:extLst>
          </p:cNvPr>
          <p:cNvSpPr>
            <a:spLocks noGrp="1"/>
          </p:cNvSpPr>
          <p:nvPr>
            <p:ph type="ftr" sz="quarter" idx="16"/>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a:extLst>
              <a:ext uri="{FF2B5EF4-FFF2-40B4-BE49-F238E27FC236}">
                <a16:creationId xmlns:a16="http://schemas.microsoft.com/office/drawing/2014/main" id="{B57A2B2F-8926-8949-98A4-AF4483A0075F}"/>
              </a:ext>
            </a:extLst>
          </p:cNvPr>
          <p:cNvSpPr>
            <a:spLocks noGrp="1"/>
          </p:cNvSpPr>
          <p:nvPr>
            <p:ph type="sldNum" sz="quarter" idx="17"/>
          </p:nvPr>
        </p:nvSpPr>
        <p:spPr/>
        <p:txBody>
          <a:bodyPr/>
          <a:lstStyle>
            <a:lvl1pPr>
              <a:defRPr>
                <a:solidFill>
                  <a:schemeClr val="bg1"/>
                </a:solidFill>
              </a:defRPr>
            </a:lvl1pPr>
          </a:lstStyle>
          <a:p>
            <a:fld id="{64B53FD8-04EE-4F67-B5CA-77D45BC12F90}" type="slidenum">
              <a:rPr lang="en-US" smtClean="0"/>
              <a:pPr/>
              <a:t>‹#›</a:t>
            </a:fld>
            <a:endParaRPr lang="en-US">
              <a:solidFill>
                <a:schemeClr val="bg1"/>
              </a:solidFill>
            </a:endParaRPr>
          </a:p>
        </p:txBody>
      </p:sp>
    </p:spTree>
    <p:extLst>
      <p:ext uri="{BB962C8B-B14F-4D97-AF65-F5344CB8AC3E}">
        <p14:creationId xmlns:p14="http://schemas.microsoft.com/office/powerpoint/2010/main" val="4210304543"/>
      </p:ext>
    </p:extLst>
  </p:cSld>
  <p:clrMapOvr>
    <a:masterClrMapping/>
  </p:clrMapOvr>
  <p:extLst>
    <p:ext uri="{DCECCB84-F9BA-43D5-87BE-67443E8EF086}">
      <p15:sldGuideLst xmlns:p15="http://schemas.microsoft.com/office/powerpoint/2012/main">
        <p15:guide id="1" pos="4056">
          <p15:clr>
            <a:srgbClr val="FBAE40"/>
          </p15:clr>
        </p15:guide>
        <p15:guide id="2" orient="horz" pos="213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Horizontal, Highly Visual">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0"/>
            <a:ext cx="12192000" cy="3225800"/>
          </a:xfrm>
        </p:spPr>
        <p:txBody>
          <a:bodyPr tIns="0" anchor="ctr" anchorCtr="0"/>
          <a:lstStyle>
            <a:lvl1pPr algn="ctr">
              <a:defRPr sz="1400">
                <a:solidFill>
                  <a:schemeClr val="tx1"/>
                </a:solidFill>
              </a:defRPr>
            </a:lvl1pPr>
          </a:lstStyle>
          <a:p>
            <a:r>
              <a:rPr lang="en-US"/>
              <a:t>Picture</a:t>
            </a:r>
          </a:p>
        </p:txBody>
      </p:sp>
      <p:sp>
        <p:nvSpPr>
          <p:cNvPr id="33" name="Title ">
            <a:extLst>
              <a:ext uri="{FF2B5EF4-FFF2-40B4-BE49-F238E27FC236}">
                <a16:creationId xmlns:a16="http://schemas.microsoft.com/office/drawing/2014/main" id="{F766590A-0D40-6841-B78B-70DE63D7B27B}"/>
              </a:ext>
            </a:extLst>
          </p:cNvPr>
          <p:cNvSpPr>
            <a:spLocks noGrp="1"/>
          </p:cNvSpPr>
          <p:nvPr>
            <p:ph type="title"/>
          </p:nvPr>
        </p:nvSpPr>
        <p:spPr>
          <a:xfrm>
            <a:off x="0" y="2422358"/>
            <a:ext cx="12192000" cy="803442"/>
          </a:xfrm>
          <a:gradFill>
            <a:gsLst>
              <a:gs pos="0">
                <a:schemeClr val="tx2">
                  <a:alpha val="90000"/>
                </a:schemeClr>
              </a:gs>
              <a:gs pos="33000">
                <a:schemeClr val="accent1">
                  <a:lumMod val="100000"/>
                  <a:alpha val="90000"/>
                </a:schemeClr>
              </a:gs>
              <a:gs pos="100000">
                <a:schemeClr val="bg2">
                  <a:alpha val="90000"/>
                </a:schemeClr>
              </a:gs>
            </a:gsLst>
            <a:lin ang="10800000" scaled="1"/>
          </a:gradFill>
        </p:spPr>
        <p:txBody>
          <a:bodyPr lIns="576072" rIns="548640" anchor="ctr" anchorCtr="0"/>
          <a:lstStyle>
            <a:lvl1pPr>
              <a:lnSpc>
                <a:spcPct val="110000"/>
              </a:lnSpc>
              <a:defRPr>
                <a:solidFill>
                  <a:schemeClr val="bg1"/>
                </a:solidFill>
              </a:defRPr>
            </a:lvl1pPr>
          </a:lstStyle>
          <a:p>
            <a:r>
              <a:rPr lang="en-US" dirty="0"/>
              <a:t>Click to edit Master title style</a:t>
            </a:r>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dirty="0"/>
              <a:t>000</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dirty="0"/>
              <a:t>000</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dirty="0"/>
              <a:t>000</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dirty="0"/>
              <a:t>000</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dirty="0"/>
              <a:t>000</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3424100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X-Slab">
    <p:spTree>
      <p:nvGrpSpPr>
        <p:cNvPr id="1" name=""/>
        <p:cNvGrpSpPr/>
        <p:nvPr/>
      </p:nvGrpSpPr>
      <p:grpSpPr>
        <a:xfrm>
          <a:off x="0" y="0"/>
          <a:ext cx="0" cy="0"/>
          <a:chOff x="0" y="0"/>
          <a:chExt cx="0" cy="0"/>
        </a:xfrm>
      </p:grpSpPr>
      <p:sp>
        <p:nvSpPr>
          <p:cNvPr id="12" name="Supporting Image">
            <a:extLst>
              <a:ext uri="{FF2B5EF4-FFF2-40B4-BE49-F238E27FC236}">
                <a16:creationId xmlns:a16="http://schemas.microsoft.com/office/drawing/2014/main" id="{A43A47A1-3FB5-BA47-8548-205D9FA7D581}"/>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lvl1pPr>
          </a:lstStyle>
          <a:p>
            <a:endParaRPr lang="en-US"/>
          </a:p>
        </p:txBody>
      </p:sp>
      <p:sp>
        <p:nvSpPr>
          <p:cNvPr id="11" name="Text Placeholder">
            <a:extLst>
              <a:ext uri="{FF2B5EF4-FFF2-40B4-BE49-F238E27FC236}">
                <a16:creationId xmlns:a16="http://schemas.microsoft.com/office/drawing/2014/main" id="{215E9C4F-A7CC-B74D-8351-330CC8C0657E}"/>
              </a:ext>
            </a:extLst>
          </p:cNvPr>
          <p:cNvSpPr>
            <a:spLocks noGrp="1"/>
          </p:cNvSpPr>
          <p:nvPr>
            <p:ph type="body" sz="quarter" idx="18"/>
          </p:nvPr>
        </p:nvSpPr>
        <p:spPr>
          <a:xfrm>
            <a:off x="571500" y="1524000"/>
            <a:ext cx="4610100" cy="4487576"/>
          </a:xfrm>
        </p:spPr>
        <p:txBody>
          <a:bodyPr rIns="0"/>
          <a:lstStyle>
            <a:lvl1pPr>
              <a:lnSpc>
                <a:spcPct val="110000"/>
              </a:lnSpc>
              <a:spcAft>
                <a:spcPts val="24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658368" indent="-658368">
              <a:spcAft>
                <a:spcPts val="1800"/>
              </a:spcAft>
              <a:buClr>
                <a:schemeClr val="tx2"/>
              </a:buClr>
              <a:buSzPct val="125000"/>
              <a:buFont typeface="+mj-lt"/>
              <a:buAutoNum type="arabicPeriod"/>
              <a:defRPr sz="1800"/>
            </a:lvl2pPr>
          </a:lstStyle>
          <a:p>
            <a:pPr lvl="0"/>
            <a:r>
              <a:rPr lang="en-US" dirty="0"/>
              <a:t>Click to edit Master text styles</a:t>
            </a:r>
          </a:p>
          <a:p>
            <a:pPr lvl="1"/>
            <a:r>
              <a:rPr lang="en-US" dirty="0"/>
              <a:t>Second level</a:t>
            </a:r>
          </a:p>
        </p:txBody>
      </p:sp>
      <p:sp>
        <p:nvSpPr>
          <p:cNvPr id="7" name="Corner Overlay (purple)">
            <a:extLst>
              <a:ext uri="{FF2B5EF4-FFF2-40B4-BE49-F238E27FC236}">
                <a16:creationId xmlns:a16="http://schemas.microsoft.com/office/drawing/2014/main" id="{B6C32F04-2034-AA4F-A86D-EB99665AEB81}"/>
              </a:ext>
            </a:extLst>
          </p:cNvPr>
          <p:cNvSpPr>
            <a:spLocks noGrp="1"/>
          </p:cNvSpPr>
          <p:nvPr>
            <p:ph type="body" sz="quarter" idx="22"/>
          </p:nvPr>
        </p:nvSpPr>
        <p:spPr>
          <a:xfrm>
            <a:off x="8156273" y="0"/>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solidFill>
            <a:schemeClr val="tx2">
              <a:alpha val="90000"/>
            </a:schemeClr>
          </a:solidFill>
        </p:spPr>
        <p:txBody>
          <a:bodyPr wrap="square">
            <a:noAutofit/>
          </a:bodyPr>
          <a:lstStyle>
            <a:lvl1pPr>
              <a:defRPr sz="100"/>
            </a:lvl1pPr>
          </a:lstStyle>
          <a:p>
            <a:pPr lvl="0"/>
            <a:endParaRPr lang="en-US" dirty="0"/>
          </a:p>
        </p:txBody>
      </p:sp>
      <p:sp>
        <p:nvSpPr>
          <p:cNvPr id="4" name="Footer Placeholder">
            <a:extLst>
              <a:ext uri="{FF2B5EF4-FFF2-40B4-BE49-F238E27FC236}">
                <a16:creationId xmlns:a16="http://schemas.microsoft.com/office/drawing/2014/main" id="{FD270CF9-6C9F-7046-90AC-A284F9721E4E}"/>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1D7CDCDC-B774-4A4F-966A-B8FE55DACBD2}"/>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410984596"/>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Divider (white)">
    <p:spTree>
      <p:nvGrpSpPr>
        <p:cNvPr id="1" name=""/>
        <p:cNvGrpSpPr/>
        <p:nvPr/>
      </p:nvGrpSpPr>
      <p:grpSpPr>
        <a:xfrm>
          <a:off x="0" y="0"/>
          <a:ext cx="0" cy="0"/>
          <a:chOff x="0" y="0"/>
          <a:chExt cx="0" cy="0"/>
        </a:xfrm>
      </p:grpSpPr>
      <p:sp>
        <p:nvSpPr>
          <p:cNvPr id="4" name="Text Placeholder"/>
          <p:cNvSpPr>
            <a:spLocks noGrp="1"/>
          </p:cNvSpPr>
          <p:nvPr>
            <p:ph type="body" sz="quarter" idx="13" hasCustomPrompt="1"/>
          </p:nvPr>
        </p:nvSpPr>
        <p:spPr>
          <a:xfrm>
            <a:off x="571500" y="2073275"/>
            <a:ext cx="9182100"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3" name="Footer Placeholder ">
            <a:extLst>
              <a:ext uri="{FF2B5EF4-FFF2-40B4-BE49-F238E27FC236}">
                <a16:creationId xmlns:a16="http://schemas.microsoft.com/office/drawing/2014/main" id="{9A7C6732-589D-3A46-9427-04823B686A3F}"/>
              </a:ext>
            </a:extLst>
          </p:cNvPr>
          <p:cNvSpPr>
            <a:spLocks noGrp="1"/>
          </p:cNvSpPr>
          <p:nvPr>
            <p:ph type="ftr" sz="quarter" idx="1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08882FCA-F36E-BF47-9F97-3EEF75ABE06F}"/>
              </a:ext>
            </a:extLst>
          </p:cNvPr>
          <p:cNvSpPr>
            <a:spLocks noGrp="1"/>
          </p:cNvSpPr>
          <p:nvPr>
            <p:ph type="sldNum" sz="quarter" idx="1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18067834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Divider (white w. icon)">
    <p:spTree>
      <p:nvGrpSpPr>
        <p:cNvPr id="1" name=""/>
        <p:cNvGrpSpPr/>
        <p:nvPr/>
      </p:nvGrpSpPr>
      <p:grpSpPr>
        <a:xfrm>
          <a:off x="0" y="0"/>
          <a:ext cx="0" cy="0"/>
          <a:chOff x="0" y="0"/>
          <a:chExt cx="0" cy="0"/>
        </a:xfrm>
      </p:grpSpPr>
      <p:sp>
        <p:nvSpPr>
          <p:cNvPr id="9" name="Text Placeholder">
            <a:extLst>
              <a:ext uri="{FF2B5EF4-FFF2-40B4-BE49-F238E27FC236}">
                <a16:creationId xmlns:a16="http://schemas.microsoft.com/office/drawing/2014/main" id="{653A1B26-C9F7-B549-98B3-95C1467AA35F}"/>
              </a:ext>
            </a:extLst>
          </p:cNvPr>
          <p:cNvSpPr>
            <a:spLocks noGrp="1"/>
          </p:cNvSpPr>
          <p:nvPr>
            <p:ph type="body" sz="quarter" idx="13" hasCustomPrompt="1"/>
          </p:nvPr>
        </p:nvSpPr>
        <p:spPr>
          <a:xfrm>
            <a:off x="571500" y="2073275"/>
            <a:ext cx="5410200"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7" name="Icon Placeholder ">
            <a:extLst>
              <a:ext uri="{FF2B5EF4-FFF2-40B4-BE49-F238E27FC236}">
                <a16:creationId xmlns:a16="http://schemas.microsoft.com/office/drawing/2014/main" id="{62239AD2-2183-2C43-986D-472976D63400}"/>
              </a:ext>
            </a:extLst>
          </p:cNvPr>
          <p:cNvSpPr>
            <a:spLocks noGrp="1"/>
          </p:cNvSpPr>
          <p:nvPr>
            <p:ph type="pic" sz="quarter" idx="16" hasCustomPrompt="1"/>
          </p:nvPr>
        </p:nvSpPr>
        <p:spPr>
          <a:xfrm>
            <a:off x="5981700" y="0"/>
            <a:ext cx="6210300" cy="6858000"/>
          </a:xfrm>
        </p:spPr>
        <p:txBody>
          <a:bodyPr anchor="ctr" anchorCtr="0"/>
          <a:lstStyle>
            <a:lvl1pPr algn="ct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a:extLst>
              <a:ext uri="{FF2B5EF4-FFF2-40B4-BE49-F238E27FC236}">
                <a16:creationId xmlns:a16="http://schemas.microsoft.com/office/drawing/2014/main" id="{B7B0E623-3FC1-4D47-B5D6-5BA375DB7C59}"/>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E8FC9BBD-4A7E-CD40-8062-D0571092FA9E}"/>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55393406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Divider Gradient Bar Overlay (full bleed image)">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tIns="914400" anchor="t" anchorCtr="0"/>
          <a:lstStyle>
            <a:lvl1pPr algn="ctr">
              <a:defRPr sz="1400"/>
            </a:lvl1pPr>
          </a:lstStyle>
          <a:p>
            <a:endParaRPr lang="en-US"/>
          </a:p>
        </p:txBody>
      </p:sp>
      <p:sp>
        <p:nvSpPr>
          <p:cNvPr id="6" name="Text Placeholder &amp; Gradient Color Bar">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2926080"/>
            <a:ext cx="12192000" cy="1005840"/>
          </a:xfrm>
          <a:prstGeom prst="rect">
            <a:avLst/>
          </a:prstGeom>
          <a:gradFill flip="none" rotWithShape="1">
            <a:gsLst>
              <a:gs pos="0">
                <a:schemeClr val="tx2">
                  <a:alpha val="90000"/>
                </a:schemeClr>
              </a:gs>
              <a:gs pos="33000">
                <a:schemeClr val="accent1">
                  <a:lumMod val="91000"/>
                  <a:lumOff val="9000"/>
                  <a:alpha val="90000"/>
                </a:schemeClr>
              </a:gs>
              <a:gs pos="100000">
                <a:schemeClr val="bg2">
                  <a:alpha val="90000"/>
                </a:schemeClr>
              </a:gs>
            </a:gsLst>
            <a:lin ang="10800000" scaled="1"/>
            <a:tileRect/>
          </a:gradFill>
        </p:spPr>
        <p:txBody>
          <a:bodyPr wrap="square" lIns="576072" tIns="0" rIns="548640" anchor="ctr" anchorCtr="0">
            <a:noAutofit/>
          </a:bodyPr>
          <a:lstStyle>
            <a:lvl1pPr algn="l">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600"/>
              </a:spcBef>
              <a:spcAft>
                <a:spcPts val="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defRPr sz="16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3pPr>
            <a:lvl4pPr>
              <a:buNone/>
              <a:defRPr>
                <a:solidFill>
                  <a:schemeClr val="bg1"/>
                </a:solidFill>
              </a:defRPr>
            </a:lvl4pPr>
            <a:lvl5pPr>
              <a:defRPr>
                <a:solidFill>
                  <a:schemeClr val="bg1"/>
                </a:solidFill>
              </a:defRPr>
            </a:lvl5pPr>
          </a:lstStyle>
          <a:p>
            <a:pPr lvl="0"/>
            <a:r>
              <a:rPr lang="en-US" dirty="0"/>
              <a:t>00. Section divider title goes here</a:t>
            </a:r>
          </a:p>
        </p:txBody>
      </p:sp>
      <p:sp>
        <p:nvSpPr>
          <p:cNvPr id="4" name="Footer Placeholder">
            <a:extLst>
              <a:ext uri="{FF2B5EF4-FFF2-40B4-BE49-F238E27FC236}">
                <a16:creationId xmlns:a16="http://schemas.microsoft.com/office/drawing/2014/main" id="{4FC8126C-A692-E647-AFCE-9762DC712C24}"/>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a:extLst>
              <a:ext uri="{FF2B5EF4-FFF2-40B4-BE49-F238E27FC236}">
                <a16:creationId xmlns:a16="http://schemas.microsoft.com/office/drawing/2014/main" id="{1452FEF8-9693-2D4B-BAD5-68FD995AEA10}"/>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4196205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X-Positive Arrow Off-center Divider (white)">
    <p:spTree>
      <p:nvGrpSpPr>
        <p:cNvPr id="1" name=""/>
        <p:cNvGrpSpPr/>
        <p:nvPr/>
      </p:nvGrpSpPr>
      <p:grpSpPr>
        <a:xfrm>
          <a:off x="0" y="0"/>
          <a:ext cx="0" cy="0"/>
          <a:chOff x="0" y="0"/>
          <a:chExt cx="0" cy="0"/>
        </a:xfrm>
      </p:grpSpPr>
      <p:sp>
        <p:nvSpPr>
          <p:cNvPr id="16" name="Supporting Image">
            <a:extLst>
              <a:ext uri="{FF2B5EF4-FFF2-40B4-BE49-F238E27FC236}">
                <a16:creationId xmlns:a16="http://schemas.microsoft.com/office/drawing/2014/main" id="{3696F4C8-607A-2442-B02B-D3467E074672}"/>
              </a:ext>
            </a:extLst>
          </p:cNvPr>
          <p:cNvSpPr>
            <a:spLocks noGrp="1"/>
          </p:cNvSpPr>
          <p:nvPr>
            <p:ph type="pic" sz="quarter" idx="20"/>
          </p:nvPr>
        </p:nvSpPr>
        <p:spPr>
          <a:xfrm>
            <a:off x="1841500" y="0"/>
            <a:ext cx="10350500" cy="6858000"/>
          </a:xfrm>
          <a:custGeom>
            <a:avLst/>
            <a:gdLst>
              <a:gd name="connsiteX0" fmla="*/ 0 w 10350500"/>
              <a:gd name="connsiteY0" fmla="*/ 0 h 6858000"/>
              <a:gd name="connsiteX1" fmla="*/ 8763000 w 10350500"/>
              <a:gd name="connsiteY1" fmla="*/ 0 h 6858000"/>
              <a:gd name="connsiteX2" fmla="*/ 9283700 w 10350500"/>
              <a:gd name="connsiteY2" fmla="*/ 0 h 6858000"/>
              <a:gd name="connsiteX3" fmla="*/ 10350500 w 10350500"/>
              <a:gd name="connsiteY3" fmla="*/ 0 h 6858000"/>
              <a:gd name="connsiteX4" fmla="*/ 10350500 w 10350500"/>
              <a:gd name="connsiteY4" fmla="*/ 6858000 h 6858000"/>
              <a:gd name="connsiteX5" fmla="*/ 9283700 w 10350500"/>
              <a:gd name="connsiteY5" fmla="*/ 6858000 h 6858000"/>
              <a:gd name="connsiteX6" fmla="*/ 8763000 w 10350500"/>
              <a:gd name="connsiteY6" fmla="*/ 6858000 h 6858000"/>
              <a:gd name="connsiteX7" fmla="*/ 2466515 w 10350500"/>
              <a:gd name="connsiteY7" fmla="*/ 6858000 h 6858000"/>
              <a:gd name="connsiteX8" fmla="*/ 4227833 w 10350500"/>
              <a:gd name="connsiteY8" fmla="*/ 482167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50500" h="6858000">
                <a:moveTo>
                  <a:pt x="0" y="0"/>
                </a:moveTo>
                <a:lnTo>
                  <a:pt x="8763000" y="0"/>
                </a:lnTo>
                <a:lnTo>
                  <a:pt x="9283700" y="0"/>
                </a:lnTo>
                <a:lnTo>
                  <a:pt x="10350500" y="0"/>
                </a:lnTo>
                <a:lnTo>
                  <a:pt x="10350500" y="6858000"/>
                </a:lnTo>
                <a:lnTo>
                  <a:pt x="9283700" y="6858000"/>
                </a:lnTo>
                <a:lnTo>
                  <a:pt x="8763000" y="6858000"/>
                </a:lnTo>
                <a:lnTo>
                  <a:pt x="2466515" y="6858000"/>
                </a:lnTo>
                <a:lnTo>
                  <a:pt x="4227833" y="4821678"/>
                </a:lnTo>
                <a:close/>
              </a:path>
            </a:pathLst>
          </a:custGeom>
          <a:solidFill>
            <a:schemeClr val="accent6"/>
          </a:solidFill>
        </p:spPr>
        <p:txBody>
          <a:bodyPr vert="horz" wrap="square" lIns="0" tIns="0" rIns="0" bIns="0" rtlCol="0" anchor="ctr" anchorCtr="0">
            <a:noAutofit/>
          </a:bodyPr>
          <a:lstStyle>
            <a:lvl1pPr algn="ctr">
              <a:defRPr lang="en-US" sz="14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endParaRPr lang="en-US"/>
          </a:p>
        </p:txBody>
      </p:sp>
      <p:sp>
        <p:nvSpPr>
          <p:cNvPr id="17" name="Text Placeholder">
            <a:extLst>
              <a:ext uri="{FF2B5EF4-FFF2-40B4-BE49-F238E27FC236}">
                <a16:creationId xmlns:a16="http://schemas.microsoft.com/office/drawing/2014/main" id="{B7D65D8B-B5C7-C945-9BC7-E6F9755DD5BC}"/>
              </a:ext>
            </a:extLst>
          </p:cNvPr>
          <p:cNvSpPr>
            <a:spLocks noGrp="1"/>
          </p:cNvSpPr>
          <p:nvPr>
            <p:ph type="body" sz="quarter" idx="19" hasCustomPrompt="1"/>
          </p:nvPr>
        </p:nvSpPr>
        <p:spPr>
          <a:xfrm>
            <a:off x="1"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solidFill>
            <a:schemeClr val="bg1">
              <a:alpha val="20000"/>
            </a:schemeClr>
          </a:solidFill>
        </p:spPr>
        <p:txBody>
          <a:bodyPr wrap="square" lIns="576072" rIns="1737360" anchor="ctr" anchorCtr="0">
            <a:noAutofit/>
          </a:bodyPr>
          <a:lstStyle>
            <a:lvl1pPr>
              <a:lnSpc>
                <a:spcPct val="110000"/>
              </a:lnSpc>
              <a:spcAft>
                <a:spcPts val="600"/>
              </a:spcAft>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nSpc>
                <a:spcPct val="110000"/>
              </a:lnSpc>
              <a:spcAft>
                <a:spcPts val="1200"/>
              </a:spcAft>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2pPr>
            <a:lvl3pPr>
              <a:defRPr sz="1600" b="0" i="0">
                <a:latin typeface="FedEx Sans Medium" panose="020B0603020203020204" pitchFamily="34" charset="0"/>
                <a:ea typeface="FedEx Sans Medium" panose="020B0603020203020204" pitchFamily="34" charset="0"/>
                <a:cs typeface="FedEx Sans Medium" panose="020B0603020203020204" pitchFamily="34" charset="0"/>
              </a:defRPr>
            </a:lvl3pPr>
          </a:lstStyle>
          <a:p>
            <a:pPr lvl="0"/>
            <a:r>
              <a:rPr lang="en-US" dirty="0"/>
              <a:t>00.</a:t>
            </a:r>
          </a:p>
          <a:p>
            <a:pPr lvl="1"/>
            <a:r>
              <a:rPr lang="en-US" dirty="0"/>
              <a:t>Section divider title goes here</a:t>
            </a:r>
          </a:p>
          <a:p>
            <a:pPr lvl="2"/>
            <a:r>
              <a:rPr lang="en-US" dirty="0"/>
              <a:t>Subheading goes here if needed</a:t>
            </a:r>
          </a:p>
        </p:txBody>
      </p:sp>
      <p:sp>
        <p:nvSpPr>
          <p:cNvPr id="4" name="Footer Placeholder ">
            <a:extLst>
              <a:ext uri="{FF2B5EF4-FFF2-40B4-BE49-F238E27FC236}">
                <a16:creationId xmlns:a16="http://schemas.microsoft.com/office/drawing/2014/main" id="{CD4DAED4-4B2A-9543-992A-48225FFC132C}"/>
              </a:ext>
            </a:extLst>
          </p:cNvPr>
          <p:cNvSpPr>
            <a:spLocks noGrp="1"/>
          </p:cNvSpPr>
          <p:nvPr>
            <p:ph type="ftr" sz="quarter" idx="2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20C639C9-272F-7A44-A5F4-31DD0D90AA93}"/>
              </a:ext>
            </a:extLst>
          </p:cNvPr>
          <p:cNvSpPr>
            <a:spLocks noGrp="1"/>
          </p:cNvSpPr>
          <p:nvPr>
            <p:ph type="sldNum" sz="quarter" idx="22"/>
          </p:nvPr>
        </p:nvSpPr>
        <p:spPr/>
        <p:txBody>
          <a:bodyPr/>
          <a:lstStyle>
            <a:lvl1pPr>
              <a:defRPr>
                <a:solidFill>
                  <a:schemeClr val="bg1"/>
                </a:solidFill>
              </a:defRPr>
            </a:lvl1pPr>
          </a:lstStyle>
          <a:p>
            <a:fld id="{64B53FD8-04EE-4F67-B5CA-77D45BC12F90}" type="slidenum">
              <a:rPr lang="en-US" smtClean="0"/>
              <a:pPr/>
              <a:t>‹#›</a:t>
            </a:fld>
            <a:endParaRPr lang="en-US">
              <a:solidFill>
                <a:schemeClr val="bg1"/>
              </a:solidFill>
            </a:endParaRPr>
          </a:p>
        </p:txBody>
      </p:sp>
    </p:spTree>
    <p:extLst>
      <p:ext uri="{BB962C8B-B14F-4D97-AF65-F5344CB8AC3E}">
        <p14:creationId xmlns:p14="http://schemas.microsoft.com/office/powerpoint/2010/main" val="38031800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X-Positive Arrow Off-center Divider w. icons (gradient)">
    <p:spTree>
      <p:nvGrpSpPr>
        <p:cNvPr id="1" name=""/>
        <p:cNvGrpSpPr/>
        <p:nvPr/>
      </p:nvGrpSpPr>
      <p:grpSpPr>
        <a:xfrm>
          <a:off x="0" y="0"/>
          <a:ext cx="0" cy="0"/>
          <a:chOff x="0" y="0"/>
          <a:chExt cx="0" cy="0"/>
        </a:xfrm>
      </p:grpSpPr>
      <p:sp>
        <p:nvSpPr>
          <p:cNvPr id="17" name="Text Placeholder 1">
            <a:extLst>
              <a:ext uri="{FF2B5EF4-FFF2-40B4-BE49-F238E27FC236}">
                <a16:creationId xmlns:a16="http://schemas.microsoft.com/office/drawing/2014/main" id="{B7D65D8B-B5C7-C945-9BC7-E6F9755DD5BC}"/>
              </a:ext>
            </a:extLst>
          </p:cNvPr>
          <p:cNvSpPr>
            <a:spLocks noGrp="1"/>
          </p:cNvSpPr>
          <p:nvPr>
            <p:ph type="body" sz="quarter" idx="19" hasCustomPrompt="1"/>
          </p:nvPr>
        </p:nvSpPr>
        <p:spPr>
          <a:xfrm>
            <a:off x="1"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gradFill>
            <a:gsLst>
              <a:gs pos="0">
                <a:schemeClr val="tx2"/>
              </a:gs>
              <a:gs pos="33000">
                <a:schemeClr val="accent1">
                  <a:lumMod val="100000"/>
                </a:schemeClr>
              </a:gs>
              <a:gs pos="100000">
                <a:schemeClr val="bg2"/>
              </a:gs>
            </a:gsLst>
            <a:lin ang="3000000" scaled="0"/>
          </a:gradFill>
        </p:spPr>
        <p:txBody>
          <a:bodyPr wrap="square" lIns="576072" rIns="2011680" anchor="ctr" anchorCtr="0">
            <a:noAutofit/>
          </a:bodyPr>
          <a:lstStyle>
            <a:lvl1pPr>
              <a:lnSpc>
                <a:spcPct val="110000"/>
              </a:lnSpc>
              <a:spcAft>
                <a:spcPts val="1200"/>
              </a:spcAft>
              <a:defRPr lang="en-US" sz="4000" b="0" i="0" kern="1200" dirty="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nSpc>
                <a:spcPct val="110000"/>
              </a:lnSpc>
              <a:spcAft>
                <a:spcPts val="600"/>
              </a:spcAft>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6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3pPr>
          </a:lstStyle>
          <a:p>
            <a:pPr lvl="0"/>
            <a:r>
              <a:rPr lang="en-US" dirty="0"/>
              <a:t>Section divider title goes here</a:t>
            </a:r>
          </a:p>
          <a:p>
            <a:pPr lvl="1"/>
            <a:r>
              <a:rPr lang="en-US" dirty="0"/>
              <a:t>Subheading goes here if needed</a:t>
            </a:r>
          </a:p>
        </p:txBody>
      </p:sp>
      <p:sp>
        <p:nvSpPr>
          <p:cNvPr id="6" name="Text Placeholder 2">
            <a:extLst>
              <a:ext uri="{FF2B5EF4-FFF2-40B4-BE49-F238E27FC236}">
                <a16:creationId xmlns:a16="http://schemas.microsoft.com/office/drawing/2014/main" id="{8D3EF259-E6F0-924D-8F6A-68E711DE5609}"/>
              </a:ext>
            </a:extLst>
          </p:cNvPr>
          <p:cNvSpPr>
            <a:spLocks noGrp="1"/>
          </p:cNvSpPr>
          <p:nvPr>
            <p:ph type="body" sz="quarter" idx="12"/>
          </p:nvPr>
        </p:nvSpPr>
        <p:spPr>
          <a:xfrm>
            <a:off x="6210300" y="4703778"/>
            <a:ext cx="1638300" cy="1275078"/>
          </a:xfrm>
          <a:prstGeom prst="rect">
            <a:avLst/>
          </a:prstGeom>
        </p:spPr>
        <p:txBody>
          <a:bodyPr/>
          <a:lstStyle>
            <a:lvl1pPr>
              <a:defRPr lang="en-US" sz="14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defRPr lang="en-US" sz="1200" kern="1200" dirty="0">
                <a:solidFill>
                  <a:schemeClr val="tx1"/>
                </a:solidFill>
                <a:latin typeface="+mn-lt"/>
                <a:ea typeface="+mn-ea"/>
                <a:cs typeface="+mn-cs"/>
              </a:defRPr>
            </a:lvl3pPr>
            <a:lvl4pPr>
              <a:defRPr sz="1200"/>
            </a:lvl4pPr>
            <a:lvl5pPr>
              <a:defRPr sz="1400"/>
            </a:lvl5pPr>
            <a:lvl6pPr marL="658368">
              <a:defRPr/>
            </a:lvl6pPr>
          </a:lstStyle>
          <a:p>
            <a:pPr marL="0" lvl="1" indent="0" algn="l" defTabSz="914400" rtl="0" eaLnBrk="1" latinLnBrk="0" hangingPunct="1">
              <a:lnSpc>
                <a:spcPct val="130000"/>
              </a:lnSpc>
              <a:spcBef>
                <a:spcPts val="0"/>
              </a:spcBef>
              <a:spcAft>
                <a:spcPts val="300"/>
              </a:spcAft>
              <a:buFont typeface="Arial" panose="020B0604020202020204" pitchFamily="34" charset="0"/>
              <a:buNone/>
            </a:pPr>
            <a:r>
              <a:rPr lang="en-US" dirty="0"/>
              <a:t>Click to edit Master text styles</a:t>
            </a:r>
          </a:p>
          <a:p>
            <a:pPr marL="0" lvl="2"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p:txBody>
      </p:sp>
      <p:sp>
        <p:nvSpPr>
          <p:cNvPr id="7" name="Icon Placeholder 1">
            <a:extLst>
              <a:ext uri="{FF2B5EF4-FFF2-40B4-BE49-F238E27FC236}">
                <a16:creationId xmlns:a16="http://schemas.microsoft.com/office/drawing/2014/main" id="{D7B927A1-D070-084C-8991-5349342981E5}"/>
              </a:ext>
            </a:extLst>
          </p:cNvPr>
          <p:cNvSpPr>
            <a:spLocks noGrp="1"/>
          </p:cNvSpPr>
          <p:nvPr>
            <p:ph type="pic" sz="quarter" idx="18" hasCustomPrompt="1"/>
          </p:nvPr>
        </p:nvSpPr>
        <p:spPr>
          <a:xfrm>
            <a:off x="6210300" y="3732327"/>
            <a:ext cx="813816" cy="813816"/>
          </a:xfrm>
          <a:prstGeom prst="rect">
            <a:avLst/>
          </a:prstGeom>
        </p:spPr>
        <p:txBody>
          <a:bodyPr anchor="ctr" anchorCtr="0"/>
          <a:lstStyle>
            <a:lvl1pPr algn="ctr">
              <a:defRPr sz="800"/>
            </a:lvl1pPr>
          </a:lstStyle>
          <a:p>
            <a:r>
              <a:rPr lang="en-US"/>
              <a:t>Place Icon Here</a:t>
            </a:r>
          </a:p>
        </p:txBody>
      </p:sp>
      <p:sp>
        <p:nvSpPr>
          <p:cNvPr id="13" name="Text Placeholder 3">
            <a:extLst>
              <a:ext uri="{FF2B5EF4-FFF2-40B4-BE49-F238E27FC236}">
                <a16:creationId xmlns:a16="http://schemas.microsoft.com/office/drawing/2014/main" id="{6E31843D-048C-A94D-85D8-C63F18C7BFA5}"/>
              </a:ext>
            </a:extLst>
          </p:cNvPr>
          <p:cNvSpPr>
            <a:spLocks noGrp="1"/>
          </p:cNvSpPr>
          <p:nvPr>
            <p:ph type="body" sz="quarter" idx="25"/>
          </p:nvPr>
        </p:nvSpPr>
        <p:spPr>
          <a:xfrm>
            <a:off x="8096250" y="4703778"/>
            <a:ext cx="1638300" cy="1275078"/>
          </a:xfrm>
          <a:prstGeom prst="rect">
            <a:avLst/>
          </a:prstGeom>
        </p:spPr>
        <p:txBody>
          <a:bodyPr/>
          <a:lstStyle>
            <a:lvl1pPr>
              <a:defRPr lang="en-US" sz="14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defRPr lang="en-US" sz="1200" kern="1200" dirty="0">
                <a:solidFill>
                  <a:schemeClr val="tx1"/>
                </a:solidFill>
                <a:latin typeface="+mn-lt"/>
                <a:ea typeface="+mn-ea"/>
                <a:cs typeface="+mn-cs"/>
              </a:defRPr>
            </a:lvl3pPr>
            <a:lvl4pPr>
              <a:defRPr sz="1200"/>
            </a:lvl4pPr>
            <a:lvl5pPr>
              <a:defRPr sz="1400"/>
            </a:lvl5pPr>
            <a:lvl6pPr marL="658368">
              <a:defRPr/>
            </a:lvl6pPr>
          </a:lstStyle>
          <a:p>
            <a:pPr marL="0" lvl="1" indent="0" algn="l" defTabSz="914400" rtl="0" eaLnBrk="1" latinLnBrk="0" hangingPunct="1">
              <a:lnSpc>
                <a:spcPct val="130000"/>
              </a:lnSpc>
              <a:spcBef>
                <a:spcPts val="0"/>
              </a:spcBef>
              <a:spcAft>
                <a:spcPts val="300"/>
              </a:spcAft>
              <a:buFont typeface="Arial" panose="020B0604020202020204" pitchFamily="34" charset="0"/>
              <a:buNone/>
            </a:pPr>
            <a:r>
              <a:rPr lang="en-US" dirty="0"/>
              <a:t>Click to edit Master text styles</a:t>
            </a:r>
          </a:p>
          <a:p>
            <a:pPr marL="0" lvl="2"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p:txBody>
      </p:sp>
      <p:sp>
        <p:nvSpPr>
          <p:cNvPr id="8" name="Icon Placeholder 2">
            <a:extLst>
              <a:ext uri="{FF2B5EF4-FFF2-40B4-BE49-F238E27FC236}">
                <a16:creationId xmlns:a16="http://schemas.microsoft.com/office/drawing/2014/main" id="{6CBA0C69-6A99-3948-B8DE-253FD3D28BAC}"/>
              </a:ext>
            </a:extLst>
          </p:cNvPr>
          <p:cNvSpPr>
            <a:spLocks noGrp="1"/>
          </p:cNvSpPr>
          <p:nvPr>
            <p:ph type="pic" sz="quarter" idx="23" hasCustomPrompt="1"/>
          </p:nvPr>
        </p:nvSpPr>
        <p:spPr>
          <a:xfrm>
            <a:off x="8077200" y="3737440"/>
            <a:ext cx="813816" cy="813816"/>
          </a:xfrm>
          <a:prstGeom prst="rect">
            <a:avLst/>
          </a:prstGeom>
        </p:spPr>
        <p:txBody>
          <a:bodyPr anchor="ctr" anchorCtr="0"/>
          <a:lstStyle>
            <a:lvl1pPr algn="ctr">
              <a:defRPr sz="800"/>
            </a:lvl1pPr>
          </a:lstStyle>
          <a:p>
            <a:r>
              <a:rPr lang="en-US"/>
              <a:t>Place Icon Here</a:t>
            </a:r>
          </a:p>
        </p:txBody>
      </p:sp>
      <p:sp>
        <p:nvSpPr>
          <p:cNvPr id="12" name="Text Placeholder 4">
            <a:extLst>
              <a:ext uri="{FF2B5EF4-FFF2-40B4-BE49-F238E27FC236}">
                <a16:creationId xmlns:a16="http://schemas.microsoft.com/office/drawing/2014/main" id="{684034C5-83A1-4645-B9C6-6F80AF9A71D4}"/>
              </a:ext>
            </a:extLst>
          </p:cNvPr>
          <p:cNvSpPr>
            <a:spLocks noGrp="1"/>
          </p:cNvSpPr>
          <p:nvPr>
            <p:ph type="body" sz="quarter" idx="24"/>
          </p:nvPr>
        </p:nvSpPr>
        <p:spPr>
          <a:xfrm>
            <a:off x="9982200" y="4703778"/>
            <a:ext cx="1638300" cy="1275078"/>
          </a:xfrm>
          <a:prstGeom prst="rect">
            <a:avLst/>
          </a:prstGeom>
        </p:spPr>
        <p:txBody>
          <a:bodyPr/>
          <a:lstStyle>
            <a:lvl1pPr>
              <a:defRPr lang="en-US" sz="14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defRPr lang="en-US" sz="1200" kern="1200" dirty="0">
                <a:solidFill>
                  <a:schemeClr val="tx1"/>
                </a:solidFill>
                <a:latin typeface="+mn-lt"/>
                <a:ea typeface="+mn-ea"/>
                <a:cs typeface="+mn-cs"/>
              </a:defRPr>
            </a:lvl3pPr>
            <a:lvl4pPr>
              <a:defRPr sz="1200"/>
            </a:lvl4pPr>
            <a:lvl5pPr>
              <a:defRPr sz="1400"/>
            </a:lvl5pPr>
            <a:lvl6pPr marL="658368">
              <a:defRPr/>
            </a:lvl6pPr>
          </a:lstStyle>
          <a:p>
            <a:pPr marL="0" lvl="1" indent="0" algn="l" defTabSz="914400" rtl="0" eaLnBrk="1" latinLnBrk="0" hangingPunct="1">
              <a:lnSpc>
                <a:spcPct val="130000"/>
              </a:lnSpc>
              <a:spcBef>
                <a:spcPts val="0"/>
              </a:spcBef>
              <a:spcAft>
                <a:spcPts val="300"/>
              </a:spcAft>
              <a:buFont typeface="Arial" panose="020B0604020202020204" pitchFamily="34" charset="0"/>
              <a:buNone/>
            </a:pPr>
            <a:r>
              <a:rPr lang="en-US" dirty="0"/>
              <a:t>Click to edit Master text styles</a:t>
            </a:r>
          </a:p>
          <a:p>
            <a:pPr marL="0" lvl="2"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p:txBody>
      </p:sp>
      <p:sp>
        <p:nvSpPr>
          <p:cNvPr id="10" name="Icon Placeholder 3">
            <a:extLst>
              <a:ext uri="{FF2B5EF4-FFF2-40B4-BE49-F238E27FC236}">
                <a16:creationId xmlns:a16="http://schemas.microsoft.com/office/drawing/2014/main" id="{4B60C181-D6AA-EB48-A109-8C829E1222A7}"/>
              </a:ext>
            </a:extLst>
          </p:cNvPr>
          <p:cNvSpPr>
            <a:spLocks noGrp="1"/>
          </p:cNvSpPr>
          <p:nvPr>
            <p:ph type="pic" sz="quarter" idx="20" hasCustomPrompt="1"/>
          </p:nvPr>
        </p:nvSpPr>
        <p:spPr>
          <a:xfrm>
            <a:off x="9982200" y="3727608"/>
            <a:ext cx="813816" cy="813816"/>
          </a:xfrm>
          <a:prstGeom prst="rect">
            <a:avLst/>
          </a:prstGeom>
        </p:spPr>
        <p:txBody>
          <a:bodyPr anchor="ctr" anchorCtr="0"/>
          <a:lstStyle>
            <a:lvl1pPr algn="ctr">
              <a:defRPr sz="800"/>
            </a:lvl1pPr>
          </a:lstStyle>
          <a:p>
            <a:r>
              <a:rPr lang="en-US"/>
              <a:t>Place Icon Here</a:t>
            </a:r>
          </a:p>
        </p:txBody>
      </p:sp>
      <p:sp>
        <p:nvSpPr>
          <p:cNvPr id="4" name="Footer Placeholder ">
            <a:extLst>
              <a:ext uri="{FF2B5EF4-FFF2-40B4-BE49-F238E27FC236}">
                <a16:creationId xmlns:a16="http://schemas.microsoft.com/office/drawing/2014/main" id="{CD4DAED4-4B2A-9543-992A-48225FFC132C}"/>
              </a:ext>
            </a:extLst>
          </p:cNvPr>
          <p:cNvSpPr>
            <a:spLocks noGrp="1"/>
          </p:cNvSpPr>
          <p:nvPr>
            <p:ph type="ftr" sz="quarter" idx="21"/>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20C639C9-272F-7A44-A5F4-31DD0D90AA93}"/>
              </a:ext>
            </a:extLst>
          </p:cNvPr>
          <p:cNvSpPr>
            <a:spLocks noGrp="1"/>
          </p:cNvSpPr>
          <p:nvPr>
            <p:ph type="sldNum" sz="quarter" idx="2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3708486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X-Positive Arrow (right) Divider">
    <p:spTree>
      <p:nvGrpSpPr>
        <p:cNvPr id="1" name=""/>
        <p:cNvGrpSpPr/>
        <p:nvPr/>
      </p:nvGrpSpPr>
      <p:grpSpPr>
        <a:xfrm>
          <a:off x="0" y="0"/>
          <a:ext cx="0" cy="0"/>
          <a:chOff x="0" y="0"/>
          <a:chExt cx="0" cy="0"/>
        </a:xfrm>
      </p:grpSpPr>
      <p:sp>
        <p:nvSpPr>
          <p:cNvPr id="17" name="Supporting Image">
            <a:extLst>
              <a:ext uri="{FF2B5EF4-FFF2-40B4-BE49-F238E27FC236}">
                <a16:creationId xmlns:a16="http://schemas.microsoft.com/office/drawing/2014/main" id="{226B70F9-C2B0-0B41-BF04-17F3E36B08B4}"/>
              </a:ext>
            </a:extLst>
          </p:cNvPr>
          <p:cNvSpPr>
            <a:spLocks noGrp="1"/>
          </p:cNvSpPr>
          <p:nvPr>
            <p:ph type="pic" sz="quarter" idx="24"/>
          </p:nvPr>
        </p:nvSpPr>
        <p:spPr>
          <a:xfrm>
            <a:off x="6234803" y="0"/>
            <a:ext cx="5957197" cy="6858000"/>
          </a:xfrm>
          <a:custGeom>
            <a:avLst/>
            <a:gdLst>
              <a:gd name="connsiteX0" fmla="*/ 2986159 w 5957197"/>
              <a:gd name="connsiteY0" fmla="*/ 0 h 6858000"/>
              <a:gd name="connsiteX1" fmla="*/ 5957197 w 5957197"/>
              <a:gd name="connsiteY1" fmla="*/ 0 h 6858000"/>
              <a:gd name="connsiteX2" fmla="*/ 5957197 w 5957197"/>
              <a:gd name="connsiteY2" fmla="*/ 6858000 h 6858000"/>
              <a:gd name="connsiteX3" fmla="*/ 2986159 w 5957197"/>
              <a:gd name="connsiteY3" fmla="*/ 6858000 h 6858000"/>
              <a:gd name="connsiteX4" fmla="*/ 0 w 5957197"/>
              <a:gd name="connsiteY4" fmla="*/ 340559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7197" h="6858000">
                <a:moveTo>
                  <a:pt x="2986159" y="0"/>
                </a:moveTo>
                <a:lnTo>
                  <a:pt x="5957197" y="0"/>
                </a:lnTo>
                <a:lnTo>
                  <a:pt x="5957197" y="6858000"/>
                </a:lnTo>
                <a:lnTo>
                  <a:pt x="2986159" y="6858000"/>
                </a:lnTo>
                <a:lnTo>
                  <a:pt x="0" y="3405597"/>
                </a:lnTo>
                <a:close/>
              </a:path>
            </a:pathLst>
          </a:custGeom>
          <a:solidFill>
            <a:schemeClr val="accent6"/>
          </a:solidFill>
        </p:spPr>
        <p:txBody>
          <a:bodyPr wrap="square" anchor="ctr" anchorCtr="0">
            <a:noAutofit/>
          </a:bodyPr>
          <a:lstStyle>
            <a:lvl1pPr algn="ctr">
              <a:defRPr sz="1400"/>
            </a:lvl1pPr>
          </a:lstStyle>
          <a:p>
            <a:endParaRPr lang="en-US"/>
          </a:p>
        </p:txBody>
      </p:sp>
      <p:sp>
        <p:nvSpPr>
          <p:cNvPr id="8" name="Text Placeholder">
            <a:extLst>
              <a:ext uri="{FF2B5EF4-FFF2-40B4-BE49-F238E27FC236}">
                <a16:creationId xmlns:a16="http://schemas.microsoft.com/office/drawing/2014/main" id="{84E9899E-3369-EB4E-B680-12812C9BF9AF}"/>
              </a:ext>
            </a:extLst>
          </p:cNvPr>
          <p:cNvSpPr>
            <a:spLocks noGrp="1"/>
          </p:cNvSpPr>
          <p:nvPr>
            <p:ph type="body" sz="quarter" idx="13" hasCustomPrompt="1"/>
          </p:nvPr>
        </p:nvSpPr>
        <p:spPr>
          <a:xfrm>
            <a:off x="571500" y="2073275"/>
            <a:ext cx="5410200"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4" name="Footer Placeholder">
            <a:extLst>
              <a:ext uri="{FF2B5EF4-FFF2-40B4-BE49-F238E27FC236}">
                <a16:creationId xmlns:a16="http://schemas.microsoft.com/office/drawing/2014/main" id="{E5487C11-B763-C34B-BA9D-C2F43576ED54}"/>
              </a:ext>
            </a:extLst>
          </p:cNvPr>
          <p:cNvSpPr>
            <a:spLocks noGrp="1"/>
          </p:cNvSpPr>
          <p:nvPr>
            <p:ph type="ftr" sz="quarter" idx="1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6665EEBC-EE16-CF49-9020-D46D0E1D6E0E}"/>
              </a:ext>
            </a:extLst>
          </p:cNvPr>
          <p:cNvSpPr>
            <a:spLocks noGrp="1"/>
          </p:cNvSpPr>
          <p:nvPr>
            <p:ph type="sldNum" sz="quarter" idx="20"/>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4924291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X-Positive Arrow (left) Divider">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887F4457-B099-0B43-8A1A-592807783C98}"/>
              </a:ext>
            </a:extLst>
          </p:cNvPr>
          <p:cNvSpPr>
            <a:spLocks noGrp="1"/>
          </p:cNvSpPr>
          <p:nvPr>
            <p:ph type="pic" sz="quarter" idx="18"/>
          </p:nvPr>
        </p:nvSpPr>
        <p:spPr>
          <a:xfrm>
            <a:off x="0" y="0"/>
            <a:ext cx="5945123"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3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3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3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6398522 w 12190476"/>
              <a:gd name="connsiteY0" fmla="*/ 6858000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12190476 w 12190476"/>
              <a:gd name="connsiteY6" fmla="*/ 292432 h 6858000"/>
              <a:gd name="connsiteX7" fmla="*/ 0 w 12190476"/>
              <a:gd name="connsiteY7" fmla="*/ 0 h 6858000"/>
              <a:gd name="connsiteX8" fmla="*/ 2961588 w 12190476"/>
              <a:gd name="connsiteY8" fmla="*/ 0 h 6858000"/>
              <a:gd name="connsiteX9" fmla="*/ 5945123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12190476 w 12190476"/>
              <a:gd name="connsiteY0" fmla="*/ 292432 h 6858000"/>
              <a:gd name="connsiteX1" fmla="*/ 12190476 w 12190476"/>
              <a:gd name="connsiteY1" fmla="*/ 6353337 h 6858000"/>
              <a:gd name="connsiteX2" fmla="*/ 9529162 w 12190476"/>
              <a:gd name="connsiteY2" fmla="*/ 3377467 h 6858000"/>
              <a:gd name="connsiteX3" fmla="*/ 12190476 w 12190476"/>
              <a:gd name="connsiteY3" fmla="*/ 292432 h 6858000"/>
              <a:gd name="connsiteX4" fmla="*/ 0 w 12190476"/>
              <a:gd name="connsiteY4" fmla="*/ 0 h 6858000"/>
              <a:gd name="connsiteX5" fmla="*/ 2961588 w 12190476"/>
              <a:gd name="connsiteY5" fmla="*/ 0 h 6858000"/>
              <a:gd name="connsiteX6" fmla="*/ 5945123 w 12190476"/>
              <a:gd name="connsiteY6" fmla="*/ 3402520 h 6858000"/>
              <a:gd name="connsiteX7" fmla="*/ 2956230 w 12190476"/>
              <a:gd name="connsiteY7" fmla="*/ 6858000 h 6858000"/>
              <a:gd name="connsiteX8" fmla="*/ 0 w 12190476"/>
              <a:gd name="connsiteY8" fmla="*/ 6858000 h 6858000"/>
              <a:gd name="connsiteX9" fmla="*/ 0 w 12190476"/>
              <a:gd name="connsiteY9" fmla="*/ 0 h 6858000"/>
              <a:gd name="connsiteX0" fmla="*/ 12190476 w 12190476"/>
              <a:gd name="connsiteY0" fmla="*/ 292432 h 6858000"/>
              <a:gd name="connsiteX1" fmla="*/ 9529162 w 12190476"/>
              <a:gd name="connsiteY1" fmla="*/ 3377467 h 6858000"/>
              <a:gd name="connsiteX2" fmla="*/ 12190476 w 12190476"/>
              <a:gd name="connsiteY2" fmla="*/ 292432 h 6858000"/>
              <a:gd name="connsiteX3" fmla="*/ 0 w 12190476"/>
              <a:gd name="connsiteY3" fmla="*/ 0 h 6858000"/>
              <a:gd name="connsiteX4" fmla="*/ 2961588 w 12190476"/>
              <a:gd name="connsiteY4" fmla="*/ 0 h 6858000"/>
              <a:gd name="connsiteX5" fmla="*/ 5945123 w 12190476"/>
              <a:gd name="connsiteY5" fmla="*/ 3402520 h 6858000"/>
              <a:gd name="connsiteX6" fmla="*/ 2956230 w 12190476"/>
              <a:gd name="connsiteY6" fmla="*/ 6858000 h 6858000"/>
              <a:gd name="connsiteX7" fmla="*/ 0 w 12190476"/>
              <a:gd name="connsiteY7" fmla="*/ 6858000 h 6858000"/>
              <a:gd name="connsiteX8" fmla="*/ 0 w 12190476"/>
              <a:gd name="connsiteY8" fmla="*/ 0 h 6858000"/>
              <a:gd name="connsiteX0" fmla="*/ 0 w 5945123"/>
              <a:gd name="connsiteY0" fmla="*/ 0 h 6858000"/>
              <a:gd name="connsiteX1" fmla="*/ 2961588 w 5945123"/>
              <a:gd name="connsiteY1" fmla="*/ 0 h 6858000"/>
              <a:gd name="connsiteX2" fmla="*/ 5945123 w 5945123"/>
              <a:gd name="connsiteY2" fmla="*/ 3402520 h 6858000"/>
              <a:gd name="connsiteX3" fmla="*/ 2956230 w 5945123"/>
              <a:gd name="connsiteY3" fmla="*/ 6858000 h 6858000"/>
              <a:gd name="connsiteX4" fmla="*/ 0 w 5945123"/>
              <a:gd name="connsiteY4" fmla="*/ 6858000 h 6858000"/>
              <a:gd name="connsiteX5" fmla="*/ 0 w 5945123"/>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3" h="6858000">
                <a:moveTo>
                  <a:pt x="0" y="0"/>
                </a:moveTo>
                <a:lnTo>
                  <a:pt x="2961588" y="0"/>
                </a:lnTo>
                <a:lnTo>
                  <a:pt x="5945123" y="3402520"/>
                </a:lnTo>
                <a:lnTo>
                  <a:pt x="2956230" y="6858000"/>
                </a:lnTo>
                <a:lnTo>
                  <a:pt x="0" y="6858000"/>
                </a:lnTo>
                <a:lnTo>
                  <a:pt x="0" y="0"/>
                </a:lnTo>
                <a:close/>
              </a:path>
            </a:pathLst>
          </a:custGeom>
          <a:solidFill>
            <a:schemeClr val="accent6"/>
          </a:solidFill>
        </p:spPr>
        <p:txBody>
          <a:bodyPr vert="horz" wrap="square" lIns="0" tIns="0" rIns="0" bIns="0" rtlCol="0" anchor="ctr" anchorCtr="0">
            <a:noAutofit/>
          </a:bodyPr>
          <a:lstStyle>
            <a:lvl1pPr>
              <a:defRPr lang="en-US" sz="14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endParaRPr lang="en-US"/>
          </a:p>
        </p:txBody>
      </p:sp>
      <p:sp>
        <p:nvSpPr>
          <p:cNvPr id="8" name="Text Placeholder">
            <a:extLst>
              <a:ext uri="{FF2B5EF4-FFF2-40B4-BE49-F238E27FC236}">
                <a16:creationId xmlns:a16="http://schemas.microsoft.com/office/drawing/2014/main" id="{7F6EBE22-C067-F94F-A97D-F40E5563EC92}"/>
              </a:ext>
            </a:extLst>
          </p:cNvPr>
          <p:cNvSpPr>
            <a:spLocks noGrp="1"/>
          </p:cNvSpPr>
          <p:nvPr>
            <p:ph type="body" sz="quarter" idx="13" hasCustomPrompt="1"/>
          </p:nvPr>
        </p:nvSpPr>
        <p:spPr>
          <a:xfrm>
            <a:off x="6210300" y="2073275"/>
            <a:ext cx="5410200"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4" name="Footer Placeholder ">
            <a:extLst>
              <a:ext uri="{FF2B5EF4-FFF2-40B4-BE49-F238E27FC236}">
                <a16:creationId xmlns:a16="http://schemas.microsoft.com/office/drawing/2014/main" id="{F130ED8A-12E3-7647-A321-9C32DB747FF9}"/>
              </a:ext>
            </a:extLst>
          </p:cNvPr>
          <p:cNvSpPr>
            <a:spLocks noGrp="1"/>
          </p:cNvSpPr>
          <p:nvPr>
            <p:ph type="ftr" sz="quarter" idx="19"/>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4875FDAF-5253-D042-8F00-CF3C4841A2AA}"/>
              </a:ext>
            </a:extLst>
          </p:cNvPr>
          <p:cNvSpPr>
            <a:spLocks noGrp="1"/>
          </p:cNvSpPr>
          <p:nvPr>
            <p:ph type="sldNum" sz="quarter" idx="2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7691759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X-Negative Arrow (right) Divider">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A9CCB9CA-2103-964D-A18A-1488E6B1CDF2}"/>
              </a:ext>
            </a:extLst>
          </p:cNvPr>
          <p:cNvSpPr>
            <a:spLocks noGrp="1"/>
          </p:cNvSpPr>
          <p:nvPr>
            <p:ph type="pic" sz="quarter" idx="23"/>
          </p:nvPr>
        </p:nvSpPr>
        <p:spPr>
          <a:xfrm>
            <a:off x="0" y="0"/>
            <a:ext cx="12192000" cy="6858000"/>
          </a:xfrm>
          <a:custGeom>
            <a:avLst/>
            <a:gdLst>
              <a:gd name="connsiteX0" fmla="*/ 5634835 w 12192000"/>
              <a:gd name="connsiteY0" fmla="*/ 0 h 6858000"/>
              <a:gd name="connsiteX1" fmla="*/ 12192000 w 12192000"/>
              <a:gd name="connsiteY1" fmla="*/ 0 h 6858000"/>
              <a:gd name="connsiteX2" fmla="*/ 12192000 w 12192000"/>
              <a:gd name="connsiteY2" fmla="*/ 6858000 h 6858000"/>
              <a:gd name="connsiteX3" fmla="*/ 5634835 w 12192000"/>
              <a:gd name="connsiteY3" fmla="*/ 6858000 h 6858000"/>
              <a:gd name="connsiteX4" fmla="*/ 8620994 w 12192000"/>
              <a:gd name="connsiteY4" fmla="*/ 3405597 h 6858000"/>
              <a:gd name="connsiteX5" fmla="*/ 0 w 12192000"/>
              <a:gd name="connsiteY5" fmla="*/ 0 h 6858000"/>
              <a:gd name="connsiteX6" fmla="*/ 1 w 12192000"/>
              <a:gd name="connsiteY6" fmla="*/ 0 h 6858000"/>
              <a:gd name="connsiteX7" fmla="*/ 1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5634835" y="0"/>
                </a:moveTo>
                <a:lnTo>
                  <a:pt x="12192000" y="0"/>
                </a:lnTo>
                <a:lnTo>
                  <a:pt x="12192000" y="6858000"/>
                </a:lnTo>
                <a:lnTo>
                  <a:pt x="5634835" y="6858000"/>
                </a:lnTo>
                <a:lnTo>
                  <a:pt x="8620994" y="3405597"/>
                </a:lnTo>
                <a:close/>
                <a:moveTo>
                  <a:pt x="0" y="0"/>
                </a:moveTo>
                <a:lnTo>
                  <a:pt x="1" y="0"/>
                </a:lnTo>
                <a:lnTo>
                  <a:pt x="1" y="6858000"/>
                </a:lnTo>
                <a:lnTo>
                  <a:pt x="0" y="6858000"/>
                </a:lnTo>
                <a:close/>
              </a:path>
            </a:pathLst>
          </a:custGeom>
          <a:solidFill>
            <a:schemeClr val="accent6"/>
          </a:solidFill>
        </p:spPr>
        <p:txBody>
          <a:bodyPr wrap="square" lIns="8229600" anchor="ctr" anchorCtr="0">
            <a:noAutofit/>
          </a:bodyPr>
          <a:lstStyle>
            <a:lvl1pPr algn="ct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endParaRPr lang="en-US"/>
          </a:p>
        </p:txBody>
      </p:sp>
      <p:sp>
        <p:nvSpPr>
          <p:cNvPr id="8" name="Text Placeholder">
            <a:extLst>
              <a:ext uri="{FF2B5EF4-FFF2-40B4-BE49-F238E27FC236}">
                <a16:creationId xmlns:a16="http://schemas.microsoft.com/office/drawing/2014/main" id="{3055F2BC-567F-B84A-9055-274F55F1CDE3}"/>
              </a:ext>
            </a:extLst>
          </p:cNvPr>
          <p:cNvSpPr>
            <a:spLocks noGrp="1"/>
          </p:cNvSpPr>
          <p:nvPr>
            <p:ph type="body" sz="quarter" idx="13" hasCustomPrompt="1"/>
          </p:nvPr>
        </p:nvSpPr>
        <p:spPr>
          <a:xfrm>
            <a:off x="571499" y="2073275"/>
            <a:ext cx="6875675"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4" name="Footer Placeholder">
            <a:extLst>
              <a:ext uri="{FF2B5EF4-FFF2-40B4-BE49-F238E27FC236}">
                <a16:creationId xmlns:a16="http://schemas.microsoft.com/office/drawing/2014/main" id="{1885DD82-DC40-694E-966B-1520BC980BAE}"/>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9F5D452C-40C4-844F-8229-1D8D3BAF53AF}"/>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4249018402"/>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X-Negative Arrow (left) Divider">
    <p:spTree>
      <p:nvGrpSpPr>
        <p:cNvPr id="1" name=""/>
        <p:cNvGrpSpPr/>
        <p:nvPr/>
      </p:nvGrpSpPr>
      <p:grpSpPr>
        <a:xfrm>
          <a:off x="0" y="0"/>
          <a:ext cx="0" cy="0"/>
          <a:chOff x="0" y="0"/>
          <a:chExt cx="0" cy="0"/>
        </a:xfrm>
      </p:grpSpPr>
      <p:sp>
        <p:nvSpPr>
          <p:cNvPr id="12" name="Supporting Image">
            <a:extLst>
              <a:ext uri="{FF2B5EF4-FFF2-40B4-BE49-F238E27FC236}">
                <a16:creationId xmlns:a16="http://schemas.microsoft.com/office/drawing/2014/main" id="{AEA2AD06-EACA-D14B-A7B8-4610BD269AC2}"/>
              </a:ext>
            </a:extLst>
          </p:cNvPr>
          <p:cNvSpPr>
            <a:spLocks noGrp="1"/>
          </p:cNvSpPr>
          <p:nvPr>
            <p:ph type="pic" sz="quarter" idx="26"/>
          </p:nvPr>
        </p:nvSpPr>
        <p:spPr>
          <a:xfrm>
            <a:off x="0" y="0"/>
            <a:ext cx="6548958" cy="6858000"/>
          </a:xfrm>
          <a:custGeom>
            <a:avLst/>
            <a:gdLst>
              <a:gd name="connsiteX0" fmla="*/ 0 w 6548958"/>
              <a:gd name="connsiteY0" fmla="*/ 0 h 6858000"/>
              <a:gd name="connsiteX1" fmla="*/ 6543600 w 6548958"/>
              <a:gd name="connsiteY1" fmla="*/ 0 h 6858000"/>
              <a:gd name="connsiteX2" fmla="*/ 3560064 w 6548958"/>
              <a:gd name="connsiteY2" fmla="*/ 3402520 h 6858000"/>
              <a:gd name="connsiteX3" fmla="*/ 6548958 w 6548958"/>
              <a:gd name="connsiteY3" fmla="*/ 6858000 h 6858000"/>
              <a:gd name="connsiteX4" fmla="*/ 0 w 65489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8958" h="6858000">
                <a:moveTo>
                  <a:pt x="0" y="0"/>
                </a:moveTo>
                <a:lnTo>
                  <a:pt x="6543600" y="0"/>
                </a:lnTo>
                <a:lnTo>
                  <a:pt x="3560064" y="3402520"/>
                </a:lnTo>
                <a:lnTo>
                  <a:pt x="6548958" y="6858000"/>
                </a:lnTo>
                <a:lnTo>
                  <a:pt x="0" y="6858000"/>
                </a:lnTo>
                <a:close/>
              </a:path>
            </a:pathLst>
          </a:custGeom>
          <a:solidFill>
            <a:schemeClr val="accent6"/>
          </a:solidFill>
        </p:spPr>
        <p:txBody>
          <a:bodyPr wrap="square" anchor="ctr" anchorCtr="0">
            <a:noAutofit/>
          </a:bodyPr>
          <a:lstStyle>
            <a:lvl1pPr algn="ctr">
              <a:defRPr sz="1400"/>
            </a:lvl1pPr>
          </a:lstStyle>
          <a:p>
            <a:endParaRPr lang="en-US"/>
          </a:p>
        </p:txBody>
      </p:sp>
      <p:sp>
        <p:nvSpPr>
          <p:cNvPr id="8" name="Text Placeholder">
            <a:extLst>
              <a:ext uri="{FF2B5EF4-FFF2-40B4-BE49-F238E27FC236}">
                <a16:creationId xmlns:a16="http://schemas.microsoft.com/office/drawing/2014/main" id="{3055F2BC-567F-B84A-9055-274F55F1CDE3}"/>
              </a:ext>
            </a:extLst>
          </p:cNvPr>
          <p:cNvSpPr>
            <a:spLocks noGrp="1"/>
          </p:cNvSpPr>
          <p:nvPr>
            <p:ph type="body" sz="quarter" idx="13" hasCustomPrompt="1"/>
          </p:nvPr>
        </p:nvSpPr>
        <p:spPr>
          <a:xfrm>
            <a:off x="5181600" y="2073275"/>
            <a:ext cx="6438900"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4" name="Footer Placeholder">
            <a:extLst>
              <a:ext uri="{FF2B5EF4-FFF2-40B4-BE49-F238E27FC236}">
                <a16:creationId xmlns:a16="http://schemas.microsoft.com/office/drawing/2014/main" id="{1885DD82-DC40-694E-966B-1520BC980BAE}"/>
              </a:ext>
            </a:extLst>
          </p:cNvPr>
          <p:cNvSpPr>
            <a:spLocks noGrp="1"/>
          </p:cNvSpPr>
          <p:nvPr>
            <p:ph type="ftr" sz="quarter" idx="24"/>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9F5D452C-40C4-844F-8229-1D8D3BAF53AF}"/>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943626594"/>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X-Negative Arrow (right, small) Divider">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320F11F8-92A3-7341-8DE8-58BD963E0121}"/>
              </a:ext>
            </a:extLst>
          </p:cNvPr>
          <p:cNvSpPr>
            <a:spLocks noGrp="1"/>
          </p:cNvSpPr>
          <p:nvPr>
            <p:ph type="pic" sz="quarter" idx="28"/>
          </p:nvPr>
        </p:nvSpPr>
        <p:spPr>
          <a:xfrm>
            <a:off x="7790601" y="0"/>
            <a:ext cx="4401399" cy="6858000"/>
          </a:xfrm>
          <a:custGeom>
            <a:avLst/>
            <a:gdLst>
              <a:gd name="connsiteX0" fmla="*/ 5358 w 4401399"/>
              <a:gd name="connsiteY0" fmla="*/ 0 h 6858000"/>
              <a:gd name="connsiteX1" fmla="*/ 4401399 w 4401399"/>
              <a:gd name="connsiteY1" fmla="*/ 0 h 6858000"/>
              <a:gd name="connsiteX2" fmla="*/ 4401399 w 4401399"/>
              <a:gd name="connsiteY2" fmla="*/ 6858000 h 6858000"/>
              <a:gd name="connsiteX3" fmla="*/ 0 w 4401399"/>
              <a:gd name="connsiteY3" fmla="*/ 6858000 h 6858000"/>
              <a:gd name="connsiteX4" fmla="*/ 2988894 w 4401399"/>
              <a:gd name="connsiteY4" fmla="*/ 340252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1399" h="6858000">
                <a:moveTo>
                  <a:pt x="5358" y="0"/>
                </a:moveTo>
                <a:lnTo>
                  <a:pt x="4401399" y="0"/>
                </a:lnTo>
                <a:lnTo>
                  <a:pt x="4401399" y="6858000"/>
                </a:lnTo>
                <a:lnTo>
                  <a:pt x="0" y="6858000"/>
                </a:lnTo>
                <a:lnTo>
                  <a:pt x="2988894" y="3402520"/>
                </a:lnTo>
                <a:close/>
              </a:path>
            </a:pathLst>
          </a:custGeom>
          <a:solidFill>
            <a:schemeClr val="accent6"/>
          </a:solidFill>
        </p:spPr>
        <p:txBody>
          <a:bodyPr wrap="square" anchor="ctr" anchorCtr="0">
            <a:noAutofit/>
          </a:bodyPr>
          <a:lstStyle>
            <a:lvl1pPr algn="ctr">
              <a:defRPr sz="1400"/>
            </a:lvl1pPr>
          </a:lstStyle>
          <a:p>
            <a:endParaRPr lang="en-US"/>
          </a:p>
        </p:txBody>
      </p:sp>
      <p:sp>
        <p:nvSpPr>
          <p:cNvPr id="8" name="Text Placeholder">
            <a:extLst>
              <a:ext uri="{FF2B5EF4-FFF2-40B4-BE49-F238E27FC236}">
                <a16:creationId xmlns:a16="http://schemas.microsoft.com/office/drawing/2014/main" id="{ECE24832-DAC5-804F-8030-FCEDB0726231}"/>
              </a:ext>
            </a:extLst>
          </p:cNvPr>
          <p:cNvSpPr>
            <a:spLocks noGrp="1"/>
          </p:cNvSpPr>
          <p:nvPr>
            <p:ph type="body" sz="quarter" idx="13" hasCustomPrompt="1"/>
          </p:nvPr>
        </p:nvSpPr>
        <p:spPr>
          <a:xfrm>
            <a:off x="571500" y="2073275"/>
            <a:ext cx="8270842"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4" name="Footer Placeholder">
            <a:extLst>
              <a:ext uri="{FF2B5EF4-FFF2-40B4-BE49-F238E27FC236}">
                <a16:creationId xmlns:a16="http://schemas.microsoft.com/office/drawing/2014/main" id="{00666715-F59A-3C49-85F1-049E38E47389}"/>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92EF9894-D892-8C47-824B-378EF4F60221}"/>
              </a:ext>
            </a:extLst>
          </p:cNvPr>
          <p:cNvSpPr>
            <a:spLocks noGrp="1"/>
          </p:cNvSpPr>
          <p:nvPr>
            <p:ph type="sldNum" sz="quarter" idx="27"/>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85366870"/>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X-Negative Arrow (left, small) Divider">
    <p:spTree>
      <p:nvGrpSpPr>
        <p:cNvPr id="1" name=""/>
        <p:cNvGrpSpPr/>
        <p:nvPr/>
      </p:nvGrpSpPr>
      <p:grpSpPr>
        <a:xfrm>
          <a:off x="0" y="0"/>
          <a:ext cx="0" cy="0"/>
          <a:chOff x="0" y="0"/>
          <a:chExt cx="0" cy="0"/>
        </a:xfrm>
      </p:grpSpPr>
      <p:sp>
        <p:nvSpPr>
          <p:cNvPr id="16" name="Supporting Image">
            <a:extLst>
              <a:ext uri="{FF2B5EF4-FFF2-40B4-BE49-F238E27FC236}">
                <a16:creationId xmlns:a16="http://schemas.microsoft.com/office/drawing/2014/main" id="{A513DBB3-CFAB-0545-B335-02D3699A9F77}"/>
              </a:ext>
            </a:extLst>
          </p:cNvPr>
          <p:cNvSpPr>
            <a:spLocks noGrp="1"/>
          </p:cNvSpPr>
          <p:nvPr>
            <p:ph type="pic" sz="quarter" idx="21"/>
          </p:nvPr>
        </p:nvSpPr>
        <p:spPr>
          <a:xfrm>
            <a:off x="1" y="0"/>
            <a:ext cx="4401603" cy="6858000"/>
          </a:xfrm>
          <a:custGeom>
            <a:avLst/>
            <a:gdLst>
              <a:gd name="connsiteX0" fmla="*/ 0 w 4401603"/>
              <a:gd name="connsiteY0" fmla="*/ 0 h 6858000"/>
              <a:gd name="connsiteX1" fmla="*/ 4396245 w 4401603"/>
              <a:gd name="connsiteY1" fmla="*/ 0 h 6858000"/>
              <a:gd name="connsiteX2" fmla="*/ 1412709 w 4401603"/>
              <a:gd name="connsiteY2" fmla="*/ 3402520 h 6858000"/>
              <a:gd name="connsiteX3" fmla="*/ 4401603 w 4401603"/>
              <a:gd name="connsiteY3" fmla="*/ 6858000 h 6858000"/>
              <a:gd name="connsiteX4" fmla="*/ 0 w 440160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1603" h="6858000">
                <a:moveTo>
                  <a:pt x="0" y="0"/>
                </a:moveTo>
                <a:lnTo>
                  <a:pt x="4396245" y="0"/>
                </a:lnTo>
                <a:lnTo>
                  <a:pt x="1412709" y="3402520"/>
                </a:lnTo>
                <a:lnTo>
                  <a:pt x="4401603" y="6858000"/>
                </a:lnTo>
                <a:lnTo>
                  <a:pt x="0" y="6858000"/>
                </a:lnTo>
                <a:close/>
              </a:path>
            </a:pathLst>
          </a:custGeom>
          <a:solidFill>
            <a:schemeClr val="accent6"/>
          </a:solidFill>
        </p:spPr>
        <p:txBody>
          <a:bodyPr wrap="square" anchor="ctr" anchorCtr="0">
            <a:noAutofit/>
          </a:bodyPr>
          <a:lstStyle>
            <a:lvl1pPr algn="ctr">
              <a:defRPr sz="1400"/>
            </a:lvl1pPr>
          </a:lstStyle>
          <a:p>
            <a:endParaRPr lang="en-US"/>
          </a:p>
        </p:txBody>
      </p:sp>
      <p:sp>
        <p:nvSpPr>
          <p:cNvPr id="8" name="Text Placeholder">
            <a:extLst>
              <a:ext uri="{FF2B5EF4-FFF2-40B4-BE49-F238E27FC236}">
                <a16:creationId xmlns:a16="http://schemas.microsoft.com/office/drawing/2014/main" id="{5A3C3631-95E6-0F4A-AFD0-D327CF61F48C}"/>
              </a:ext>
            </a:extLst>
          </p:cNvPr>
          <p:cNvSpPr>
            <a:spLocks noGrp="1"/>
          </p:cNvSpPr>
          <p:nvPr>
            <p:ph type="body" sz="quarter" idx="13" hasCustomPrompt="1"/>
          </p:nvPr>
        </p:nvSpPr>
        <p:spPr>
          <a:xfrm>
            <a:off x="3346515" y="2073275"/>
            <a:ext cx="8273984"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Section divider title goes here</a:t>
            </a:r>
          </a:p>
          <a:p>
            <a:pPr lvl="1"/>
            <a:r>
              <a:rPr lang="en-US" dirty="0"/>
              <a:t>Subheading goes here if needed </a:t>
            </a:r>
          </a:p>
        </p:txBody>
      </p:sp>
      <p:sp>
        <p:nvSpPr>
          <p:cNvPr id="4" name="Footer Placeholder">
            <a:extLst>
              <a:ext uri="{FF2B5EF4-FFF2-40B4-BE49-F238E27FC236}">
                <a16:creationId xmlns:a16="http://schemas.microsoft.com/office/drawing/2014/main" id="{6EECCA78-2AB2-E64E-8380-40B131033AC1}"/>
              </a:ext>
            </a:extLst>
          </p:cNvPr>
          <p:cNvSpPr>
            <a:spLocks noGrp="1"/>
          </p:cNvSpPr>
          <p:nvPr>
            <p:ph type="ftr" sz="quarter" idx="17"/>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74DA2E73-73E4-1A44-A7F2-B2F80B3F4A4D}"/>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632692430"/>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ppendix Section Divider (purple)">
    <p:bg>
      <p:bgPr>
        <a:solidFill>
          <a:schemeClr val="tx2"/>
        </a:solidFill>
        <a:effectLst/>
      </p:bgPr>
    </p:bg>
    <p:spTree>
      <p:nvGrpSpPr>
        <p:cNvPr id="1" name=""/>
        <p:cNvGrpSpPr/>
        <p:nvPr/>
      </p:nvGrpSpPr>
      <p:grpSpPr>
        <a:xfrm>
          <a:off x="0" y="0"/>
          <a:ext cx="0" cy="0"/>
          <a:chOff x="0" y="0"/>
          <a:chExt cx="0" cy="0"/>
        </a:xfrm>
      </p:grpSpPr>
      <p:sp>
        <p:nvSpPr>
          <p:cNvPr id="7" name="Text Placeholder">
            <a:extLst>
              <a:ext uri="{FF2B5EF4-FFF2-40B4-BE49-F238E27FC236}">
                <a16:creationId xmlns:a16="http://schemas.microsoft.com/office/drawing/2014/main" id="{81E49525-6FBB-994F-9B9B-1C60756E4C9E}"/>
              </a:ext>
            </a:extLst>
          </p:cNvPr>
          <p:cNvSpPr>
            <a:spLocks noGrp="1"/>
          </p:cNvSpPr>
          <p:nvPr>
            <p:ph type="body" sz="quarter" idx="13" hasCustomPrompt="1"/>
          </p:nvPr>
        </p:nvSpPr>
        <p:spPr>
          <a:xfrm>
            <a:off x="571500" y="2073275"/>
            <a:ext cx="9182100" cy="2711450"/>
          </a:xfrm>
          <a:prstGeom prst="rect">
            <a:avLst/>
          </a:prstGeom>
        </p:spPr>
        <p:txBody>
          <a:bodyPr lIns="0" tIns="0" rIns="0" bIns="0" anchor="ctr" anchorCtr="0"/>
          <a:lstStyle>
            <a:lvl1pPr marL="0" indent="0">
              <a:lnSpc>
                <a:spcPct val="110000"/>
              </a:lnSpc>
              <a:spcAft>
                <a:spcPts val="1200"/>
              </a:spcAft>
              <a:buNone/>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dirty="0"/>
              <a:t>Appendix title goes here</a:t>
            </a:r>
          </a:p>
          <a:p>
            <a:pPr lvl="1"/>
            <a:r>
              <a:rPr lang="en-US" dirty="0"/>
              <a:t>Subheading goes here if needed </a:t>
            </a:r>
          </a:p>
        </p:txBody>
      </p:sp>
      <p:sp>
        <p:nvSpPr>
          <p:cNvPr id="3" name="Footer Placeholder ">
            <a:extLst>
              <a:ext uri="{FF2B5EF4-FFF2-40B4-BE49-F238E27FC236}">
                <a16:creationId xmlns:a16="http://schemas.microsoft.com/office/drawing/2014/main" id="{0C18DA4E-9EA2-854F-B1B6-2B45636FBA60}"/>
              </a:ext>
            </a:extLst>
          </p:cNvPr>
          <p:cNvSpPr>
            <a:spLocks noGrp="1"/>
          </p:cNvSpPr>
          <p:nvPr>
            <p:ph type="ftr" sz="quarter" idx="14"/>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E9A99293-7FD4-9549-898A-E81D84805016}"/>
              </a:ext>
            </a:extLst>
          </p:cNvPr>
          <p:cNvSpPr>
            <a:spLocks noGrp="1"/>
          </p:cNvSpPr>
          <p:nvPr>
            <p:ph type="sldNum" sz="quarter" idx="1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920295021"/>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1 line) &amp; Tex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7" name="Text Placeholder">
            <a:extLst>
              <a:ext uri="{FF2B5EF4-FFF2-40B4-BE49-F238E27FC236}">
                <a16:creationId xmlns:a16="http://schemas.microsoft.com/office/drawing/2014/main" id="{6592F3C6-568D-8944-9BFB-F6E8DC4D3BA5}"/>
              </a:ext>
            </a:extLst>
          </p:cNvPr>
          <p:cNvSpPr>
            <a:spLocks noGrp="1"/>
          </p:cNvSpPr>
          <p:nvPr>
            <p:ph type="body" orient="vert" idx="1"/>
          </p:nvPr>
        </p:nvSpPr>
        <p:spPr>
          <a:xfrm>
            <a:off x="576073" y="1524000"/>
            <a:ext cx="9177527" cy="44958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Caption Placeholder 1">
            <a:extLst>
              <a:ext uri="{FF2B5EF4-FFF2-40B4-BE49-F238E27FC236}">
                <a16:creationId xmlns:a16="http://schemas.microsoft.com/office/drawing/2014/main" id="{DB007ED1-79E2-6A4E-8060-0908970F4173}"/>
              </a:ext>
            </a:extLst>
          </p:cNvPr>
          <p:cNvSpPr>
            <a:spLocks noGrp="1"/>
          </p:cNvSpPr>
          <p:nvPr>
            <p:ph type="body" sz="quarter" idx="32" hasCustomPrompt="1"/>
          </p:nvPr>
        </p:nvSpPr>
        <p:spPr>
          <a:xfrm>
            <a:off x="576580" y="6096000"/>
            <a:ext cx="5385816"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65413347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2 lines) &amp; Text">
    <p:spTree>
      <p:nvGrpSpPr>
        <p:cNvPr id="1" name=""/>
        <p:cNvGrpSpPr/>
        <p:nvPr/>
      </p:nvGrpSpPr>
      <p:grpSpPr>
        <a:xfrm>
          <a:off x="0" y="0"/>
          <a:ext cx="0" cy="0"/>
          <a:chOff x="0" y="0"/>
          <a:chExt cx="0" cy="0"/>
        </a:xfrm>
      </p:grpSpPr>
      <p:sp>
        <p:nvSpPr>
          <p:cNvPr id="2" name="Title"/>
          <p:cNvSpPr>
            <a:spLocks noGrp="1"/>
          </p:cNvSpPr>
          <p:nvPr>
            <p:ph type="title" orient="vert"/>
          </p:nvPr>
        </p:nvSpPr>
        <p:spPr>
          <a:xfrm>
            <a:off x="576073" y="571500"/>
            <a:ext cx="9180576" cy="1104900"/>
          </a:xfrm>
        </p:spPr>
        <p:txBody>
          <a:bodyPr vert="horz"/>
          <a:lstStyle/>
          <a:p>
            <a:r>
              <a:rPr lang="en-US" dirty="0"/>
              <a:t>Click to edit Master title style</a:t>
            </a:r>
          </a:p>
        </p:txBody>
      </p:sp>
      <p:sp>
        <p:nvSpPr>
          <p:cNvPr id="3" name="Text Placeholder"/>
          <p:cNvSpPr>
            <a:spLocks noGrp="1"/>
          </p:cNvSpPr>
          <p:nvPr>
            <p:ph type="body" orient="vert" idx="1"/>
          </p:nvPr>
        </p:nvSpPr>
        <p:spPr>
          <a:xfrm>
            <a:off x="576073" y="2057400"/>
            <a:ext cx="9177527" cy="39624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Caption Placeholder 1">
            <a:extLst>
              <a:ext uri="{FF2B5EF4-FFF2-40B4-BE49-F238E27FC236}">
                <a16:creationId xmlns:a16="http://schemas.microsoft.com/office/drawing/2014/main" id="{F10FF1B5-E811-764D-B183-9177AB24992E}"/>
              </a:ext>
            </a:extLst>
          </p:cNvPr>
          <p:cNvSpPr>
            <a:spLocks noGrp="1"/>
          </p:cNvSpPr>
          <p:nvPr>
            <p:ph type="body" sz="quarter" idx="22" hasCustomPrompt="1"/>
          </p:nvPr>
        </p:nvSpPr>
        <p:spPr>
          <a:xfrm>
            <a:off x="576578" y="6096000"/>
            <a:ext cx="9144000" cy="152400"/>
          </a:xfrm>
        </p:spPr>
        <p:txBody>
          <a:bodyPr anchor="b" anchorCtr="0"/>
          <a:lstStyle>
            <a:lvl1pPr>
              <a:defRPr sz="800">
                <a:solidFill>
                  <a:schemeClr val="accent4"/>
                </a:solidFill>
              </a:defRPr>
            </a:lvl1pPr>
          </a:lstStyle>
          <a:p>
            <a:pPr lvl="0"/>
            <a:r>
              <a:rPr lang="en-US" dirty="0"/>
              <a:t>This is a caption / footnote</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7621095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mp; Intro and Body (2 colum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6" name="Intro. 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1355834"/>
          </a:xfrm>
        </p:spPr>
        <p:txBody>
          <a:bodyPr/>
          <a:lstStyle>
            <a:lvl1pPr>
              <a:defRPr/>
            </a:lvl1pPr>
          </a:lstStyle>
          <a:p>
            <a:pPr lvl="0"/>
            <a:r>
              <a:rPr lang="en-US" dirty="0"/>
              <a:t>Click to edit Master text styles, place introduction copy here.</a:t>
            </a:r>
          </a:p>
        </p:txBody>
      </p:sp>
      <p:sp>
        <p:nvSpPr>
          <p:cNvPr id="9" name="Body Text Placeholder">
            <a:extLst>
              <a:ext uri="{FF2B5EF4-FFF2-40B4-BE49-F238E27FC236}">
                <a16:creationId xmlns:a16="http://schemas.microsoft.com/office/drawing/2014/main" id="{352A7D46-0C64-F947-89BF-BBCC040766CE}"/>
              </a:ext>
            </a:extLst>
          </p:cNvPr>
          <p:cNvSpPr>
            <a:spLocks noGrp="1"/>
          </p:cNvSpPr>
          <p:nvPr>
            <p:ph type="body" sz="quarter" idx="15"/>
          </p:nvPr>
        </p:nvSpPr>
        <p:spPr>
          <a:xfrm>
            <a:off x="571500" y="3195303"/>
            <a:ext cx="11049000" cy="2824498"/>
          </a:xfrm>
        </p:spPr>
        <p:txBody>
          <a:bodyPr rIns="91440" numCol="2" spcCol="731520"/>
          <a:lstStyle>
            <a:lvl1pPr>
              <a:spcAft>
                <a:spcPts val="300"/>
              </a:spcAft>
              <a:defRPr sz="16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600" kern="1200" dirty="0">
                <a:solidFill>
                  <a:schemeClr val="tx1"/>
                </a:solidFill>
                <a:latin typeface="+mn-lt"/>
                <a:ea typeface="+mn-ea"/>
                <a:cs typeface="+mn-cs"/>
              </a:defRPr>
            </a:lvl4pPr>
            <a:lvl5pPr>
              <a:spcAft>
                <a:spcPts val="600"/>
              </a:spcAft>
              <a:defRPr/>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7" name="Caption Placeholder 1">
            <a:extLst>
              <a:ext uri="{FF2B5EF4-FFF2-40B4-BE49-F238E27FC236}">
                <a16:creationId xmlns:a16="http://schemas.microsoft.com/office/drawing/2014/main" id="{3B7F5D9E-C360-DE4E-9413-11909763EFDD}"/>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2">
            <a:extLst>
              <a:ext uri="{FF2B5EF4-FFF2-40B4-BE49-F238E27FC236}">
                <a16:creationId xmlns:a16="http://schemas.microsoft.com/office/drawing/2014/main" id="{58ACFAE9-4FD5-FF47-BFC8-654D085B1BF7}"/>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9017FDF7-54E6-134C-88D4-318365AD1362}"/>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4849467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mp; Intro w. Body Right">
    <p:spTree>
      <p:nvGrpSpPr>
        <p:cNvPr id="1" name=""/>
        <p:cNvGrpSpPr/>
        <p:nvPr/>
      </p:nvGrpSpPr>
      <p:grpSpPr>
        <a:xfrm>
          <a:off x="0" y="0"/>
          <a:ext cx="0" cy="0"/>
          <a:chOff x="0" y="0"/>
          <a:chExt cx="0" cy="0"/>
        </a:xfrm>
      </p:grpSpPr>
      <p:sp>
        <p:nvSpPr>
          <p:cNvPr id="2" name="Title"/>
          <p:cNvSpPr>
            <a:spLocks noGrp="1"/>
          </p:cNvSpPr>
          <p:nvPr>
            <p:ph type="title"/>
          </p:nvPr>
        </p:nvSpPr>
        <p:spPr>
          <a:xfrm>
            <a:off x="576074" y="571500"/>
            <a:ext cx="3538726" cy="1747494"/>
          </a:xfrm>
        </p:spPr>
        <p:txBody>
          <a:bodyPr anchor="t" anchorCtr="0"/>
          <a:lstStyle>
            <a:lvl1pPr>
              <a:defRPr sz="3800"/>
            </a:lvl1pPr>
          </a:lstStyle>
          <a:p>
            <a:r>
              <a:rPr lang="en-US" dirty="0"/>
              <a:t>Click to edit Master title style</a:t>
            </a:r>
          </a:p>
        </p:txBody>
      </p:sp>
      <p:sp>
        <p:nvSpPr>
          <p:cNvPr id="7" name="Intro Placeholder">
            <a:extLst>
              <a:ext uri="{FF2B5EF4-FFF2-40B4-BE49-F238E27FC236}">
                <a16:creationId xmlns:a16="http://schemas.microsoft.com/office/drawing/2014/main" id="{A2CBDFDF-01BA-2F40-B985-9D703508A801}"/>
              </a:ext>
            </a:extLst>
          </p:cNvPr>
          <p:cNvSpPr>
            <a:spLocks noGrp="1"/>
          </p:cNvSpPr>
          <p:nvPr>
            <p:ph type="body" sz="half" idx="2"/>
          </p:nvPr>
        </p:nvSpPr>
        <p:spPr>
          <a:xfrm>
            <a:off x="571501" y="2699994"/>
            <a:ext cx="3543300" cy="3319804"/>
          </a:xfrm>
        </p:spPr>
        <p:txBody>
          <a:bodyPr/>
          <a:lstStyle>
            <a:lvl1pPr marL="0" indent="0">
              <a:spcAft>
                <a:spcPts val="600"/>
              </a:spcAft>
              <a:buNone/>
              <a:defRPr sz="2200" b="0" i="0">
                <a:latin typeface="FedEx Sans" panose="020B0603020203020204" pitchFamily="34" charset="0"/>
                <a:ea typeface="FedEx Sans" panose="020B0603020203020204" pitchFamily="34" charset="0"/>
                <a:cs typeface="FedEx Sans" panose="020B0603020203020204" pitchFamily="34" charset="0"/>
              </a:defRPr>
            </a:lvl1pPr>
            <a:lvl2pPr marL="7938" indent="0">
              <a:buNone/>
              <a:tabLs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Text Placeholder">
            <a:extLst>
              <a:ext uri="{FF2B5EF4-FFF2-40B4-BE49-F238E27FC236}">
                <a16:creationId xmlns:a16="http://schemas.microsoft.com/office/drawing/2014/main" id="{8192C836-D28A-264A-B015-4A0F896CE9B7}"/>
              </a:ext>
            </a:extLst>
          </p:cNvPr>
          <p:cNvSpPr>
            <a:spLocks noGrp="1"/>
          </p:cNvSpPr>
          <p:nvPr>
            <p:ph type="body" orient="vert" idx="14"/>
          </p:nvPr>
        </p:nvSpPr>
        <p:spPr>
          <a:xfrm>
            <a:off x="4343400" y="576070"/>
            <a:ext cx="7277100" cy="5443729"/>
          </a:xfrm>
        </p:spPr>
        <p:txBody>
          <a:bodyPr vert="horz"/>
          <a:lstStyle>
            <a:lvl1pPr>
              <a:defRPr sz="16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0" name="Caption Placeholder 1">
            <a:extLst>
              <a:ext uri="{FF2B5EF4-FFF2-40B4-BE49-F238E27FC236}">
                <a16:creationId xmlns:a16="http://schemas.microsoft.com/office/drawing/2014/main" id="{5B41DAF5-0C89-EE4C-9E93-72FE81684E2C}"/>
              </a:ext>
            </a:extLst>
          </p:cNvPr>
          <p:cNvSpPr>
            <a:spLocks noGrp="1"/>
          </p:cNvSpPr>
          <p:nvPr>
            <p:ph type="body" sz="quarter" idx="22" hasCustomPrompt="1"/>
          </p:nvPr>
        </p:nvSpPr>
        <p:spPr>
          <a:xfrm>
            <a:off x="571500" y="6096000"/>
            <a:ext cx="11045952" cy="152400"/>
          </a:xfrm>
        </p:spPr>
        <p:txBody>
          <a:bodyPr anchor="b" anchorCtr="0"/>
          <a:lstStyle>
            <a:lvl1pPr>
              <a:defRPr sz="800">
                <a:solidFill>
                  <a:schemeClr val="accent4"/>
                </a:solidFill>
              </a:defRPr>
            </a:lvl1pPr>
          </a:lstStyle>
          <a:p>
            <a:pPr lvl="0"/>
            <a:r>
              <a:rPr lang="en-US" dirty="0"/>
              <a:t>This is a caption / footnote</a:t>
            </a:r>
          </a:p>
        </p:txBody>
      </p:sp>
      <p:sp>
        <p:nvSpPr>
          <p:cNvPr id="8" name="Footer Placeholder">
            <a:extLst>
              <a:ext uri="{FF2B5EF4-FFF2-40B4-BE49-F238E27FC236}">
                <a16:creationId xmlns:a16="http://schemas.microsoft.com/office/drawing/2014/main" id="{4BF9DAF6-734F-0048-919C-A14F4E4C4C03}"/>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lide Number Placeholder">
            <a:extLst>
              <a:ext uri="{FF2B5EF4-FFF2-40B4-BE49-F238E27FC236}">
                <a16:creationId xmlns:a16="http://schemas.microsoft.com/office/drawing/2014/main" id="{B8FB3C80-7CBB-B34C-9928-B2351089B04C}"/>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47851540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mp; 2 Offset Textboxes">
    <p:spTree>
      <p:nvGrpSpPr>
        <p:cNvPr id="1" name=""/>
        <p:cNvGrpSpPr/>
        <p:nvPr/>
      </p:nvGrpSpPr>
      <p:grpSpPr>
        <a:xfrm>
          <a:off x="0" y="0"/>
          <a:ext cx="0" cy="0"/>
          <a:chOff x="0" y="0"/>
          <a:chExt cx="0" cy="0"/>
        </a:xfrm>
      </p:grpSpPr>
      <p:sp>
        <p:nvSpPr>
          <p:cNvPr id="2" name="Title"/>
          <p:cNvSpPr>
            <a:spLocks noGrp="1"/>
          </p:cNvSpPr>
          <p:nvPr>
            <p:ph type="title"/>
          </p:nvPr>
        </p:nvSpPr>
        <p:spPr>
          <a:xfrm>
            <a:off x="571500" y="576070"/>
            <a:ext cx="5410200" cy="1106424"/>
          </a:xfrm>
        </p:spPr>
        <p:txBody>
          <a:bodyPr/>
          <a:lstStyle/>
          <a:p>
            <a:r>
              <a:rPr lang="en-US" dirty="0"/>
              <a:t>Click to edit Master title style</a:t>
            </a:r>
          </a:p>
        </p:txBody>
      </p:sp>
      <p:sp>
        <p:nvSpPr>
          <p:cNvPr id="3" name="Text Placeholder 1"/>
          <p:cNvSpPr>
            <a:spLocks noGrp="1"/>
          </p:cNvSpPr>
          <p:nvPr>
            <p:ph type="body" orient="vert" idx="1"/>
          </p:nvPr>
        </p:nvSpPr>
        <p:spPr>
          <a:xfrm>
            <a:off x="576072" y="2057400"/>
            <a:ext cx="5405628" cy="39624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1" name="Text Placeholder 2">
            <a:extLst>
              <a:ext uri="{FF2B5EF4-FFF2-40B4-BE49-F238E27FC236}">
                <a16:creationId xmlns:a16="http://schemas.microsoft.com/office/drawing/2014/main" id="{65E2C9B6-74B3-C34D-9B8C-AF9FC2CAD023}"/>
              </a:ext>
            </a:extLst>
          </p:cNvPr>
          <p:cNvSpPr>
            <a:spLocks noGrp="1"/>
          </p:cNvSpPr>
          <p:nvPr>
            <p:ph type="body" orient="vert" idx="14"/>
          </p:nvPr>
        </p:nvSpPr>
        <p:spPr>
          <a:xfrm>
            <a:off x="6214872" y="576070"/>
            <a:ext cx="5405628" cy="5443729"/>
          </a:xfrm>
        </p:spPr>
        <p:txBody>
          <a:bodyPr vert="horz"/>
          <a:lstStyle>
            <a:lvl1pPr>
              <a:defRPr sz="16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2" name="Caption Placeholder 1">
            <a:extLst>
              <a:ext uri="{FF2B5EF4-FFF2-40B4-BE49-F238E27FC236}">
                <a16:creationId xmlns:a16="http://schemas.microsoft.com/office/drawing/2014/main" id="{68C1A2CA-7346-584D-92F9-3ED417C88FCA}"/>
              </a:ext>
            </a:extLst>
          </p:cNvPr>
          <p:cNvSpPr>
            <a:spLocks noGrp="1"/>
          </p:cNvSpPr>
          <p:nvPr>
            <p:ph type="body" sz="quarter" idx="22" hasCustomPrompt="1"/>
          </p:nvPr>
        </p:nvSpPr>
        <p:spPr>
          <a:xfrm>
            <a:off x="571500" y="6096000"/>
            <a:ext cx="9144000" cy="152400"/>
          </a:xfrm>
        </p:spPr>
        <p:txBody>
          <a:bodyPr anchor="b" anchorCtr="0"/>
          <a:lstStyle>
            <a:lvl1pPr>
              <a:defRPr sz="800">
                <a:solidFill>
                  <a:schemeClr val="accent4"/>
                </a:solidFill>
              </a:defRPr>
            </a:lvl1pPr>
          </a:lstStyle>
          <a:p>
            <a:pPr lvl="0"/>
            <a:r>
              <a:rPr lang="en-US" dirty="0"/>
              <a:t>This is a caption / footnote</a:t>
            </a:r>
          </a:p>
        </p:txBody>
      </p:sp>
      <p:sp>
        <p:nvSpPr>
          <p:cNvPr id="7" name="Footer Placeholder">
            <a:extLst>
              <a:ext uri="{FF2B5EF4-FFF2-40B4-BE49-F238E27FC236}">
                <a16:creationId xmlns:a16="http://schemas.microsoft.com/office/drawing/2014/main" id="{22ED8B88-7755-2848-978D-E521EE4EAB88}"/>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6AB7122A-BA5F-F649-9C6D-D9F3FFEDEAE0}"/>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8954221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mp; Comparison">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7" name="Text Placeholder 1">
            <a:extLst>
              <a:ext uri="{FF2B5EF4-FFF2-40B4-BE49-F238E27FC236}">
                <a16:creationId xmlns:a16="http://schemas.microsoft.com/office/drawing/2014/main" id="{D57DBE6B-5EE4-D84B-8FB8-5B3E9BEC32AE}"/>
              </a:ext>
            </a:extLst>
          </p:cNvPr>
          <p:cNvSpPr>
            <a:spLocks noGrp="1"/>
          </p:cNvSpPr>
          <p:nvPr>
            <p:ph type="body" sz="quarter" idx="12"/>
          </p:nvPr>
        </p:nvSpPr>
        <p:spPr>
          <a:xfrm>
            <a:off x="571500" y="1524000"/>
            <a:ext cx="5410200" cy="4495800"/>
          </a:xfrm>
        </p:spPr>
        <p:txBody>
          <a:bodyPr/>
          <a:lstStyle>
            <a:lvl1pPr marL="0">
              <a:spcAft>
                <a:spcPts val="600"/>
              </a:spcAft>
              <a:buFont typeface="Arial" panose="020B0604020202020204" pitchFamily="34" charset="0"/>
              <a:buChar cha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indent="-219456">
              <a:spcAft>
                <a:spcPts val="600"/>
              </a:spcAft>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1"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17082" lvl="2"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09194" lvl="3"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812419" lvl="4"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8" name="Text Placeholder 2">
            <a:extLst>
              <a:ext uri="{FF2B5EF4-FFF2-40B4-BE49-F238E27FC236}">
                <a16:creationId xmlns:a16="http://schemas.microsoft.com/office/drawing/2014/main" id="{DFD5CB16-F0FE-E54A-8ED1-B7F4CCE60CD7}"/>
              </a:ext>
            </a:extLst>
          </p:cNvPr>
          <p:cNvSpPr>
            <a:spLocks noGrp="1"/>
          </p:cNvSpPr>
          <p:nvPr>
            <p:ph type="body" sz="quarter" idx="19"/>
          </p:nvPr>
        </p:nvSpPr>
        <p:spPr>
          <a:xfrm>
            <a:off x="6210302" y="1524000"/>
            <a:ext cx="5410200" cy="4495800"/>
          </a:xfrm>
        </p:spPr>
        <p:txBody>
          <a:bodyPr/>
          <a:lstStyle>
            <a:lvl1pPr marL="0">
              <a:spcAft>
                <a:spcPts val="600"/>
              </a:spcAft>
              <a:buFont typeface="Arial" panose="020B0604020202020204" pitchFamily="34" charset="0"/>
              <a:buChar cha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indent="-219456">
              <a:spcAft>
                <a:spcPts val="600"/>
              </a:spcAft>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1"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17082" lvl="2"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09194" lvl="3"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812419" lvl="4"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3" name="Footer Placeholder">
            <a:extLst>
              <a:ext uri="{FF2B5EF4-FFF2-40B4-BE49-F238E27FC236}">
                <a16:creationId xmlns:a16="http://schemas.microsoft.com/office/drawing/2014/main" id="{DC85FC84-61CB-204E-A6A1-74AF3DDD65E6}"/>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5D64F891-6F45-934A-87E2-505F51C1F563}"/>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2378081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mp; 3 Colum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1524000"/>
            <a:ext cx="3505200" cy="4495800"/>
          </a:xfrm>
        </p:spPr>
        <p:txBody>
          <a:bodyPr/>
          <a:lstStyle>
            <a:lvl1pPr marL="0">
              <a:spcAft>
                <a:spcPts val="6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10" name="Text Placeholder 2">
            <a:extLst>
              <a:ext uri="{FF2B5EF4-FFF2-40B4-BE49-F238E27FC236}">
                <a16:creationId xmlns:a16="http://schemas.microsoft.com/office/drawing/2014/main" id="{3060838C-2E5B-D34E-A7AC-D7964AB454D8}"/>
              </a:ext>
            </a:extLst>
          </p:cNvPr>
          <p:cNvSpPr>
            <a:spLocks noGrp="1"/>
          </p:cNvSpPr>
          <p:nvPr>
            <p:ph type="body" sz="quarter" idx="19"/>
          </p:nvPr>
        </p:nvSpPr>
        <p:spPr>
          <a:xfrm>
            <a:off x="4343400" y="1524000"/>
            <a:ext cx="3505200" cy="4495800"/>
          </a:xfrm>
        </p:spPr>
        <p:txBody>
          <a:bodyPr/>
          <a:lstStyle>
            <a:lvl1pPr marL="0">
              <a:spcAft>
                <a:spcPts val="6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11" name="Text Placeholder 3">
            <a:extLst>
              <a:ext uri="{FF2B5EF4-FFF2-40B4-BE49-F238E27FC236}">
                <a16:creationId xmlns:a16="http://schemas.microsoft.com/office/drawing/2014/main" id="{257C274B-6D2F-6047-82D4-614A6F8CF481}"/>
              </a:ext>
            </a:extLst>
          </p:cNvPr>
          <p:cNvSpPr>
            <a:spLocks noGrp="1"/>
          </p:cNvSpPr>
          <p:nvPr>
            <p:ph type="body" sz="quarter" idx="20"/>
          </p:nvPr>
        </p:nvSpPr>
        <p:spPr>
          <a:xfrm>
            <a:off x="8115300" y="1524000"/>
            <a:ext cx="3505200" cy="4495800"/>
          </a:xfrm>
        </p:spPr>
        <p:txBody>
          <a:bodyPr/>
          <a:lstStyle>
            <a:lvl1pPr marL="0">
              <a:spcAft>
                <a:spcPts val="6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3" name="Footer Placeholder">
            <a:extLst>
              <a:ext uri="{FF2B5EF4-FFF2-40B4-BE49-F238E27FC236}">
                <a16:creationId xmlns:a16="http://schemas.microsoft.com/office/drawing/2014/main" id="{DC85FC84-61CB-204E-A6A1-74AF3DDD65E6}"/>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5D64F891-6F45-934A-87E2-505F51C1F563}"/>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482781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4 Colum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9" name="Text Placeholder 1">
            <a:extLst>
              <a:ext uri="{FF2B5EF4-FFF2-40B4-BE49-F238E27FC236}">
                <a16:creationId xmlns:a16="http://schemas.microsoft.com/office/drawing/2014/main" id="{22222FC3-DDDC-A74C-A457-1799E4795C0B}"/>
              </a:ext>
            </a:extLst>
          </p:cNvPr>
          <p:cNvSpPr>
            <a:spLocks noGrp="1"/>
          </p:cNvSpPr>
          <p:nvPr>
            <p:ph type="body" sz="quarter" idx="15"/>
          </p:nvPr>
        </p:nvSpPr>
        <p:spPr>
          <a:xfrm>
            <a:off x="57150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13" name="Text Placeholder 2">
            <a:extLst>
              <a:ext uri="{FF2B5EF4-FFF2-40B4-BE49-F238E27FC236}">
                <a16:creationId xmlns:a16="http://schemas.microsoft.com/office/drawing/2014/main" id="{7805591D-C3D8-664E-832B-4C22B79E72C8}"/>
              </a:ext>
            </a:extLst>
          </p:cNvPr>
          <p:cNvSpPr>
            <a:spLocks noGrp="1"/>
          </p:cNvSpPr>
          <p:nvPr>
            <p:ph type="body" sz="quarter" idx="16"/>
          </p:nvPr>
        </p:nvSpPr>
        <p:spPr>
          <a:xfrm>
            <a:off x="340106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14" name="Text Placeholder 3">
            <a:extLst>
              <a:ext uri="{FF2B5EF4-FFF2-40B4-BE49-F238E27FC236}">
                <a16:creationId xmlns:a16="http://schemas.microsoft.com/office/drawing/2014/main" id="{2B6CC560-6E42-E74F-9760-6C171E376684}"/>
              </a:ext>
            </a:extLst>
          </p:cNvPr>
          <p:cNvSpPr>
            <a:spLocks noGrp="1"/>
          </p:cNvSpPr>
          <p:nvPr>
            <p:ph type="body" sz="quarter" idx="17"/>
          </p:nvPr>
        </p:nvSpPr>
        <p:spPr>
          <a:xfrm>
            <a:off x="623062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15" name="Text Placeholder 4">
            <a:extLst>
              <a:ext uri="{FF2B5EF4-FFF2-40B4-BE49-F238E27FC236}">
                <a16:creationId xmlns:a16="http://schemas.microsoft.com/office/drawing/2014/main" id="{44CCC918-6199-7546-9B5E-8DAC054B1E9E}"/>
              </a:ext>
            </a:extLst>
          </p:cNvPr>
          <p:cNvSpPr>
            <a:spLocks noGrp="1"/>
          </p:cNvSpPr>
          <p:nvPr>
            <p:ph type="body" sz="quarter" idx="18"/>
          </p:nvPr>
        </p:nvSpPr>
        <p:spPr>
          <a:xfrm>
            <a:off x="906018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dirty="0"/>
              <a:t>Fifth level</a:t>
            </a:r>
          </a:p>
        </p:txBody>
      </p:sp>
      <p:sp>
        <p:nvSpPr>
          <p:cNvPr id="3" name="Footer Placeholder">
            <a:extLst>
              <a:ext uri="{FF2B5EF4-FFF2-40B4-BE49-F238E27FC236}">
                <a16:creationId xmlns:a16="http://schemas.microsoft.com/office/drawing/2014/main" id="{41874378-DBA7-EE49-96D9-02F6C05000F2}"/>
              </a:ext>
            </a:extLst>
          </p:cNvPr>
          <p:cNvSpPr>
            <a:spLocks noGrp="1"/>
          </p:cNvSpPr>
          <p:nvPr>
            <p:ph type="ftr" sz="quarter" idx="1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D69A0CF1-3080-7842-A503-46FEED21E760}"/>
              </a:ext>
            </a:extLst>
          </p:cNvPr>
          <p:cNvSpPr>
            <a:spLocks noGrp="1"/>
          </p:cNvSpPr>
          <p:nvPr>
            <p:ph type="sldNum" sz="quarter" idx="2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785777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mp; 6 Textbox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12" name="Text Placeholder 1">
            <a:extLst>
              <a:ext uri="{FF2B5EF4-FFF2-40B4-BE49-F238E27FC236}">
                <a16:creationId xmlns:a16="http://schemas.microsoft.com/office/drawing/2014/main" id="{59E6D9F4-5346-D440-9905-8C5A0646B489}"/>
              </a:ext>
            </a:extLst>
          </p:cNvPr>
          <p:cNvSpPr>
            <a:spLocks noGrp="1"/>
          </p:cNvSpPr>
          <p:nvPr>
            <p:ph type="body" sz="quarter" idx="18"/>
          </p:nvPr>
        </p:nvSpPr>
        <p:spPr>
          <a:xfrm>
            <a:off x="571500" y="1527048"/>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7" name="Text Placeholder 2">
            <a:extLst>
              <a:ext uri="{FF2B5EF4-FFF2-40B4-BE49-F238E27FC236}">
                <a16:creationId xmlns:a16="http://schemas.microsoft.com/office/drawing/2014/main" id="{513E6178-4D64-7445-8E2E-8E8D75CD2D2F}"/>
              </a:ext>
            </a:extLst>
          </p:cNvPr>
          <p:cNvSpPr>
            <a:spLocks noGrp="1"/>
          </p:cNvSpPr>
          <p:nvPr>
            <p:ph type="body" sz="quarter" idx="20"/>
          </p:nvPr>
        </p:nvSpPr>
        <p:spPr>
          <a:xfrm>
            <a:off x="4343400" y="1527048"/>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9" name="Text Placeholder 3">
            <a:extLst>
              <a:ext uri="{FF2B5EF4-FFF2-40B4-BE49-F238E27FC236}">
                <a16:creationId xmlns:a16="http://schemas.microsoft.com/office/drawing/2014/main" id="{6ABBF33C-A4F4-074E-A154-069141A95969}"/>
              </a:ext>
            </a:extLst>
          </p:cNvPr>
          <p:cNvSpPr>
            <a:spLocks noGrp="1"/>
          </p:cNvSpPr>
          <p:nvPr>
            <p:ph type="body" sz="quarter" idx="22"/>
          </p:nvPr>
        </p:nvSpPr>
        <p:spPr>
          <a:xfrm>
            <a:off x="8115300" y="1527048"/>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4" name="Text Placeholder 4">
            <a:extLst>
              <a:ext uri="{FF2B5EF4-FFF2-40B4-BE49-F238E27FC236}">
                <a16:creationId xmlns:a16="http://schemas.microsoft.com/office/drawing/2014/main" id="{820ABBF5-1B31-F24B-8BE7-219D96CFFE5C}"/>
              </a:ext>
            </a:extLst>
          </p:cNvPr>
          <p:cNvSpPr>
            <a:spLocks noGrp="1"/>
          </p:cNvSpPr>
          <p:nvPr>
            <p:ph type="body" sz="quarter" idx="17"/>
          </p:nvPr>
        </p:nvSpPr>
        <p:spPr>
          <a:xfrm>
            <a:off x="571500" y="3949896"/>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3" name="Text Placeholder 5">
            <a:extLst>
              <a:ext uri="{FF2B5EF4-FFF2-40B4-BE49-F238E27FC236}">
                <a16:creationId xmlns:a16="http://schemas.microsoft.com/office/drawing/2014/main" id="{0B85B636-4035-454C-8C8D-3534AC8AC231}"/>
              </a:ext>
            </a:extLst>
          </p:cNvPr>
          <p:cNvSpPr>
            <a:spLocks noGrp="1"/>
          </p:cNvSpPr>
          <p:nvPr>
            <p:ph type="body" sz="quarter" idx="19"/>
          </p:nvPr>
        </p:nvSpPr>
        <p:spPr>
          <a:xfrm>
            <a:off x="4343400" y="3949896"/>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8" name="Text Placeholder 6">
            <a:extLst>
              <a:ext uri="{FF2B5EF4-FFF2-40B4-BE49-F238E27FC236}">
                <a16:creationId xmlns:a16="http://schemas.microsoft.com/office/drawing/2014/main" id="{63F451CE-A098-A446-88A4-F938BB04C885}"/>
              </a:ext>
            </a:extLst>
          </p:cNvPr>
          <p:cNvSpPr>
            <a:spLocks noGrp="1"/>
          </p:cNvSpPr>
          <p:nvPr>
            <p:ph type="body" sz="quarter" idx="21"/>
          </p:nvPr>
        </p:nvSpPr>
        <p:spPr>
          <a:xfrm>
            <a:off x="8115300" y="3949896"/>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3" name="Footer Placeholder ">
            <a:extLst>
              <a:ext uri="{FF2B5EF4-FFF2-40B4-BE49-F238E27FC236}">
                <a16:creationId xmlns:a16="http://schemas.microsoft.com/office/drawing/2014/main" id="{5DDD23F6-075D-224C-9529-72FAE41378A7}"/>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CD7FC265-1EBD-014C-8AD1-51FC8B805B5E}"/>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32312511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Click to edit Master title style</a:t>
            </a:r>
          </a:p>
        </p:txBody>
      </p:sp>
      <p:sp>
        <p:nvSpPr>
          <p:cNvPr id="8" name="Intro. Text Placeholder">
            <a:extLst>
              <a:ext uri="{FF2B5EF4-FFF2-40B4-BE49-F238E27FC236}">
                <a16:creationId xmlns:a16="http://schemas.microsoft.com/office/drawing/2014/main" id="{2C0E0027-CB12-F348-9AAD-AA7620510F3C}"/>
              </a:ext>
            </a:extLst>
          </p:cNvPr>
          <p:cNvSpPr>
            <a:spLocks noGrp="1"/>
          </p:cNvSpPr>
          <p:nvPr>
            <p:ph type="body" sz="quarter" idx="19" hasCustomPrompt="1"/>
          </p:nvPr>
        </p:nvSpPr>
        <p:spPr>
          <a:xfrm>
            <a:off x="571500" y="1523999"/>
            <a:ext cx="9182100" cy="898689"/>
          </a:xfrm>
        </p:spPr>
        <p:txBody>
          <a:bodyPr/>
          <a:lstStyle>
            <a:lvl1pPr>
              <a:spcAft>
                <a:spcPts val="600"/>
              </a:spcAft>
              <a:defRPr/>
            </a:lvl1pPr>
          </a:lstStyle>
          <a:p>
            <a:pPr lvl="0"/>
            <a:r>
              <a:rPr lang="en-US" dirty="0"/>
              <a:t>Click to edit Master text styles slide</a:t>
            </a:r>
          </a:p>
          <a:p>
            <a:pPr lvl="1"/>
            <a:r>
              <a:rPr lang="en-US" dirty="0"/>
              <a:t>Second line</a:t>
            </a:r>
          </a:p>
        </p:txBody>
      </p:sp>
      <p:sp>
        <p:nvSpPr>
          <p:cNvPr id="9" name="Caption Placeholder 1">
            <a:extLst>
              <a:ext uri="{FF2B5EF4-FFF2-40B4-BE49-F238E27FC236}">
                <a16:creationId xmlns:a16="http://schemas.microsoft.com/office/drawing/2014/main" id="{FF49BF76-31F5-8F4D-880C-E6D1C9E41B29}"/>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6" name="Footer Placeholder">
            <a:extLst>
              <a:ext uri="{FF2B5EF4-FFF2-40B4-BE49-F238E27FC236}">
                <a16:creationId xmlns:a16="http://schemas.microsoft.com/office/drawing/2014/main" id="{DEF0BEC7-6DDB-6942-A57B-330AB3EC7D77}"/>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7" name="Slide Number Placeholder">
            <a:extLst>
              <a:ext uri="{FF2B5EF4-FFF2-40B4-BE49-F238E27FC236}">
                <a16:creationId xmlns:a16="http://schemas.microsoft.com/office/drawing/2014/main" id="{E5CC3CBC-5733-4044-9A31-921B7FC8CEFA}"/>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5695385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38A27867-CAA1-5C4E-9B08-4F880B6FB42F}"/>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3035D467-8096-3049-9FBD-139638104647}"/>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1495653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mp; Comparison w. Ic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lvl1pPr>
          </a:lstStyle>
          <a:p>
            <a:r>
              <a:rPr lang="en-US" dirty="0"/>
              <a:t>Click to edit Master title style</a:t>
            </a:r>
          </a:p>
        </p:txBody>
      </p:sp>
      <p:sp>
        <p:nvSpPr>
          <p:cNvPr id="4" name="Text Placeholder 1">
            <a:extLst>
              <a:ext uri="{FF2B5EF4-FFF2-40B4-BE49-F238E27FC236}">
                <a16:creationId xmlns:a16="http://schemas.microsoft.com/office/drawing/2014/main" id="{04DEF99A-8B75-9D4B-B34F-63467AEBBC78}"/>
              </a:ext>
            </a:extLst>
          </p:cNvPr>
          <p:cNvSpPr>
            <a:spLocks noGrp="1"/>
          </p:cNvSpPr>
          <p:nvPr>
            <p:ph type="body" sz="quarter" idx="20"/>
          </p:nvPr>
        </p:nvSpPr>
        <p:spPr>
          <a:xfrm>
            <a:off x="571500" y="2604513"/>
            <a:ext cx="5410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5pPr>
              <a:spcAft>
                <a:spcPts val="600"/>
              </a:spcAft>
              <a:defRPr/>
            </a:lvl5pPr>
            <a:lvl6pPr>
              <a:spcAft>
                <a:spcPts val="600"/>
              </a:spcAft>
              <a:defRPr/>
            </a:lvl6pPr>
          </a:lstStyle>
          <a:p>
            <a:pPr lvl="0"/>
            <a:r>
              <a:rPr lang="en-US" dirty="0"/>
              <a:t>Click to edit Master text styles</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571500" y="1524000"/>
            <a:ext cx="813816" cy="813816"/>
          </a:xfrm>
          <a:prstGeom prst="rect">
            <a:avLst/>
          </a:prstGeom>
        </p:spPr>
        <p:txBody>
          <a:bodyPr anchor="ctr" anchorCtr="0"/>
          <a:lstStyle>
            <a:lvl1pPr algn="ctr">
              <a:defRPr sz="800"/>
            </a:lvl1pPr>
          </a:lstStyle>
          <a:p>
            <a:r>
              <a:rPr lang="en-US"/>
              <a:t>Place Icon Here</a:t>
            </a:r>
          </a:p>
        </p:txBody>
      </p:sp>
      <p:sp>
        <p:nvSpPr>
          <p:cNvPr id="16" name="Text Placeholder 2">
            <a:extLst>
              <a:ext uri="{FF2B5EF4-FFF2-40B4-BE49-F238E27FC236}">
                <a16:creationId xmlns:a16="http://schemas.microsoft.com/office/drawing/2014/main" id="{89676E2B-F266-3E4C-BEC3-CEBD1C0DB998}"/>
              </a:ext>
            </a:extLst>
          </p:cNvPr>
          <p:cNvSpPr>
            <a:spLocks noGrp="1"/>
          </p:cNvSpPr>
          <p:nvPr>
            <p:ph type="body" sz="quarter" idx="21"/>
          </p:nvPr>
        </p:nvSpPr>
        <p:spPr>
          <a:xfrm>
            <a:off x="6210300" y="2604513"/>
            <a:ext cx="5410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5pPr>
              <a:spcAft>
                <a:spcPts val="600"/>
              </a:spcAft>
              <a:defRPr/>
            </a:lvl5pPr>
            <a:lvl6pPr>
              <a:spcAft>
                <a:spcPts val="600"/>
              </a:spcAft>
              <a:defRPr/>
            </a:lvl6pPr>
          </a:lstStyle>
          <a:p>
            <a:pPr lvl="0"/>
            <a:r>
              <a:rPr lang="en-US" dirty="0"/>
              <a:t>Click to edit Master text styles</a:t>
            </a:r>
          </a:p>
          <a:p>
            <a:pPr lvl="1"/>
            <a:r>
              <a:rPr lang="en-US" dirty="0"/>
              <a:t>Second level</a:t>
            </a:r>
          </a:p>
          <a:p>
            <a:pPr lvl="2"/>
            <a:r>
              <a:rPr lang="en-US" dirty="0"/>
              <a:t>Third level</a:t>
            </a:r>
          </a:p>
          <a:p>
            <a:pPr lvl="4"/>
            <a:r>
              <a:rPr lang="en-US" dirty="0"/>
              <a:t>Fourth level</a:t>
            </a:r>
          </a:p>
          <a:p>
            <a:pPr lvl="5"/>
            <a:r>
              <a:rPr lang="en-US" dirty="0"/>
              <a:t>Fifth level</a:t>
            </a:r>
          </a:p>
        </p:txBody>
      </p:sp>
      <p:sp>
        <p:nvSpPr>
          <p:cNvPr id="15" name="Icon Placeholder 2">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6210300" y="1523997"/>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FD8E4AD9-C423-704A-BFC5-B959CA86E8BB}"/>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B57F2F9C-FF97-0C43-9E37-E6E5CA051914}"/>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5755806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mp; 3 Columns w. Icons (justified lef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lvl1pPr>
          </a:lstStyle>
          <a:p>
            <a:r>
              <a:rPr lang="en-US" dirty="0"/>
              <a:t>Click to edit Master title style</a:t>
            </a:r>
          </a:p>
        </p:txBody>
      </p:sp>
      <p:sp>
        <p:nvSpPr>
          <p:cNvPr id="11" name="Text Placeholder 1">
            <a:extLst>
              <a:ext uri="{FF2B5EF4-FFF2-40B4-BE49-F238E27FC236}">
                <a16:creationId xmlns:a16="http://schemas.microsoft.com/office/drawing/2014/main" id="{63979492-BC64-D346-BABC-09832381C20F}"/>
              </a:ext>
            </a:extLst>
          </p:cNvPr>
          <p:cNvSpPr>
            <a:spLocks noGrp="1"/>
          </p:cNvSpPr>
          <p:nvPr>
            <p:ph type="body" sz="quarter" idx="25"/>
          </p:nvPr>
        </p:nvSpPr>
        <p:spPr>
          <a:xfrm>
            <a:off x="571500" y="2604512"/>
            <a:ext cx="3505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4pPr>
              <a:buNone/>
              <a:defRPr lang="en-US" sz="1600" kern="1200" dirty="0">
                <a:solidFill>
                  <a:schemeClr val="tx1"/>
                </a:solidFill>
                <a:latin typeface="+mn-lt"/>
                <a:ea typeface="+mn-ea"/>
                <a:cs typeface="+mn-cs"/>
              </a:defRPr>
            </a:lvl4pPr>
            <a:lvl5pPr>
              <a:spcAft>
                <a:spcPts val="600"/>
              </a:spcAft>
              <a:defRPr/>
            </a:lvl5pPr>
            <a:lvl6pPr>
              <a:spcAft>
                <a:spcPts val="600"/>
              </a:spcAft>
              <a:defRPr sz="1200"/>
            </a:lvl6pPr>
            <a:lvl7pPr marL="11113" indent="0">
              <a:buNone/>
              <a:tabLst/>
              <a:defRPr sz="1600"/>
            </a:lvl7pPr>
          </a:lstStyle>
          <a:p>
            <a:pPr lvl="0"/>
            <a:r>
              <a:rPr lang="en-US" dirty="0"/>
              <a:t>Click to edit Master text styles</a:t>
            </a:r>
          </a:p>
          <a:p>
            <a:pPr lvl="1"/>
            <a:r>
              <a:rPr lang="en-US" dirty="0"/>
              <a:t>Second level</a:t>
            </a:r>
          </a:p>
          <a:p>
            <a:pPr lvl="2"/>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a:t>
            </a:r>
          </a:p>
          <a:p>
            <a:pPr lvl="5"/>
            <a:r>
              <a:rPr lang="en-US" dirty="0"/>
              <a:t>Fourth level</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571500" y="1524000"/>
            <a:ext cx="813816" cy="813816"/>
          </a:xfrm>
          <a:prstGeom prst="rect">
            <a:avLst/>
          </a:prstGeom>
        </p:spPr>
        <p:txBody>
          <a:bodyPr anchor="ctr" anchorCtr="0"/>
          <a:lstStyle>
            <a:lvl1pPr algn="ctr">
              <a:defRPr sz="800"/>
            </a:lvl1pPr>
          </a:lstStyle>
          <a:p>
            <a:r>
              <a:rPr lang="en-US"/>
              <a:t>Place Icon Here</a:t>
            </a:r>
          </a:p>
        </p:txBody>
      </p:sp>
      <p:sp>
        <p:nvSpPr>
          <p:cNvPr id="17" name="Text Placeholder 2">
            <a:extLst>
              <a:ext uri="{FF2B5EF4-FFF2-40B4-BE49-F238E27FC236}">
                <a16:creationId xmlns:a16="http://schemas.microsoft.com/office/drawing/2014/main" id="{2E5181B1-59DD-C44F-BF39-F5FF8AEFB267}"/>
              </a:ext>
            </a:extLst>
          </p:cNvPr>
          <p:cNvSpPr>
            <a:spLocks noGrp="1"/>
          </p:cNvSpPr>
          <p:nvPr>
            <p:ph type="body" sz="quarter" idx="22"/>
          </p:nvPr>
        </p:nvSpPr>
        <p:spPr>
          <a:xfrm>
            <a:off x="4343400" y="2604513"/>
            <a:ext cx="3505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4pPr>
              <a:buNone/>
              <a:defRPr lang="en-US" sz="1600" kern="1200" dirty="0">
                <a:solidFill>
                  <a:schemeClr val="tx1"/>
                </a:solidFill>
                <a:latin typeface="+mn-lt"/>
                <a:ea typeface="+mn-ea"/>
                <a:cs typeface="+mn-cs"/>
              </a:defRPr>
            </a:lvl4pPr>
            <a:lvl5pPr>
              <a:spcAft>
                <a:spcPts val="600"/>
              </a:spcAft>
              <a:defRPr/>
            </a:lvl5pPr>
            <a:lvl6pPr>
              <a:spcAft>
                <a:spcPts val="600"/>
              </a:spcAft>
              <a:defRPr sz="1200"/>
            </a:lvl6pPr>
            <a:lvl7pPr marL="11113" indent="0">
              <a:buNone/>
              <a:tabLst/>
              <a:defRPr sz="1600"/>
            </a:lvl7pPr>
          </a:lstStyle>
          <a:p>
            <a:pPr lvl="0"/>
            <a:r>
              <a:rPr lang="en-US" dirty="0"/>
              <a:t>Click to edit Master text styles</a:t>
            </a:r>
          </a:p>
          <a:p>
            <a:pPr lvl="1"/>
            <a:r>
              <a:rPr lang="en-US" dirty="0"/>
              <a:t>Second level</a:t>
            </a:r>
          </a:p>
          <a:p>
            <a:pPr lvl="2"/>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a:t>
            </a:r>
          </a:p>
          <a:p>
            <a:pPr lvl="5"/>
            <a:r>
              <a:rPr lang="en-US" dirty="0"/>
              <a:t>Fourth level</a:t>
            </a:r>
          </a:p>
        </p:txBody>
      </p:sp>
      <p:sp>
        <p:nvSpPr>
          <p:cNvPr id="14" name="Icon Placeholder 2">
            <a:extLst>
              <a:ext uri="{FF2B5EF4-FFF2-40B4-BE49-F238E27FC236}">
                <a16:creationId xmlns:a16="http://schemas.microsoft.com/office/drawing/2014/main" id="{2ACA6D07-F2D1-FF47-AE3A-0181E567828C}"/>
              </a:ext>
            </a:extLst>
          </p:cNvPr>
          <p:cNvSpPr>
            <a:spLocks noGrp="1"/>
          </p:cNvSpPr>
          <p:nvPr>
            <p:ph type="pic" sz="quarter" idx="18" hasCustomPrompt="1"/>
          </p:nvPr>
        </p:nvSpPr>
        <p:spPr>
          <a:xfrm>
            <a:off x="4345059" y="1524000"/>
            <a:ext cx="813816" cy="813816"/>
          </a:xfrm>
          <a:prstGeom prst="rect">
            <a:avLst/>
          </a:prstGeom>
        </p:spPr>
        <p:txBody>
          <a:bodyPr anchor="ctr" anchorCtr="0"/>
          <a:lstStyle>
            <a:lvl1pPr algn="ctr">
              <a:defRPr sz="800"/>
            </a:lvl1pPr>
          </a:lstStyle>
          <a:p>
            <a:r>
              <a:rPr lang="en-US"/>
              <a:t>Place Icon Here</a:t>
            </a:r>
          </a:p>
        </p:txBody>
      </p:sp>
      <p:sp>
        <p:nvSpPr>
          <p:cNvPr id="12" name="Text Placeholder 3">
            <a:extLst>
              <a:ext uri="{FF2B5EF4-FFF2-40B4-BE49-F238E27FC236}">
                <a16:creationId xmlns:a16="http://schemas.microsoft.com/office/drawing/2014/main" id="{F08C9186-8396-F945-8D04-E0ED77B889B8}"/>
              </a:ext>
            </a:extLst>
          </p:cNvPr>
          <p:cNvSpPr>
            <a:spLocks noGrp="1"/>
          </p:cNvSpPr>
          <p:nvPr>
            <p:ph type="body" sz="quarter" idx="26"/>
          </p:nvPr>
        </p:nvSpPr>
        <p:spPr>
          <a:xfrm>
            <a:off x="8115300" y="2604512"/>
            <a:ext cx="3505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4pPr>
              <a:buNone/>
              <a:defRPr lang="en-US" sz="1600" kern="1200" dirty="0">
                <a:solidFill>
                  <a:schemeClr val="tx1"/>
                </a:solidFill>
                <a:latin typeface="+mn-lt"/>
                <a:ea typeface="+mn-ea"/>
                <a:cs typeface="+mn-cs"/>
              </a:defRPr>
            </a:lvl4pPr>
            <a:lvl5pPr>
              <a:spcAft>
                <a:spcPts val="600"/>
              </a:spcAft>
              <a:defRPr/>
            </a:lvl5pPr>
            <a:lvl6pPr>
              <a:spcAft>
                <a:spcPts val="600"/>
              </a:spcAft>
              <a:defRPr sz="1200"/>
            </a:lvl6pPr>
            <a:lvl7pPr marL="11113" indent="0">
              <a:buNone/>
              <a:tabLst/>
              <a:defRPr sz="1600"/>
            </a:lvl7pPr>
          </a:lstStyle>
          <a:p>
            <a:pPr lvl="0"/>
            <a:r>
              <a:rPr lang="en-US" dirty="0"/>
              <a:t>Click to edit Master text styles</a:t>
            </a:r>
          </a:p>
          <a:p>
            <a:pPr lvl="1"/>
            <a:r>
              <a:rPr lang="en-US" dirty="0"/>
              <a:t>Second level</a:t>
            </a:r>
          </a:p>
          <a:p>
            <a:pPr lvl="2"/>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a:t>
            </a:r>
          </a:p>
          <a:p>
            <a:pPr lvl="5"/>
            <a:r>
              <a:rPr lang="en-US" dirty="0"/>
              <a:t>Fourth level</a:t>
            </a:r>
          </a:p>
        </p:txBody>
      </p:sp>
      <p:sp>
        <p:nvSpPr>
          <p:cNvPr id="15" name="Icon Placeholder 3">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8115300" y="1523997"/>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FD8E4AD9-C423-704A-BFC5-B959CA86E8BB}"/>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B57F2F9C-FF97-0C43-9E37-E6E5CA051914}"/>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73871554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mp; 3 Columns w. Icons (justified center)">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sz="3800"/>
            </a:lvl1pPr>
          </a:lstStyle>
          <a:p>
            <a:r>
              <a:rPr lang="en-US" dirty="0"/>
              <a:t>Click to edit Master title style</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1917192" y="1524000"/>
            <a:ext cx="813816" cy="813816"/>
          </a:xfrm>
          <a:prstGeom prst="rect">
            <a:avLst/>
          </a:prstGeom>
        </p:spPr>
        <p:txBody>
          <a:bodyPr anchor="ctr" anchorCtr="0"/>
          <a:lstStyle>
            <a:lvl1pPr algn="ctr">
              <a:defRPr sz="800"/>
            </a:lvl1pPr>
          </a:lstStyle>
          <a:p>
            <a:r>
              <a:rPr lang="en-US"/>
              <a:t>Place Icon Here</a:t>
            </a:r>
          </a:p>
        </p:txBody>
      </p:sp>
      <p:sp>
        <p:nvSpPr>
          <p:cNvPr id="4" name="Text Placeholder 1">
            <a:extLst>
              <a:ext uri="{FF2B5EF4-FFF2-40B4-BE49-F238E27FC236}">
                <a16:creationId xmlns:a16="http://schemas.microsoft.com/office/drawing/2014/main" id="{04DEF99A-8B75-9D4B-B34F-63467AEBBC78}"/>
              </a:ext>
            </a:extLst>
          </p:cNvPr>
          <p:cNvSpPr>
            <a:spLocks noGrp="1"/>
          </p:cNvSpPr>
          <p:nvPr>
            <p:ph type="body" sz="quarter" idx="20"/>
          </p:nvPr>
        </p:nvSpPr>
        <p:spPr>
          <a:xfrm>
            <a:off x="571500" y="2604513"/>
            <a:ext cx="3505200" cy="3415287"/>
          </a:xfrm>
        </p:spPr>
        <p:txBody>
          <a:bodyPr/>
          <a:lstStyle>
            <a:lvl1pPr algn="ctr">
              <a:spcAft>
                <a:spcPts val="300"/>
              </a:spcAft>
              <a:defRPr sz="1600">
                <a:latin typeface="+mj-lt"/>
              </a:defRPr>
            </a:lvl1pPr>
            <a:lvl2pPr algn="ct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None/>
              <a:defRPr/>
            </a:lvl3pPr>
            <a:lvl5pPr algn="ctr">
              <a:spcAft>
                <a:spcPts val="600"/>
              </a:spcAft>
              <a:defRPr/>
            </a:lvl5pPr>
            <a:lvl6pPr algn="ctr">
              <a:spcAft>
                <a:spcPts val="600"/>
              </a:spcAft>
              <a:defRPr/>
            </a:lvl6pPr>
          </a:lstStyle>
          <a:p>
            <a:pPr lvl="0"/>
            <a:r>
              <a:rPr lang="en-US" dirty="0"/>
              <a:t>Click to edit Master text styles</a:t>
            </a:r>
          </a:p>
          <a:p>
            <a:pPr lvl="1"/>
            <a:r>
              <a:rPr lang="en-US" dirty="0"/>
              <a:t>Second level</a:t>
            </a:r>
          </a:p>
        </p:txBody>
      </p:sp>
      <p:sp>
        <p:nvSpPr>
          <p:cNvPr id="14" name="Icon Placeholder 2">
            <a:extLst>
              <a:ext uri="{FF2B5EF4-FFF2-40B4-BE49-F238E27FC236}">
                <a16:creationId xmlns:a16="http://schemas.microsoft.com/office/drawing/2014/main" id="{2ACA6D07-F2D1-FF47-AE3A-0181E567828C}"/>
              </a:ext>
            </a:extLst>
          </p:cNvPr>
          <p:cNvSpPr>
            <a:spLocks noGrp="1"/>
          </p:cNvSpPr>
          <p:nvPr>
            <p:ph type="pic" sz="quarter" idx="18" hasCustomPrompt="1"/>
          </p:nvPr>
        </p:nvSpPr>
        <p:spPr>
          <a:xfrm>
            <a:off x="5689092" y="1524000"/>
            <a:ext cx="813816" cy="813816"/>
          </a:xfrm>
          <a:prstGeom prst="rect">
            <a:avLst/>
          </a:prstGeom>
        </p:spPr>
        <p:txBody>
          <a:bodyPr anchor="ctr" anchorCtr="0"/>
          <a:lstStyle>
            <a:lvl1pPr algn="ctr">
              <a:defRPr sz="800"/>
            </a:lvl1pPr>
          </a:lstStyle>
          <a:p>
            <a:r>
              <a:rPr lang="en-US"/>
              <a:t>Place Icon Here</a:t>
            </a:r>
          </a:p>
        </p:txBody>
      </p:sp>
      <p:sp>
        <p:nvSpPr>
          <p:cNvPr id="17" name="Text Placeholder 2">
            <a:extLst>
              <a:ext uri="{FF2B5EF4-FFF2-40B4-BE49-F238E27FC236}">
                <a16:creationId xmlns:a16="http://schemas.microsoft.com/office/drawing/2014/main" id="{2E5181B1-59DD-C44F-BF39-F5FF8AEFB267}"/>
              </a:ext>
            </a:extLst>
          </p:cNvPr>
          <p:cNvSpPr>
            <a:spLocks noGrp="1"/>
          </p:cNvSpPr>
          <p:nvPr>
            <p:ph type="body" sz="quarter" idx="22"/>
          </p:nvPr>
        </p:nvSpPr>
        <p:spPr>
          <a:xfrm>
            <a:off x="4343400" y="2604513"/>
            <a:ext cx="3505200" cy="3415287"/>
          </a:xfrm>
        </p:spPr>
        <p:txBody>
          <a:bodyPr/>
          <a:lstStyle>
            <a:lvl1pPr algn="ctr">
              <a:spcAft>
                <a:spcPts val="300"/>
              </a:spcAft>
              <a:defRPr sz="1600">
                <a:latin typeface="+mj-lt"/>
              </a:defRPr>
            </a:lvl1pPr>
            <a:lvl2pPr algn="ct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None/>
              <a:defRPr/>
            </a:lvl3pPr>
            <a:lvl5pPr algn="ctr">
              <a:spcAft>
                <a:spcPts val="600"/>
              </a:spcAft>
              <a:defRPr/>
            </a:lvl5pPr>
            <a:lvl6pPr algn="ctr">
              <a:spcAft>
                <a:spcPts val="600"/>
              </a:spcAft>
              <a:defRPr/>
            </a:lvl6pPr>
          </a:lstStyle>
          <a:p>
            <a:pPr lvl="0"/>
            <a:r>
              <a:rPr lang="en-US" dirty="0"/>
              <a:t>Click to edit Master text styles</a:t>
            </a:r>
          </a:p>
          <a:p>
            <a:pPr lvl="1"/>
            <a:r>
              <a:rPr lang="en-US" dirty="0"/>
              <a:t>Second level</a:t>
            </a:r>
          </a:p>
        </p:txBody>
      </p:sp>
      <p:sp>
        <p:nvSpPr>
          <p:cNvPr id="15" name="Icon Placeholder 3">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9460992" y="1524000"/>
            <a:ext cx="813816" cy="813816"/>
          </a:xfrm>
          <a:prstGeom prst="rect">
            <a:avLst/>
          </a:prstGeom>
        </p:spPr>
        <p:txBody>
          <a:bodyPr anchor="ctr" anchorCtr="0"/>
          <a:lstStyle>
            <a:lvl1pPr algn="ctr">
              <a:defRPr sz="800"/>
            </a:lvl1pPr>
          </a:lstStyle>
          <a:p>
            <a:r>
              <a:rPr lang="en-US"/>
              <a:t>Place Icon Here</a:t>
            </a:r>
          </a:p>
        </p:txBody>
      </p:sp>
      <p:sp>
        <p:nvSpPr>
          <p:cNvPr id="16" name="Text Placeholder 3">
            <a:extLst>
              <a:ext uri="{FF2B5EF4-FFF2-40B4-BE49-F238E27FC236}">
                <a16:creationId xmlns:a16="http://schemas.microsoft.com/office/drawing/2014/main" id="{89676E2B-F266-3E4C-BEC3-CEBD1C0DB998}"/>
              </a:ext>
            </a:extLst>
          </p:cNvPr>
          <p:cNvSpPr>
            <a:spLocks noGrp="1"/>
          </p:cNvSpPr>
          <p:nvPr>
            <p:ph type="body" sz="quarter" idx="21"/>
          </p:nvPr>
        </p:nvSpPr>
        <p:spPr>
          <a:xfrm>
            <a:off x="8115300" y="2604513"/>
            <a:ext cx="3505200" cy="3415287"/>
          </a:xfrm>
        </p:spPr>
        <p:txBody>
          <a:bodyPr/>
          <a:lstStyle>
            <a:lvl1pPr algn="ctr">
              <a:spcAft>
                <a:spcPts val="300"/>
              </a:spcAft>
              <a:defRPr sz="1600">
                <a:latin typeface="+mj-lt"/>
              </a:defRPr>
            </a:lvl1pPr>
            <a:lvl2pPr algn="ct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Char char="•"/>
              <a:defRPr/>
            </a:lvl3pPr>
            <a:lvl5pPr algn="ctr">
              <a:spcAft>
                <a:spcPts val="600"/>
              </a:spcAft>
              <a:defRPr/>
            </a:lvl5pPr>
            <a:lvl6pPr algn="ctr">
              <a:spcAft>
                <a:spcPts val="600"/>
              </a:spcAft>
              <a:defRPr/>
            </a:lvl6pPr>
          </a:lstStyle>
          <a:p>
            <a:pPr lvl="0"/>
            <a:r>
              <a:rPr lang="en-US" dirty="0"/>
              <a:t>Click to edit Master text styles</a:t>
            </a:r>
          </a:p>
          <a:p>
            <a:pPr lvl="1"/>
            <a:r>
              <a:rPr lang="en-US" dirty="0"/>
              <a:t>Second level</a:t>
            </a:r>
          </a:p>
        </p:txBody>
      </p:sp>
      <p:sp>
        <p:nvSpPr>
          <p:cNvPr id="3" name="Footer Placeholder">
            <a:extLst>
              <a:ext uri="{FF2B5EF4-FFF2-40B4-BE49-F238E27FC236}">
                <a16:creationId xmlns:a16="http://schemas.microsoft.com/office/drawing/2014/main" id="{ADFAE516-67D0-7F47-907F-D6AA0D69226F}"/>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C224319F-9068-5846-BA46-C97E99A2EDD0}"/>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9445744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mp; 3 Columns w. Icons/Gradient (justified center)">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16" name="Subheading Placeholder 1">
            <a:extLst>
              <a:ext uri="{FF2B5EF4-FFF2-40B4-BE49-F238E27FC236}">
                <a16:creationId xmlns:a16="http://schemas.microsoft.com/office/drawing/2014/main" id="{3A96055B-FAD3-9B4B-AD84-A5CDC5DC8C57}"/>
              </a:ext>
            </a:extLst>
          </p:cNvPr>
          <p:cNvSpPr>
            <a:spLocks noGrp="1"/>
          </p:cNvSpPr>
          <p:nvPr>
            <p:ph type="body" sz="quarter" idx="20"/>
          </p:nvPr>
        </p:nvSpPr>
        <p:spPr>
          <a:xfrm>
            <a:off x="571500" y="2604513"/>
            <a:ext cx="3505200" cy="339631"/>
          </a:xfrm>
          <a:prstGeom prst="rect">
            <a:avLst/>
          </a:prstGeom>
          <a:gradFill>
            <a:gsLst>
              <a:gs pos="100000">
                <a:srgbClr val="FF6600"/>
              </a:gs>
              <a:gs pos="33000">
                <a:schemeClr val="accent1"/>
              </a:gs>
              <a:gs pos="0">
                <a:schemeClr val="tx2"/>
              </a:gs>
            </a:gsLst>
            <a:lin ang="0" scaled="0"/>
          </a:gra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dirty="0"/>
              <a:t>Click to edit Master text styles</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3031067"/>
            <a:ext cx="3505200" cy="2988734"/>
          </a:xfrm>
          <a:prstGeom prst="rect">
            <a:avLst/>
          </a:prstGeom>
        </p:spPr>
        <p:txBody>
          <a:bodyPr/>
          <a:lstStyle>
            <a:lvl1pPr algn="ctr">
              <a:spcAft>
                <a:spcPts val="600"/>
              </a:spcAft>
              <a:defRPr sz="1400"/>
            </a:lvl1pPr>
            <a:lvl2pPr marL="0" algn="ctr">
              <a:spcAft>
                <a:spcPts val="300"/>
              </a:spcAft>
              <a:defRPr sz="1400"/>
            </a:lvl2pPr>
            <a:lvl3pPr marL="0" algn="ctr">
              <a:spcAft>
                <a:spcPts val="600"/>
              </a:spcAft>
              <a:defRPr sz="1400"/>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1917192" y="1524000"/>
            <a:ext cx="813816" cy="813816"/>
          </a:xfrm>
          <a:prstGeom prst="rect">
            <a:avLst/>
          </a:prstGeom>
        </p:spPr>
        <p:txBody>
          <a:bodyPr anchor="ctr" anchorCtr="0"/>
          <a:lstStyle>
            <a:lvl1pPr algn="ctr">
              <a:defRPr sz="800"/>
            </a:lvl1pPr>
          </a:lstStyle>
          <a:p>
            <a:r>
              <a:rPr lang="en-US"/>
              <a:t>Place Icon Here</a:t>
            </a:r>
          </a:p>
        </p:txBody>
      </p:sp>
      <p:sp>
        <p:nvSpPr>
          <p:cNvPr id="17" name="Subheading Placeholder 2">
            <a:extLst>
              <a:ext uri="{FF2B5EF4-FFF2-40B4-BE49-F238E27FC236}">
                <a16:creationId xmlns:a16="http://schemas.microsoft.com/office/drawing/2014/main" id="{05F670E2-997D-164F-85BE-34CF903E164B}"/>
              </a:ext>
            </a:extLst>
          </p:cNvPr>
          <p:cNvSpPr>
            <a:spLocks noGrp="1"/>
          </p:cNvSpPr>
          <p:nvPr>
            <p:ph type="body" sz="quarter" idx="21"/>
          </p:nvPr>
        </p:nvSpPr>
        <p:spPr>
          <a:xfrm>
            <a:off x="4343400" y="2580427"/>
            <a:ext cx="3505200" cy="368349"/>
          </a:xfrm>
          <a:prstGeom prst="rect">
            <a:avLst/>
          </a:prstGeom>
          <a:gradFill>
            <a:gsLst>
              <a:gs pos="100000">
                <a:srgbClr val="FF6600"/>
              </a:gs>
              <a:gs pos="33000">
                <a:schemeClr val="accent1"/>
              </a:gs>
              <a:gs pos="0">
                <a:schemeClr val="tx2"/>
              </a:gs>
            </a:gsLst>
            <a:lin ang="0" scaled="0"/>
          </a:gra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dirty="0"/>
              <a:t>Click to edit Master text styles</a:t>
            </a:r>
          </a:p>
        </p:txBody>
      </p:sp>
      <p:sp>
        <p:nvSpPr>
          <p:cNvPr id="19" name="Text Placeholder 2">
            <a:extLst>
              <a:ext uri="{FF2B5EF4-FFF2-40B4-BE49-F238E27FC236}">
                <a16:creationId xmlns:a16="http://schemas.microsoft.com/office/drawing/2014/main" id="{DF23B25F-2458-CD4E-BFF3-1667AF666AAC}"/>
              </a:ext>
            </a:extLst>
          </p:cNvPr>
          <p:cNvSpPr>
            <a:spLocks noGrp="1"/>
          </p:cNvSpPr>
          <p:nvPr>
            <p:ph type="body" sz="quarter" idx="23"/>
          </p:nvPr>
        </p:nvSpPr>
        <p:spPr>
          <a:xfrm>
            <a:off x="4343400" y="3031067"/>
            <a:ext cx="3505200" cy="2988734"/>
          </a:xfrm>
          <a:prstGeom prst="rect">
            <a:avLst/>
          </a:prstGeom>
        </p:spPr>
        <p:txBody>
          <a:bodyPr/>
          <a:lstStyle>
            <a:lvl1pPr algn="ctr">
              <a:spcAft>
                <a:spcPts val="600"/>
              </a:spcAft>
              <a:defRPr sz="1400"/>
            </a:lvl1pPr>
            <a:lvl2pPr marL="0" algn="ctr">
              <a:spcAft>
                <a:spcPts val="300"/>
              </a:spcAft>
              <a:defRPr sz="1400"/>
            </a:lvl2pPr>
            <a:lvl3pPr marL="0" algn="ctr">
              <a:spcAft>
                <a:spcPts val="600"/>
              </a:spcAft>
              <a:defRPr sz="1400"/>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p:txBody>
      </p:sp>
      <p:sp>
        <p:nvSpPr>
          <p:cNvPr id="14" name="Icon Placeholder 2">
            <a:extLst>
              <a:ext uri="{FF2B5EF4-FFF2-40B4-BE49-F238E27FC236}">
                <a16:creationId xmlns:a16="http://schemas.microsoft.com/office/drawing/2014/main" id="{2ACA6D07-F2D1-FF47-AE3A-0181E567828C}"/>
              </a:ext>
            </a:extLst>
          </p:cNvPr>
          <p:cNvSpPr>
            <a:spLocks noGrp="1"/>
          </p:cNvSpPr>
          <p:nvPr>
            <p:ph type="pic" sz="quarter" idx="18" hasCustomPrompt="1"/>
          </p:nvPr>
        </p:nvSpPr>
        <p:spPr>
          <a:xfrm>
            <a:off x="5689092" y="1524000"/>
            <a:ext cx="813816" cy="813816"/>
          </a:xfrm>
          <a:prstGeom prst="rect">
            <a:avLst/>
          </a:prstGeom>
        </p:spPr>
        <p:txBody>
          <a:bodyPr anchor="ctr" anchorCtr="0"/>
          <a:lstStyle>
            <a:lvl1pPr algn="ctr">
              <a:defRPr sz="800"/>
            </a:lvl1pPr>
          </a:lstStyle>
          <a:p>
            <a:r>
              <a:rPr lang="en-US"/>
              <a:t>Place Icon Here</a:t>
            </a:r>
          </a:p>
        </p:txBody>
      </p:sp>
      <p:sp>
        <p:nvSpPr>
          <p:cNvPr id="18" name="Subheading Placeholder 3">
            <a:extLst>
              <a:ext uri="{FF2B5EF4-FFF2-40B4-BE49-F238E27FC236}">
                <a16:creationId xmlns:a16="http://schemas.microsoft.com/office/drawing/2014/main" id="{D1AA34EE-06E2-4E41-9F2E-1CFAB2CCD1AD}"/>
              </a:ext>
            </a:extLst>
          </p:cNvPr>
          <p:cNvSpPr>
            <a:spLocks noGrp="1"/>
          </p:cNvSpPr>
          <p:nvPr>
            <p:ph type="body" sz="quarter" idx="22"/>
          </p:nvPr>
        </p:nvSpPr>
        <p:spPr>
          <a:xfrm>
            <a:off x="8115300" y="2580427"/>
            <a:ext cx="3505200" cy="368349"/>
          </a:xfrm>
          <a:prstGeom prst="rect">
            <a:avLst/>
          </a:prstGeom>
          <a:gradFill>
            <a:gsLst>
              <a:gs pos="100000">
                <a:srgbClr val="FF6600"/>
              </a:gs>
              <a:gs pos="33000">
                <a:schemeClr val="accent1"/>
              </a:gs>
              <a:gs pos="0">
                <a:schemeClr val="tx2"/>
              </a:gs>
            </a:gsLst>
            <a:lin ang="0" scaled="0"/>
          </a:gra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dirty="0"/>
              <a:t>Click to edit Master text styles</a:t>
            </a:r>
          </a:p>
        </p:txBody>
      </p:sp>
      <p:sp>
        <p:nvSpPr>
          <p:cNvPr id="20" name="Text Placeholder 3">
            <a:extLst>
              <a:ext uri="{FF2B5EF4-FFF2-40B4-BE49-F238E27FC236}">
                <a16:creationId xmlns:a16="http://schemas.microsoft.com/office/drawing/2014/main" id="{54667AB3-DA44-E943-B908-789F17559C70}"/>
              </a:ext>
            </a:extLst>
          </p:cNvPr>
          <p:cNvSpPr>
            <a:spLocks noGrp="1"/>
          </p:cNvSpPr>
          <p:nvPr>
            <p:ph type="body" sz="quarter" idx="24"/>
          </p:nvPr>
        </p:nvSpPr>
        <p:spPr>
          <a:xfrm>
            <a:off x="8115300" y="3031066"/>
            <a:ext cx="3505200" cy="2988734"/>
          </a:xfrm>
          <a:prstGeom prst="rect">
            <a:avLst/>
          </a:prstGeom>
        </p:spPr>
        <p:txBody>
          <a:bodyPr/>
          <a:lstStyle>
            <a:lvl1pPr algn="ctr">
              <a:spcAft>
                <a:spcPts val="600"/>
              </a:spcAft>
              <a:defRPr sz="1400"/>
            </a:lvl1pPr>
            <a:lvl2pPr marL="0" algn="ctr">
              <a:spcAft>
                <a:spcPts val="300"/>
              </a:spcAft>
              <a:defRPr sz="1400"/>
            </a:lvl2pPr>
            <a:lvl3pPr marL="0" algn="ctr">
              <a:spcAft>
                <a:spcPts val="600"/>
              </a:spcAft>
              <a:defRPr sz="1400"/>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p:txBody>
      </p:sp>
      <p:sp>
        <p:nvSpPr>
          <p:cNvPr id="15" name="Icon Placeholder 3">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9460992" y="1524000"/>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6F607319-3FE8-D140-8E24-55D35AD0BBFB}"/>
              </a:ext>
            </a:extLst>
          </p:cNvPr>
          <p:cNvSpPr>
            <a:spLocks noGrp="1"/>
          </p:cNvSpPr>
          <p:nvPr>
            <p:ph type="ftr" sz="quarter" idx="2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C58D77F-F40D-7848-A925-A30DD3856A76}"/>
              </a:ext>
            </a:extLst>
          </p:cNvPr>
          <p:cNvSpPr>
            <a:spLocks noGrp="1"/>
          </p:cNvSpPr>
          <p:nvPr>
            <p:ph type="sldNum" sz="quarter" idx="2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00303177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4 Columns w. Ic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9" name="Icon Placeholder 1">
            <a:extLst>
              <a:ext uri="{FF2B5EF4-FFF2-40B4-BE49-F238E27FC236}">
                <a16:creationId xmlns:a16="http://schemas.microsoft.com/office/drawing/2014/main" id="{A1768D24-8953-FE41-8AB3-F7488D76F91C}"/>
              </a:ext>
            </a:extLst>
          </p:cNvPr>
          <p:cNvSpPr>
            <a:spLocks noGrp="1"/>
          </p:cNvSpPr>
          <p:nvPr>
            <p:ph type="pic" sz="quarter" idx="18" hasCustomPrompt="1"/>
          </p:nvPr>
        </p:nvSpPr>
        <p:spPr>
          <a:xfrm>
            <a:off x="571500" y="1524000"/>
            <a:ext cx="813816" cy="813816"/>
          </a:xfrm>
          <a:prstGeom prst="rect">
            <a:avLst/>
          </a:prstGeom>
        </p:spPr>
        <p:txBody>
          <a:bodyPr anchor="ctr" anchorCtr="0"/>
          <a:lstStyle>
            <a:lvl1pPr algn="ctr">
              <a:defRPr sz="800"/>
            </a:lvl1pPr>
          </a:lstStyle>
          <a:p>
            <a:r>
              <a:rPr lang="en-US"/>
              <a:t>Place Icon Here</a:t>
            </a:r>
          </a:p>
        </p:txBody>
      </p:sp>
      <p:sp>
        <p:nvSpPr>
          <p:cNvPr id="17" name="Text Placeholder 2">
            <a:extLst>
              <a:ext uri="{FF2B5EF4-FFF2-40B4-BE49-F238E27FC236}">
                <a16:creationId xmlns:a16="http://schemas.microsoft.com/office/drawing/2014/main" id="{0C4F7A9B-663F-0142-9E0F-F2CA5B3B7CAB}"/>
              </a:ext>
            </a:extLst>
          </p:cNvPr>
          <p:cNvSpPr>
            <a:spLocks noGrp="1"/>
          </p:cNvSpPr>
          <p:nvPr>
            <p:ph type="body" sz="quarter" idx="22"/>
          </p:nvPr>
        </p:nvSpPr>
        <p:spPr>
          <a:xfrm>
            <a:off x="3399367"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3" name="Icon Placeholder 2">
            <a:extLst>
              <a:ext uri="{FF2B5EF4-FFF2-40B4-BE49-F238E27FC236}">
                <a16:creationId xmlns:a16="http://schemas.microsoft.com/office/drawing/2014/main" id="{AB18EDB3-C67E-024A-9904-7209F7224BB9}"/>
              </a:ext>
            </a:extLst>
          </p:cNvPr>
          <p:cNvSpPr>
            <a:spLocks noGrp="1"/>
          </p:cNvSpPr>
          <p:nvPr>
            <p:ph type="pic" sz="quarter" idx="19" hasCustomPrompt="1"/>
          </p:nvPr>
        </p:nvSpPr>
        <p:spPr>
          <a:xfrm>
            <a:off x="3399367" y="1524000"/>
            <a:ext cx="813816" cy="813816"/>
          </a:xfrm>
          <a:prstGeom prst="rect">
            <a:avLst/>
          </a:prstGeom>
        </p:spPr>
        <p:txBody>
          <a:bodyPr anchor="ctr" anchorCtr="0"/>
          <a:lstStyle>
            <a:lvl1pPr algn="ctr">
              <a:defRPr sz="800"/>
            </a:lvl1pPr>
          </a:lstStyle>
          <a:p>
            <a:r>
              <a:rPr lang="en-US"/>
              <a:t>Place Icon Here</a:t>
            </a:r>
          </a:p>
        </p:txBody>
      </p:sp>
      <p:sp>
        <p:nvSpPr>
          <p:cNvPr id="18" name="Text Placeholder 3">
            <a:extLst>
              <a:ext uri="{FF2B5EF4-FFF2-40B4-BE49-F238E27FC236}">
                <a16:creationId xmlns:a16="http://schemas.microsoft.com/office/drawing/2014/main" id="{0C3A3C1C-DD51-A84E-B98F-D895D84C21BD}"/>
              </a:ext>
            </a:extLst>
          </p:cNvPr>
          <p:cNvSpPr>
            <a:spLocks noGrp="1"/>
          </p:cNvSpPr>
          <p:nvPr>
            <p:ph type="body" sz="quarter" idx="23"/>
          </p:nvPr>
        </p:nvSpPr>
        <p:spPr>
          <a:xfrm>
            <a:off x="6227234"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4" name="Icon Placeholder 3">
            <a:extLst>
              <a:ext uri="{FF2B5EF4-FFF2-40B4-BE49-F238E27FC236}">
                <a16:creationId xmlns:a16="http://schemas.microsoft.com/office/drawing/2014/main" id="{7137C490-7E2A-FF4C-B745-43B6561FFFA0}"/>
              </a:ext>
            </a:extLst>
          </p:cNvPr>
          <p:cNvSpPr>
            <a:spLocks noGrp="1"/>
          </p:cNvSpPr>
          <p:nvPr>
            <p:ph type="pic" sz="quarter" idx="20" hasCustomPrompt="1"/>
          </p:nvPr>
        </p:nvSpPr>
        <p:spPr>
          <a:xfrm>
            <a:off x="6227234" y="1524000"/>
            <a:ext cx="813816" cy="813816"/>
          </a:xfrm>
          <a:prstGeom prst="rect">
            <a:avLst/>
          </a:prstGeom>
        </p:spPr>
        <p:txBody>
          <a:bodyPr anchor="ctr" anchorCtr="0"/>
          <a:lstStyle>
            <a:lvl1pPr algn="ctr">
              <a:defRPr sz="800"/>
            </a:lvl1pPr>
          </a:lstStyle>
          <a:p>
            <a:r>
              <a:rPr lang="en-US"/>
              <a:t>Place Icon Here</a:t>
            </a:r>
          </a:p>
        </p:txBody>
      </p:sp>
      <p:sp>
        <p:nvSpPr>
          <p:cNvPr id="20" name="Text Placeholder 4">
            <a:extLst>
              <a:ext uri="{FF2B5EF4-FFF2-40B4-BE49-F238E27FC236}">
                <a16:creationId xmlns:a16="http://schemas.microsoft.com/office/drawing/2014/main" id="{1416A3D3-0B13-4E47-A888-AA28C9FA81D8}"/>
              </a:ext>
            </a:extLst>
          </p:cNvPr>
          <p:cNvSpPr>
            <a:spLocks noGrp="1"/>
          </p:cNvSpPr>
          <p:nvPr>
            <p:ph type="body" sz="quarter" idx="24"/>
          </p:nvPr>
        </p:nvSpPr>
        <p:spPr>
          <a:xfrm>
            <a:off x="9055100"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6" name="Icon Placeholder 4">
            <a:extLst>
              <a:ext uri="{FF2B5EF4-FFF2-40B4-BE49-F238E27FC236}">
                <a16:creationId xmlns:a16="http://schemas.microsoft.com/office/drawing/2014/main" id="{B77D19AC-3044-FE49-8F50-0FE4EF60F11A}"/>
              </a:ext>
            </a:extLst>
          </p:cNvPr>
          <p:cNvSpPr>
            <a:spLocks noGrp="1"/>
          </p:cNvSpPr>
          <p:nvPr>
            <p:ph type="pic" sz="quarter" idx="21" hasCustomPrompt="1"/>
          </p:nvPr>
        </p:nvSpPr>
        <p:spPr>
          <a:xfrm>
            <a:off x="9055100" y="1524000"/>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5045A3C1-8BBF-0C45-858D-D61BF9E0A820}"/>
              </a:ext>
            </a:extLst>
          </p:cNvPr>
          <p:cNvSpPr>
            <a:spLocks noGrp="1"/>
          </p:cNvSpPr>
          <p:nvPr>
            <p:ph type="ftr" sz="quarter" idx="2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BB1F185-7BB4-5840-A3F2-5F7A4EF1AAE1}"/>
              </a:ext>
            </a:extLst>
          </p:cNvPr>
          <p:cNvSpPr>
            <a:spLocks noGrp="1"/>
          </p:cNvSpPr>
          <p:nvPr>
            <p:ph type="sldNum" sz="quarter" idx="2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03275960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mp; 6 Textboxes w. Ic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21" name="Text Placeholder 1">
            <a:extLst>
              <a:ext uri="{FF2B5EF4-FFF2-40B4-BE49-F238E27FC236}">
                <a16:creationId xmlns:a16="http://schemas.microsoft.com/office/drawing/2014/main" id="{174CA569-BA0E-FA49-940D-6FDE859D3045}"/>
              </a:ext>
            </a:extLst>
          </p:cNvPr>
          <p:cNvSpPr>
            <a:spLocks noGrp="1"/>
          </p:cNvSpPr>
          <p:nvPr>
            <p:ph type="body" sz="quarter" idx="28"/>
          </p:nvPr>
        </p:nvSpPr>
        <p:spPr>
          <a:xfrm>
            <a:off x="1377386" y="1527048"/>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2" name="Icon Placeholder 1">
            <a:extLst>
              <a:ext uri="{FF2B5EF4-FFF2-40B4-BE49-F238E27FC236}">
                <a16:creationId xmlns:a16="http://schemas.microsoft.com/office/drawing/2014/main" id="{780C051D-5946-634D-B30B-CB74E72E0E5B}"/>
              </a:ext>
            </a:extLst>
          </p:cNvPr>
          <p:cNvSpPr>
            <a:spLocks noGrp="1"/>
          </p:cNvSpPr>
          <p:nvPr>
            <p:ph type="pic" sz="quarter" idx="20" hasCustomPrompt="1"/>
          </p:nvPr>
        </p:nvSpPr>
        <p:spPr>
          <a:xfrm>
            <a:off x="571501" y="1527048"/>
            <a:ext cx="646734" cy="646734"/>
          </a:xfrm>
          <a:prstGeom prst="rect">
            <a:avLst/>
          </a:prstGeom>
        </p:spPr>
        <p:txBody>
          <a:bodyPr anchor="ctr" anchorCtr="0"/>
          <a:lstStyle>
            <a:lvl1pPr algn="ctr">
              <a:defRPr sz="800"/>
            </a:lvl1pPr>
          </a:lstStyle>
          <a:p>
            <a:r>
              <a:rPr lang="en-US"/>
              <a:t>Place Icon Here</a:t>
            </a:r>
          </a:p>
        </p:txBody>
      </p:sp>
      <p:sp>
        <p:nvSpPr>
          <p:cNvPr id="22" name="Text Placeholder 2">
            <a:extLst>
              <a:ext uri="{FF2B5EF4-FFF2-40B4-BE49-F238E27FC236}">
                <a16:creationId xmlns:a16="http://schemas.microsoft.com/office/drawing/2014/main" id="{635D70F2-E50D-5E49-A279-508E76F86F11}"/>
              </a:ext>
            </a:extLst>
          </p:cNvPr>
          <p:cNvSpPr>
            <a:spLocks noGrp="1"/>
          </p:cNvSpPr>
          <p:nvPr>
            <p:ph type="body" sz="quarter" idx="29"/>
          </p:nvPr>
        </p:nvSpPr>
        <p:spPr>
          <a:xfrm>
            <a:off x="5149286" y="1527048"/>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3" name="Icon Placeholder 2">
            <a:extLst>
              <a:ext uri="{FF2B5EF4-FFF2-40B4-BE49-F238E27FC236}">
                <a16:creationId xmlns:a16="http://schemas.microsoft.com/office/drawing/2014/main" id="{4C4DBA55-77CD-B84A-A0E2-460CBC9FA412}"/>
              </a:ext>
            </a:extLst>
          </p:cNvPr>
          <p:cNvSpPr>
            <a:spLocks noGrp="1"/>
          </p:cNvSpPr>
          <p:nvPr>
            <p:ph type="pic" sz="quarter" idx="21" hasCustomPrompt="1"/>
          </p:nvPr>
        </p:nvSpPr>
        <p:spPr>
          <a:xfrm>
            <a:off x="4343401" y="1527048"/>
            <a:ext cx="646734" cy="646734"/>
          </a:xfrm>
          <a:prstGeom prst="rect">
            <a:avLst/>
          </a:prstGeom>
        </p:spPr>
        <p:txBody>
          <a:bodyPr anchor="ctr" anchorCtr="0"/>
          <a:lstStyle>
            <a:lvl1pPr algn="ctr">
              <a:defRPr sz="800"/>
            </a:lvl1pPr>
          </a:lstStyle>
          <a:p>
            <a:r>
              <a:rPr lang="en-US"/>
              <a:t>Place Icon Here</a:t>
            </a:r>
          </a:p>
        </p:txBody>
      </p:sp>
      <p:sp>
        <p:nvSpPr>
          <p:cNvPr id="23" name="Text Placeholder 3">
            <a:extLst>
              <a:ext uri="{FF2B5EF4-FFF2-40B4-BE49-F238E27FC236}">
                <a16:creationId xmlns:a16="http://schemas.microsoft.com/office/drawing/2014/main" id="{A22FD243-2D47-8141-96A7-2FAB384C0278}"/>
              </a:ext>
            </a:extLst>
          </p:cNvPr>
          <p:cNvSpPr>
            <a:spLocks noGrp="1"/>
          </p:cNvSpPr>
          <p:nvPr>
            <p:ph type="body" sz="quarter" idx="30"/>
          </p:nvPr>
        </p:nvSpPr>
        <p:spPr>
          <a:xfrm>
            <a:off x="8921186" y="1527048"/>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7" name="Icon Placeholder 3">
            <a:extLst>
              <a:ext uri="{FF2B5EF4-FFF2-40B4-BE49-F238E27FC236}">
                <a16:creationId xmlns:a16="http://schemas.microsoft.com/office/drawing/2014/main" id="{6AA25295-63B2-564A-BAC0-FDEA80E49E06}"/>
              </a:ext>
            </a:extLst>
          </p:cNvPr>
          <p:cNvSpPr>
            <a:spLocks noGrp="1"/>
          </p:cNvSpPr>
          <p:nvPr>
            <p:ph type="pic" sz="quarter" idx="22" hasCustomPrompt="1"/>
          </p:nvPr>
        </p:nvSpPr>
        <p:spPr>
          <a:xfrm>
            <a:off x="8115301" y="1527048"/>
            <a:ext cx="646734" cy="646734"/>
          </a:xfrm>
          <a:prstGeom prst="rect">
            <a:avLst/>
          </a:prstGeom>
        </p:spPr>
        <p:txBody>
          <a:bodyPr anchor="ctr" anchorCtr="0"/>
          <a:lstStyle>
            <a:lvl1pPr algn="ctr">
              <a:defRPr sz="800"/>
            </a:lvl1pPr>
          </a:lstStyle>
          <a:p>
            <a:r>
              <a:rPr lang="en-US"/>
              <a:t>Place Icon Here</a:t>
            </a:r>
          </a:p>
        </p:txBody>
      </p:sp>
      <p:sp>
        <p:nvSpPr>
          <p:cNvPr id="24" name="Text Placeholder 4">
            <a:extLst>
              <a:ext uri="{FF2B5EF4-FFF2-40B4-BE49-F238E27FC236}">
                <a16:creationId xmlns:a16="http://schemas.microsoft.com/office/drawing/2014/main" id="{9E018FC8-9E01-8246-AAA7-F1E77F7C2C73}"/>
              </a:ext>
            </a:extLst>
          </p:cNvPr>
          <p:cNvSpPr>
            <a:spLocks noGrp="1"/>
          </p:cNvSpPr>
          <p:nvPr>
            <p:ph type="body" sz="quarter" idx="31"/>
          </p:nvPr>
        </p:nvSpPr>
        <p:spPr>
          <a:xfrm>
            <a:off x="1377386" y="3949896"/>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8" name="Icon Placeholder 4">
            <a:extLst>
              <a:ext uri="{FF2B5EF4-FFF2-40B4-BE49-F238E27FC236}">
                <a16:creationId xmlns:a16="http://schemas.microsoft.com/office/drawing/2014/main" id="{70D2EAC3-2A56-2A47-A2AF-B228AB0BB7C9}"/>
              </a:ext>
            </a:extLst>
          </p:cNvPr>
          <p:cNvSpPr>
            <a:spLocks noGrp="1"/>
          </p:cNvSpPr>
          <p:nvPr>
            <p:ph type="pic" sz="quarter" idx="23" hasCustomPrompt="1"/>
          </p:nvPr>
        </p:nvSpPr>
        <p:spPr>
          <a:xfrm>
            <a:off x="571501" y="3956291"/>
            <a:ext cx="646734" cy="646734"/>
          </a:xfrm>
          <a:prstGeom prst="rect">
            <a:avLst/>
          </a:prstGeom>
        </p:spPr>
        <p:txBody>
          <a:bodyPr anchor="ctr" anchorCtr="0"/>
          <a:lstStyle>
            <a:lvl1pPr algn="ctr">
              <a:defRPr sz="800"/>
            </a:lvl1pPr>
          </a:lstStyle>
          <a:p>
            <a:r>
              <a:rPr lang="en-US"/>
              <a:t>Place Icon Here</a:t>
            </a:r>
          </a:p>
        </p:txBody>
      </p:sp>
      <p:sp>
        <p:nvSpPr>
          <p:cNvPr id="25" name="Text Placeholder 5">
            <a:extLst>
              <a:ext uri="{FF2B5EF4-FFF2-40B4-BE49-F238E27FC236}">
                <a16:creationId xmlns:a16="http://schemas.microsoft.com/office/drawing/2014/main" id="{8AAD8E90-A75C-5A45-A2BC-C121117732FF}"/>
              </a:ext>
            </a:extLst>
          </p:cNvPr>
          <p:cNvSpPr>
            <a:spLocks noGrp="1"/>
          </p:cNvSpPr>
          <p:nvPr>
            <p:ph type="body" sz="quarter" idx="32"/>
          </p:nvPr>
        </p:nvSpPr>
        <p:spPr>
          <a:xfrm>
            <a:off x="5149286" y="3949896"/>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9" name="Icon Placeholder 5">
            <a:extLst>
              <a:ext uri="{FF2B5EF4-FFF2-40B4-BE49-F238E27FC236}">
                <a16:creationId xmlns:a16="http://schemas.microsoft.com/office/drawing/2014/main" id="{13B68248-C33A-1D45-8E0C-67133FB92CB6}"/>
              </a:ext>
            </a:extLst>
          </p:cNvPr>
          <p:cNvSpPr>
            <a:spLocks noGrp="1"/>
          </p:cNvSpPr>
          <p:nvPr>
            <p:ph type="pic" sz="quarter" idx="24" hasCustomPrompt="1"/>
          </p:nvPr>
        </p:nvSpPr>
        <p:spPr>
          <a:xfrm>
            <a:off x="4343401" y="3956291"/>
            <a:ext cx="646734" cy="646734"/>
          </a:xfrm>
          <a:prstGeom prst="rect">
            <a:avLst/>
          </a:prstGeom>
        </p:spPr>
        <p:txBody>
          <a:bodyPr anchor="ctr" anchorCtr="0"/>
          <a:lstStyle>
            <a:lvl1pPr algn="ctr">
              <a:defRPr sz="800"/>
            </a:lvl1pPr>
          </a:lstStyle>
          <a:p>
            <a:r>
              <a:rPr lang="en-US"/>
              <a:t>Place Icon Here</a:t>
            </a:r>
          </a:p>
        </p:txBody>
      </p:sp>
      <p:sp>
        <p:nvSpPr>
          <p:cNvPr id="26" name="Text Placeholder 6">
            <a:extLst>
              <a:ext uri="{FF2B5EF4-FFF2-40B4-BE49-F238E27FC236}">
                <a16:creationId xmlns:a16="http://schemas.microsoft.com/office/drawing/2014/main" id="{F68E545F-C0A5-C14C-B7A4-A9FCDB40C6B3}"/>
              </a:ext>
            </a:extLst>
          </p:cNvPr>
          <p:cNvSpPr>
            <a:spLocks noGrp="1"/>
          </p:cNvSpPr>
          <p:nvPr>
            <p:ph type="body" sz="quarter" idx="33"/>
          </p:nvPr>
        </p:nvSpPr>
        <p:spPr>
          <a:xfrm>
            <a:off x="8921186" y="3949896"/>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20" name="Icon Placeholder 6">
            <a:extLst>
              <a:ext uri="{FF2B5EF4-FFF2-40B4-BE49-F238E27FC236}">
                <a16:creationId xmlns:a16="http://schemas.microsoft.com/office/drawing/2014/main" id="{D03084DE-13BE-384E-AABC-4EE22A7BF150}"/>
              </a:ext>
            </a:extLst>
          </p:cNvPr>
          <p:cNvSpPr>
            <a:spLocks noGrp="1"/>
          </p:cNvSpPr>
          <p:nvPr>
            <p:ph type="pic" sz="quarter" idx="25" hasCustomPrompt="1"/>
          </p:nvPr>
        </p:nvSpPr>
        <p:spPr>
          <a:xfrm>
            <a:off x="8115301" y="3956291"/>
            <a:ext cx="646734" cy="646734"/>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9822D191-93C9-B041-B436-9DBA62408D8A}"/>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C86593A7-ED31-A048-B05C-E0F1B236D703}"/>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6051579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mp; 9 Textboxes w. Ico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28" name="Text Placeholder 1">
            <a:extLst>
              <a:ext uri="{FF2B5EF4-FFF2-40B4-BE49-F238E27FC236}">
                <a16:creationId xmlns:a16="http://schemas.microsoft.com/office/drawing/2014/main" id="{2ED9D322-9105-454D-B346-4EF72413480B}"/>
              </a:ext>
            </a:extLst>
          </p:cNvPr>
          <p:cNvSpPr>
            <a:spLocks noGrp="1"/>
          </p:cNvSpPr>
          <p:nvPr>
            <p:ph type="body" sz="quarter" idx="34"/>
          </p:nvPr>
        </p:nvSpPr>
        <p:spPr>
          <a:xfrm>
            <a:off x="1377386" y="1527048"/>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2" name="Icon Placeholder 1">
            <a:extLst>
              <a:ext uri="{FF2B5EF4-FFF2-40B4-BE49-F238E27FC236}">
                <a16:creationId xmlns:a16="http://schemas.microsoft.com/office/drawing/2014/main" id="{780C051D-5946-634D-B30B-CB74E72E0E5B}"/>
              </a:ext>
            </a:extLst>
          </p:cNvPr>
          <p:cNvSpPr>
            <a:spLocks noGrp="1"/>
          </p:cNvSpPr>
          <p:nvPr>
            <p:ph type="pic" sz="quarter" idx="20" hasCustomPrompt="1"/>
          </p:nvPr>
        </p:nvSpPr>
        <p:spPr>
          <a:xfrm>
            <a:off x="571501" y="1527048"/>
            <a:ext cx="646734" cy="646734"/>
          </a:xfrm>
          <a:prstGeom prst="rect">
            <a:avLst/>
          </a:prstGeom>
        </p:spPr>
        <p:txBody>
          <a:bodyPr anchor="ctr" anchorCtr="0"/>
          <a:lstStyle>
            <a:lvl1pPr algn="ctr">
              <a:defRPr sz="800"/>
            </a:lvl1pPr>
          </a:lstStyle>
          <a:p>
            <a:r>
              <a:rPr lang="en-US"/>
              <a:t>Place Icon Here</a:t>
            </a:r>
          </a:p>
        </p:txBody>
      </p:sp>
      <p:sp>
        <p:nvSpPr>
          <p:cNvPr id="29" name="Text Placeholder 2">
            <a:extLst>
              <a:ext uri="{FF2B5EF4-FFF2-40B4-BE49-F238E27FC236}">
                <a16:creationId xmlns:a16="http://schemas.microsoft.com/office/drawing/2014/main" id="{2CC1E69D-7CF3-4C41-A981-4FB73D4BAE38}"/>
              </a:ext>
            </a:extLst>
          </p:cNvPr>
          <p:cNvSpPr>
            <a:spLocks noGrp="1"/>
          </p:cNvSpPr>
          <p:nvPr>
            <p:ph type="body" sz="quarter" idx="35"/>
          </p:nvPr>
        </p:nvSpPr>
        <p:spPr>
          <a:xfrm>
            <a:off x="5149286" y="1527048"/>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3" name="Icon Placeholder 2">
            <a:extLst>
              <a:ext uri="{FF2B5EF4-FFF2-40B4-BE49-F238E27FC236}">
                <a16:creationId xmlns:a16="http://schemas.microsoft.com/office/drawing/2014/main" id="{4C4DBA55-77CD-B84A-A0E2-460CBC9FA412}"/>
              </a:ext>
            </a:extLst>
          </p:cNvPr>
          <p:cNvSpPr>
            <a:spLocks noGrp="1"/>
          </p:cNvSpPr>
          <p:nvPr>
            <p:ph type="pic" sz="quarter" idx="21" hasCustomPrompt="1"/>
          </p:nvPr>
        </p:nvSpPr>
        <p:spPr>
          <a:xfrm>
            <a:off x="4343401" y="1527048"/>
            <a:ext cx="646734" cy="646734"/>
          </a:xfrm>
          <a:prstGeom prst="rect">
            <a:avLst/>
          </a:prstGeom>
        </p:spPr>
        <p:txBody>
          <a:bodyPr anchor="ctr" anchorCtr="0"/>
          <a:lstStyle>
            <a:lvl1pPr algn="ctr">
              <a:defRPr sz="800"/>
            </a:lvl1pPr>
          </a:lstStyle>
          <a:p>
            <a:r>
              <a:rPr lang="en-US"/>
              <a:t>Place Icon Here</a:t>
            </a:r>
          </a:p>
        </p:txBody>
      </p:sp>
      <p:sp>
        <p:nvSpPr>
          <p:cNvPr id="30" name="Text Placeholder 3">
            <a:extLst>
              <a:ext uri="{FF2B5EF4-FFF2-40B4-BE49-F238E27FC236}">
                <a16:creationId xmlns:a16="http://schemas.microsoft.com/office/drawing/2014/main" id="{36EB20CB-F0F7-C742-8F07-B5C317FC826A}"/>
              </a:ext>
            </a:extLst>
          </p:cNvPr>
          <p:cNvSpPr>
            <a:spLocks noGrp="1"/>
          </p:cNvSpPr>
          <p:nvPr>
            <p:ph type="body" sz="quarter" idx="36"/>
          </p:nvPr>
        </p:nvSpPr>
        <p:spPr>
          <a:xfrm>
            <a:off x="8921186" y="1527048"/>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7" name="Icon Placeholder 3">
            <a:extLst>
              <a:ext uri="{FF2B5EF4-FFF2-40B4-BE49-F238E27FC236}">
                <a16:creationId xmlns:a16="http://schemas.microsoft.com/office/drawing/2014/main" id="{6AA25295-63B2-564A-BAC0-FDEA80E49E06}"/>
              </a:ext>
            </a:extLst>
          </p:cNvPr>
          <p:cNvSpPr>
            <a:spLocks noGrp="1"/>
          </p:cNvSpPr>
          <p:nvPr>
            <p:ph type="pic" sz="quarter" idx="22" hasCustomPrompt="1"/>
          </p:nvPr>
        </p:nvSpPr>
        <p:spPr>
          <a:xfrm>
            <a:off x="8115301" y="1527048"/>
            <a:ext cx="646734" cy="646734"/>
          </a:xfrm>
          <a:prstGeom prst="rect">
            <a:avLst/>
          </a:prstGeom>
        </p:spPr>
        <p:txBody>
          <a:bodyPr anchor="ctr" anchorCtr="0"/>
          <a:lstStyle>
            <a:lvl1pPr algn="ctr">
              <a:defRPr sz="800"/>
            </a:lvl1pPr>
          </a:lstStyle>
          <a:p>
            <a:r>
              <a:rPr lang="en-US"/>
              <a:t>Place Icon Here</a:t>
            </a:r>
          </a:p>
        </p:txBody>
      </p:sp>
      <p:sp>
        <p:nvSpPr>
          <p:cNvPr id="31" name="Text Placeholder 4">
            <a:extLst>
              <a:ext uri="{FF2B5EF4-FFF2-40B4-BE49-F238E27FC236}">
                <a16:creationId xmlns:a16="http://schemas.microsoft.com/office/drawing/2014/main" id="{2FC30E91-1082-5C44-B567-C7AA37F9D32C}"/>
              </a:ext>
            </a:extLst>
          </p:cNvPr>
          <p:cNvSpPr>
            <a:spLocks noGrp="1"/>
          </p:cNvSpPr>
          <p:nvPr>
            <p:ph type="body" sz="quarter" idx="37"/>
          </p:nvPr>
        </p:nvSpPr>
        <p:spPr>
          <a:xfrm>
            <a:off x="1377386" y="3122915"/>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8" name="Icon Placeholder 4">
            <a:extLst>
              <a:ext uri="{FF2B5EF4-FFF2-40B4-BE49-F238E27FC236}">
                <a16:creationId xmlns:a16="http://schemas.microsoft.com/office/drawing/2014/main" id="{70D2EAC3-2A56-2A47-A2AF-B228AB0BB7C9}"/>
              </a:ext>
            </a:extLst>
          </p:cNvPr>
          <p:cNvSpPr>
            <a:spLocks noGrp="1"/>
          </p:cNvSpPr>
          <p:nvPr>
            <p:ph type="pic" sz="quarter" idx="23" hasCustomPrompt="1"/>
          </p:nvPr>
        </p:nvSpPr>
        <p:spPr>
          <a:xfrm>
            <a:off x="571501" y="3122915"/>
            <a:ext cx="646734" cy="646734"/>
          </a:xfrm>
          <a:prstGeom prst="rect">
            <a:avLst/>
          </a:prstGeom>
        </p:spPr>
        <p:txBody>
          <a:bodyPr anchor="ctr" anchorCtr="0"/>
          <a:lstStyle>
            <a:lvl1pPr algn="ctr">
              <a:defRPr sz="800"/>
            </a:lvl1pPr>
          </a:lstStyle>
          <a:p>
            <a:r>
              <a:rPr lang="en-US"/>
              <a:t>Place Icon Here</a:t>
            </a:r>
          </a:p>
        </p:txBody>
      </p:sp>
      <p:sp>
        <p:nvSpPr>
          <p:cNvPr id="32" name="Text Placeholder 5">
            <a:extLst>
              <a:ext uri="{FF2B5EF4-FFF2-40B4-BE49-F238E27FC236}">
                <a16:creationId xmlns:a16="http://schemas.microsoft.com/office/drawing/2014/main" id="{993620FF-3690-6D42-AFCF-9280D8D5BB1B}"/>
              </a:ext>
            </a:extLst>
          </p:cNvPr>
          <p:cNvSpPr>
            <a:spLocks noGrp="1"/>
          </p:cNvSpPr>
          <p:nvPr>
            <p:ph type="body" sz="quarter" idx="38"/>
          </p:nvPr>
        </p:nvSpPr>
        <p:spPr>
          <a:xfrm>
            <a:off x="5149286" y="3122915"/>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9" name="Icon Placeholder 5">
            <a:extLst>
              <a:ext uri="{FF2B5EF4-FFF2-40B4-BE49-F238E27FC236}">
                <a16:creationId xmlns:a16="http://schemas.microsoft.com/office/drawing/2014/main" id="{13B68248-C33A-1D45-8E0C-67133FB92CB6}"/>
              </a:ext>
            </a:extLst>
          </p:cNvPr>
          <p:cNvSpPr>
            <a:spLocks noGrp="1"/>
          </p:cNvSpPr>
          <p:nvPr>
            <p:ph type="pic" sz="quarter" idx="24" hasCustomPrompt="1"/>
          </p:nvPr>
        </p:nvSpPr>
        <p:spPr>
          <a:xfrm>
            <a:off x="4343401" y="3122915"/>
            <a:ext cx="646734" cy="646734"/>
          </a:xfrm>
          <a:prstGeom prst="rect">
            <a:avLst/>
          </a:prstGeom>
        </p:spPr>
        <p:txBody>
          <a:bodyPr anchor="ctr" anchorCtr="0"/>
          <a:lstStyle>
            <a:lvl1pPr algn="ctr">
              <a:defRPr sz="800"/>
            </a:lvl1pPr>
          </a:lstStyle>
          <a:p>
            <a:r>
              <a:rPr lang="en-US"/>
              <a:t>Place Icon Here</a:t>
            </a:r>
          </a:p>
        </p:txBody>
      </p:sp>
      <p:sp>
        <p:nvSpPr>
          <p:cNvPr id="20" name="Icon Placeholder 6">
            <a:extLst>
              <a:ext uri="{FF2B5EF4-FFF2-40B4-BE49-F238E27FC236}">
                <a16:creationId xmlns:a16="http://schemas.microsoft.com/office/drawing/2014/main" id="{D03084DE-13BE-384E-AABC-4EE22A7BF150}"/>
              </a:ext>
            </a:extLst>
          </p:cNvPr>
          <p:cNvSpPr>
            <a:spLocks noGrp="1"/>
          </p:cNvSpPr>
          <p:nvPr>
            <p:ph type="pic" sz="quarter" idx="25" hasCustomPrompt="1"/>
          </p:nvPr>
        </p:nvSpPr>
        <p:spPr>
          <a:xfrm>
            <a:off x="8115301" y="3122915"/>
            <a:ext cx="646734" cy="646734"/>
          </a:xfrm>
          <a:prstGeom prst="rect">
            <a:avLst/>
          </a:prstGeom>
        </p:spPr>
        <p:txBody>
          <a:bodyPr anchor="ctr" anchorCtr="0"/>
          <a:lstStyle>
            <a:lvl1pPr algn="ctr">
              <a:defRPr sz="800"/>
            </a:lvl1pPr>
          </a:lstStyle>
          <a:p>
            <a:r>
              <a:rPr lang="en-US"/>
              <a:t>Place Icon Here</a:t>
            </a:r>
          </a:p>
        </p:txBody>
      </p:sp>
      <p:sp>
        <p:nvSpPr>
          <p:cNvPr id="33" name="Text Placeholder 6">
            <a:extLst>
              <a:ext uri="{FF2B5EF4-FFF2-40B4-BE49-F238E27FC236}">
                <a16:creationId xmlns:a16="http://schemas.microsoft.com/office/drawing/2014/main" id="{44B97945-A2A1-EE4E-A23A-AFCEC60C39AB}"/>
              </a:ext>
            </a:extLst>
          </p:cNvPr>
          <p:cNvSpPr>
            <a:spLocks noGrp="1"/>
          </p:cNvSpPr>
          <p:nvPr>
            <p:ph type="body" sz="quarter" idx="39"/>
          </p:nvPr>
        </p:nvSpPr>
        <p:spPr>
          <a:xfrm>
            <a:off x="8921186" y="3122915"/>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34" name="Text Placeholder 7">
            <a:extLst>
              <a:ext uri="{FF2B5EF4-FFF2-40B4-BE49-F238E27FC236}">
                <a16:creationId xmlns:a16="http://schemas.microsoft.com/office/drawing/2014/main" id="{9DFDCD06-77A1-1C49-8CB2-BBB23364ED69}"/>
              </a:ext>
            </a:extLst>
          </p:cNvPr>
          <p:cNvSpPr>
            <a:spLocks noGrp="1"/>
          </p:cNvSpPr>
          <p:nvPr>
            <p:ph type="body" sz="quarter" idx="40"/>
          </p:nvPr>
        </p:nvSpPr>
        <p:spPr>
          <a:xfrm>
            <a:off x="1400830" y="4705324"/>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23" name="Icon Placeholder 7">
            <a:extLst>
              <a:ext uri="{FF2B5EF4-FFF2-40B4-BE49-F238E27FC236}">
                <a16:creationId xmlns:a16="http://schemas.microsoft.com/office/drawing/2014/main" id="{484D938E-62D9-FB4E-9764-2DA72E82F912}"/>
              </a:ext>
            </a:extLst>
          </p:cNvPr>
          <p:cNvSpPr>
            <a:spLocks noGrp="1"/>
          </p:cNvSpPr>
          <p:nvPr>
            <p:ph type="pic" sz="quarter" idx="27" hasCustomPrompt="1"/>
          </p:nvPr>
        </p:nvSpPr>
        <p:spPr>
          <a:xfrm>
            <a:off x="571502" y="4705324"/>
            <a:ext cx="646734" cy="646734"/>
          </a:xfrm>
          <a:prstGeom prst="rect">
            <a:avLst/>
          </a:prstGeom>
        </p:spPr>
        <p:txBody>
          <a:bodyPr anchor="ctr" anchorCtr="0"/>
          <a:lstStyle>
            <a:lvl1pPr algn="ctr">
              <a:defRPr sz="800"/>
            </a:lvl1pPr>
          </a:lstStyle>
          <a:p>
            <a:r>
              <a:rPr lang="en-US"/>
              <a:t>Place Icon Here</a:t>
            </a:r>
          </a:p>
        </p:txBody>
      </p:sp>
      <p:sp>
        <p:nvSpPr>
          <p:cNvPr id="35" name="Text Placeholder 8">
            <a:extLst>
              <a:ext uri="{FF2B5EF4-FFF2-40B4-BE49-F238E27FC236}">
                <a16:creationId xmlns:a16="http://schemas.microsoft.com/office/drawing/2014/main" id="{DDC46696-809A-B748-8347-541F60751C5B}"/>
              </a:ext>
            </a:extLst>
          </p:cNvPr>
          <p:cNvSpPr>
            <a:spLocks noGrp="1"/>
          </p:cNvSpPr>
          <p:nvPr>
            <p:ph type="body" sz="quarter" idx="41"/>
          </p:nvPr>
        </p:nvSpPr>
        <p:spPr>
          <a:xfrm>
            <a:off x="5172730" y="4705324"/>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25" name="Icon Placeholder 8">
            <a:extLst>
              <a:ext uri="{FF2B5EF4-FFF2-40B4-BE49-F238E27FC236}">
                <a16:creationId xmlns:a16="http://schemas.microsoft.com/office/drawing/2014/main" id="{559AE61C-6D5A-164A-84FD-88A64636C012}"/>
              </a:ext>
            </a:extLst>
          </p:cNvPr>
          <p:cNvSpPr>
            <a:spLocks noGrp="1"/>
          </p:cNvSpPr>
          <p:nvPr>
            <p:ph type="pic" sz="quarter" idx="29" hasCustomPrompt="1"/>
          </p:nvPr>
        </p:nvSpPr>
        <p:spPr>
          <a:xfrm>
            <a:off x="4343402" y="4705324"/>
            <a:ext cx="646734" cy="646734"/>
          </a:xfrm>
          <a:prstGeom prst="rect">
            <a:avLst/>
          </a:prstGeom>
        </p:spPr>
        <p:txBody>
          <a:bodyPr anchor="ctr" anchorCtr="0"/>
          <a:lstStyle>
            <a:lvl1pPr algn="ctr">
              <a:defRPr sz="800"/>
            </a:lvl1pPr>
          </a:lstStyle>
          <a:p>
            <a:r>
              <a:rPr lang="en-US"/>
              <a:t>Place Icon Here</a:t>
            </a:r>
          </a:p>
        </p:txBody>
      </p:sp>
      <p:sp>
        <p:nvSpPr>
          <p:cNvPr id="36" name="Text Placeholder 9">
            <a:extLst>
              <a:ext uri="{FF2B5EF4-FFF2-40B4-BE49-F238E27FC236}">
                <a16:creationId xmlns:a16="http://schemas.microsoft.com/office/drawing/2014/main" id="{F38BF9C6-6764-8741-AA1C-59ED13A4B1DA}"/>
              </a:ext>
            </a:extLst>
          </p:cNvPr>
          <p:cNvSpPr>
            <a:spLocks noGrp="1"/>
          </p:cNvSpPr>
          <p:nvPr>
            <p:ph type="body" sz="quarter" idx="42"/>
          </p:nvPr>
        </p:nvSpPr>
        <p:spPr>
          <a:xfrm>
            <a:off x="8944630" y="4705324"/>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dirty="0"/>
              <a:t>Click to edit Master text styles</a:t>
            </a:r>
          </a:p>
          <a:p>
            <a:pPr lvl="1"/>
            <a:r>
              <a:rPr lang="en-US" dirty="0"/>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27" name="Icon Placeholder 9">
            <a:extLst>
              <a:ext uri="{FF2B5EF4-FFF2-40B4-BE49-F238E27FC236}">
                <a16:creationId xmlns:a16="http://schemas.microsoft.com/office/drawing/2014/main" id="{DFC32131-F3D9-E24F-8730-D999491DE58A}"/>
              </a:ext>
            </a:extLst>
          </p:cNvPr>
          <p:cNvSpPr>
            <a:spLocks noGrp="1"/>
          </p:cNvSpPr>
          <p:nvPr>
            <p:ph type="pic" sz="quarter" idx="31" hasCustomPrompt="1"/>
          </p:nvPr>
        </p:nvSpPr>
        <p:spPr>
          <a:xfrm>
            <a:off x="8115302" y="4705324"/>
            <a:ext cx="646734" cy="646734"/>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DA144509-DDC3-224D-B24F-D89E583FBA46}"/>
              </a:ext>
            </a:extLst>
          </p:cNvPr>
          <p:cNvSpPr>
            <a:spLocks noGrp="1"/>
          </p:cNvSpPr>
          <p:nvPr>
            <p:ph type="ftr" sz="quarter" idx="3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1613DB0-28E1-2E4B-8670-E27A2AB59EE1}"/>
              </a:ext>
            </a:extLst>
          </p:cNvPr>
          <p:cNvSpPr>
            <a:spLocks noGrp="1"/>
          </p:cNvSpPr>
          <p:nvPr>
            <p:ph type="sldNum" sz="quarter" idx="33"/>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5825633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ummary 1 - Highly Visual">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51D4D0E4-B6F1-9649-AC34-5B323E04FFA3}"/>
              </a:ext>
            </a:extLst>
          </p:cNvPr>
          <p:cNvSpPr>
            <a:spLocks noGrp="1"/>
          </p:cNvSpPr>
          <p:nvPr>
            <p:ph type="pic" sz="quarter" idx="12"/>
          </p:nvPr>
        </p:nvSpPr>
        <p:spPr>
          <a:xfrm>
            <a:off x="0" y="0"/>
            <a:ext cx="12192000" cy="6858000"/>
          </a:xfrm>
          <a:solidFill>
            <a:schemeClr val="accent6"/>
          </a:solidFill>
        </p:spPr>
        <p:txBody>
          <a:bodyPr anchor="ctr" anchorCtr="0"/>
          <a:lstStyle>
            <a:lvl1pPr algn="ctr">
              <a:defRPr sz="1400"/>
            </a:lvl1pPr>
          </a:lstStyle>
          <a:p>
            <a:endParaRPr lang="en-US"/>
          </a:p>
        </p:txBody>
      </p:sp>
      <p:sp>
        <p:nvSpPr>
          <p:cNvPr id="7" name="Title / Gradient Overlay">
            <a:extLst>
              <a:ext uri="{FF2B5EF4-FFF2-40B4-BE49-F238E27FC236}">
                <a16:creationId xmlns:a16="http://schemas.microsoft.com/office/drawing/2014/main" id="{C9F9C139-7837-FB4C-AC30-2472354304F5}"/>
              </a:ext>
            </a:extLst>
          </p:cNvPr>
          <p:cNvSpPr>
            <a:spLocks noGrp="1"/>
          </p:cNvSpPr>
          <p:nvPr>
            <p:ph type="body" sz="quarter" idx="15"/>
          </p:nvPr>
        </p:nvSpPr>
        <p:spPr>
          <a:xfrm>
            <a:off x="571500" y="0"/>
            <a:ext cx="5410200" cy="6858000"/>
          </a:xfrm>
          <a:gradFill flip="none" rotWithShape="1">
            <a:gsLst>
              <a:gs pos="0">
                <a:schemeClr val="tx2"/>
              </a:gs>
              <a:gs pos="33000">
                <a:schemeClr val="accent1">
                  <a:lumMod val="100000"/>
                  <a:alpha val="90000"/>
                </a:schemeClr>
              </a:gs>
              <a:gs pos="100000">
                <a:schemeClr val="bg2"/>
              </a:gs>
            </a:gsLst>
            <a:lin ang="3000000" scaled="0"/>
            <a:tileRect/>
          </a:gradFill>
        </p:spPr>
        <p:txBody>
          <a:bodyPr lIns="182880" tIns="548640" rIns="365760" bIns="365760"/>
          <a:lstStyle>
            <a:lvl1pPr marL="301625" indent="0" algn="l">
              <a:lnSpc>
                <a:spcPct val="110000"/>
              </a:lnSpc>
              <a:spcAft>
                <a:spcPts val="600"/>
              </a:spcAft>
              <a:tabLst/>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600"/>
              </a:spcAft>
              <a:defRPr sz="1600" b="0">
                <a:solidFill>
                  <a:schemeClr val="bg1"/>
                </a:solidFill>
              </a:defRPr>
            </a:lvl2pPr>
            <a:lvl3pPr algn="l">
              <a:spcAft>
                <a:spcPts val="600"/>
              </a:spcAft>
              <a:defRPr sz="1600">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Master text styles</a:t>
            </a:r>
          </a:p>
        </p:txBody>
      </p:sp>
      <p:sp>
        <p:nvSpPr>
          <p:cNvPr id="8" name="Text Placeholder 1">
            <a:extLst>
              <a:ext uri="{FF2B5EF4-FFF2-40B4-BE49-F238E27FC236}">
                <a16:creationId xmlns:a16="http://schemas.microsoft.com/office/drawing/2014/main" id="{1E2F984B-DA83-B446-BAF5-F0475861B11A}"/>
              </a:ext>
            </a:extLst>
          </p:cNvPr>
          <p:cNvSpPr>
            <a:spLocks noGrp="1"/>
          </p:cNvSpPr>
          <p:nvPr>
            <p:ph type="body" sz="quarter" idx="16" hasCustomPrompt="1"/>
          </p:nvPr>
        </p:nvSpPr>
        <p:spPr>
          <a:xfrm>
            <a:off x="1972213" y="2060742"/>
            <a:ext cx="3476087" cy="950976"/>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9" name="Icon Placeholder 1">
            <a:extLst>
              <a:ext uri="{FF2B5EF4-FFF2-40B4-BE49-F238E27FC236}">
                <a16:creationId xmlns:a16="http://schemas.microsoft.com/office/drawing/2014/main" id="{7E5A5C3D-9C42-1045-AFD0-024D6D956DA7}"/>
              </a:ext>
            </a:extLst>
          </p:cNvPr>
          <p:cNvSpPr>
            <a:spLocks noGrp="1"/>
          </p:cNvSpPr>
          <p:nvPr>
            <p:ph type="pic" sz="quarter" idx="20" hasCustomPrompt="1"/>
          </p:nvPr>
        </p:nvSpPr>
        <p:spPr>
          <a:xfrm>
            <a:off x="1074357" y="2086142"/>
            <a:ext cx="646734" cy="646734"/>
          </a:xfrm>
        </p:spPr>
        <p:txBody>
          <a:bodyPr anchor="ctr" anchorCtr="0"/>
          <a:lstStyle>
            <a:lvl1pPr algn="ctr">
              <a:defRPr sz="800">
                <a:solidFill>
                  <a:schemeClr val="bg1"/>
                </a:solidFill>
              </a:defRPr>
            </a:lvl1pPr>
          </a:lstStyle>
          <a:p>
            <a:r>
              <a:rPr lang="en-US"/>
              <a:t>Place Icon Here</a:t>
            </a:r>
          </a:p>
        </p:txBody>
      </p:sp>
      <p:sp>
        <p:nvSpPr>
          <p:cNvPr id="14" name="Text Placeholder 2">
            <a:extLst>
              <a:ext uri="{FF2B5EF4-FFF2-40B4-BE49-F238E27FC236}">
                <a16:creationId xmlns:a16="http://schemas.microsoft.com/office/drawing/2014/main" id="{3BA28F6B-C771-7B45-A924-37C5E7F4D6CE}"/>
              </a:ext>
            </a:extLst>
          </p:cNvPr>
          <p:cNvSpPr>
            <a:spLocks noGrp="1"/>
          </p:cNvSpPr>
          <p:nvPr>
            <p:ph type="body" sz="quarter" idx="28" hasCustomPrompt="1"/>
          </p:nvPr>
        </p:nvSpPr>
        <p:spPr>
          <a:xfrm>
            <a:off x="1972212" y="3633444"/>
            <a:ext cx="3476087" cy="950976"/>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11" name="Icon Placeholder 2">
            <a:extLst>
              <a:ext uri="{FF2B5EF4-FFF2-40B4-BE49-F238E27FC236}">
                <a16:creationId xmlns:a16="http://schemas.microsoft.com/office/drawing/2014/main" id="{081ED309-6950-8744-9B9A-5602FF9B4FE7}"/>
              </a:ext>
            </a:extLst>
          </p:cNvPr>
          <p:cNvSpPr>
            <a:spLocks noGrp="1"/>
          </p:cNvSpPr>
          <p:nvPr>
            <p:ph type="pic" sz="quarter" idx="23" hasCustomPrompt="1"/>
          </p:nvPr>
        </p:nvSpPr>
        <p:spPr>
          <a:xfrm>
            <a:off x="1074357" y="3658844"/>
            <a:ext cx="646734" cy="646734"/>
          </a:xfrm>
        </p:spPr>
        <p:txBody>
          <a:bodyPr anchor="ctr" anchorCtr="0"/>
          <a:lstStyle>
            <a:lvl1pPr algn="ctr">
              <a:defRPr sz="800">
                <a:solidFill>
                  <a:schemeClr val="bg1"/>
                </a:solidFill>
              </a:defRPr>
            </a:lvl1pPr>
          </a:lstStyle>
          <a:p>
            <a:r>
              <a:rPr lang="en-US"/>
              <a:t>Place Icon Here</a:t>
            </a:r>
          </a:p>
        </p:txBody>
      </p:sp>
      <p:sp>
        <p:nvSpPr>
          <p:cNvPr id="15" name="Text Placeholder 3">
            <a:extLst>
              <a:ext uri="{FF2B5EF4-FFF2-40B4-BE49-F238E27FC236}">
                <a16:creationId xmlns:a16="http://schemas.microsoft.com/office/drawing/2014/main" id="{2F293DB1-AE8A-4E43-8E0E-0EF4EF9D718D}"/>
              </a:ext>
            </a:extLst>
          </p:cNvPr>
          <p:cNvSpPr>
            <a:spLocks noGrp="1"/>
          </p:cNvSpPr>
          <p:nvPr>
            <p:ph type="body" sz="quarter" idx="29" hasCustomPrompt="1"/>
          </p:nvPr>
        </p:nvSpPr>
        <p:spPr>
          <a:xfrm>
            <a:off x="1972211" y="5206146"/>
            <a:ext cx="3476087" cy="953354"/>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13" name="Icon Placeholder 3">
            <a:extLst>
              <a:ext uri="{FF2B5EF4-FFF2-40B4-BE49-F238E27FC236}">
                <a16:creationId xmlns:a16="http://schemas.microsoft.com/office/drawing/2014/main" id="{9D4146EE-32DA-4D4C-BC24-C0E36EF2FF12}"/>
              </a:ext>
            </a:extLst>
          </p:cNvPr>
          <p:cNvSpPr>
            <a:spLocks noGrp="1"/>
          </p:cNvSpPr>
          <p:nvPr>
            <p:ph type="pic" sz="quarter" idx="27" hasCustomPrompt="1"/>
          </p:nvPr>
        </p:nvSpPr>
        <p:spPr>
          <a:xfrm>
            <a:off x="1074357" y="5231546"/>
            <a:ext cx="646734" cy="646734"/>
          </a:xfrm>
        </p:spPr>
        <p:txBody>
          <a:bodyPr anchor="ctr" anchorCtr="0"/>
          <a:lstStyle>
            <a:lvl1pPr algn="ctr">
              <a:defRPr sz="800">
                <a:solidFill>
                  <a:schemeClr val="bg1"/>
                </a:solidFill>
              </a:defRPr>
            </a:lvl1pPr>
          </a:lstStyle>
          <a:p>
            <a:r>
              <a:rPr lang="en-US"/>
              <a:t>Place Icon Here</a:t>
            </a:r>
          </a:p>
        </p:txBody>
      </p:sp>
      <p:sp>
        <p:nvSpPr>
          <p:cNvPr id="4" name="Slide Number Placeholder">
            <a:extLst>
              <a:ext uri="{FF2B5EF4-FFF2-40B4-BE49-F238E27FC236}">
                <a16:creationId xmlns:a16="http://schemas.microsoft.com/office/drawing/2014/main" id="{BE3BAEFB-13DE-9C4C-93A8-C3C0871FD70A}"/>
              </a:ext>
            </a:extLst>
          </p:cNvPr>
          <p:cNvSpPr>
            <a:spLocks noGrp="1"/>
          </p:cNvSpPr>
          <p:nvPr>
            <p:ph type="sldNum" sz="quarter" idx="31"/>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03504273"/>
      </p:ext>
    </p:extLst>
  </p:cSld>
  <p:clrMapOvr>
    <a:masterClrMapping/>
  </p:clrMapOvr>
  <p:extLst>
    <p:ext uri="{DCECCB84-F9BA-43D5-87BE-67443E8EF086}">
      <p15:sldGuideLst xmlns:p15="http://schemas.microsoft.com/office/powerpoint/2012/main">
        <p15:guide id="1" pos="672">
          <p15:clr>
            <a:srgbClr val="FBAE40"/>
          </p15:clr>
        </p15:guide>
        <p15:guide id="2" pos="34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ummary 2 - Highly Visual">
    <p:spTree>
      <p:nvGrpSpPr>
        <p:cNvPr id="1" name=""/>
        <p:cNvGrpSpPr/>
        <p:nvPr/>
      </p:nvGrpSpPr>
      <p:grpSpPr>
        <a:xfrm>
          <a:off x="0" y="0"/>
          <a:ext cx="0" cy="0"/>
          <a:chOff x="0" y="0"/>
          <a:chExt cx="0" cy="0"/>
        </a:xfrm>
      </p:grpSpPr>
      <p:sp>
        <p:nvSpPr>
          <p:cNvPr id="9" name="Supporting Image">
            <a:extLst>
              <a:ext uri="{FF2B5EF4-FFF2-40B4-BE49-F238E27FC236}">
                <a16:creationId xmlns:a16="http://schemas.microsoft.com/office/drawing/2014/main" id="{F5DBB154-68BE-394C-9D23-5A60C3F17883}"/>
              </a:ext>
            </a:extLst>
          </p:cNvPr>
          <p:cNvSpPr>
            <a:spLocks noGrp="1"/>
          </p:cNvSpPr>
          <p:nvPr>
            <p:ph type="pic" sz="quarter" idx="15" hasCustomPrompt="1"/>
          </p:nvPr>
        </p:nvSpPr>
        <p:spPr>
          <a:xfrm>
            <a:off x="0" y="0"/>
            <a:ext cx="4076700" cy="6858000"/>
          </a:xfrm>
          <a:solidFill>
            <a:schemeClr val="accent6"/>
          </a:solidFill>
        </p:spPr>
        <p:txBody>
          <a:bodyPr tIns="0" anchor="ctr" anchorCtr="0"/>
          <a:lstStyle>
            <a:lvl1pPr algn="ctr">
              <a:defRPr sz="1400"/>
            </a:lvl1pPr>
          </a:lstStyle>
          <a:p>
            <a:r>
              <a:rPr lang="en-US"/>
              <a:t>Picture</a:t>
            </a:r>
          </a:p>
        </p:txBody>
      </p:sp>
      <p:sp>
        <p:nvSpPr>
          <p:cNvPr id="10" name="Text Placeholder 1">
            <a:extLst>
              <a:ext uri="{FF2B5EF4-FFF2-40B4-BE49-F238E27FC236}">
                <a16:creationId xmlns:a16="http://schemas.microsoft.com/office/drawing/2014/main" id="{AB39FC8A-2F3C-3143-ADCC-261FD6E45515}"/>
              </a:ext>
            </a:extLst>
          </p:cNvPr>
          <p:cNvSpPr>
            <a:spLocks noGrp="1"/>
          </p:cNvSpPr>
          <p:nvPr>
            <p:ph type="body" sz="quarter" idx="16" hasCustomPrompt="1"/>
          </p:nvPr>
        </p:nvSpPr>
        <p:spPr>
          <a:xfrm>
            <a:off x="4505484" y="1916009"/>
            <a:ext cx="3182961" cy="1155590"/>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11" name="Icon Placeholder 1">
            <a:extLst>
              <a:ext uri="{FF2B5EF4-FFF2-40B4-BE49-F238E27FC236}">
                <a16:creationId xmlns:a16="http://schemas.microsoft.com/office/drawing/2014/main" id="{03360D9F-F030-4D49-960B-F9CFD38F1B82}"/>
              </a:ext>
            </a:extLst>
          </p:cNvPr>
          <p:cNvSpPr>
            <a:spLocks noGrp="1"/>
          </p:cNvSpPr>
          <p:nvPr>
            <p:ph type="pic" sz="quarter" idx="20" hasCustomPrompt="1"/>
          </p:nvPr>
        </p:nvSpPr>
        <p:spPr>
          <a:xfrm>
            <a:off x="5776212" y="1051356"/>
            <a:ext cx="646734" cy="646734"/>
          </a:xfrm>
        </p:spPr>
        <p:txBody>
          <a:bodyPr anchor="ctr" anchorCtr="0"/>
          <a:lstStyle>
            <a:lvl1pPr algn="ctr">
              <a:defRPr sz="800">
                <a:solidFill>
                  <a:schemeClr val="tx1"/>
                </a:solidFill>
              </a:defRPr>
            </a:lvl1pPr>
          </a:lstStyle>
          <a:p>
            <a:r>
              <a:rPr lang="en-US"/>
              <a:t>Place Icon Here</a:t>
            </a:r>
          </a:p>
        </p:txBody>
      </p:sp>
      <p:sp>
        <p:nvSpPr>
          <p:cNvPr id="12" name="Text Placeholder 2">
            <a:extLst>
              <a:ext uri="{FF2B5EF4-FFF2-40B4-BE49-F238E27FC236}">
                <a16:creationId xmlns:a16="http://schemas.microsoft.com/office/drawing/2014/main" id="{FB8E29EC-88CC-1F4E-BD51-8E4C4B9ECC92}"/>
              </a:ext>
            </a:extLst>
          </p:cNvPr>
          <p:cNvSpPr>
            <a:spLocks noGrp="1"/>
          </p:cNvSpPr>
          <p:nvPr>
            <p:ph type="body" sz="quarter" idx="28" hasCustomPrompt="1"/>
          </p:nvPr>
        </p:nvSpPr>
        <p:spPr>
          <a:xfrm>
            <a:off x="8272871" y="1916009"/>
            <a:ext cx="3182962" cy="1155588"/>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13" name="Icon Placeholder 2">
            <a:extLst>
              <a:ext uri="{FF2B5EF4-FFF2-40B4-BE49-F238E27FC236}">
                <a16:creationId xmlns:a16="http://schemas.microsoft.com/office/drawing/2014/main" id="{E0E9C40A-C5AA-CE4C-8C92-7F19F0915C75}"/>
              </a:ext>
            </a:extLst>
          </p:cNvPr>
          <p:cNvSpPr>
            <a:spLocks noGrp="1"/>
          </p:cNvSpPr>
          <p:nvPr>
            <p:ph type="pic" sz="quarter" idx="23" hasCustomPrompt="1"/>
          </p:nvPr>
        </p:nvSpPr>
        <p:spPr>
          <a:xfrm>
            <a:off x="9540985" y="1051356"/>
            <a:ext cx="646734" cy="646734"/>
          </a:xfrm>
        </p:spPr>
        <p:txBody>
          <a:bodyPr anchor="ctr" anchorCtr="0"/>
          <a:lstStyle>
            <a:lvl1pPr algn="ctr">
              <a:defRPr sz="800">
                <a:solidFill>
                  <a:schemeClr val="tx1"/>
                </a:solidFill>
              </a:defRPr>
            </a:lvl1pPr>
          </a:lstStyle>
          <a:p>
            <a:r>
              <a:rPr lang="en-US"/>
              <a:t>Place Icon Here</a:t>
            </a:r>
          </a:p>
        </p:txBody>
      </p:sp>
      <p:sp>
        <p:nvSpPr>
          <p:cNvPr id="15" name="Text Placeholder 3">
            <a:extLst>
              <a:ext uri="{FF2B5EF4-FFF2-40B4-BE49-F238E27FC236}">
                <a16:creationId xmlns:a16="http://schemas.microsoft.com/office/drawing/2014/main" id="{78F0A9FC-1630-3842-90AE-8CBA42EF5519}"/>
              </a:ext>
            </a:extLst>
          </p:cNvPr>
          <p:cNvSpPr>
            <a:spLocks noGrp="1"/>
          </p:cNvSpPr>
          <p:nvPr>
            <p:ph type="body" sz="quarter" idx="29" hasCustomPrompt="1"/>
          </p:nvPr>
        </p:nvSpPr>
        <p:spPr>
          <a:xfrm>
            <a:off x="4505484" y="4706898"/>
            <a:ext cx="3182958" cy="1155591"/>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14" name="Icon Placeholder 3">
            <a:extLst>
              <a:ext uri="{FF2B5EF4-FFF2-40B4-BE49-F238E27FC236}">
                <a16:creationId xmlns:a16="http://schemas.microsoft.com/office/drawing/2014/main" id="{B3F16183-CB16-3C4E-97C8-DE164EE8F38D}"/>
              </a:ext>
            </a:extLst>
          </p:cNvPr>
          <p:cNvSpPr>
            <a:spLocks noGrp="1"/>
          </p:cNvSpPr>
          <p:nvPr>
            <p:ph type="pic" sz="quarter" idx="27" hasCustomPrompt="1"/>
          </p:nvPr>
        </p:nvSpPr>
        <p:spPr>
          <a:xfrm>
            <a:off x="5777958" y="3774346"/>
            <a:ext cx="646734" cy="646734"/>
          </a:xfrm>
        </p:spPr>
        <p:txBody>
          <a:bodyPr anchor="ctr" anchorCtr="0"/>
          <a:lstStyle>
            <a:lvl1pPr algn="ctr">
              <a:defRPr sz="800">
                <a:solidFill>
                  <a:schemeClr val="tx1"/>
                </a:solidFill>
              </a:defRPr>
            </a:lvl1pPr>
          </a:lstStyle>
          <a:p>
            <a:r>
              <a:rPr lang="en-US"/>
              <a:t>Place Icon Here</a:t>
            </a:r>
          </a:p>
        </p:txBody>
      </p:sp>
      <p:sp>
        <p:nvSpPr>
          <p:cNvPr id="17" name="Text Placeholder 4">
            <a:extLst>
              <a:ext uri="{FF2B5EF4-FFF2-40B4-BE49-F238E27FC236}">
                <a16:creationId xmlns:a16="http://schemas.microsoft.com/office/drawing/2014/main" id="{4B48C579-2CAD-6B40-8ADA-6CED0D5D7D5E}"/>
              </a:ext>
            </a:extLst>
          </p:cNvPr>
          <p:cNvSpPr>
            <a:spLocks noGrp="1"/>
          </p:cNvSpPr>
          <p:nvPr>
            <p:ph type="body" sz="quarter" idx="31" hasCustomPrompt="1"/>
          </p:nvPr>
        </p:nvSpPr>
        <p:spPr>
          <a:xfrm>
            <a:off x="8253820" y="4697228"/>
            <a:ext cx="3221064" cy="1155587"/>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Subheading goes here</a:t>
            </a:r>
          </a:p>
          <a:p>
            <a:pPr lvl="1"/>
            <a:r>
              <a:rPr lang="en-US" dirty="0"/>
              <a:t>Supporting text goes here</a:t>
            </a:r>
          </a:p>
          <a:p>
            <a:pPr lvl="3"/>
            <a:r>
              <a:rPr lang="en-US" dirty="0"/>
              <a:t>Bullet point option</a:t>
            </a:r>
          </a:p>
        </p:txBody>
      </p:sp>
      <p:sp>
        <p:nvSpPr>
          <p:cNvPr id="16" name="Icon Placeholder 4">
            <a:extLst>
              <a:ext uri="{FF2B5EF4-FFF2-40B4-BE49-F238E27FC236}">
                <a16:creationId xmlns:a16="http://schemas.microsoft.com/office/drawing/2014/main" id="{B9D370B0-2612-7844-AABE-B74E05D4161E}"/>
              </a:ext>
            </a:extLst>
          </p:cNvPr>
          <p:cNvSpPr>
            <a:spLocks noGrp="1"/>
          </p:cNvSpPr>
          <p:nvPr>
            <p:ph type="pic" sz="quarter" idx="30" hasCustomPrompt="1"/>
          </p:nvPr>
        </p:nvSpPr>
        <p:spPr>
          <a:xfrm>
            <a:off x="9540985" y="3771925"/>
            <a:ext cx="646734" cy="646734"/>
          </a:xfrm>
        </p:spPr>
        <p:txBody>
          <a:bodyPr anchor="ctr" anchorCtr="0"/>
          <a:lstStyle>
            <a:lvl1pPr algn="ctr">
              <a:defRPr sz="800">
                <a:solidFill>
                  <a:schemeClr val="tx1"/>
                </a:solidFill>
              </a:defRPr>
            </a:lvl1pPr>
          </a:lstStyle>
          <a:p>
            <a:r>
              <a:rPr lang="en-US"/>
              <a:t>Place Icon Here</a:t>
            </a:r>
          </a:p>
        </p:txBody>
      </p:sp>
      <p:sp>
        <p:nvSpPr>
          <p:cNvPr id="2" name="Footer Placeholder">
            <a:extLst>
              <a:ext uri="{FF2B5EF4-FFF2-40B4-BE49-F238E27FC236}">
                <a16:creationId xmlns:a16="http://schemas.microsoft.com/office/drawing/2014/main" id="{6E058DAA-80A8-7C4B-BFF9-07552342DBC5}"/>
              </a:ext>
            </a:extLst>
          </p:cNvPr>
          <p:cNvSpPr>
            <a:spLocks noGrp="1"/>
          </p:cNvSpPr>
          <p:nvPr>
            <p:ph type="ftr" sz="quarter" idx="3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a:extLst>
              <a:ext uri="{FF2B5EF4-FFF2-40B4-BE49-F238E27FC236}">
                <a16:creationId xmlns:a16="http://schemas.microsoft.com/office/drawing/2014/main" id="{DBC34E5B-7C47-574B-9179-9F63CC3F0608}"/>
              </a:ext>
            </a:extLst>
          </p:cNvPr>
          <p:cNvSpPr>
            <a:spLocks noGrp="1"/>
          </p:cNvSpPr>
          <p:nvPr>
            <p:ph type="sldNum" sz="quarter" idx="33"/>
          </p:nvPr>
        </p:nvSpPr>
        <p:spPr/>
        <p:txBody>
          <a:bodyPr/>
          <a:lstStyle/>
          <a:p>
            <a:fld id="{64B53FD8-04EE-4F67-B5CA-77D45BC12F90}" type="slidenum">
              <a:rPr lang="en-US" smtClean="0"/>
              <a:pPr/>
              <a:t>‹#›</a:t>
            </a:fld>
            <a:endParaRPr lang="en-US" sz="800"/>
          </a:p>
        </p:txBody>
      </p:sp>
      <p:cxnSp>
        <p:nvCxnSpPr>
          <p:cNvPr id="4" name="Divider 1">
            <a:extLst>
              <a:ext uri="{FF2B5EF4-FFF2-40B4-BE49-F238E27FC236}">
                <a16:creationId xmlns:a16="http://schemas.microsoft.com/office/drawing/2014/main" id="{2D022398-D653-374C-96B3-34B84E349BD6}"/>
              </a:ext>
            </a:extLst>
          </p:cNvPr>
          <p:cNvCxnSpPr>
            <a:cxnSpLocks/>
          </p:cNvCxnSpPr>
          <p:nvPr userDrawn="1"/>
        </p:nvCxnSpPr>
        <p:spPr>
          <a:xfrm>
            <a:off x="7952566" y="1051356"/>
            <a:ext cx="1" cy="483025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Divider 2">
            <a:extLst>
              <a:ext uri="{FF2B5EF4-FFF2-40B4-BE49-F238E27FC236}">
                <a16:creationId xmlns:a16="http://schemas.microsoft.com/office/drawing/2014/main" id="{7A125827-CF50-244C-B62F-489EB8EE76AF}"/>
              </a:ext>
            </a:extLst>
          </p:cNvPr>
          <p:cNvCxnSpPr>
            <a:cxnSpLocks/>
          </p:cNvCxnSpPr>
          <p:nvPr userDrawn="1"/>
        </p:nvCxnSpPr>
        <p:spPr>
          <a:xfrm flipH="1">
            <a:off x="4505484" y="3429000"/>
            <a:ext cx="695035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7141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Summary 3 - 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9D262D2E-0E98-6648-92FE-A4F87B845444}"/>
              </a:ext>
            </a:extLst>
          </p:cNvPr>
          <p:cNvSpPr>
            <a:spLocks noGrp="1"/>
          </p:cNvSpPr>
          <p:nvPr>
            <p:ph type="title"/>
          </p:nvPr>
        </p:nvSpPr>
        <p:spPr>
          <a:xfrm>
            <a:off x="1038231" y="571499"/>
            <a:ext cx="10115539" cy="603504"/>
          </a:xfrm>
        </p:spPr>
        <p:txBody>
          <a:bodyPr/>
          <a:lstStyle>
            <a:lvl1pPr algn="ctr">
              <a:defRPr/>
            </a:lvl1pPr>
          </a:lstStyle>
          <a:p>
            <a:r>
              <a:rPr lang="en-US" dirty="0"/>
              <a:t>Click to edit Master title style</a:t>
            </a:r>
          </a:p>
        </p:txBody>
      </p:sp>
      <p:sp>
        <p:nvSpPr>
          <p:cNvPr id="10" name="Text Placeholder 1">
            <a:extLst>
              <a:ext uri="{FF2B5EF4-FFF2-40B4-BE49-F238E27FC236}">
                <a16:creationId xmlns:a16="http://schemas.microsoft.com/office/drawing/2014/main" id="{AB39FC8A-2F3C-3143-ADCC-261FD6E45515}"/>
              </a:ext>
            </a:extLst>
          </p:cNvPr>
          <p:cNvSpPr>
            <a:spLocks noGrp="1"/>
          </p:cNvSpPr>
          <p:nvPr>
            <p:ph type="body" sz="quarter" idx="16" hasCustomPrompt="1"/>
          </p:nvPr>
        </p:nvSpPr>
        <p:spPr>
          <a:xfrm>
            <a:off x="581667" y="1527048"/>
            <a:ext cx="2335152"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00</a:t>
            </a:r>
          </a:p>
          <a:p>
            <a:pPr lvl="1"/>
            <a:r>
              <a:rPr lang="en-US" dirty="0"/>
              <a:t>Subheading goes here</a:t>
            </a:r>
          </a:p>
          <a:p>
            <a:pPr lvl="2"/>
            <a:r>
              <a:rPr lang="en-US" dirty="0"/>
              <a:t>Second level</a:t>
            </a:r>
          </a:p>
          <a:p>
            <a:pPr lvl="3"/>
            <a:r>
              <a:rPr lang="en-US" dirty="0"/>
              <a:t>Third level</a:t>
            </a:r>
          </a:p>
        </p:txBody>
      </p:sp>
      <p:sp>
        <p:nvSpPr>
          <p:cNvPr id="18" name="Text Placeholder 2">
            <a:extLst>
              <a:ext uri="{FF2B5EF4-FFF2-40B4-BE49-F238E27FC236}">
                <a16:creationId xmlns:a16="http://schemas.microsoft.com/office/drawing/2014/main" id="{07A06FFD-505B-9B49-AD5B-35C32C8D6FBF}"/>
              </a:ext>
            </a:extLst>
          </p:cNvPr>
          <p:cNvSpPr>
            <a:spLocks noGrp="1"/>
          </p:cNvSpPr>
          <p:nvPr>
            <p:ph type="body" sz="quarter" idx="32" hasCustomPrompt="1"/>
          </p:nvPr>
        </p:nvSpPr>
        <p:spPr>
          <a:xfrm>
            <a:off x="3550401" y="1527048"/>
            <a:ext cx="2333634"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00</a:t>
            </a:r>
          </a:p>
          <a:p>
            <a:pPr lvl="1"/>
            <a:r>
              <a:rPr lang="en-US" dirty="0"/>
              <a:t>Subheading goes here</a:t>
            </a:r>
          </a:p>
          <a:p>
            <a:pPr lvl="2"/>
            <a:r>
              <a:rPr lang="en-US" dirty="0"/>
              <a:t>Second level</a:t>
            </a:r>
          </a:p>
          <a:p>
            <a:pPr lvl="3"/>
            <a:r>
              <a:rPr lang="en-US" dirty="0"/>
              <a:t>Third level</a:t>
            </a:r>
          </a:p>
        </p:txBody>
      </p:sp>
      <p:sp>
        <p:nvSpPr>
          <p:cNvPr id="21" name="Text Placeholder 3">
            <a:extLst>
              <a:ext uri="{FF2B5EF4-FFF2-40B4-BE49-F238E27FC236}">
                <a16:creationId xmlns:a16="http://schemas.microsoft.com/office/drawing/2014/main" id="{B89D5F54-BD56-2C43-8D29-A7788F89FFE1}"/>
              </a:ext>
            </a:extLst>
          </p:cNvPr>
          <p:cNvSpPr>
            <a:spLocks noGrp="1"/>
          </p:cNvSpPr>
          <p:nvPr>
            <p:ph type="body" sz="quarter" idx="34" hasCustomPrompt="1"/>
          </p:nvPr>
        </p:nvSpPr>
        <p:spPr>
          <a:xfrm>
            <a:off x="581667" y="4045067"/>
            <a:ext cx="2335150"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00</a:t>
            </a:r>
          </a:p>
          <a:p>
            <a:pPr lvl="1"/>
            <a:r>
              <a:rPr lang="en-US" dirty="0"/>
              <a:t>Subheading goes here</a:t>
            </a:r>
          </a:p>
          <a:p>
            <a:pPr lvl="2"/>
            <a:r>
              <a:rPr lang="en-US" dirty="0"/>
              <a:t>Second level</a:t>
            </a:r>
          </a:p>
          <a:p>
            <a:pPr lvl="3"/>
            <a:r>
              <a:rPr lang="en-US" dirty="0"/>
              <a:t>Third level</a:t>
            </a:r>
          </a:p>
        </p:txBody>
      </p:sp>
      <p:sp>
        <p:nvSpPr>
          <p:cNvPr id="20" name="Text Placeholder 4">
            <a:extLst>
              <a:ext uri="{FF2B5EF4-FFF2-40B4-BE49-F238E27FC236}">
                <a16:creationId xmlns:a16="http://schemas.microsoft.com/office/drawing/2014/main" id="{C0D343B5-67C3-1946-8978-B601AED68CE4}"/>
              </a:ext>
            </a:extLst>
          </p:cNvPr>
          <p:cNvSpPr>
            <a:spLocks noGrp="1"/>
          </p:cNvSpPr>
          <p:nvPr>
            <p:ph type="body" sz="quarter" idx="33" hasCustomPrompt="1"/>
          </p:nvPr>
        </p:nvSpPr>
        <p:spPr>
          <a:xfrm>
            <a:off x="3550401" y="4045067"/>
            <a:ext cx="2352684"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dirty="0"/>
              <a:t>00</a:t>
            </a:r>
          </a:p>
          <a:p>
            <a:pPr lvl="1"/>
            <a:r>
              <a:rPr lang="en-US" dirty="0"/>
              <a:t>Subheading goes here</a:t>
            </a:r>
          </a:p>
          <a:p>
            <a:pPr lvl="2"/>
            <a:r>
              <a:rPr lang="en-US" dirty="0"/>
              <a:t>Second level</a:t>
            </a:r>
          </a:p>
          <a:p>
            <a:pPr lvl="3"/>
            <a:r>
              <a:rPr lang="en-US" dirty="0"/>
              <a:t>Third level</a:t>
            </a:r>
          </a:p>
        </p:txBody>
      </p:sp>
      <p:sp>
        <p:nvSpPr>
          <p:cNvPr id="22" name="Content Placeholder 1">
            <a:extLst>
              <a:ext uri="{FF2B5EF4-FFF2-40B4-BE49-F238E27FC236}">
                <a16:creationId xmlns:a16="http://schemas.microsoft.com/office/drawing/2014/main" id="{750930DB-CF2E-2F43-8FC2-AC912579AE63}"/>
              </a:ext>
            </a:extLst>
          </p:cNvPr>
          <p:cNvSpPr>
            <a:spLocks noGrp="1"/>
          </p:cNvSpPr>
          <p:nvPr>
            <p:ph sz="quarter" idx="17"/>
          </p:nvPr>
        </p:nvSpPr>
        <p:spPr>
          <a:xfrm>
            <a:off x="6282006" y="1527049"/>
            <a:ext cx="5338494" cy="4343408"/>
          </a:xfrm>
        </p:spPr>
        <p:txBody>
          <a:bodyPr/>
          <a:lstStyle>
            <a:lvl2pPr>
              <a:spcAft>
                <a:spcPts val="300"/>
              </a:spcAft>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 name="Footer Placeholder">
            <a:extLst>
              <a:ext uri="{FF2B5EF4-FFF2-40B4-BE49-F238E27FC236}">
                <a16:creationId xmlns:a16="http://schemas.microsoft.com/office/drawing/2014/main" id="{BB7E96A9-D49A-E64B-BAA4-AC5DA6356C71}"/>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530A59C9-839D-4147-9ACB-53854DCE627A}"/>
              </a:ext>
            </a:extLst>
          </p:cNvPr>
          <p:cNvSpPr>
            <a:spLocks noGrp="1"/>
          </p:cNvSpPr>
          <p:nvPr>
            <p:ph type="sldNum" sz="quarter" idx="36"/>
          </p:nvPr>
        </p:nvSpPr>
        <p:spPr/>
        <p:txBody>
          <a:bodyPr/>
          <a:lstStyle/>
          <a:p>
            <a:fld id="{64B53FD8-04EE-4F67-B5CA-77D45BC12F90}" type="slidenum">
              <a:rPr lang="en-US" smtClean="0"/>
              <a:pPr/>
              <a:t>‹#›</a:t>
            </a:fld>
            <a:endParaRPr lang="en-US" sz="800"/>
          </a:p>
        </p:txBody>
      </p:sp>
      <p:cxnSp>
        <p:nvCxnSpPr>
          <p:cNvPr id="4" name="Divider 1">
            <a:extLst>
              <a:ext uri="{FF2B5EF4-FFF2-40B4-BE49-F238E27FC236}">
                <a16:creationId xmlns:a16="http://schemas.microsoft.com/office/drawing/2014/main" id="{2D022398-D653-374C-96B3-34B84E349BD6}"/>
              </a:ext>
            </a:extLst>
          </p:cNvPr>
          <p:cNvCxnSpPr>
            <a:cxnSpLocks/>
          </p:cNvCxnSpPr>
          <p:nvPr userDrawn="1"/>
        </p:nvCxnSpPr>
        <p:spPr>
          <a:xfrm>
            <a:off x="3230094" y="1524003"/>
            <a:ext cx="0" cy="463539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Divider 2">
            <a:extLst>
              <a:ext uri="{FF2B5EF4-FFF2-40B4-BE49-F238E27FC236}">
                <a16:creationId xmlns:a16="http://schemas.microsoft.com/office/drawing/2014/main" id="{7A125827-CF50-244C-B62F-489EB8EE76AF}"/>
              </a:ext>
            </a:extLst>
          </p:cNvPr>
          <p:cNvCxnSpPr>
            <a:cxnSpLocks/>
          </p:cNvCxnSpPr>
          <p:nvPr userDrawn="1"/>
        </p:nvCxnSpPr>
        <p:spPr>
          <a:xfrm flipH="1">
            <a:off x="604817" y="3702141"/>
            <a:ext cx="533849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67800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mp; Text w. Call-out 1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585216"/>
          </a:xfrm>
        </p:spPr>
        <p:txBody>
          <a:bodyPr/>
          <a:lstStyle/>
          <a:p>
            <a:r>
              <a:rPr lang="en-US" dirty="0"/>
              <a:t>Click to edit Master title style</a:t>
            </a:r>
          </a:p>
        </p:txBody>
      </p:sp>
      <p:sp>
        <p:nvSpPr>
          <p:cNvPr id="6" name="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1524000"/>
            <a:ext cx="7277100"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all-out Placeholder / Color Block">
            <a:extLst>
              <a:ext uri="{FF2B5EF4-FFF2-40B4-BE49-F238E27FC236}">
                <a16:creationId xmlns:a16="http://schemas.microsoft.com/office/drawing/2014/main" id="{A8B82D2E-491E-CA4F-9FC7-B4754E24658A}"/>
              </a:ext>
            </a:extLst>
          </p:cNvPr>
          <p:cNvSpPr>
            <a:spLocks noGrp="1"/>
          </p:cNvSpPr>
          <p:nvPr>
            <p:ph type="body" sz="quarter" idx="15" hasCustomPrompt="1"/>
          </p:nvPr>
        </p:nvSpPr>
        <p:spPr>
          <a:xfrm>
            <a:off x="8077200" y="1524000"/>
            <a:ext cx="3543300" cy="2724150"/>
          </a:xfrm>
          <a:solidFill>
            <a:schemeClr val="tx2"/>
          </a:solidFill>
        </p:spPr>
        <p:txBody>
          <a:bodyPr lIns="182880" tIns="91440" rIns="182880" bIns="365760"/>
          <a:lstStyle>
            <a:lvl1pPr algn="ctr">
              <a:spcAft>
                <a:spcPts val="0"/>
              </a:spcAft>
              <a:defRPr sz="72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300"/>
              </a:spcAft>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spcAft>
                <a:spcPts val="600"/>
              </a:spcAft>
              <a:defRPr sz="1400">
                <a:solidFill>
                  <a:schemeClr val="bg1"/>
                </a:solidFill>
              </a:defRPr>
            </a:lvl3pPr>
            <a:lvl4pPr algn="ctr">
              <a:defRPr>
                <a:solidFill>
                  <a:schemeClr val="bg1"/>
                </a:solidFill>
              </a:defRPr>
            </a:lvl4pPr>
            <a:lvl5pPr algn="ctr">
              <a:defRPr>
                <a:solidFill>
                  <a:schemeClr val="bg1"/>
                </a:solidFill>
              </a:defRPr>
            </a:lvl5pPr>
          </a:lstStyle>
          <a:p>
            <a:pPr lvl="0"/>
            <a:r>
              <a:rPr lang="en-US" dirty="0"/>
              <a:t>000</a:t>
            </a:r>
          </a:p>
          <a:p>
            <a:pPr lvl="1"/>
            <a:r>
              <a:rPr lang="en-US" dirty="0"/>
              <a:t>Subheading goes here</a:t>
            </a:r>
          </a:p>
          <a:p>
            <a:pPr lvl="2"/>
            <a:r>
              <a:rPr lang="en-US" dirty="0"/>
              <a:t>Body copy goes here</a:t>
            </a:r>
          </a:p>
        </p:txBody>
      </p:sp>
      <p:sp>
        <p:nvSpPr>
          <p:cNvPr id="3" name="Footer Placeholder">
            <a:extLst>
              <a:ext uri="{FF2B5EF4-FFF2-40B4-BE49-F238E27FC236}">
                <a16:creationId xmlns:a16="http://schemas.microsoft.com/office/drawing/2014/main" id="{EEC82761-D1D5-534F-901C-ABDBBD04272C}"/>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070554E-803B-2445-A122-40070256C24B}"/>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94057997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mp; Text w. Call-out 2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8624" cy="1106424"/>
          </a:xfrm>
        </p:spPr>
        <p:txBody>
          <a:bodyPr/>
          <a:lstStyle/>
          <a:p>
            <a:r>
              <a:rPr lang="en-US" dirty="0"/>
              <a:t>Click to edit Master title style</a:t>
            </a:r>
          </a:p>
        </p:txBody>
      </p:sp>
      <p:sp>
        <p:nvSpPr>
          <p:cNvPr id="6" name="Body 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all-out Placeholder / Color Block">
            <a:extLst>
              <a:ext uri="{FF2B5EF4-FFF2-40B4-BE49-F238E27FC236}">
                <a16:creationId xmlns:a16="http://schemas.microsoft.com/office/drawing/2014/main" id="{11AF955F-D9AC-8E4F-A93B-76764BDD856F}"/>
              </a:ext>
            </a:extLst>
          </p:cNvPr>
          <p:cNvSpPr>
            <a:spLocks noGrp="1"/>
          </p:cNvSpPr>
          <p:nvPr>
            <p:ph type="body" sz="quarter" idx="15" hasCustomPrompt="1"/>
          </p:nvPr>
        </p:nvSpPr>
        <p:spPr>
          <a:xfrm>
            <a:off x="8077200" y="0"/>
            <a:ext cx="4114800" cy="6858000"/>
          </a:xfrm>
          <a:solidFill>
            <a:schemeClr val="tx2"/>
          </a:solidFill>
        </p:spPr>
        <p:txBody>
          <a:bodyPr lIns="182880" tIns="2093976" rIns="182880" bIns="365760"/>
          <a:lstStyle>
            <a:lvl1pPr algn="ctr">
              <a:spcAft>
                <a:spcPts val="0"/>
              </a:spcAft>
              <a:defRPr sz="72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300"/>
              </a:spcAft>
              <a:defRPr sz="16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Aft>
                <a:spcPts val="600"/>
              </a:spcAft>
              <a:defRPr sz="1400">
                <a:solidFill>
                  <a:schemeClr val="bg1"/>
                </a:solidFill>
              </a:defRPr>
            </a:lvl3pPr>
            <a:lvl4pPr algn="ctr">
              <a:defRPr>
                <a:solidFill>
                  <a:schemeClr val="bg1"/>
                </a:solidFill>
              </a:defRPr>
            </a:lvl4pPr>
            <a:lvl5pPr algn="ctr">
              <a:defRPr>
                <a:solidFill>
                  <a:schemeClr val="bg1"/>
                </a:solidFill>
              </a:defRPr>
            </a:lvl5pPr>
          </a:lstStyle>
          <a:p>
            <a:pPr lvl="0"/>
            <a:r>
              <a:rPr lang="en-US" dirty="0"/>
              <a:t>000</a:t>
            </a:r>
          </a:p>
          <a:p>
            <a:pPr lvl="1"/>
            <a:r>
              <a:rPr lang="en-US" dirty="0"/>
              <a:t>Subheading goes here</a:t>
            </a:r>
          </a:p>
          <a:p>
            <a:pPr lvl="2"/>
            <a:r>
              <a:rPr lang="en-US" dirty="0"/>
              <a:t>Body copy goes here</a:t>
            </a:r>
          </a:p>
        </p:txBody>
      </p:sp>
      <p:sp>
        <p:nvSpPr>
          <p:cNvPr id="3" name="Footer Placeholder">
            <a:extLst>
              <a:ext uri="{FF2B5EF4-FFF2-40B4-BE49-F238E27FC236}">
                <a16:creationId xmlns:a16="http://schemas.microsoft.com/office/drawing/2014/main" id="{71F47EDF-3B08-9645-A1C7-A2498DFF4B1F}"/>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76371DA9-56D4-7F41-AA00-55D34066E76C}"/>
              </a:ext>
            </a:extLst>
          </p:cNvPr>
          <p:cNvSpPr>
            <a:spLocks noGrp="1"/>
          </p:cNvSpPr>
          <p:nvPr>
            <p:ph type="sldNum" sz="quarter" idx="17"/>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27992097"/>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mp; Text w. Call-out / Icons (purple)">
    <p:spTree>
      <p:nvGrpSpPr>
        <p:cNvPr id="1" name=""/>
        <p:cNvGrpSpPr/>
        <p:nvPr/>
      </p:nvGrpSpPr>
      <p:grpSpPr>
        <a:xfrm>
          <a:off x="0" y="0"/>
          <a:ext cx="0" cy="0"/>
          <a:chOff x="0" y="0"/>
          <a:chExt cx="0" cy="0"/>
        </a:xfrm>
      </p:grpSpPr>
      <p:sp>
        <p:nvSpPr>
          <p:cNvPr id="3" name="Call-out Color Block">
            <a:extLst>
              <a:ext uri="{FF2B5EF4-FFF2-40B4-BE49-F238E27FC236}">
                <a16:creationId xmlns:a16="http://schemas.microsoft.com/office/drawing/2014/main" id="{986217E7-3B51-D54B-BD79-939ABCCAEBDD}"/>
              </a:ext>
            </a:extLst>
          </p:cNvPr>
          <p:cNvSpPr/>
          <p:nvPr userDrawn="1"/>
        </p:nvSpPr>
        <p:spPr>
          <a:xfrm>
            <a:off x="8077200" y="0"/>
            <a:ext cx="4114800" cy="68580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8624" cy="1106424"/>
          </a:xfrm>
        </p:spPr>
        <p:txBody>
          <a:bodyPr/>
          <a:lstStyle>
            <a:lvl1pPr>
              <a:lnSpc>
                <a:spcPct val="110000"/>
              </a:lnSpc>
              <a:defRPr/>
            </a:lvl1p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ubheading / Body Placeholder 1">
            <a:extLst>
              <a:ext uri="{FF2B5EF4-FFF2-40B4-BE49-F238E27FC236}">
                <a16:creationId xmlns:a16="http://schemas.microsoft.com/office/drawing/2014/main" id="{94EE03AF-A15F-0447-871B-AE3B4EC8DEDF}"/>
              </a:ext>
            </a:extLst>
          </p:cNvPr>
          <p:cNvSpPr>
            <a:spLocks noGrp="1"/>
          </p:cNvSpPr>
          <p:nvPr>
            <p:ph type="body" sz="quarter" idx="18" hasCustomPrompt="1"/>
          </p:nvPr>
        </p:nvSpPr>
        <p:spPr>
          <a:xfrm>
            <a:off x="8737600" y="1410749"/>
            <a:ext cx="2794000" cy="584618"/>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dirty="0"/>
              <a:t>Subheading goes here</a:t>
            </a:r>
          </a:p>
          <a:p>
            <a:pPr lvl="1"/>
            <a:r>
              <a:rPr lang="en-US" dirty="0"/>
              <a:t>Body copy goes here</a:t>
            </a:r>
          </a:p>
        </p:txBody>
      </p:sp>
      <p:sp>
        <p:nvSpPr>
          <p:cNvPr id="9" name="Icon Placeholder 1">
            <a:extLst>
              <a:ext uri="{FF2B5EF4-FFF2-40B4-BE49-F238E27FC236}">
                <a16:creationId xmlns:a16="http://schemas.microsoft.com/office/drawing/2014/main" id="{55F8726B-2D48-C441-B805-D43A9960D00B}"/>
              </a:ext>
            </a:extLst>
          </p:cNvPr>
          <p:cNvSpPr>
            <a:spLocks noGrp="1" noChangeAspect="1"/>
          </p:cNvSpPr>
          <p:nvPr>
            <p:ph type="pic" sz="quarter" idx="19" hasCustomPrompt="1"/>
          </p:nvPr>
        </p:nvSpPr>
        <p:spPr>
          <a:xfrm>
            <a:off x="9809988" y="594069"/>
            <a:ext cx="649224" cy="649224"/>
          </a:xfrm>
        </p:spPr>
        <p:txBody>
          <a:bodyPr tIns="0" anchor="ctr" anchorCtr="0"/>
          <a:lstStyle>
            <a:lvl1pPr algn="ctr">
              <a:defRPr sz="800">
                <a:solidFill>
                  <a:schemeClr val="bg1"/>
                </a:solidFill>
              </a:defRPr>
            </a:lvl1pPr>
          </a:lstStyle>
          <a:p>
            <a:r>
              <a:rPr lang="en-US"/>
              <a:t>Place Icon Here</a:t>
            </a:r>
          </a:p>
        </p:txBody>
      </p:sp>
      <p:sp>
        <p:nvSpPr>
          <p:cNvPr id="20" name="Subheading / Body Placeholder 2">
            <a:extLst>
              <a:ext uri="{FF2B5EF4-FFF2-40B4-BE49-F238E27FC236}">
                <a16:creationId xmlns:a16="http://schemas.microsoft.com/office/drawing/2014/main" id="{F06FF516-9EB6-0D41-8E48-2EB03D99F8F3}"/>
              </a:ext>
            </a:extLst>
          </p:cNvPr>
          <p:cNvSpPr>
            <a:spLocks noGrp="1"/>
          </p:cNvSpPr>
          <p:nvPr>
            <p:ph type="body" sz="quarter" idx="23" hasCustomPrompt="1"/>
          </p:nvPr>
        </p:nvSpPr>
        <p:spPr>
          <a:xfrm>
            <a:off x="8737600" y="3404055"/>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dirty="0"/>
              <a:t>Subheading goes here</a:t>
            </a:r>
          </a:p>
          <a:p>
            <a:pPr lvl="1"/>
            <a:r>
              <a:rPr lang="en-US" dirty="0"/>
              <a:t>Body copy goes here</a:t>
            </a:r>
          </a:p>
        </p:txBody>
      </p:sp>
      <p:sp>
        <p:nvSpPr>
          <p:cNvPr id="19" name="Icon Placeholder 2">
            <a:extLst>
              <a:ext uri="{FF2B5EF4-FFF2-40B4-BE49-F238E27FC236}">
                <a16:creationId xmlns:a16="http://schemas.microsoft.com/office/drawing/2014/main" id="{758C68BE-680C-AA46-ADD2-5A6E446B8648}"/>
              </a:ext>
            </a:extLst>
          </p:cNvPr>
          <p:cNvSpPr>
            <a:spLocks noGrp="1" noChangeAspect="1"/>
          </p:cNvSpPr>
          <p:nvPr>
            <p:ph type="pic" sz="quarter" idx="22" hasCustomPrompt="1"/>
          </p:nvPr>
        </p:nvSpPr>
        <p:spPr>
          <a:xfrm>
            <a:off x="9809988" y="2587376"/>
            <a:ext cx="649224" cy="649224"/>
          </a:xfrm>
        </p:spPr>
        <p:txBody>
          <a:bodyPr tIns="0" anchor="ctr" anchorCtr="0"/>
          <a:lstStyle>
            <a:lvl1pPr algn="ctr">
              <a:defRPr sz="800">
                <a:solidFill>
                  <a:schemeClr val="bg1"/>
                </a:solidFill>
              </a:defRPr>
            </a:lvl1pPr>
          </a:lstStyle>
          <a:p>
            <a:r>
              <a:rPr lang="en-US"/>
              <a:t>Place Icon Here</a:t>
            </a:r>
          </a:p>
        </p:txBody>
      </p:sp>
      <p:sp>
        <p:nvSpPr>
          <p:cNvPr id="18" name="Subheading / Body Placeholder 3">
            <a:extLst>
              <a:ext uri="{FF2B5EF4-FFF2-40B4-BE49-F238E27FC236}">
                <a16:creationId xmlns:a16="http://schemas.microsoft.com/office/drawing/2014/main" id="{5A7F05BD-C42F-1B46-ACB7-3B0E02BDE961}"/>
              </a:ext>
            </a:extLst>
          </p:cNvPr>
          <p:cNvSpPr>
            <a:spLocks noGrp="1"/>
          </p:cNvSpPr>
          <p:nvPr>
            <p:ph type="body" sz="quarter" idx="21" hasCustomPrompt="1"/>
          </p:nvPr>
        </p:nvSpPr>
        <p:spPr>
          <a:xfrm>
            <a:off x="8737600" y="5397363"/>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dirty="0"/>
              <a:t>Subheading goes here</a:t>
            </a:r>
          </a:p>
          <a:p>
            <a:pPr lvl="1"/>
            <a:r>
              <a:rPr lang="en-US" dirty="0"/>
              <a:t>Body copy goes here</a:t>
            </a:r>
          </a:p>
        </p:txBody>
      </p:sp>
      <p:sp>
        <p:nvSpPr>
          <p:cNvPr id="17" name="Icon Placeholder 3">
            <a:extLst>
              <a:ext uri="{FF2B5EF4-FFF2-40B4-BE49-F238E27FC236}">
                <a16:creationId xmlns:a16="http://schemas.microsoft.com/office/drawing/2014/main" id="{3F7A53CE-B75C-E542-A689-465DA7D757D6}"/>
              </a:ext>
            </a:extLst>
          </p:cNvPr>
          <p:cNvSpPr>
            <a:spLocks noGrp="1" noChangeAspect="1"/>
          </p:cNvSpPr>
          <p:nvPr>
            <p:ph type="pic" sz="quarter" idx="20" hasCustomPrompt="1"/>
          </p:nvPr>
        </p:nvSpPr>
        <p:spPr>
          <a:xfrm>
            <a:off x="9809988" y="4580684"/>
            <a:ext cx="649224" cy="649224"/>
          </a:xfrm>
        </p:spPr>
        <p:txBody>
          <a:bodyPr tIns="0" anchor="ctr" anchorCtr="0"/>
          <a:lstStyle>
            <a:lvl1pPr algn="ctr">
              <a:defRPr sz="800">
                <a:solidFill>
                  <a:schemeClr val="bg1"/>
                </a:solidFill>
              </a:defRPr>
            </a:lvl1pPr>
          </a:lstStyle>
          <a:p>
            <a:r>
              <a:rPr lang="en-US"/>
              <a:t>Place Icon Here</a:t>
            </a:r>
          </a:p>
        </p:txBody>
      </p:sp>
      <p:sp>
        <p:nvSpPr>
          <p:cNvPr id="4" name="Footer Placeholder">
            <a:extLst>
              <a:ext uri="{FF2B5EF4-FFF2-40B4-BE49-F238E27FC236}">
                <a16:creationId xmlns:a16="http://schemas.microsoft.com/office/drawing/2014/main" id="{7CCE3A44-C7D6-B547-B689-A7943EA79A29}"/>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0248684D-8567-604C-B9CB-CE572C8FA43B}"/>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593304516"/>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mp; Text w. Call-out 1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1524000"/>
            <a:ext cx="72771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all-out Placeholder / Color Block">
            <a:extLst>
              <a:ext uri="{FF2B5EF4-FFF2-40B4-BE49-F238E27FC236}">
                <a16:creationId xmlns:a16="http://schemas.microsoft.com/office/drawing/2014/main" id="{6553C964-EBE7-FD49-BD77-0863FB271CBC}"/>
              </a:ext>
            </a:extLst>
          </p:cNvPr>
          <p:cNvSpPr>
            <a:spLocks noGrp="1"/>
          </p:cNvSpPr>
          <p:nvPr>
            <p:ph type="body" sz="quarter" idx="15" hasCustomPrompt="1"/>
          </p:nvPr>
        </p:nvSpPr>
        <p:spPr>
          <a:xfrm>
            <a:off x="8077200" y="1524000"/>
            <a:ext cx="3543300" cy="2724150"/>
          </a:xfrm>
          <a:gradFill flip="none" rotWithShape="1">
            <a:gsLst>
              <a:gs pos="100000">
                <a:srgbClr val="FF6600"/>
              </a:gs>
              <a:gs pos="33000">
                <a:schemeClr val="accent1"/>
              </a:gs>
              <a:gs pos="0">
                <a:schemeClr val="tx2"/>
              </a:gs>
            </a:gsLst>
            <a:lin ang="3000000" scaled="0"/>
            <a:tileRect/>
          </a:gradFill>
        </p:spPr>
        <p:txBody>
          <a:bodyPr lIns="182880" tIns="91440" rIns="182880" bIns="365760"/>
          <a:lstStyle>
            <a:lvl1pPr algn="ctr">
              <a:spcAft>
                <a:spcPts val="0"/>
              </a:spcAft>
              <a:defRPr sz="72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0" algn="ctr">
              <a:spcAft>
                <a:spcPts val="300"/>
              </a:spcAft>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marL="0" algn="ctr">
              <a:spcAft>
                <a:spcPts val="600"/>
              </a:spcAft>
              <a:defRPr sz="1400">
                <a:solidFill>
                  <a:schemeClr val="bg1"/>
                </a:solidFill>
              </a:defRPr>
            </a:lvl3pPr>
            <a:lvl4pPr algn="ctr">
              <a:defRPr>
                <a:solidFill>
                  <a:schemeClr val="bg1"/>
                </a:solidFill>
              </a:defRPr>
            </a:lvl4pPr>
            <a:lvl5pPr algn="ctr">
              <a:defRPr>
                <a:solidFill>
                  <a:schemeClr val="bg1"/>
                </a:solidFill>
              </a:defRPr>
            </a:lvl5pPr>
          </a:lstStyle>
          <a:p>
            <a:pPr lvl="0"/>
            <a:r>
              <a:rPr lang="en-US" dirty="0"/>
              <a:t>000</a:t>
            </a:r>
          </a:p>
          <a:p>
            <a:pPr lvl="1"/>
            <a:r>
              <a:rPr lang="en-US" dirty="0"/>
              <a:t>Subheading goes here</a:t>
            </a:r>
          </a:p>
          <a:p>
            <a:pPr lvl="2"/>
            <a:r>
              <a:rPr lang="en-US" dirty="0"/>
              <a:t>Body copy goes here</a:t>
            </a:r>
          </a:p>
        </p:txBody>
      </p:sp>
      <p:sp>
        <p:nvSpPr>
          <p:cNvPr id="3" name="Footer Placeholder">
            <a:extLst>
              <a:ext uri="{FF2B5EF4-FFF2-40B4-BE49-F238E27FC236}">
                <a16:creationId xmlns:a16="http://schemas.microsoft.com/office/drawing/2014/main" id="{5DA1F949-D755-104F-8131-E86CBAD54DE6}"/>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422B45DC-9CD7-D549-9E77-D19C9802D806}"/>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1123298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Text w. Call-out 2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7100" cy="1106424"/>
          </a:xfrm>
        </p:spPr>
        <p:txBody>
          <a:bodyPr/>
          <a:lstStyle/>
          <a:p>
            <a:r>
              <a:rPr lang="en-US" dirty="0"/>
              <a:t>Click to edit Master title style</a:t>
            </a:r>
          </a:p>
        </p:txBody>
      </p:sp>
      <p:sp>
        <p:nvSpPr>
          <p:cNvPr id="6" name="Body 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all-out Placeholder / Color Block">
            <a:extLst>
              <a:ext uri="{FF2B5EF4-FFF2-40B4-BE49-F238E27FC236}">
                <a16:creationId xmlns:a16="http://schemas.microsoft.com/office/drawing/2014/main" id="{11AF955F-D9AC-8E4F-A93B-76764BDD856F}"/>
              </a:ext>
            </a:extLst>
          </p:cNvPr>
          <p:cNvSpPr>
            <a:spLocks noGrp="1"/>
          </p:cNvSpPr>
          <p:nvPr>
            <p:ph type="body" sz="quarter" idx="15" hasCustomPrompt="1"/>
          </p:nvPr>
        </p:nvSpPr>
        <p:spPr>
          <a:xfrm>
            <a:off x="8077200" y="0"/>
            <a:ext cx="4114800" cy="6858000"/>
          </a:xfrm>
          <a:gradFill flip="none" rotWithShape="1">
            <a:gsLst>
              <a:gs pos="100000">
                <a:srgbClr val="FF6600"/>
              </a:gs>
              <a:gs pos="33000">
                <a:srgbClr val="7D22C3"/>
              </a:gs>
              <a:gs pos="0">
                <a:schemeClr val="tx2"/>
              </a:gs>
            </a:gsLst>
            <a:lin ang="3000000" scaled="0"/>
            <a:tileRect/>
          </a:gradFill>
        </p:spPr>
        <p:txBody>
          <a:bodyPr lIns="182880" tIns="457200" rIns="182880" bIns="457200" anchor="ctr" anchorCtr="0"/>
          <a:lstStyle>
            <a:lvl1pPr algn="ctr">
              <a:spcAft>
                <a:spcPts val="300"/>
              </a:spcAft>
              <a:defRPr sz="72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300"/>
              </a:spcAft>
              <a:defRPr sz="16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Aft>
                <a:spcPts val="600"/>
              </a:spcAft>
              <a:defRPr sz="1400">
                <a:solidFill>
                  <a:schemeClr val="bg1"/>
                </a:solidFill>
              </a:defRPr>
            </a:lvl3pPr>
            <a:lvl4pPr algn="ctr">
              <a:defRPr>
                <a:solidFill>
                  <a:schemeClr val="bg1"/>
                </a:solidFill>
              </a:defRPr>
            </a:lvl4pPr>
            <a:lvl5pPr algn="ctr">
              <a:defRPr>
                <a:solidFill>
                  <a:schemeClr val="bg1"/>
                </a:solidFill>
              </a:defRPr>
            </a:lvl5pPr>
          </a:lstStyle>
          <a:p>
            <a:pPr lvl="0"/>
            <a:r>
              <a:rPr lang="en-US" dirty="0"/>
              <a:t>000</a:t>
            </a:r>
          </a:p>
          <a:p>
            <a:pPr lvl="1"/>
            <a:r>
              <a:rPr lang="en-US" dirty="0"/>
              <a:t>Subheading goes here</a:t>
            </a:r>
          </a:p>
          <a:p>
            <a:pPr lvl="2"/>
            <a:r>
              <a:rPr lang="en-US" dirty="0"/>
              <a:t>Body copy goes here</a:t>
            </a:r>
          </a:p>
        </p:txBody>
      </p:sp>
      <p:sp>
        <p:nvSpPr>
          <p:cNvPr id="3" name="Footer Placeholder">
            <a:extLst>
              <a:ext uri="{FF2B5EF4-FFF2-40B4-BE49-F238E27FC236}">
                <a16:creationId xmlns:a16="http://schemas.microsoft.com/office/drawing/2014/main" id="{3CB16DFF-535E-8349-A6AC-068B06B02BFA}"/>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C2187B71-D291-1D4A-BE81-037453AE0AC9}"/>
              </a:ext>
            </a:extLst>
          </p:cNvPr>
          <p:cNvSpPr>
            <a:spLocks noGrp="1"/>
          </p:cNvSpPr>
          <p:nvPr>
            <p:ph type="sldNum" sz="quarter" idx="17"/>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076588429"/>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mp; Text w. Call-out / Icons (gradient)">
    <p:spTree>
      <p:nvGrpSpPr>
        <p:cNvPr id="1" name=""/>
        <p:cNvGrpSpPr/>
        <p:nvPr/>
      </p:nvGrpSpPr>
      <p:grpSpPr>
        <a:xfrm>
          <a:off x="0" y="0"/>
          <a:ext cx="0" cy="0"/>
          <a:chOff x="0" y="0"/>
          <a:chExt cx="0" cy="0"/>
        </a:xfrm>
      </p:grpSpPr>
      <p:sp>
        <p:nvSpPr>
          <p:cNvPr id="3" name="Call-out Color Block">
            <a:extLst>
              <a:ext uri="{FF2B5EF4-FFF2-40B4-BE49-F238E27FC236}">
                <a16:creationId xmlns:a16="http://schemas.microsoft.com/office/drawing/2014/main" id="{986217E7-3B51-D54B-BD79-939ABCCAEBDD}"/>
              </a:ext>
            </a:extLst>
          </p:cNvPr>
          <p:cNvSpPr/>
          <p:nvPr userDrawn="1"/>
        </p:nvSpPr>
        <p:spPr>
          <a:xfrm>
            <a:off x="8077200" y="0"/>
            <a:ext cx="4114800" cy="6858000"/>
          </a:xfrm>
          <a:prstGeom prst="rect">
            <a:avLst/>
          </a:prstGeom>
          <a:gradFill>
            <a:gsLst>
              <a:gs pos="100000">
                <a:srgbClr val="FF6600"/>
              </a:gs>
              <a:gs pos="33000">
                <a:schemeClr val="accent1"/>
              </a:gs>
              <a:gs pos="0">
                <a:schemeClr val="tx2"/>
              </a:gs>
            </a:gsLst>
            <a:lin ang="30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8624" cy="1106424"/>
          </a:xfrm>
        </p:spPr>
        <p:txBody>
          <a:bodyPr/>
          <a:lstStyle>
            <a:lvl1pPr>
              <a:lnSpc>
                <a:spcPct val="110000"/>
              </a:lnSpc>
              <a:defRPr/>
            </a:lvl1p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ubheading / Body Placeholder 1">
            <a:extLst>
              <a:ext uri="{FF2B5EF4-FFF2-40B4-BE49-F238E27FC236}">
                <a16:creationId xmlns:a16="http://schemas.microsoft.com/office/drawing/2014/main" id="{94EE03AF-A15F-0447-871B-AE3B4EC8DEDF}"/>
              </a:ext>
            </a:extLst>
          </p:cNvPr>
          <p:cNvSpPr>
            <a:spLocks noGrp="1"/>
          </p:cNvSpPr>
          <p:nvPr>
            <p:ph type="body" sz="quarter" idx="18" hasCustomPrompt="1"/>
          </p:nvPr>
        </p:nvSpPr>
        <p:spPr>
          <a:xfrm>
            <a:off x="8737600" y="1410749"/>
            <a:ext cx="2794000" cy="646045"/>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dirty="0"/>
              <a:t>Subheading goes here</a:t>
            </a:r>
          </a:p>
          <a:p>
            <a:pPr lvl="1"/>
            <a:r>
              <a:rPr lang="en-US" dirty="0"/>
              <a:t>Body copy goes here</a:t>
            </a:r>
          </a:p>
        </p:txBody>
      </p:sp>
      <p:sp>
        <p:nvSpPr>
          <p:cNvPr id="9" name="Icon Placeholder 1">
            <a:extLst>
              <a:ext uri="{FF2B5EF4-FFF2-40B4-BE49-F238E27FC236}">
                <a16:creationId xmlns:a16="http://schemas.microsoft.com/office/drawing/2014/main" id="{55F8726B-2D48-C441-B805-D43A9960D00B}"/>
              </a:ext>
            </a:extLst>
          </p:cNvPr>
          <p:cNvSpPr>
            <a:spLocks noGrp="1" noChangeAspect="1"/>
          </p:cNvSpPr>
          <p:nvPr>
            <p:ph type="pic" sz="quarter" idx="19" hasCustomPrompt="1"/>
          </p:nvPr>
        </p:nvSpPr>
        <p:spPr>
          <a:xfrm>
            <a:off x="9809988" y="594069"/>
            <a:ext cx="649224" cy="649224"/>
          </a:xfrm>
        </p:spPr>
        <p:txBody>
          <a:bodyPr tIns="0" anchor="ctr" anchorCtr="0"/>
          <a:lstStyle>
            <a:lvl1pPr algn="ctr">
              <a:defRPr sz="800">
                <a:solidFill>
                  <a:schemeClr val="bg1"/>
                </a:solidFill>
              </a:defRPr>
            </a:lvl1pPr>
          </a:lstStyle>
          <a:p>
            <a:r>
              <a:rPr lang="en-US"/>
              <a:t>Place Icon Here</a:t>
            </a:r>
          </a:p>
        </p:txBody>
      </p:sp>
      <p:sp>
        <p:nvSpPr>
          <p:cNvPr id="20" name="Subheading / Body Placeholder 2">
            <a:extLst>
              <a:ext uri="{FF2B5EF4-FFF2-40B4-BE49-F238E27FC236}">
                <a16:creationId xmlns:a16="http://schemas.microsoft.com/office/drawing/2014/main" id="{F06FF516-9EB6-0D41-8E48-2EB03D99F8F3}"/>
              </a:ext>
            </a:extLst>
          </p:cNvPr>
          <p:cNvSpPr>
            <a:spLocks noGrp="1"/>
          </p:cNvSpPr>
          <p:nvPr>
            <p:ph type="body" sz="quarter" idx="23" hasCustomPrompt="1"/>
          </p:nvPr>
        </p:nvSpPr>
        <p:spPr>
          <a:xfrm>
            <a:off x="8737600" y="3404055"/>
            <a:ext cx="2794000" cy="646047"/>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dirty="0"/>
              <a:t>Subheading goes here</a:t>
            </a:r>
          </a:p>
          <a:p>
            <a:pPr lvl="1"/>
            <a:r>
              <a:rPr lang="en-US" dirty="0"/>
              <a:t>Body copy goes here</a:t>
            </a:r>
          </a:p>
        </p:txBody>
      </p:sp>
      <p:sp>
        <p:nvSpPr>
          <p:cNvPr id="19" name="Icon Placeholder 2">
            <a:extLst>
              <a:ext uri="{FF2B5EF4-FFF2-40B4-BE49-F238E27FC236}">
                <a16:creationId xmlns:a16="http://schemas.microsoft.com/office/drawing/2014/main" id="{758C68BE-680C-AA46-ADD2-5A6E446B8648}"/>
              </a:ext>
            </a:extLst>
          </p:cNvPr>
          <p:cNvSpPr>
            <a:spLocks noGrp="1" noChangeAspect="1"/>
          </p:cNvSpPr>
          <p:nvPr>
            <p:ph type="pic" sz="quarter" idx="22" hasCustomPrompt="1"/>
          </p:nvPr>
        </p:nvSpPr>
        <p:spPr>
          <a:xfrm>
            <a:off x="9809988" y="2587376"/>
            <a:ext cx="649224" cy="649224"/>
          </a:xfrm>
        </p:spPr>
        <p:txBody>
          <a:bodyPr tIns="0" anchor="ctr" anchorCtr="0"/>
          <a:lstStyle>
            <a:lvl1pPr algn="ctr">
              <a:defRPr sz="800">
                <a:solidFill>
                  <a:schemeClr val="bg1"/>
                </a:solidFill>
              </a:defRPr>
            </a:lvl1pPr>
          </a:lstStyle>
          <a:p>
            <a:r>
              <a:rPr lang="en-US"/>
              <a:t>Place Icon Here</a:t>
            </a:r>
          </a:p>
        </p:txBody>
      </p:sp>
      <p:sp>
        <p:nvSpPr>
          <p:cNvPr id="18" name="Subheading / Body Placeholder 3">
            <a:extLst>
              <a:ext uri="{FF2B5EF4-FFF2-40B4-BE49-F238E27FC236}">
                <a16:creationId xmlns:a16="http://schemas.microsoft.com/office/drawing/2014/main" id="{5A7F05BD-C42F-1B46-ACB7-3B0E02BDE961}"/>
              </a:ext>
            </a:extLst>
          </p:cNvPr>
          <p:cNvSpPr>
            <a:spLocks noGrp="1"/>
          </p:cNvSpPr>
          <p:nvPr>
            <p:ph type="body" sz="quarter" idx="21" hasCustomPrompt="1"/>
          </p:nvPr>
        </p:nvSpPr>
        <p:spPr>
          <a:xfrm>
            <a:off x="8737600" y="5397363"/>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dirty="0"/>
              <a:t>Subheading goes here</a:t>
            </a:r>
          </a:p>
          <a:p>
            <a:pPr lvl="1"/>
            <a:r>
              <a:rPr lang="en-US" dirty="0"/>
              <a:t>Body copy goes here</a:t>
            </a:r>
          </a:p>
        </p:txBody>
      </p:sp>
      <p:sp>
        <p:nvSpPr>
          <p:cNvPr id="17" name="Icon Placeholder 3">
            <a:extLst>
              <a:ext uri="{FF2B5EF4-FFF2-40B4-BE49-F238E27FC236}">
                <a16:creationId xmlns:a16="http://schemas.microsoft.com/office/drawing/2014/main" id="{3F7A53CE-B75C-E542-A689-465DA7D757D6}"/>
              </a:ext>
            </a:extLst>
          </p:cNvPr>
          <p:cNvSpPr>
            <a:spLocks noGrp="1" noChangeAspect="1"/>
          </p:cNvSpPr>
          <p:nvPr>
            <p:ph type="pic" sz="quarter" idx="20" hasCustomPrompt="1"/>
          </p:nvPr>
        </p:nvSpPr>
        <p:spPr>
          <a:xfrm>
            <a:off x="9809988" y="4580684"/>
            <a:ext cx="649224" cy="649224"/>
          </a:xfrm>
        </p:spPr>
        <p:txBody>
          <a:bodyPr tIns="0" anchor="ctr" anchorCtr="0"/>
          <a:lstStyle>
            <a:lvl1pPr algn="ctr">
              <a:defRPr sz="800">
                <a:solidFill>
                  <a:schemeClr val="bg1"/>
                </a:solidFill>
              </a:defRPr>
            </a:lvl1pPr>
          </a:lstStyle>
          <a:p>
            <a:r>
              <a:rPr lang="en-US"/>
              <a:t>Place Icon Here</a:t>
            </a:r>
          </a:p>
        </p:txBody>
      </p:sp>
      <p:sp>
        <p:nvSpPr>
          <p:cNvPr id="4" name="Footer Placeholder">
            <a:extLst>
              <a:ext uri="{FF2B5EF4-FFF2-40B4-BE49-F238E27FC236}">
                <a16:creationId xmlns:a16="http://schemas.microsoft.com/office/drawing/2014/main" id="{867F6E52-6F5C-9248-BE62-14D8371A6E38}"/>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562D30C1-591E-7945-8507-4BAEE38F0F96}"/>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66464290"/>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mp; 3 Stats ">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14" name="Intro. Text Placeholder">
            <a:extLst>
              <a:ext uri="{FF2B5EF4-FFF2-40B4-BE49-F238E27FC236}">
                <a16:creationId xmlns:a16="http://schemas.microsoft.com/office/drawing/2014/main" id="{66145C7F-0FA4-2842-9EB9-94B2E2B9BDF6}"/>
              </a:ext>
            </a:extLst>
          </p:cNvPr>
          <p:cNvSpPr>
            <a:spLocks noGrp="1"/>
          </p:cNvSpPr>
          <p:nvPr>
            <p:ph type="body" sz="quarter" idx="19" hasCustomPrompt="1"/>
          </p:nvPr>
        </p:nvSpPr>
        <p:spPr>
          <a:xfrm>
            <a:off x="571500" y="1523999"/>
            <a:ext cx="9182100" cy="898689"/>
          </a:xfrm>
        </p:spPr>
        <p:txBody>
          <a:bodyPr/>
          <a:lstStyle>
            <a:lvl1pPr>
              <a:spcAft>
                <a:spcPts val="600"/>
              </a:spcAft>
              <a:defRPr/>
            </a:lvl1pPr>
          </a:lstStyle>
          <a:p>
            <a:pPr lvl="0"/>
            <a:r>
              <a:rPr lang="en-US" dirty="0"/>
              <a:t>Click to edit Master text styles slide</a:t>
            </a:r>
          </a:p>
          <a:p>
            <a:pPr lvl="1"/>
            <a:r>
              <a:rPr lang="en-US" dirty="0"/>
              <a:t>Second line</a:t>
            </a:r>
          </a:p>
        </p:txBody>
      </p:sp>
      <p:sp>
        <p:nvSpPr>
          <p:cNvPr id="9" name="Statistic Placeholder 1">
            <a:extLst>
              <a:ext uri="{FF2B5EF4-FFF2-40B4-BE49-F238E27FC236}">
                <a16:creationId xmlns:a16="http://schemas.microsoft.com/office/drawing/2014/main" id="{D8A15EFC-EEC3-5046-B5B1-70B806E77CEB}"/>
              </a:ext>
            </a:extLst>
          </p:cNvPr>
          <p:cNvSpPr>
            <a:spLocks noGrp="1"/>
          </p:cNvSpPr>
          <p:nvPr>
            <p:ph type="body" sz="quarter" idx="17" hasCustomPrompt="1"/>
          </p:nvPr>
        </p:nvSpPr>
        <p:spPr>
          <a:xfrm>
            <a:off x="571500" y="2789126"/>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dirty="0"/>
              <a:t>000</a:t>
            </a:r>
          </a:p>
        </p:txBody>
      </p:sp>
      <p:sp>
        <p:nvSpPr>
          <p:cNvPr id="12" name="Subheading / Body Placeholder 1">
            <a:extLst>
              <a:ext uri="{FF2B5EF4-FFF2-40B4-BE49-F238E27FC236}">
                <a16:creationId xmlns:a16="http://schemas.microsoft.com/office/drawing/2014/main" id="{DE34FB45-CC36-5F42-9870-1447C10193C9}"/>
              </a:ext>
            </a:extLst>
          </p:cNvPr>
          <p:cNvSpPr>
            <a:spLocks noGrp="1"/>
          </p:cNvSpPr>
          <p:nvPr>
            <p:ph type="body" sz="quarter" idx="18" hasCustomPrompt="1"/>
          </p:nvPr>
        </p:nvSpPr>
        <p:spPr>
          <a:xfrm>
            <a:off x="5715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5" name="Statistic Placeholder 2">
            <a:extLst>
              <a:ext uri="{FF2B5EF4-FFF2-40B4-BE49-F238E27FC236}">
                <a16:creationId xmlns:a16="http://schemas.microsoft.com/office/drawing/2014/main" id="{BE763705-A473-754E-8C08-F813C5331B88}"/>
              </a:ext>
            </a:extLst>
          </p:cNvPr>
          <p:cNvSpPr>
            <a:spLocks noGrp="1"/>
          </p:cNvSpPr>
          <p:nvPr>
            <p:ph type="body" sz="quarter" idx="20" hasCustomPrompt="1"/>
          </p:nvPr>
        </p:nvSpPr>
        <p:spPr>
          <a:xfrm>
            <a:off x="4343400" y="2789126"/>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dirty="0"/>
              <a:t>000</a:t>
            </a:r>
          </a:p>
        </p:txBody>
      </p:sp>
      <p:sp>
        <p:nvSpPr>
          <p:cNvPr id="19" name="Subheading / Body Placeholder 2">
            <a:extLst>
              <a:ext uri="{FF2B5EF4-FFF2-40B4-BE49-F238E27FC236}">
                <a16:creationId xmlns:a16="http://schemas.microsoft.com/office/drawing/2014/main" id="{529F5F4C-3FA6-434B-8869-46D30E422C10}"/>
              </a:ext>
            </a:extLst>
          </p:cNvPr>
          <p:cNvSpPr>
            <a:spLocks noGrp="1"/>
          </p:cNvSpPr>
          <p:nvPr>
            <p:ph type="body" sz="quarter" idx="22" hasCustomPrompt="1"/>
          </p:nvPr>
        </p:nvSpPr>
        <p:spPr>
          <a:xfrm>
            <a:off x="43434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6" name="Statistic Placeholder 3">
            <a:extLst>
              <a:ext uri="{FF2B5EF4-FFF2-40B4-BE49-F238E27FC236}">
                <a16:creationId xmlns:a16="http://schemas.microsoft.com/office/drawing/2014/main" id="{86F31FFA-FD67-8049-B49E-12319093AE43}"/>
              </a:ext>
            </a:extLst>
          </p:cNvPr>
          <p:cNvSpPr>
            <a:spLocks noGrp="1"/>
          </p:cNvSpPr>
          <p:nvPr>
            <p:ph type="body" sz="quarter" idx="21" hasCustomPrompt="1"/>
          </p:nvPr>
        </p:nvSpPr>
        <p:spPr>
          <a:xfrm>
            <a:off x="8115300" y="2789126"/>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dirty="0"/>
              <a:t>000</a:t>
            </a:r>
          </a:p>
        </p:txBody>
      </p:sp>
      <p:sp>
        <p:nvSpPr>
          <p:cNvPr id="20" name="Subheading / Body Placeholder 3">
            <a:extLst>
              <a:ext uri="{FF2B5EF4-FFF2-40B4-BE49-F238E27FC236}">
                <a16:creationId xmlns:a16="http://schemas.microsoft.com/office/drawing/2014/main" id="{A190C844-6C9E-CA4E-9DFD-1D0CAC964A25}"/>
              </a:ext>
            </a:extLst>
          </p:cNvPr>
          <p:cNvSpPr>
            <a:spLocks noGrp="1"/>
          </p:cNvSpPr>
          <p:nvPr>
            <p:ph type="body" sz="quarter" idx="23" hasCustomPrompt="1"/>
          </p:nvPr>
        </p:nvSpPr>
        <p:spPr>
          <a:xfrm>
            <a:off x="8115302"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8" name="Caption Placeholder 1">
            <a:extLst>
              <a:ext uri="{FF2B5EF4-FFF2-40B4-BE49-F238E27FC236}">
                <a16:creationId xmlns:a16="http://schemas.microsoft.com/office/drawing/2014/main" id="{8D08CD33-A455-564D-B1CC-A56E79F5612C}"/>
              </a:ext>
            </a:extLst>
          </p:cNvPr>
          <p:cNvSpPr>
            <a:spLocks noGrp="1"/>
          </p:cNvSpPr>
          <p:nvPr>
            <p:ph type="body" sz="quarter" idx="26"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64936B93-C491-E448-B252-74264F6E88E8}"/>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0CC61D97-5284-424C-9B60-38BC846A8161}"/>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32466275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mp; 3 Stats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9" name="Statistic Placeholder 1">
            <a:extLst>
              <a:ext uri="{FF2B5EF4-FFF2-40B4-BE49-F238E27FC236}">
                <a16:creationId xmlns:a16="http://schemas.microsoft.com/office/drawing/2014/main" id="{D8A15EFC-EEC3-5046-B5B1-70B806E77CEB}"/>
              </a:ext>
            </a:extLst>
          </p:cNvPr>
          <p:cNvSpPr>
            <a:spLocks noGrp="1"/>
          </p:cNvSpPr>
          <p:nvPr>
            <p:ph type="body" sz="quarter" idx="17" hasCustomPrompt="1"/>
          </p:nvPr>
        </p:nvSpPr>
        <p:spPr>
          <a:xfrm>
            <a:off x="571500" y="2789126"/>
            <a:ext cx="3505200" cy="1163523"/>
          </a:xfrm>
          <a:prstGeom prst="rect">
            <a:avLst/>
          </a:prstGeom>
        </p:spPr>
        <p:txBody>
          <a:bodyPr lIns="0" tIns="0" anchor="ctr" anchorCtr="0">
            <a:noAutofit/>
          </a:bodyPr>
          <a:lstStyle>
            <a:lvl1pPr marL="0" indent="0" algn="ctr">
              <a:lnSpc>
                <a:spcPct val="110000"/>
              </a:lnSpc>
              <a:spcBef>
                <a:spcPts val="0"/>
              </a:spcBef>
              <a:spcAft>
                <a:spcPts val="0"/>
              </a:spcAft>
              <a:buNone/>
              <a:defRPr sz="11500" b="1" i="0">
                <a:gradFill>
                  <a:gsLst>
                    <a:gs pos="100000">
                      <a:srgbClr val="FF6600"/>
                    </a:gs>
                    <a:gs pos="33000">
                      <a:schemeClr val="accent1"/>
                    </a:gs>
                    <a:gs pos="0">
                      <a:schemeClr val="tx2"/>
                    </a:gs>
                  </a:gsLst>
                  <a:lin ang="0" scaled="0"/>
                </a:gradFill>
                <a:latin typeface="FedEx Sans XBold" panose="020B0603020203020204" pitchFamily="34" charset="0"/>
                <a:ea typeface="FedEx Sans XBold" panose="020B0603020203020204" pitchFamily="34" charset="0"/>
                <a:cs typeface="FedEx Sans XBold" panose="020B0603020203020204" pitchFamily="34" charset="0"/>
              </a:defRPr>
            </a:lvl1pPr>
          </a:lstStyle>
          <a:p>
            <a:pPr lvl="0"/>
            <a:r>
              <a:rPr lang="en-US" dirty="0"/>
              <a:t>000</a:t>
            </a:r>
          </a:p>
        </p:txBody>
      </p:sp>
      <p:sp>
        <p:nvSpPr>
          <p:cNvPr id="19" name="Subheading / Body Placeholder 1">
            <a:extLst>
              <a:ext uri="{FF2B5EF4-FFF2-40B4-BE49-F238E27FC236}">
                <a16:creationId xmlns:a16="http://schemas.microsoft.com/office/drawing/2014/main" id="{19D67F7D-5982-814E-BC5A-DECCF3B96BAB}"/>
              </a:ext>
            </a:extLst>
          </p:cNvPr>
          <p:cNvSpPr>
            <a:spLocks noGrp="1"/>
          </p:cNvSpPr>
          <p:nvPr>
            <p:ph type="body" sz="quarter" idx="18" hasCustomPrompt="1"/>
          </p:nvPr>
        </p:nvSpPr>
        <p:spPr>
          <a:xfrm>
            <a:off x="5715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5" name="Statistic Placeholder 2">
            <a:extLst>
              <a:ext uri="{FF2B5EF4-FFF2-40B4-BE49-F238E27FC236}">
                <a16:creationId xmlns:a16="http://schemas.microsoft.com/office/drawing/2014/main" id="{BE763705-A473-754E-8C08-F813C5331B88}"/>
              </a:ext>
            </a:extLst>
          </p:cNvPr>
          <p:cNvSpPr>
            <a:spLocks noGrp="1"/>
          </p:cNvSpPr>
          <p:nvPr>
            <p:ph type="body" sz="quarter" idx="20" hasCustomPrompt="1"/>
          </p:nvPr>
        </p:nvSpPr>
        <p:spPr>
          <a:xfrm>
            <a:off x="4343400" y="2789126"/>
            <a:ext cx="3505200" cy="1163523"/>
          </a:xfrm>
          <a:prstGeom prst="rect">
            <a:avLst/>
          </a:prstGeom>
        </p:spPr>
        <p:txBody>
          <a:bodyPr lIns="0" tIns="0" anchor="ctr" anchorCtr="0">
            <a:noAutofit/>
          </a:bodyPr>
          <a:lstStyle>
            <a:lvl1pPr marL="0" indent="0" algn="ctr">
              <a:lnSpc>
                <a:spcPct val="110000"/>
              </a:lnSpc>
              <a:spcBef>
                <a:spcPts val="0"/>
              </a:spcBef>
              <a:spcAft>
                <a:spcPts val="0"/>
              </a:spcAft>
              <a:buNone/>
              <a:defRPr sz="11500" b="1" i="0">
                <a:gradFill>
                  <a:gsLst>
                    <a:gs pos="100000">
                      <a:srgbClr val="FF6600"/>
                    </a:gs>
                    <a:gs pos="33000">
                      <a:schemeClr val="accent1"/>
                    </a:gs>
                    <a:gs pos="0">
                      <a:schemeClr val="tx2"/>
                    </a:gs>
                  </a:gsLst>
                  <a:lin ang="0" scaled="0"/>
                </a:gradFill>
                <a:latin typeface="FedEx Sans XBold" panose="020B0603020203020204" pitchFamily="34" charset="0"/>
                <a:ea typeface="FedEx Sans XBold" panose="020B0603020203020204" pitchFamily="34" charset="0"/>
                <a:cs typeface="FedEx Sans XBold" panose="020B0603020203020204" pitchFamily="34" charset="0"/>
              </a:defRPr>
            </a:lvl1pPr>
          </a:lstStyle>
          <a:p>
            <a:pPr lvl="0"/>
            <a:r>
              <a:rPr lang="en-US" dirty="0"/>
              <a:t>000</a:t>
            </a:r>
          </a:p>
        </p:txBody>
      </p:sp>
      <p:sp>
        <p:nvSpPr>
          <p:cNvPr id="20" name="Subheading / Body Placeholder 2">
            <a:extLst>
              <a:ext uri="{FF2B5EF4-FFF2-40B4-BE49-F238E27FC236}">
                <a16:creationId xmlns:a16="http://schemas.microsoft.com/office/drawing/2014/main" id="{56890FBC-F963-F84E-A359-F445FD424D7E}"/>
              </a:ext>
            </a:extLst>
          </p:cNvPr>
          <p:cNvSpPr>
            <a:spLocks noGrp="1"/>
          </p:cNvSpPr>
          <p:nvPr>
            <p:ph type="body" sz="quarter" idx="22" hasCustomPrompt="1"/>
          </p:nvPr>
        </p:nvSpPr>
        <p:spPr>
          <a:xfrm>
            <a:off x="43434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6" name="Statistic Placeholder 3">
            <a:extLst>
              <a:ext uri="{FF2B5EF4-FFF2-40B4-BE49-F238E27FC236}">
                <a16:creationId xmlns:a16="http://schemas.microsoft.com/office/drawing/2014/main" id="{86F31FFA-FD67-8049-B49E-12319093AE43}"/>
              </a:ext>
            </a:extLst>
          </p:cNvPr>
          <p:cNvSpPr>
            <a:spLocks noGrp="1"/>
          </p:cNvSpPr>
          <p:nvPr>
            <p:ph type="body" sz="quarter" idx="21" hasCustomPrompt="1"/>
          </p:nvPr>
        </p:nvSpPr>
        <p:spPr>
          <a:xfrm>
            <a:off x="8115300" y="2789125"/>
            <a:ext cx="3505200" cy="1163523"/>
          </a:xfrm>
          <a:prstGeom prst="rect">
            <a:avLst/>
          </a:prstGeom>
        </p:spPr>
        <p:txBody>
          <a:bodyPr lIns="0" tIns="0" anchor="ctr" anchorCtr="0">
            <a:noAutofit/>
          </a:bodyPr>
          <a:lstStyle>
            <a:lvl1pPr marL="0" indent="0" algn="ctr">
              <a:lnSpc>
                <a:spcPct val="110000"/>
              </a:lnSpc>
              <a:spcBef>
                <a:spcPts val="0"/>
              </a:spcBef>
              <a:spcAft>
                <a:spcPts val="0"/>
              </a:spcAft>
              <a:buNone/>
              <a:defRPr sz="11500" b="1" i="0">
                <a:gradFill>
                  <a:gsLst>
                    <a:gs pos="100000">
                      <a:srgbClr val="FF6600"/>
                    </a:gs>
                    <a:gs pos="33000">
                      <a:schemeClr val="accent1"/>
                    </a:gs>
                    <a:gs pos="0">
                      <a:schemeClr val="tx2"/>
                    </a:gs>
                  </a:gsLst>
                  <a:lin ang="0" scaled="0"/>
                </a:gradFill>
                <a:latin typeface="FedEx Sans XBold" panose="020B0603020203020204" pitchFamily="34" charset="0"/>
                <a:ea typeface="FedEx Sans XBold" panose="020B0603020203020204" pitchFamily="34" charset="0"/>
                <a:cs typeface="FedEx Sans XBold" panose="020B0603020203020204" pitchFamily="34" charset="0"/>
              </a:defRPr>
            </a:lvl1pPr>
          </a:lstStyle>
          <a:p>
            <a:pPr lvl="0"/>
            <a:r>
              <a:rPr lang="en-US" dirty="0"/>
              <a:t>000</a:t>
            </a:r>
          </a:p>
        </p:txBody>
      </p:sp>
      <p:sp>
        <p:nvSpPr>
          <p:cNvPr id="21" name="Subheading / Body Placeholder 3">
            <a:extLst>
              <a:ext uri="{FF2B5EF4-FFF2-40B4-BE49-F238E27FC236}">
                <a16:creationId xmlns:a16="http://schemas.microsoft.com/office/drawing/2014/main" id="{757CCBE8-081A-5449-B10A-F867A587C3E8}"/>
              </a:ext>
            </a:extLst>
          </p:cNvPr>
          <p:cNvSpPr>
            <a:spLocks noGrp="1"/>
          </p:cNvSpPr>
          <p:nvPr>
            <p:ph type="body" sz="quarter" idx="23" hasCustomPrompt="1"/>
          </p:nvPr>
        </p:nvSpPr>
        <p:spPr>
          <a:xfrm>
            <a:off x="8115302"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2" name="Intro. Text Placeholder">
            <a:extLst>
              <a:ext uri="{FF2B5EF4-FFF2-40B4-BE49-F238E27FC236}">
                <a16:creationId xmlns:a16="http://schemas.microsoft.com/office/drawing/2014/main" id="{B75781A4-9A4E-A04B-A804-CF06A8A6CD66}"/>
              </a:ext>
            </a:extLst>
          </p:cNvPr>
          <p:cNvSpPr>
            <a:spLocks noGrp="1"/>
          </p:cNvSpPr>
          <p:nvPr>
            <p:ph type="body" sz="quarter" idx="19" hasCustomPrompt="1"/>
          </p:nvPr>
        </p:nvSpPr>
        <p:spPr>
          <a:xfrm>
            <a:off x="571500" y="1523999"/>
            <a:ext cx="9182100" cy="898689"/>
          </a:xfrm>
        </p:spPr>
        <p:txBody>
          <a:bodyPr/>
          <a:lstStyle>
            <a:lvl1pPr>
              <a:spcAft>
                <a:spcPts val="600"/>
              </a:spcAft>
              <a:defRPr/>
            </a:lvl1pPr>
          </a:lstStyle>
          <a:p>
            <a:pPr lvl="0"/>
            <a:r>
              <a:rPr lang="en-US" dirty="0"/>
              <a:t>Click to edit Master text styles slide</a:t>
            </a:r>
          </a:p>
          <a:p>
            <a:pPr lvl="1"/>
            <a:r>
              <a:rPr lang="en-US" dirty="0"/>
              <a:t>Second line</a:t>
            </a:r>
          </a:p>
        </p:txBody>
      </p:sp>
      <p:sp>
        <p:nvSpPr>
          <p:cNvPr id="13" name="Caption Placeholder 1">
            <a:extLst>
              <a:ext uri="{FF2B5EF4-FFF2-40B4-BE49-F238E27FC236}">
                <a16:creationId xmlns:a16="http://schemas.microsoft.com/office/drawing/2014/main" id="{D907AD8D-88C1-E740-9085-F73DEB02AFDB}"/>
              </a:ext>
            </a:extLst>
          </p:cNvPr>
          <p:cNvSpPr>
            <a:spLocks noGrp="1"/>
          </p:cNvSpPr>
          <p:nvPr>
            <p:ph type="body" sz="quarter" idx="26"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7E5C9045-5276-0247-A9EF-B2A9C3E46543}"/>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959D402-0A9A-CF4F-BFDB-A6FEF99B74E3}"/>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47722547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mp; 3 Stats (gradient bar)">
    <p:spTree>
      <p:nvGrpSpPr>
        <p:cNvPr id="1" name=""/>
        <p:cNvGrpSpPr/>
        <p:nvPr/>
      </p:nvGrpSpPr>
      <p:grpSpPr>
        <a:xfrm>
          <a:off x="0" y="0"/>
          <a:ext cx="0" cy="0"/>
          <a:chOff x="0" y="0"/>
          <a:chExt cx="0" cy="0"/>
        </a:xfrm>
      </p:grpSpPr>
      <p:sp>
        <p:nvSpPr>
          <p:cNvPr id="3" name="Color Block Gradient">
            <a:extLst>
              <a:ext uri="{FF2B5EF4-FFF2-40B4-BE49-F238E27FC236}">
                <a16:creationId xmlns:a16="http://schemas.microsoft.com/office/drawing/2014/main" id="{47EAFF92-EB81-B24C-B1CF-156048E8FEEB}"/>
              </a:ext>
            </a:extLst>
          </p:cNvPr>
          <p:cNvSpPr/>
          <p:nvPr userDrawn="1"/>
        </p:nvSpPr>
        <p:spPr>
          <a:xfrm>
            <a:off x="0" y="2748178"/>
            <a:ext cx="12192000" cy="1349363"/>
          </a:xfrm>
          <a:prstGeom prst="rect">
            <a:avLst/>
          </a:prstGeom>
          <a:gradFill>
            <a:gsLst>
              <a:gs pos="100000">
                <a:srgbClr val="FF6600"/>
              </a:gs>
              <a:gs pos="33000">
                <a:schemeClr val="accent1"/>
              </a:gs>
              <a:gs pos="0">
                <a:schemeClr val="tx2"/>
              </a:gs>
            </a:gsLst>
            <a:lin ang="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3264" cy="603504"/>
          </a:xfrm>
        </p:spPr>
        <p:txBody>
          <a:bodyPr/>
          <a:lstStyle>
            <a:lvl1pPr algn="ctr">
              <a:defRPr/>
            </a:lvl1pPr>
          </a:lstStyle>
          <a:p>
            <a:r>
              <a:rPr lang="en-US" dirty="0"/>
              <a:t>Click to edit Master title style</a:t>
            </a:r>
          </a:p>
        </p:txBody>
      </p:sp>
      <p:sp>
        <p:nvSpPr>
          <p:cNvPr id="14" name="Intro. Text Placeholder ">
            <a:extLst>
              <a:ext uri="{FF2B5EF4-FFF2-40B4-BE49-F238E27FC236}">
                <a16:creationId xmlns:a16="http://schemas.microsoft.com/office/drawing/2014/main" id="{66145C7F-0FA4-2842-9EB9-94B2E2B9BDF6}"/>
              </a:ext>
            </a:extLst>
          </p:cNvPr>
          <p:cNvSpPr>
            <a:spLocks noGrp="1"/>
          </p:cNvSpPr>
          <p:nvPr>
            <p:ph type="body" sz="quarter" idx="19"/>
          </p:nvPr>
        </p:nvSpPr>
        <p:spPr>
          <a:xfrm>
            <a:off x="1504950" y="1523999"/>
            <a:ext cx="9182100" cy="879835"/>
          </a:xfrm>
        </p:spPr>
        <p:txBody>
          <a:bodyPr/>
          <a:lstStyle>
            <a:lvl1pPr algn="ctr">
              <a:spcAft>
                <a:spcPts val="600"/>
              </a:spcAft>
              <a:defRPr/>
            </a:lvl1pPr>
            <a:lvl2pPr algn="ctr">
              <a:defRPr/>
            </a:lvl2pPr>
          </a:lstStyle>
          <a:p>
            <a:pPr lvl="0"/>
            <a:r>
              <a:rPr lang="en-US" dirty="0"/>
              <a:t>Click to edit Master text styles</a:t>
            </a:r>
          </a:p>
          <a:p>
            <a:pPr lvl="1"/>
            <a:r>
              <a:rPr lang="en-US" dirty="0"/>
              <a:t>Second level</a:t>
            </a:r>
          </a:p>
        </p:txBody>
      </p:sp>
      <p:sp>
        <p:nvSpPr>
          <p:cNvPr id="9" name="Statistic Placeholder 1">
            <a:extLst>
              <a:ext uri="{FF2B5EF4-FFF2-40B4-BE49-F238E27FC236}">
                <a16:creationId xmlns:a16="http://schemas.microsoft.com/office/drawing/2014/main" id="{D8A15EFC-EEC3-5046-B5B1-70B806E77CEB}"/>
              </a:ext>
            </a:extLst>
          </p:cNvPr>
          <p:cNvSpPr>
            <a:spLocks noGrp="1"/>
          </p:cNvSpPr>
          <p:nvPr>
            <p:ph type="body" sz="quarter" idx="17" hasCustomPrompt="1"/>
          </p:nvPr>
        </p:nvSpPr>
        <p:spPr>
          <a:xfrm>
            <a:off x="571500" y="2894238"/>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dirty="0"/>
              <a:t>000</a:t>
            </a:r>
          </a:p>
        </p:txBody>
      </p:sp>
      <p:sp>
        <p:nvSpPr>
          <p:cNvPr id="17" name="Subheading / Body Placeholder 1">
            <a:extLst>
              <a:ext uri="{FF2B5EF4-FFF2-40B4-BE49-F238E27FC236}">
                <a16:creationId xmlns:a16="http://schemas.microsoft.com/office/drawing/2014/main" id="{40D8541F-FC9E-774E-BAA4-E7E77B50E663}"/>
              </a:ext>
            </a:extLst>
          </p:cNvPr>
          <p:cNvSpPr>
            <a:spLocks noGrp="1"/>
          </p:cNvSpPr>
          <p:nvPr>
            <p:ph type="body" sz="quarter" idx="18" hasCustomPrompt="1"/>
          </p:nvPr>
        </p:nvSpPr>
        <p:spPr>
          <a:xfrm>
            <a:off x="571500" y="4232713"/>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5" name="Statistic Placeholder 2">
            <a:extLst>
              <a:ext uri="{FF2B5EF4-FFF2-40B4-BE49-F238E27FC236}">
                <a16:creationId xmlns:a16="http://schemas.microsoft.com/office/drawing/2014/main" id="{BE763705-A473-754E-8C08-F813C5331B88}"/>
              </a:ext>
            </a:extLst>
          </p:cNvPr>
          <p:cNvSpPr>
            <a:spLocks noGrp="1"/>
          </p:cNvSpPr>
          <p:nvPr>
            <p:ph type="body" sz="quarter" idx="20" hasCustomPrompt="1"/>
          </p:nvPr>
        </p:nvSpPr>
        <p:spPr>
          <a:xfrm>
            <a:off x="4343400" y="2894238"/>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dirty="0"/>
              <a:t>000</a:t>
            </a:r>
          </a:p>
        </p:txBody>
      </p:sp>
      <p:sp>
        <p:nvSpPr>
          <p:cNvPr id="18" name="Subheading / Body Placeholder 2">
            <a:extLst>
              <a:ext uri="{FF2B5EF4-FFF2-40B4-BE49-F238E27FC236}">
                <a16:creationId xmlns:a16="http://schemas.microsoft.com/office/drawing/2014/main" id="{BF092694-93AB-4B4F-8D97-5EB3F1D07DBD}"/>
              </a:ext>
            </a:extLst>
          </p:cNvPr>
          <p:cNvSpPr>
            <a:spLocks noGrp="1"/>
          </p:cNvSpPr>
          <p:nvPr>
            <p:ph type="body" sz="quarter" idx="22" hasCustomPrompt="1"/>
          </p:nvPr>
        </p:nvSpPr>
        <p:spPr>
          <a:xfrm>
            <a:off x="4343400" y="4232713"/>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16" name="Statistic Placeholder 3">
            <a:extLst>
              <a:ext uri="{FF2B5EF4-FFF2-40B4-BE49-F238E27FC236}">
                <a16:creationId xmlns:a16="http://schemas.microsoft.com/office/drawing/2014/main" id="{86F31FFA-FD67-8049-B49E-12319093AE43}"/>
              </a:ext>
            </a:extLst>
          </p:cNvPr>
          <p:cNvSpPr>
            <a:spLocks noGrp="1"/>
          </p:cNvSpPr>
          <p:nvPr>
            <p:ph type="body" sz="quarter" idx="21" hasCustomPrompt="1"/>
          </p:nvPr>
        </p:nvSpPr>
        <p:spPr>
          <a:xfrm>
            <a:off x="8115300" y="2894237"/>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dirty="0"/>
              <a:t>000</a:t>
            </a:r>
          </a:p>
        </p:txBody>
      </p:sp>
      <p:sp>
        <p:nvSpPr>
          <p:cNvPr id="19" name="Subheading / Body Placeholder 3">
            <a:extLst>
              <a:ext uri="{FF2B5EF4-FFF2-40B4-BE49-F238E27FC236}">
                <a16:creationId xmlns:a16="http://schemas.microsoft.com/office/drawing/2014/main" id="{48E911F5-10B0-834E-873C-CCB95697A161}"/>
              </a:ext>
            </a:extLst>
          </p:cNvPr>
          <p:cNvSpPr>
            <a:spLocks noGrp="1"/>
          </p:cNvSpPr>
          <p:nvPr>
            <p:ph type="body" sz="quarter" idx="23" hasCustomPrompt="1"/>
          </p:nvPr>
        </p:nvSpPr>
        <p:spPr>
          <a:xfrm>
            <a:off x="8115302" y="4232713"/>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dirty="0"/>
              <a:t>Subheading goes here</a:t>
            </a:r>
          </a:p>
          <a:p>
            <a:pPr lvl="1"/>
            <a:r>
              <a:rPr lang="en-US" dirty="0"/>
              <a:t>Second level</a:t>
            </a:r>
          </a:p>
        </p:txBody>
      </p:sp>
      <p:sp>
        <p:nvSpPr>
          <p:cNvPr id="20" name="Caption Placeholder 1">
            <a:extLst>
              <a:ext uri="{FF2B5EF4-FFF2-40B4-BE49-F238E27FC236}">
                <a16:creationId xmlns:a16="http://schemas.microsoft.com/office/drawing/2014/main" id="{6705E9A4-0E64-E74C-8CDE-B69C6BF4994F}"/>
              </a:ext>
            </a:extLst>
          </p:cNvPr>
          <p:cNvSpPr>
            <a:spLocks noGrp="1"/>
          </p:cNvSpPr>
          <p:nvPr>
            <p:ph type="body" sz="quarter" idx="26" hasCustomPrompt="1"/>
          </p:nvPr>
        </p:nvSpPr>
        <p:spPr>
          <a:xfrm>
            <a:off x="576580" y="6096000"/>
            <a:ext cx="7223760" cy="155448"/>
          </a:xfrm>
        </p:spPr>
        <p:txBody>
          <a:bodyPr anchor="b" anchorCtr="0"/>
          <a:lstStyle>
            <a:lvl1pPr>
              <a:defRPr sz="800">
                <a:solidFill>
                  <a:schemeClr val="accent4"/>
                </a:solidFill>
              </a:defRPr>
            </a:lvl1pPr>
          </a:lstStyle>
          <a:p>
            <a:pPr lvl="0"/>
            <a:r>
              <a:rPr lang="en-US" dirty="0"/>
              <a:t>This is a caption / footnote</a:t>
            </a:r>
          </a:p>
        </p:txBody>
      </p:sp>
      <p:sp>
        <p:nvSpPr>
          <p:cNvPr id="4" name="Footer Placeholder">
            <a:extLst>
              <a:ext uri="{FF2B5EF4-FFF2-40B4-BE49-F238E27FC236}">
                <a16:creationId xmlns:a16="http://schemas.microsoft.com/office/drawing/2014/main" id="{ADF86B4C-36EF-AD43-B107-3413376CBE6C}"/>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787E1401-D807-3743-8F55-F2C113A23112}"/>
              </a:ext>
            </a:extLst>
          </p:cNvPr>
          <p:cNvSpPr>
            <a:spLocks noGrp="1"/>
          </p:cNvSpPr>
          <p:nvPr>
            <p:ph type="sldNum" sz="quarter" idx="25"/>
          </p:nvPr>
        </p:nvSpPr>
        <p:spPr/>
        <p:txBody>
          <a:bodyPr/>
          <a:lstStyle/>
          <a:p>
            <a:fld id="{64B53FD8-04EE-4F67-B5CA-77D45BC12F90}" type="slidenum">
              <a:rPr lang="en-US" smtClean="0"/>
              <a:pPr/>
              <a:t>‹#›</a:t>
            </a:fld>
            <a:endParaRPr lang="en-US" sz="800"/>
          </a:p>
        </p:txBody>
      </p:sp>
      <p:cxnSp>
        <p:nvCxnSpPr>
          <p:cNvPr id="26" name="Divider 1">
            <a:extLst>
              <a:ext uri="{FF2B5EF4-FFF2-40B4-BE49-F238E27FC236}">
                <a16:creationId xmlns:a16="http://schemas.microsoft.com/office/drawing/2014/main" id="{5BAA6FB8-5702-D94C-8624-2F07023A74D6}"/>
              </a:ext>
              <a:ext uri="{C183D7F6-B498-43B3-948B-1728B52AA6E4}">
                <adec:decorative xmlns:adec="http://schemas.microsoft.com/office/drawing/2017/decorative" val="1"/>
              </a:ext>
            </a:extLst>
          </p:cNvPr>
          <p:cNvCxnSpPr>
            <a:cxnSpLocks/>
          </p:cNvCxnSpPr>
          <p:nvPr userDrawn="1"/>
        </p:nvCxnSpPr>
        <p:spPr>
          <a:xfrm>
            <a:off x="4210049" y="4180951"/>
            <a:ext cx="0" cy="182880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7" name="Divider 2">
            <a:extLst>
              <a:ext uri="{FF2B5EF4-FFF2-40B4-BE49-F238E27FC236}">
                <a16:creationId xmlns:a16="http://schemas.microsoft.com/office/drawing/2014/main" id="{FF0D734B-1F39-564C-BFE3-BFE5FE6010D2}"/>
              </a:ext>
              <a:ext uri="{C183D7F6-B498-43B3-948B-1728B52AA6E4}">
                <adec:decorative xmlns:adec="http://schemas.microsoft.com/office/drawing/2017/decorative" val="1"/>
              </a:ext>
            </a:extLst>
          </p:cNvPr>
          <p:cNvCxnSpPr>
            <a:cxnSpLocks/>
          </p:cNvCxnSpPr>
          <p:nvPr userDrawn="1"/>
        </p:nvCxnSpPr>
        <p:spPr>
          <a:xfrm>
            <a:off x="7981949" y="4180951"/>
            <a:ext cx="0" cy="1828800"/>
          </a:xfrm>
          <a:prstGeom prst="line">
            <a:avLst/>
          </a:prstGeom>
          <a:ln w="31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462598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mp; 3 Stats (gradient bubbl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a:t>Click to edit Master title style</a:t>
            </a:r>
          </a:p>
        </p:txBody>
      </p:sp>
      <p:sp>
        <p:nvSpPr>
          <p:cNvPr id="23" name="Intro. Text Placeholder ">
            <a:extLst>
              <a:ext uri="{FF2B5EF4-FFF2-40B4-BE49-F238E27FC236}">
                <a16:creationId xmlns:a16="http://schemas.microsoft.com/office/drawing/2014/main" id="{1FADCF6A-C792-C247-B24C-34990B768E6E}"/>
              </a:ext>
            </a:extLst>
          </p:cNvPr>
          <p:cNvSpPr>
            <a:spLocks noGrp="1"/>
          </p:cNvSpPr>
          <p:nvPr>
            <p:ph type="body" sz="quarter" idx="19"/>
          </p:nvPr>
        </p:nvSpPr>
        <p:spPr>
          <a:xfrm>
            <a:off x="1504950" y="1523999"/>
            <a:ext cx="9182100" cy="670083"/>
          </a:xfrm>
        </p:spPr>
        <p:txBody>
          <a:bodyPr/>
          <a:lstStyle>
            <a:lvl1pPr algn="ctr">
              <a:spcAft>
                <a:spcPts val="600"/>
              </a:spcAft>
              <a:defRPr/>
            </a:lvl1pPr>
            <a:lvl2pPr algn="ctr">
              <a:defRPr/>
            </a:lvl2pPr>
          </a:lstStyle>
          <a:p>
            <a:pPr lvl="0"/>
            <a:r>
              <a:rPr lang="en-US" dirty="0"/>
              <a:t>Click to edit Master text styles</a:t>
            </a:r>
          </a:p>
        </p:txBody>
      </p:sp>
      <p:sp>
        <p:nvSpPr>
          <p:cNvPr id="9" name="Statistic 1">
            <a:extLst>
              <a:ext uri="{FF2B5EF4-FFF2-40B4-BE49-F238E27FC236}">
                <a16:creationId xmlns:a16="http://schemas.microsoft.com/office/drawing/2014/main" id="{D8A15EFC-EEC3-5046-B5B1-70B806E77CEB}"/>
              </a:ext>
            </a:extLst>
          </p:cNvPr>
          <p:cNvSpPr>
            <a:spLocks noGrp="1" noChangeAspect="1"/>
          </p:cNvSpPr>
          <p:nvPr>
            <p:ph type="body" sz="quarter" idx="17" hasCustomPrompt="1"/>
          </p:nvPr>
        </p:nvSpPr>
        <p:spPr>
          <a:xfrm>
            <a:off x="1089660" y="2712639"/>
            <a:ext cx="2468880" cy="2468880"/>
          </a:xfrm>
          <a:prstGeom prst="ellipse">
            <a:avLst/>
          </a:prstGeom>
          <a:gradFill flip="none" rotWithShape="1">
            <a:gsLst>
              <a:gs pos="0">
                <a:schemeClr val="tx2"/>
              </a:gs>
              <a:gs pos="33000">
                <a:schemeClr val="accent1"/>
              </a:gs>
              <a:gs pos="100000">
                <a:schemeClr val="bg2"/>
              </a:gs>
            </a:gsLst>
            <a:lin ang="0" scaled="0"/>
            <a:tileRect/>
          </a:gradFill>
        </p:spPr>
        <p:txBody>
          <a:bodyPr lIns="91440" tIns="365760" rIns="91440" anchor="ctr">
            <a:noAutofit/>
          </a:bodyPr>
          <a:lstStyle>
            <a:lvl1pPr marL="0" indent="0" algn="ctr">
              <a:lnSpc>
                <a:spcPct val="100000"/>
              </a:lnSpc>
              <a:spcBef>
                <a:spcPts val="0"/>
              </a:spcBef>
              <a:buNone/>
              <a:defRPr sz="6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000</a:t>
            </a:r>
          </a:p>
        </p:txBody>
      </p:sp>
      <p:sp>
        <p:nvSpPr>
          <p:cNvPr id="26" name="Subheading / Body Placeholder 1">
            <a:extLst>
              <a:ext uri="{FF2B5EF4-FFF2-40B4-BE49-F238E27FC236}">
                <a16:creationId xmlns:a16="http://schemas.microsoft.com/office/drawing/2014/main" id="{46960D8F-7524-924D-91D4-A198DD37800B}"/>
              </a:ext>
            </a:extLst>
          </p:cNvPr>
          <p:cNvSpPr>
            <a:spLocks noGrp="1"/>
          </p:cNvSpPr>
          <p:nvPr>
            <p:ph type="body" sz="quarter" idx="18" hasCustomPrompt="1"/>
          </p:nvPr>
        </p:nvSpPr>
        <p:spPr>
          <a:xfrm>
            <a:off x="571500" y="5349717"/>
            <a:ext cx="3505198" cy="670083"/>
          </a:xfrm>
          <a:prstGeom prst="rect">
            <a:avLst/>
          </a:prstGeom>
        </p:spPr>
        <p:txBody>
          <a:bodyPr>
            <a:noAutofit/>
          </a:bodyPr>
          <a:lstStyle>
            <a:lvl1pPr marL="0" indent="0" algn="ctr">
              <a:lnSpc>
                <a:spcPct val="130000"/>
              </a:lnSpc>
              <a:spcBef>
                <a:spcPts val="0"/>
              </a:spcBef>
              <a:spcAft>
                <a:spcPts val="300"/>
              </a:spcAft>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400" b="0">
                <a:solidFill>
                  <a:schemeClr val="tx1"/>
                </a:solidFill>
                <a:latin typeface="+mn-lt"/>
              </a:defRPr>
            </a:lvl2pPr>
          </a:lstStyle>
          <a:p>
            <a:pPr lvl="0"/>
            <a:r>
              <a:rPr lang="en-US" dirty="0"/>
              <a:t>Subheading goes here</a:t>
            </a:r>
          </a:p>
          <a:p>
            <a:pPr lvl="1"/>
            <a:r>
              <a:rPr lang="en-US" dirty="0"/>
              <a:t>Second level</a:t>
            </a:r>
          </a:p>
        </p:txBody>
      </p:sp>
      <p:sp>
        <p:nvSpPr>
          <p:cNvPr id="17" name="Circle 1">
            <a:extLst>
              <a:ext uri="{FF2B5EF4-FFF2-40B4-BE49-F238E27FC236}">
                <a16:creationId xmlns:a16="http://schemas.microsoft.com/office/drawing/2014/main" id="{44112C5F-ADBC-DF48-A1CE-6DC9C54BC702}"/>
              </a:ext>
            </a:extLst>
          </p:cNvPr>
          <p:cNvSpPr>
            <a:spLocks noGrp="1" noChangeAspect="1"/>
          </p:cNvSpPr>
          <p:nvPr>
            <p:ph type="body" sz="quarter" idx="24"/>
          </p:nvPr>
        </p:nvSpPr>
        <p:spPr>
          <a:xfrm>
            <a:off x="1821179" y="2327348"/>
            <a:ext cx="1005840" cy="1005840"/>
          </a:xfrm>
          <a:prstGeom prst="ellipse">
            <a:avLst/>
          </a:prstGeom>
          <a:solidFill>
            <a:schemeClr val="bg1"/>
          </a:solidFill>
          <a:ln w="19050">
            <a:solidFill>
              <a:schemeClr val="tx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8" name="Icon Placeholder 1">
            <a:extLst>
              <a:ext uri="{FF2B5EF4-FFF2-40B4-BE49-F238E27FC236}">
                <a16:creationId xmlns:a16="http://schemas.microsoft.com/office/drawing/2014/main" id="{156FC741-8ECF-944A-A448-EF47E1A82480}"/>
              </a:ext>
            </a:extLst>
          </p:cNvPr>
          <p:cNvSpPr>
            <a:spLocks noGrp="1" noChangeAspect="1"/>
          </p:cNvSpPr>
          <p:nvPr>
            <p:ph type="pic" sz="quarter" idx="25" hasCustomPrompt="1"/>
          </p:nvPr>
        </p:nvSpPr>
        <p:spPr>
          <a:xfrm>
            <a:off x="1999487" y="2505656"/>
            <a:ext cx="649224" cy="649224"/>
          </a:xfrm>
        </p:spPr>
        <p:txBody>
          <a:bodyPr tIns="0" anchor="ctr" anchorCtr="0"/>
          <a:lstStyle>
            <a:lvl1pPr algn="ctr">
              <a:defRPr sz="800">
                <a:solidFill>
                  <a:schemeClr val="tx1"/>
                </a:solidFill>
              </a:defRPr>
            </a:lvl1pPr>
          </a:lstStyle>
          <a:p>
            <a:r>
              <a:rPr lang="en-US"/>
              <a:t>Place Icon Here</a:t>
            </a:r>
          </a:p>
        </p:txBody>
      </p:sp>
      <p:sp>
        <p:nvSpPr>
          <p:cNvPr id="15" name="Statistic 2">
            <a:extLst>
              <a:ext uri="{FF2B5EF4-FFF2-40B4-BE49-F238E27FC236}">
                <a16:creationId xmlns:a16="http://schemas.microsoft.com/office/drawing/2014/main" id="{BE763705-A473-754E-8C08-F813C5331B88}"/>
              </a:ext>
            </a:extLst>
          </p:cNvPr>
          <p:cNvSpPr>
            <a:spLocks noGrp="1" noChangeAspect="1"/>
          </p:cNvSpPr>
          <p:nvPr>
            <p:ph type="body" sz="quarter" idx="20" hasCustomPrompt="1"/>
          </p:nvPr>
        </p:nvSpPr>
        <p:spPr>
          <a:xfrm>
            <a:off x="4861560" y="2712639"/>
            <a:ext cx="2468880" cy="2468880"/>
          </a:xfrm>
          <a:prstGeom prst="ellipse">
            <a:avLst/>
          </a:prstGeom>
          <a:gradFill flip="none" rotWithShape="1">
            <a:gsLst>
              <a:gs pos="0">
                <a:schemeClr val="tx2"/>
              </a:gs>
              <a:gs pos="33000">
                <a:schemeClr val="accent1"/>
              </a:gs>
              <a:gs pos="100000">
                <a:schemeClr val="bg2"/>
              </a:gs>
            </a:gsLst>
            <a:lin ang="0" scaled="0"/>
            <a:tileRect/>
          </a:gradFill>
        </p:spPr>
        <p:txBody>
          <a:bodyPr lIns="91440" tIns="365760" rIns="91440" anchor="ctr">
            <a:noAutofit/>
          </a:bodyPr>
          <a:lstStyle>
            <a:lvl1pPr marL="0" indent="0" algn="ctr">
              <a:lnSpc>
                <a:spcPct val="100000"/>
              </a:lnSpc>
              <a:spcBef>
                <a:spcPts val="0"/>
              </a:spcBef>
              <a:buNone/>
              <a:defRPr sz="6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000</a:t>
            </a:r>
          </a:p>
        </p:txBody>
      </p:sp>
      <p:sp>
        <p:nvSpPr>
          <p:cNvPr id="27" name="Subheading / Body Placeholder 2">
            <a:extLst>
              <a:ext uri="{FF2B5EF4-FFF2-40B4-BE49-F238E27FC236}">
                <a16:creationId xmlns:a16="http://schemas.microsoft.com/office/drawing/2014/main" id="{2A73297E-8459-8D4A-B1FE-69901BDAAC50}"/>
              </a:ext>
            </a:extLst>
          </p:cNvPr>
          <p:cNvSpPr>
            <a:spLocks noGrp="1"/>
          </p:cNvSpPr>
          <p:nvPr>
            <p:ph type="body" sz="quarter" idx="22" hasCustomPrompt="1"/>
          </p:nvPr>
        </p:nvSpPr>
        <p:spPr>
          <a:xfrm>
            <a:off x="4343400" y="5349717"/>
            <a:ext cx="3505198" cy="670083"/>
          </a:xfrm>
          <a:prstGeom prst="rect">
            <a:avLst/>
          </a:prstGeom>
        </p:spPr>
        <p:txBody>
          <a:bodyPr>
            <a:noAutofit/>
          </a:bodyPr>
          <a:lstStyle>
            <a:lvl1pPr marL="0" indent="0" algn="ctr">
              <a:lnSpc>
                <a:spcPct val="130000"/>
              </a:lnSpc>
              <a:spcBef>
                <a:spcPts val="0"/>
              </a:spcBef>
              <a:spcAft>
                <a:spcPts val="300"/>
              </a:spcAft>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400" b="0">
                <a:solidFill>
                  <a:schemeClr val="tx1"/>
                </a:solidFill>
                <a:latin typeface="+mn-lt"/>
              </a:defRPr>
            </a:lvl2pPr>
          </a:lstStyle>
          <a:p>
            <a:pPr lvl="0"/>
            <a:r>
              <a:rPr lang="en-US" dirty="0"/>
              <a:t>Subheading goes here</a:t>
            </a:r>
          </a:p>
          <a:p>
            <a:pPr lvl="1"/>
            <a:r>
              <a:rPr lang="en-US" dirty="0"/>
              <a:t>Second level</a:t>
            </a:r>
          </a:p>
        </p:txBody>
      </p:sp>
      <p:sp>
        <p:nvSpPr>
          <p:cNvPr id="19" name="Circle 2">
            <a:extLst>
              <a:ext uri="{FF2B5EF4-FFF2-40B4-BE49-F238E27FC236}">
                <a16:creationId xmlns:a16="http://schemas.microsoft.com/office/drawing/2014/main" id="{DA464531-FAC4-B047-A15E-16F28CCA89F5}"/>
              </a:ext>
            </a:extLst>
          </p:cNvPr>
          <p:cNvSpPr>
            <a:spLocks noGrp="1" noChangeAspect="1"/>
          </p:cNvSpPr>
          <p:nvPr>
            <p:ph type="body" sz="quarter" idx="26"/>
          </p:nvPr>
        </p:nvSpPr>
        <p:spPr>
          <a:xfrm>
            <a:off x="5591899" y="2327348"/>
            <a:ext cx="1005840" cy="1005840"/>
          </a:xfrm>
          <a:prstGeom prst="ellipse">
            <a:avLst/>
          </a:prstGeom>
          <a:solidFill>
            <a:schemeClr val="bg1"/>
          </a:solidFill>
          <a:ln w="19050">
            <a:solidFill>
              <a:schemeClr val="tx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0" name="Icon Placeholder 2">
            <a:extLst>
              <a:ext uri="{FF2B5EF4-FFF2-40B4-BE49-F238E27FC236}">
                <a16:creationId xmlns:a16="http://schemas.microsoft.com/office/drawing/2014/main" id="{A98870E5-DE58-B449-BD7F-106F354C4519}"/>
              </a:ext>
            </a:extLst>
          </p:cNvPr>
          <p:cNvSpPr>
            <a:spLocks noGrp="1" noChangeAspect="1"/>
          </p:cNvSpPr>
          <p:nvPr>
            <p:ph type="pic" sz="quarter" idx="27" hasCustomPrompt="1"/>
          </p:nvPr>
        </p:nvSpPr>
        <p:spPr>
          <a:xfrm>
            <a:off x="5770207" y="2505656"/>
            <a:ext cx="649224" cy="649224"/>
          </a:xfrm>
        </p:spPr>
        <p:txBody>
          <a:bodyPr tIns="0" anchor="ctr" anchorCtr="0"/>
          <a:lstStyle>
            <a:lvl1pPr algn="ctr">
              <a:defRPr sz="800">
                <a:solidFill>
                  <a:schemeClr val="tx1"/>
                </a:solidFill>
              </a:defRPr>
            </a:lvl1pPr>
          </a:lstStyle>
          <a:p>
            <a:r>
              <a:rPr lang="en-US"/>
              <a:t>Place Icon Here</a:t>
            </a:r>
          </a:p>
        </p:txBody>
      </p:sp>
      <p:sp>
        <p:nvSpPr>
          <p:cNvPr id="16" name="Statistic 3">
            <a:extLst>
              <a:ext uri="{FF2B5EF4-FFF2-40B4-BE49-F238E27FC236}">
                <a16:creationId xmlns:a16="http://schemas.microsoft.com/office/drawing/2014/main" id="{86F31FFA-FD67-8049-B49E-12319093AE43}"/>
              </a:ext>
            </a:extLst>
          </p:cNvPr>
          <p:cNvSpPr>
            <a:spLocks noGrp="1" noChangeAspect="1"/>
          </p:cNvSpPr>
          <p:nvPr>
            <p:ph type="body" sz="quarter" idx="21" hasCustomPrompt="1"/>
          </p:nvPr>
        </p:nvSpPr>
        <p:spPr>
          <a:xfrm>
            <a:off x="8633459" y="2712639"/>
            <a:ext cx="2468880" cy="2468880"/>
          </a:xfrm>
          <a:prstGeom prst="ellipse">
            <a:avLst/>
          </a:prstGeom>
          <a:gradFill>
            <a:gsLst>
              <a:gs pos="0">
                <a:schemeClr val="tx2"/>
              </a:gs>
              <a:gs pos="33000">
                <a:schemeClr val="accent1"/>
              </a:gs>
              <a:gs pos="100000">
                <a:schemeClr val="bg2"/>
              </a:gs>
            </a:gsLst>
            <a:lin ang="0" scaled="1"/>
          </a:gradFill>
        </p:spPr>
        <p:txBody>
          <a:bodyPr lIns="91440" tIns="365760" rIns="91440" anchor="ctr">
            <a:noAutofit/>
          </a:bodyPr>
          <a:lstStyle>
            <a:lvl1pPr marL="0" indent="0" algn="ctr">
              <a:lnSpc>
                <a:spcPct val="100000"/>
              </a:lnSpc>
              <a:spcBef>
                <a:spcPts val="0"/>
              </a:spcBef>
              <a:buNone/>
              <a:defRPr sz="6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000</a:t>
            </a:r>
          </a:p>
        </p:txBody>
      </p:sp>
      <p:sp>
        <p:nvSpPr>
          <p:cNvPr id="28" name="Subheading / Body Placeholder 3">
            <a:extLst>
              <a:ext uri="{FF2B5EF4-FFF2-40B4-BE49-F238E27FC236}">
                <a16:creationId xmlns:a16="http://schemas.microsoft.com/office/drawing/2014/main" id="{027B476D-E120-7E44-8A10-EE2C9D50E030}"/>
              </a:ext>
            </a:extLst>
          </p:cNvPr>
          <p:cNvSpPr>
            <a:spLocks noGrp="1"/>
          </p:cNvSpPr>
          <p:nvPr>
            <p:ph type="body" sz="quarter" idx="23" hasCustomPrompt="1"/>
          </p:nvPr>
        </p:nvSpPr>
        <p:spPr>
          <a:xfrm>
            <a:off x="8115302" y="5349717"/>
            <a:ext cx="3505198" cy="670083"/>
          </a:xfrm>
          <a:prstGeom prst="rect">
            <a:avLst/>
          </a:prstGeom>
        </p:spPr>
        <p:txBody>
          <a:bodyPr>
            <a:noAutofit/>
          </a:bodyPr>
          <a:lstStyle>
            <a:lvl1pPr marL="0" indent="0" algn="ctr">
              <a:lnSpc>
                <a:spcPct val="130000"/>
              </a:lnSpc>
              <a:spcBef>
                <a:spcPts val="0"/>
              </a:spcBef>
              <a:spcAft>
                <a:spcPts val="300"/>
              </a:spcAft>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400" b="0">
                <a:solidFill>
                  <a:schemeClr val="tx1"/>
                </a:solidFill>
                <a:latin typeface="+mn-lt"/>
              </a:defRPr>
            </a:lvl2pPr>
          </a:lstStyle>
          <a:p>
            <a:pPr lvl="0"/>
            <a:r>
              <a:rPr lang="en-US" dirty="0"/>
              <a:t>Subheading goes here</a:t>
            </a:r>
          </a:p>
          <a:p>
            <a:pPr lvl="1"/>
            <a:r>
              <a:rPr lang="en-US" dirty="0"/>
              <a:t>Second level</a:t>
            </a:r>
          </a:p>
        </p:txBody>
      </p:sp>
      <p:sp>
        <p:nvSpPr>
          <p:cNvPr id="21" name="Circle 3">
            <a:extLst>
              <a:ext uri="{FF2B5EF4-FFF2-40B4-BE49-F238E27FC236}">
                <a16:creationId xmlns:a16="http://schemas.microsoft.com/office/drawing/2014/main" id="{E7556DF9-5E3A-AA49-87D4-BC438D2756D8}"/>
              </a:ext>
            </a:extLst>
          </p:cNvPr>
          <p:cNvSpPr>
            <a:spLocks noGrp="1" noChangeAspect="1"/>
          </p:cNvSpPr>
          <p:nvPr>
            <p:ph type="body" sz="quarter" idx="28"/>
          </p:nvPr>
        </p:nvSpPr>
        <p:spPr>
          <a:xfrm>
            <a:off x="9364981" y="2327348"/>
            <a:ext cx="1005840" cy="1005840"/>
          </a:xfrm>
          <a:prstGeom prst="ellipse">
            <a:avLst/>
          </a:prstGeom>
          <a:solidFill>
            <a:schemeClr val="bg1"/>
          </a:solidFill>
          <a:ln w="19050">
            <a:solidFill>
              <a:schemeClr val="tx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Icon Placeholder 3">
            <a:extLst>
              <a:ext uri="{FF2B5EF4-FFF2-40B4-BE49-F238E27FC236}">
                <a16:creationId xmlns:a16="http://schemas.microsoft.com/office/drawing/2014/main" id="{41ADEAA7-B50F-C442-8867-C44B79EE3A3F}"/>
              </a:ext>
            </a:extLst>
          </p:cNvPr>
          <p:cNvSpPr>
            <a:spLocks noGrp="1" noChangeAspect="1"/>
          </p:cNvSpPr>
          <p:nvPr>
            <p:ph type="pic" sz="quarter" idx="29" hasCustomPrompt="1"/>
          </p:nvPr>
        </p:nvSpPr>
        <p:spPr>
          <a:xfrm>
            <a:off x="9543287" y="2505656"/>
            <a:ext cx="649224" cy="649224"/>
          </a:xfrm>
        </p:spPr>
        <p:txBody>
          <a:bodyPr tIns="0" anchor="ctr" anchorCtr="0"/>
          <a:lstStyle>
            <a:lvl1pPr algn="ctr">
              <a:defRPr sz="800">
                <a:solidFill>
                  <a:schemeClr val="tx1"/>
                </a:solidFill>
              </a:defRPr>
            </a:lvl1pPr>
          </a:lstStyle>
          <a:p>
            <a:r>
              <a:rPr lang="en-US"/>
              <a:t>Place Icon Here</a:t>
            </a:r>
          </a:p>
        </p:txBody>
      </p:sp>
      <p:sp>
        <p:nvSpPr>
          <p:cNvPr id="24" name="Caption Placeholder 1">
            <a:extLst>
              <a:ext uri="{FF2B5EF4-FFF2-40B4-BE49-F238E27FC236}">
                <a16:creationId xmlns:a16="http://schemas.microsoft.com/office/drawing/2014/main" id="{0912C610-F3C2-534E-B981-4D53FC745DA8}"/>
              </a:ext>
            </a:extLst>
          </p:cNvPr>
          <p:cNvSpPr>
            <a:spLocks noGrp="1"/>
          </p:cNvSpPr>
          <p:nvPr>
            <p:ph type="body" sz="quarter" idx="32"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1905DF90-CE56-214A-84E5-CD37AFF5E29B}"/>
              </a:ext>
            </a:extLst>
          </p:cNvPr>
          <p:cNvSpPr>
            <a:spLocks noGrp="1"/>
          </p:cNvSpPr>
          <p:nvPr>
            <p:ph type="ftr" sz="quarter" idx="3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A32E7C5-BD4B-4642-90B7-5DD534570394}"/>
              </a:ext>
            </a:extLst>
          </p:cNvPr>
          <p:cNvSpPr>
            <a:spLocks noGrp="1"/>
          </p:cNvSpPr>
          <p:nvPr>
            <p:ph type="sldNum" sz="quarter" idx="3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9810003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Title &amp; Conten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3" name="Content Placeholde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aption Placeholder 1">
            <a:extLst>
              <a:ext uri="{FF2B5EF4-FFF2-40B4-BE49-F238E27FC236}">
                <a16:creationId xmlns:a16="http://schemas.microsoft.com/office/drawing/2014/main" id="{DB007ED1-79E2-6A4E-8060-0908970F4173}"/>
              </a:ext>
            </a:extLst>
          </p:cNvPr>
          <p:cNvSpPr>
            <a:spLocks noGrp="1"/>
          </p:cNvSpPr>
          <p:nvPr>
            <p:ph type="body" sz="quarter" idx="32" hasCustomPrompt="1"/>
          </p:nvPr>
        </p:nvSpPr>
        <p:spPr>
          <a:xfrm>
            <a:off x="576580" y="6096000"/>
            <a:ext cx="914400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79239354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amp; 2 Content Textbox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9182100" cy="603504"/>
          </a:xfrm>
        </p:spPr>
        <p:txBody>
          <a:bodyPr/>
          <a:lstStyle>
            <a:lvl1pPr>
              <a:lnSpc>
                <a:spcPct val="110000"/>
              </a:lnSpc>
              <a:defRPr/>
            </a:lvl1pPr>
          </a:lstStyle>
          <a:p>
            <a:r>
              <a:rPr lang="en-US" dirty="0"/>
              <a:t>Click to edit Master title style</a:t>
            </a:r>
          </a:p>
        </p:txBody>
      </p:sp>
      <p:sp>
        <p:nvSpPr>
          <p:cNvPr id="11" name="Content Placeholder 1">
            <a:extLst>
              <a:ext uri="{FF2B5EF4-FFF2-40B4-BE49-F238E27FC236}">
                <a16:creationId xmlns:a16="http://schemas.microsoft.com/office/drawing/2014/main" id="{31AD161F-F7C8-0743-9036-E2D296FA1ECD}"/>
              </a:ext>
            </a:extLst>
          </p:cNvPr>
          <p:cNvSpPr>
            <a:spLocks noGrp="1"/>
          </p:cNvSpPr>
          <p:nvPr>
            <p:ph sz="half" idx="1"/>
          </p:nvPr>
        </p:nvSpPr>
        <p:spPr>
          <a:xfrm>
            <a:off x="571500" y="1524000"/>
            <a:ext cx="5410200" cy="4495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aption Placeholder 1">
            <a:extLst>
              <a:ext uri="{FF2B5EF4-FFF2-40B4-BE49-F238E27FC236}">
                <a16:creationId xmlns:a16="http://schemas.microsoft.com/office/drawing/2014/main" id="{DAE125F3-3898-9340-A692-4D5692EB351F}"/>
              </a:ext>
            </a:extLst>
          </p:cNvPr>
          <p:cNvSpPr>
            <a:spLocks noGrp="1"/>
          </p:cNvSpPr>
          <p:nvPr>
            <p:ph type="body" sz="quarter" idx="22"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12" name="Content Placeholder 2">
            <a:extLst>
              <a:ext uri="{FF2B5EF4-FFF2-40B4-BE49-F238E27FC236}">
                <a16:creationId xmlns:a16="http://schemas.microsoft.com/office/drawing/2014/main" id="{4484A230-A07B-7A4D-B591-7AA438DFCB00}"/>
              </a:ext>
            </a:extLst>
          </p:cNvPr>
          <p:cNvSpPr>
            <a:spLocks noGrp="1"/>
          </p:cNvSpPr>
          <p:nvPr>
            <p:ph sz="half" idx="2"/>
          </p:nvPr>
        </p:nvSpPr>
        <p:spPr>
          <a:xfrm>
            <a:off x="6210302" y="1524000"/>
            <a:ext cx="5410198" cy="44958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aption Placeholder 2">
            <a:extLst>
              <a:ext uri="{FF2B5EF4-FFF2-40B4-BE49-F238E27FC236}">
                <a16:creationId xmlns:a16="http://schemas.microsoft.com/office/drawing/2014/main" id="{93930ABC-C893-D042-961E-FB97BAA687A7}"/>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2D401042-9E42-A44A-A182-412E328F87AA}"/>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223C8665-B7BA-8548-A8A7-D32068D78D9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8031450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amp; 2 Content Block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3" name="Content Placeholder 1"/>
          <p:cNvSpPr>
            <a:spLocks noGrp="1"/>
          </p:cNvSpPr>
          <p:nvPr>
            <p:ph idx="1"/>
          </p:nvPr>
        </p:nvSpPr>
        <p:spPr>
          <a:xfrm>
            <a:off x="576072" y="1524000"/>
            <a:ext cx="7272528" cy="4485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9602D6A0-0BAF-3A48-B4F7-DCCC443F899B}"/>
              </a:ext>
            </a:extLst>
          </p:cNvPr>
          <p:cNvSpPr>
            <a:spLocks noGrp="1"/>
          </p:cNvSpPr>
          <p:nvPr>
            <p:ph idx="12"/>
          </p:nvPr>
        </p:nvSpPr>
        <p:spPr>
          <a:xfrm>
            <a:off x="8077200" y="1524000"/>
            <a:ext cx="3543300" cy="4485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aption Placeholder 1">
            <a:extLst>
              <a:ext uri="{FF2B5EF4-FFF2-40B4-BE49-F238E27FC236}">
                <a16:creationId xmlns:a16="http://schemas.microsoft.com/office/drawing/2014/main" id="{7D9CC340-A85C-9342-B19A-BB49DF9FE9E1}"/>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62551239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mp; Text (left), Text &amp; Content (righ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5410200" cy="1755648"/>
          </a:xfrm>
        </p:spPr>
        <p:txBody>
          <a:bodyPr rIns="91440"/>
          <a:lstStyle>
            <a:lvl1pPr>
              <a:lnSpc>
                <a:spcPct val="110000"/>
              </a:lnSpc>
              <a:defRPr/>
            </a:lvl1pPr>
          </a:lstStyle>
          <a:p>
            <a:r>
              <a:rPr lang="en-US" dirty="0"/>
              <a:t>Click to edit Master title style</a:t>
            </a:r>
          </a:p>
        </p:txBody>
      </p:sp>
      <p:sp>
        <p:nvSpPr>
          <p:cNvPr id="4" name="Intro Text Placeholder 1">
            <a:extLst>
              <a:ext uri="{FF2B5EF4-FFF2-40B4-BE49-F238E27FC236}">
                <a16:creationId xmlns:a16="http://schemas.microsoft.com/office/drawing/2014/main" id="{9F057ABE-06A8-4A4B-A322-3E94856C42EA}"/>
              </a:ext>
            </a:extLst>
          </p:cNvPr>
          <p:cNvSpPr>
            <a:spLocks noGrp="1"/>
          </p:cNvSpPr>
          <p:nvPr>
            <p:ph type="body" sz="quarter" idx="15"/>
          </p:nvPr>
        </p:nvSpPr>
        <p:spPr>
          <a:xfrm>
            <a:off x="571500" y="2708148"/>
            <a:ext cx="5410200" cy="3311652"/>
          </a:xfrm>
        </p:spPr>
        <p:txBody>
          <a:bodyPr rIns="91440"/>
          <a:lstStyle>
            <a:lvl1pPr>
              <a:spcAft>
                <a:spcPts val="1200"/>
              </a:spcAft>
              <a:defRPr/>
            </a:lvl1pPr>
          </a:lstStyle>
          <a:p>
            <a:pPr lvl="0"/>
            <a:r>
              <a:rPr lang="en-US" dirty="0"/>
              <a:t>Click to edit Master text styles</a:t>
            </a:r>
          </a:p>
        </p:txBody>
      </p:sp>
      <p:sp>
        <p:nvSpPr>
          <p:cNvPr id="13" name="Body Text Placeholder 2">
            <a:extLst>
              <a:ext uri="{FF2B5EF4-FFF2-40B4-BE49-F238E27FC236}">
                <a16:creationId xmlns:a16="http://schemas.microsoft.com/office/drawing/2014/main" id="{C164280D-08C9-7E45-8100-26E742E5F630}"/>
              </a:ext>
            </a:extLst>
          </p:cNvPr>
          <p:cNvSpPr>
            <a:spLocks noGrp="1"/>
          </p:cNvSpPr>
          <p:nvPr>
            <p:ph type="body" sz="quarter" idx="25" hasCustomPrompt="1"/>
          </p:nvPr>
        </p:nvSpPr>
        <p:spPr>
          <a:xfrm>
            <a:off x="6221874" y="571500"/>
            <a:ext cx="5391150" cy="2671062"/>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buFont typeface="Arial" panose="020B0604020202020204" pitchFamily="34" charset="0"/>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a:buFont typeface="System Font Regular"/>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a:buFont typeface="System Font Regular"/>
              <a:buChar char="&gt;"/>
              <a:defRPr sz="1200" b="0" i="0">
                <a:latin typeface="FedEx Sans" panose="020B0603020203020204" pitchFamily="34" charset="0"/>
                <a:ea typeface="FedEx Sans" panose="020B0603020203020204" pitchFamily="34" charset="0"/>
                <a:cs typeface="FedEx Sans" panose="020B0603020203020204" pitchFamily="34" charset="0"/>
              </a:defRPr>
            </a:lvl5pPr>
            <a:lvl6pPr>
              <a:defRPr sz="1200"/>
            </a:lvl6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
            <a:extLst>
              <a:ext uri="{FF2B5EF4-FFF2-40B4-BE49-F238E27FC236}">
                <a16:creationId xmlns:a16="http://schemas.microsoft.com/office/drawing/2014/main" id="{79859AB3-3303-0348-BD0B-2045E812C4CB}"/>
              </a:ext>
            </a:extLst>
          </p:cNvPr>
          <p:cNvSpPr>
            <a:spLocks noGrp="1"/>
          </p:cNvSpPr>
          <p:nvPr>
            <p:ph sz="quarter" idx="18" hasCustomPrompt="1"/>
          </p:nvPr>
        </p:nvSpPr>
        <p:spPr>
          <a:xfrm>
            <a:off x="6221874" y="3462018"/>
            <a:ext cx="5391151" cy="2560320"/>
          </a:xfrm>
        </p:spPr>
        <p:txBody>
          <a:bodyPr anchor="ctr" anchorCtr="0"/>
          <a:lstStyle>
            <a:lvl1pPr algn="ctr">
              <a:defRPr sz="1400"/>
            </a:lvl1pPr>
          </a:lstStyle>
          <a:p>
            <a:pPr lvl="0"/>
            <a:r>
              <a:rPr lang="en-US" dirty="0"/>
              <a:t>Click to add photo, video chart or media</a:t>
            </a:r>
          </a:p>
        </p:txBody>
      </p:sp>
      <p:sp>
        <p:nvSpPr>
          <p:cNvPr id="5" name="Footer Placeholder">
            <a:extLst>
              <a:ext uri="{FF2B5EF4-FFF2-40B4-BE49-F238E27FC236}">
                <a16:creationId xmlns:a16="http://schemas.microsoft.com/office/drawing/2014/main" id="{FCD6CBFA-CD56-DA44-AD0C-EF5222FEFD4B}"/>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A16D0DA6-3D6E-374C-8D38-47ED18A29212}"/>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1896176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1 Content with Caption">
    <p:spTree>
      <p:nvGrpSpPr>
        <p:cNvPr id="1" name=""/>
        <p:cNvGrpSpPr/>
        <p:nvPr/>
      </p:nvGrpSpPr>
      <p:grpSpPr>
        <a:xfrm>
          <a:off x="0" y="0"/>
          <a:ext cx="0" cy="0"/>
          <a:chOff x="0" y="0"/>
          <a:chExt cx="0" cy="0"/>
        </a:xfrm>
      </p:grpSpPr>
      <p:sp>
        <p:nvSpPr>
          <p:cNvPr id="2" name="Title"/>
          <p:cNvSpPr>
            <a:spLocks noGrp="1"/>
          </p:cNvSpPr>
          <p:nvPr>
            <p:ph type="title"/>
          </p:nvPr>
        </p:nvSpPr>
        <p:spPr>
          <a:xfrm>
            <a:off x="576074" y="571500"/>
            <a:ext cx="3538726" cy="1747494"/>
          </a:xfrm>
        </p:spPr>
        <p:txBody>
          <a:bodyPr anchor="t" anchorCtr="0"/>
          <a:lstStyle>
            <a:lvl1pPr>
              <a:defRPr sz="3800"/>
            </a:lvl1pPr>
          </a:lstStyle>
          <a:p>
            <a:r>
              <a:rPr lang="en-US" dirty="0"/>
              <a:t>Click to edit Master title style</a:t>
            </a:r>
          </a:p>
        </p:txBody>
      </p:sp>
      <p:sp>
        <p:nvSpPr>
          <p:cNvPr id="7" name="Text Placeholder">
            <a:extLst>
              <a:ext uri="{FF2B5EF4-FFF2-40B4-BE49-F238E27FC236}">
                <a16:creationId xmlns:a16="http://schemas.microsoft.com/office/drawing/2014/main" id="{A2CBDFDF-01BA-2F40-B985-9D703508A801}"/>
              </a:ext>
            </a:extLst>
          </p:cNvPr>
          <p:cNvSpPr>
            <a:spLocks noGrp="1"/>
          </p:cNvSpPr>
          <p:nvPr>
            <p:ph type="body" sz="half" idx="2"/>
          </p:nvPr>
        </p:nvSpPr>
        <p:spPr>
          <a:xfrm>
            <a:off x="571501" y="2699994"/>
            <a:ext cx="3543300" cy="3319804"/>
          </a:xfrm>
        </p:spPr>
        <p:txBody>
          <a:bodyPr/>
          <a:lstStyle>
            <a:lvl1pPr marL="0" indent="0">
              <a:spcAft>
                <a:spcPts val="600"/>
              </a:spcAft>
              <a:buNone/>
              <a:defRPr sz="2200" b="0" i="0">
                <a:latin typeface="FedEx Sans" panose="020B0603020203020204" pitchFamily="34" charset="0"/>
                <a:ea typeface="FedEx Sans" panose="020B0603020203020204" pitchFamily="34" charset="0"/>
                <a:cs typeface="FedEx Sans" panose="020B0603020203020204" pitchFamily="34" charset="0"/>
              </a:defRPr>
            </a:lvl1pPr>
            <a:lvl2pPr marL="7938" indent="0">
              <a:buNone/>
              <a:tabLs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p:cNvSpPr>
            <a:spLocks noGrp="1"/>
          </p:cNvSpPr>
          <p:nvPr>
            <p:ph idx="1"/>
          </p:nvPr>
        </p:nvSpPr>
        <p:spPr>
          <a:xfrm>
            <a:off x="4343400" y="571500"/>
            <a:ext cx="7277100" cy="5448299"/>
          </a:xfrm>
        </p:spPr>
        <p:txBody>
          <a:bodyPr/>
          <a:lstStyle>
            <a:lvl1pPr>
              <a:defRPr sz="2200"/>
            </a:lvl1pPr>
            <a:lvl2pPr>
              <a:defRPr sz="1600" b="1" i="0">
                <a:latin typeface="FedEx Sans" panose="020B0603020203020204" pitchFamily="34" charset="0"/>
                <a:ea typeface="FedEx Sans" panose="020B0603020203020204" pitchFamily="34" charset="0"/>
                <a:cs typeface="FedEx Sans" panose="020B0603020203020204" pitchFamily="34" charset="0"/>
              </a:defRPr>
            </a:lvl2pPr>
            <a:lvl3pPr>
              <a:defRPr sz="1600" b="0" i="0">
                <a:latin typeface="FedEx Sans" panose="020B0603020203020204" pitchFamily="34" charset="0"/>
                <a:ea typeface="FedEx Sans" panose="020B0603020203020204" pitchFamily="34" charset="0"/>
                <a:cs typeface="FedEx Sans" panose="020B0603020203020204" pitchFamily="34" charset="0"/>
              </a:defRPr>
            </a:lvl3pPr>
            <a:lvl4pPr>
              <a:defRPr sz="1600" b="0" i="0">
                <a:latin typeface="FedEx Sans" panose="020B0603020203020204" pitchFamily="34" charset="0"/>
                <a:ea typeface="FedEx Sans" panose="020B0603020203020204" pitchFamily="34" charset="0"/>
                <a:cs typeface="FedEx Sans" panose="020B0603020203020204" pitchFamily="34" charset="0"/>
              </a:defRPr>
            </a:lvl4pPr>
            <a:lvl5pPr>
              <a:defRPr sz="1600" b="0" i="0">
                <a:latin typeface="FedEx Sans" panose="020B0603020203020204" pitchFamily="34" charset="0"/>
                <a:ea typeface="FedEx Sans" panose="020B0603020203020204" pitchFamily="34" charset="0"/>
                <a:cs typeface="FedEx Sans" panose="020B0603020203020204" pitchFamily="34" charset="0"/>
              </a:defRPr>
            </a:lvl5pPr>
            <a:lvl6pPr>
              <a:defRPr sz="14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Fifth level</a:t>
            </a:r>
          </a:p>
        </p:txBody>
      </p:sp>
      <p:sp>
        <p:nvSpPr>
          <p:cNvPr id="10" name="Caption Placeholder 1">
            <a:extLst>
              <a:ext uri="{FF2B5EF4-FFF2-40B4-BE49-F238E27FC236}">
                <a16:creationId xmlns:a16="http://schemas.microsoft.com/office/drawing/2014/main" id="{5B41DAF5-0C89-EE4C-9E93-72FE81684E2C}"/>
              </a:ext>
            </a:extLst>
          </p:cNvPr>
          <p:cNvSpPr>
            <a:spLocks noGrp="1"/>
          </p:cNvSpPr>
          <p:nvPr>
            <p:ph type="body" sz="quarter" idx="22" hasCustomPrompt="1"/>
          </p:nvPr>
        </p:nvSpPr>
        <p:spPr>
          <a:xfrm>
            <a:off x="4343400" y="6096000"/>
            <a:ext cx="7277100" cy="152400"/>
          </a:xfrm>
        </p:spPr>
        <p:txBody>
          <a:bodyPr anchor="b" anchorCtr="0"/>
          <a:lstStyle>
            <a:lvl1pPr>
              <a:defRPr sz="800">
                <a:solidFill>
                  <a:schemeClr val="accent4"/>
                </a:solidFill>
              </a:defRPr>
            </a:lvl1pPr>
          </a:lstStyle>
          <a:p>
            <a:pPr lvl="0"/>
            <a:r>
              <a:rPr lang="en-US" dirty="0"/>
              <a:t>This is a caption / footnote</a:t>
            </a:r>
          </a:p>
        </p:txBody>
      </p:sp>
      <p:sp>
        <p:nvSpPr>
          <p:cNvPr id="8" name="Footer Placeholder">
            <a:extLst>
              <a:ext uri="{FF2B5EF4-FFF2-40B4-BE49-F238E27FC236}">
                <a16:creationId xmlns:a16="http://schemas.microsoft.com/office/drawing/2014/main" id="{4BF9DAF6-734F-0048-919C-A14F4E4C4C03}"/>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lide Number Placeholder">
            <a:extLst>
              <a:ext uri="{FF2B5EF4-FFF2-40B4-BE49-F238E27FC236}">
                <a16:creationId xmlns:a16="http://schemas.microsoft.com/office/drawing/2014/main" id="{B8FB3C80-7CBB-B34C-9928-B2351089B04C}"/>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80624408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mp; Body (left) w. Large Image (righ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8077200" y="571500"/>
            <a:ext cx="3543300" cy="1751515"/>
          </a:xfrm>
        </p:spPr>
        <p:txBody>
          <a:bodyPr/>
          <a:lstStyle>
            <a:lvl1pPr>
              <a:lnSpc>
                <a:spcPct val="110000"/>
              </a:lnSpc>
              <a:defRPr/>
            </a:lvl1pPr>
          </a:lstStyle>
          <a:p>
            <a:r>
              <a:rPr lang="en-US" dirty="0"/>
              <a:t>Click to edit Master title</a:t>
            </a:r>
          </a:p>
        </p:txBody>
      </p:sp>
      <p:sp>
        <p:nvSpPr>
          <p:cNvPr id="7" name="Text Placeholder">
            <a:extLst>
              <a:ext uri="{FF2B5EF4-FFF2-40B4-BE49-F238E27FC236}">
                <a16:creationId xmlns:a16="http://schemas.microsoft.com/office/drawing/2014/main" id="{77223B84-7A4F-454B-ADF5-4EEC85F27BC2}"/>
              </a:ext>
            </a:extLst>
          </p:cNvPr>
          <p:cNvSpPr>
            <a:spLocks noGrp="1"/>
          </p:cNvSpPr>
          <p:nvPr>
            <p:ph type="body" sz="quarter" idx="28" hasCustomPrompt="1"/>
          </p:nvPr>
        </p:nvSpPr>
        <p:spPr>
          <a:xfrm>
            <a:off x="8077200" y="2704699"/>
            <a:ext cx="3543300" cy="33151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buFont typeface="Arial" panose="020B0604020202020204" pitchFamily="34" charset="0"/>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a:buFont typeface="System Font Regular"/>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a:buFont typeface="System Font Regular"/>
              <a:buChar char="&gt;"/>
              <a:defRPr sz="1200" b="0" i="0">
                <a:latin typeface="FedEx Sans" panose="020B0603020203020204" pitchFamily="34" charset="0"/>
                <a:ea typeface="FedEx Sans" panose="020B0603020203020204" pitchFamily="34" charset="0"/>
                <a:cs typeface="FedEx Sans" panose="020B0603020203020204" pitchFamily="34" charset="0"/>
              </a:defRPr>
            </a:lvl5pPr>
            <a:lvl6pPr>
              <a:defRPr sz="1200"/>
            </a:lvl6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1">
            <a:extLst>
              <a:ext uri="{FF2B5EF4-FFF2-40B4-BE49-F238E27FC236}">
                <a16:creationId xmlns:a16="http://schemas.microsoft.com/office/drawing/2014/main" id="{4449268B-9EE5-494B-A766-0322491C744F}"/>
              </a:ext>
            </a:extLst>
          </p:cNvPr>
          <p:cNvSpPr>
            <a:spLocks noGrp="1"/>
          </p:cNvSpPr>
          <p:nvPr>
            <p:ph sz="quarter" idx="18" hasCustomPrompt="1"/>
          </p:nvPr>
        </p:nvSpPr>
        <p:spPr>
          <a:xfrm>
            <a:off x="571498" y="571500"/>
            <a:ext cx="7277102" cy="5448300"/>
          </a:xfrm>
        </p:spPr>
        <p:txBody>
          <a:bodyPr anchor="ctr" anchorCtr="0"/>
          <a:lstStyle>
            <a:lvl1pPr algn="ctr">
              <a:defRPr sz="1400"/>
            </a:lvl1pPr>
          </a:lstStyle>
          <a:p>
            <a:pPr lvl="0"/>
            <a:r>
              <a:rPr lang="en-US" dirty="0"/>
              <a:t>Click to add photo, video chart or media</a:t>
            </a:r>
          </a:p>
        </p:txBody>
      </p:sp>
      <p:sp>
        <p:nvSpPr>
          <p:cNvPr id="8" name="Caption Placeholder 1">
            <a:extLst>
              <a:ext uri="{FF2B5EF4-FFF2-40B4-BE49-F238E27FC236}">
                <a16:creationId xmlns:a16="http://schemas.microsoft.com/office/drawing/2014/main" id="{A161D401-2CCD-D645-9E13-4813531EF0E1}"/>
              </a:ext>
            </a:extLst>
          </p:cNvPr>
          <p:cNvSpPr>
            <a:spLocks noGrp="1"/>
          </p:cNvSpPr>
          <p:nvPr>
            <p:ph type="body" sz="quarter" idx="22" hasCustomPrompt="1"/>
          </p:nvPr>
        </p:nvSpPr>
        <p:spPr>
          <a:xfrm>
            <a:off x="576580" y="6096000"/>
            <a:ext cx="9144000" cy="152400"/>
          </a:xfrm>
        </p:spPr>
        <p:txBody>
          <a:bodyPr anchor="b" anchorCtr="0"/>
          <a:lstStyle>
            <a:lvl1pPr>
              <a:defRPr sz="800">
                <a:solidFill>
                  <a:schemeClr val="accent4"/>
                </a:solidFill>
              </a:defRPr>
            </a:lvl1pPr>
          </a:lstStyle>
          <a:p>
            <a:pPr lvl="0"/>
            <a:r>
              <a:rPr lang="en-US" dirty="0"/>
              <a:t>This is a caption / footnote</a:t>
            </a:r>
          </a:p>
        </p:txBody>
      </p:sp>
      <p:sp>
        <p:nvSpPr>
          <p:cNvPr id="5" name="Footer Placeholder">
            <a:extLst>
              <a:ext uri="{FF2B5EF4-FFF2-40B4-BE49-F238E27FC236}">
                <a16:creationId xmlns:a16="http://schemas.microsoft.com/office/drawing/2014/main" id="{83913716-00FC-A043-A845-ADDDD2036839}"/>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0A2E0E0A-3BB6-4546-BFAB-6604D8E142CC}"/>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60904598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1Title and Vertical Text">
    <p:spTree>
      <p:nvGrpSpPr>
        <p:cNvPr id="1" name=""/>
        <p:cNvGrpSpPr/>
        <p:nvPr/>
      </p:nvGrpSpPr>
      <p:grpSpPr>
        <a:xfrm>
          <a:off x="0" y="0"/>
          <a:ext cx="0" cy="0"/>
          <a:chOff x="0" y="0"/>
          <a:chExt cx="0" cy="0"/>
        </a:xfrm>
      </p:grpSpPr>
      <p:sp>
        <p:nvSpPr>
          <p:cNvPr id="2" name="Title"/>
          <p:cNvSpPr>
            <a:spLocks noGrp="1"/>
          </p:cNvSpPr>
          <p:nvPr>
            <p:ph type="title"/>
          </p:nvPr>
        </p:nvSpPr>
        <p:spPr>
          <a:xfrm>
            <a:off x="571500" y="576070"/>
            <a:ext cx="5410200" cy="1106424"/>
          </a:xfrm>
        </p:spPr>
        <p:txBody>
          <a:bodyPr/>
          <a:lstStyle/>
          <a:p>
            <a:r>
              <a:rPr lang="en-US" dirty="0"/>
              <a:t>Click to edit Master title style</a:t>
            </a:r>
          </a:p>
        </p:txBody>
      </p:sp>
      <p:sp>
        <p:nvSpPr>
          <p:cNvPr id="3" name="Text Placeholder"/>
          <p:cNvSpPr>
            <a:spLocks noGrp="1"/>
          </p:cNvSpPr>
          <p:nvPr>
            <p:ph type="body" orient="vert" idx="1"/>
          </p:nvPr>
        </p:nvSpPr>
        <p:spPr>
          <a:xfrm>
            <a:off x="576072" y="2057400"/>
            <a:ext cx="5405628" cy="39624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9" name="Content Placeholder">
            <a:extLst>
              <a:ext uri="{FF2B5EF4-FFF2-40B4-BE49-F238E27FC236}">
                <a16:creationId xmlns:a16="http://schemas.microsoft.com/office/drawing/2014/main" id="{0D4A3FD7-CCCA-E64D-8295-5F8C81FFFA2F}"/>
              </a:ext>
            </a:extLst>
          </p:cNvPr>
          <p:cNvSpPr>
            <a:spLocks noGrp="1"/>
          </p:cNvSpPr>
          <p:nvPr>
            <p:ph idx="13"/>
          </p:nvPr>
        </p:nvSpPr>
        <p:spPr>
          <a:xfrm>
            <a:off x="6210300" y="571500"/>
            <a:ext cx="5410200" cy="5448299"/>
          </a:xfrm>
        </p:spPr>
        <p:txBody>
          <a:bodyPr/>
          <a:lstStyle>
            <a:lvl1pPr>
              <a:defRPr sz="2200"/>
            </a:lvl1pPr>
            <a:lvl2pPr>
              <a:defRPr sz="1600" b="1" i="0">
                <a:latin typeface="FedEx Sans" panose="020B0603020203020204" pitchFamily="34" charset="0"/>
                <a:ea typeface="FedEx Sans" panose="020B0603020203020204" pitchFamily="34" charset="0"/>
                <a:cs typeface="FedEx Sans" panose="020B0603020203020204" pitchFamily="34" charset="0"/>
              </a:defRPr>
            </a:lvl2pPr>
            <a:lvl3pPr>
              <a:defRPr sz="1600" b="0" i="0">
                <a:latin typeface="FedEx Sans" panose="020B0603020203020204" pitchFamily="34" charset="0"/>
                <a:ea typeface="FedEx Sans" panose="020B0603020203020204" pitchFamily="34" charset="0"/>
                <a:cs typeface="FedEx Sans" panose="020B0603020203020204" pitchFamily="34" charset="0"/>
              </a:defRPr>
            </a:lvl3pPr>
            <a:lvl4pPr>
              <a:defRPr sz="1600" b="0" i="0">
                <a:latin typeface="FedEx Sans" panose="020B0603020203020204" pitchFamily="34" charset="0"/>
                <a:ea typeface="FedEx Sans" panose="020B0603020203020204" pitchFamily="34" charset="0"/>
                <a:cs typeface="FedEx Sans" panose="020B0603020203020204" pitchFamily="34" charset="0"/>
              </a:defRPr>
            </a:lvl4pPr>
            <a:lvl5pPr>
              <a:defRPr sz="1600" b="0" i="0">
                <a:latin typeface="FedEx Sans" panose="020B0603020203020204" pitchFamily="34" charset="0"/>
                <a:ea typeface="FedEx Sans" panose="020B0603020203020204" pitchFamily="34" charset="0"/>
                <a:cs typeface="FedEx Sans" panose="020B0603020203020204" pitchFamily="34" charset="0"/>
              </a:defRPr>
            </a:lvl5pPr>
            <a:lvl6pPr>
              <a:defRPr sz="14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7" name="Footer Placeholder">
            <a:extLst>
              <a:ext uri="{FF2B5EF4-FFF2-40B4-BE49-F238E27FC236}">
                <a16:creationId xmlns:a16="http://schemas.microsoft.com/office/drawing/2014/main" id="{22ED8B88-7755-2848-978D-E521EE4EAB88}"/>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6AB7122A-BA5F-F649-9C6D-D9F3FFEDEAE0}"/>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61100206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50/50 Flex Slide, Text Lef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8"/>
            <a:ext cx="5410200" cy="1104902"/>
          </a:xfrm>
        </p:spPr>
        <p:txBody>
          <a:bodyPr/>
          <a:lstStyle>
            <a:lvl1pPr>
              <a:lnSpc>
                <a:spcPct val="110000"/>
              </a:lnSpc>
              <a:defRPr/>
            </a:lvl1pPr>
          </a:lstStyle>
          <a:p>
            <a:r>
              <a:rPr lang="en-US" dirty="0"/>
              <a:t>Click to edit Master title style</a:t>
            </a:r>
          </a:p>
        </p:txBody>
      </p:sp>
      <p:sp>
        <p:nvSpPr>
          <p:cNvPr id="6" name="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54102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
            <a:extLst>
              <a:ext uri="{FF2B5EF4-FFF2-40B4-BE49-F238E27FC236}">
                <a16:creationId xmlns:a16="http://schemas.microsoft.com/office/drawing/2014/main" id="{986EEF3C-D111-4C41-AE9E-3927AB5FA3F5}"/>
              </a:ext>
            </a:extLst>
          </p:cNvPr>
          <p:cNvSpPr>
            <a:spLocks noGrp="1"/>
          </p:cNvSpPr>
          <p:nvPr>
            <p:ph sz="quarter" idx="21" hasCustomPrompt="1"/>
          </p:nvPr>
        </p:nvSpPr>
        <p:spPr>
          <a:xfrm>
            <a:off x="6228812" y="0"/>
            <a:ext cx="5963188" cy="6858000"/>
          </a:xfrm>
        </p:spPr>
        <p:txBody>
          <a:bodyPr anchor="ctr" anchorCtr="0"/>
          <a:lstStyle>
            <a:lvl1pPr algn="ctr">
              <a:defRPr sz="1400"/>
            </a:lvl1pPr>
          </a:lstStyle>
          <a:p>
            <a:pPr lvl="0"/>
            <a:r>
              <a:rPr lang="en-US" dirty="0"/>
              <a:t>Click to add photo, video chart or media</a:t>
            </a:r>
          </a:p>
        </p:txBody>
      </p:sp>
      <p:sp>
        <p:nvSpPr>
          <p:cNvPr id="7" name="Caption Placeholder 1">
            <a:extLst>
              <a:ext uri="{FF2B5EF4-FFF2-40B4-BE49-F238E27FC236}">
                <a16:creationId xmlns:a16="http://schemas.microsoft.com/office/drawing/2014/main" id="{5C9C68B7-B988-704F-BCB3-F39E549590E4}"/>
              </a:ext>
            </a:extLst>
          </p:cNvPr>
          <p:cNvSpPr>
            <a:spLocks noGrp="1"/>
          </p:cNvSpPr>
          <p:nvPr>
            <p:ph type="body" sz="quarter" idx="24"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947A880B-0A02-854D-9814-0D1482650A43}"/>
              </a:ext>
            </a:extLst>
          </p:cNvPr>
          <p:cNvSpPr>
            <a:spLocks noGrp="1"/>
          </p:cNvSpPr>
          <p:nvPr>
            <p:ph type="ftr" sz="quarter" idx="2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DB4D458-1355-C047-BDD4-C77A57A67B96}"/>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55541099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150/50 Flex Slide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5410200" cy="1104900"/>
          </a:xfrm>
        </p:spPr>
        <p:txBody>
          <a:bodyPr/>
          <a:lstStyle>
            <a:lvl1pPr>
              <a:lnSpc>
                <a:spcPct val="110000"/>
              </a:lnSpc>
              <a:defRPr/>
            </a:lvl1pPr>
          </a:lstStyle>
          <a:p>
            <a:r>
              <a:rPr lang="en-US" dirty="0"/>
              <a:t>Click to edit Master title style</a:t>
            </a:r>
          </a:p>
        </p:txBody>
      </p:sp>
      <p:sp>
        <p:nvSpPr>
          <p:cNvPr id="5" name="Content Placeholder 1">
            <a:extLst>
              <a:ext uri="{FF2B5EF4-FFF2-40B4-BE49-F238E27FC236}">
                <a16:creationId xmlns:a16="http://schemas.microsoft.com/office/drawing/2014/main" id="{16FA692A-5893-CB4D-913F-7EBCA7AB780F}"/>
              </a:ext>
            </a:extLst>
          </p:cNvPr>
          <p:cNvSpPr>
            <a:spLocks noGrp="1"/>
          </p:cNvSpPr>
          <p:nvPr>
            <p:ph sz="quarter" idx="17"/>
          </p:nvPr>
        </p:nvSpPr>
        <p:spPr>
          <a:xfrm>
            <a:off x="571500" y="2057400"/>
            <a:ext cx="5410200" cy="3962400"/>
          </a:xfrm>
        </p:spPr>
        <p:txBody>
          <a:bodyPr/>
          <a:lstStyle>
            <a:lvl2pPr>
              <a:spcAft>
                <a:spcPts val="300"/>
              </a:spcAft>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2" name="Content Placeholder 2 (purple)">
            <a:extLst>
              <a:ext uri="{FF2B5EF4-FFF2-40B4-BE49-F238E27FC236}">
                <a16:creationId xmlns:a16="http://schemas.microsoft.com/office/drawing/2014/main" id="{ACCC51C2-2A39-5449-9749-87AB7B9BE95C}"/>
              </a:ext>
            </a:extLst>
          </p:cNvPr>
          <p:cNvSpPr>
            <a:spLocks noGrp="1"/>
          </p:cNvSpPr>
          <p:nvPr>
            <p:ph sz="quarter" idx="18"/>
          </p:nvPr>
        </p:nvSpPr>
        <p:spPr>
          <a:xfrm>
            <a:off x="6210300" y="0"/>
            <a:ext cx="5981700" cy="6858000"/>
          </a:xfrm>
          <a:solidFill>
            <a:schemeClr val="tx2"/>
          </a:solidFill>
        </p:spPr>
        <p:txBody>
          <a:bodyPr lIns="548640" tIns="457200" rIns="640080" bIns="914400" anchor="ctr" anchorCtr="0"/>
          <a:lstStyle>
            <a:lvl1pPr>
              <a:defRPr>
                <a:solidFill>
                  <a:schemeClr val="bg1"/>
                </a:solidFill>
              </a:defRPr>
            </a:lvl1pPr>
            <a:lvl2pPr>
              <a:spcAft>
                <a:spcPts val="300"/>
              </a:spcAft>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7" name="Caption Placeholder 1">
            <a:extLst>
              <a:ext uri="{FF2B5EF4-FFF2-40B4-BE49-F238E27FC236}">
                <a16:creationId xmlns:a16="http://schemas.microsoft.com/office/drawing/2014/main" id="{79281B23-C582-E944-81BA-5F06C454078B}"/>
              </a:ext>
            </a:extLst>
          </p:cNvPr>
          <p:cNvSpPr>
            <a:spLocks noGrp="1"/>
          </p:cNvSpPr>
          <p:nvPr>
            <p:ph type="body" sz="quarter" idx="22"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96E2E46B-FF9D-3B4A-8F01-336BB7CA40FE}"/>
              </a:ext>
            </a:extLst>
          </p:cNvPr>
          <p:cNvSpPr>
            <a:spLocks noGrp="1"/>
          </p:cNvSpPr>
          <p:nvPr>
            <p:ph type="ftr" sz="quarter" idx="1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9E26A0D2-BC22-F24D-83E8-F7994A53131D}"/>
              </a:ext>
            </a:extLst>
          </p:cNvPr>
          <p:cNvSpPr>
            <a:spLocks noGrp="1"/>
          </p:cNvSpPr>
          <p:nvPr>
            <p:ph type="sldNum" sz="quarter" idx="20"/>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73410052"/>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50/50 Flex Slide, Text Righ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6210300" y="571500"/>
            <a:ext cx="5410200" cy="1104900"/>
          </a:xfrm>
        </p:spPr>
        <p:txBody>
          <a:bodyPr/>
          <a:lstStyle>
            <a:lvl1pPr>
              <a:lnSpc>
                <a:spcPct val="110000"/>
              </a:lnSpc>
              <a:defRPr/>
            </a:lvl1p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6210300" y="2057401"/>
            <a:ext cx="5410200" cy="39623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
            <a:extLst>
              <a:ext uri="{FF2B5EF4-FFF2-40B4-BE49-F238E27FC236}">
                <a16:creationId xmlns:a16="http://schemas.microsoft.com/office/drawing/2014/main" id="{CDA6D35C-BE4C-4D4B-97BC-EF41D1B05C0F}"/>
              </a:ext>
            </a:extLst>
          </p:cNvPr>
          <p:cNvSpPr>
            <a:spLocks noGrp="1"/>
          </p:cNvSpPr>
          <p:nvPr>
            <p:ph sz="quarter" idx="21" hasCustomPrompt="1"/>
          </p:nvPr>
        </p:nvSpPr>
        <p:spPr>
          <a:xfrm>
            <a:off x="0" y="0"/>
            <a:ext cx="5963188" cy="6858000"/>
          </a:xfrm>
        </p:spPr>
        <p:txBody>
          <a:bodyPr anchor="ctr" anchorCtr="0"/>
          <a:lstStyle>
            <a:lvl1pPr algn="ctr">
              <a:defRPr sz="1400"/>
            </a:lvl1pPr>
          </a:lstStyle>
          <a:p>
            <a:pPr lvl="0"/>
            <a:r>
              <a:rPr lang="en-US" dirty="0"/>
              <a:t>Click to add photo, video chart or media</a:t>
            </a:r>
          </a:p>
        </p:txBody>
      </p:sp>
      <p:sp>
        <p:nvSpPr>
          <p:cNvPr id="7" name="Caption Placeholder 1">
            <a:extLst>
              <a:ext uri="{FF2B5EF4-FFF2-40B4-BE49-F238E27FC236}">
                <a16:creationId xmlns:a16="http://schemas.microsoft.com/office/drawing/2014/main" id="{4FBEB19D-DBF5-F34D-8FC5-810DC63F9A87}"/>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BFBC3CC2-CAA6-3B43-B558-7AB07CDDEA6D}"/>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4" name="Slide Number Placeholder">
            <a:extLst>
              <a:ext uri="{FF2B5EF4-FFF2-40B4-BE49-F238E27FC236}">
                <a16:creationId xmlns:a16="http://schemas.microsoft.com/office/drawing/2014/main" id="{23150172-9150-EA49-AB25-D56B32A641FF}"/>
              </a:ext>
            </a:extLst>
          </p:cNvPr>
          <p:cNvSpPr>
            <a:spLocks noGrp="1"/>
          </p:cNvSpPr>
          <p:nvPr>
            <p:ph type="sldNum" sz="quarter" idx="23"/>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81288358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amp; 2 Content Textboxes w. Supporting Tex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lnSpc>
                <a:spcPct val="110000"/>
              </a:lnSpc>
              <a:defRPr/>
            </a:lvl1pPr>
          </a:lstStyle>
          <a:p>
            <a:r>
              <a:rPr lang="en-US" dirty="0"/>
              <a:t>Click to edit Master title style</a:t>
            </a:r>
          </a:p>
        </p:txBody>
      </p:sp>
      <p:sp>
        <p:nvSpPr>
          <p:cNvPr id="11" name="Text Placeholder 1">
            <a:extLst>
              <a:ext uri="{FF2B5EF4-FFF2-40B4-BE49-F238E27FC236}">
                <a16:creationId xmlns:a16="http://schemas.microsoft.com/office/drawing/2014/main" id="{B891F4A3-70FC-3E4A-AF51-1E7C60CB99F4}"/>
              </a:ext>
            </a:extLst>
          </p:cNvPr>
          <p:cNvSpPr>
            <a:spLocks noGrp="1"/>
          </p:cNvSpPr>
          <p:nvPr>
            <p:ph type="body" sz="quarter" idx="25" hasCustomPrompt="1"/>
          </p:nvPr>
        </p:nvSpPr>
        <p:spPr>
          <a:xfrm>
            <a:off x="576072" y="4716437"/>
            <a:ext cx="5391151" cy="13056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2" name="Content Placeholder 1">
            <a:extLst>
              <a:ext uri="{FF2B5EF4-FFF2-40B4-BE49-F238E27FC236}">
                <a16:creationId xmlns:a16="http://schemas.microsoft.com/office/drawing/2014/main" id="{9EE7CDEB-2AFE-F349-B6D8-BDC758046172}"/>
              </a:ext>
            </a:extLst>
          </p:cNvPr>
          <p:cNvSpPr>
            <a:spLocks noGrp="1"/>
          </p:cNvSpPr>
          <p:nvPr>
            <p:ph sz="quarter" idx="21" hasCustomPrompt="1"/>
          </p:nvPr>
        </p:nvSpPr>
        <p:spPr>
          <a:xfrm>
            <a:off x="576071" y="1527048"/>
            <a:ext cx="4389120" cy="2926080"/>
          </a:xfrm>
        </p:spPr>
        <p:txBody>
          <a:bodyPr anchor="ctr" anchorCtr="0"/>
          <a:lstStyle>
            <a:lvl1pPr algn="ctr">
              <a:defRPr sz="1400"/>
            </a:lvl1pPr>
          </a:lstStyle>
          <a:p>
            <a:pPr lvl="0"/>
            <a:r>
              <a:rPr lang="en-US" dirty="0"/>
              <a:t>Click to add photo, video chart or media</a:t>
            </a:r>
          </a:p>
        </p:txBody>
      </p:sp>
      <p:sp>
        <p:nvSpPr>
          <p:cNvPr id="13" name="Text Placeholder 2">
            <a:extLst>
              <a:ext uri="{FF2B5EF4-FFF2-40B4-BE49-F238E27FC236}">
                <a16:creationId xmlns:a16="http://schemas.microsoft.com/office/drawing/2014/main" id="{7CCE4CE9-F789-8A41-AD5D-E3B93655BC89}"/>
              </a:ext>
            </a:extLst>
          </p:cNvPr>
          <p:cNvSpPr>
            <a:spLocks noGrp="1"/>
          </p:cNvSpPr>
          <p:nvPr>
            <p:ph type="body" sz="quarter" idx="26" hasCustomPrompt="1"/>
          </p:nvPr>
        </p:nvSpPr>
        <p:spPr>
          <a:xfrm>
            <a:off x="6229349" y="4714198"/>
            <a:ext cx="5391151" cy="13056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0" name="Content Placeholder 2">
            <a:extLst>
              <a:ext uri="{FF2B5EF4-FFF2-40B4-BE49-F238E27FC236}">
                <a16:creationId xmlns:a16="http://schemas.microsoft.com/office/drawing/2014/main" id="{7AACE097-14E9-EE41-ABC8-8FB0D280CC28}"/>
              </a:ext>
            </a:extLst>
          </p:cNvPr>
          <p:cNvSpPr>
            <a:spLocks noGrp="1"/>
          </p:cNvSpPr>
          <p:nvPr>
            <p:ph sz="quarter" idx="18" hasCustomPrompt="1"/>
          </p:nvPr>
        </p:nvSpPr>
        <p:spPr>
          <a:xfrm>
            <a:off x="6229349" y="1527048"/>
            <a:ext cx="4389120" cy="2926080"/>
          </a:xfrm>
        </p:spPr>
        <p:txBody>
          <a:bodyPr anchor="ctr" anchorCtr="0"/>
          <a:lstStyle>
            <a:lvl1pPr algn="ctr">
              <a:defRPr sz="1400"/>
            </a:lvl1pPr>
          </a:lstStyle>
          <a:p>
            <a:pPr lvl="0"/>
            <a:r>
              <a:rPr lang="en-US" dirty="0"/>
              <a:t>Click to add photo, video chart or media</a:t>
            </a:r>
          </a:p>
        </p:txBody>
      </p:sp>
      <p:sp>
        <p:nvSpPr>
          <p:cNvPr id="3" name="Footer Placeholder">
            <a:extLst>
              <a:ext uri="{FF2B5EF4-FFF2-40B4-BE49-F238E27FC236}">
                <a16:creationId xmlns:a16="http://schemas.microsoft.com/office/drawing/2014/main" id="{C9A99BF0-2622-8C43-A4EB-A1C09E9DA7E0}"/>
              </a:ext>
            </a:extLst>
          </p:cNvPr>
          <p:cNvSpPr>
            <a:spLocks noGrp="1"/>
          </p:cNvSpPr>
          <p:nvPr>
            <p:ph type="ftr" sz="quarter" idx="2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6298AB4-0EC7-7F4D-9893-DC26E0F1B774}"/>
              </a:ext>
            </a:extLst>
          </p:cNvPr>
          <p:cNvSpPr>
            <a:spLocks noGrp="1"/>
          </p:cNvSpPr>
          <p:nvPr>
            <p:ph type="sldNum" sz="quarter" idx="2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51334198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mp; 2 Textboxes w. Content Lef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13" name="Text Placeholder 1">
            <a:extLst>
              <a:ext uri="{FF2B5EF4-FFF2-40B4-BE49-F238E27FC236}">
                <a16:creationId xmlns:a16="http://schemas.microsoft.com/office/drawing/2014/main" id="{D734A51F-E7BC-2844-AE8C-725C3AAC5D62}"/>
              </a:ext>
            </a:extLst>
          </p:cNvPr>
          <p:cNvSpPr>
            <a:spLocks noGrp="1"/>
          </p:cNvSpPr>
          <p:nvPr>
            <p:ph type="body" sz="quarter" idx="25" hasCustomPrompt="1"/>
          </p:nvPr>
        </p:nvSpPr>
        <p:spPr>
          <a:xfrm>
            <a:off x="3937000" y="1527048"/>
            <a:ext cx="7683496" cy="20675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0" name="Content Placeholder 1">
            <a:extLst>
              <a:ext uri="{FF2B5EF4-FFF2-40B4-BE49-F238E27FC236}">
                <a16:creationId xmlns:a16="http://schemas.microsoft.com/office/drawing/2014/main" id="{4BD07314-21C4-124D-BB6E-23FF6300AD6C}"/>
              </a:ext>
            </a:extLst>
          </p:cNvPr>
          <p:cNvSpPr>
            <a:spLocks noGrp="1" noChangeAspect="1"/>
          </p:cNvSpPr>
          <p:nvPr>
            <p:ph sz="quarter" idx="21" hasCustomPrompt="1"/>
          </p:nvPr>
        </p:nvSpPr>
        <p:spPr>
          <a:xfrm>
            <a:off x="571500" y="1527048"/>
            <a:ext cx="3118104" cy="2020824"/>
          </a:xfrm>
        </p:spPr>
        <p:txBody>
          <a:bodyPr anchor="ctr" anchorCtr="0"/>
          <a:lstStyle>
            <a:lvl1pPr algn="ctr">
              <a:defRPr sz="1400"/>
            </a:lvl1pPr>
          </a:lstStyle>
          <a:p>
            <a:pPr lvl="0"/>
            <a:r>
              <a:rPr lang="en-US" dirty="0"/>
              <a:t>Click to add photo, video chart or media</a:t>
            </a:r>
          </a:p>
        </p:txBody>
      </p:sp>
      <p:sp>
        <p:nvSpPr>
          <p:cNvPr id="14" name="Text Placeholder 2">
            <a:extLst>
              <a:ext uri="{FF2B5EF4-FFF2-40B4-BE49-F238E27FC236}">
                <a16:creationId xmlns:a16="http://schemas.microsoft.com/office/drawing/2014/main" id="{822A5036-D921-174C-8870-7E9C50C7B8E6}"/>
              </a:ext>
            </a:extLst>
          </p:cNvPr>
          <p:cNvSpPr>
            <a:spLocks noGrp="1"/>
          </p:cNvSpPr>
          <p:nvPr>
            <p:ph type="body" sz="quarter" idx="12" hasCustomPrompt="1"/>
          </p:nvPr>
        </p:nvSpPr>
        <p:spPr>
          <a:xfrm>
            <a:off x="3937000" y="3952300"/>
            <a:ext cx="7683496" cy="20675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1" name="Content Placeholder 2">
            <a:extLst>
              <a:ext uri="{FF2B5EF4-FFF2-40B4-BE49-F238E27FC236}">
                <a16:creationId xmlns:a16="http://schemas.microsoft.com/office/drawing/2014/main" id="{95DAFB0C-2211-004A-87E8-8E564C80C060}"/>
              </a:ext>
            </a:extLst>
          </p:cNvPr>
          <p:cNvSpPr>
            <a:spLocks noGrp="1"/>
          </p:cNvSpPr>
          <p:nvPr>
            <p:ph sz="quarter" idx="22" hasCustomPrompt="1"/>
          </p:nvPr>
        </p:nvSpPr>
        <p:spPr>
          <a:xfrm>
            <a:off x="576072" y="3952300"/>
            <a:ext cx="3113532" cy="2020824"/>
          </a:xfrm>
        </p:spPr>
        <p:txBody>
          <a:bodyPr anchor="ctr" anchorCtr="0"/>
          <a:lstStyle>
            <a:lvl1pPr algn="ctr">
              <a:defRPr sz="1400"/>
            </a:lvl1pPr>
          </a:lstStyle>
          <a:p>
            <a:pPr lvl="0"/>
            <a:r>
              <a:rPr lang="en-US" dirty="0"/>
              <a:t>Click to add photo, video chart or media</a:t>
            </a:r>
          </a:p>
        </p:txBody>
      </p:sp>
      <p:sp>
        <p:nvSpPr>
          <p:cNvPr id="3" name="Footer Placeholder">
            <a:extLst>
              <a:ext uri="{FF2B5EF4-FFF2-40B4-BE49-F238E27FC236}">
                <a16:creationId xmlns:a16="http://schemas.microsoft.com/office/drawing/2014/main" id="{4909C3FF-FF5C-A145-8DB8-E1B979017474}"/>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97D7122-F27C-DC40-BD9B-F93001AF6106}"/>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87300031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mp; 3 Text Columns /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0576" cy="603504"/>
          </a:xfrm>
        </p:spPr>
        <p:txBody>
          <a:bodyPr/>
          <a:lstStyle/>
          <a:p>
            <a:r>
              <a:rPr lang="en-US" dirty="0"/>
              <a:t>Click to edit Master title style</a:t>
            </a:r>
          </a:p>
        </p:txBody>
      </p:sp>
      <p:sp>
        <p:nvSpPr>
          <p:cNvPr id="12" name="Text Placeholder 1">
            <a:extLst>
              <a:ext uri="{FF2B5EF4-FFF2-40B4-BE49-F238E27FC236}">
                <a16:creationId xmlns:a16="http://schemas.microsoft.com/office/drawing/2014/main" id="{0CA0C9EF-1948-6047-B813-F2AB78BAB759}"/>
              </a:ext>
            </a:extLst>
          </p:cNvPr>
          <p:cNvSpPr>
            <a:spLocks noGrp="1"/>
          </p:cNvSpPr>
          <p:nvPr>
            <p:ph type="body" sz="quarter" idx="23" hasCustomPrompt="1"/>
          </p:nvPr>
        </p:nvSpPr>
        <p:spPr>
          <a:xfrm>
            <a:off x="576072" y="3762758"/>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4" name="Content Placeholder 1">
            <a:extLst>
              <a:ext uri="{FF2B5EF4-FFF2-40B4-BE49-F238E27FC236}">
                <a16:creationId xmlns:a16="http://schemas.microsoft.com/office/drawing/2014/main" id="{E18B9338-F8D7-3B4F-BC8F-67DBC9FC5DFB}"/>
              </a:ext>
            </a:extLst>
          </p:cNvPr>
          <p:cNvSpPr>
            <a:spLocks noGrp="1" noChangeAspect="1"/>
          </p:cNvSpPr>
          <p:nvPr>
            <p:ph sz="quarter" idx="24" hasCustomPrompt="1"/>
          </p:nvPr>
        </p:nvSpPr>
        <p:spPr>
          <a:xfrm>
            <a:off x="571500" y="1527048"/>
            <a:ext cx="3118104" cy="2019300"/>
          </a:xfrm>
        </p:spPr>
        <p:txBody>
          <a:bodyPr anchor="ctr" anchorCtr="0"/>
          <a:lstStyle>
            <a:lvl1pPr algn="ctr">
              <a:defRPr sz="1400"/>
            </a:lvl1pPr>
          </a:lstStyle>
          <a:p>
            <a:pPr lvl="0"/>
            <a:r>
              <a:rPr lang="en-US" dirty="0"/>
              <a:t>Click to add photo, video chart or media</a:t>
            </a:r>
          </a:p>
        </p:txBody>
      </p:sp>
      <p:sp>
        <p:nvSpPr>
          <p:cNvPr id="13" name="Text Placeholder 2">
            <a:extLst>
              <a:ext uri="{FF2B5EF4-FFF2-40B4-BE49-F238E27FC236}">
                <a16:creationId xmlns:a16="http://schemas.microsoft.com/office/drawing/2014/main" id="{D4FB2424-C20C-4D4B-88DB-1D9D3B59D650}"/>
              </a:ext>
            </a:extLst>
          </p:cNvPr>
          <p:cNvSpPr>
            <a:spLocks noGrp="1"/>
          </p:cNvSpPr>
          <p:nvPr>
            <p:ph type="body" sz="quarter" idx="12" hasCustomPrompt="1"/>
          </p:nvPr>
        </p:nvSpPr>
        <p:spPr>
          <a:xfrm>
            <a:off x="4343400" y="3765266"/>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5" name="Content Placeholder 2">
            <a:extLst>
              <a:ext uri="{FF2B5EF4-FFF2-40B4-BE49-F238E27FC236}">
                <a16:creationId xmlns:a16="http://schemas.microsoft.com/office/drawing/2014/main" id="{C8CE6F44-E447-F445-9F8B-7BA97EE3851C}"/>
              </a:ext>
            </a:extLst>
          </p:cNvPr>
          <p:cNvSpPr>
            <a:spLocks noGrp="1" noChangeAspect="1"/>
          </p:cNvSpPr>
          <p:nvPr>
            <p:ph sz="quarter" idx="25" hasCustomPrompt="1"/>
          </p:nvPr>
        </p:nvSpPr>
        <p:spPr>
          <a:xfrm>
            <a:off x="4343400" y="1527048"/>
            <a:ext cx="3118104" cy="2019300"/>
          </a:xfrm>
        </p:spPr>
        <p:txBody>
          <a:bodyPr anchor="ctr" anchorCtr="0"/>
          <a:lstStyle>
            <a:lvl1pPr algn="ctr">
              <a:defRPr sz="1400"/>
            </a:lvl1pPr>
          </a:lstStyle>
          <a:p>
            <a:pPr lvl="0"/>
            <a:r>
              <a:rPr lang="en-US" dirty="0"/>
              <a:t>Click to add photo, video chart or media</a:t>
            </a:r>
          </a:p>
        </p:txBody>
      </p:sp>
      <p:sp>
        <p:nvSpPr>
          <p:cNvPr id="17" name="Text Placeholder 3">
            <a:extLst>
              <a:ext uri="{FF2B5EF4-FFF2-40B4-BE49-F238E27FC236}">
                <a16:creationId xmlns:a16="http://schemas.microsoft.com/office/drawing/2014/main" id="{27FBB043-3E76-FD41-B4B9-0383071851E8}"/>
              </a:ext>
            </a:extLst>
          </p:cNvPr>
          <p:cNvSpPr>
            <a:spLocks noGrp="1"/>
          </p:cNvSpPr>
          <p:nvPr>
            <p:ph type="body" sz="quarter" idx="27" hasCustomPrompt="1"/>
          </p:nvPr>
        </p:nvSpPr>
        <p:spPr>
          <a:xfrm>
            <a:off x="8115300" y="3762757"/>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6" name="Content Placeholder 3">
            <a:extLst>
              <a:ext uri="{FF2B5EF4-FFF2-40B4-BE49-F238E27FC236}">
                <a16:creationId xmlns:a16="http://schemas.microsoft.com/office/drawing/2014/main" id="{3EC0117C-05D3-C243-BE2F-8E0D66600AA6}"/>
              </a:ext>
            </a:extLst>
          </p:cNvPr>
          <p:cNvSpPr>
            <a:spLocks noGrp="1" noChangeAspect="1"/>
          </p:cNvSpPr>
          <p:nvPr>
            <p:ph sz="quarter" idx="26" hasCustomPrompt="1"/>
          </p:nvPr>
        </p:nvSpPr>
        <p:spPr>
          <a:xfrm>
            <a:off x="8115300" y="1527048"/>
            <a:ext cx="3118104" cy="2019300"/>
          </a:xfrm>
        </p:spPr>
        <p:txBody>
          <a:bodyPr anchor="ctr" anchorCtr="0"/>
          <a:lstStyle>
            <a:lvl1pPr algn="ctr">
              <a:defRPr sz="1400"/>
            </a:lvl1pPr>
          </a:lstStyle>
          <a:p>
            <a:pPr lvl="0"/>
            <a:r>
              <a:rPr lang="en-US" dirty="0"/>
              <a:t>Click to add photo, video chart or media</a:t>
            </a:r>
          </a:p>
        </p:txBody>
      </p:sp>
      <p:sp>
        <p:nvSpPr>
          <p:cNvPr id="3" name="Footer Placeholder">
            <a:extLst>
              <a:ext uri="{FF2B5EF4-FFF2-40B4-BE49-F238E27FC236}">
                <a16:creationId xmlns:a16="http://schemas.microsoft.com/office/drawing/2014/main" id="{9D60CA78-2685-F641-B824-2A130D18EE68}"/>
              </a:ext>
            </a:extLst>
          </p:cNvPr>
          <p:cNvSpPr>
            <a:spLocks noGrp="1"/>
          </p:cNvSpPr>
          <p:nvPr>
            <p:ph type="ftr" sz="quarter" idx="2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2A00D9BA-51C0-A540-BB33-B2FD0B502D46}"/>
              </a:ext>
            </a:extLst>
          </p:cNvPr>
          <p:cNvSpPr>
            <a:spLocks noGrp="1"/>
          </p:cNvSpPr>
          <p:nvPr>
            <p:ph type="sldNum" sz="quarter" idx="29"/>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53763932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amp; 3 Text Columns (gradient subheadings) /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a:t>Click to edit Master title style</a:t>
            </a:r>
          </a:p>
        </p:txBody>
      </p:sp>
      <p:sp>
        <p:nvSpPr>
          <p:cNvPr id="16" name="Subheading Placeholder 1">
            <a:extLst>
              <a:ext uri="{FF2B5EF4-FFF2-40B4-BE49-F238E27FC236}">
                <a16:creationId xmlns:a16="http://schemas.microsoft.com/office/drawing/2014/main" id="{3A96055B-FAD3-9B4B-AD84-A5CDC5DC8C57}"/>
              </a:ext>
            </a:extLst>
          </p:cNvPr>
          <p:cNvSpPr>
            <a:spLocks noGrp="1"/>
          </p:cNvSpPr>
          <p:nvPr>
            <p:ph type="body" sz="quarter" idx="20"/>
          </p:nvPr>
        </p:nvSpPr>
        <p:spPr>
          <a:xfrm>
            <a:off x="571500" y="3237953"/>
            <a:ext cx="3505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dirty="0"/>
              <a:t>Click to edit Master text styles</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3636720"/>
            <a:ext cx="3505200" cy="2383080"/>
          </a:xfrm>
        </p:spPr>
        <p:txBody>
          <a:bodyPr lIns="91440" rIns="91440"/>
          <a:lstStyle>
            <a:lvl1pPr algn="ctr">
              <a:spcAft>
                <a:spcPts val="600"/>
              </a:spcAft>
              <a:defRPr sz="1400"/>
            </a:lvl1pPr>
            <a:lvl2pPr algn="ctr">
              <a:spcAft>
                <a:spcPts val="300"/>
              </a:spcAft>
              <a:defRPr sz="1400"/>
            </a:lvl2pPr>
            <a:lvl3pPr algn="ctr">
              <a:spcAft>
                <a:spcPts val="600"/>
              </a:spcAft>
              <a:defRPr sz="1400"/>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p:txBody>
      </p:sp>
      <p:sp>
        <p:nvSpPr>
          <p:cNvPr id="22" name="Content Placeholder 1">
            <a:extLst>
              <a:ext uri="{FF2B5EF4-FFF2-40B4-BE49-F238E27FC236}">
                <a16:creationId xmlns:a16="http://schemas.microsoft.com/office/drawing/2014/main" id="{A62C002E-48ED-7841-96EF-A28414B108F4}"/>
              </a:ext>
            </a:extLst>
          </p:cNvPr>
          <p:cNvSpPr>
            <a:spLocks noGrp="1" noChangeAspect="1"/>
          </p:cNvSpPr>
          <p:nvPr>
            <p:ph sz="quarter" idx="25" hasCustomPrompt="1"/>
          </p:nvPr>
        </p:nvSpPr>
        <p:spPr>
          <a:xfrm>
            <a:off x="1209294" y="1523999"/>
            <a:ext cx="2267712" cy="1512137"/>
          </a:xfrm>
        </p:spPr>
        <p:txBody>
          <a:bodyPr anchor="ctr" anchorCtr="0"/>
          <a:lstStyle>
            <a:lvl1pPr algn="ctr">
              <a:defRPr sz="1400"/>
            </a:lvl1pPr>
          </a:lstStyle>
          <a:p>
            <a:pPr lvl="0"/>
            <a:r>
              <a:rPr lang="en-US" dirty="0"/>
              <a:t>Click to add photo, video chart or media</a:t>
            </a:r>
          </a:p>
        </p:txBody>
      </p:sp>
      <p:sp>
        <p:nvSpPr>
          <p:cNvPr id="17" name="Subheading Placeholder 2">
            <a:extLst>
              <a:ext uri="{FF2B5EF4-FFF2-40B4-BE49-F238E27FC236}">
                <a16:creationId xmlns:a16="http://schemas.microsoft.com/office/drawing/2014/main" id="{05F670E2-997D-164F-85BE-34CF903E164B}"/>
              </a:ext>
            </a:extLst>
          </p:cNvPr>
          <p:cNvSpPr>
            <a:spLocks noGrp="1"/>
          </p:cNvSpPr>
          <p:nvPr>
            <p:ph type="body" sz="quarter" idx="21"/>
          </p:nvPr>
        </p:nvSpPr>
        <p:spPr>
          <a:xfrm>
            <a:off x="4343400" y="3237953"/>
            <a:ext cx="3505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dirty="0"/>
              <a:t>Click to edit Master text styles</a:t>
            </a:r>
          </a:p>
        </p:txBody>
      </p:sp>
      <p:sp>
        <p:nvSpPr>
          <p:cNvPr id="10" name="Text Placeholder 2">
            <a:extLst>
              <a:ext uri="{FF2B5EF4-FFF2-40B4-BE49-F238E27FC236}">
                <a16:creationId xmlns:a16="http://schemas.microsoft.com/office/drawing/2014/main" id="{796A1440-4453-7D4A-913C-76147FEBF086}"/>
              </a:ext>
            </a:extLst>
          </p:cNvPr>
          <p:cNvSpPr>
            <a:spLocks noGrp="1"/>
          </p:cNvSpPr>
          <p:nvPr>
            <p:ph type="body" sz="quarter" idx="15"/>
          </p:nvPr>
        </p:nvSpPr>
        <p:spPr>
          <a:xfrm>
            <a:off x="4343400" y="3636720"/>
            <a:ext cx="3505200" cy="2383080"/>
          </a:xfrm>
        </p:spPr>
        <p:txBody>
          <a:bodyPr lIns="91440" rIns="91440"/>
          <a:lstStyle>
            <a:lvl1pPr algn="ctr">
              <a:spcAft>
                <a:spcPts val="600"/>
              </a:spcAft>
              <a:defRPr sz="1400"/>
            </a:lvl1pPr>
            <a:lvl2pPr algn="ctr">
              <a:spcAft>
                <a:spcPts val="300"/>
              </a:spcAft>
              <a:defRPr sz="1400"/>
            </a:lvl2pPr>
            <a:lvl3pPr algn="ctr">
              <a:spcAft>
                <a:spcPts val="600"/>
              </a:spcAft>
              <a:defRPr sz="1400"/>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C8B48F94-9BE1-354C-B0AF-FB6E52ED3390}"/>
              </a:ext>
            </a:extLst>
          </p:cNvPr>
          <p:cNvSpPr>
            <a:spLocks noGrp="1" noChangeAspect="1"/>
          </p:cNvSpPr>
          <p:nvPr>
            <p:ph sz="quarter" idx="26" hasCustomPrompt="1"/>
          </p:nvPr>
        </p:nvSpPr>
        <p:spPr>
          <a:xfrm>
            <a:off x="4962144" y="1524000"/>
            <a:ext cx="2267712" cy="1512137"/>
          </a:xfrm>
        </p:spPr>
        <p:txBody>
          <a:bodyPr anchor="ctr" anchorCtr="0"/>
          <a:lstStyle>
            <a:lvl1pPr algn="ctr">
              <a:defRPr sz="1400"/>
            </a:lvl1pPr>
          </a:lstStyle>
          <a:p>
            <a:pPr lvl="0"/>
            <a:r>
              <a:rPr lang="en-US" dirty="0"/>
              <a:t>Click to add photo, video chart or media</a:t>
            </a:r>
          </a:p>
        </p:txBody>
      </p:sp>
      <p:sp>
        <p:nvSpPr>
          <p:cNvPr id="18" name="Subheading Placeholder 3">
            <a:extLst>
              <a:ext uri="{FF2B5EF4-FFF2-40B4-BE49-F238E27FC236}">
                <a16:creationId xmlns:a16="http://schemas.microsoft.com/office/drawing/2014/main" id="{D1AA34EE-06E2-4E41-9F2E-1CFAB2CCD1AD}"/>
              </a:ext>
            </a:extLst>
          </p:cNvPr>
          <p:cNvSpPr>
            <a:spLocks noGrp="1"/>
          </p:cNvSpPr>
          <p:nvPr>
            <p:ph type="body" sz="quarter" idx="22"/>
          </p:nvPr>
        </p:nvSpPr>
        <p:spPr>
          <a:xfrm>
            <a:off x="8115300" y="3237953"/>
            <a:ext cx="3505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dirty="0"/>
              <a:t>Click to edit Master text styles</a:t>
            </a:r>
          </a:p>
        </p:txBody>
      </p:sp>
      <p:sp>
        <p:nvSpPr>
          <p:cNvPr id="11" name="Text Placeholder 3">
            <a:extLst>
              <a:ext uri="{FF2B5EF4-FFF2-40B4-BE49-F238E27FC236}">
                <a16:creationId xmlns:a16="http://schemas.microsoft.com/office/drawing/2014/main" id="{FE53F5C5-D26C-9B4F-BBCB-8996294AD777}"/>
              </a:ext>
            </a:extLst>
          </p:cNvPr>
          <p:cNvSpPr>
            <a:spLocks noGrp="1"/>
          </p:cNvSpPr>
          <p:nvPr>
            <p:ph type="body" sz="quarter" idx="16"/>
          </p:nvPr>
        </p:nvSpPr>
        <p:spPr>
          <a:xfrm>
            <a:off x="8115300" y="3636719"/>
            <a:ext cx="3505200" cy="2383081"/>
          </a:xfrm>
        </p:spPr>
        <p:txBody>
          <a:bodyPr lIns="91440" rIns="91440"/>
          <a:lstStyle>
            <a:lvl1pPr algn="ctr">
              <a:spcAft>
                <a:spcPts val="600"/>
              </a:spcAft>
              <a:defRPr sz="1400"/>
            </a:lvl1pPr>
            <a:lvl2pPr algn="ctr">
              <a:spcAft>
                <a:spcPts val="300"/>
              </a:spcAft>
              <a:defRPr sz="1400"/>
            </a:lvl2pPr>
            <a:lvl3pPr algn="ctr">
              <a:spcAft>
                <a:spcPts val="600"/>
              </a:spcAft>
              <a:defRPr sz="1400"/>
            </a:lvl3pPr>
            <a:lvl4pPr algn="ctr">
              <a:defRPr/>
            </a:lvl4pPr>
            <a:lvl5pPr algn="ctr">
              <a:defRPr/>
            </a:lvl5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31459EA0-87DE-CF4A-AF52-1ACB3718FFE2}"/>
              </a:ext>
            </a:extLst>
          </p:cNvPr>
          <p:cNvSpPr>
            <a:spLocks noGrp="1" noChangeAspect="1"/>
          </p:cNvSpPr>
          <p:nvPr>
            <p:ph sz="quarter" idx="27" hasCustomPrompt="1"/>
          </p:nvPr>
        </p:nvSpPr>
        <p:spPr>
          <a:xfrm>
            <a:off x="8734044" y="1524000"/>
            <a:ext cx="2267712" cy="1512137"/>
          </a:xfrm>
        </p:spPr>
        <p:txBody>
          <a:bodyPr anchor="ctr" anchorCtr="0"/>
          <a:lstStyle>
            <a:lvl1pPr algn="ctr">
              <a:defRPr sz="1400"/>
            </a:lvl1pPr>
          </a:lstStyle>
          <a:p>
            <a:pPr lvl="0"/>
            <a:r>
              <a:rPr lang="en-US" dirty="0"/>
              <a:t>Click to add photo, video chart or media</a:t>
            </a:r>
          </a:p>
        </p:txBody>
      </p:sp>
      <p:sp>
        <p:nvSpPr>
          <p:cNvPr id="3" name="Footer Placeholder">
            <a:extLst>
              <a:ext uri="{FF2B5EF4-FFF2-40B4-BE49-F238E27FC236}">
                <a16:creationId xmlns:a16="http://schemas.microsoft.com/office/drawing/2014/main" id="{4472B4D9-4CB6-8D47-9F50-7E2D07E286C8}"/>
              </a:ext>
            </a:extLst>
          </p:cNvPr>
          <p:cNvSpPr>
            <a:spLocks noGrp="1"/>
          </p:cNvSpPr>
          <p:nvPr>
            <p:ph type="ftr" sz="quarter" idx="2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8540FD9-29E3-8C47-B046-E6AE63B3E40A}"/>
              </a:ext>
            </a:extLst>
          </p:cNvPr>
          <p:cNvSpPr>
            <a:spLocks noGrp="1"/>
          </p:cNvSpPr>
          <p:nvPr>
            <p:ph type="sldNum" sz="quarter" idx="29"/>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339849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amp; 3 Textboxes w. Content Lef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13" name="Text Placeholder 1">
            <a:extLst>
              <a:ext uri="{FF2B5EF4-FFF2-40B4-BE49-F238E27FC236}">
                <a16:creationId xmlns:a16="http://schemas.microsoft.com/office/drawing/2014/main" id="{68344A94-409C-504F-8F7D-7A9AA38806E0}"/>
              </a:ext>
            </a:extLst>
          </p:cNvPr>
          <p:cNvSpPr>
            <a:spLocks noGrp="1"/>
          </p:cNvSpPr>
          <p:nvPr>
            <p:ph type="body" sz="quarter" idx="25" hasCustomPrompt="1"/>
          </p:nvPr>
        </p:nvSpPr>
        <p:spPr>
          <a:xfrm>
            <a:off x="2692910" y="1524001"/>
            <a:ext cx="8927586" cy="126067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2" name="Content Placeholder 1">
            <a:extLst>
              <a:ext uri="{FF2B5EF4-FFF2-40B4-BE49-F238E27FC236}">
                <a16:creationId xmlns:a16="http://schemas.microsoft.com/office/drawing/2014/main" id="{19DE8BDD-FDC8-7542-A790-E349D5AB4931}"/>
              </a:ext>
            </a:extLst>
          </p:cNvPr>
          <p:cNvSpPr>
            <a:spLocks noGrp="1" noChangeAspect="1"/>
          </p:cNvSpPr>
          <p:nvPr>
            <p:ph sz="quarter" idx="22" hasCustomPrompt="1"/>
          </p:nvPr>
        </p:nvSpPr>
        <p:spPr>
          <a:xfrm>
            <a:off x="571501" y="1535290"/>
            <a:ext cx="1892807" cy="1261262"/>
          </a:xfrm>
        </p:spPr>
        <p:txBody>
          <a:bodyPr anchor="ctr" anchorCtr="0"/>
          <a:lstStyle>
            <a:lvl1pPr algn="ctr">
              <a:defRPr sz="1400"/>
            </a:lvl1pPr>
          </a:lstStyle>
          <a:p>
            <a:pPr lvl="0"/>
            <a:r>
              <a:rPr lang="en-US" dirty="0"/>
              <a:t>Click to add photo, video chart or media</a:t>
            </a:r>
          </a:p>
        </p:txBody>
      </p:sp>
      <p:sp>
        <p:nvSpPr>
          <p:cNvPr id="11" name="Text Placeholder 2">
            <a:extLst>
              <a:ext uri="{FF2B5EF4-FFF2-40B4-BE49-F238E27FC236}">
                <a16:creationId xmlns:a16="http://schemas.microsoft.com/office/drawing/2014/main" id="{829A15BC-ECBD-5344-BC1A-0478739FDE52}"/>
              </a:ext>
            </a:extLst>
          </p:cNvPr>
          <p:cNvSpPr>
            <a:spLocks noGrp="1"/>
          </p:cNvSpPr>
          <p:nvPr>
            <p:ph type="body" sz="quarter" idx="12" hasCustomPrompt="1"/>
          </p:nvPr>
        </p:nvSpPr>
        <p:spPr>
          <a:xfrm>
            <a:off x="2692912" y="3141565"/>
            <a:ext cx="8927586" cy="126067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4" name="Content Placeholder 2">
            <a:extLst>
              <a:ext uri="{FF2B5EF4-FFF2-40B4-BE49-F238E27FC236}">
                <a16:creationId xmlns:a16="http://schemas.microsoft.com/office/drawing/2014/main" id="{50F36702-02CE-9449-8206-227C16BE795C}"/>
              </a:ext>
            </a:extLst>
          </p:cNvPr>
          <p:cNvSpPr>
            <a:spLocks noGrp="1" noChangeAspect="1"/>
          </p:cNvSpPr>
          <p:nvPr>
            <p:ph sz="quarter" idx="23" hasCustomPrompt="1"/>
          </p:nvPr>
        </p:nvSpPr>
        <p:spPr>
          <a:xfrm>
            <a:off x="571503" y="3152854"/>
            <a:ext cx="1892807" cy="1261872"/>
          </a:xfrm>
        </p:spPr>
        <p:txBody>
          <a:bodyPr anchor="ctr" anchorCtr="0"/>
          <a:lstStyle>
            <a:lvl1pPr algn="ctr">
              <a:defRPr sz="1400"/>
            </a:lvl1pPr>
          </a:lstStyle>
          <a:p>
            <a:pPr lvl="0"/>
            <a:r>
              <a:rPr lang="en-US" dirty="0"/>
              <a:t>Click to add photo, video chart or media</a:t>
            </a:r>
          </a:p>
        </p:txBody>
      </p:sp>
      <p:sp>
        <p:nvSpPr>
          <p:cNvPr id="18" name="Text Placeholder 3">
            <a:extLst>
              <a:ext uri="{FF2B5EF4-FFF2-40B4-BE49-F238E27FC236}">
                <a16:creationId xmlns:a16="http://schemas.microsoft.com/office/drawing/2014/main" id="{6286F93C-F254-DF48-8164-1B136905C25E}"/>
              </a:ext>
            </a:extLst>
          </p:cNvPr>
          <p:cNvSpPr>
            <a:spLocks noGrp="1"/>
          </p:cNvSpPr>
          <p:nvPr>
            <p:ph type="body" sz="quarter" idx="26" hasCustomPrompt="1"/>
          </p:nvPr>
        </p:nvSpPr>
        <p:spPr>
          <a:xfrm>
            <a:off x="2692910" y="4759127"/>
            <a:ext cx="8927590" cy="126067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7" name="Content Placeholder 3">
            <a:extLst>
              <a:ext uri="{FF2B5EF4-FFF2-40B4-BE49-F238E27FC236}">
                <a16:creationId xmlns:a16="http://schemas.microsoft.com/office/drawing/2014/main" id="{0A26D201-C763-C441-93DE-EDA5C25DA049}"/>
              </a:ext>
            </a:extLst>
          </p:cNvPr>
          <p:cNvSpPr>
            <a:spLocks noGrp="1" noChangeAspect="1"/>
          </p:cNvSpPr>
          <p:nvPr>
            <p:ph sz="quarter" idx="24" hasCustomPrompt="1"/>
          </p:nvPr>
        </p:nvSpPr>
        <p:spPr>
          <a:xfrm>
            <a:off x="571496" y="4770417"/>
            <a:ext cx="1892807" cy="1260674"/>
          </a:xfrm>
        </p:spPr>
        <p:txBody>
          <a:bodyPr anchor="ctr" anchorCtr="0"/>
          <a:lstStyle>
            <a:lvl1pPr algn="ctr">
              <a:defRPr sz="1400"/>
            </a:lvl1pPr>
          </a:lstStyle>
          <a:p>
            <a:pPr lvl="0"/>
            <a:r>
              <a:rPr lang="en-US" dirty="0"/>
              <a:t>Click to add photo, video chart or media</a:t>
            </a:r>
          </a:p>
        </p:txBody>
      </p:sp>
      <p:sp>
        <p:nvSpPr>
          <p:cNvPr id="3" name="Footer Placeholder">
            <a:extLst>
              <a:ext uri="{FF2B5EF4-FFF2-40B4-BE49-F238E27FC236}">
                <a16:creationId xmlns:a16="http://schemas.microsoft.com/office/drawing/2014/main" id="{F1E09352-C3A5-1F43-A409-FCE67283749E}"/>
              </a:ext>
            </a:extLst>
          </p:cNvPr>
          <p:cNvSpPr>
            <a:spLocks noGrp="1"/>
          </p:cNvSpPr>
          <p:nvPr>
            <p:ph type="ftr" sz="quarter" idx="2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31E28851-2E30-0040-801B-4C5EFFC16F8C}"/>
              </a:ext>
            </a:extLst>
          </p:cNvPr>
          <p:cNvSpPr>
            <a:spLocks noGrp="1"/>
          </p:cNvSpPr>
          <p:nvPr>
            <p:ph type="sldNum" sz="quarter" idx="2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0218765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mp; 4 Text Columns /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20" name="Text Placeholder 1">
            <a:extLst>
              <a:ext uri="{FF2B5EF4-FFF2-40B4-BE49-F238E27FC236}">
                <a16:creationId xmlns:a16="http://schemas.microsoft.com/office/drawing/2014/main" id="{1B7AC303-520A-E245-9F1E-2D64FD2934FA}"/>
              </a:ext>
            </a:extLst>
          </p:cNvPr>
          <p:cNvSpPr>
            <a:spLocks noGrp="1"/>
          </p:cNvSpPr>
          <p:nvPr>
            <p:ph type="body" sz="quarter" idx="24" hasCustomPrompt="1"/>
          </p:nvPr>
        </p:nvSpPr>
        <p:spPr>
          <a:xfrm>
            <a:off x="576072" y="3419576"/>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6" name="Content Placeholder 1">
            <a:extLst>
              <a:ext uri="{FF2B5EF4-FFF2-40B4-BE49-F238E27FC236}">
                <a16:creationId xmlns:a16="http://schemas.microsoft.com/office/drawing/2014/main" id="{7CBDE075-5301-8D46-9B37-3DA5CFDEED0C}"/>
              </a:ext>
            </a:extLst>
          </p:cNvPr>
          <p:cNvSpPr>
            <a:spLocks noGrp="1"/>
          </p:cNvSpPr>
          <p:nvPr>
            <p:ph sz="quarter" idx="25" hasCustomPrompt="1"/>
          </p:nvPr>
        </p:nvSpPr>
        <p:spPr>
          <a:xfrm>
            <a:off x="571500" y="1527048"/>
            <a:ext cx="2240280" cy="1669126"/>
          </a:xfrm>
        </p:spPr>
        <p:txBody>
          <a:bodyPr anchor="ctr" anchorCtr="0"/>
          <a:lstStyle>
            <a:lvl1pPr algn="ctr">
              <a:defRPr sz="1400"/>
            </a:lvl1pPr>
          </a:lstStyle>
          <a:p>
            <a:pPr lvl="0"/>
            <a:r>
              <a:rPr lang="en-US" dirty="0"/>
              <a:t>Click to add photo, video chart or media</a:t>
            </a:r>
          </a:p>
        </p:txBody>
      </p:sp>
      <p:sp>
        <p:nvSpPr>
          <p:cNvPr id="21" name="Text Placeholder 2">
            <a:extLst>
              <a:ext uri="{FF2B5EF4-FFF2-40B4-BE49-F238E27FC236}">
                <a16:creationId xmlns:a16="http://schemas.microsoft.com/office/drawing/2014/main" id="{770D3D0A-ACAE-D841-9E9A-A46CBAD73680}"/>
              </a:ext>
            </a:extLst>
          </p:cNvPr>
          <p:cNvSpPr>
            <a:spLocks noGrp="1"/>
          </p:cNvSpPr>
          <p:nvPr>
            <p:ph type="body" sz="quarter" idx="12" hasCustomPrompt="1"/>
          </p:nvPr>
        </p:nvSpPr>
        <p:spPr>
          <a:xfrm>
            <a:off x="3423920" y="3422084"/>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7" name="Content Placeholder 2">
            <a:extLst>
              <a:ext uri="{FF2B5EF4-FFF2-40B4-BE49-F238E27FC236}">
                <a16:creationId xmlns:a16="http://schemas.microsoft.com/office/drawing/2014/main" id="{E080A7D1-536D-4C45-BCFD-C7A03569D34D}"/>
              </a:ext>
            </a:extLst>
          </p:cNvPr>
          <p:cNvSpPr>
            <a:spLocks noGrp="1"/>
          </p:cNvSpPr>
          <p:nvPr>
            <p:ph sz="quarter" idx="26" hasCustomPrompt="1"/>
          </p:nvPr>
        </p:nvSpPr>
        <p:spPr>
          <a:xfrm>
            <a:off x="3423920" y="1527048"/>
            <a:ext cx="2240280" cy="1673352"/>
          </a:xfrm>
        </p:spPr>
        <p:txBody>
          <a:bodyPr anchor="ctr" anchorCtr="0"/>
          <a:lstStyle>
            <a:lvl1pPr algn="ctr">
              <a:defRPr sz="1400"/>
            </a:lvl1pPr>
          </a:lstStyle>
          <a:p>
            <a:pPr lvl="0"/>
            <a:r>
              <a:rPr lang="en-US" dirty="0"/>
              <a:t>Click to add photo, video chart or media</a:t>
            </a:r>
          </a:p>
        </p:txBody>
      </p:sp>
      <p:sp>
        <p:nvSpPr>
          <p:cNvPr id="22" name="Text Placeholder 3">
            <a:extLst>
              <a:ext uri="{FF2B5EF4-FFF2-40B4-BE49-F238E27FC236}">
                <a16:creationId xmlns:a16="http://schemas.microsoft.com/office/drawing/2014/main" id="{5008D4B3-75B5-B84C-868B-C61F193FD007}"/>
              </a:ext>
            </a:extLst>
          </p:cNvPr>
          <p:cNvSpPr>
            <a:spLocks noGrp="1"/>
          </p:cNvSpPr>
          <p:nvPr>
            <p:ph type="body" sz="quarter" idx="29" hasCustomPrompt="1"/>
          </p:nvPr>
        </p:nvSpPr>
        <p:spPr>
          <a:xfrm>
            <a:off x="6280914" y="3419575"/>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8" name="Content Placeholder 3">
            <a:extLst>
              <a:ext uri="{FF2B5EF4-FFF2-40B4-BE49-F238E27FC236}">
                <a16:creationId xmlns:a16="http://schemas.microsoft.com/office/drawing/2014/main" id="{8A65B888-1B6B-664A-8EA4-FCDD01B5D123}"/>
              </a:ext>
            </a:extLst>
          </p:cNvPr>
          <p:cNvSpPr>
            <a:spLocks noGrp="1"/>
          </p:cNvSpPr>
          <p:nvPr>
            <p:ph sz="quarter" idx="27" hasCustomPrompt="1"/>
          </p:nvPr>
        </p:nvSpPr>
        <p:spPr>
          <a:xfrm>
            <a:off x="6275833" y="1527048"/>
            <a:ext cx="2240280" cy="1669126"/>
          </a:xfrm>
        </p:spPr>
        <p:txBody>
          <a:bodyPr anchor="ctr" anchorCtr="0"/>
          <a:lstStyle>
            <a:lvl1pPr algn="ctr">
              <a:defRPr sz="1400"/>
            </a:lvl1pPr>
          </a:lstStyle>
          <a:p>
            <a:pPr lvl="0"/>
            <a:r>
              <a:rPr lang="en-US" dirty="0"/>
              <a:t>Click to add photo, video chart or media</a:t>
            </a:r>
          </a:p>
        </p:txBody>
      </p:sp>
      <p:sp>
        <p:nvSpPr>
          <p:cNvPr id="23" name="Text Placeholder 4">
            <a:extLst>
              <a:ext uri="{FF2B5EF4-FFF2-40B4-BE49-F238E27FC236}">
                <a16:creationId xmlns:a16="http://schemas.microsoft.com/office/drawing/2014/main" id="{92A86EA6-71F5-6C41-9F03-C551F2839281}"/>
              </a:ext>
            </a:extLst>
          </p:cNvPr>
          <p:cNvSpPr>
            <a:spLocks noGrp="1"/>
          </p:cNvSpPr>
          <p:nvPr>
            <p:ph type="body" sz="quarter" idx="30" hasCustomPrompt="1"/>
          </p:nvPr>
        </p:nvSpPr>
        <p:spPr>
          <a:xfrm>
            <a:off x="9131047" y="3419574"/>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9" name="Content Placeholder 4">
            <a:extLst>
              <a:ext uri="{FF2B5EF4-FFF2-40B4-BE49-F238E27FC236}">
                <a16:creationId xmlns:a16="http://schemas.microsoft.com/office/drawing/2014/main" id="{316155C8-5634-EE4C-A0E2-907425AC2FA1}"/>
              </a:ext>
            </a:extLst>
          </p:cNvPr>
          <p:cNvSpPr>
            <a:spLocks noGrp="1"/>
          </p:cNvSpPr>
          <p:nvPr>
            <p:ph sz="quarter" idx="28" hasCustomPrompt="1"/>
          </p:nvPr>
        </p:nvSpPr>
        <p:spPr>
          <a:xfrm>
            <a:off x="9131047" y="1527048"/>
            <a:ext cx="2240280" cy="1669126"/>
          </a:xfrm>
        </p:spPr>
        <p:txBody>
          <a:bodyPr anchor="ctr" anchorCtr="0"/>
          <a:lstStyle>
            <a:lvl1pPr algn="ctr">
              <a:defRPr sz="1400"/>
            </a:lvl1pPr>
          </a:lstStyle>
          <a:p>
            <a:pPr lvl="0"/>
            <a:r>
              <a:rPr lang="en-US" dirty="0"/>
              <a:t>Click to add photo, video chart or media</a:t>
            </a:r>
          </a:p>
        </p:txBody>
      </p:sp>
      <p:sp>
        <p:nvSpPr>
          <p:cNvPr id="3" name="Footer Placeholder">
            <a:extLst>
              <a:ext uri="{FF2B5EF4-FFF2-40B4-BE49-F238E27FC236}">
                <a16:creationId xmlns:a16="http://schemas.microsoft.com/office/drawing/2014/main" id="{4951D64E-9BC4-954B-AD42-9AE9E387BC70}"/>
              </a:ext>
            </a:extLst>
          </p:cNvPr>
          <p:cNvSpPr>
            <a:spLocks noGrp="1"/>
          </p:cNvSpPr>
          <p:nvPr>
            <p:ph type="ftr" sz="quarter" idx="3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3A3EA974-EBAC-FD47-8D88-DCB4AC8B5F25}"/>
              </a:ext>
            </a:extLst>
          </p:cNvPr>
          <p:cNvSpPr>
            <a:spLocks noGrp="1"/>
          </p:cNvSpPr>
          <p:nvPr>
            <p:ph type="sldNum" sz="quarter" idx="3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0038143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mp; 4 Textboxes w. Images Staggered">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3403600" y="1524000"/>
            <a:ext cx="2560320" cy="1905000"/>
          </a:xfrm>
        </p:spPr>
        <p:txBody>
          <a:bodyPr/>
          <a:lstStyle>
            <a:lvl1pPr>
              <a:spcAft>
                <a:spcPts val="600"/>
              </a:spcAft>
              <a:defRPr sz="1400"/>
            </a:lvl1pPr>
            <a:lvl2pPr>
              <a:spcAft>
                <a:spcPts val="300"/>
              </a:spcAft>
              <a:defRPr sz="1400"/>
            </a:lvl2pPr>
            <a:lvl3pPr>
              <a:defRPr sz="1400"/>
            </a:lvl3pPr>
            <a:lvl4pPr>
              <a:defRPr sz="1400"/>
            </a:lvl4pPr>
            <a:lvl5pPr>
              <a:defRPr sz="1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1">
            <a:extLst>
              <a:ext uri="{FF2B5EF4-FFF2-40B4-BE49-F238E27FC236}">
                <a16:creationId xmlns:a16="http://schemas.microsoft.com/office/drawing/2014/main" id="{306C0AEB-D7B7-0146-9114-A3044AF71963}"/>
              </a:ext>
            </a:extLst>
          </p:cNvPr>
          <p:cNvSpPr>
            <a:spLocks noGrp="1"/>
          </p:cNvSpPr>
          <p:nvPr>
            <p:ph type="pic" sz="quarter" idx="18"/>
          </p:nvPr>
        </p:nvSpPr>
        <p:spPr>
          <a:xfrm>
            <a:off x="571500" y="1524000"/>
            <a:ext cx="2560320" cy="1905000"/>
          </a:xfrm>
          <a:solidFill>
            <a:schemeClr val="accent6"/>
          </a:solidFill>
        </p:spPr>
        <p:txBody>
          <a:bodyPr tIns="0" anchor="ctr" anchorCtr="0">
            <a:normAutofit/>
          </a:bodyPr>
          <a:lstStyle>
            <a:lvl1pPr algn="ctr">
              <a:defRPr sz="1400"/>
            </a:lvl1pPr>
          </a:lstStyle>
          <a:p>
            <a:endParaRPr lang="en-US"/>
          </a:p>
        </p:txBody>
      </p:sp>
      <p:sp>
        <p:nvSpPr>
          <p:cNvPr id="16" name="Text Placeholder 2">
            <a:extLst>
              <a:ext uri="{FF2B5EF4-FFF2-40B4-BE49-F238E27FC236}">
                <a16:creationId xmlns:a16="http://schemas.microsoft.com/office/drawing/2014/main" id="{19A043A7-BBCD-5A49-9172-EB58EEC52B5F}"/>
              </a:ext>
            </a:extLst>
          </p:cNvPr>
          <p:cNvSpPr>
            <a:spLocks noGrp="1"/>
          </p:cNvSpPr>
          <p:nvPr>
            <p:ph type="body" sz="quarter" idx="19" hasCustomPrompt="1"/>
          </p:nvPr>
        </p:nvSpPr>
        <p:spPr>
          <a:xfrm>
            <a:off x="9060180" y="1524000"/>
            <a:ext cx="2560320" cy="1905000"/>
          </a:xfrm>
        </p:spPr>
        <p:txBody>
          <a:bodyPr/>
          <a:lstStyle>
            <a:lvl1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400"/>
            </a:lvl2pPr>
            <a:lvl3pPr>
              <a:defRPr sz="1400"/>
            </a:lvl3pPr>
            <a:lvl4pPr>
              <a:defRPr sz="1400"/>
            </a:lvl4pPr>
            <a:lvl5pP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2">
            <a:extLst>
              <a:ext uri="{FF2B5EF4-FFF2-40B4-BE49-F238E27FC236}">
                <a16:creationId xmlns:a16="http://schemas.microsoft.com/office/drawing/2014/main" id="{6C0F62DF-C56C-AF43-BC32-A862D587CAEF}"/>
              </a:ext>
            </a:extLst>
          </p:cNvPr>
          <p:cNvSpPr>
            <a:spLocks noGrp="1"/>
          </p:cNvSpPr>
          <p:nvPr>
            <p:ph type="pic" sz="quarter" idx="20"/>
          </p:nvPr>
        </p:nvSpPr>
        <p:spPr>
          <a:xfrm>
            <a:off x="6210300" y="1524000"/>
            <a:ext cx="2560320" cy="1905000"/>
          </a:xfrm>
          <a:solidFill>
            <a:schemeClr val="accent6"/>
          </a:solidFill>
        </p:spPr>
        <p:txBody>
          <a:bodyPr tIns="0" anchor="ctr" anchorCtr="0">
            <a:normAutofit/>
          </a:bodyPr>
          <a:lstStyle>
            <a:lvl1pPr algn="ctr">
              <a:defRPr sz="1400"/>
            </a:lvl1pPr>
          </a:lstStyle>
          <a:p>
            <a:endParaRPr lang="en-US"/>
          </a:p>
        </p:txBody>
      </p:sp>
      <p:sp>
        <p:nvSpPr>
          <p:cNvPr id="18" name="Text Placeholder 3">
            <a:extLst>
              <a:ext uri="{FF2B5EF4-FFF2-40B4-BE49-F238E27FC236}">
                <a16:creationId xmlns:a16="http://schemas.microsoft.com/office/drawing/2014/main" id="{48361186-F2E4-1648-8224-3A18FD147139}"/>
              </a:ext>
            </a:extLst>
          </p:cNvPr>
          <p:cNvSpPr>
            <a:spLocks noGrp="1"/>
          </p:cNvSpPr>
          <p:nvPr>
            <p:ph type="body" sz="quarter" idx="21" hasCustomPrompt="1"/>
          </p:nvPr>
        </p:nvSpPr>
        <p:spPr>
          <a:xfrm>
            <a:off x="571500" y="3860799"/>
            <a:ext cx="2560320" cy="1905000"/>
          </a:xfrm>
        </p:spPr>
        <p:txBody>
          <a:bodyPr/>
          <a:lstStyle>
            <a:lvl1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400"/>
            </a:lvl2pPr>
            <a:lvl3pPr>
              <a:defRPr sz="1400"/>
            </a:lvl3pPr>
            <a:lvl4pPr>
              <a:defRPr sz="1400"/>
            </a:lvl4pPr>
            <a:lvl5pP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First level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Picture Placeholder 3">
            <a:extLst>
              <a:ext uri="{FF2B5EF4-FFF2-40B4-BE49-F238E27FC236}">
                <a16:creationId xmlns:a16="http://schemas.microsoft.com/office/drawing/2014/main" id="{0A90DA4A-CDFB-0F47-AF1C-6E1CA2CC6B88}"/>
              </a:ext>
            </a:extLst>
          </p:cNvPr>
          <p:cNvSpPr>
            <a:spLocks noGrp="1"/>
          </p:cNvSpPr>
          <p:nvPr>
            <p:ph type="pic" sz="quarter" idx="22"/>
          </p:nvPr>
        </p:nvSpPr>
        <p:spPr>
          <a:xfrm>
            <a:off x="3403600" y="3860799"/>
            <a:ext cx="2560320" cy="1905000"/>
          </a:xfrm>
          <a:solidFill>
            <a:schemeClr val="accent6"/>
          </a:solidFill>
        </p:spPr>
        <p:txBody>
          <a:bodyPr tIns="0" anchor="ctr" anchorCtr="0">
            <a:normAutofit/>
          </a:bodyPr>
          <a:lstStyle>
            <a:lvl1pPr algn="ctr">
              <a:defRPr sz="1400"/>
            </a:lvl1pPr>
          </a:lstStyle>
          <a:p>
            <a:endParaRPr lang="en-US"/>
          </a:p>
        </p:txBody>
      </p:sp>
      <p:sp>
        <p:nvSpPr>
          <p:cNvPr id="20" name="Text Placeholder 4">
            <a:extLst>
              <a:ext uri="{FF2B5EF4-FFF2-40B4-BE49-F238E27FC236}">
                <a16:creationId xmlns:a16="http://schemas.microsoft.com/office/drawing/2014/main" id="{683C3E92-768F-E548-851E-39C8F5A13A54}"/>
              </a:ext>
            </a:extLst>
          </p:cNvPr>
          <p:cNvSpPr>
            <a:spLocks noGrp="1"/>
          </p:cNvSpPr>
          <p:nvPr>
            <p:ph type="body" sz="quarter" idx="23" hasCustomPrompt="1"/>
          </p:nvPr>
        </p:nvSpPr>
        <p:spPr>
          <a:xfrm>
            <a:off x="6210300" y="3860799"/>
            <a:ext cx="2560320" cy="1905000"/>
          </a:xfrm>
        </p:spPr>
        <p:txBody>
          <a:bodyPr/>
          <a:lstStyle>
            <a:lvl1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400"/>
            </a:lvl2pPr>
            <a:lvl3pPr>
              <a:defRPr sz="1400"/>
            </a:lvl3pPr>
            <a:lvl4pPr>
              <a:defRPr sz="1400"/>
            </a:lvl4pPr>
            <a:lvl5pP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Picture Placeholder 4">
            <a:extLst>
              <a:ext uri="{FF2B5EF4-FFF2-40B4-BE49-F238E27FC236}">
                <a16:creationId xmlns:a16="http://schemas.microsoft.com/office/drawing/2014/main" id="{62D94077-464B-C548-A113-2FE6F3313B24}"/>
              </a:ext>
            </a:extLst>
          </p:cNvPr>
          <p:cNvSpPr>
            <a:spLocks noGrp="1"/>
          </p:cNvSpPr>
          <p:nvPr>
            <p:ph type="pic" sz="quarter" idx="24"/>
          </p:nvPr>
        </p:nvSpPr>
        <p:spPr>
          <a:xfrm>
            <a:off x="9060180" y="3860799"/>
            <a:ext cx="2560320" cy="1905000"/>
          </a:xfrm>
          <a:solidFill>
            <a:schemeClr val="accent6"/>
          </a:solidFill>
        </p:spPr>
        <p:txBody>
          <a:bodyPr tIns="0" anchor="ctr" anchorCtr="0">
            <a:normAutofit/>
          </a:bodyPr>
          <a:lstStyle>
            <a:lvl1pPr algn="ctr">
              <a:defRPr sz="1400"/>
            </a:lvl1pPr>
          </a:lstStyle>
          <a:p>
            <a:endParaRPr lang="en-US"/>
          </a:p>
        </p:txBody>
      </p:sp>
      <p:sp>
        <p:nvSpPr>
          <p:cNvPr id="3" name="Footer Placeholder">
            <a:extLst>
              <a:ext uri="{FF2B5EF4-FFF2-40B4-BE49-F238E27FC236}">
                <a16:creationId xmlns:a16="http://schemas.microsoft.com/office/drawing/2014/main" id="{03D95B27-6AA6-A94C-878A-FF9DE24B12F3}"/>
              </a:ext>
            </a:extLst>
          </p:cNvPr>
          <p:cNvSpPr>
            <a:spLocks noGrp="1"/>
          </p:cNvSpPr>
          <p:nvPr>
            <p:ph type="ftr" sz="quarter" idx="2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6C1DBB8-A03C-1A45-98A1-0910490B4CA1}"/>
              </a:ext>
            </a:extLst>
          </p:cNvPr>
          <p:cNvSpPr>
            <a:spLocks noGrp="1"/>
          </p:cNvSpPr>
          <p:nvPr>
            <p:ph type="sldNum" sz="quarter" idx="2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17864046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 &amp; Call-out">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26370F2E-00A9-6240-9449-E2A4107C703B}"/>
              </a:ext>
            </a:extLst>
          </p:cNvPr>
          <p:cNvSpPr>
            <a:spLocks noGrp="1"/>
          </p:cNvSpPr>
          <p:nvPr>
            <p:ph type="body" sz="quarter" idx="25" hasCustomPrompt="1"/>
          </p:nvPr>
        </p:nvSpPr>
        <p:spPr>
          <a:xfrm>
            <a:off x="8077200" y="571500"/>
            <a:ext cx="3543300" cy="54483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9" name="Content Placeholder 1">
            <a:extLst>
              <a:ext uri="{FF2B5EF4-FFF2-40B4-BE49-F238E27FC236}">
                <a16:creationId xmlns:a16="http://schemas.microsoft.com/office/drawing/2014/main" id="{FAB51DE7-1C98-0349-8F08-2966CB3531D0}"/>
              </a:ext>
            </a:extLst>
          </p:cNvPr>
          <p:cNvSpPr>
            <a:spLocks noGrp="1"/>
          </p:cNvSpPr>
          <p:nvPr>
            <p:ph sz="quarter" idx="19" hasCustomPrompt="1"/>
          </p:nvPr>
        </p:nvSpPr>
        <p:spPr>
          <a:xfrm>
            <a:off x="571498" y="571500"/>
            <a:ext cx="7277102" cy="5448300"/>
          </a:xfrm>
        </p:spPr>
        <p:txBody>
          <a:bodyPr anchor="ctr" anchorCtr="0"/>
          <a:lstStyle>
            <a:lvl1pPr algn="ctr">
              <a:defRPr sz="1400"/>
            </a:lvl1pPr>
          </a:lstStyle>
          <a:p>
            <a:pPr lvl="0"/>
            <a:r>
              <a:rPr lang="en-US" dirty="0"/>
              <a:t>Click to add photo, video chart or media</a:t>
            </a:r>
          </a:p>
        </p:txBody>
      </p:sp>
      <p:sp>
        <p:nvSpPr>
          <p:cNvPr id="6" name="Caption Placeholder 1">
            <a:extLst>
              <a:ext uri="{FF2B5EF4-FFF2-40B4-BE49-F238E27FC236}">
                <a16:creationId xmlns:a16="http://schemas.microsoft.com/office/drawing/2014/main" id="{F9492DF2-5B67-EC48-B24D-494632032553}"/>
              </a:ext>
            </a:extLst>
          </p:cNvPr>
          <p:cNvSpPr>
            <a:spLocks noGrp="1"/>
          </p:cNvSpPr>
          <p:nvPr>
            <p:ph type="body" sz="quarter" idx="32" hasCustomPrompt="1"/>
          </p:nvPr>
        </p:nvSpPr>
        <p:spPr>
          <a:xfrm>
            <a:off x="576580" y="6096000"/>
            <a:ext cx="7315200" cy="152400"/>
          </a:xfrm>
        </p:spPr>
        <p:txBody>
          <a:bodyPr anchor="b" anchorCtr="0"/>
          <a:lstStyle>
            <a:lvl1pPr>
              <a:defRPr sz="800">
                <a:solidFill>
                  <a:schemeClr val="accent4"/>
                </a:solidFill>
              </a:defRPr>
            </a:lvl1pPr>
          </a:lstStyle>
          <a:p>
            <a:pPr lvl="0"/>
            <a:r>
              <a:rPr lang="en-US" dirty="0"/>
              <a:t>This is a caption / footnote</a:t>
            </a:r>
          </a:p>
        </p:txBody>
      </p:sp>
      <p:sp>
        <p:nvSpPr>
          <p:cNvPr id="2" name="Footer Placeholder">
            <a:extLst>
              <a:ext uri="{FF2B5EF4-FFF2-40B4-BE49-F238E27FC236}">
                <a16:creationId xmlns:a16="http://schemas.microsoft.com/office/drawing/2014/main" id="{D533FF8F-160B-AB40-B417-6797CDFA0AA7}"/>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F68F9288-3782-9E46-8845-44224372570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85495634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X-Negative Arrow &amp; Text (left)">
    <p:spTree>
      <p:nvGrpSpPr>
        <p:cNvPr id="1" name=""/>
        <p:cNvGrpSpPr/>
        <p:nvPr/>
      </p:nvGrpSpPr>
      <p:grpSpPr>
        <a:xfrm>
          <a:off x="0" y="0"/>
          <a:ext cx="0" cy="0"/>
          <a:chOff x="0" y="0"/>
          <a:chExt cx="0" cy="0"/>
        </a:xfrm>
      </p:grpSpPr>
      <p:sp>
        <p:nvSpPr>
          <p:cNvPr id="12" name="Supporting Image">
            <a:extLst>
              <a:ext uri="{FF2B5EF4-FFF2-40B4-BE49-F238E27FC236}">
                <a16:creationId xmlns:a16="http://schemas.microsoft.com/office/drawing/2014/main" id="{3D056111-659C-5B40-A9C5-688F5BA51E04}"/>
              </a:ext>
            </a:extLst>
          </p:cNvPr>
          <p:cNvSpPr>
            <a:spLocks noGrp="1"/>
          </p:cNvSpPr>
          <p:nvPr>
            <p:ph type="pic" sz="quarter" idx="14"/>
          </p:nvPr>
        </p:nvSpPr>
        <p:spPr>
          <a:xfrm>
            <a:off x="5634834" y="0"/>
            <a:ext cx="6557166" cy="6858000"/>
          </a:xfrm>
          <a:custGeom>
            <a:avLst/>
            <a:gdLst>
              <a:gd name="connsiteX0" fmla="*/ 0 w 6557166"/>
              <a:gd name="connsiteY0" fmla="*/ 0 h 6858000"/>
              <a:gd name="connsiteX1" fmla="*/ 6557166 w 6557166"/>
              <a:gd name="connsiteY1" fmla="*/ 0 h 6858000"/>
              <a:gd name="connsiteX2" fmla="*/ 6557166 w 6557166"/>
              <a:gd name="connsiteY2" fmla="*/ 6858000 h 6858000"/>
              <a:gd name="connsiteX3" fmla="*/ 0 w 6557166"/>
              <a:gd name="connsiteY3" fmla="*/ 6858000 h 6858000"/>
              <a:gd name="connsiteX4" fmla="*/ 2986159 w 6557166"/>
              <a:gd name="connsiteY4" fmla="*/ 340559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6" h="6858000">
                <a:moveTo>
                  <a:pt x="0" y="0"/>
                </a:moveTo>
                <a:lnTo>
                  <a:pt x="6557166" y="0"/>
                </a:lnTo>
                <a:lnTo>
                  <a:pt x="6557166" y="6858000"/>
                </a:lnTo>
                <a:lnTo>
                  <a:pt x="0" y="6858000"/>
                </a:lnTo>
                <a:lnTo>
                  <a:pt x="2986159" y="3405597"/>
                </a:lnTo>
                <a:close/>
              </a:path>
            </a:pathLst>
          </a:custGeom>
          <a:solidFill>
            <a:schemeClr val="accent6"/>
          </a:solidFill>
          <a:effectLst/>
        </p:spPr>
        <p:txBody>
          <a:bodyPr wrap="square" anchor="ctr" anchorCtr="0">
            <a:noAutofit/>
          </a:bodyPr>
          <a:lstStyle>
            <a:lvl1pPr algn="ctr">
              <a:defRPr sz="1400"/>
            </a:lvl1pPr>
          </a:lstStyle>
          <a:p>
            <a:endParaRPr lang="en-US"/>
          </a:p>
        </p:txBody>
      </p:sp>
      <p:sp>
        <p:nvSpPr>
          <p:cNvPr id="4" name="Title and Body Placeholder">
            <a:extLst>
              <a:ext uri="{FF2B5EF4-FFF2-40B4-BE49-F238E27FC236}">
                <a16:creationId xmlns:a16="http://schemas.microsoft.com/office/drawing/2014/main" id="{1DD91392-E9AD-AF4F-A927-7C8F3D617CB7}"/>
              </a:ext>
            </a:extLst>
          </p:cNvPr>
          <p:cNvSpPr>
            <a:spLocks noGrp="1"/>
          </p:cNvSpPr>
          <p:nvPr>
            <p:ph type="body" sz="quarter" idx="20" hasCustomPrompt="1"/>
          </p:nvPr>
        </p:nvSpPr>
        <p:spPr>
          <a:xfrm>
            <a:off x="0" y="0"/>
            <a:ext cx="8607396" cy="6858000"/>
          </a:xfrm>
          <a:custGeom>
            <a:avLst/>
            <a:gdLst>
              <a:gd name="connsiteX0" fmla="*/ 0 w 8607396"/>
              <a:gd name="connsiteY0" fmla="*/ 0 h 6858000"/>
              <a:gd name="connsiteX1" fmla="*/ 2662272 w 8607396"/>
              <a:gd name="connsiteY1" fmla="*/ 0 h 6858000"/>
              <a:gd name="connsiteX2" fmla="*/ 3084945 w 8607396"/>
              <a:gd name="connsiteY2" fmla="*/ 0 h 6858000"/>
              <a:gd name="connsiteX3" fmla="*/ 5623860 w 8607396"/>
              <a:gd name="connsiteY3" fmla="*/ 0 h 6858000"/>
              <a:gd name="connsiteX4" fmla="*/ 8607396 w 8607396"/>
              <a:gd name="connsiteY4" fmla="*/ 3402520 h 6858000"/>
              <a:gd name="connsiteX5" fmla="*/ 5618502 w 8607396"/>
              <a:gd name="connsiteY5" fmla="*/ 6858000 h 6858000"/>
              <a:gd name="connsiteX6" fmla="*/ 3084945 w 8607396"/>
              <a:gd name="connsiteY6" fmla="*/ 6858000 h 6858000"/>
              <a:gd name="connsiteX7" fmla="*/ 2662272 w 8607396"/>
              <a:gd name="connsiteY7" fmla="*/ 6858000 h 6858000"/>
              <a:gd name="connsiteX8" fmla="*/ 0 w 860739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07396" h="6858000">
                <a:moveTo>
                  <a:pt x="0" y="0"/>
                </a:moveTo>
                <a:lnTo>
                  <a:pt x="2662272" y="0"/>
                </a:lnTo>
                <a:lnTo>
                  <a:pt x="3084945" y="0"/>
                </a:lnTo>
                <a:lnTo>
                  <a:pt x="5623860" y="0"/>
                </a:lnTo>
                <a:lnTo>
                  <a:pt x="8607396" y="3402520"/>
                </a:lnTo>
                <a:lnTo>
                  <a:pt x="5618502" y="6858000"/>
                </a:lnTo>
                <a:lnTo>
                  <a:pt x="3084945" y="6858000"/>
                </a:lnTo>
                <a:lnTo>
                  <a:pt x="2662272" y="6858000"/>
                </a:lnTo>
                <a:lnTo>
                  <a:pt x="0" y="6858000"/>
                </a:lnTo>
                <a:close/>
              </a:path>
            </a:pathLst>
          </a:custGeom>
          <a:solidFill>
            <a:schemeClr val="bg1">
              <a:alpha val="90000"/>
            </a:schemeClr>
          </a:solidFill>
        </p:spPr>
        <p:txBody>
          <a:bodyPr wrap="square" lIns="576072" tIns="594360" rIns="2926080" anchor="t" anchorCtr="0">
            <a:noAutofit/>
          </a:bodyPr>
          <a:lstStyle>
            <a:lvl1pPr>
              <a:lnSpc>
                <a:spcPct val="110000"/>
              </a:lnSpc>
              <a:spcAft>
                <a:spcPts val="24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Bef>
                <a:spcPts val="300"/>
              </a:spcBef>
              <a:spcAft>
                <a:spcPts val="1200"/>
              </a:spcAft>
              <a:defRPr sz="22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buFont typeface="Arial" panose="020B0604020202020204" pitchFamily="34" charset="0"/>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0" indent="0">
              <a:buFont typeface="Arial" panose="020B0604020202020204" pitchFamily="34" charset="0"/>
              <a:buNone/>
              <a:tabLst/>
              <a:defRPr lang="en-US" sz="16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kern="1200" dirty="0" smtClean="0">
                <a:solidFill>
                  <a:schemeClr val="tx1"/>
                </a:solidFill>
                <a:latin typeface="+mn-lt"/>
                <a:ea typeface="+mn-ea"/>
                <a:cs typeface="+mn-cs"/>
              </a:defRPr>
            </a:lvl5pPr>
            <a:lvl6pPr>
              <a:defRPr lang="en-US" sz="1600" kern="1200" dirty="0">
                <a:solidFill>
                  <a:schemeClr val="tx1"/>
                </a:solidFill>
                <a:latin typeface="+mn-lt"/>
                <a:ea typeface="+mn-ea"/>
                <a:cs typeface="+mn-cs"/>
              </a:defRPr>
            </a:lvl6pPr>
          </a:lstStyle>
          <a:p>
            <a:pPr lvl="0"/>
            <a:r>
              <a:rPr lang="en-US" dirty="0"/>
              <a:t>Slide title goes here </a:t>
            </a:r>
          </a:p>
          <a:p>
            <a:pPr lvl="1"/>
            <a:r>
              <a:rPr lang="en-US" dirty="0"/>
              <a:t>Subheading goes here</a:t>
            </a:r>
          </a:p>
          <a:p>
            <a:pPr lvl="2"/>
            <a:r>
              <a:rPr lang="en-US" dirty="0"/>
              <a:t>Second level </a:t>
            </a:r>
          </a:p>
          <a:p>
            <a:pPr lvl="3"/>
            <a:r>
              <a:rPr lang="en-US" dirty="0"/>
              <a:t>Third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Fourth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Fifth level</a:t>
            </a:r>
          </a:p>
        </p:txBody>
      </p:sp>
      <p:sp>
        <p:nvSpPr>
          <p:cNvPr id="5" name="Footer Placeholder">
            <a:extLst>
              <a:ext uri="{FF2B5EF4-FFF2-40B4-BE49-F238E27FC236}">
                <a16:creationId xmlns:a16="http://schemas.microsoft.com/office/drawing/2014/main" id="{379E712B-AFE8-D145-92A2-FD0033743129}"/>
              </a:ext>
            </a:extLst>
          </p:cNvPr>
          <p:cNvSpPr>
            <a:spLocks noGrp="1"/>
          </p:cNvSpPr>
          <p:nvPr>
            <p:ph type="ftr" sz="quarter" idx="2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F4971694-D3BF-7848-93F8-CE068C4D3720}"/>
              </a:ext>
            </a:extLst>
          </p:cNvPr>
          <p:cNvSpPr>
            <a:spLocks noGrp="1"/>
          </p:cNvSpPr>
          <p:nvPr>
            <p:ph type="sldNum" sz="quarter" idx="22"/>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097510072"/>
      </p:ext>
    </p:extLst>
  </p:cSld>
  <p:clrMapOvr>
    <a:masterClrMapping/>
  </p:clrMapOvr>
  <p:extLst>
    <p:ext uri="{DCECCB84-F9BA-43D5-87BE-67443E8EF086}">
      <p15:sldGuideLst xmlns:p15="http://schemas.microsoft.com/office/powerpoint/2012/main">
        <p15:guide id="1" pos="3264">
          <p15:clr>
            <a:srgbClr val="FBAE40"/>
          </p15:clr>
        </p15:guide>
        <p15:guide id="2" orient="horz" pos="216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X-Negative Arrow &amp; Text (right)">
    <p:spTree>
      <p:nvGrpSpPr>
        <p:cNvPr id="1" name=""/>
        <p:cNvGrpSpPr/>
        <p:nvPr/>
      </p:nvGrpSpPr>
      <p:grpSpPr>
        <a:xfrm>
          <a:off x="0" y="0"/>
          <a:ext cx="0" cy="0"/>
          <a:chOff x="0" y="0"/>
          <a:chExt cx="0" cy="0"/>
        </a:xfrm>
      </p:grpSpPr>
      <p:sp>
        <p:nvSpPr>
          <p:cNvPr id="32" name="Supporting Image">
            <a:extLst>
              <a:ext uri="{FF2B5EF4-FFF2-40B4-BE49-F238E27FC236}">
                <a16:creationId xmlns:a16="http://schemas.microsoft.com/office/drawing/2014/main" id="{EA694B7C-C851-8347-826F-3A789BFBA7E3}"/>
              </a:ext>
            </a:extLst>
          </p:cNvPr>
          <p:cNvSpPr>
            <a:spLocks noGrp="1"/>
          </p:cNvSpPr>
          <p:nvPr>
            <p:ph type="pic" sz="quarter" idx="22"/>
          </p:nvPr>
        </p:nvSpPr>
        <p:spPr>
          <a:xfrm>
            <a:off x="1" y="0"/>
            <a:ext cx="6557167" cy="6858000"/>
          </a:xfrm>
          <a:custGeom>
            <a:avLst/>
            <a:gdLst>
              <a:gd name="connsiteX0" fmla="*/ 0 w 6557167"/>
              <a:gd name="connsiteY0" fmla="*/ 0 h 6858000"/>
              <a:gd name="connsiteX1" fmla="*/ 6557167 w 6557167"/>
              <a:gd name="connsiteY1" fmla="*/ 0 h 6858000"/>
              <a:gd name="connsiteX2" fmla="*/ 3571008 w 6557167"/>
              <a:gd name="connsiteY2" fmla="*/ 3405597 h 6858000"/>
              <a:gd name="connsiteX3" fmla="*/ 6557167 w 6557167"/>
              <a:gd name="connsiteY3" fmla="*/ 6858000 h 6858000"/>
              <a:gd name="connsiteX4" fmla="*/ 0 w 655716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7" h="6858000">
                <a:moveTo>
                  <a:pt x="0" y="0"/>
                </a:moveTo>
                <a:lnTo>
                  <a:pt x="6557167" y="0"/>
                </a:lnTo>
                <a:lnTo>
                  <a:pt x="3571008" y="3405597"/>
                </a:lnTo>
                <a:lnTo>
                  <a:pt x="6557167" y="6858000"/>
                </a:lnTo>
                <a:lnTo>
                  <a:pt x="0" y="6858000"/>
                </a:lnTo>
                <a:close/>
              </a:path>
            </a:pathLst>
          </a:custGeom>
          <a:solidFill>
            <a:schemeClr val="accent6"/>
          </a:solidFill>
        </p:spPr>
        <p:txBody>
          <a:bodyPr wrap="square" anchor="ctr" anchorCtr="0">
            <a:noAutofit/>
          </a:bodyPr>
          <a:lstStyle>
            <a:lvl1pPr algn="ctr">
              <a:defRPr sz="1400"/>
            </a:lvl1pPr>
          </a:lstStyle>
          <a:p>
            <a:endParaRPr lang="en-US"/>
          </a:p>
        </p:txBody>
      </p:sp>
      <p:sp>
        <p:nvSpPr>
          <p:cNvPr id="21" name="Title and Body Placeholder">
            <a:extLst>
              <a:ext uri="{FF2B5EF4-FFF2-40B4-BE49-F238E27FC236}">
                <a16:creationId xmlns:a16="http://schemas.microsoft.com/office/drawing/2014/main" id="{1C701F0A-479D-244B-9B9E-C5B34545F5EB}"/>
              </a:ext>
            </a:extLst>
          </p:cNvPr>
          <p:cNvSpPr>
            <a:spLocks noGrp="1"/>
          </p:cNvSpPr>
          <p:nvPr>
            <p:ph type="body" sz="quarter" idx="20" hasCustomPrompt="1"/>
          </p:nvPr>
        </p:nvSpPr>
        <p:spPr>
          <a:xfrm flipH="1">
            <a:off x="3584604" y="0"/>
            <a:ext cx="8607396" cy="6858000"/>
          </a:xfrm>
          <a:custGeom>
            <a:avLst/>
            <a:gdLst>
              <a:gd name="connsiteX0" fmla="*/ 0 w 8607396"/>
              <a:gd name="connsiteY0" fmla="*/ 0 h 6858000"/>
              <a:gd name="connsiteX1" fmla="*/ 2662272 w 8607396"/>
              <a:gd name="connsiteY1" fmla="*/ 0 h 6858000"/>
              <a:gd name="connsiteX2" fmla="*/ 3084945 w 8607396"/>
              <a:gd name="connsiteY2" fmla="*/ 0 h 6858000"/>
              <a:gd name="connsiteX3" fmla="*/ 5623860 w 8607396"/>
              <a:gd name="connsiteY3" fmla="*/ 0 h 6858000"/>
              <a:gd name="connsiteX4" fmla="*/ 8607396 w 8607396"/>
              <a:gd name="connsiteY4" fmla="*/ 3402520 h 6858000"/>
              <a:gd name="connsiteX5" fmla="*/ 5618502 w 8607396"/>
              <a:gd name="connsiteY5" fmla="*/ 6858000 h 6858000"/>
              <a:gd name="connsiteX6" fmla="*/ 3084945 w 8607396"/>
              <a:gd name="connsiteY6" fmla="*/ 6858000 h 6858000"/>
              <a:gd name="connsiteX7" fmla="*/ 2662272 w 8607396"/>
              <a:gd name="connsiteY7" fmla="*/ 6858000 h 6858000"/>
              <a:gd name="connsiteX8" fmla="*/ 0 w 860739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07396" h="6858000">
                <a:moveTo>
                  <a:pt x="0" y="0"/>
                </a:moveTo>
                <a:lnTo>
                  <a:pt x="2662272" y="0"/>
                </a:lnTo>
                <a:lnTo>
                  <a:pt x="3084945" y="0"/>
                </a:lnTo>
                <a:lnTo>
                  <a:pt x="5623860" y="0"/>
                </a:lnTo>
                <a:lnTo>
                  <a:pt x="8607396" y="3402520"/>
                </a:lnTo>
                <a:lnTo>
                  <a:pt x="5618502" y="6858000"/>
                </a:lnTo>
                <a:lnTo>
                  <a:pt x="3084945" y="6858000"/>
                </a:lnTo>
                <a:lnTo>
                  <a:pt x="2662272" y="6858000"/>
                </a:lnTo>
                <a:lnTo>
                  <a:pt x="0" y="6858000"/>
                </a:lnTo>
                <a:close/>
              </a:path>
            </a:pathLst>
          </a:custGeom>
          <a:solidFill>
            <a:schemeClr val="bg1">
              <a:alpha val="90000"/>
            </a:schemeClr>
          </a:solidFill>
        </p:spPr>
        <p:txBody>
          <a:bodyPr wrap="square" lIns="2633472" tIns="594360" rIns="594360" anchor="t" anchorCtr="0">
            <a:noAutofit/>
          </a:bodyPr>
          <a:lstStyle>
            <a:lvl1pPr>
              <a:lnSpc>
                <a:spcPct val="110000"/>
              </a:lnSpc>
              <a:spcAft>
                <a:spcPts val="24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Bef>
                <a:spcPts val="300"/>
              </a:spcBef>
              <a:spcAft>
                <a:spcPts val="1200"/>
              </a:spcAft>
              <a:defRPr sz="22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buFont typeface="Arial" panose="020B0604020202020204" pitchFamily="34" charset="0"/>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0" indent="0">
              <a:buFont typeface="Arial" panose="020B0604020202020204" pitchFamily="34" charset="0"/>
              <a:buNone/>
              <a:tabLst/>
              <a:defRPr lang="en-US" sz="16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kern="1200" dirty="0" smtClean="0">
                <a:solidFill>
                  <a:schemeClr val="tx1"/>
                </a:solidFill>
                <a:latin typeface="+mn-lt"/>
                <a:ea typeface="+mn-ea"/>
                <a:cs typeface="+mn-cs"/>
              </a:defRPr>
            </a:lvl5pPr>
            <a:lvl6pPr>
              <a:defRPr lang="en-US" sz="1600" kern="1200" dirty="0">
                <a:solidFill>
                  <a:schemeClr val="tx1"/>
                </a:solidFill>
                <a:latin typeface="+mn-lt"/>
                <a:ea typeface="+mn-ea"/>
                <a:cs typeface="+mn-cs"/>
              </a:defRPr>
            </a:lvl6pPr>
          </a:lstStyle>
          <a:p>
            <a:pPr lvl="0"/>
            <a:r>
              <a:rPr lang="en-US" dirty="0"/>
              <a:t>Slide title goes here</a:t>
            </a:r>
          </a:p>
          <a:p>
            <a:pPr lvl="1"/>
            <a:r>
              <a:rPr lang="en-US" dirty="0"/>
              <a:t>Subheading goes here</a:t>
            </a:r>
          </a:p>
          <a:p>
            <a:pPr lvl="2"/>
            <a:r>
              <a:rPr lang="en-US" dirty="0"/>
              <a:t>Second level </a:t>
            </a:r>
          </a:p>
          <a:p>
            <a:pPr lvl="3"/>
            <a:r>
              <a:rPr lang="en-US" dirty="0"/>
              <a:t>Third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Fourth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Fifth level</a:t>
            </a:r>
          </a:p>
        </p:txBody>
      </p:sp>
      <p:sp>
        <p:nvSpPr>
          <p:cNvPr id="4" name="Footer Placeholder">
            <a:extLst>
              <a:ext uri="{FF2B5EF4-FFF2-40B4-BE49-F238E27FC236}">
                <a16:creationId xmlns:a16="http://schemas.microsoft.com/office/drawing/2014/main" id="{F7D1BBB3-2390-7242-B7DA-6A5F72928FE1}"/>
              </a:ext>
            </a:extLst>
          </p:cNvPr>
          <p:cNvSpPr>
            <a:spLocks noGrp="1"/>
          </p:cNvSpPr>
          <p:nvPr>
            <p:ph type="ftr" sz="quarter" idx="2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8EF96577-B9AB-FE42-8861-90A924F4B446}"/>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91833725"/>
      </p:ext>
    </p:extLst>
  </p:cSld>
  <p:clrMapOvr>
    <a:masterClrMapping/>
  </p:clrMapOvr>
  <p:extLst>
    <p:ext uri="{DCECCB84-F9BA-43D5-87BE-67443E8EF086}">
      <p15:sldGuideLst xmlns:p15="http://schemas.microsoft.com/office/powerpoint/2012/main">
        <p15:guide id="1" pos="3264">
          <p15:clr>
            <a:srgbClr val="FBAE40"/>
          </p15:clr>
        </p15:guide>
        <p15:guide id="2"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X-Slab Title &amp; Text (white)">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8AA61EBE-1256-B445-A0AC-2769BAE2A571}"/>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solidFill>
                  <a:schemeClr val="tx1"/>
                </a:solidFill>
              </a:defRPr>
            </a:lvl1pPr>
          </a:lstStyle>
          <a:p>
            <a:endParaRPr lang="en-US"/>
          </a:p>
        </p:txBody>
      </p:sp>
      <p:sp>
        <p:nvSpPr>
          <p:cNvPr id="7" name="Corner Overlay Gradient">
            <a:extLst>
              <a:ext uri="{FF2B5EF4-FFF2-40B4-BE49-F238E27FC236}">
                <a16:creationId xmlns:a16="http://schemas.microsoft.com/office/drawing/2014/main" id="{6C264865-8BDB-A545-9C87-3494CFD9F01C}"/>
              </a:ext>
            </a:extLst>
          </p:cNvPr>
          <p:cNvSpPr>
            <a:spLocks noGrp="1"/>
          </p:cNvSpPr>
          <p:nvPr>
            <p:ph type="body" sz="quarter" idx="22"/>
          </p:nvPr>
        </p:nvSpPr>
        <p:spPr>
          <a:xfrm>
            <a:off x="8156273" y="0"/>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gradFill flip="none" rotWithShape="1">
            <a:gsLst>
              <a:gs pos="0">
                <a:schemeClr val="tx2"/>
              </a:gs>
              <a:gs pos="33000">
                <a:schemeClr val="accent1">
                  <a:lumMod val="100000"/>
                  <a:alpha val="90000"/>
                </a:schemeClr>
              </a:gs>
              <a:gs pos="100000">
                <a:schemeClr val="bg2">
                  <a:alpha val="90000"/>
                </a:schemeClr>
              </a:gs>
            </a:gsLst>
            <a:lin ang="0" scaled="1"/>
            <a:tileRect/>
          </a:gradFill>
        </p:spPr>
        <p:txBody>
          <a:bodyPr wrap="square">
            <a:noAutofit/>
          </a:bodyPr>
          <a:lstStyle>
            <a:lvl1pPr>
              <a:defRPr sz="100"/>
            </a:lvl1pPr>
          </a:lstStyle>
          <a:p>
            <a:pPr lvl="0"/>
            <a:endParaRPr lang="en-US" dirty="0"/>
          </a:p>
        </p:txBody>
      </p:sp>
      <p:sp>
        <p:nvSpPr>
          <p:cNvPr id="10" name="Title">
            <a:extLst>
              <a:ext uri="{FF2B5EF4-FFF2-40B4-BE49-F238E27FC236}">
                <a16:creationId xmlns:a16="http://schemas.microsoft.com/office/drawing/2014/main" id="{2880059F-593F-E944-974F-B04A4CF9FC4F}"/>
              </a:ext>
            </a:extLst>
          </p:cNvPr>
          <p:cNvSpPr>
            <a:spLocks noGrp="1"/>
          </p:cNvSpPr>
          <p:nvPr>
            <p:ph type="title"/>
          </p:nvPr>
        </p:nvSpPr>
        <p:spPr>
          <a:xfrm>
            <a:off x="571503" y="2309568"/>
            <a:ext cx="5410199" cy="1106424"/>
          </a:xfrm>
        </p:spPr>
        <p:txBody>
          <a:bodyPr/>
          <a:lstStyle>
            <a:lvl1pPr>
              <a:defRPr>
                <a:solidFill>
                  <a:schemeClr val="tx2"/>
                </a:solidFill>
              </a:defRPr>
            </a:lvl1pPr>
          </a:lstStyle>
          <a:p>
            <a:r>
              <a:rPr lang="en-US" dirty="0"/>
              <a:t>Click to edit Master title style</a:t>
            </a:r>
          </a:p>
        </p:txBody>
      </p:sp>
      <p:sp>
        <p:nvSpPr>
          <p:cNvPr id="11" name="Text Placeholder ">
            <a:extLst>
              <a:ext uri="{FF2B5EF4-FFF2-40B4-BE49-F238E27FC236}">
                <a16:creationId xmlns:a16="http://schemas.microsoft.com/office/drawing/2014/main" id="{0EB75166-B68A-DD46-AD84-EB421C815A8D}"/>
              </a:ext>
            </a:extLst>
          </p:cNvPr>
          <p:cNvSpPr>
            <a:spLocks noGrp="1"/>
          </p:cNvSpPr>
          <p:nvPr>
            <p:ph type="body" sz="quarter" idx="17"/>
          </p:nvPr>
        </p:nvSpPr>
        <p:spPr>
          <a:xfrm>
            <a:off x="571499" y="3784909"/>
            <a:ext cx="6611725" cy="2235065"/>
          </a:xfrm>
        </p:spPr>
        <p:txBody>
          <a:bodyPr/>
          <a:lstStyle>
            <a:lvl1pPr>
              <a:defRPr>
                <a:solidFill>
                  <a:schemeClr val="tx1"/>
                </a:solidFill>
              </a:defRPr>
            </a:lvl1pPr>
            <a:lvl2pPr>
              <a:spcAft>
                <a:spcPts val="300"/>
              </a:spcAft>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a:extLst>
              <a:ext uri="{FF2B5EF4-FFF2-40B4-BE49-F238E27FC236}">
                <a16:creationId xmlns:a16="http://schemas.microsoft.com/office/drawing/2014/main" id="{DEEF6061-5181-144A-97BD-D18731C157A2}"/>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3513B29C-F459-FB49-87FE-A2BD0F3BF48F}"/>
              </a:ext>
            </a:extLst>
          </p:cNvPr>
          <p:cNvSpPr>
            <a:spLocks noGrp="1"/>
          </p:cNvSpPr>
          <p:nvPr>
            <p:ph type="sldNum" sz="quarter" idx="2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639717912"/>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X-Slab Title &amp; Text (purple)">
    <p:bg>
      <p:bgPr>
        <a:solidFill>
          <a:schemeClr val="tx2"/>
        </a:solidFill>
        <a:effectLst/>
      </p:bgPr>
    </p:bg>
    <p:spTree>
      <p:nvGrpSpPr>
        <p:cNvPr id="1" name=""/>
        <p:cNvGrpSpPr/>
        <p:nvPr/>
      </p:nvGrpSpPr>
      <p:grpSpPr>
        <a:xfrm>
          <a:off x="0" y="0"/>
          <a:ext cx="0" cy="0"/>
          <a:chOff x="0" y="0"/>
          <a:chExt cx="0" cy="0"/>
        </a:xfrm>
      </p:grpSpPr>
      <p:sp>
        <p:nvSpPr>
          <p:cNvPr id="13" name="Supporting Image">
            <a:extLst>
              <a:ext uri="{FF2B5EF4-FFF2-40B4-BE49-F238E27FC236}">
                <a16:creationId xmlns:a16="http://schemas.microsoft.com/office/drawing/2014/main" id="{535F0F93-A5CD-A240-BA75-09216F8ED975}"/>
              </a:ext>
            </a:extLst>
          </p:cNvPr>
          <p:cNvSpPr>
            <a:spLocks noGrp="1"/>
          </p:cNvSpPr>
          <p:nvPr>
            <p:ph type="pic" sz="quarter" idx="18"/>
          </p:nvPr>
        </p:nvSpPr>
        <p:spPr>
          <a:xfrm>
            <a:off x="1" y="2068"/>
            <a:ext cx="8366643" cy="6853864"/>
          </a:xfrm>
          <a:custGeom>
            <a:avLst/>
            <a:gdLst>
              <a:gd name="connsiteX0" fmla="*/ 0 w 8366643"/>
              <a:gd name="connsiteY0" fmla="*/ 0 h 6853864"/>
              <a:gd name="connsiteX1" fmla="*/ 8366643 w 8366643"/>
              <a:gd name="connsiteY1" fmla="*/ 0 h 6853864"/>
              <a:gd name="connsiteX2" fmla="*/ 2188989 w 8366643"/>
              <a:gd name="connsiteY2" fmla="*/ 6853864 h 6853864"/>
              <a:gd name="connsiteX3" fmla="*/ 0 w 8366643"/>
              <a:gd name="connsiteY3" fmla="*/ 6853864 h 6853864"/>
            </a:gdLst>
            <a:ahLst/>
            <a:cxnLst>
              <a:cxn ang="0">
                <a:pos x="connsiteX0" y="connsiteY0"/>
              </a:cxn>
              <a:cxn ang="0">
                <a:pos x="connsiteX1" y="connsiteY1"/>
              </a:cxn>
              <a:cxn ang="0">
                <a:pos x="connsiteX2" y="connsiteY2"/>
              </a:cxn>
              <a:cxn ang="0">
                <a:pos x="connsiteX3" y="connsiteY3"/>
              </a:cxn>
            </a:cxnLst>
            <a:rect l="l" t="t" r="r" b="b"/>
            <a:pathLst>
              <a:path w="8366643" h="6853864">
                <a:moveTo>
                  <a:pt x="0" y="0"/>
                </a:moveTo>
                <a:lnTo>
                  <a:pt x="8366643" y="0"/>
                </a:lnTo>
                <a:lnTo>
                  <a:pt x="2188989" y="6853864"/>
                </a:lnTo>
                <a:lnTo>
                  <a:pt x="0" y="6853864"/>
                </a:lnTo>
                <a:close/>
              </a:path>
            </a:pathLst>
          </a:custGeom>
          <a:solidFill>
            <a:schemeClr val="accent6"/>
          </a:solidFill>
        </p:spPr>
        <p:txBody>
          <a:bodyPr wrap="square" anchor="ctr" anchorCtr="0">
            <a:noAutofit/>
          </a:bodyPr>
          <a:lstStyle>
            <a:lvl1pPr algn="ctr">
              <a:defRPr sz="1400"/>
            </a:lvl1pPr>
          </a:lstStyle>
          <a:p>
            <a:endParaRPr lang="en-US"/>
          </a:p>
        </p:txBody>
      </p:sp>
      <p:sp>
        <p:nvSpPr>
          <p:cNvPr id="6" name="Title">
            <a:extLst>
              <a:ext uri="{FF2B5EF4-FFF2-40B4-BE49-F238E27FC236}">
                <a16:creationId xmlns:a16="http://schemas.microsoft.com/office/drawing/2014/main" id="{8C6E3371-383D-5E4D-8B39-6A64D9CE115A}"/>
              </a:ext>
            </a:extLst>
          </p:cNvPr>
          <p:cNvSpPr>
            <a:spLocks noGrp="1"/>
          </p:cNvSpPr>
          <p:nvPr>
            <p:ph type="title"/>
          </p:nvPr>
        </p:nvSpPr>
        <p:spPr>
          <a:xfrm>
            <a:off x="6445615" y="2309568"/>
            <a:ext cx="5174885" cy="1106424"/>
          </a:xfrm>
        </p:spPr>
        <p:txBody>
          <a:bodyPr/>
          <a:lstStyle>
            <a:lvl1pPr>
              <a:defRPr>
                <a:solidFill>
                  <a:schemeClr val="bg1"/>
                </a:solidFill>
              </a:defRPr>
            </a:lvl1pPr>
          </a:lstStyle>
          <a:p>
            <a:r>
              <a:rPr lang="en-US" dirty="0"/>
              <a:t>Click to edit Master title style</a:t>
            </a:r>
          </a:p>
        </p:txBody>
      </p:sp>
      <p:sp>
        <p:nvSpPr>
          <p:cNvPr id="5" name="Text Placeholder ">
            <a:extLst>
              <a:ext uri="{FF2B5EF4-FFF2-40B4-BE49-F238E27FC236}">
                <a16:creationId xmlns:a16="http://schemas.microsoft.com/office/drawing/2014/main" id="{FE550B1B-D2D1-FE46-8CDE-06F0D9376E50}"/>
              </a:ext>
            </a:extLst>
          </p:cNvPr>
          <p:cNvSpPr>
            <a:spLocks noGrp="1"/>
          </p:cNvSpPr>
          <p:nvPr>
            <p:ph type="body" sz="quarter" idx="17"/>
          </p:nvPr>
        </p:nvSpPr>
        <p:spPr>
          <a:xfrm>
            <a:off x="6445614" y="3784909"/>
            <a:ext cx="5174886" cy="2235065"/>
          </a:xfrm>
        </p:spPr>
        <p:txBody>
          <a:bodyPr/>
          <a:lstStyle>
            <a:lvl1pPr>
              <a:defRPr>
                <a:solidFill>
                  <a:schemeClr val="bg1"/>
                </a:solidFill>
              </a:defRPr>
            </a:lvl1pPr>
            <a:lvl2pPr>
              <a:spcAft>
                <a:spcPts val="300"/>
              </a:spcAft>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rner Overlay Gradient">
            <a:extLst>
              <a:ext uri="{FF2B5EF4-FFF2-40B4-BE49-F238E27FC236}">
                <a16:creationId xmlns:a16="http://schemas.microsoft.com/office/drawing/2014/main" id="{450DF1EC-68AC-E64D-AF74-9CF16048F33C}"/>
              </a:ext>
            </a:extLst>
          </p:cNvPr>
          <p:cNvSpPr>
            <a:spLocks noGrp="1"/>
          </p:cNvSpPr>
          <p:nvPr>
            <p:ph type="body" sz="quarter" idx="22"/>
          </p:nvPr>
        </p:nvSpPr>
        <p:spPr>
          <a:xfrm flipH="1">
            <a:off x="0" y="-742"/>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gradFill flip="none" rotWithShape="1">
            <a:gsLst>
              <a:gs pos="0">
                <a:schemeClr val="tx2">
                  <a:alpha val="90000"/>
                </a:schemeClr>
              </a:gs>
              <a:gs pos="33000">
                <a:schemeClr val="accent1">
                  <a:alpha val="90000"/>
                  <a:lumMod val="100000"/>
                </a:schemeClr>
              </a:gs>
              <a:gs pos="100000">
                <a:schemeClr val="bg2">
                  <a:alpha val="90000"/>
                </a:schemeClr>
              </a:gs>
            </a:gsLst>
            <a:lin ang="10800000" scaled="1"/>
            <a:tileRect/>
          </a:gradFill>
        </p:spPr>
        <p:txBody>
          <a:bodyPr wrap="square">
            <a:noAutofit/>
          </a:bodyPr>
          <a:lstStyle>
            <a:lvl1pPr>
              <a:defRPr sz="100"/>
            </a:lvl1pPr>
          </a:lstStyle>
          <a:p>
            <a:pPr lvl="0"/>
            <a:endParaRPr lang="en-US" dirty="0"/>
          </a:p>
        </p:txBody>
      </p:sp>
      <p:sp>
        <p:nvSpPr>
          <p:cNvPr id="7" name="Footer Placeholder">
            <a:extLst>
              <a:ext uri="{FF2B5EF4-FFF2-40B4-BE49-F238E27FC236}">
                <a16:creationId xmlns:a16="http://schemas.microsoft.com/office/drawing/2014/main" id="{E1D2F977-48D6-514C-86C3-0A727F8BEC13}"/>
              </a:ext>
            </a:extLst>
          </p:cNvPr>
          <p:cNvSpPr>
            <a:spLocks noGrp="1"/>
          </p:cNvSpPr>
          <p:nvPr>
            <p:ph type="ftr" sz="quarter" idx="2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8" name="Slide Number Placeholder">
            <a:extLst>
              <a:ext uri="{FF2B5EF4-FFF2-40B4-BE49-F238E27FC236}">
                <a16:creationId xmlns:a16="http://schemas.microsoft.com/office/drawing/2014/main" id="{42CA3D91-6F5D-804F-9492-8CC3E908FBB0}"/>
              </a:ext>
            </a:extLst>
          </p:cNvPr>
          <p:cNvSpPr>
            <a:spLocks noGrp="1"/>
          </p:cNvSpPr>
          <p:nvPr>
            <p:ph type="sldNum" sz="quarter" idx="2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491435117"/>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amp; Body (image &amp; gradient)">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0"/>
            <a:ext cx="12192000" cy="3225800"/>
          </a:xfrm>
          <a:solidFill>
            <a:schemeClr val="accent6"/>
          </a:solidFill>
        </p:spPr>
        <p:txBody>
          <a:bodyPr tIns="274320" anchor="ctr" anchorCtr="0"/>
          <a:lstStyle>
            <a:lvl1pPr algn="ctr">
              <a:defRPr sz="1400"/>
            </a:lvl1pPr>
          </a:lstStyle>
          <a:p>
            <a:r>
              <a:rPr lang="en-US"/>
              <a:t>Picture</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0" y="2422358"/>
            <a:ext cx="12192000" cy="803442"/>
          </a:xfrm>
          <a:gradFill>
            <a:gsLst>
              <a:gs pos="0">
                <a:schemeClr val="tx2">
                  <a:alpha val="90000"/>
                </a:schemeClr>
              </a:gs>
              <a:gs pos="33000">
                <a:schemeClr val="accent1">
                  <a:lumMod val="91000"/>
                  <a:lumOff val="9000"/>
                  <a:alpha val="70000"/>
                </a:schemeClr>
              </a:gs>
              <a:gs pos="100000">
                <a:schemeClr val="bg2">
                  <a:alpha val="90000"/>
                </a:schemeClr>
              </a:gs>
            </a:gsLst>
            <a:lin ang="10800000" scaled="1"/>
          </a:gradFill>
        </p:spPr>
        <p:txBody>
          <a:bodyPr lIns="576072" rIns="548640" anchor="ctr" anchorCtr="0"/>
          <a:lstStyle>
            <a:lvl1pPr>
              <a:lnSpc>
                <a:spcPct val="110000"/>
              </a:lnSpc>
              <a:defRPr>
                <a:solidFill>
                  <a:schemeClr val="bg1"/>
                </a:solidFill>
              </a:defRPr>
            </a:lvl1pPr>
          </a:lstStyle>
          <a:p>
            <a:r>
              <a:rPr lang="en-US" dirty="0"/>
              <a:t>Click to edit Master title style</a:t>
            </a:r>
          </a:p>
        </p:txBody>
      </p:sp>
      <p:sp>
        <p:nvSpPr>
          <p:cNvPr id="4" name="Text Placeholder ">
            <a:extLst>
              <a:ext uri="{FF2B5EF4-FFF2-40B4-BE49-F238E27FC236}">
                <a16:creationId xmlns:a16="http://schemas.microsoft.com/office/drawing/2014/main" id="{3399BA68-1EF1-EB42-AD08-8D6F27804575}"/>
              </a:ext>
            </a:extLst>
          </p:cNvPr>
          <p:cNvSpPr>
            <a:spLocks noGrp="1"/>
          </p:cNvSpPr>
          <p:nvPr>
            <p:ph type="body" sz="quarter" idx="16"/>
          </p:nvPr>
        </p:nvSpPr>
        <p:spPr>
          <a:xfrm>
            <a:off x="571500" y="3475484"/>
            <a:ext cx="9182100" cy="2544316"/>
          </a:xfrm>
        </p:spPr>
        <p:txBody>
          <a:bodyPr/>
          <a:lstStyle>
            <a:lvl2pPr>
              <a:spcAft>
                <a:spcPts val="300"/>
              </a:spcAft>
              <a:defRPr/>
            </a:lvl2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3" name="Footer Placeholder">
            <a:extLst>
              <a:ext uri="{FF2B5EF4-FFF2-40B4-BE49-F238E27FC236}">
                <a16:creationId xmlns:a16="http://schemas.microsoft.com/office/drawing/2014/main" id="{1CEF1B1A-476D-C741-86BD-90C8C0734B1A}"/>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183F0DFF-C4C3-284E-B2E2-88FEF240D806}"/>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6463665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amp; Collage 1 w. Call-outs">
    <p:spTree>
      <p:nvGrpSpPr>
        <p:cNvPr id="1" name=""/>
        <p:cNvGrpSpPr/>
        <p:nvPr/>
      </p:nvGrpSpPr>
      <p:grpSpPr>
        <a:xfrm>
          <a:off x="0" y="0"/>
          <a:ext cx="0" cy="0"/>
          <a:chOff x="0" y="0"/>
          <a:chExt cx="0" cy="0"/>
        </a:xfrm>
      </p:grpSpPr>
      <p:sp>
        <p:nvSpPr>
          <p:cNvPr id="11" name="Title ">
            <a:extLst>
              <a:ext uri="{FF2B5EF4-FFF2-40B4-BE49-F238E27FC236}">
                <a16:creationId xmlns:a16="http://schemas.microsoft.com/office/drawing/2014/main" id="{A2EA7797-D7E0-F945-B592-1B435991DFEE}"/>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18" name="Text Placeholder 1">
            <a:extLst>
              <a:ext uri="{FF2B5EF4-FFF2-40B4-BE49-F238E27FC236}">
                <a16:creationId xmlns:a16="http://schemas.microsoft.com/office/drawing/2014/main" id="{18EA53DA-3397-D046-9264-5A86DC91FF3F}"/>
              </a:ext>
            </a:extLst>
          </p:cNvPr>
          <p:cNvSpPr>
            <a:spLocks noGrp="1"/>
          </p:cNvSpPr>
          <p:nvPr>
            <p:ph type="body" sz="quarter" idx="22" hasCustomPrompt="1"/>
          </p:nvPr>
        </p:nvSpPr>
        <p:spPr>
          <a:xfrm>
            <a:off x="8077200" y="1524000"/>
            <a:ext cx="4095750" cy="2131470"/>
          </a:xfrm>
          <a:gradFill flip="none" rotWithShape="1">
            <a:gsLst>
              <a:gs pos="0">
                <a:schemeClr val="tx2"/>
              </a:gs>
              <a:gs pos="33000">
                <a:schemeClr val="accent1">
                  <a:lumMod val="91000"/>
                  <a:lumOff val="9000"/>
                </a:schemeClr>
              </a:gs>
              <a:gs pos="99000">
                <a:schemeClr val="bg2"/>
              </a:gs>
            </a:gsLst>
            <a:lin ang="3000000" scaled="0"/>
            <a:tileRect/>
          </a:gradFill>
        </p:spPr>
        <p:txBody>
          <a:bodyPr lIns="365760" tIns="182880" rIns="365760" bIns="182880" anchor="ctr" anchorCtr="0"/>
          <a:lstStyle>
            <a:lvl1pPr algn="ctr">
              <a:lnSpc>
                <a:spcPct val="110000"/>
              </a:lnSpc>
              <a:spcAft>
                <a:spcPts val="0"/>
              </a:spcAft>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buNone/>
              <a:defRPr/>
            </a:lvl4pPr>
            <a:lvl5pPr algn="ctr">
              <a:defRPr/>
            </a:lvl5pPr>
          </a:lstStyle>
          <a:p>
            <a:pPr lvl="0"/>
            <a:r>
              <a:rPr lang="en-US" dirty="0"/>
              <a:t>000</a:t>
            </a:r>
          </a:p>
          <a:p>
            <a:pPr lvl="1"/>
            <a:r>
              <a:rPr lang="en-US" dirty="0"/>
              <a:t>Lorem ipsum dolor sit </a:t>
            </a:r>
            <a:r>
              <a:rPr lang="en-US" dirty="0" err="1"/>
              <a:t>amet</a:t>
            </a:r>
            <a:endParaRPr lang="en-US" dirty="0"/>
          </a:p>
        </p:txBody>
      </p:sp>
      <p:sp>
        <p:nvSpPr>
          <p:cNvPr id="16" name="Text Placeholder 2">
            <a:extLst>
              <a:ext uri="{FF2B5EF4-FFF2-40B4-BE49-F238E27FC236}">
                <a16:creationId xmlns:a16="http://schemas.microsoft.com/office/drawing/2014/main" id="{22046F05-476E-EC4B-994B-0F4A678B1304}"/>
              </a:ext>
            </a:extLst>
          </p:cNvPr>
          <p:cNvSpPr>
            <a:spLocks noGrp="1"/>
          </p:cNvSpPr>
          <p:nvPr>
            <p:ph type="body" sz="quarter" idx="21" hasCustomPrompt="1"/>
          </p:nvPr>
        </p:nvSpPr>
        <p:spPr>
          <a:xfrm>
            <a:off x="-1" y="3914803"/>
            <a:ext cx="4123703" cy="2096354"/>
          </a:xfrm>
          <a:gradFill flip="none" rotWithShape="1">
            <a:gsLst>
              <a:gs pos="0">
                <a:schemeClr val="tx2"/>
              </a:gs>
              <a:gs pos="33000">
                <a:schemeClr val="accent1">
                  <a:lumMod val="91000"/>
                  <a:lumOff val="9000"/>
                </a:schemeClr>
              </a:gs>
              <a:gs pos="99000">
                <a:schemeClr val="bg2"/>
              </a:gs>
            </a:gsLst>
            <a:lin ang="3000000" scaled="0"/>
            <a:tileRect/>
          </a:gradFill>
        </p:spPr>
        <p:txBody>
          <a:bodyPr lIns="365760" tIns="182880" rIns="365760" bIns="182880" anchor="ctr" anchorCtr="0"/>
          <a:lstStyle>
            <a:lvl1pPr algn="ctr">
              <a:spcAft>
                <a:spcPts val="300"/>
              </a:spcAft>
              <a:defRPr sz="14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buNone/>
              <a:defRPr/>
            </a:lvl4pPr>
            <a:lvl5pPr algn="ctr">
              <a:defRPr/>
            </a:lvl5pPr>
          </a:lstStyle>
          <a:p>
            <a:pPr lvl="0"/>
            <a:r>
              <a:rPr lang="en-US" dirty="0"/>
              <a:t>Add some simple copy here</a:t>
            </a:r>
          </a:p>
          <a:p>
            <a:pPr lvl="1"/>
            <a:r>
              <a:rPr lang="en-US" dirty="0"/>
              <a:t>Lorem ipsum dolor sit </a:t>
            </a:r>
            <a:r>
              <a:rPr lang="en-US" dirty="0" err="1"/>
              <a:t>amet</a:t>
            </a:r>
            <a:endParaRPr lang="en-US" dirty="0"/>
          </a:p>
        </p:txBody>
      </p:sp>
      <p:sp>
        <p:nvSpPr>
          <p:cNvPr id="10" name="Picture Placeholder 1">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1524000"/>
            <a:ext cx="4123702" cy="2131470"/>
          </a:xfrm>
          <a:solidFill>
            <a:schemeClr val="accent6"/>
          </a:solidFill>
        </p:spPr>
        <p:txBody>
          <a:bodyPr tIns="0" anchor="ctr" anchorCtr="0"/>
          <a:lstStyle>
            <a:lvl1pPr algn="ctr">
              <a:defRPr sz="1400"/>
            </a:lvl1pPr>
          </a:lstStyle>
          <a:p>
            <a:r>
              <a:rPr lang="en-US"/>
              <a:t>Picture</a:t>
            </a:r>
          </a:p>
        </p:txBody>
      </p:sp>
      <p:sp>
        <p:nvSpPr>
          <p:cNvPr id="14" name="Picture Placeholder 2">
            <a:extLst>
              <a:ext uri="{FF2B5EF4-FFF2-40B4-BE49-F238E27FC236}">
                <a16:creationId xmlns:a16="http://schemas.microsoft.com/office/drawing/2014/main" id="{792DBAB5-2B8B-A041-BE35-8202BE33F4F1}"/>
              </a:ext>
            </a:extLst>
          </p:cNvPr>
          <p:cNvSpPr>
            <a:spLocks noGrp="1"/>
          </p:cNvSpPr>
          <p:nvPr>
            <p:ph type="pic" sz="quarter" idx="17" hasCustomPrompt="1"/>
          </p:nvPr>
        </p:nvSpPr>
        <p:spPr>
          <a:xfrm>
            <a:off x="4381501" y="1524000"/>
            <a:ext cx="3412716" cy="2131470"/>
          </a:xfrm>
          <a:solidFill>
            <a:schemeClr val="accent6"/>
          </a:solidFill>
        </p:spPr>
        <p:txBody>
          <a:bodyPr tIns="0" anchor="ctr" anchorCtr="0"/>
          <a:lstStyle>
            <a:lvl1pPr algn="ctr">
              <a:defRPr sz="1400"/>
            </a:lvl1pPr>
          </a:lstStyle>
          <a:p>
            <a:r>
              <a:rPr lang="en-US"/>
              <a:t>Picture</a:t>
            </a:r>
          </a:p>
        </p:txBody>
      </p:sp>
      <p:sp>
        <p:nvSpPr>
          <p:cNvPr id="15" name="Picture Placeholder 3">
            <a:extLst>
              <a:ext uri="{FF2B5EF4-FFF2-40B4-BE49-F238E27FC236}">
                <a16:creationId xmlns:a16="http://schemas.microsoft.com/office/drawing/2014/main" id="{2A0E579D-5009-D642-AFF8-3C334B7FCF50}"/>
              </a:ext>
            </a:extLst>
          </p:cNvPr>
          <p:cNvSpPr>
            <a:spLocks noGrp="1"/>
          </p:cNvSpPr>
          <p:nvPr>
            <p:ph type="pic" sz="quarter" idx="18" hasCustomPrompt="1"/>
          </p:nvPr>
        </p:nvSpPr>
        <p:spPr>
          <a:xfrm>
            <a:off x="4381501" y="3914803"/>
            <a:ext cx="3412716" cy="2096354"/>
          </a:xfrm>
          <a:solidFill>
            <a:schemeClr val="accent6"/>
          </a:solidFill>
        </p:spPr>
        <p:txBody>
          <a:bodyPr tIns="0" anchor="ctr" anchorCtr="0"/>
          <a:lstStyle>
            <a:lvl1pPr algn="ctr">
              <a:defRPr sz="1400"/>
            </a:lvl1pPr>
          </a:lstStyle>
          <a:p>
            <a:r>
              <a:rPr lang="en-US"/>
              <a:t>Picture</a:t>
            </a:r>
          </a:p>
        </p:txBody>
      </p:sp>
      <p:sp>
        <p:nvSpPr>
          <p:cNvPr id="13" name="Picture Placeholder 4">
            <a:extLst>
              <a:ext uri="{FF2B5EF4-FFF2-40B4-BE49-F238E27FC236}">
                <a16:creationId xmlns:a16="http://schemas.microsoft.com/office/drawing/2014/main" id="{E37DE572-79EA-1A4A-8310-DCC09938058E}"/>
              </a:ext>
            </a:extLst>
          </p:cNvPr>
          <p:cNvSpPr>
            <a:spLocks noGrp="1"/>
          </p:cNvSpPr>
          <p:nvPr>
            <p:ph type="pic" sz="quarter" idx="16" hasCustomPrompt="1"/>
          </p:nvPr>
        </p:nvSpPr>
        <p:spPr>
          <a:xfrm>
            <a:off x="8077200" y="3914803"/>
            <a:ext cx="4095750" cy="2096354"/>
          </a:xfrm>
          <a:solidFill>
            <a:schemeClr val="accent6"/>
          </a:solidFill>
        </p:spPr>
        <p:txBody>
          <a:bodyPr tIns="0" anchor="ctr" anchorCtr="0"/>
          <a:lstStyle>
            <a:lvl1pPr algn="ctr">
              <a:defRPr sz="1400"/>
            </a:lvl1pPr>
          </a:lstStyle>
          <a:p>
            <a:r>
              <a:rPr lang="en-US"/>
              <a:t>Picture</a:t>
            </a:r>
          </a:p>
        </p:txBody>
      </p:sp>
      <p:sp>
        <p:nvSpPr>
          <p:cNvPr id="2" name="Footer Placeholder">
            <a:extLst>
              <a:ext uri="{FF2B5EF4-FFF2-40B4-BE49-F238E27FC236}">
                <a16:creationId xmlns:a16="http://schemas.microsoft.com/office/drawing/2014/main" id="{8283AD65-8E8B-B944-B54F-12BEC3E165EA}"/>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E76BACBC-5329-B846-88F2-D9F7D62FB651}"/>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58222394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amp; Collage 2 w. Call-out ">
    <p:spTree>
      <p:nvGrpSpPr>
        <p:cNvPr id="1" name=""/>
        <p:cNvGrpSpPr/>
        <p:nvPr/>
      </p:nvGrpSpPr>
      <p:grpSpPr>
        <a:xfrm>
          <a:off x="0" y="0"/>
          <a:ext cx="0" cy="0"/>
          <a:chOff x="0" y="0"/>
          <a:chExt cx="0" cy="0"/>
        </a:xfrm>
      </p:grpSpPr>
      <p:sp>
        <p:nvSpPr>
          <p:cNvPr id="11" name="Title ">
            <a:extLst>
              <a:ext uri="{FF2B5EF4-FFF2-40B4-BE49-F238E27FC236}">
                <a16:creationId xmlns:a16="http://schemas.microsoft.com/office/drawing/2014/main" id="{A2EA7797-D7E0-F945-B592-1B435991DFEE}"/>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18" name="Text Placeholder 1">
            <a:extLst>
              <a:ext uri="{FF2B5EF4-FFF2-40B4-BE49-F238E27FC236}">
                <a16:creationId xmlns:a16="http://schemas.microsoft.com/office/drawing/2014/main" id="{18EA53DA-3397-D046-9264-5A86DC91FF3F}"/>
              </a:ext>
            </a:extLst>
          </p:cNvPr>
          <p:cNvSpPr>
            <a:spLocks noGrp="1"/>
          </p:cNvSpPr>
          <p:nvPr>
            <p:ph type="body" sz="quarter" idx="22" hasCustomPrompt="1"/>
          </p:nvPr>
        </p:nvSpPr>
        <p:spPr>
          <a:xfrm>
            <a:off x="8077200" y="1523999"/>
            <a:ext cx="4095750" cy="4487157"/>
          </a:xfrm>
          <a:solidFill>
            <a:schemeClr val="tx2"/>
          </a:solidFill>
        </p:spPr>
        <p:txBody>
          <a:bodyPr lIns="365760" tIns="182880" rIns="365760" bIns="182880" anchor="ctr" anchorCtr="0"/>
          <a:lstStyle>
            <a:lvl1pPr algn="ctr">
              <a:lnSpc>
                <a:spcPct val="130000"/>
              </a:lnSpc>
              <a:spcAft>
                <a:spcPts val="600"/>
              </a:spcAft>
              <a:defRPr sz="2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600"/>
              </a:spcAft>
              <a:defRPr sz="14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buNone/>
              <a:defRPr/>
            </a:lvl4pPr>
            <a:lvl5pPr algn="ctr">
              <a:defRPr/>
            </a:lvl5pPr>
          </a:lstStyle>
          <a:p>
            <a:pPr lvl="0"/>
            <a:r>
              <a:rPr lang="en-US" dirty="0"/>
              <a:t>Lorem ipsum dolor sit </a:t>
            </a:r>
            <a:r>
              <a:rPr lang="en-US" dirty="0" err="1"/>
              <a:t>amet</a:t>
            </a:r>
            <a:endParaRPr lang="en-US" dirty="0"/>
          </a:p>
          <a:p>
            <a:pPr lvl="1"/>
            <a:r>
              <a:rPr lang="en-US" dirty="0"/>
              <a:t>Lorem ipsum dolor sit </a:t>
            </a:r>
            <a:r>
              <a:rPr lang="en-US" dirty="0" err="1"/>
              <a:t>amet</a:t>
            </a:r>
            <a:endParaRPr lang="en-US" dirty="0"/>
          </a:p>
        </p:txBody>
      </p:sp>
      <p:sp>
        <p:nvSpPr>
          <p:cNvPr id="10" name="Picture Placeholder 1">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1524000"/>
            <a:ext cx="4123702" cy="2131470"/>
          </a:xfrm>
          <a:solidFill>
            <a:schemeClr val="accent6"/>
          </a:solidFill>
        </p:spPr>
        <p:txBody>
          <a:bodyPr tIns="0" anchor="ctr" anchorCtr="0"/>
          <a:lstStyle>
            <a:lvl1pPr algn="ctr">
              <a:defRPr sz="1400"/>
            </a:lvl1pPr>
          </a:lstStyle>
          <a:p>
            <a:r>
              <a:rPr lang="en-US"/>
              <a:t>Picture</a:t>
            </a:r>
          </a:p>
        </p:txBody>
      </p:sp>
      <p:sp>
        <p:nvSpPr>
          <p:cNvPr id="14" name="Picture Placeholder 2">
            <a:extLst>
              <a:ext uri="{FF2B5EF4-FFF2-40B4-BE49-F238E27FC236}">
                <a16:creationId xmlns:a16="http://schemas.microsoft.com/office/drawing/2014/main" id="{792DBAB5-2B8B-A041-BE35-8202BE33F4F1}"/>
              </a:ext>
            </a:extLst>
          </p:cNvPr>
          <p:cNvSpPr>
            <a:spLocks noGrp="1"/>
          </p:cNvSpPr>
          <p:nvPr>
            <p:ph type="pic" sz="quarter" idx="17" hasCustomPrompt="1"/>
          </p:nvPr>
        </p:nvSpPr>
        <p:spPr>
          <a:xfrm>
            <a:off x="4381501" y="1524000"/>
            <a:ext cx="3412716" cy="2131470"/>
          </a:xfrm>
          <a:solidFill>
            <a:schemeClr val="accent6"/>
          </a:solidFill>
        </p:spPr>
        <p:txBody>
          <a:bodyPr tIns="0" anchor="ctr" anchorCtr="0"/>
          <a:lstStyle>
            <a:lvl1pPr algn="ctr">
              <a:defRPr sz="1400"/>
            </a:lvl1pPr>
          </a:lstStyle>
          <a:p>
            <a:r>
              <a:rPr lang="en-US"/>
              <a:t>Picture</a:t>
            </a:r>
          </a:p>
        </p:txBody>
      </p:sp>
      <p:sp>
        <p:nvSpPr>
          <p:cNvPr id="15" name="Picture Placeholder 3">
            <a:extLst>
              <a:ext uri="{FF2B5EF4-FFF2-40B4-BE49-F238E27FC236}">
                <a16:creationId xmlns:a16="http://schemas.microsoft.com/office/drawing/2014/main" id="{2A0E579D-5009-D642-AFF8-3C334B7FCF50}"/>
              </a:ext>
            </a:extLst>
          </p:cNvPr>
          <p:cNvSpPr>
            <a:spLocks noGrp="1"/>
          </p:cNvSpPr>
          <p:nvPr>
            <p:ph type="pic" sz="quarter" idx="18" hasCustomPrompt="1"/>
          </p:nvPr>
        </p:nvSpPr>
        <p:spPr>
          <a:xfrm>
            <a:off x="1" y="3914803"/>
            <a:ext cx="4114800" cy="2096354"/>
          </a:xfrm>
          <a:solidFill>
            <a:schemeClr val="accent6"/>
          </a:solidFill>
        </p:spPr>
        <p:txBody>
          <a:bodyPr tIns="0" anchor="ctr" anchorCtr="0"/>
          <a:lstStyle>
            <a:lvl1pPr algn="ctr">
              <a:defRPr sz="1400"/>
            </a:lvl1pPr>
          </a:lstStyle>
          <a:p>
            <a:r>
              <a:rPr lang="en-US"/>
              <a:t>Picture</a:t>
            </a:r>
          </a:p>
        </p:txBody>
      </p:sp>
      <p:sp>
        <p:nvSpPr>
          <p:cNvPr id="13" name="Picture Placeholder 4">
            <a:extLst>
              <a:ext uri="{FF2B5EF4-FFF2-40B4-BE49-F238E27FC236}">
                <a16:creationId xmlns:a16="http://schemas.microsoft.com/office/drawing/2014/main" id="{E37DE572-79EA-1A4A-8310-DCC09938058E}"/>
              </a:ext>
            </a:extLst>
          </p:cNvPr>
          <p:cNvSpPr>
            <a:spLocks noGrp="1"/>
          </p:cNvSpPr>
          <p:nvPr>
            <p:ph type="pic" sz="quarter" idx="16" hasCustomPrompt="1"/>
          </p:nvPr>
        </p:nvSpPr>
        <p:spPr>
          <a:xfrm>
            <a:off x="4381502" y="3914803"/>
            <a:ext cx="3412716" cy="2096354"/>
          </a:xfrm>
          <a:solidFill>
            <a:schemeClr val="accent6"/>
          </a:solidFill>
        </p:spPr>
        <p:txBody>
          <a:bodyPr tIns="0" anchor="ctr" anchorCtr="0"/>
          <a:lstStyle>
            <a:lvl1pPr algn="ctr">
              <a:defRPr sz="1400"/>
            </a:lvl1pPr>
          </a:lstStyle>
          <a:p>
            <a:r>
              <a:rPr lang="en-US"/>
              <a:t>Picture</a:t>
            </a:r>
          </a:p>
        </p:txBody>
      </p:sp>
      <p:sp>
        <p:nvSpPr>
          <p:cNvPr id="2" name="Footer Placeholder">
            <a:extLst>
              <a:ext uri="{FF2B5EF4-FFF2-40B4-BE49-F238E27FC236}">
                <a16:creationId xmlns:a16="http://schemas.microsoft.com/office/drawing/2014/main" id="{8283AD65-8E8B-B944-B54F-12BEC3E165EA}"/>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E76BACBC-5329-B846-88F2-D9F7D62FB651}"/>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5710580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mp; Body w. Image &amp; Gradient Overlay">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51D4D0E4-B6F1-9649-AC34-5B323E04FFA3}"/>
              </a:ext>
            </a:extLst>
          </p:cNvPr>
          <p:cNvSpPr>
            <a:spLocks noGrp="1"/>
          </p:cNvSpPr>
          <p:nvPr>
            <p:ph type="pic" sz="quarter" idx="12"/>
          </p:nvPr>
        </p:nvSpPr>
        <p:spPr>
          <a:xfrm>
            <a:off x="0" y="0"/>
            <a:ext cx="12192000" cy="6858000"/>
          </a:xfrm>
        </p:spPr>
        <p:txBody>
          <a:bodyPr anchor="ctr" anchorCtr="0"/>
          <a:lstStyle>
            <a:lvl1pPr algn="ctr">
              <a:defRPr sz="1400">
                <a:solidFill>
                  <a:schemeClr val="tx1"/>
                </a:solidFill>
              </a:defRPr>
            </a:lvl1pPr>
          </a:lstStyle>
          <a:p>
            <a:endParaRPr lang="en-US"/>
          </a:p>
        </p:txBody>
      </p:sp>
      <p:sp>
        <p:nvSpPr>
          <p:cNvPr id="11" name="Text Placeholder / Gradient Overlay">
            <a:extLst>
              <a:ext uri="{FF2B5EF4-FFF2-40B4-BE49-F238E27FC236}">
                <a16:creationId xmlns:a16="http://schemas.microsoft.com/office/drawing/2014/main" id="{337787D7-8C5C-A045-96C8-5EA107936AA2}"/>
              </a:ext>
            </a:extLst>
          </p:cNvPr>
          <p:cNvSpPr>
            <a:spLocks noGrp="1"/>
          </p:cNvSpPr>
          <p:nvPr>
            <p:ph type="body" sz="quarter" idx="20" hasCustomPrompt="1"/>
          </p:nvPr>
        </p:nvSpPr>
        <p:spPr>
          <a:xfrm>
            <a:off x="0" y="0"/>
            <a:ext cx="12192000" cy="6858000"/>
          </a:xfrm>
          <a:prstGeom prst="rect">
            <a:avLst/>
          </a:prstGeom>
          <a:gradFill>
            <a:gsLst>
              <a:gs pos="0">
                <a:schemeClr val="tx2"/>
              </a:gs>
              <a:gs pos="33000">
                <a:schemeClr val="accent1">
                  <a:lumMod val="100000"/>
                  <a:alpha val="80000"/>
                </a:schemeClr>
              </a:gs>
              <a:gs pos="99000">
                <a:schemeClr val="bg2"/>
              </a:gs>
            </a:gsLst>
            <a:lin ang="3000000" scaled="0"/>
          </a:gradFill>
        </p:spPr>
        <p:txBody>
          <a:bodyPr wrap="square" lIns="576072" tIns="594360" rIns="2286000" anchor="t" anchorCtr="0">
            <a:noAutofit/>
          </a:bodyPr>
          <a:lstStyle>
            <a:lvl1pPr>
              <a:lnSpc>
                <a:spcPct val="110000"/>
              </a:lnSpc>
              <a:spcAft>
                <a:spcPts val="2400"/>
              </a:spcAft>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Bef>
                <a:spcPts val="300"/>
              </a:spcBef>
              <a:spcAft>
                <a:spcPts val="1200"/>
              </a:spcAft>
              <a:defRPr sz="2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buFont typeface="Arial" panose="020B0604020202020204" pitchFamily="34" charset="0"/>
              <a:buNone/>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0" indent="0">
              <a:buFont typeface="Arial" panose="020B0604020202020204" pitchFamily="34" charset="0"/>
              <a:buNone/>
              <a:tabLst/>
              <a:defRPr lang="en-US" sz="1600" b="0" i="0" kern="1200" dirty="0" smtClean="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kern="1200" dirty="0" smtClean="0">
                <a:solidFill>
                  <a:schemeClr val="bg1"/>
                </a:solidFill>
                <a:latin typeface="+mn-lt"/>
                <a:ea typeface="+mn-ea"/>
                <a:cs typeface="+mn-cs"/>
              </a:defRPr>
            </a:lvl5pPr>
            <a:lvl6pPr>
              <a:defRPr lang="en-US" sz="1400" kern="1200" dirty="0">
                <a:solidFill>
                  <a:schemeClr val="bg1"/>
                </a:solidFill>
                <a:latin typeface="+mn-lt"/>
                <a:ea typeface="+mn-ea"/>
                <a:cs typeface="+mn-cs"/>
              </a:defRPr>
            </a:lvl6pPr>
          </a:lstStyle>
          <a:p>
            <a:pPr lvl="0"/>
            <a:r>
              <a:rPr lang="en-US" dirty="0"/>
              <a:t>Slide title goes here</a:t>
            </a:r>
          </a:p>
          <a:p>
            <a:pPr lvl="1"/>
            <a:r>
              <a:rPr lang="en-US" dirty="0"/>
              <a:t>Subheading goes here </a:t>
            </a:r>
          </a:p>
          <a:p>
            <a:pPr lvl="2"/>
            <a:r>
              <a:rPr lang="en-US" dirty="0"/>
              <a:t>Second level </a:t>
            </a:r>
          </a:p>
          <a:p>
            <a:pPr lvl="3"/>
            <a:r>
              <a:rPr lang="en-US" dirty="0"/>
              <a:t>Third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Fourth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Fifth level</a:t>
            </a:r>
          </a:p>
          <a:p>
            <a:pPr marL="658368" lvl="5" indent="-219456" algn="l" defTabSz="914400" rtl="0" eaLnBrk="1" latinLnBrk="0" hangingPunct="1">
              <a:lnSpc>
                <a:spcPct val="130000"/>
              </a:lnSpc>
              <a:spcBef>
                <a:spcPts val="0"/>
              </a:spcBef>
              <a:spcAft>
                <a:spcPts val="600"/>
              </a:spcAft>
              <a:buFont typeface="System Font Regular"/>
              <a:buChar char="&gt;"/>
              <a:tabLst/>
            </a:pPr>
            <a:r>
              <a:rPr lang="en-US" dirty="0"/>
              <a:t>Sixth level</a:t>
            </a:r>
          </a:p>
        </p:txBody>
      </p:sp>
      <p:sp>
        <p:nvSpPr>
          <p:cNvPr id="2" name="Footer Placeholder">
            <a:extLst>
              <a:ext uri="{FF2B5EF4-FFF2-40B4-BE49-F238E27FC236}">
                <a16:creationId xmlns:a16="http://schemas.microsoft.com/office/drawing/2014/main" id="{F71CA3AC-B231-8349-8916-82C671365ECE}"/>
              </a:ext>
            </a:extLst>
          </p:cNvPr>
          <p:cNvSpPr>
            <a:spLocks noGrp="1"/>
          </p:cNvSpPr>
          <p:nvPr>
            <p:ph type="ftr" sz="quarter" idx="21"/>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104CCE7F-659C-5341-AAC6-2AE0B93A39B0}"/>
              </a:ext>
            </a:extLst>
          </p:cNvPr>
          <p:cNvSpPr>
            <a:spLocks noGrp="1"/>
          </p:cNvSpPr>
          <p:nvPr>
            <p:ph type="sldNum" sz="quarter" idx="22"/>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650332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tatement / Quote (left) (white)">
    <p:bg>
      <p:bgPr>
        <a:solidFill>
          <a:schemeClr val="bg1"/>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461562C-BF1D-E744-9310-53183FF98A04}"/>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5">
            <a:extLst>
              <a:ext uri="{FF2B5EF4-FFF2-40B4-BE49-F238E27FC236}">
                <a16:creationId xmlns:a16="http://schemas.microsoft.com/office/drawing/2014/main" id="{537E01D2-E4B4-8C48-AA96-59A1525026D4}"/>
              </a:ext>
            </a:extLst>
          </p:cNvPr>
          <p:cNvSpPr>
            <a:spLocks noGrp="1"/>
          </p:cNvSpPr>
          <p:nvPr>
            <p:ph type="sldNum" sz="quarter" idx="14"/>
          </p:nvPr>
        </p:nvSpPr>
        <p:spPr/>
        <p:txBody>
          <a:bodyPr/>
          <a:lstStyle/>
          <a:p>
            <a:fld id="{64B53FD8-04EE-4F67-B5CA-77D45BC12F90}" type="slidenum">
              <a:rPr lang="en-US" smtClean="0"/>
              <a:pPr/>
              <a:t>‹#›</a:t>
            </a:fld>
            <a:endParaRPr lang="en-US" sz="800"/>
          </a:p>
        </p:txBody>
      </p:sp>
      <p:sp>
        <p:nvSpPr>
          <p:cNvPr id="7" name="Text Placeholder">
            <a:extLst>
              <a:ext uri="{FF2B5EF4-FFF2-40B4-BE49-F238E27FC236}">
                <a16:creationId xmlns:a16="http://schemas.microsoft.com/office/drawing/2014/main" id="{F06ABA4A-B5DA-3048-923A-40BD39761DD3}"/>
              </a:ext>
            </a:extLst>
          </p:cNvPr>
          <p:cNvSpPr>
            <a:spLocks noGrp="1"/>
          </p:cNvSpPr>
          <p:nvPr>
            <p:ph type="body" sz="quarter" idx="12" hasCustomPrompt="1"/>
          </p:nvPr>
        </p:nvSpPr>
        <p:spPr>
          <a:xfrm>
            <a:off x="579383" y="1539766"/>
            <a:ext cx="9182100" cy="4495800"/>
          </a:xfrm>
        </p:spPr>
        <p:txBody>
          <a:bodyPr/>
          <a:lstStyle>
            <a:lvl1pPr>
              <a:lnSpc>
                <a:spcPct val="130000"/>
              </a:lnSpc>
              <a:spcAft>
                <a:spcPts val="12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spcAft>
                <a:spcPts val="600"/>
              </a:spcAft>
              <a:defRPr sz="1600">
                <a:solidFill>
                  <a:schemeClr val="tx1"/>
                </a:solidFill>
              </a:defRPr>
            </a:lvl3pPr>
            <a:lvl4pPr>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Tree>
    <p:extLst>
      <p:ext uri="{BB962C8B-B14F-4D97-AF65-F5344CB8AC3E}">
        <p14:creationId xmlns:p14="http://schemas.microsoft.com/office/powerpoint/2010/main" val="28116336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tatement / Quote (left) (purpl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B50D398-6236-AD4F-A78A-67D945C6C0A4}"/>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6">
            <a:extLst>
              <a:ext uri="{FF2B5EF4-FFF2-40B4-BE49-F238E27FC236}">
                <a16:creationId xmlns:a16="http://schemas.microsoft.com/office/drawing/2014/main" id="{2AE3F859-5B4F-1C4D-ABB9-6C1E1D414B95}"/>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
        <p:nvSpPr>
          <p:cNvPr id="5" name="Text Placeholder">
            <a:extLst>
              <a:ext uri="{FF2B5EF4-FFF2-40B4-BE49-F238E27FC236}">
                <a16:creationId xmlns:a16="http://schemas.microsoft.com/office/drawing/2014/main" id="{C38A7963-ACA8-D547-845C-9338174CF823}"/>
              </a:ext>
            </a:extLst>
          </p:cNvPr>
          <p:cNvSpPr>
            <a:spLocks noGrp="1"/>
          </p:cNvSpPr>
          <p:nvPr>
            <p:ph type="body" sz="quarter" idx="12" hasCustomPrompt="1"/>
          </p:nvPr>
        </p:nvSpPr>
        <p:spPr>
          <a:xfrm>
            <a:off x="579383" y="1539766"/>
            <a:ext cx="9182100" cy="4495800"/>
          </a:xfrm>
        </p:spPr>
        <p:txBody>
          <a:bodyPr/>
          <a:lstStyle>
            <a:lvl1pPr>
              <a:lnSpc>
                <a:spcPct val="130000"/>
              </a:lnSpc>
              <a:spcAft>
                <a:spcPts val="1200"/>
              </a:spcAft>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spcAft>
                <a:spcPts val="600"/>
              </a:spcAft>
              <a:defRPr sz="1600">
                <a:solidFill>
                  <a:schemeClr val="bg1"/>
                </a:solidFill>
              </a:defRPr>
            </a:lvl3pPr>
            <a:lvl4pPr>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Tree>
    <p:extLst>
      <p:ext uri="{BB962C8B-B14F-4D97-AF65-F5344CB8AC3E}">
        <p14:creationId xmlns:p14="http://schemas.microsoft.com/office/powerpoint/2010/main" val="191864319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Statement / Quote Image Overlay (gradient)">
    <p:bg>
      <p:bgPr>
        <a:gradFill flip="none" rotWithShape="1">
          <a:gsLst>
            <a:gs pos="0">
              <a:schemeClr val="tx2"/>
            </a:gs>
            <a:gs pos="33000">
              <a:schemeClr val="accent1">
                <a:lumMod val="91000"/>
                <a:lumOff val="9000"/>
              </a:schemeClr>
            </a:gs>
            <a:gs pos="100000">
              <a:schemeClr val="bg2"/>
            </a:gs>
          </a:gsLst>
          <a:lin ang="0" scaled="1"/>
          <a:tileRect/>
        </a:gradFill>
        <a:effectLst/>
      </p:bgPr>
    </p:bg>
    <p:spTree>
      <p:nvGrpSpPr>
        <p:cNvPr id="1" name=""/>
        <p:cNvGrpSpPr/>
        <p:nvPr/>
      </p:nvGrpSpPr>
      <p:grpSpPr>
        <a:xfrm>
          <a:off x="0" y="0"/>
          <a:ext cx="0" cy="0"/>
          <a:chOff x="0" y="0"/>
          <a:chExt cx="0" cy="0"/>
        </a:xfrm>
      </p:grpSpPr>
      <p:sp>
        <p:nvSpPr>
          <p:cNvPr id="7" name="Supporting Image Background">
            <a:extLst>
              <a:ext uri="{FF2B5EF4-FFF2-40B4-BE49-F238E27FC236}">
                <a16:creationId xmlns:a16="http://schemas.microsoft.com/office/drawing/2014/main" id="{6B45BEA5-60AD-B346-A4FB-0BCE7442C7A5}"/>
              </a:ext>
            </a:extLst>
          </p:cNvPr>
          <p:cNvSpPr>
            <a:spLocks noGrp="1"/>
          </p:cNvSpPr>
          <p:nvPr>
            <p:ph type="pic" sz="quarter" idx="13"/>
          </p:nvPr>
        </p:nvSpPr>
        <p:spPr>
          <a:xfrm>
            <a:off x="0" y="0"/>
            <a:ext cx="12192000" cy="6858000"/>
          </a:xfrm>
          <a:gradFill>
            <a:gsLst>
              <a:gs pos="0">
                <a:schemeClr val="tx2"/>
              </a:gs>
              <a:gs pos="33000">
                <a:schemeClr val="accent1">
                  <a:lumMod val="91000"/>
                  <a:lumOff val="9000"/>
                  <a:alpha val="70000"/>
                </a:schemeClr>
              </a:gs>
              <a:gs pos="100000">
                <a:schemeClr val="bg2"/>
              </a:gs>
            </a:gsLst>
            <a:lin ang="0" scaled="1"/>
          </a:gradFill>
        </p:spPr>
        <p:txBody>
          <a:bodyPr/>
          <a:lstStyle/>
          <a:p>
            <a:endParaRPr lang="en-US"/>
          </a:p>
        </p:txBody>
      </p:sp>
      <p:sp>
        <p:nvSpPr>
          <p:cNvPr id="8" name="Text Placeholder / Gradient Color Block" title="Decorative Object ">
            <a:extLst>
              <a:ext uri="{FF2B5EF4-FFF2-40B4-BE49-F238E27FC236}">
                <a16:creationId xmlns:a16="http://schemas.microsoft.com/office/drawing/2014/main" id="{4C959EC3-A162-3F4C-BDDB-AFB1F40B6B83}"/>
              </a:ext>
            </a:extLst>
          </p:cNvPr>
          <p:cNvSpPr>
            <a:spLocks noGrp="1"/>
          </p:cNvSpPr>
          <p:nvPr>
            <p:ph type="body" sz="quarter" idx="21" hasCustomPrompt="1"/>
          </p:nvPr>
        </p:nvSpPr>
        <p:spPr>
          <a:xfrm>
            <a:off x="0" y="0"/>
            <a:ext cx="12192000" cy="6858000"/>
          </a:xfrm>
          <a:prstGeom prst="rect">
            <a:avLst/>
          </a:prstGeom>
          <a:gradFill flip="none" rotWithShape="1">
            <a:gsLst>
              <a:gs pos="0">
                <a:schemeClr val="tx2"/>
              </a:gs>
              <a:gs pos="33000">
                <a:schemeClr val="accent1">
                  <a:lumMod val="100000"/>
                  <a:alpha val="90000"/>
                </a:schemeClr>
              </a:gs>
              <a:gs pos="100000">
                <a:schemeClr val="bg2"/>
              </a:gs>
            </a:gsLst>
            <a:lin ang="3000000" scaled="0"/>
            <a:tileRect/>
          </a:gradFill>
        </p:spPr>
        <p:txBody>
          <a:bodyPr lIns="585216" tIns="1554480" rIns="2011680" bIns="914400" anchor="t" anchorCtr="0"/>
          <a:lstStyle>
            <a:lvl1pPr algn="l">
              <a:lnSpc>
                <a:spcPct val="130000"/>
              </a:lnSpc>
              <a:spcAft>
                <a:spcPts val="1200"/>
              </a:spcAft>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lnSpc>
                <a:spcPct val="130000"/>
              </a:lnSpc>
              <a:spcAft>
                <a:spcPts val="60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l">
              <a:lnSpc>
                <a:spcPct val="130000"/>
              </a:lnSpc>
              <a:spcAft>
                <a:spcPts val="600"/>
              </a:spcAft>
              <a:defRPr>
                <a:solidFill>
                  <a:schemeClr val="bg1"/>
                </a:solidFill>
              </a:defRPr>
            </a:lvl3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0B8174C0-5A79-734A-8565-245FF30CEFFA}"/>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4">
            <a:extLst>
              <a:ext uri="{FF2B5EF4-FFF2-40B4-BE49-F238E27FC236}">
                <a16:creationId xmlns:a16="http://schemas.microsoft.com/office/drawing/2014/main" id="{44F29316-25A0-9B48-B065-7772002E9B46}"/>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98487349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tatement / Quote (centered) (white)">
    <p:bg>
      <p:bgPr>
        <a:solidFill>
          <a:schemeClr val="bg1"/>
        </a:solidFill>
        <a:effectLst/>
      </p:bgPr>
    </p:bg>
    <p:spTree>
      <p:nvGrpSpPr>
        <p:cNvPr id="1" name=""/>
        <p:cNvGrpSpPr/>
        <p:nvPr/>
      </p:nvGrpSpPr>
      <p:grpSpPr>
        <a:xfrm>
          <a:off x="0" y="0"/>
          <a:ext cx="0" cy="0"/>
          <a:chOff x="0" y="0"/>
          <a:chExt cx="0" cy="0"/>
        </a:xfrm>
      </p:grpSpPr>
      <p:sp>
        <p:nvSpPr>
          <p:cNvPr id="5" name="Text Placeholder ">
            <a:extLst>
              <a:ext uri="{FF2B5EF4-FFF2-40B4-BE49-F238E27FC236}">
                <a16:creationId xmlns:a16="http://schemas.microsoft.com/office/drawing/2014/main" id="{EDD60654-1BFF-FF42-9FF2-0F0FECD77462}"/>
              </a:ext>
            </a:extLst>
          </p:cNvPr>
          <p:cNvSpPr>
            <a:spLocks noGrp="1"/>
          </p:cNvSpPr>
          <p:nvPr>
            <p:ph type="body" sz="quarter" idx="12" hasCustomPrompt="1"/>
          </p:nvPr>
        </p:nvSpPr>
        <p:spPr>
          <a:xfrm>
            <a:off x="1504950" y="1464527"/>
            <a:ext cx="9182100" cy="3928946"/>
          </a:xfrm>
        </p:spPr>
        <p:txBody>
          <a:bodyPr anchor="ctr" anchorCtr="0"/>
          <a:lstStyle>
            <a:lvl1pPr algn="ctr">
              <a:lnSpc>
                <a:spcPct val="130000"/>
              </a:lnSpc>
              <a:spcAft>
                <a:spcPts val="12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lnSpc>
                <a:spcPct val="130000"/>
              </a:lnSpc>
              <a:spcAft>
                <a:spcPts val="600"/>
              </a:spcAft>
              <a:defRPr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lnSpc>
                <a:spcPct val="130000"/>
              </a:lnSpc>
              <a:spcAft>
                <a:spcPts val="600"/>
              </a:spcAft>
              <a:defRPr sz="1600">
                <a:solidFill>
                  <a:schemeClr val="tx1"/>
                </a:solidFill>
              </a:defRPr>
            </a:lvl3pPr>
            <a:lvl4pPr>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1E20DDFA-013C-BD42-B6B3-8063FFE5228C}"/>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5">
            <a:extLst>
              <a:ext uri="{FF2B5EF4-FFF2-40B4-BE49-F238E27FC236}">
                <a16:creationId xmlns:a16="http://schemas.microsoft.com/office/drawing/2014/main" id="{757DD5A1-E55B-6444-9962-2E4E3ED338F8}"/>
              </a:ext>
            </a:extLst>
          </p:cNvPr>
          <p:cNvSpPr>
            <a:spLocks noGrp="1"/>
          </p:cNvSpPr>
          <p:nvPr>
            <p:ph type="sldNum" sz="quarter" idx="1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9526478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tatement / Quote (centered) (purple)">
    <p:bg>
      <p:bgPr>
        <a:solidFill>
          <a:schemeClr val="tx2"/>
        </a:solidFill>
        <a:effectLst/>
      </p:bgPr>
    </p:bg>
    <p:spTree>
      <p:nvGrpSpPr>
        <p:cNvPr id="1" name=""/>
        <p:cNvGrpSpPr/>
        <p:nvPr/>
      </p:nvGrpSpPr>
      <p:grpSpPr>
        <a:xfrm>
          <a:off x="0" y="0"/>
          <a:ext cx="0" cy="0"/>
          <a:chOff x="0" y="0"/>
          <a:chExt cx="0" cy="0"/>
        </a:xfrm>
      </p:grpSpPr>
      <p:sp>
        <p:nvSpPr>
          <p:cNvPr id="6" name="Text Placeholder ">
            <a:extLst>
              <a:ext uri="{FF2B5EF4-FFF2-40B4-BE49-F238E27FC236}">
                <a16:creationId xmlns:a16="http://schemas.microsoft.com/office/drawing/2014/main" id="{500E6F91-6549-9644-A131-C7AA40AD718F}"/>
              </a:ext>
            </a:extLst>
          </p:cNvPr>
          <p:cNvSpPr>
            <a:spLocks noGrp="1"/>
          </p:cNvSpPr>
          <p:nvPr>
            <p:ph type="body" sz="quarter" idx="12" hasCustomPrompt="1"/>
          </p:nvPr>
        </p:nvSpPr>
        <p:spPr>
          <a:xfrm>
            <a:off x="1504950" y="1464527"/>
            <a:ext cx="9182100" cy="3928946"/>
          </a:xfrm>
        </p:spPr>
        <p:txBody>
          <a:bodyPr vert="horz" lIns="0" tIns="0" rIns="0" bIns="0" rtlCol="0" anchor="ctr" anchorCtr="0">
            <a:noAutofit/>
          </a:bodyPr>
          <a:lstStyle>
            <a:lvl1pPr algn="ctr">
              <a:lnSpc>
                <a:spcPct val="130000"/>
              </a:lnSpc>
              <a:spcAft>
                <a:spcPts val="1200"/>
              </a:spcAft>
              <a:defRPr lang="en-US" sz="3800" dirty="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lnSpc>
                <a:spcPct val="130000"/>
              </a:lnSpc>
              <a:spcAft>
                <a:spcPts val="600"/>
              </a:spcAft>
              <a:defRPr lang="en-US" b="0" dirty="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lnSpc>
                <a:spcPct val="130000"/>
              </a:lnSpc>
              <a:spcAft>
                <a:spcPts val="600"/>
              </a:spcAft>
              <a:defRPr lang="en-US" dirty="0">
                <a:solidFill>
                  <a:schemeClr val="bg1"/>
                </a:solidFill>
              </a:defRPr>
            </a:lvl3pPr>
            <a:lvl4pPr>
              <a:defRPr>
                <a:solidFill>
                  <a:schemeClr val="bg1"/>
                </a:solidFill>
              </a:defRPr>
            </a:lvl4pPr>
            <a:lvl5pPr>
              <a:defRPr>
                <a:solidFill>
                  <a:schemeClr val="bg1"/>
                </a:solidFill>
              </a:defRPr>
            </a:lvl5pPr>
          </a:lstStyle>
          <a:p>
            <a:pPr lvl="0" algn="ctr">
              <a:spcAft>
                <a:spcPts val="600"/>
              </a:spcAft>
            </a:pPr>
            <a:r>
              <a:rPr lang="en-US" dirty="0"/>
              <a:t>Quote or statement goes here</a:t>
            </a:r>
          </a:p>
          <a:p>
            <a:pPr lvl="1" algn="ctr">
              <a:spcAft>
                <a:spcPts val="600"/>
              </a:spcAft>
            </a:pPr>
            <a:r>
              <a:rPr lang="en-US" dirty="0"/>
              <a:t>Quote attribution or subheading option one</a:t>
            </a:r>
          </a:p>
          <a:p>
            <a:pPr lvl="2" algn="ctr"/>
            <a:r>
              <a:rPr lang="en-US" dirty="0"/>
              <a:t>Quote attribution or subheading option two</a:t>
            </a:r>
          </a:p>
        </p:txBody>
      </p:sp>
      <p:sp>
        <p:nvSpPr>
          <p:cNvPr id="4" name="Footer Placeholder 3">
            <a:extLst>
              <a:ext uri="{FF2B5EF4-FFF2-40B4-BE49-F238E27FC236}">
                <a16:creationId xmlns:a16="http://schemas.microsoft.com/office/drawing/2014/main" id="{AC86638E-7686-CB4F-A20C-ED67609D2FA7}"/>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6">
            <a:extLst>
              <a:ext uri="{FF2B5EF4-FFF2-40B4-BE49-F238E27FC236}">
                <a16:creationId xmlns:a16="http://schemas.microsoft.com/office/drawing/2014/main" id="{830969BF-8C50-444D-9411-C9E8381C0720}"/>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31752998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tatement / Quote (centered) (gradient)">
    <p:bg>
      <p:bgPr>
        <a:gradFill flip="none" rotWithShape="1">
          <a:gsLst>
            <a:gs pos="0">
              <a:schemeClr val="tx2"/>
            </a:gs>
            <a:gs pos="33000">
              <a:schemeClr val="accent1">
                <a:lumMod val="91000"/>
                <a:lumOff val="9000"/>
              </a:schemeClr>
            </a:gs>
            <a:gs pos="100000">
              <a:schemeClr val="bg2"/>
            </a:gs>
          </a:gsLst>
          <a:lin ang="3000000" scaled="0"/>
          <a:tileRect/>
        </a:gradFill>
        <a:effectLst/>
      </p:bgPr>
    </p:bg>
    <p:spTree>
      <p:nvGrpSpPr>
        <p:cNvPr id="1" name=""/>
        <p:cNvGrpSpPr/>
        <p:nvPr/>
      </p:nvGrpSpPr>
      <p:grpSpPr>
        <a:xfrm>
          <a:off x="0" y="0"/>
          <a:ext cx="0" cy="0"/>
          <a:chOff x="0" y="0"/>
          <a:chExt cx="0" cy="0"/>
        </a:xfrm>
      </p:grpSpPr>
      <p:sp>
        <p:nvSpPr>
          <p:cNvPr id="5" name="Text Placeholder ">
            <a:extLst>
              <a:ext uri="{FF2B5EF4-FFF2-40B4-BE49-F238E27FC236}">
                <a16:creationId xmlns:a16="http://schemas.microsoft.com/office/drawing/2014/main" id="{9D33CF22-EED0-1D42-9BBB-F71F08C60770}"/>
              </a:ext>
            </a:extLst>
          </p:cNvPr>
          <p:cNvSpPr>
            <a:spLocks noGrp="1"/>
          </p:cNvSpPr>
          <p:nvPr>
            <p:ph type="body" sz="quarter" idx="12" hasCustomPrompt="1"/>
          </p:nvPr>
        </p:nvSpPr>
        <p:spPr>
          <a:xfrm>
            <a:off x="1504950" y="1464527"/>
            <a:ext cx="9182100" cy="3928946"/>
          </a:xfrm>
        </p:spPr>
        <p:txBody>
          <a:bodyPr anchor="ctr" anchorCtr="0"/>
          <a:lstStyle>
            <a:lvl1pPr algn="ctr">
              <a:lnSpc>
                <a:spcPct val="130000"/>
              </a:lnSpc>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60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Aft>
                <a:spcPts val="600"/>
              </a:spcAft>
              <a:defRPr sz="1600">
                <a:solidFill>
                  <a:schemeClr val="bg1"/>
                </a:solidFill>
              </a:defRPr>
            </a:lvl3pPr>
            <a:lvl4pPr>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6222A3BB-4097-F24C-8387-037C60E5B082}"/>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6" name="Slide Number Placeholder 5">
            <a:extLst>
              <a:ext uri="{FF2B5EF4-FFF2-40B4-BE49-F238E27FC236}">
                <a16:creationId xmlns:a16="http://schemas.microsoft.com/office/drawing/2014/main" id="{8308CD69-E813-A747-8028-D1DC4AD2CA13}"/>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400792323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Statement / Quote Image Overlay (centered) (gradient)">
    <p:bg>
      <p:bgPr>
        <a:solidFill>
          <a:schemeClr val="bg1"/>
        </a:solidFill>
        <a:effectLst/>
      </p:bgPr>
    </p:bg>
    <p:spTree>
      <p:nvGrpSpPr>
        <p:cNvPr id="1" name=""/>
        <p:cNvGrpSpPr/>
        <p:nvPr/>
      </p:nvGrpSpPr>
      <p:grpSpPr>
        <a:xfrm>
          <a:off x="0" y="0"/>
          <a:ext cx="0" cy="0"/>
          <a:chOff x="0" y="0"/>
          <a:chExt cx="0" cy="0"/>
        </a:xfrm>
      </p:grpSpPr>
      <p:sp>
        <p:nvSpPr>
          <p:cNvPr id="5" name="Supporting Image Background">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lvl1pPr>
          </a:lstStyle>
          <a:p>
            <a:endParaRPr lang="en-US"/>
          </a:p>
        </p:txBody>
      </p:sp>
      <p:sp>
        <p:nvSpPr>
          <p:cNvPr id="6" name="Quote / Statement Body Copy Placeholder">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0"/>
            <a:ext cx="12192000" cy="6858000"/>
          </a:xfrm>
          <a:prstGeom prst="rect">
            <a:avLst/>
          </a:prstGeom>
          <a:gradFill flip="none" rotWithShape="1">
            <a:gsLst>
              <a:gs pos="0">
                <a:schemeClr val="tx2"/>
              </a:gs>
              <a:gs pos="33000">
                <a:schemeClr val="accent1">
                  <a:lumMod val="100000"/>
                  <a:alpha val="90000"/>
                </a:schemeClr>
              </a:gs>
              <a:gs pos="100000">
                <a:schemeClr val="bg2"/>
              </a:gs>
            </a:gsLst>
            <a:lin ang="8100000" scaled="1"/>
            <a:tileRect/>
          </a:gradFill>
        </p:spPr>
        <p:txBody>
          <a:bodyPr wrap="square" lIns="1463040" tIns="914400" rIns="1463040" bIns="914400" anchor="ctr" anchorCtr="0">
            <a:noAutofit/>
          </a:bodyPr>
          <a:lstStyle>
            <a:lvl1pPr algn="ctr">
              <a:spcBef>
                <a:spcPts val="0"/>
              </a:spcBef>
              <a:spcAft>
                <a:spcPts val="1200"/>
              </a:spcAft>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7D178E36-63E9-6343-B63E-A95381960E09}"/>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6">
            <a:extLst>
              <a:ext uri="{FF2B5EF4-FFF2-40B4-BE49-F238E27FC236}">
                <a16:creationId xmlns:a16="http://schemas.microsoft.com/office/drawing/2014/main" id="{2D6DB303-6A34-144C-9731-EA1F282122D8}"/>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82620095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Statement / Quote X-Swipe (purple)">
    <p:spTree>
      <p:nvGrpSpPr>
        <p:cNvPr id="1" name=""/>
        <p:cNvGrpSpPr/>
        <p:nvPr/>
      </p:nvGrpSpPr>
      <p:grpSpPr>
        <a:xfrm>
          <a:off x="0" y="0"/>
          <a:ext cx="0" cy="0"/>
          <a:chOff x="0" y="0"/>
          <a:chExt cx="0" cy="0"/>
        </a:xfrm>
      </p:grpSpPr>
      <p:sp>
        <p:nvSpPr>
          <p:cNvPr id="6" name="Quote / Statement Body Copy Placeholder">
            <a:extLst>
              <a:ext uri="{FF2B5EF4-FFF2-40B4-BE49-F238E27FC236}">
                <a16:creationId xmlns:a16="http://schemas.microsoft.com/office/drawing/2014/main" id="{8D2A1B03-F901-144F-898F-79FF6152FE12}"/>
              </a:ext>
            </a:extLst>
          </p:cNvPr>
          <p:cNvSpPr>
            <a:spLocks noGrp="1"/>
          </p:cNvSpPr>
          <p:nvPr>
            <p:ph type="body" sz="quarter" idx="23" hasCustomPrompt="1"/>
          </p:nvPr>
        </p:nvSpPr>
        <p:spPr>
          <a:xfrm flipH="1">
            <a:off x="0" y="0"/>
            <a:ext cx="12192000" cy="6858000"/>
          </a:xfrm>
          <a:custGeom>
            <a:avLst/>
            <a:gdLst>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6858000 h 6858000"/>
              <a:gd name="connsiteX4" fmla="*/ 3049 w 12192000"/>
              <a:gd name="connsiteY4" fmla="*/ 2828612 h 6858000"/>
              <a:gd name="connsiteX5" fmla="*/ 3626723 w 12192000"/>
              <a:gd name="connsiteY5" fmla="*/ 6858000 h 6858000"/>
              <a:gd name="connsiteX6" fmla="*/ 12192000 w 12192000"/>
              <a:gd name="connsiteY6" fmla="*/ 6858000 h 6858000"/>
              <a:gd name="connsiteX7" fmla="*/ 12192000 w 12192000"/>
              <a:gd name="connsiteY7" fmla="*/ 40367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8553553" y="0"/>
                </a:moveTo>
                <a:lnTo>
                  <a:pt x="0" y="0"/>
                </a:lnTo>
                <a:lnTo>
                  <a:pt x="0" y="6858000"/>
                </a:lnTo>
                <a:lnTo>
                  <a:pt x="3049" y="6858000"/>
                </a:lnTo>
                <a:lnTo>
                  <a:pt x="3049" y="2828612"/>
                </a:lnTo>
                <a:lnTo>
                  <a:pt x="3626723" y="6858000"/>
                </a:lnTo>
                <a:lnTo>
                  <a:pt x="12192000" y="6858000"/>
                </a:lnTo>
                <a:lnTo>
                  <a:pt x="12192000" y="4036714"/>
                </a:lnTo>
                <a:close/>
              </a:path>
            </a:pathLst>
          </a:custGeom>
          <a:solidFill>
            <a:schemeClr val="tx2"/>
          </a:solidFill>
        </p:spPr>
        <p:txBody>
          <a:bodyPr wrap="square" lIns="2011680" tIns="548640" rIns="2011680" bIns="457200" anchor="ctr" anchorCtr="0">
            <a:noAutofit/>
          </a:bodyPr>
          <a:lstStyle>
            <a:lvl1pPr algn="ctr">
              <a:lnSpc>
                <a:spcPct val="130000"/>
              </a:lnSpc>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2" name="Footer Placeholder 1">
            <a:extLst>
              <a:ext uri="{FF2B5EF4-FFF2-40B4-BE49-F238E27FC236}">
                <a16:creationId xmlns:a16="http://schemas.microsoft.com/office/drawing/2014/main" id="{2156179F-812B-B74D-9E96-CD8E7351FA7D}"/>
              </a:ext>
            </a:extLst>
          </p:cNvPr>
          <p:cNvSpPr>
            <a:spLocks noGrp="1"/>
          </p:cNvSpPr>
          <p:nvPr>
            <p:ph type="ftr" sz="quarter" idx="24"/>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2">
            <a:extLst>
              <a:ext uri="{FF2B5EF4-FFF2-40B4-BE49-F238E27FC236}">
                <a16:creationId xmlns:a16="http://schemas.microsoft.com/office/drawing/2014/main" id="{847A18F5-C665-244C-A893-1D844FBDEC9C}"/>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82991558"/>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Quote / Statement X-Swipe (purple)">
    <p:spTree>
      <p:nvGrpSpPr>
        <p:cNvPr id="1" name=""/>
        <p:cNvGrpSpPr/>
        <p:nvPr/>
      </p:nvGrpSpPr>
      <p:grpSpPr>
        <a:xfrm>
          <a:off x="0" y="0"/>
          <a:ext cx="0" cy="0"/>
          <a:chOff x="0" y="0"/>
          <a:chExt cx="0" cy="0"/>
        </a:xfrm>
      </p:grpSpPr>
      <p:sp>
        <p:nvSpPr>
          <p:cNvPr id="6" name="Quote / Statement Body Copy Placeholder">
            <a:extLst>
              <a:ext uri="{FF2B5EF4-FFF2-40B4-BE49-F238E27FC236}">
                <a16:creationId xmlns:a16="http://schemas.microsoft.com/office/drawing/2014/main" id="{8D2A1B03-F901-144F-898F-79FF6152FE12}"/>
              </a:ext>
            </a:extLst>
          </p:cNvPr>
          <p:cNvSpPr>
            <a:spLocks noGrp="1"/>
          </p:cNvSpPr>
          <p:nvPr>
            <p:ph type="body" sz="quarter" idx="23" hasCustomPrompt="1"/>
          </p:nvPr>
        </p:nvSpPr>
        <p:spPr>
          <a:xfrm flipH="1">
            <a:off x="0" y="0"/>
            <a:ext cx="12192000" cy="6858000"/>
          </a:xfrm>
          <a:custGeom>
            <a:avLst/>
            <a:gdLst>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6858000 h 6858000"/>
              <a:gd name="connsiteX4" fmla="*/ 3049 w 12192000"/>
              <a:gd name="connsiteY4" fmla="*/ 2828612 h 6858000"/>
              <a:gd name="connsiteX5" fmla="*/ 3626723 w 12192000"/>
              <a:gd name="connsiteY5" fmla="*/ 6858000 h 6858000"/>
              <a:gd name="connsiteX6" fmla="*/ 12192000 w 12192000"/>
              <a:gd name="connsiteY6" fmla="*/ 6858000 h 6858000"/>
              <a:gd name="connsiteX7" fmla="*/ 12192000 w 12192000"/>
              <a:gd name="connsiteY7" fmla="*/ 4036714 h 6858000"/>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2828612 h 6858000"/>
              <a:gd name="connsiteX4" fmla="*/ 3626723 w 12192000"/>
              <a:gd name="connsiteY4" fmla="*/ 6858000 h 6858000"/>
              <a:gd name="connsiteX5" fmla="*/ 12192000 w 12192000"/>
              <a:gd name="connsiteY5" fmla="*/ 6858000 h 6858000"/>
              <a:gd name="connsiteX6" fmla="*/ 12192000 w 12192000"/>
              <a:gd name="connsiteY6" fmla="*/ 4036714 h 6858000"/>
              <a:gd name="connsiteX7" fmla="*/ 8553553 w 12192000"/>
              <a:gd name="connsiteY7" fmla="*/ 0 h 6858000"/>
              <a:gd name="connsiteX0" fmla="*/ 8553553 w 12192000"/>
              <a:gd name="connsiteY0" fmla="*/ 0 h 6858000"/>
              <a:gd name="connsiteX1" fmla="*/ 0 w 12192000"/>
              <a:gd name="connsiteY1" fmla="*/ 0 h 6858000"/>
              <a:gd name="connsiteX2" fmla="*/ 3049 w 12192000"/>
              <a:gd name="connsiteY2" fmla="*/ 2828612 h 6858000"/>
              <a:gd name="connsiteX3" fmla="*/ 3626723 w 12192000"/>
              <a:gd name="connsiteY3" fmla="*/ 6858000 h 6858000"/>
              <a:gd name="connsiteX4" fmla="*/ 12192000 w 12192000"/>
              <a:gd name="connsiteY4" fmla="*/ 6858000 h 6858000"/>
              <a:gd name="connsiteX5" fmla="*/ 12192000 w 12192000"/>
              <a:gd name="connsiteY5" fmla="*/ 4036714 h 6858000"/>
              <a:gd name="connsiteX6" fmla="*/ 8553553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8553553" y="0"/>
                </a:moveTo>
                <a:lnTo>
                  <a:pt x="0" y="0"/>
                </a:lnTo>
                <a:cubicBezTo>
                  <a:pt x="1016" y="942871"/>
                  <a:pt x="2033" y="1885741"/>
                  <a:pt x="3049" y="2828612"/>
                </a:cubicBezTo>
                <a:lnTo>
                  <a:pt x="3626723" y="6858000"/>
                </a:lnTo>
                <a:lnTo>
                  <a:pt x="12192000" y="6858000"/>
                </a:lnTo>
                <a:lnTo>
                  <a:pt x="12192000" y="4036714"/>
                </a:lnTo>
                <a:lnTo>
                  <a:pt x="8553553" y="0"/>
                </a:lnTo>
                <a:close/>
              </a:path>
            </a:pathLst>
          </a:custGeom>
          <a:solidFill>
            <a:schemeClr val="bg1"/>
          </a:solidFill>
          <a:ln>
            <a:noFill/>
          </a:ln>
        </p:spPr>
        <p:txBody>
          <a:bodyPr wrap="square" lIns="2011680" tIns="914400" rIns="2011680" bIns="914400" anchor="ctr" anchorCtr="0">
            <a:noAutofit/>
          </a:bodyPr>
          <a:lstStyle>
            <a:lvl1pPr algn="ctr">
              <a:lnSpc>
                <a:spcPct val="130000"/>
              </a:lnSpc>
              <a:defRPr sz="3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 </a:t>
            </a:r>
          </a:p>
          <a:p>
            <a:pPr lvl="1"/>
            <a:r>
              <a:rPr lang="en-US" dirty="0"/>
              <a:t>Quote attribution or subheading option one</a:t>
            </a:r>
          </a:p>
          <a:p>
            <a:pPr lvl="2"/>
            <a:r>
              <a:rPr lang="en-US" dirty="0"/>
              <a:t>Quote attribution or subheading option two</a:t>
            </a:r>
          </a:p>
        </p:txBody>
      </p:sp>
      <p:sp>
        <p:nvSpPr>
          <p:cNvPr id="7" name="Corner Overlays Purple">
            <a:extLst>
              <a:ext uri="{FF2B5EF4-FFF2-40B4-BE49-F238E27FC236}">
                <a16:creationId xmlns:a16="http://schemas.microsoft.com/office/drawing/2014/main" id="{4381A70D-17DF-2541-B80A-24296FCCEC72}"/>
              </a:ext>
            </a:extLst>
          </p:cNvPr>
          <p:cNvSpPr/>
          <p:nvPr userDrawn="1"/>
        </p:nvSpPr>
        <p:spPr>
          <a:xfrm>
            <a:off x="763" y="-428"/>
            <a:ext cx="12190475" cy="6858857"/>
          </a:xfrm>
          <a:custGeom>
            <a:avLst/>
            <a:gdLst>
              <a:gd name="connsiteX0" fmla="*/ 12188951 w 12188951"/>
              <a:gd name="connsiteY0" fmla="*/ 2828612 h 6858000"/>
              <a:gd name="connsiteX1" fmla="*/ 12188951 w 12188951"/>
              <a:gd name="connsiteY1" fmla="*/ 6858000 h 6858000"/>
              <a:gd name="connsiteX2" fmla="*/ 8565277 w 12188951"/>
              <a:gd name="connsiteY2" fmla="*/ 6858000 h 6858000"/>
              <a:gd name="connsiteX3" fmla="*/ 0 w 12188951"/>
              <a:gd name="connsiteY3" fmla="*/ 0 h 6858000"/>
              <a:gd name="connsiteX4" fmla="*/ 3638447 w 12188951"/>
              <a:gd name="connsiteY4" fmla="*/ 0 h 6858000"/>
              <a:gd name="connsiteX5" fmla="*/ 0 w 12188951"/>
              <a:gd name="connsiteY5" fmla="*/ 40367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1" h="6858000">
                <a:moveTo>
                  <a:pt x="12188951" y="2828612"/>
                </a:moveTo>
                <a:lnTo>
                  <a:pt x="12188951" y="6858000"/>
                </a:lnTo>
                <a:lnTo>
                  <a:pt x="8565277" y="6858000"/>
                </a:lnTo>
                <a:close/>
                <a:moveTo>
                  <a:pt x="0" y="0"/>
                </a:moveTo>
                <a:lnTo>
                  <a:pt x="3638447" y="0"/>
                </a:lnTo>
                <a:lnTo>
                  <a:pt x="0" y="4036714"/>
                </a:lnTo>
                <a:close/>
              </a:path>
            </a:pathLst>
          </a:cu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Footer Placeholder 1">
            <a:extLst>
              <a:ext uri="{FF2B5EF4-FFF2-40B4-BE49-F238E27FC236}">
                <a16:creationId xmlns:a16="http://schemas.microsoft.com/office/drawing/2014/main" id="{B882B3D4-6182-B542-AE98-2F63188C0461}"/>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2">
            <a:extLst>
              <a:ext uri="{FF2B5EF4-FFF2-40B4-BE49-F238E27FC236}">
                <a16:creationId xmlns:a16="http://schemas.microsoft.com/office/drawing/2014/main" id="{30B26995-E394-7A4D-8226-CE711DBCB99F}"/>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251174889"/>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Quote / Statement X-Swipe (gradient)">
    <p:spTree>
      <p:nvGrpSpPr>
        <p:cNvPr id="1" name=""/>
        <p:cNvGrpSpPr/>
        <p:nvPr/>
      </p:nvGrpSpPr>
      <p:grpSpPr>
        <a:xfrm>
          <a:off x="0" y="0"/>
          <a:ext cx="0" cy="0"/>
          <a:chOff x="0" y="0"/>
          <a:chExt cx="0" cy="0"/>
        </a:xfrm>
      </p:grpSpPr>
      <p:sp>
        <p:nvSpPr>
          <p:cNvPr id="6" name="Quote / Statement Body Copy Placeholder">
            <a:extLst>
              <a:ext uri="{FF2B5EF4-FFF2-40B4-BE49-F238E27FC236}">
                <a16:creationId xmlns:a16="http://schemas.microsoft.com/office/drawing/2014/main" id="{8D2A1B03-F901-144F-898F-79FF6152FE12}"/>
              </a:ext>
            </a:extLst>
          </p:cNvPr>
          <p:cNvSpPr>
            <a:spLocks noGrp="1"/>
          </p:cNvSpPr>
          <p:nvPr>
            <p:ph type="body" sz="quarter" idx="23" hasCustomPrompt="1"/>
          </p:nvPr>
        </p:nvSpPr>
        <p:spPr>
          <a:xfrm flipH="1">
            <a:off x="0" y="0"/>
            <a:ext cx="12192000" cy="6858000"/>
          </a:xfrm>
          <a:custGeom>
            <a:avLst/>
            <a:gdLst>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6858000 h 6858000"/>
              <a:gd name="connsiteX4" fmla="*/ 3049 w 12192000"/>
              <a:gd name="connsiteY4" fmla="*/ 2828612 h 6858000"/>
              <a:gd name="connsiteX5" fmla="*/ 3626723 w 12192000"/>
              <a:gd name="connsiteY5" fmla="*/ 6858000 h 6858000"/>
              <a:gd name="connsiteX6" fmla="*/ 12192000 w 12192000"/>
              <a:gd name="connsiteY6" fmla="*/ 6858000 h 6858000"/>
              <a:gd name="connsiteX7" fmla="*/ 12192000 w 12192000"/>
              <a:gd name="connsiteY7" fmla="*/ 4036714 h 6858000"/>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2828612 h 6858000"/>
              <a:gd name="connsiteX4" fmla="*/ 3626723 w 12192000"/>
              <a:gd name="connsiteY4" fmla="*/ 6858000 h 6858000"/>
              <a:gd name="connsiteX5" fmla="*/ 12192000 w 12192000"/>
              <a:gd name="connsiteY5" fmla="*/ 6858000 h 6858000"/>
              <a:gd name="connsiteX6" fmla="*/ 12192000 w 12192000"/>
              <a:gd name="connsiteY6" fmla="*/ 4036714 h 6858000"/>
              <a:gd name="connsiteX7" fmla="*/ 8553553 w 12192000"/>
              <a:gd name="connsiteY7" fmla="*/ 0 h 6858000"/>
              <a:gd name="connsiteX0" fmla="*/ 8553553 w 12192000"/>
              <a:gd name="connsiteY0" fmla="*/ 0 h 6858000"/>
              <a:gd name="connsiteX1" fmla="*/ 0 w 12192000"/>
              <a:gd name="connsiteY1" fmla="*/ 0 h 6858000"/>
              <a:gd name="connsiteX2" fmla="*/ 3049 w 12192000"/>
              <a:gd name="connsiteY2" fmla="*/ 2828612 h 6858000"/>
              <a:gd name="connsiteX3" fmla="*/ 3626723 w 12192000"/>
              <a:gd name="connsiteY3" fmla="*/ 6858000 h 6858000"/>
              <a:gd name="connsiteX4" fmla="*/ 12192000 w 12192000"/>
              <a:gd name="connsiteY4" fmla="*/ 6858000 h 6858000"/>
              <a:gd name="connsiteX5" fmla="*/ 12192000 w 12192000"/>
              <a:gd name="connsiteY5" fmla="*/ 4036714 h 6858000"/>
              <a:gd name="connsiteX6" fmla="*/ 8553553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8553553" y="0"/>
                </a:moveTo>
                <a:lnTo>
                  <a:pt x="0" y="0"/>
                </a:lnTo>
                <a:cubicBezTo>
                  <a:pt x="1016" y="942871"/>
                  <a:pt x="2033" y="1885741"/>
                  <a:pt x="3049" y="2828612"/>
                </a:cubicBezTo>
                <a:lnTo>
                  <a:pt x="3626723" y="6858000"/>
                </a:lnTo>
                <a:lnTo>
                  <a:pt x="12192000" y="6858000"/>
                </a:lnTo>
                <a:lnTo>
                  <a:pt x="12192000" y="4036714"/>
                </a:lnTo>
                <a:lnTo>
                  <a:pt x="8553553" y="0"/>
                </a:lnTo>
                <a:close/>
              </a:path>
            </a:pathLst>
          </a:custGeom>
          <a:solidFill>
            <a:schemeClr val="bg1"/>
          </a:solidFill>
        </p:spPr>
        <p:txBody>
          <a:bodyPr wrap="square" lIns="2011680" tIns="914400" rIns="2011680" bIns="914400" anchor="ctr" anchorCtr="0">
            <a:noAutofit/>
          </a:bodyPr>
          <a:lstStyle>
            <a:lvl1pPr algn="ctr">
              <a:lnSpc>
                <a:spcPct val="130000"/>
              </a:lnSpc>
              <a:defRPr sz="3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23" name="Corner Overlays">
            <a:extLst>
              <a:ext uri="{FF2B5EF4-FFF2-40B4-BE49-F238E27FC236}">
                <a16:creationId xmlns:a16="http://schemas.microsoft.com/office/drawing/2014/main" id="{6E0E68CA-BDEF-4943-A1B3-7366FF7BD23D}"/>
              </a:ext>
            </a:extLst>
          </p:cNvPr>
          <p:cNvSpPr/>
          <p:nvPr userDrawn="1"/>
        </p:nvSpPr>
        <p:spPr>
          <a:xfrm>
            <a:off x="1526" y="0"/>
            <a:ext cx="12188951" cy="6858000"/>
          </a:xfrm>
          <a:custGeom>
            <a:avLst/>
            <a:gdLst>
              <a:gd name="connsiteX0" fmla="*/ 12188951 w 12188951"/>
              <a:gd name="connsiteY0" fmla="*/ 2828612 h 6858000"/>
              <a:gd name="connsiteX1" fmla="*/ 12188951 w 12188951"/>
              <a:gd name="connsiteY1" fmla="*/ 6858000 h 6858000"/>
              <a:gd name="connsiteX2" fmla="*/ 8565277 w 12188951"/>
              <a:gd name="connsiteY2" fmla="*/ 6858000 h 6858000"/>
              <a:gd name="connsiteX3" fmla="*/ 0 w 12188951"/>
              <a:gd name="connsiteY3" fmla="*/ 0 h 6858000"/>
              <a:gd name="connsiteX4" fmla="*/ 3638447 w 12188951"/>
              <a:gd name="connsiteY4" fmla="*/ 0 h 6858000"/>
              <a:gd name="connsiteX5" fmla="*/ 0 w 12188951"/>
              <a:gd name="connsiteY5" fmla="*/ 40367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1" h="6858000">
                <a:moveTo>
                  <a:pt x="12188951" y="2828612"/>
                </a:moveTo>
                <a:lnTo>
                  <a:pt x="12188951" y="6858000"/>
                </a:lnTo>
                <a:lnTo>
                  <a:pt x="8565277" y="6858000"/>
                </a:lnTo>
                <a:close/>
                <a:moveTo>
                  <a:pt x="0" y="0"/>
                </a:moveTo>
                <a:lnTo>
                  <a:pt x="3638447" y="0"/>
                </a:lnTo>
                <a:lnTo>
                  <a:pt x="0" y="4036714"/>
                </a:lnTo>
                <a:close/>
              </a:path>
            </a:pathLst>
          </a:custGeom>
          <a:gradFill flip="none" rotWithShape="1">
            <a:gsLst>
              <a:gs pos="0">
                <a:schemeClr val="tx2"/>
              </a:gs>
              <a:gs pos="33000">
                <a:schemeClr val="accent1">
                  <a:lumMod val="100000"/>
                </a:schemeClr>
              </a:gs>
              <a:gs pos="100000">
                <a:schemeClr val="bg2"/>
              </a:gs>
            </a:gsLst>
            <a:lin ang="57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Footer Placeholder 1">
            <a:extLst>
              <a:ext uri="{FF2B5EF4-FFF2-40B4-BE49-F238E27FC236}">
                <a16:creationId xmlns:a16="http://schemas.microsoft.com/office/drawing/2014/main" id="{90D590D4-B2AD-AE42-9A93-677D237DB227}"/>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2">
            <a:extLst>
              <a:ext uri="{FF2B5EF4-FFF2-40B4-BE49-F238E27FC236}">
                <a16:creationId xmlns:a16="http://schemas.microsoft.com/office/drawing/2014/main" id="{C08479D6-B63B-2048-A43A-AC86EF104E5C}"/>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116344957"/>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Quote / Statement X-Swipe (image)">
    <p:spTree>
      <p:nvGrpSpPr>
        <p:cNvPr id="1" name=""/>
        <p:cNvGrpSpPr/>
        <p:nvPr/>
      </p:nvGrpSpPr>
      <p:grpSpPr>
        <a:xfrm>
          <a:off x="0" y="0"/>
          <a:ext cx="0" cy="0"/>
          <a:chOff x="0" y="0"/>
          <a:chExt cx="0" cy="0"/>
        </a:xfrm>
      </p:grpSpPr>
      <p:sp>
        <p:nvSpPr>
          <p:cNvPr id="24" name="Supporting Image">
            <a:extLst>
              <a:ext uri="{FF2B5EF4-FFF2-40B4-BE49-F238E27FC236}">
                <a16:creationId xmlns:a16="http://schemas.microsoft.com/office/drawing/2014/main" id="{58721D3F-32DA-7340-996F-9F9F7458EF01}"/>
              </a:ext>
            </a:extLst>
          </p:cNvPr>
          <p:cNvSpPr>
            <a:spLocks noGrp="1"/>
          </p:cNvSpPr>
          <p:nvPr>
            <p:ph type="pic" sz="quarter" idx="22"/>
          </p:nvPr>
        </p:nvSpPr>
        <p:spPr>
          <a:xfrm>
            <a:off x="1525" y="-1"/>
            <a:ext cx="12190475" cy="6858857"/>
          </a:xfrm>
          <a:custGeom>
            <a:avLst/>
            <a:gdLst>
              <a:gd name="connsiteX0" fmla="*/ 12188951 w 12188951"/>
              <a:gd name="connsiteY0" fmla="*/ 2828612 h 6858000"/>
              <a:gd name="connsiteX1" fmla="*/ 12188951 w 12188951"/>
              <a:gd name="connsiteY1" fmla="*/ 6858000 h 6858000"/>
              <a:gd name="connsiteX2" fmla="*/ 8565277 w 12188951"/>
              <a:gd name="connsiteY2" fmla="*/ 6858000 h 6858000"/>
              <a:gd name="connsiteX3" fmla="*/ 0 w 12188951"/>
              <a:gd name="connsiteY3" fmla="*/ 0 h 6858000"/>
              <a:gd name="connsiteX4" fmla="*/ 3638447 w 12188951"/>
              <a:gd name="connsiteY4" fmla="*/ 0 h 6858000"/>
              <a:gd name="connsiteX5" fmla="*/ 0 w 12188951"/>
              <a:gd name="connsiteY5" fmla="*/ 40367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1" h="6858000">
                <a:moveTo>
                  <a:pt x="12188951" y="2828612"/>
                </a:moveTo>
                <a:lnTo>
                  <a:pt x="12188951" y="6858000"/>
                </a:lnTo>
                <a:lnTo>
                  <a:pt x="8565277" y="6858000"/>
                </a:lnTo>
                <a:close/>
                <a:moveTo>
                  <a:pt x="0" y="0"/>
                </a:moveTo>
                <a:lnTo>
                  <a:pt x="3638447" y="0"/>
                </a:lnTo>
                <a:lnTo>
                  <a:pt x="0" y="4036714"/>
                </a:lnTo>
                <a:close/>
              </a:path>
            </a:pathLst>
          </a:custGeom>
          <a:solidFill>
            <a:schemeClr val="accent6"/>
          </a:solidFill>
        </p:spPr>
        <p:txBody>
          <a:bodyPr wrap="square" lIns="274320" tIns="182880">
            <a:noAutofit/>
          </a:bodyPr>
          <a:lstStyle>
            <a:lvl1pPr algn="l">
              <a:defRPr sz="1400">
                <a:latin typeface="+mn-lt"/>
              </a:defRPr>
            </a:lvl1pPr>
          </a:lstStyle>
          <a:p>
            <a:endParaRPr lang="en-US"/>
          </a:p>
        </p:txBody>
      </p:sp>
      <p:sp>
        <p:nvSpPr>
          <p:cNvPr id="23" name="Quote / Statement Body Copy Placeholder">
            <a:extLst>
              <a:ext uri="{FF2B5EF4-FFF2-40B4-BE49-F238E27FC236}">
                <a16:creationId xmlns:a16="http://schemas.microsoft.com/office/drawing/2014/main" id="{47009607-CE52-6F4F-9BA5-0AF15655CE2A}"/>
              </a:ext>
            </a:extLst>
          </p:cNvPr>
          <p:cNvSpPr>
            <a:spLocks noGrp="1"/>
          </p:cNvSpPr>
          <p:nvPr>
            <p:ph type="body" sz="quarter" idx="23" hasCustomPrompt="1"/>
          </p:nvPr>
        </p:nvSpPr>
        <p:spPr>
          <a:xfrm flipH="1">
            <a:off x="0" y="0"/>
            <a:ext cx="12192000" cy="6858000"/>
          </a:xfrm>
          <a:custGeom>
            <a:avLst/>
            <a:gdLst>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6858000 h 6858000"/>
              <a:gd name="connsiteX4" fmla="*/ 3049 w 12192000"/>
              <a:gd name="connsiteY4" fmla="*/ 2828612 h 6858000"/>
              <a:gd name="connsiteX5" fmla="*/ 3626723 w 12192000"/>
              <a:gd name="connsiteY5" fmla="*/ 6858000 h 6858000"/>
              <a:gd name="connsiteX6" fmla="*/ 12192000 w 12192000"/>
              <a:gd name="connsiteY6" fmla="*/ 6858000 h 6858000"/>
              <a:gd name="connsiteX7" fmla="*/ 12192000 w 12192000"/>
              <a:gd name="connsiteY7" fmla="*/ 4036714 h 6858000"/>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2828612 h 6858000"/>
              <a:gd name="connsiteX4" fmla="*/ 3626723 w 12192000"/>
              <a:gd name="connsiteY4" fmla="*/ 6858000 h 6858000"/>
              <a:gd name="connsiteX5" fmla="*/ 12192000 w 12192000"/>
              <a:gd name="connsiteY5" fmla="*/ 6858000 h 6858000"/>
              <a:gd name="connsiteX6" fmla="*/ 12192000 w 12192000"/>
              <a:gd name="connsiteY6" fmla="*/ 4036714 h 6858000"/>
              <a:gd name="connsiteX7" fmla="*/ 8553553 w 12192000"/>
              <a:gd name="connsiteY7" fmla="*/ 0 h 6858000"/>
              <a:gd name="connsiteX0" fmla="*/ 8553553 w 12192000"/>
              <a:gd name="connsiteY0" fmla="*/ 0 h 6858000"/>
              <a:gd name="connsiteX1" fmla="*/ 0 w 12192000"/>
              <a:gd name="connsiteY1" fmla="*/ 0 h 6858000"/>
              <a:gd name="connsiteX2" fmla="*/ 3049 w 12192000"/>
              <a:gd name="connsiteY2" fmla="*/ 2828612 h 6858000"/>
              <a:gd name="connsiteX3" fmla="*/ 3626723 w 12192000"/>
              <a:gd name="connsiteY3" fmla="*/ 6858000 h 6858000"/>
              <a:gd name="connsiteX4" fmla="*/ 12192000 w 12192000"/>
              <a:gd name="connsiteY4" fmla="*/ 6858000 h 6858000"/>
              <a:gd name="connsiteX5" fmla="*/ 12192000 w 12192000"/>
              <a:gd name="connsiteY5" fmla="*/ 4036714 h 6858000"/>
              <a:gd name="connsiteX6" fmla="*/ 8553553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8553553" y="0"/>
                </a:moveTo>
                <a:lnTo>
                  <a:pt x="0" y="0"/>
                </a:lnTo>
                <a:cubicBezTo>
                  <a:pt x="1016" y="942871"/>
                  <a:pt x="2033" y="1885741"/>
                  <a:pt x="3049" y="2828612"/>
                </a:cubicBezTo>
                <a:lnTo>
                  <a:pt x="3626723" y="6858000"/>
                </a:lnTo>
                <a:lnTo>
                  <a:pt x="12192000" y="6858000"/>
                </a:lnTo>
                <a:lnTo>
                  <a:pt x="12192000" y="4036714"/>
                </a:lnTo>
                <a:lnTo>
                  <a:pt x="8553553" y="0"/>
                </a:lnTo>
                <a:close/>
              </a:path>
            </a:pathLst>
          </a:custGeom>
          <a:solidFill>
            <a:schemeClr val="bg1"/>
          </a:solidFill>
        </p:spPr>
        <p:txBody>
          <a:bodyPr wrap="square" lIns="2011680" tIns="914400" rIns="2011680" bIns="914400" anchor="ctr" anchorCtr="0">
            <a:noAutofit/>
          </a:bodyPr>
          <a:lstStyle>
            <a:lvl1pPr algn="ctr">
              <a:lnSpc>
                <a:spcPct val="130000"/>
              </a:lnSpc>
              <a:defRPr sz="3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F4A2655E-AAD6-6149-A305-3B4EDA52CA09}"/>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D911BA7C-8582-C747-ABFD-3D2B9B205224}"/>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51792630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Quote / Statement X-Swipe (image w. gradient overlay)">
    <p:spTree>
      <p:nvGrpSpPr>
        <p:cNvPr id="1" name=""/>
        <p:cNvGrpSpPr/>
        <p:nvPr/>
      </p:nvGrpSpPr>
      <p:grpSpPr>
        <a:xfrm>
          <a:off x="0" y="0"/>
          <a:ext cx="0" cy="0"/>
          <a:chOff x="0" y="0"/>
          <a:chExt cx="0" cy="0"/>
        </a:xfrm>
      </p:grpSpPr>
      <p:sp>
        <p:nvSpPr>
          <p:cNvPr id="26" name="Supporting Image">
            <a:extLst>
              <a:ext uri="{FF2B5EF4-FFF2-40B4-BE49-F238E27FC236}">
                <a16:creationId xmlns:a16="http://schemas.microsoft.com/office/drawing/2014/main" id="{6D54A0E1-E0C9-8347-B781-904CA8564269}"/>
              </a:ext>
            </a:extLst>
          </p:cNvPr>
          <p:cNvSpPr>
            <a:spLocks noGrp="1"/>
          </p:cNvSpPr>
          <p:nvPr>
            <p:ph type="pic" sz="quarter" idx="20"/>
          </p:nvPr>
        </p:nvSpPr>
        <p:spPr>
          <a:xfrm>
            <a:off x="0" y="929"/>
            <a:ext cx="12192000" cy="6858000"/>
          </a:xfrm>
          <a:prstGeom prst="rect">
            <a:avLst/>
          </a:prstGeom>
          <a:solidFill>
            <a:schemeClr val="accent6"/>
          </a:solidFill>
        </p:spPr>
        <p:txBody>
          <a:bodyPr anchor="ctr" anchorCtr="0"/>
          <a:lstStyle>
            <a:lvl1pPr algn="ctr">
              <a:defRPr sz="1400"/>
            </a:lvl1pPr>
          </a:lstStyle>
          <a:p>
            <a:endParaRPr lang="en-US"/>
          </a:p>
        </p:txBody>
      </p:sp>
      <p:sp>
        <p:nvSpPr>
          <p:cNvPr id="23" name="Quote / Statement Body Copy Placeholder">
            <a:extLst>
              <a:ext uri="{FF2B5EF4-FFF2-40B4-BE49-F238E27FC236}">
                <a16:creationId xmlns:a16="http://schemas.microsoft.com/office/drawing/2014/main" id="{47009607-CE52-6F4F-9BA5-0AF15655CE2A}"/>
              </a:ext>
            </a:extLst>
          </p:cNvPr>
          <p:cNvSpPr>
            <a:spLocks noGrp="1"/>
          </p:cNvSpPr>
          <p:nvPr>
            <p:ph type="body" sz="quarter" idx="23" hasCustomPrompt="1"/>
          </p:nvPr>
        </p:nvSpPr>
        <p:spPr>
          <a:xfrm flipH="1">
            <a:off x="0" y="0"/>
            <a:ext cx="12192000" cy="6858000"/>
          </a:xfrm>
          <a:custGeom>
            <a:avLst/>
            <a:gdLst>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6858000 h 6858000"/>
              <a:gd name="connsiteX4" fmla="*/ 3049 w 12192000"/>
              <a:gd name="connsiteY4" fmla="*/ 2828612 h 6858000"/>
              <a:gd name="connsiteX5" fmla="*/ 3626723 w 12192000"/>
              <a:gd name="connsiteY5" fmla="*/ 6858000 h 6858000"/>
              <a:gd name="connsiteX6" fmla="*/ 12192000 w 12192000"/>
              <a:gd name="connsiteY6" fmla="*/ 6858000 h 6858000"/>
              <a:gd name="connsiteX7" fmla="*/ 12192000 w 12192000"/>
              <a:gd name="connsiteY7" fmla="*/ 4036714 h 6858000"/>
              <a:gd name="connsiteX0" fmla="*/ 8553553 w 12192000"/>
              <a:gd name="connsiteY0" fmla="*/ 0 h 6858000"/>
              <a:gd name="connsiteX1" fmla="*/ 0 w 12192000"/>
              <a:gd name="connsiteY1" fmla="*/ 0 h 6858000"/>
              <a:gd name="connsiteX2" fmla="*/ 0 w 12192000"/>
              <a:gd name="connsiteY2" fmla="*/ 6858000 h 6858000"/>
              <a:gd name="connsiteX3" fmla="*/ 3049 w 12192000"/>
              <a:gd name="connsiteY3" fmla="*/ 2828612 h 6858000"/>
              <a:gd name="connsiteX4" fmla="*/ 3626723 w 12192000"/>
              <a:gd name="connsiteY4" fmla="*/ 6858000 h 6858000"/>
              <a:gd name="connsiteX5" fmla="*/ 12192000 w 12192000"/>
              <a:gd name="connsiteY5" fmla="*/ 6858000 h 6858000"/>
              <a:gd name="connsiteX6" fmla="*/ 12192000 w 12192000"/>
              <a:gd name="connsiteY6" fmla="*/ 4036714 h 6858000"/>
              <a:gd name="connsiteX7" fmla="*/ 8553553 w 12192000"/>
              <a:gd name="connsiteY7" fmla="*/ 0 h 6858000"/>
              <a:gd name="connsiteX0" fmla="*/ 8553553 w 12192000"/>
              <a:gd name="connsiteY0" fmla="*/ 0 h 6858000"/>
              <a:gd name="connsiteX1" fmla="*/ 0 w 12192000"/>
              <a:gd name="connsiteY1" fmla="*/ 0 h 6858000"/>
              <a:gd name="connsiteX2" fmla="*/ 3049 w 12192000"/>
              <a:gd name="connsiteY2" fmla="*/ 2828612 h 6858000"/>
              <a:gd name="connsiteX3" fmla="*/ 3626723 w 12192000"/>
              <a:gd name="connsiteY3" fmla="*/ 6858000 h 6858000"/>
              <a:gd name="connsiteX4" fmla="*/ 12192000 w 12192000"/>
              <a:gd name="connsiteY4" fmla="*/ 6858000 h 6858000"/>
              <a:gd name="connsiteX5" fmla="*/ 12192000 w 12192000"/>
              <a:gd name="connsiteY5" fmla="*/ 4036714 h 6858000"/>
              <a:gd name="connsiteX6" fmla="*/ 8553553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8553553" y="0"/>
                </a:moveTo>
                <a:lnTo>
                  <a:pt x="0" y="0"/>
                </a:lnTo>
                <a:cubicBezTo>
                  <a:pt x="1016" y="942871"/>
                  <a:pt x="2033" y="1885741"/>
                  <a:pt x="3049" y="2828612"/>
                </a:cubicBezTo>
                <a:lnTo>
                  <a:pt x="3626723" y="6858000"/>
                </a:lnTo>
                <a:lnTo>
                  <a:pt x="12192000" y="6858000"/>
                </a:lnTo>
                <a:lnTo>
                  <a:pt x="12192000" y="4036714"/>
                </a:lnTo>
                <a:lnTo>
                  <a:pt x="8553553" y="0"/>
                </a:lnTo>
                <a:close/>
              </a:path>
            </a:pathLst>
          </a:custGeom>
          <a:gradFill flip="none" rotWithShape="1">
            <a:gsLst>
              <a:gs pos="0">
                <a:schemeClr val="tx2"/>
              </a:gs>
              <a:gs pos="33000">
                <a:schemeClr val="accent1">
                  <a:lumMod val="100000"/>
                  <a:alpha val="90000"/>
                </a:schemeClr>
              </a:gs>
              <a:gs pos="100000">
                <a:schemeClr val="bg2"/>
              </a:gs>
            </a:gsLst>
            <a:lin ang="10800000" scaled="1"/>
            <a:tileRect/>
          </a:gradFill>
        </p:spPr>
        <p:txBody>
          <a:bodyPr wrap="square" lIns="2103120" tIns="914400" rIns="2103120" bIns="914400" anchor="ctr" anchorCtr="0">
            <a:noAutofit/>
          </a:bodyPr>
          <a:lstStyle>
            <a:lvl1pPr algn="ctr">
              <a:lnSpc>
                <a:spcPct val="130000"/>
              </a:lnSpc>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Bef>
                <a:spcPts val="0"/>
              </a:spcBef>
              <a:spcAft>
                <a:spcPts val="600"/>
              </a:spcAft>
              <a:defRPr sz="16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dirty="0"/>
              <a:t>Quote or statement goes here</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0456AEE7-4645-D24D-81C4-24954FA5DE20}"/>
              </a:ext>
            </a:extLst>
          </p:cNvPr>
          <p:cNvSpPr>
            <a:spLocks noGrp="1"/>
          </p:cNvSpPr>
          <p:nvPr>
            <p:ph type="ftr" sz="quarter" idx="24"/>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4">
            <a:extLst>
              <a:ext uri="{FF2B5EF4-FFF2-40B4-BE49-F238E27FC236}">
                <a16:creationId xmlns:a16="http://schemas.microsoft.com/office/drawing/2014/main" id="{EEB669EF-0CC3-C24B-BCDE-08803D012AC5}"/>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40541361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Statement / Quote X-Slab (left) (white)">
    <p:spTree>
      <p:nvGrpSpPr>
        <p:cNvPr id="1" name=""/>
        <p:cNvGrpSpPr/>
        <p:nvPr/>
      </p:nvGrpSpPr>
      <p:grpSpPr>
        <a:xfrm>
          <a:off x="0" y="0"/>
          <a:ext cx="0" cy="0"/>
          <a:chOff x="0" y="0"/>
          <a:chExt cx="0" cy="0"/>
        </a:xfrm>
      </p:grpSpPr>
      <p:sp>
        <p:nvSpPr>
          <p:cNvPr id="7" name="Supporting Image">
            <a:extLst>
              <a:ext uri="{FF2B5EF4-FFF2-40B4-BE49-F238E27FC236}">
                <a16:creationId xmlns:a16="http://schemas.microsoft.com/office/drawing/2014/main" id="{DE76C639-1FFC-8940-8435-0373FF652D06}"/>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solidFill>
                  <a:schemeClr val="tx1"/>
                </a:solidFill>
              </a:defRPr>
            </a:lvl1pPr>
          </a:lstStyle>
          <a:p>
            <a:endParaRPr lang="en-US"/>
          </a:p>
        </p:txBody>
      </p:sp>
      <p:sp>
        <p:nvSpPr>
          <p:cNvPr id="6" name="Text Placeholder">
            <a:extLst>
              <a:ext uri="{FF2B5EF4-FFF2-40B4-BE49-F238E27FC236}">
                <a16:creationId xmlns:a16="http://schemas.microsoft.com/office/drawing/2014/main" id="{8EC99156-5444-4C40-9286-B0BBE152A6E5}"/>
              </a:ext>
            </a:extLst>
          </p:cNvPr>
          <p:cNvSpPr>
            <a:spLocks noGrp="1"/>
          </p:cNvSpPr>
          <p:nvPr>
            <p:ph type="body" sz="quarter" idx="12" hasCustomPrompt="1"/>
          </p:nvPr>
        </p:nvSpPr>
        <p:spPr>
          <a:xfrm>
            <a:off x="571501" y="2057400"/>
            <a:ext cx="5082048" cy="3962400"/>
          </a:xfrm>
        </p:spPr>
        <p:txBody>
          <a:bodyPr rIns="91440"/>
          <a:lstStyle>
            <a:lvl1pPr>
              <a:lnSpc>
                <a:spcPct val="130000"/>
              </a:lnSpc>
              <a:spcAft>
                <a:spcPts val="1200"/>
              </a:spcAft>
              <a:defRPr sz="2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400" b="0" i="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spcAft>
                <a:spcPts val="600"/>
              </a:spcAft>
              <a:defRPr sz="1400">
                <a:solidFill>
                  <a:schemeClr val="tx1"/>
                </a:solidFill>
              </a:defRPr>
            </a:lvl3pPr>
            <a:lvl4pPr>
              <a:defRPr>
                <a:solidFill>
                  <a:schemeClr val="bg1"/>
                </a:solidFill>
              </a:defRPr>
            </a:lvl4pPr>
            <a:lvl5pPr>
              <a:defRPr>
                <a:solidFill>
                  <a:schemeClr val="bg1"/>
                </a:solidFill>
              </a:defRPr>
            </a:lvl5pPr>
          </a:lstStyle>
          <a:p>
            <a:pPr lvl="0"/>
            <a:r>
              <a:rPr lang="en-US" dirty="0"/>
              <a:t>Quote or statement goes here lorem ipsum dolor sit </a:t>
            </a:r>
            <a:r>
              <a:rPr lang="en-US" dirty="0" err="1"/>
              <a:t>amet</a:t>
            </a:r>
            <a:r>
              <a:rPr lang="en-US" dirty="0"/>
              <a:t>.</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DB0F88BA-D9D9-B243-9EF3-3B76453DFB0B}"/>
              </a:ext>
            </a:extLst>
          </p:cNvPr>
          <p:cNvSpPr>
            <a:spLocks noGrp="1"/>
          </p:cNvSpPr>
          <p:nvPr>
            <p:ph type="ftr" sz="quarter" idx="1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F4332023-532E-954F-8F21-1B3D08188EDF}"/>
              </a:ext>
            </a:extLst>
          </p:cNvPr>
          <p:cNvSpPr>
            <a:spLocks noGrp="1"/>
          </p:cNvSpPr>
          <p:nvPr>
            <p:ph type="sldNum" sz="quarter" idx="16"/>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858964188"/>
      </p:ext>
    </p:extLst>
  </p:cSld>
  <p:clrMapOvr>
    <a:masterClrMapping/>
  </p:clrMapOvr>
  <p:extLst>
    <p:ext uri="{DCECCB84-F9BA-43D5-87BE-67443E8EF086}">
      <p15:sldGuideLst xmlns:p15="http://schemas.microsoft.com/office/powerpoint/2012/main">
        <p15:guide id="1" pos="4056">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Statement / Quote X-Slab (left) (purple)">
    <p:bg>
      <p:bgPr>
        <a:solidFill>
          <a:schemeClr val="tx2"/>
        </a:solidFill>
        <a:effectLst/>
      </p:bgPr>
    </p:bg>
    <p:spTree>
      <p:nvGrpSpPr>
        <p:cNvPr id="1" name=""/>
        <p:cNvGrpSpPr/>
        <p:nvPr/>
      </p:nvGrpSpPr>
      <p:grpSpPr>
        <a:xfrm>
          <a:off x="0" y="0"/>
          <a:ext cx="0" cy="0"/>
          <a:chOff x="0" y="0"/>
          <a:chExt cx="0" cy="0"/>
        </a:xfrm>
      </p:grpSpPr>
      <p:sp>
        <p:nvSpPr>
          <p:cNvPr id="7" name="Supporting Image">
            <a:extLst>
              <a:ext uri="{FF2B5EF4-FFF2-40B4-BE49-F238E27FC236}">
                <a16:creationId xmlns:a16="http://schemas.microsoft.com/office/drawing/2014/main" id="{40D58D38-2C8A-A645-BB31-7C766745A470}"/>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solidFill>
                  <a:schemeClr val="tx1"/>
                </a:solidFill>
              </a:defRPr>
            </a:lvl1pPr>
          </a:lstStyle>
          <a:p>
            <a:endParaRPr lang="en-US"/>
          </a:p>
        </p:txBody>
      </p:sp>
      <p:sp>
        <p:nvSpPr>
          <p:cNvPr id="6" name="Text Placeholder">
            <a:extLst>
              <a:ext uri="{FF2B5EF4-FFF2-40B4-BE49-F238E27FC236}">
                <a16:creationId xmlns:a16="http://schemas.microsoft.com/office/drawing/2014/main" id="{9856B600-6138-9443-AF21-16E2E9646FC7}"/>
              </a:ext>
            </a:extLst>
          </p:cNvPr>
          <p:cNvSpPr>
            <a:spLocks noGrp="1"/>
          </p:cNvSpPr>
          <p:nvPr>
            <p:ph type="body" sz="quarter" idx="12" hasCustomPrompt="1"/>
          </p:nvPr>
        </p:nvSpPr>
        <p:spPr>
          <a:xfrm>
            <a:off x="571500" y="2057400"/>
            <a:ext cx="5091881" cy="3962400"/>
          </a:xfrm>
        </p:spPr>
        <p:txBody>
          <a:bodyPr rIns="91440"/>
          <a:lstStyle>
            <a:lvl1pPr>
              <a:lnSpc>
                <a:spcPct val="130000"/>
              </a:lnSpc>
              <a:spcAft>
                <a:spcPts val="1200"/>
              </a:spcAft>
              <a:defRPr sz="2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4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spcAft>
                <a:spcPts val="600"/>
              </a:spcAft>
              <a:defRPr sz="1400">
                <a:solidFill>
                  <a:schemeClr val="bg1"/>
                </a:solidFill>
              </a:defRPr>
            </a:lvl3pPr>
            <a:lvl4pPr>
              <a:defRPr>
                <a:solidFill>
                  <a:schemeClr val="bg1"/>
                </a:solidFill>
              </a:defRPr>
            </a:lvl4pPr>
            <a:lvl5pPr>
              <a:defRPr>
                <a:solidFill>
                  <a:schemeClr val="bg1"/>
                </a:solidFill>
              </a:defRPr>
            </a:lvl5pPr>
          </a:lstStyle>
          <a:p>
            <a:pPr lvl="0"/>
            <a:r>
              <a:rPr lang="en-US" dirty="0"/>
              <a:t>Quote or statement goes here lorem ipsum dolor sit </a:t>
            </a:r>
            <a:r>
              <a:rPr lang="en-US" dirty="0" err="1"/>
              <a:t>amet</a:t>
            </a:r>
            <a:r>
              <a:rPr lang="en-US" dirty="0"/>
              <a:t>.</a:t>
            </a:r>
          </a:p>
          <a:p>
            <a:pPr lvl="1"/>
            <a:r>
              <a:rPr lang="en-US" dirty="0"/>
              <a:t>Quote attribution or subheading option one</a:t>
            </a:r>
          </a:p>
          <a:p>
            <a:pPr lvl="2"/>
            <a:r>
              <a:rPr lang="en-US" dirty="0"/>
              <a:t>Quote attribution or subheading option two</a:t>
            </a:r>
          </a:p>
        </p:txBody>
      </p:sp>
      <p:sp>
        <p:nvSpPr>
          <p:cNvPr id="4" name="Footer Placeholder 3">
            <a:extLst>
              <a:ext uri="{FF2B5EF4-FFF2-40B4-BE49-F238E27FC236}">
                <a16:creationId xmlns:a16="http://schemas.microsoft.com/office/drawing/2014/main" id="{BA6C8C56-76DC-9549-B267-61D7DD8AA9D4}"/>
              </a:ext>
            </a:extLst>
          </p:cNvPr>
          <p:cNvSpPr>
            <a:spLocks noGrp="1"/>
          </p:cNvSpPr>
          <p:nvPr>
            <p:ph type="ftr" sz="quarter" idx="15"/>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4">
            <a:extLst>
              <a:ext uri="{FF2B5EF4-FFF2-40B4-BE49-F238E27FC236}">
                <a16:creationId xmlns:a16="http://schemas.microsoft.com/office/drawing/2014/main" id="{3F3B3D7A-1C92-E347-A304-E452F17ED9BB}"/>
              </a:ext>
            </a:extLst>
          </p:cNvPr>
          <p:cNvSpPr>
            <a:spLocks noGrp="1"/>
          </p:cNvSpPr>
          <p:nvPr>
            <p:ph type="sldNum" sz="quarter" idx="16"/>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534657103"/>
      </p:ext>
    </p:extLst>
  </p:cSld>
  <p:clrMapOvr>
    <a:masterClrMapping/>
  </p:clrMapOvr>
  <p:extLst>
    <p:ext uri="{DCECCB84-F9BA-43D5-87BE-67443E8EF086}">
      <p15:sldGuideLst xmlns:p15="http://schemas.microsoft.com/office/powerpoint/2012/main">
        <p15:guide id="1" pos="4056">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Quote / Statement Overlay Left (image full bleed)">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lvl1pPr>
          </a:lstStyle>
          <a:p>
            <a:endParaRPr lang="en-US"/>
          </a:p>
        </p:txBody>
      </p:sp>
      <p:sp>
        <p:nvSpPr>
          <p:cNvPr id="6" name="Text Placeholder / Gradient Color Block" title="Decorative Object ">
            <a:extLst>
              <a:ext uri="{FF2B5EF4-FFF2-40B4-BE49-F238E27FC236}">
                <a16:creationId xmlns:a16="http://schemas.microsoft.com/office/drawing/2014/main" id="{09AF2E56-8D3D-344B-BB68-8FB6E8AB040F}"/>
              </a:ext>
            </a:extLst>
          </p:cNvPr>
          <p:cNvSpPr>
            <a:spLocks noGrp="1"/>
          </p:cNvSpPr>
          <p:nvPr>
            <p:ph type="body" sz="quarter" idx="21" hasCustomPrompt="1"/>
          </p:nvPr>
        </p:nvSpPr>
        <p:spPr>
          <a:xfrm>
            <a:off x="571500" y="929297"/>
            <a:ext cx="5410200" cy="4999406"/>
          </a:xfrm>
          <a:prstGeom prst="rect">
            <a:avLst/>
          </a:prstGeom>
          <a:gradFill flip="none" rotWithShape="1">
            <a:gsLst>
              <a:gs pos="0">
                <a:schemeClr val="tx2"/>
              </a:gs>
              <a:gs pos="33000">
                <a:schemeClr val="accent1">
                  <a:lumMod val="100000"/>
                  <a:alpha val="90000"/>
                </a:schemeClr>
              </a:gs>
              <a:gs pos="100000">
                <a:schemeClr val="bg2"/>
              </a:gs>
            </a:gsLst>
            <a:lin ang="3000000" scaled="0"/>
            <a:tileRect/>
          </a:gradFill>
        </p:spPr>
        <p:txBody>
          <a:bodyPr lIns="182880" tIns="182880" rIns="182880" bIns="182880" anchor="ctr" anchorCtr="0"/>
          <a:lstStyle>
            <a:lvl1pPr algn="ctr">
              <a:spcAft>
                <a:spcPts val="1200"/>
              </a:spcAft>
              <a:defRPr sz="2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600"/>
              </a:spcAft>
              <a:defRPr sz="14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Aft>
                <a:spcPts val="600"/>
              </a:spcAft>
              <a:defRPr sz="1400">
                <a:solidFill>
                  <a:schemeClr val="bg1"/>
                </a:solidFill>
              </a:defRPr>
            </a:lvl3pPr>
          </a:lstStyle>
          <a:p>
            <a:pPr lvl="0"/>
            <a:r>
              <a:rPr lang="en-US" dirty="0"/>
              <a:t>Slide title goes here</a:t>
            </a:r>
          </a:p>
          <a:p>
            <a:pPr lvl="1"/>
            <a:r>
              <a:rPr lang="en-US" dirty="0"/>
              <a:t>Subheading goes here</a:t>
            </a:r>
          </a:p>
          <a:p>
            <a:pPr lvl="2"/>
            <a:r>
              <a:rPr lang="en-US" dirty="0"/>
              <a:t>Body copy goes here</a:t>
            </a:r>
          </a:p>
        </p:txBody>
      </p:sp>
      <p:sp>
        <p:nvSpPr>
          <p:cNvPr id="4" name="Footer Placeholder 3">
            <a:extLst>
              <a:ext uri="{FF2B5EF4-FFF2-40B4-BE49-F238E27FC236}">
                <a16:creationId xmlns:a16="http://schemas.microsoft.com/office/drawing/2014/main" id="{9210769B-F889-384C-9259-9D0730629651}"/>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6">
            <a:extLst>
              <a:ext uri="{FF2B5EF4-FFF2-40B4-BE49-F238E27FC236}">
                <a16:creationId xmlns:a16="http://schemas.microsoft.com/office/drawing/2014/main" id="{EFE3853F-5646-A549-A084-9FC2F738A66D}"/>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40242319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Quote / Statement Overlay Right (image full bleed)">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lvl1pPr>
          </a:lstStyle>
          <a:p>
            <a:endParaRPr lang="en-US"/>
          </a:p>
        </p:txBody>
      </p:sp>
      <p:sp>
        <p:nvSpPr>
          <p:cNvPr id="7" name="Text Placeholder / Gradient Color Block" title="Decorative Object ">
            <a:extLst>
              <a:ext uri="{FF2B5EF4-FFF2-40B4-BE49-F238E27FC236}">
                <a16:creationId xmlns:a16="http://schemas.microsoft.com/office/drawing/2014/main" id="{2A558685-9B67-8D46-9F34-6EAAED2BB500}"/>
              </a:ext>
            </a:extLst>
          </p:cNvPr>
          <p:cNvSpPr>
            <a:spLocks noGrp="1"/>
          </p:cNvSpPr>
          <p:nvPr>
            <p:ph type="body" sz="quarter" idx="21" hasCustomPrompt="1"/>
          </p:nvPr>
        </p:nvSpPr>
        <p:spPr>
          <a:xfrm>
            <a:off x="6210300" y="929297"/>
            <a:ext cx="5410200" cy="4999406"/>
          </a:xfrm>
          <a:prstGeom prst="rect">
            <a:avLst/>
          </a:prstGeom>
          <a:gradFill flip="none" rotWithShape="1">
            <a:gsLst>
              <a:gs pos="0">
                <a:schemeClr val="tx2"/>
              </a:gs>
              <a:gs pos="33000">
                <a:schemeClr val="accent1">
                  <a:lumMod val="100000"/>
                  <a:alpha val="90000"/>
                </a:schemeClr>
              </a:gs>
              <a:gs pos="100000">
                <a:schemeClr val="bg2"/>
              </a:gs>
            </a:gsLst>
            <a:lin ang="3000000" scaled="0"/>
            <a:tileRect/>
          </a:gradFill>
        </p:spPr>
        <p:txBody>
          <a:bodyPr lIns="182880" tIns="182880" rIns="182880" bIns="182880" anchor="ctr" anchorCtr="0"/>
          <a:lstStyle>
            <a:lvl1pPr algn="ctr">
              <a:spcAft>
                <a:spcPts val="1200"/>
              </a:spcAft>
              <a:defRPr sz="2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600"/>
              </a:spcAft>
              <a:defRPr sz="14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Aft>
                <a:spcPts val="600"/>
              </a:spcAft>
              <a:defRPr sz="1400">
                <a:solidFill>
                  <a:schemeClr val="bg1"/>
                </a:solidFill>
              </a:defRPr>
            </a:lvl3pPr>
          </a:lstStyle>
          <a:p>
            <a:pPr lvl="0"/>
            <a:r>
              <a:rPr lang="en-US" dirty="0"/>
              <a:t>Slide title goes here</a:t>
            </a:r>
          </a:p>
          <a:p>
            <a:pPr lvl="1"/>
            <a:r>
              <a:rPr lang="en-US" dirty="0"/>
              <a:t>Subheading goes here</a:t>
            </a:r>
          </a:p>
          <a:p>
            <a:pPr lvl="2"/>
            <a:r>
              <a:rPr lang="en-US" dirty="0"/>
              <a:t>Body copy goes here</a:t>
            </a:r>
          </a:p>
        </p:txBody>
      </p:sp>
      <p:sp>
        <p:nvSpPr>
          <p:cNvPr id="4" name="Footer Placeholder 3">
            <a:extLst>
              <a:ext uri="{FF2B5EF4-FFF2-40B4-BE49-F238E27FC236}">
                <a16:creationId xmlns:a16="http://schemas.microsoft.com/office/drawing/2014/main" id="{53433D01-5CA6-D648-87D2-48C5DD5D1DC0}"/>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6" name="Slide Number Placeholder 5">
            <a:extLst>
              <a:ext uri="{FF2B5EF4-FFF2-40B4-BE49-F238E27FC236}">
                <a16:creationId xmlns:a16="http://schemas.microsoft.com/office/drawing/2014/main" id="{DA7BF20E-3AB7-5F46-BA7A-E16004240903}"/>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21602652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Statement Short (gradient bar w. full bleed image)">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lvl1pPr>
          </a:lstStyle>
          <a:p>
            <a:endParaRPr lang="en-US"/>
          </a:p>
        </p:txBody>
      </p:sp>
      <p:sp>
        <p:nvSpPr>
          <p:cNvPr id="6" name="Title &amp; Gradient Color Bar">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2912810"/>
            <a:ext cx="12192000" cy="1032380"/>
          </a:xfrm>
          <a:prstGeom prst="rect">
            <a:avLst/>
          </a:prstGeom>
          <a:gradFill flip="none" rotWithShape="1">
            <a:gsLst>
              <a:gs pos="0">
                <a:schemeClr val="tx2"/>
              </a:gs>
              <a:gs pos="32000">
                <a:schemeClr val="accent1">
                  <a:lumMod val="91000"/>
                  <a:lumOff val="9000"/>
                  <a:alpha val="90000"/>
                </a:schemeClr>
              </a:gs>
              <a:gs pos="100000">
                <a:schemeClr val="bg2"/>
              </a:gs>
            </a:gsLst>
            <a:lin ang="10800000" scaled="1"/>
            <a:tileRect/>
          </a:gradFill>
        </p:spPr>
        <p:txBody>
          <a:bodyPr wrap="square" lIns="548640" tIns="0" rIns="548640" anchor="ctr" anchorCtr="0">
            <a:noAutofit/>
          </a:bodyPr>
          <a:lstStyle>
            <a:lvl1pPr algn="ctr">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600"/>
              </a:spcBef>
              <a:spcAft>
                <a:spcPts val="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defRPr sz="16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3pPr>
            <a:lvl4pPr>
              <a:buNone/>
              <a:defRPr>
                <a:solidFill>
                  <a:schemeClr val="bg1"/>
                </a:solidFill>
              </a:defRPr>
            </a:lvl4pPr>
            <a:lvl5pPr>
              <a:defRPr>
                <a:solidFill>
                  <a:schemeClr val="bg1"/>
                </a:solidFill>
              </a:defRPr>
            </a:lvl5pPr>
          </a:lstStyle>
          <a:p>
            <a:pPr lvl="0"/>
            <a:r>
              <a:rPr lang="en-US" dirty="0"/>
              <a:t>Bold statement goes here</a:t>
            </a:r>
          </a:p>
        </p:txBody>
      </p:sp>
      <p:sp>
        <p:nvSpPr>
          <p:cNvPr id="4" name="Footer Placeholder 3">
            <a:extLst>
              <a:ext uri="{FF2B5EF4-FFF2-40B4-BE49-F238E27FC236}">
                <a16:creationId xmlns:a16="http://schemas.microsoft.com/office/drawing/2014/main" id="{24E78435-0EF7-BD4D-B796-4324509B7560}"/>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6">
            <a:extLst>
              <a:ext uri="{FF2B5EF4-FFF2-40B4-BE49-F238E27FC236}">
                <a16:creationId xmlns:a16="http://schemas.microsoft.com/office/drawing/2014/main" id="{D8C58658-2E1A-AA4D-A854-4CBF9EFEBD5E}"/>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4037625815"/>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mp; Intro (left) Quote (right,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5410200" cy="1104900"/>
          </a:xfrm>
        </p:spPr>
        <p:txBody>
          <a:bodyPr/>
          <a:lstStyle>
            <a:lvl1pPr>
              <a:lnSpc>
                <a:spcPct val="110000"/>
              </a:lnSpc>
              <a:defRPr/>
            </a:lvl1pPr>
          </a:lstStyle>
          <a:p>
            <a:r>
              <a:rPr lang="en-US" dirty="0"/>
              <a:t>Click to edit Master title style lorem ipsum dolor</a:t>
            </a:r>
          </a:p>
        </p:txBody>
      </p:sp>
      <p:sp>
        <p:nvSpPr>
          <p:cNvPr id="4" name="Text Placeholder 1">
            <a:extLst>
              <a:ext uri="{FF2B5EF4-FFF2-40B4-BE49-F238E27FC236}">
                <a16:creationId xmlns:a16="http://schemas.microsoft.com/office/drawing/2014/main" id="{080F7E7A-DB66-3E45-A3AB-16176543901E}"/>
              </a:ext>
            </a:extLst>
          </p:cNvPr>
          <p:cNvSpPr>
            <a:spLocks noGrp="1"/>
          </p:cNvSpPr>
          <p:nvPr>
            <p:ph type="body" sz="quarter" idx="17"/>
          </p:nvPr>
        </p:nvSpPr>
        <p:spPr>
          <a:xfrm>
            <a:off x="571500" y="2057400"/>
            <a:ext cx="5410200" cy="3962400"/>
          </a:xfrm>
        </p:spPr>
        <p:txBody>
          <a:bodyPr/>
          <a:lstStyle>
            <a:lvl1pPr>
              <a:spcAft>
                <a:spcPts val="600"/>
              </a:spcAft>
              <a:defRPr sz="1600"/>
            </a:lvl1pPr>
            <a:lvl2pPr>
              <a:spcAft>
                <a:spcPts val="600"/>
              </a:spcAft>
              <a:defRPr sz="1400" b="0" i="0">
                <a:latin typeface="FedEx Sans Medium" panose="020B0603020203020204" pitchFamily="34" charset="0"/>
                <a:ea typeface="FedEx Sans Medium" panose="020B0603020203020204" pitchFamily="34" charset="0"/>
                <a:cs typeface="FedEx Sans Medium"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stStyle>
          <a:p>
            <a:pPr lvl="0"/>
            <a:r>
              <a:rPr lang="en-US" dirty="0"/>
              <a:t>Click to edit Master text styles</a:t>
            </a:r>
          </a:p>
          <a:p>
            <a:pPr lvl="1"/>
            <a:r>
              <a:rPr lang="en-US" dirty="0"/>
              <a:t>Second level</a:t>
            </a:r>
          </a:p>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dirty="0"/>
              <a:t>Third level</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Fourth level</a:t>
            </a:r>
          </a:p>
        </p:txBody>
      </p:sp>
      <p:sp>
        <p:nvSpPr>
          <p:cNvPr id="11" name="Text Placeholder 2 (purple)">
            <a:extLst>
              <a:ext uri="{FF2B5EF4-FFF2-40B4-BE49-F238E27FC236}">
                <a16:creationId xmlns:a16="http://schemas.microsoft.com/office/drawing/2014/main" id="{74284EE3-8931-434B-A3B9-597F42E7D5CD}"/>
              </a:ext>
            </a:extLst>
          </p:cNvPr>
          <p:cNvSpPr>
            <a:spLocks noGrp="1"/>
          </p:cNvSpPr>
          <p:nvPr>
            <p:ph type="body" sz="quarter" idx="16" hasCustomPrompt="1"/>
          </p:nvPr>
        </p:nvSpPr>
        <p:spPr>
          <a:xfrm>
            <a:off x="6210302" y="0"/>
            <a:ext cx="5981698" cy="6858000"/>
          </a:xfrm>
          <a:solidFill>
            <a:schemeClr val="tx2"/>
          </a:solidFill>
        </p:spPr>
        <p:txBody>
          <a:bodyPr lIns="548640" tIns="548640" rIns="548640" bIns="548640" anchor="ctr" anchorCtr="0"/>
          <a:lstStyle>
            <a:lvl1pPr algn="l">
              <a:spcAft>
                <a:spcPts val="600"/>
              </a:spcAft>
              <a:defRPr sz="2200" b="1">
                <a:solidFill>
                  <a:schemeClr val="bg1"/>
                </a:solidFill>
              </a:defRPr>
            </a:lvl1pPr>
            <a:lvl2pPr algn="l">
              <a:spcAft>
                <a:spcPts val="600"/>
              </a:spcAft>
              <a:defRPr sz="2200" b="0">
                <a:solidFill>
                  <a:schemeClr val="bg1"/>
                </a:solidFill>
              </a:defRPr>
            </a:lvl2pPr>
            <a:lvl3pPr algn="l">
              <a:spcBef>
                <a:spcPts val="0"/>
              </a:spcBef>
              <a:spcAft>
                <a:spcPts val="600"/>
              </a:spcAft>
              <a:defRPr sz="1600">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include a quote call-out</a:t>
            </a:r>
          </a:p>
          <a:p>
            <a:pPr lvl="1"/>
            <a:r>
              <a:rPr lang="en-US" dirty="0"/>
              <a:t>Second level</a:t>
            </a:r>
          </a:p>
          <a:p>
            <a:pPr lvl="2"/>
            <a:r>
              <a:rPr lang="en-US" dirty="0"/>
              <a:t>Quote attribution</a:t>
            </a:r>
          </a:p>
        </p:txBody>
      </p:sp>
      <p:sp>
        <p:nvSpPr>
          <p:cNvPr id="5" name="Footer Placeholder">
            <a:extLst>
              <a:ext uri="{FF2B5EF4-FFF2-40B4-BE49-F238E27FC236}">
                <a16:creationId xmlns:a16="http://schemas.microsoft.com/office/drawing/2014/main" id="{AAD335D0-7430-204A-99CE-881647BA9CA5}"/>
              </a:ext>
            </a:extLst>
          </p:cNvPr>
          <p:cNvSpPr>
            <a:spLocks noGrp="1"/>
          </p:cNvSpPr>
          <p:nvPr>
            <p:ph type="ftr" sz="quarter" idx="1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lide Number Placeholder">
            <a:extLst>
              <a:ext uri="{FF2B5EF4-FFF2-40B4-BE49-F238E27FC236}">
                <a16:creationId xmlns:a16="http://schemas.microsoft.com/office/drawing/2014/main" id="{E0820B30-B614-D646-813E-A70BF2F465E9}"/>
              </a:ext>
            </a:extLst>
          </p:cNvPr>
          <p:cNvSpPr>
            <a:spLocks noGrp="1"/>
          </p:cNvSpPr>
          <p:nvPr>
            <p:ph type="sldNum" sz="quarter" idx="19"/>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59127139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Quote three column">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1038225" y="571501"/>
            <a:ext cx="10115550" cy="603504"/>
          </a:xfrm>
        </p:spPr>
        <p:txBody>
          <a:bodyPr/>
          <a:lstStyle>
            <a:lvl1pPr algn="ctr">
              <a:lnSpc>
                <a:spcPct val="110000"/>
              </a:lnSpc>
              <a:defRPr/>
            </a:lvl1pPr>
          </a:lstStyle>
          <a:p>
            <a:r>
              <a:rPr lang="en-US" dirty="0"/>
              <a:t>Click to edit Master title style lorem</a:t>
            </a:r>
          </a:p>
        </p:txBody>
      </p:sp>
      <p:sp>
        <p:nvSpPr>
          <p:cNvPr id="4" name="Quote Text Placeholder 1">
            <a:extLst>
              <a:ext uri="{FF2B5EF4-FFF2-40B4-BE49-F238E27FC236}">
                <a16:creationId xmlns:a16="http://schemas.microsoft.com/office/drawing/2014/main" id="{9F057ABE-06A8-4A4B-A322-3E94856C42EA}"/>
              </a:ext>
            </a:extLst>
          </p:cNvPr>
          <p:cNvSpPr>
            <a:spLocks noGrp="1"/>
          </p:cNvSpPr>
          <p:nvPr>
            <p:ph type="body" sz="quarter" idx="15"/>
          </p:nvPr>
        </p:nvSpPr>
        <p:spPr>
          <a:xfrm>
            <a:off x="571500" y="1525568"/>
            <a:ext cx="3505200" cy="2277533"/>
          </a:xfrm>
          <a:solidFill>
            <a:schemeClr val="accent6"/>
          </a:solidFill>
        </p:spPr>
        <p:txBody>
          <a:bodyPr lIns="137160" tIns="137160" rIns="91440" bIns="182880"/>
          <a:lstStyle>
            <a:lvl1pPr>
              <a:spcAft>
                <a:spcPts val="600"/>
              </a:spcAft>
              <a:defRPr sz="1400" b="0" i="0">
                <a:latin typeface="FedEx Sans Medium" panose="020B0603020203020204" pitchFamily="34" charset="0"/>
                <a:ea typeface="FedEx Sans Medium" panose="020B0603020203020204" pitchFamily="34" charset="0"/>
                <a:cs typeface="FedEx Sans Medium" panose="020B0603020203020204" pitchFamily="34" charset="0"/>
              </a:defRPr>
            </a:lvl1pPr>
            <a:lvl2pPr marL="0">
              <a:spcAft>
                <a:spcPts val="0"/>
              </a:spcAft>
              <a:defRPr sz="12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10" name="Quote Text Placeholder 2">
            <a:extLst>
              <a:ext uri="{FF2B5EF4-FFF2-40B4-BE49-F238E27FC236}">
                <a16:creationId xmlns:a16="http://schemas.microsoft.com/office/drawing/2014/main" id="{0395977C-14CB-1444-AD45-CB2B20C86FC0}"/>
              </a:ext>
            </a:extLst>
          </p:cNvPr>
          <p:cNvSpPr>
            <a:spLocks noGrp="1"/>
          </p:cNvSpPr>
          <p:nvPr>
            <p:ph type="body" sz="quarter" idx="19"/>
          </p:nvPr>
        </p:nvSpPr>
        <p:spPr>
          <a:xfrm>
            <a:off x="4343400" y="1525568"/>
            <a:ext cx="3505200" cy="2277533"/>
          </a:xfrm>
          <a:solidFill>
            <a:schemeClr val="accent6"/>
          </a:solidFill>
        </p:spPr>
        <p:txBody>
          <a:bodyPr lIns="137160" tIns="137160" rIns="91440" bIns="182880"/>
          <a:lstStyle>
            <a:lvl1pPr>
              <a:spcAft>
                <a:spcPts val="600"/>
              </a:spcAft>
              <a:defRPr sz="1400" b="0" i="0">
                <a:latin typeface="FedEx Sans Medium" panose="020B0603020203020204" pitchFamily="34" charset="0"/>
                <a:ea typeface="FedEx Sans Medium" panose="020B0603020203020204" pitchFamily="34" charset="0"/>
                <a:cs typeface="FedEx Sans Medium" panose="020B0603020203020204" pitchFamily="34" charset="0"/>
              </a:defRPr>
            </a:lvl1pPr>
            <a:lvl2pPr marL="0">
              <a:spcAft>
                <a:spcPts val="0"/>
              </a:spcAft>
              <a:defRPr sz="12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11" name="Quote Text Placeholder 3">
            <a:extLst>
              <a:ext uri="{FF2B5EF4-FFF2-40B4-BE49-F238E27FC236}">
                <a16:creationId xmlns:a16="http://schemas.microsoft.com/office/drawing/2014/main" id="{B6AD55CF-CC57-4C4B-B41F-B47733B57EA3}"/>
              </a:ext>
            </a:extLst>
          </p:cNvPr>
          <p:cNvSpPr>
            <a:spLocks noGrp="1"/>
          </p:cNvSpPr>
          <p:nvPr>
            <p:ph type="body" sz="quarter" idx="20"/>
          </p:nvPr>
        </p:nvSpPr>
        <p:spPr>
          <a:xfrm>
            <a:off x="8115300" y="1525568"/>
            <a:ext cx="3505200" cy="2277533"/>
          </a:xfrm>
          <a:solidFill>
            <a:schemeClr val="accent6"/>
          </a:solidFill>
        </p:spPr>
        <p:txBody>
          <a:bodyPr lIns="137160" tIns="137160" rIns="91440" bIns="182880"/>
          <a:lstStyle>
            <a:lvl1pPr>
              <a:spcAft>
                <a:spcPts val="600"/>
              </a:spcAft>
              <a:defRPr sz="1400" b="0" i="0">
                <a:latin typeface="FedEx Sans Medium" panose="020B0603020203020204" pitchFamily="34" charset="0"/>
                <a:ea typeface="FedEx Sans Medium" panose="020B0603020203020204" pitchFamily="34" charset="0"/>
                <a:cs typeface="FedEx Sans Medium" panose="020B0603020203020204" pitchFamily="34" charset="0"/>
              </a:defRPr>
            </a:lvl1pPr>
            <a:lvl2pPr marL="0">
              <a:spcAft>
                <a:spcPts val="0"/>
              </a:spcAft>
              <a:defRPr sz="12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Click to edit Master text styles</a:t>
            </a:r>
          </a:p>
          <a:p>
            <a:pPr lvl="1"/>
            <a:r>
              <a:rPr lang="en-US" dirty="0"/>
              <a:t>Second level</a:t>
            </a:r>
          </a:p>
        </p:txBody>
      </p:sp>
      <p:sp>
        <p:nvSpPr>
          <p:cNvPr id="13" name="Summary Placeholder">
            <a:extLst>
              <a:ext uri="{FF2B5EF4-FFF2-40B4-BE49-F238E27FC236}">
                <a16:creationId xmlns:a16="http://schemas.microsoft.com/office/drawing/2014/main" id="{16DBD2C0-C8BD-3144-AB79-DDBE842BD542}"/>
              </a:ext>
            </a:extLst>
          </p:cNvPr>
          <p:cNvSpPr>
            <a:spLocks noGrp="1"/>
          </p:cNvSpPr>
          <p:nvPr>
            <p:ph type="body" sz="quarter" idx="18"/>
          </p:nvPr>
        </p:nvSpPr>
        <p:spPr>
          <a:xfrm>
            <a:off x="2400300" y="4153664"/>
            <a:ext cx="7353300" cy="1866136"/>
          </a:xfrm>
        </p:spPr>
        <p:txBody>
          <a:bodyPr anchor="ctr" anchorCtr="0"/>
          <a:lstStyle>
            <a:lvl1pPr algn="ctr">
              <a:spcAft>
                <a:spcPts val="600"/>
              </a:spcAft>
              <a:defRPr sz="2200" b="0" i="0">
                <a:latin typeface="FedEx Sans" panose="020B0603020203020204" pitchFamily="34" charset="0"/>
                <a:ea typeface="FedEx Sans" panose="020B0603020203020204" pitchFamily="34" charset="0"/>
                <a:cs typeface="FedEx Sans" panose="020B0603020203020204" pitchFamily="34" charset="0"/>
              </a:defRPr>
            </a:lvl1pPr>
            <a:lvl3pPr algn="ctr">
              <a:defRPr sz="1800"/>
            </a:lvl3pPr>
          </a:lstStyle>
          <a:p>
            <a:pPr lvl="0"/>
            <a:r>
              <a:rPr lang="en-US" dirty="0"/>
              <a:t>Click to edit Master text styles</a:t>
            </a:r>
          </a:p>
          <a:p>
            <a:pPr lvl="2"/>
            <a:r>
              <a:rPr lang="en-US" dirty="0"/>
              <a:t>Second level</a:t>
            </a:r>
          </a:p>
        </p:txBody>
      </p:sp>
      <p:sp>
        <p:nvSpPr>
          <p:cNvPr id="5" name="Footer Placeholder ">
            <a:extLst>
              <a:ext uri="{FF2B5EF4-FFF2-40B4-BE49-F238E27FC236}">
                <a16:creationId xmlns:a16="http://schemas.microsoft.com/office/drawing/2014/main" id="{96D7A891-D65B-A148-83D1-5C3F655DA64D}"/>
              </a:ext>
            </a:extLst>
          </p:cNvPr>
          <p:cNvSpPr>
            <a:spLocks noGrp="1"/>
          </p:cNvSpPr>
          <p:nvPr>
            <p:ph type="ftr" sz="quarter" idx="2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355F8C85-078B-114A-A94E-634976044FBA}"/>
              </a:ext>
            </a:extLst>
          </p:cNvPr>
          <p:cNvSpPr>
            <a:spLocks noGrp="1"/>
          </p:cNvSpPr>
          <p:nvPr>
            <p:ph type="sldNum" sz="quarter" idx="2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63399814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amp; Content (large)">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5" name="Chart Placeholder 4">
            <a:extLst>
              <a:ext uri="{FF2B5EF4-FFF2-40B4-BE49-F238E27FC236}">
                <a16:creationId xmlns:a16="http://schemas.microsoft.com/office/drawing/2014/main" id="{74B8394F-235F-AB4B-BEA3-40E53DCFE116}"/>
              </a:ext>
            </a:extLst>
          </p:cNvPr>
          <p:cNvSpPr>
            <a:spLocks noGrp="1"/>
          </p:cNvSpPr>
          <p:nvPr>
            <p:ph type="chart" sz="quarter" idx="23"/>
          </p:nvPr>
        </p:nvSpPr>
        <p:spPr>
          <a:xfrm>
            <a:off x="571500" y="1524000"/>
            <a:ext cx="11049000" cy="4495800"/>
          </a:xfrm>
        </p:spPr>
        <p:txBody>
          <a:bodyPr anchor="ctr" anchorCtr="0"/>
          <a:lstStyle>
            <a:lvl1pPr algn="ctr">
              <a:defRPr sz="1400"/>
            </a:lvl1pPr>
          </a:lstStyle>
          <a:p>
            <a:endParaRPr lang="en-US"/>
          </a:p>
        </p:txBody>
      </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6240727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amp; Text (no title)">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26370F2E-00A9-6240-9449-E2A4107C703B}"/>
              </a:ext>
            </a:extLst>
          </p:cNvPr>
          <p:cNvSpPr>
            <a:spLocks noGrp="1"/>
          </p:cNvSpPr>
          <p:nvPr>
            <p:ph type="body" sz="quarter" idx="25" hasCustomPrompt="1"/>
          </p:nvPr>
        </p:nvSpPr>
        <p:spPr>
          <a:xfrm>
            <a:off x="8077200" y="571500"/>
            <a:ext cx="3543300" cy="54483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8" name="Chart Placeholder 4">
            <a:extLst>
              <a:ext uri="{FF2B5EF4-FFF2-40B4-BE49-F238E27FC236}">
                <a16:creationId xmlns:a16="http://schemas.microsoft.com/office/drawing/2014/main" id="{3933814B-7402-3841-9ED9-82AFABB109BE}"/>
              </a:ext>
            </a:extLst>
          </p:cNvPr>
          <p:cNvSpPr>
            <a:spLocks noGrp="1"/>
          </p:cNvSpPr>
          <p:nvPr>
            <p:ph type="chart" sz="quarter" idx="23"/>
          </p:nvPr>
        </p:nvSpPr>
        <p:spPr>
          <a:xfrm>
            <a:off x="571500" y="571500"/>
            <a:ext cx="7277100" cy="5448300"/>
          </a:xfrm>
        </p:spPr>
        <p:txBody>
          <a:bodyPr anchor="ctr" anchorCtr="0"/>
          <a:lstStyle>
            <a:lvl1pPr algn="ctr">
              <a:defRPr sz="1400"/>
            </a:lvl1pPr>
          </a:lstStyle>
          <a:p>
            <a:endParaRPr lang="en-US"/>
          </a:p>
        </p:txBody>
      </p:sp>
      <p:sp>
        <p:nvSpPr>
          <p:cNvPr id="6" name="Caption Placeholder 1">
            <a:extLst>
              <a:ext uri="{FF2B5EF4-FFF2-40B4-BE49-F238E27FC236}">
                <a16:creationId xmlns:a16="http://schemas.microsoft.com/office/drawing/2014/main" id="{F9492DF2-5B67-EC48-B24D-494632032553}"/>
              </a:ext>
            </a:extLst>
          </p:cNvPr>
          <p:cNvSpPr>
            <a:spLocks noGrp="1"/>
          </p:cNvSpPr>
          <p:nvPr>
            <p:ph type="body" sz="quarter" idx="32" hasCustomPrompt="1"/>
          </p:nvPr>
        </p:nvSpPr>
        <p:spPr>
          <a:xfrm>
            <a:off x="576580" y="6096000"/>
            <a:ext cx="7315200" cy="152400"/>
          </a:xfrm>
        </p:spPr>
        <p:txBody>
          <a:bodyPr anchor="b" anchorCtr="0"/>
          <a:lstStyle>
            <a:lvl1pPr>
              <a:defRPr sz="800">
                <a:solidFill>
                  <a:schemeClr val="accent4"/>
                </a:solidFill>
              </a:defRPr>
            </a:lvl1pPr>
          </a:lstStyle>
          <a:p>
            <a:pPr lvl="0"/>
            <a:r>
              <a:rPr lang="en-US" dirty="0"/>
              <a:t>This is a caption / footnote</a:t>
            </a:r>
          </a:p>
        </p:txBody>
      </p:sp>
      <p:sp>
        <p:nvSpPr>
          <p:cNvPr id="2" name="Footer Placeholder">
            <a:extLst>
              <a:ext uri="{FF2B5EF4-FFF2-40B4-BE49-F238E27FC236}">
                <a16:creationId xmlns:a16="http://schemas.microsoft.com/office/drawing/2014/main" id="{D533FF8F-160B-AB40-B417-6797CDFA0AA7}"/>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F68F9288-3782-9E46-8845-44224372570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90824630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amp; 2 Content Block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9" name="Text Placeholder 1">
            <a:extLst>
              <a:ext uri="{FF2B5EF4-FFF2-40B4-BE49-F238E27FC236}">
                <a16:creationId xmlns:a16="http://schemas.microsoft.com/office/drawing/2014/main" id="{90CC3DE7-9EF4-4C4A-BA28-09FB94E7F793}"/>
              </a:ext>
            </a:extLst>
          </p:cNvPr>
          <p:cNvSpPr>
            <a:spLocks noGrp="1"/>
          </p:cNvSpPr>
          <p:nvPr>
            <p:ph type="body" sz="quarter" idx="25" hasCustomPrompt="1"/>
          </p:nvPr>
        </p:nvSpPr>
        <p:spPr>
          <a:xfrm>
            <a:off x="8077200" y="1524000"/>
            <a:ext cx="3543300" cy="44958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8" name="Chart Placeholder 4">
            <a:extLst>
              <a:ext uri="{FF2B5EF4-FFF2-40B4-BE49-F238E27FC236}">
                <a16:creationId xmlns:a16="http://schemas.microsoft.com/office/drawing/2014/main" id="{957975AE-6755-1041-B753-399B1E328F15}"/>
              </a:ext>
            </a:extLst>
          </p:cNvPr>
          <p:cNvSpPr>
            <a:spLocks noGrp="1"/>
          </p:cNvSpPr>
          <p:nvPr>
            <p:ph type="chart" sz="quarter" idx="23"/>
          </p:nvPr>
        </p:nvSpPr>
        <p:spPr>
          <a:xfrm>
            <a:off x="571500" y="1524000"/>
            <a:ext cx="7277100" cy="4495800"/>
          </a:xfrm>
        </p:spPr>
        <p:txBody>
          <a:bodyPr anchor="ctr" anchorCtr="0"/>
          <a:lstStyle>
            <a:lvl1pPr algn="ctr">
              <a:defRPr sz="1400"/>
            </a:lvl1pPr>
          </a:lstStyle>
          <a:p>
            <a:endParaRPr lang="en-US"/>
          </a:p>
        </p:txBody>
      </p:sp>
      <p:sp>
        <p:nvSpPr>
          <p:cNvPr id="7" name="Caption Placeholder 1">
            <a:extLst>
              <a:ext uri="{FF2B5EF4-FFF2-40B4-BE49-F238E27FC236}">
                <a16:creationId xmlns:a16="http://schemas.microsoft.com/office/drawing/2014/main" id="{7D9CC340-A85C-9342-B19A-BB49DF9FE9E1}"/>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1991346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 Text (right) &amp; Content (left, larg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8077200" y="571500"/>
            <a:ext cx="3543300" cy="1755648"/>
          </a:xfrm>
        </p:spPr>
        <p:txBody>
          <a:bodyPr/>
          <a:lstStyle>
            <a:lvl1pPr>
              <a:lnSpc>
                <a:spcPct val="110000"/>
              </a:lnSpc>
              <a:defRPr/>
            </a:lvl1pPr>
          </a:lstStyle>
          <a:p>
            <a:r>
              <a:rPr lang="en-US" dirty="0"/>
              <a:t>Click to edit Master title style</a:t>
            </a:r>
          </a:p>
        </p:txBody>
      </p:sp>
      <p:sp>
        <p:nvSpPr>
          <p:cNvPr id="7" name="Text Placeholder">
            <a:extLst>
              <a:ext uri="{FF2B5EF4-FFF2-40B4-BE49-F238E27FC236}">
                <a16:creationId xmlns:a16="http://schemas.microsoft.com/office/drawing/2014/main" id="{77223B84-7A4F-454B-ADF5-4EEC85F27BC2}"/>
              </a:ext>
            </a:extLst>
          </p:cNvPr>
          <p:cNvSpPr>
            <a:spLocks noGrp="1"/>
          </p:cNvSpPr>
          <p:nvPr>
            <p:ph type="body" sz="quarter" idx="28" hasCustomPrompt="1"/>
          </p:nvPr>
        </p:nvSpPr>
        <p:spPr>
          <a:xfrm>
            <a:off x="8077200" y="2708148"/>
            <a:ext cx="3543300" cy="3311652"/>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buFont typeface="Arial" panose="020B0604020202020204" pitchFamily="34" charset="0"/>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a:buFont typeface="System Font Regular"/>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a:buFont typeface="System Font Regular"/>
              <a:buChar char="&gt;"/>
              <a:defRPr sz="1200" b="0" i="0">
                <a:latin typeface="FedEx Sans" panose="020B0603020203020204" pitchFamily="34" charset="0"/>
                <a:ea typeface="FedEx Sans" panose="020B0603020203020204" pitchFamily="34" charset="0"/>
                <a:cs typeface="FedEx Sans" panose="020B0603020203020204" pitchFamily="34" charset="0"/>
              </a:defRPr>
            </a:lvl5pPr>
            <a:lvl6pPr>
              <a:defRPr sz="1200"/>
            </a:lvl6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hart Placeholder 4">
            <a:extLst>
              <a:ext uri="{FF2B5EF4-FFF2-40B4-BE49-F238E27FC236}">
                <a16:creationId xmlns:a16="http://schemas.microsoft.com/office/drawing/2014/main" id="{A7D8BB79-E2DD-A543-B6AF-28BDF0F28981}"/>
              </a:ext>
            </a:extLst>
          </p:cNvPr>
          <p:cNvSpPr>
            <a:spLocks noGrp="1"/>
          </p:cNvSpPr>
          <p:nvPr>
            <p:ph type="chart" sz="quarter" idx="23"/>
          </p:nvPr>
        </p:nvSpPr>
        <p:spPr>
          <a:xfrm>
            <a:off x="571500" y="571500"/>
            <a:ext cx="7277100" cy="5448300"/>
          </a:xfrm>
        </p:spPr>
        <p:txBody>
          <a:bodyPr anchor="ctr" anchorCtr="0"/>
          <a:lstStyle>
            <a:lvl1pPr algn="ctr">
              <a:defRPr sz="1400"/>
            </a:lvl1pPr>
          </a:lstStyle>
          <a:p>
            <a:endParaRPr lang="en-US"/>
          </a:p>
        </p:txBody>
      </p:sp>
      <p:sp>
        <p:nvSpPr>
          <p:cNvPr id="8" name="Caption Placeholder 1">
            <a:extLst>
              <a:ext uri="{FF2B5EF4-FFF2-40B4-BE49-F238E27FC236}">
                <a16:creationId xmlns:a16="http://schemas.microsoft.com/office/drawing/2014/main" id="{A161D401-2CCD-D645-9E13-4813531EF0E1}"/>
              </a:ext>
            </a:extLst>
          </p:cNvPr>
          <p:cNvSpPr>
            <a:spLocks noGrp="1"/>
          </p:cNvSpPr>
          <p:nvPr>
            <p:ph type="body" sz="quarter" idx="22" hasCustomPrompt="1"/>
          </p:nvPr>
        </p:nvSpPr>
        <p:spPr>
          <a:xfrm>
            <a:off x="576580" y="6096000"/>
            <a:ext cx="7315200" cy="152400"/>
          </a:xfrm>
        </p:spPr>
        <p:txBody>
          <a:bodyPr anchor="b" anchorCtr="0"/>
          <a:lstStyle>
            <a:lvl1pPr>
              <a:defRPr sz="800">
                <a:solidFill>
                  <a:schemeClr val="accent4"/>
                </a:solidFill>
              </a:defRPr>
            </a:lvl1pPr>
          </a:lstStyle>
          <a:p>
            <a:pPr lvl="0"/>
            <a:r>
              <a:rPr lang="en-US" dirty="0"/>
              <a:t>This is a caption / footnote</a:t>
            </a:r>
          </a:p>
        </p:txBody>
      </p:sp>
      <p:sp>
        <p:nvSpPr>
          <p:cNvPr id="5" name="Footer Placeholder">
            <a:extLst>
              <a:ext uri="{FF2B5EF4-FFF2-40B4-BE49-F238E27FC236}">
                <a16:creationId xmlns:a16="http://schemas.microsoft.com/office/drawing/2014/main" id="{83913716-00FC-A043-A845-ADDDD2036839}"/>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0A2E0E0A-3BB6-4546-BFAB-6604D8E142CC}"/>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443151602"/>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 Text (left) &amp; Content (right)">
    <p:spTree>
      <p:nvGrpSpPr>
        <p:cNvPr id="1" name=""/>
        <p:cNvGrpSpPr/>
        <p:nvPr/>
      </p:nvGrpSpPr>
      <p:grpSpPr>
        <a:xfrm>
          <a:off x="0" y="0"/>
          <a:ext cx="0" cy="0"/>
          <a:chOff x="0" y="0"/>
          <a:chExt cx="0" cy="0"/>
        </a:xfrm>
      </p:grpSpPr>
      <p:sp>
        <p:nvSpPr>
          <p:cNvPr id="2" name="Title"/>
          <p:cNvSpPr>
            <a:spLocks noGrp="1"/>
          </p:cNvSpPr>
          <p:nvPr>
            <p:ph type="title"/>
          </p:nvPr>
        </p:nvSpPr>
        <p:spPr>
          <a:xfrm>
            <a:off x="571500" y="576070"/>
            <a:ext cx="5410200" cy="1106424"/>
          </a:xfrm>
        </p:spPr>
        <p:txBody>
          <a:bodyPr/>
          <a:lstStyle/>
          <a:p>
            <a:r>
              <a:rPr lang="en-US" dirty="0"/>
              <a:t>Click to edit Master title style</a:t>
            </a:r>
          </a:p>
        </p:txBody>
      </p:sp>
      <p:sp>
        <p:nvSpPr>
          <p:cNvPr id="3" name="Text Placeholder"/>
          <p:cNvSpPr>
            <a:spLocks noGrp="1"/>
          </p:cNvSpPr>
          <p:nvPr>
            <p:ph type="body" orient="vert" idx="1"/>
          </p:nvPr>
        </p:nvSpPr>
        <p:spPr>
          <a:xfrm>
            <a:off x="576072" y="2057400"/>
            <a:ext cx="5405628" cy="39624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1" name="Chart Placeholder 4">
            <a:extLst>
              <a:ext uri="{FF2B5EF4-FFF2-40B4-BE49-F238E27FC236}">
                <a16:creationId xmlns:a16="http://schemas.microsoft.com/office/drawing/2014/main" id="{51291358-5851-8C4E-8691-632E1BC379C1}"/>
              </a:ext>
            </a:extLst>
          </p:cNvPr>
          <p:cNvSpPr>
            <a:spLocks noGrp="1"/>
          </p:cNvSpPr>
          <p:nvPr>
            <p:ph type="chart" sz="quarter" idx="23"/>
          </p:nvPr>
        </p:nvSpPr>
        <p:spPr>
          <a:xfrm>
            <a:off x="6231128" y="571500"/>
            <a:ext cx="5384800" cy="5448300"/>
          </a:xfrm>
        </p:spPr>
        <p:txBody>
          <a:bodyPr anchor="ctr" anchorCtr="0"/>
          <a:lstStyle>
            <a:lvl1pPr algn="ctr">
              <a:defRPr sz="1400"/>
            </a:lvl1pPr>
          </a:lstStyle>
          <a:p>
            <a:endParaRPr lang="en-US"/>
          </a:p>
        </p:txBody>
      </p:sp>
      <p:sp>
        <p:nvSpPr>
          <p:cNvPr id="10" name="Caption Placeholder 2">
            <a:extLst>
              <a:ext uri="{FF2B5EF4-FFF2-40B4-BE49-F238E27FC236}">
                <a16:creationId xmlns:a16="http://schemas.microsoft.com/office/drawing/2014/main" id="{188F131D-CBD4-0C42-93C1-BCA190A41A86}"/>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7" name="Footer Placeholder">
            <a:extLst>
              <a:ext uri="{FF2B5EF4-FFF2-40B4-BE49-F238E27FC236}">
                <a16:creationId xmlns:a16="http://schemas.microsoft.com/office/drawing/2014/main" id="{22ED8B88-7755-2848-978D-E521EE4EAB88}"/>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6AB7122A-BA5F-F649-9C6D-D9F3FFEDEAE0}"/>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90757877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mp; Content Comparison">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9182100" cy="603504"/>
          </a:xfrm>
        </p:spPr>
        <p:txBody>
          <a:bodyPr/>
          <a:lstStyle>
            <a:lvl1pPr>
              <a:lnSpc>
                <a:spcPct val="110000"/>
              </a:lnSpc>
              <a:defRPr/>
            </a:lvl1pPr>
          </a:lstStyle>
          <a:p>
            <a:r>
              <a:rPr lang="en-US" dirty="0"/>
              <a:t>Click to edit Master title style</a:t>
            </a:r>
          </a:p>
        </p:txBody>
      </p:sp>
      <p:sp>
        <p:nvSpPr>
          <p:cNvPr id="7" name="Caption Placeholder 1">
            <a:extLst>
              <a:ext uri="{FF2B5EF4-FFF2-40B4-BE49-F238E27FC236}">
                <a16:creationId xmlns:a16="http://schemas.microsoft.com/office/drawing/2014/main" id="{DAE125F3-3898-9340-A692-4D5692EB351F}"/>
              </a:ext>
            </a:extLst>
          </p:cNvPr>
          <p:cNvSpPr>
            <a:spLocks noGrp="1"/>
          </p:cNvSpPr>
          <p:nvPr>
            <p:ph type="body" sz="quarter" idx="22" hasCustomPrompt="1"/>
          </p:nvPr>
        </p:nvSpPr>
        <p:spPr>
          <a:xfrm>
            <a:off x="57658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9" name="Chart Placeholder 1">
            <a:extLst>
              <a:ext uri="{FF2B5EF4-FFF2-40B4-BE49-F238E27FC236}">
                <a16:creationId xmlns:a16="http://schemas.microsoft.com/office/drawing/2014/main" id="{BA408C49-9094-5F40-BB9B-C8C23E7A8D09}"/>
              </a:ext>
            </a:extLst>
          </p:cNvPr>
          <p:cNvSpPr>
            <a:spLocks noGrp="1"/>
          </p:cNvSpPr>
          <p:nvPr>
            <p:ph type="chart" sz="quarter" idx="23"/>
          </p:nvPr>
        </p:nvSpPr>
        <p:spPr>
          <a:xfrm>
            <a:off x="571500" y="1524000"/>
            <a:ext cx="5410198" cy="4495800"/>
          </a:xfrm>
        </p:spPr>
        <p:txBody>
          <a:bodyPr anchor="ctr" anchorCtr="0"/>
          <a:lstStyle>
            <a:lvl1pPr algn="ctr">
              <a:defRPr sz="1400"/>
            </a:lvl1pPr>
          </a:lstStyle>
          <a:p>
            <a:endParaRPr lang="en-US"/>
          </a:p>
        </p:txBody>
      </p:sp>
      <p:sp>
        <p:nvSpPr>
          <p:cNvPr id="10" name="Chart Placeholder 2">
            <a:extLst>
              <a:ext uri="{FF2B5EF4-FFF2-40B4-BE49-F238E27FC236}">
                <a16:creationId xmlns:a16="http://schemas.microsoft.com/office/drawing/2014/main" id="{DC7AE3F7-1C9C-F24E-8EE2-A3D1E3725EB8}"/>
              </a:ext>
            </a:extLst>
          </p:cNvPr>
          <p:cNvSpPr>
            <a:spLocks noGrp="1"/>
          </p:cNvSpPr>
          <p:nvPr>
            <p:ph type="chart" sz="quarter" idx="28"/>
          </p:nvPr>
        </p:nvSpPr>
        <p:spPr>
          <a:xfrm>
            <a:off x="6210300" y="1524000"/>
            <a:ext cx="5410198" cy="4495800"/>
          </a:xfrm>
        </p:spPr>
        <p:txBody>
          <a:bodyPr anchor="ctr" anchorCtr="0"/>
          <a:lstStyle>
            <a:lvl1pPr algn="ctr">
              <a:defRPr sz="1400"/>
            </a:lvl1pPr>
          </a:lstStyle>
          <a:p>
            <a:endParaRPr lang="en-US"/>
          </a:p>
        </p:txBody>
      </p:sp>
      <p:sp>
        <p:nvSpPr>
          <p:cNvPr id="8" name="Caption Placeholder 2">
            <a:extLst>
              <a:ext uri="{FF2B5EF4-FFF2-40B4-BE49-F238E27FC236}">
                <a16:creationId xmlns:a16="http://schemas.microsoft.com/office/drawing/2014/main" id="{93930ABC-C893-D042-961E-FB97BAA687A7}"/>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dirty="0"/>
              <a:t>This is a caption / footnote</a:t>
            </a:r>
          </a:p>
        </p:txBody>
      </p:sp>
      <p:sp>
        <p:nvSpPr>
          <p:cNvPr id="3" name="Footer Placeholder">
            <a:extLst>
              <a:ext uri="{FF2B5EF4-FFF2-40B4-BE49-F238E27FC236}">
                <a16:creationId xmlns:a16="http://schemas.microsoft.com/office/drawing/2014/main" id="{2D401042-9E42-A44A-A182-412E328F87AA}"/>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223C8665-B7BA-8548-A8A7-D32068D78D9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65906147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mp; 2 Content Textboxes w. Supporting Tex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lnSpc>
                <a:spcPct val="110000"/>
              </a:lnSpc>
              <a:defRPr/>
            </a:lvl1pPr>
          </a:lstStyle>
          <a:p>
            <a:r>
              <a:rPr lang="en-US" dirty="0"/>
              <a:t>Click to edit Master title style</a:t>
            </a:r>
          </a:p>
        </p:txBody>
      </p:sp>
      <p:sp>
        <p:nvSpPr>
          <p:cNvPr id="11" name="Text Placeholder 1">
            <a:extLst>
              <a:ext uri="{FF2B5EF4-FFF2-40B4-BE49-F238E27FC236}">
                <a16:creationId xmlns:a16="http://schemas.microsoft.com/office/drawing/2014/main" id="{B891F4A3-70FC-3E4A-AF51-1E7C60CB99F4}"/>
              </a:ext>
            </a:extLst>
          </p:cNvPr>
          <p:cNvSpPr>
            <a:spLocks noGrp="1"/>
          </p:cNvSpPr>
          <p:nvPr>
            <p:ph type="body" sz="quarter" idx="25" hasCustomPrompt="1"/>
          </p:nvPr>
        </p:nvSpPr>
        <p:spPr>
          <a:xfrm>
            <a:off x="576072" y="4716437"/>
            <a:ext cx="5391151" cy="13056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9" name="Chart Placeholder 1">
            <a:extLst>
              <a:ext uri="{FF2B5EF4-FFF2-40B4-BE49-F238E27FC236}">
                <a16:creationId xmlns:a16="http://schemas.microsoft.com/office/drawing/2014/main" id="{E5093006-0C03-354F-B656-29C304960AC8}"/>
              </a:ext>
            </a:extLst>
          </p:cNvPr>
          <p:cNvSpPr>
            <a:spLocks noGrp="1"/>
          </p:cNvSpPr>
          <p:nvPr>
            <p:ph type="chart" sz="quarter" idx="23"/>
          </p:nvPr>
        </p:nvSpPr>
        <p:spPr>
          <a:xfrm>
            <a:off x="571500" y="1524000"/>
            <a:ext cx="5410198" cy="2971800"/>
          </a:xfrm>
        </p:spPr>
        <p:txBody>
          <a:bodyPr anchor="ctr" anchorCtr="0"/>
          <a:lstStyle>
            <a:lvl1pPr algn="ctr">
              <a:defRPr sz="1400"/>
            </a:lvl1pPr>
          </a:lstStyle>
          <a:p>
            <a:endParaRPr lang="en-US"/>
          </a:p>
        </p:txBody>
      </p:sp>
      <p:sp>
        <p:nvSpPr>
          <p:cNvPr id="13" name="Text Placeholder 2">
            <a:extLst>
              <a:ext uri="{FF2B5EF4-FFF2-40B4-BE49-F238E27FC236}">
                <a16:creationId xmlns:a16="http://schemas.microsoft.com/office/drawing/2014/main" id="{7CCE4CE9-F789-8A41-AD5D-E3B93655BC89}"/>
              </a:ext>
            </a:extLst>
          </p:cNvPr>
          <p:cNvSpPr>
            <a:spLocks noGrp="1"/>
          </p:cNvSpPr>
          <p:nvPr>
            <p:ph type="body" sz="quarter" idx="26" hasCustomPrompt="1"/>
          </p:nvPr>
        </p:nvSpPr>
        <p:spPr>
          <a:xfrm>
            <a:off x="6229349" y="4714198"/>
            <a:ext cx="5391151" cy="13056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4" name="Chart Placeholder 2">
            <a:extLst>
              <a:ext uri="{FF2B5EF4-FFF2-40B4-BE49-F238E27FC236}">
                <a16:creationId xmlns:a16="http://schemas.microsoft.com/office/drawing/2014/main" id="{3C110A2A-311A-0245-8DE7-4CA4C114BF92}"/>
              </a:ext>
            </a:extLst>
          </p:cNvPr>
          <p:cNvSpPr>
            <a:spLocks noGrp="1"/>
          </p:cNvSpPr>
          <p:nvPr>
            <p:ph type="chart" sz="quarter" idx="29"/>
          </p:nvPr>
        </p:nvSpPr>
        <p:spPr>
          <a:xfrm>
            <a:off x="6210300" y="1524000"/>
            <a:ext cx="5410198" cy="2971800"/>
          </a:xfrm>
        </p:spPr>
        <p:txBody>
          <a:bodyPr anchor="ctr" anchorCtr="0"/>
          <a:lstStyle>
            <a:lvl1pPr algn="ctr">
              <a:defRPr sz="1400"/>
            </a:lvl1pPr>
          </a:lstStyle>
          <a:p>
            <a:endParaRPr lang="en-US"/>
          </a:p>
        </p:txBody>
      </p:sp>
      <p:sp>
        <p:nvSpPr>
          <p:cNvPr id="3" name="Footer Placeholder">
            <a:extLst>
              <a:ext uri="{FF2B5EF4-FFF2-40B4-BE49-F238E27FC236}">
                <a16:creationId xmlns:a16="http://schemas.microsoft.com/office/drawing/2014/main" id="{C9A99BF0-2622-8C43-A4EB-A1C09E9DA7E0}"/>
              </a:ext>
            </a:extLst>
          </p:cNvPr>
          <p:cNvSpPr>
            <a:spLocks noGrp="1"/>
          </p:cNvSpPr>
          <p:nvPr>
            <p:ph type="ftr" sz="quarter" idx="2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6298AB4-0EC7-7F4D-9893-DC26E0F1B774}"/>
              </a:ext>
            </a:extLst>
          </p:cNvPr>
          <p:cNvSpPr>
            <a:spLocks noGrp="1"/>
          </p:cNvSpPr>
          <p:nvPr>
            <p:ph type="sldNum" sz="quarter" idx="2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179854179"/>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mp; 2 Textboxes / Content ">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13" name="Text Placeholder 1">
            <a:extLst>
              <a:ext uri="{FF2B5EF4-FFF2-40B4-BE49-F238E27FC236}">
                <a16:creationId xmlns:a16="http://schemas.microsoft.com/office/drawing/2014/main" id="{D734A51F-E7BC-2844-AE8C-725C3AAC5D62}"/>
              </a:ext>
            </a:extLst>
          </p:cNvPr>
          <p:cNvSpPr>
            <a:spLocks noGrp="1"/>
          </p:cNvSpPr>
          <p:nvPr>
            <p:ph type="body" sz="quarter" idx="25" hasCustomPrompt="1"/>
          </p:nvPr>
        </p:nvSpPr>
        <p:spPr>
          <a:xfrm>
            <a:off x="4381500" y="1527048"/>
            <a:ext cx="7238996" cy="20675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9" name="Chart Placeholder 1">
            <a:extLst>
              <a:ext uri="{FF2B5EF4-FFF2-40B4-BE49-F238E27FC236}">
                <a16:creationId xmlns:a16="http://schemas.microsoft.com/office/drawing/2014/main" id="{5BB450B8-23C8-3441-B11B-C02E0707A883}"/>
              </a:ext>
            </a:extLst>
          </p:cNvPr>
          <p:cNvSpPr>
            <a:spLocks noGrp="1"/>
          </p:cNvSpPr>
          <p:nvPr>
            <p:ph type="chart" sz="quarter" idx="23"/>
          </p:nvPr>
        </p:nvSpPr>
        <p:spPr>
          <a:xfrm>
            <a:off x="571500" y="1524000"/>
            <a:ext cx="3543300" cy="2067500"/>
          </a:xfrm>
        </p:spPr>
        <p:txBody>
          <a:bodyPr anchor="ctr" anchorCtr="0"/>
          <a:lstStyle>
            <a:lvl1pPr algn="ctr">
              <a:defRPr sz="1400"/>
            </a:lvl1pPr>
          </a:lstStyle>
          <a:p>
            <a:endParaRPr lang="en-US"/>
          </a:p>
        </p:txBody>
      </p:sp>
      <p:sp>
        <p:nvSpPr>
          <p:cNvPr id="14" name="Text Placeholder 2">
            <a:extLst>
              <a:ext uri="{FF2B5EF4-FFF2-40B4-BE49-F238E27FC236}">
                <a16:creationId xmlns:a16="http://schemas.microsoft.com/office/drawing/2014/main" id="{822A5036-D921-174C-8870-7E9C50C7B8E6}"/>
              </a:ext>
            </a:extLst>
          </p:cNvPr>
          <p:cNvSpPr>
            <a:spLocks noGrp="1"/>
          </p:cNvSpPr>
          <p:nvPr>
            <p:ph type="body" sz="quarter" idx="12" hasCustomPrompt="1"/>
          </p:nvPr>
        </p:nvSpPr>
        <p:spPr>
          <a:xfrm>
            <a:off x="4381500" y="3952300"/>
            <a:ext cx="7238996" cy="20675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2" name="Chart Placeholder 2">
            <a:extLst>
              <a:ext uri="{FF2B5EF4-FFF2-40B4-BE49-F238E27FC236}">
                <a16:creationId xmlns:a16="http://schemas.microsoft.com/office/drawing/2014/main" id="{DB40F442-BD60-A14C-A0C7-3CF5344B33FD}"/>
              </a:ext>
            </a:extLst>
          </p:cNvPr>
          <p:cNvSpPr>
            <a:spLocks noGrp="1"/>
          </p:cNvSpPr>
          <p:nvPr>
            <p:ph type="chart" sz="quarter" idx="28"/>
          </p:nvPr>
        </p:nvSpPr>
        <p:spPr>
          <a:xfrm>
            <a:off x="571500" y="3940495"/>
            <a:ext cx="3543300" cy="2067500"/>
          </a:xfrm>
        </p:spPr>
        <p:txBody>
          <a:bodyPr anchor="ctr" anchorCtr="0"/>
          <a:lstStyle>
            <a:lvl1pPr algn="ctr">
              <a:defRPr sz="1400"/>
            </a:lvl1pPr>
          </a:lstStyle>
          <a:p>
            <a:endParaRPr lang="en-US"/>
          </a:p>
        </p:txBody>
      </p:sp>
      <p:sp>
        <p:nvSpPr>
          <p:cNvPr id="3" name="Footer Placeholder">
            <a:extLst>
              <a:ext uri="{FF2B5EF4-FFF2-40B4-BE49-F238E27FC236}">
                <a16:creationId xmlns:a16="http://schemas.microsoft.com/office/drawing/2014/main" id="{4909C3FF-FF5C-A145-8DB8-E1B979017474}"/>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97D7122-F27C-DC40-BD9B-F93001AF6106}"/>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160933"/>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amp; 3 Text Columns /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0576" cy="603504"/>
          </a:xfrm>
        </p:spPr>
        <p:txBody>
          <a:bodyPr/>
          <a:lstStyle/>
          <a:p>
            <a:r>
              <a:rPr lang="en-US" dirty="0"/>
              <a:t>Click to edit Master title style</a:t>
            </a:r>
          </a:p>
        </p:txBody>
      </p:sp>
      <p:sp>
        <p:nvSpPr>
          <p:cNvPr id="12" name="Text Placeholder 1">
            <a:extLst>
              <a:ext uri="{FF2B5EF4-FFF2-40B4-BE49-F238E27FC236}">
                <a16:creationId xmlns:a16="http://schemas.microsoft.com/office/drawing/2014/main" id="{0CA0C9EF-1948-6047-B813-F2AB78BAB759}"/>
              </a:ext>
            </a:extLst>
          </p:cNvPr>
          <p:cNvSpPr>
            <a:spLocks noGrp="1"/>
          </p:cNvSpPr>
          <p:nvPr>
            <p:ph type="body" sz="quarter" idx="23" hasCustomPrompt="1"/>
          </p:nvPr>
        </p:nvSpPr>
        <p:spPr>
          <a:xfrm>
            <a:off x="576072" y="3762758"/>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1" name="Chart Placeholder 1">
            <a:extLst>
              <a:ext uri="{FF2B5EF4-FFF2-40B4-BE49-F238E27FC236}">
                <a16:creationId xmlns:a16="http://schemas.microsoft.com/office/drawing/2014/main" id="{82A0C84D-A33C-D44D-9B5A-CCC652823965}"/>
              </a:ext>
            </a:extLst>
          </p:cNvPr>
          <p:cNvSpPr>
            <a:spLocks noGrp="1"/>
          </p:cNvSpPr>
          <p:nvPr>
            <p:ph type="chart" sz="quarter" idx="30"/>
          </p:nvPr>
        </p:nvSpPr>
        <p:spPr>
          <a:xfrm>
            <a:off x="571500" y="1524000"/>
            <a:ext cx="3543300" cy="2067500"/>
          </a:xfrm>
        </p:spPr>
        <p:txBody>
          <a:bodyPr anchor="ctr" anchorCtr="0"/>
          <a:lstStyle>
            <a:lvl1pPr algn="ctr">
              <a:defRPr sz="1400"/>
            </a:lvl1pPr>
          </a:lstStyle>
          <a:p>
            <a:endParaRPr lang="en-US"/>
          </a:p>
        </p:txBody>
      </p:sp>
      <p:sp>
        <p:nvSpPr>
          <p:cNvPr id="13" name="Text Placeholder 2">
            <a:extLst>
              <a:ext uri="{FF2B5EF4-FFF2-40B4-BE49-F238E27FC236}">
                <a16:creationId xmlns:a16="http://schemas.microsoft.com/office/drawing/2014/main" id="{D4FB2424-C20C-4D4B-88DB-1D9D3B59D650}"/>
              </a:ext>
            </a:extLst>
          </p:cNvPr>
          <p:cNvSpPr>
            <a:spLocks noGrp="1"/>
          </p:cNvSpPr>
          <p:nvPr>
            <p:ph type="body" sz="quarter" idx="12" hasCustomPrompt="1"/>
          </p:nvPr>
        </p:nvSpPr>
        <p:spPr>
          <a:xfrm>
            <a:off x="4343400" y="3765266"/>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8" name="Chart Placeholder 2">
            <a:extLst>
              <a:ext uri="{FF2B5EF4-FFF2-40B4-BE49-F238E27FC236}">
                <a16:creationId xmlns:a16="http://schemas.microsoft.com/office/drawing/2014/main" id="{1F2983B8-CC3C-F841-8A58-B8565685FD80}"/>
              </a:ext>
            </a:extLst>
          </p:cNvPr>
          <p:cNvSpPr>
            <a:spLocks noGrp="1"/>
          </p:cNvSpPr>
          <p:nvPr>
            <p:ph type="chart" sz="quarter" idx="31"/>
          </p:nvPr>
        </p:nvSpPr>
        <p:spPr>
          <a:xfrm>
            <a:off x="4322064" y="1524000"/>
            <a:ext cx="3543300" cy="2067500"/>
          </a:xfrm>
        </p:spPr>
        <p:txBody>
          <a:bodyPr anchor="ctr" anchorCtr="0"/>
          <a:lstStyle>
            <a:lvl1pPr algn="ctr">
              <a:defRPr sz="1400"/>
            </a:lvl1pPr>
          </a:lstStyle>
          <a:p>
            <a:endParaRPr lang="en-US"/>
          </a:p>
        </p:txBody>
      </p:sp>
      <p:sp>
        <p:nvSpPr>
          <p:cNvPr id="17" name="Text Placeholder 3">
            <a:extLst>
              <a:ext uri="{FF2B5EF4-FFF2-40B4-BE49-F238E27FC236}">
                <a16:creationId xmlns:a16="http://schemas.microsoft.com/office/drawing/2014/main" id="{27FBB043-3E76-FD41-B4B9-0383071851E8}"/>
              </a:ext>
            </a:extLst>
          </p:cNvPr>
          <p:cNvSpPr>
            <a:spLocks noGrp="1"/>
          </p:cNvSpPr>
          <p:nvPr>
            <p:ph type="body" sz="quarter" idx="27" hasCustomPrompt="1"/>
          </p:nvPr>
        </p:nvSpPr>
        <p:spPr>
          <a:xfrm>
            <a:off x="8115300" y="3762757"/>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9" name="Chart Placeholder 3">
            <a:extLst>
              <a:ext uri="{FF2B5EF4-FFF2-40B4-BE49-F238E27FC236}">
                <a16:creationId xmlns:a16="http://schemas.microsoft.com/office/drawing/2014/main" id="{E36AF9A9-113D-6F49-BB21-4E6E75E77E7B}"/>
              </a:ext>
            </a:extLst>
          </p:cNvPr>
          <p:cNvSpPr>
            <a:spLocks noGrp="1"/>
          </p:cNvSpPr>
          <p:nvPr>
            <p:ph type="chart" sz="quarter" idx="32"/>
          </p:nvPr>
        </p:nvSpPr>
        <p:spPr>
          <a:xfrm>
            <a:off x="8072628" y="1524000"/>
            <a:ext cx="3543300" cy="2067500"/>
          </a:xfrm>
        </p:spPr>
        <p:txBody>
          <a:bodyPr anchor="ctr" anchorCtr="0"/>
          <a:lstStyle>
            <a:lvl1pPr algn="ctr">
              <a:defRPr sz="1400"/>
            </a:lvl1pPr>
          </a:lstStyle>
          <a:p>
            <a:endParaRPr lang="en-US"/>
          </a:p>
        </p:txBody>
      </p:sp>
      <p:sp>
        <p:nvSpPr>
          <p:cNvPr id="3" name="Footer Placeholder">
            <a:extLst>
              <a:ext uri="{FF2B5EF4-FFF2-40B4-BE49-F238E27FC236}">
                <a16:creationId xmlns:a16="http://schemas.microsoft.com/office/drawing/2014/main" id="{9D60CA78-2685-F641-B824-2A130D18EE68}"/>
              </a:ext>
            </a:extLst>
          </p:cNvPr>
          <p:cNvSpPr>
            <a:spLocks noGrp="1"/>
          </p:cNvSpPr>
          <p:nvPr>
            <p:ph type="ftr" sz="quarter" idx="2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2A00D9BA-51C0-A540-BB33-B2FD0B502D46}"/>
              </a:ext>
            </a:extLst>
          </p:cNvPr>
          <p:cNvSpPr>
            <a:spLocks noGrp="1"/>
          </p:cNvSpPr>
          <p:nvPr>
            <p:ph type="sldNum" sz="quarter" idx="29"/>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45652821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amp; 4 Text Columns /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20" name="Text Placeholder 1">
            <a:extLst>
              <a:ext uri="{FF2B5EF4-FFF2-40B4-BE49-F238E27FC236}">
                <a16:creationId xmlns:a16="http://schemas.microsoft.com/office/drawing/2014/main" id="{1B7AC303-520A-E245-9F1E-2D64FD2934FA}"/>
              </a:ext>
            </a:extLst>
          </p:cNvPr>
          <p:cNvSpPr>
            <a:spLocks noGrp="1"/>
          </p:cNvSpPr>
          <p:nvPr>
            <p:ph type="body" sz="quarter" idx="24" hasCustomPrompt="1"/>
          </p:nvPr>
        </p:nvSpPr>
        <p:spPr>
          <a:xfrm>
            <a:off x="576072" y="3419576"/>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3" name="Chart Placeholder 1">
            <a:extLst>
              <a:ext uri="{FF2B5EF4-FFF2-40B4-BE49-F238E27FC236}">
                <a16:creationId xmlns:a16="http://schemas.microsoft.com/office/drawing/2014/main" id="{51C3A3FB-4372-B04D-AC88-6FBBE4AF5E75}"/>
              </a:ext>
            </a:extLst>
          </p:cNvPr>
          <p:cNvSpPr>
            <a:spLocks noGrp="1"/>
          </p:cNvSpPr>
          <p:nvPr>
            <p:ph type="chart" sz="quarter" idx="33"/>
          </p:nvPr>
        </p:nvSpPr>
        <p:spPr>
          <a:xfrm>
            <a:off x="571500" y="1524000"/>
            <a:ext cx="2487166" cy="1676400"/>
          </a:xfrm>
        </p:spPr>
        <p:txBody>
          <a:bodyPr anchor="ctr" anchorCtr="0"/>
          <a:lstStyle>
            <a:lvl1pPr algn="ctr">
              <a:defRPr sz="1400"/>
            </a:lvl1pPr>
          </a:lstStyle>
          <a:p>
            <a:endParaRPr lang="en-US"/>
          </a:p>
        </p:txBody>
      </p:sp>
      <p:sp>
        <p:nvSpPr>
          <p:cNvPr id="21" name="Text Placeholder 2">
            <a:extLst>
              <a:ext uri="{FF2B5EF4-FFF2-40B4-BE49-F238E27FC236}">
                <a16:creationId xmlns:a16="http://schemas.microsoft.com/office/drawing/2014/main" id="{770D3D0A-ACAE-D841-9E9A-A46CBAD73680}"/>
              </a:ext>
            </a:extLst>
          </p:cNvPr>
          <p:cNvSpPr>
            <a:spLocks noGrp="1"/>
          </p:cNvSpPr>
          <p:nvPr>
            <p:ph type="body" sz="quarter" idx="12" hasCustomPrompt="1"/>
          </p:nvPr>
        </p:nvSpPr>
        <p:spPr>
          <a:xfrm>
            <a:off x="3423920" y="3422084"/>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4" name="Chart Placeholder 2">
            <a:extLst>
              <a:ext uri="{FF2B5EF4-FFF2-40B4-BE49-F238E27FC236}">
                <a16:creationId xmlns:a16="http://schemas.microsoft.com/office/drawing/2014/main" id="{DCC034EB-B8E0-214F-9DCD-4389E2C46125}"/>
              </a:ext>
            </a:extLst>
          </p:cNvPr>
          <p:cNvSpPr>
            <a:spLocks noGrp="1"/>
          </p:cNvSpPr>
          <p:nvPr>
            <p:ph type="chart" sz="quarter" idx="34"/>
          </p:nvPr>
        </p:nvSpPr>
        <p:spPr>
          <a:xfrm>
            <a:off x="3423920" y="1524000"/>
            <a:ext cx="2487166" cy="1676400"/>
          </a:xfrm>
        </p:spPr>
        <p:txBody>
          <a:bodyPr anchor="ctr" anchorCtr="0"/>
          <a:lstStyle>
            <a:lvl1pPr algn="ctr">
              <a:defRPr sz="1400"/>
            </a:lvl1pPr>
          </a:lstStyle>
          <a:p>
            <a:endParaRPr lang="en-US"/>
          </a:p>
        </p:txBody>
      </p:sp>
      <p:sp>
        <p:nvSpPr>
          <p:cNvPr id="22" name="Text Placeholder 3">
            <a:extLst>
              <a:ext uri="{FF2B5EF4-FFF2-40B4-BE49-F238E27FC236}">
                <a16:creationId xmlns:a16="http://schemas.microsoft.com/office/drawing/2014/main" id="{5008D4B3-75B5-B84C-868B-C61F193FD007}"/>
              </a:ext>
            </a:extLst>
          </p:cNvPr>
          <p:cNvSpPr>
            <a:spLocks noGrp="1"/>
          </p:cNvSpPr>
          <p:nvPr>
            <p:ph type="body" sz="quarter" idx="29" hasCustomPrompt="1"/>
          </p:nvPr>
        </p:nvSpPr>
        <p:spPr>
          <a:xfrm>
            <a:off x="6280914" y="3419575"/>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15" name="Chart Placeholder 3">
            <a:extLst>
              <a:ext uri="{FF2B5EF4-FFF2-40B4-BE49-F238E27FC236}">
                <a16:creationId xmlns:a16="http://schemas.microsoft.com/office/drawing/2014/main" id="{8E0CE86F-3E23-F442-A286-0198D8DC8ACF}"/>
              </a:ext>
            </a:extLst>
          </p:cNvPr>
          <p:cNvSpPr>
            <a:spLocks noGrp="1"/>
          </p:cNvSpPr>
          <p:nvPr>
            <p:ph type="chart" sz="quarter" idx="35"/>
          </p:nvPr>
        </p:nvSpPr>
        <p:spPr>
          <a:xfrm>
            <a:off x="6280914" y="1524000"/>
            <a:ext cx="2487166" cy="1676400"/>
          </a:xfrm>
        </p:spPr>
        <p:txBody>
          <a:bodyPr anchor="ctr" anchorCtr="0"/>
          <a:lstStyle>
            <a:lvl1pPr algn="ctr">
              <a:defRPr sz="1400"/>
            </a:lvl1pPr>
          </a:lstStyle>
          <a:p>
            <a:endParaRPr lang="en-US"/>
          </a:p>
        </p:txBody>
      </p:sp>
      <p:sp>
        <p:nvSpPr>
          <p:cNvPr id="23" name="Text Placeholder 4">
            <a:extLst>
              <a:ext uri="{FF2B5EF4-FFF2-40B4-BE49-F238E27FC236}">
                <a16:creationId xmlns:a16="http://schemas.microsoft.com/office/drawing/2014/main" id="{92A86EA6-71F5-6C41-9F03-C551F2839281}"/>
              </a:ext>
            </a:extLst>
          </p:cNvPr>
          <p:cNvSpPr>
            <a:spLocks noGrp="1"/>
          </p:cNvSpPr>
          <p:nvPr>
            <p:ph type="body" sz="quarter" idx="30" hasCustomPrompt="1"/>
          </p:nvPr>
        </p:nvSpPr>
        <p:spPr>
          <a:xfrm>
            <a:off x="9131047" y="3419574"/>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24" name="Chart Placeholder 4">
            <a:extLst>
              <a:ext uri="{FF2B5EF4-FFF2-40B4-BE49-F238E27FC236}">
                <a16:creationId xmlns:a16="http://schemas.microsoft.com/office/drawing/2014/main" id="{16DECC47-D120-0645-A14B-48C43D702A49}"/>
              </a:ext>
            </a:extLst>
          </p:cNvPr>
          <p:cNvSpPr>
            <a:spLocks noGrp="1"/>
          </p:cNvSpPr>
          <p:nvPr>
            <p:ph type="chart" sz="quarter" idx="36"/>
          </p:nvPr>
        </p:nvSpPr>
        <p:spPr>
          <a:xfrm>
            <a:off x="9125241" y="1524000"/>
            <a:ext cx="2487166" cy="1676400"/>
          </a:xfrm>
        </p:spPr>
        <p:txBody>
          <a:bodyPr anchor="ctr" anchorCtr="0"/>
          <a:lstStyle>
            <a:lvl1pPr algn="ctr">
              <a:defRPr sz="1400"/>
            </a:lvl1pPr>
          </a:lstStyle>
          <a:p>
            <a:endParaRPr lang="en-US"/>
          </a:p>
        </p:txBody>
      </p:sp>
      <p:sp>
        <p:nvSpPr>
          <p:cNvPr id="3" name="Footer Placeholder">
            <a:extLst>
              <a:ext uri="{FF2B5EF4-FFF2-40B4-BE49-F238E27FC236}">
                <a16:creationId xmlns:a16="http://schemas.microsoft.com/office/drawing/2014/main" id="{4951D64E-9BC4-954B-AD42-9AE9E387BC70}"/>
              </a:ext>
            </a:extLst>
          </p:cNvPr>
          <p:cNvSpPr>
            <a:spLocks noGrp="1"/>
          </p:cNvSpPr>
          <p:nvPr>
            <p:ph type="ftr" sz="quarter" idx="3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3A3EA974-EBAC-FD47-8D88-DCB4AC8B5F25}"/>
              </a:ext>
            </a:extLst>
          </p:cNvPr>
          <p:cNvSpPr>
            <a:spLocks noGrp="1"/>
          </p:cNvSpPr>
          <p:nvPr>
            <p:ph type="sldNum" sz="quarter" idx="3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51271266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European Union (EU)_Map">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5410200" cy="605028"/>
          </a:xfrm>
        </p:spPr>
        <p:txBody>
          <a:bodyPr/>
          <a:lstStyle/>
          <a:p>
            <a:r>
              <a:rPr lang="en-US" dirty="0"/>
              <a:t>European Union (EU)</a:t>
            </a:r>
          </a:p>
        </p:txBody>
      </p:sp>
      <p:sp>
        <p:nvSpPr>
          <p:cNvPr id="38" name="Text Placeholder">
            <a:extLst>
              <a:ext uri="{FF2B5EF4-FFF2-40B4-BE49-F238E27FC236}">
                <a16:creationId xmlns:a16="http://schemas.microsoft.com/office/drawing/2014/main" id="{A5F148BA-6EA4-4949-8AAF-4C9D1DCAFE42}"/>
              </a:ext>
            </a:extLst>
          </p:cNvPr>
          <p:cNvSpPr>
            <a:spLocks noGrp="1"/>
          </p:cNvSpPr>
          <p:nvPr>
            <p:ph type="body" orient="vert" idx="1"/>
          </p:nvPr>
        </p:nvSpPr>
        <p:spPr>
          <a:xfrm>
            <a:off x="576072" y="1524000"/>
            <a:ext cx="5405628" cy="44958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grpSp>
        <p:nvGrpSpPr>
          <p:cNvPr id="7" name="EU">
            <a:extLst>
              <a:ext uri="{FF2B5EF4-FFF2-40B4-BE49-F238E27FC236}">
                <a16:creationId xmlns:a16="http://schemas.microsoft.com/office/drawing/2014/main" id="{D7DE079C-EA5F-A942-9701-4A745DAF49AB}"/>
              </a:ext>
            </a:extLst>
          </p:cNvPr>
          <p:cNvGrpSpPr/>
          <p:nvPr userDrawn="1"/>
        </p:nvGrpSpPr>
        <p:grpSpPr>
          <a:xfrm>
            <a:off x="6210300" y="857524"/>
            <a:ext cx="5410200" cy="5004619"/>
            <a:chOff x="5482923" y="1835679"/>
            <a:chExt cx="1227797" cy="1135754"/>
          </a:xfrm>
        </p:grpSpPr>
        <p:sp>
          <p:nvSpPr>
            <p:cNvPr id="8" name="Sweden" descr="© INSCALE GmbH, 05.05.2010&#10;http://www.presentationload.com/">
              <a:extLst>
                <a:ext uri="{FF2B5EF4-FFF2-40B4-BE49-F238E27FC236}">
                  <a16:creationId xmlns:a16="http://schemas.microsoft.com/office/drawing/2014/main" id="{F8ECC68F-9BAC-284B-A4C7-879FBE08DFF8}"/>
                </a:ext>
              </a:extLst>
            </p:cNvPr>
            <p:cNvSpPr>
              <a:spLocks noEditPoints="1"/>
            </p:cNvSpPr>
            <p:nvPr/>
          </p:nvSpPr>
          <p:spPr bwMode="gray">
            <a:xfrm>
              <a:off x="6054909" y="1863619"/>
              <a:ext cx="290925" cy="415841"/>
            </a:xfrm>
            <a:custGeom>
              <a:avLst/>
              <a:gdLst>
                <a:gd name="T0" fmla="*/ 2147483647 w 690"/>
                <a:gd name="T1" fmla="*/ 2147483647 h 990"/>
                <a:gd name="T2" fmla="*/ 2147483647 w 690"/>
                <a:gd name="T3" fmla="*/ 2147483647 h 990"/>
                <a:gd name="T4" fmla="*/ 2147483647 w 690"/>
                <a:gd name="T5" fmla="*/ 2147483647 h 990"/>
                <a:gd name="T6" fmla="*/ 2147483647 w 690"/>
                <a:gd name="T7" fmla="*/ 2147483647 h 990"/>
                <a:gd name="T8" fmla="*/ 2147483647 w 690"/>
                <a:gd name="T9" fmla="*/ 2147483647 h 990"/>
                <a:gd name="T10" fmla="*/ 2147483647 w 690"/>
                <a:gd name="T11" fmla="*/ 2147483647 h 990"/>
                <a:gd name="T12" fmla="*/ 2147483647 w 690"/>
                <a:gd name="T13" fmla="*/ 2147483647 h 990"/>
                <a:gd name="T14" fmla="*/ 2147483647 w 690"/>
                <a:gd name="T15" fmla="*/ 2147483647 h 990"/>
                <a:gd name="T16" fmla="*/ 2147483647 w 690"/>
                <a:gd name="T17" fmla="*/ 2147483647 h 990"/>
                <a:gd name="T18" fmla="*/ 2147483647 w 690"/>
                <a:gd name="T19" fmla="*/ 2147483647 h 990"/>
                <a:gd name="T20" fmla="*/ 2147483647 w 690"/>
                <a:gd name="T21" fmla="*/ 2147483647 h 990"/>
                <a:gd name="T22" fmla="*/ 2147483647 w 690"/>
                <a:gd name="T23" fmla="*/ 2147483647 h 990"/>
                <a:gd name="T24" fmla="*/ 2147483647 w 690"/>
                <a:gd name="T25" fmla="*/ 2147483647 h 990"/>
                <a:gd name="T26" fmla="*/ 2147483647 w 690"/>
                <a:gd name="T27" fmla="*/ 2147483647 h 990"/>
                <a:gd name="T28" fmla="*/ 2147483647 w 690"/>
                <a:gd name="T29" fmla="*/ 2147483647 h 990"/>
                <a:gd name="T30" fmla="*/ 2147483647 w 690"/>
                <a:gd name="T31" fmla="*/ 2147483647 h 990"/>
                <a:gd name="T32" fmla="*/ 2147483647 w 690"/>
                <a:gd name="T33" fmla="*/ 2147483647 h 990"/>
                <a:gd name="T34" fmla="*/ 2147483647 w 690"/>
                <a:gd name="T35" fmla="*/ 2147483647 h 990"/>
                <a:gd name="T36" fmla="*/ 2147483647 w 690"/>
                <a:gd name="T37" fmla="*/ 2147483647 h 990"/>
                <a:gd name="T38" fmla="*/ 2147483647 w 690"/>
                <a:gd name="T39" fmla="*/ 2147483647 h 990"/>
                <a:gd name="T40" fmla="*/ 2147483647 w 690"/>
                <a:gd name="T41" fmla="*/ 2147483647 h 990"/>
                <a:gd name="T42" fmla="*/ 2147483647 w 690"/>
                <a:gd name="T43" fmla="*/ 2147483647 h 990"/>
                <a:gd name="T44" fmla="*/ 2147483647 w 690"/>
                <a:gd name="T45" fmla="*/ 2147483647 h 990"/>
                <a:gd name="T46" fmla="*/ 0 w 690"/>
                <a:gd name="T47" fmla="*/ 2147483647 h 990"/>
                <a:gd name="T48" fmla="*/ 2147483647 w 690"/>
                <a:gd name="T49" fmla="*/ 2147483647 h 990"/>
                <a:gd name="T50" fmla="*/ 2147483647 w 690"/>
                <a:gd name="T51" fmla="*/ 2147483647 h 990"/>
                <a:gd name="T52" fmla="*/ 2147483647 w 690"/>
                <a:gd name="T53" fmla="*/ 2147483647 h 990"/>
                <a:gd name="T54" fmla="*/ 2147483647 w 690"/>
                <a:gd name="T55" fmla="*/ 2147483647 h 990"/>
                <a:gd name="T56" fmla="*/ 2147483647 w 690"/>
                <a:gd name="T57" fmla="*/ 2147483647 h 990"/>
                <a:gd name="T58" fmla="*/ 2147483647 w 690"/>
                <a:gd name="T59" fmla="*/ 2147483647 h 990"/>
                <a:gd name="T60" fmla="*/ 2147483647 w 690"/>
                <a:gd name="T61" fmla="*/ 2147483647 h 990"/>
                <a:gd name="T62" fmla="*/ 2147483647 w 690"/>
                <a:gd name="T63" fmla="*/ 2147483647 h 990"/>
                <a:gd name="T64" fmla="*/ 2147483647 w 690"/>
                <a:gd name="T65" fmla="*/ 2147483647 h 990"/>
                <a:gd name="T66" fmla="*/ 2147483647 w 690"/>
                <a:gd name="T67" fmla="*/ 2147483647 h 990"/>
                <a:gd name="T68" fmla="*/ 2147483647 w 690"/>
                <a:gd name="T69" fmla="*/ 2147483647 h 990"/>
                <a:gd name="T70" fmla="*/ 2147483647 w 690"/>
                <a:gd name="T71" fmla="*/ 2147483647 h 990"/>
                <a:gd name="T72" fmla="*/ 2147483647 w 690"/>
                <a:gd name="T73" fmla="*/ 2147483647 h 990"/>
                <a:gd name="T74" fmla="*/ 2147483647 w 690"/>
                <a:gd name="T75" fmla="*/ 2147483647 h 990"/>
                <a:gd name="T76" fmla="*/ 2147483647 w 690"/>
                <a:gd name="T77" fmla="*/ 2147483647 h 990"/>
                <a:gd name="T78" fmla="*/ 2147483647 w 690"/>
                <a:gd name="T79" fmla="*/ 2147483647 h 990"/>
                <a:gd name="T80" fmla="*/ 2147483647 w 690"/>
                <a:gd name="T81" fmla="*/ 2147483647 h 990"/>
                <a:gd name="T82" fmla="*/ 2147483647 w 690"/>
                <a:gd name="T83" fmla="*/ 2147483647 h 990"/>
                <a:gd name="T84" fmla="*/ 2147483647 w 690"/>
                <a:gd name="T85" fmla="*/ 2147483647 h 990"/>
                <a:gd name="T86" fmla="*/ 2147483647 w 690"/>
                <a:gd name="T87" fmla="*/ 2147483647 h 990"/>
                <a:gd name="T88" fmla="*/ 2147483647 w 690"/>
                <a:gd name="T89" fmla="*/ 2147483647 h 990"/>
                <a:gd name="T90" fmla="*/ 2147483647 w 690"/>
                <a:gd name="T91" fmla="*/ 2147483647 h 990"/>
                <a:gd name="T92" fmla="*/ 2147483647 w 690"/>
                <a:gd name="T93" fmla="*/ 2147483647 h 990"/>
                <a:gd name="T94" fmla="*/ 2147483647 w 690"/>
                <a:gd name="T95" fmla="*/ 2147483647 h 990"/>
                <a:gd name="T96" fmla="*/ 2147483647 w 690"/>
                <a:gd name="T97" fmla="*/ 2147483647 h 990"/>
                <a:gd name="T98" fmla="*/ 2147483647 w 690"/>
                <a:gd name="T99" fmla="*/ 2147483647 h 990"/>
                <a:gd name="T100" fmla="*/ 2147483647 w 690"/>
                <a:gd name="T101" fmla="*/ 2147483647 h 9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90"/>
                <a:gd name="T154" fmla="*/ 0 h 990"/>
                <a:gd name="T155" fmla="*/ 690 w 690"/>
                <a:gd name="T156" fmla="*/ 990 h 99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90" h="990">
                  <a:moveTo>
                    <a:pt x="678" y="204"/>
                  </a:moveTo>
                  <a:lnTo>
                    <a:pt x="672" y="198"/>
                  </a:lnTo>
                  <a:lnTo>
                    <a:pt x="660" y="192"/>
                  </a:lnTo>
                  <a:lnTo>
                    <a:pt x="648" y="180"/>
                  </a:lnTo>
                  <a:lnTo>
                    <a:pt x="648" y="174"/>
                  </a:lnTo>
                  <a:lnTo>
                    <a:pt x="654" y="162"/>
                  </a:lnTo>
                  <a:lnTo>
                    <a:pt x="660" y="156"/>
                  </a:lnTo>
                  <a:lnTo>
                    <a:pt x="666" y="144"/>
                  </a:lnTo>
                  <a:lnTo>
                    <a:pt x="642" y="132"/>
                  </a:lnTo>
                  <a:lnTo>
                    <a:pt x="648" y="108"/>
                  </a:lnTo>
                  <a:lnTo>
                    <a:pt x="636" y="102"/>
                  </a:lnTo>
                  <a:lnTo>
                    <a:pt x="636" y="96"/>
                  </a:lnTo>
                  <a:lnTo>
                    <a:pt x="642" y="90"/>
                  </a:lnTo>
                  <a:lnTo>
                    <a:pt x="642" y="66"/>
                  </a:lnTo>
                  <a:lnTo>
                    <a:pt x="636" y="66"/>
                  </a:lnTo>
                  <a:lnTo>
                    <a:pt x="630" y="60"/>
                  </a:lnTo>
                  <a:lnTo>
                    <a:pt x="618" y="60"/>
                  </a:lnTo>
                  <a:lnTo>
                    <a:pt x="588" y="42"/>
                  </a:lnTo>
                  <a:lnTo>
                    <a:pt x="552" y="42"/>
                  </a:lnTo>
                  <a:lnTo>
                    <a:pt x="540" y="30"/>
                  </a:lnTo>
                  <a:lnTo>
                    <a:pt x="534" y="30"/>
                  </a:lnTo>
                  <a:lnTo>
                    <a:pt x="528" y="24"/>
                  </a:lnTo>
                  <a:lnTo>
                    <a:pt x="516" y="24"/>
                  </a:lnTo>
                  <a:lnTo>
                    <a:pt x="504" y="18"/>
                  </a:lnTo>
                  <a:lnTo>
                    <a:pt x="498" y="12"/>
                  </a:lnTo>
                  <a:lnTo>
                    <a:pt x="486" y="6"/>
                  </a:lnTo>
                  <a:lnTo>
                    <a:pt x="456" y="0"/>
                  </a:lnTo>
                  <a:lnTo>
                    <a:pt x="456" y="24"/>
                  </a:lnTo>
                  <a:lnTo>
                    <a:pt x="444" y="24"/>
                  </a:lnTo>
                  <a:lnTo>
                    <a:pt x="444" y="30"/>
                  </a:lnTo>
                  <a:lnTo>
                    <a:pt x="456" y="42"/>
                  </a:lnTo>
                  <a:lnTo>
                    <a:pt x="462" y="42"/>
                  </a:lnTo>
                  <a:lnTo>
                    <a:pt x="456" y="48"/>
                  </a:lnTo>
                  <a:lnTo>
                    <a:pt x="444" y="48"/>
                  </a:lnTo>
                  <a:lnTo>
                    <a:pt x="438" y="42"/>
                  </a:lnTo>
                  <a:lnTo>
                    <a:pt x="414" y="42"/>
                  </a:lnTo>
                  <a:lnTo>
                    <a:pt x="390" y="36"/>
                  </a:lnTo>
                  <a:lnTo>
                    <a:pt x="366" y="42"/>
                  </a:lnTo>
                  <a:lnTo>
                    <a:pt x="366" y="30"/>
                  </a:lnTo>
                  <a:lnTo>
                    <a:pt x="360" y="24"/>
                  </a:lnTo>
                  <a:lnTo>
                    <a:pt x="348" y="36"/>
                  </a:lnTo>
                  <a:lnTo>
                    <a:pt x="348" y="66"/>
                  </a:lnTo>
                  <a:lnTo>
                    <a:pt x="342" y="72"/>
                  </a:lnTo>
                  <a:lnTo>
                    <a:pt x="324" y="72"/>
                  </a:lnTo>
                  <a:lnTo>
                    <a:pt x="282" y="78"/>
                  </a:lnTo>
                  <a:lnTo>
                    <a:pt x="264" y="96"/>
                  </a:lnTo>
                  <a:lnTo>
                    <a:pt x="252" y="102"/>
                  </a:lnTo>
                  <a:lnTo>
                    <a:pt x="246" y="102"/>
                  </a:lnTo>
                  <a:lnTo>
                    <a:pt x="246" y="114"/>
                  </a:lnTo>
                  <a:lnTo>
                    <a:pt x="258" y="120"/>
                  </a:lnTo>
                  <a:lnTo>
                    <a:pt x="264" y="126"/>
                  </a:lnTo>
                  <a:lnTo>
                    <a:pt x="258" y="144"/>
                  </a:lnTo>
                  <a:lnTo>
                    <a:pt x="252" y="144"/>
                  </a:lnTo>
                  <a:lnTo>
                    <a:pt x="240" y="150"/>
                  </a:lnTo>
                  <a:lnTo>
                    <a:pt x="234" y="156"/>
                  </a:lnTo>
                  <a:lnTo>
                    <a:pt x="234" y="162"/>
                  </a:lnTo>
                  <a:lnTo>
                    <a:pt x="228" y="168"/>
                  </a:lnTo>
                  <a:lnTo>
                    <a:pt x="210" y="168"/>
                  </a:lnTo>
                  <a:lnTo>
                    <a:pt x="216" y="174"/>
                  </a:lnTo>
                  <a:lnTo>
                    <a:pt x="216" y="180"/>
                  </a:lnTo>
                  <a:lnTo>
                    <a:pt x="222" y="186"/>
                  </a:lnTo>
                  <a:lnTo>
                    <a:pt x="222" y="192"/>
                  </a:lnTo>
                  <a:lnTo>
                    <a:pt x="216" y="192"/>
                  </a:lnTo>
                  <a:lnTo>
                    <a:pt x="210" y="198"/>
                  </a:lnTo>
                  <a:lnTo>
                    <a:pt x="204" y="198"/>
                  </a:lnTo>
                  <a:lnTo>
                    <a:pt x="192" y="204"/>
                  </a:lnTo>
                  <a:lnTo>
                    <a:pt x="174" y="192"/>
                  </a:lnTo>
                  <a:lnTo>
                    <a:pt x="174" y="228"/>
                  </a:lnTo>
                  <a:lnTo>
                    <a:pt x="168" y="270"/>
                  </a:lnTo>
                  <a:lnTo>
                    <a:pt x="138" y="300"/>
                  </a:lnTo>
                  <a:lnTo>
                    <a:pt x="132" y="300"/>
                  </a:lnTo>
                  <a:lnTo>
                    <a:pt x="120" y="306"/>
                  </a:lnTo>
                  <a:lnTo>
                    <a:pt x="132" y="312"/>
                  </a:lnTo>
                  <a:lnTo>
                    <a:pt x="150" y="330"/>
                  </a:lnTo>
                  <a:lnTo>
                    <a:pt x="150" y="336"/>
                  </a:lnTo>
                  <a:lnTo>
                    <a:pt x="144" y="342"/>
                  </a:lnTo>
                  <a:lnTo>
                    <a:pt x="102" y="342"/>
                  </a:lnTo>
                  <a:lnTo>
                    <a:pt x="90" y="348"/>
                  </a:lnTo>
                  <a:lnTo>
                    <a:pt x="84" y="354"/>
                  </a:lnTo>
                  <a:lnTo>
                    <a:pt x="72" y="360"/>
                  </a:lnTo>
                  <a:lnTo>
                    <a:pt x="30" y="402"/>
                  </a:lnTo>
                  <a:lnTo>
                    <a:pt x="36" y="408"/>
                  </a:lnTo>
                  <a:lnTo>
                    <a:pt x="42" y="408"/>
                  </a:lnTo>
                  <a:lnTo>
                    <a:pt x="48" y="414"/>
                  </a:lnTo>
                  <a:lnTo>
                    <a:pt x="48" y="420"/>
                  </a:lnTo>
                  <a:lnTo>
                    <a:pt x="42" y="426"/>
                  </a:lnTo>
                  <a:lnTo>
                    <a:pt x="36" y="426"/>
                  </a:lnTo>
                  <a:lnTo>
                    <a:pt x="30" y="432"/>
                  </a:lnTo>
                  <a:lnTo>
                    <a:pt x="30" y="444"/>
                  </a:lnTo>
                  <a:lnTo>
                    <a:pt x="54" y="468"/>
                  </a:lnTo>
                  <a:lnTo>
                    <a:pt x="54" y="480"/>
                  </a:lnTo>
                  <a:lnTo>
                    <a:pt x="48" y="492"/>
                  </a:lnTo>
                  <a:lnTo>
                    <a:pt x="48" y="510"/>
                  </a:lnTo>
                  <a:lnTo>
                    <a:pt x="60" y="522"/>
                  </a:lnTo>
                  <a:lnTo>
                    <a:pt x="66" y="522"/>
                  </a:lnTo>
                  <a:lnTo>
                    <a:pt x="84" y="540"/>
                  </a:lnTo>
                  <a:lnTo>
                    <a:pt x="84" y="552"/>
                  </a:lnTo>
                  <a:lnTo>
                    <a:pt x="72" y="564"/>
                  </a:lnTo>
                  <a:lnTo>
                    <a:pt x="48" y="570"/>
                  </a:lnTo>
                  <a:lnTo>
                    <a:pt x="54" y="576"/>
                  </a:lnTo>
                  <a:lnTo>
                    <a:pt x="60" y="588"/>
                  </a:lnTo>
                  <a:lnTo>
                    <a:pt x="60" y="594"/>
                  </a:lnTo>
                  <a:lnTo>
                    <a:pt x="66" y="600"/>
                  </a:lnTo>
                  <a:lnTo>
                    <a:pt x="66" y="606"/>
                  </a:lnTo>
                  <a:lnTo>
                    <a:pt x="72" y="618"/>
                  </a:lnTo>
                  <a:lnTo>
                    <a:pt x="66" y="618"/>
                  </a:lnTo>
                  <a:lnTo>
                    <a:pt x="66" y="642"/>
                  </a:lnTo>
                  <a:lnTo>
                    <a:pt x="60" y="648"/>
                  </a:lnTo>
                  <a:lnTo>
                    <a:pt x="24" y="648"/>
                  </a:lnTo>
                  <a:lnTo>
                    <a:pt x="30" y="660"/>
                  </a:lnTo>
                  <a:lnTo>
                    <a:pt x="30" y="666"/>
                  </a:lnTo>
                  <a:lnTo>
                    <a:pt x="24" y="666"/>
                  </a:lnTo>
                  <a:lnTo>
                    <a:pt x="18" y="672"/>
                  </a:lnTo>
                  <a:lnTo>
                    <a:pt x="18" y="678"/>
                  </a:lnTo>
                  <a:lnTo>
                    <a:pt x="30" y="690"/>
                  </a:lnTo>
                  <a:lnTo>
                    <a:pt x="30" y="708"/>
                  </a:lnTo>
                  <a:lnTo>
                    <a:pt x="24" y="714"/>
                  </a:lnTo>
                  <a:lnTo>
                    <a:pt x="18" y="726"/>
                  </a:lnTo>
                  <a:lnTo>
                    <a:pt x="0" y="708"/>
                  </a:lnTo>
                  <a:lnTo>
                    <a:pt x="0" y="768"/>
                  </a:lnTo>
                  <a:lnTo>
                    <a:pt x="6" y="762"/>
                  </a:lnTo>
                  <a:lnTo>
                    <a:pt x="24" y="762"/>
                  </a:lnTo>
                  <a:lnTo>
                    <a:pt x="36" y="774"/>
                  </a:lnTo>
                  <a:lnTo>
                    <a:pt x="36" y="780"/>
                  </a:lnTo>
                  <a:lnTo>
                    <a:pt x="30" y="780"/>
                  </a:lnTo>
                  <a:lnTo>
                    <a:pt x="30" y="774"/>
                  </a:lnTo>
                  <a:lnTo>
                    <a:pt x="24" y="774"/>
                  </a:lnTo>
                  <a:lnTo>
                    <a:pt x="24" y="834"/>
                  </a:lnTo>
                  <a:lnTo>
                    <a:pt x="30" y="840"/>
                  </a:lnTo>
                  <a:lnTo>
                    <a:pt x="36" y="840"/>
                  </a:lnTo>
                  <a:lnTo>
                    <a:pt x="48" y="846"/>
                  </a:lnTo>
                  <a:lnTo>
                    <a:pt x="54" y="858"/>
                  </a:lnTo>
                  <a:lnTo>
                    <a:pt x="60" y="864"/>
                  </a:lnTo>
                  <a:lnTo>
                    <a:pt x="66" y="876"/>
                  </a:lnTo>
                  <a:lnTo>
                    <a:pt x="90" y="900"/>
                  </a:lnTo>
                  <a:lnTo>
                    <a:pt x="96" y="900"/>
                  </a:lnTo>
                  <a:lnTo>
                    <a:pt x="96" y="912"/>
                  </a:lnTo>
                  <a:lnTo>
                    <a:pt x="78" y="912"/>
                  </a:lnTo>
                  <a:lnTo>
                    <a:pt x="78" y="942"/>
                  </a:lnTo>
                  <a:lnTo>
                    <a:pt x="90" y="954"/>
                  </a:lnTo>
                  <a:lnTo>
                    <a:pt x="102" y="960"/>
                  </a:lnTo>
                  <a:lnTo>
                    <a:pt x="96" y="966"/>
                  </a:lnTo>
                  <a:lnTo>
                    <a:pt x="96" y="984"/>
                  </a:lnTo>
                  <a:lnTo>
                    <a:pt x="102" y="984"/>
                  </a:lnTo>
                  <a:lnTo>
                    <a:pt x="108" y="990"/>
                  </a:lnTo>
                  <a:lnTo>
                    <a:pt x="174" y="990"/>
                  </a:lnTo>
                  <a:lnTo>
                    <a:pt x="180" y="984"/>
                  </a:lnTo>
                  <a:lnTo>
                    <a:pt x="180" y="948"/>
                  </a:lnTo>
                  <a:lnTo>
                    <a:pt x="198" y="942"/>
                  </a:lnTo>
                  <a:lnTo>
                    <a:pt x="198" y="924"/>
                  </a:lnTo>
                  <a:lnTo>
                    <a:pt x="264" y="930"/>
                  </a:lnTo>
                  <a:lnTo>
                    <a:pt x="276" y="936"/>
                  </a:lnTo>
                  <a:lnTo>
                    <a:pt x="300" y="876"/>
                  </a:lnTo>
                  <a:lnTo>
                    <a:pt x="300" y="864"/>
                  </a:lnTo>
                  <a:lnTo>
                    <a:pt x="306" y="852"/>
                  </a:lnTo>
                  <a:lnTo>
                    <a:pt x="306" y="816"/>
                  </a:lnTo>
                  <a:lnTo>
                    <a:pt x="300" y="810"/>
                  </a:lnTo>
                  <a:lnTo>
                    <a:pt x="294" y="798"/>
                  </a:lnTo>
                  <a:lnTo>
                    <a:pt x="312" y="798"/>
                  </a:lnTo>
                  <a:lnTo>
                    <a:pt x="324" y="786"/>
                  </a:lnTo>
                  <a:lnTo>
                    <a:pt x="324" y="780"/>
                  </a:lnTo>
                  <a:lnTo>
                    <a:pt x="306" y="762"/>
                  </a:lnTo>
                  <a:lnTo>
                    <a:pt x="294" y="762"/>
                  </a:lnTo>
                  <a:lnTo>
                    <a:pt x="312" y="756"/>
                  </a:lnTo>
                  <a:lnTo>
                    <a:pt x="300" y="750"/>
                  </a:lnTo>
                  <a:lnTo>
                    <a:pt x="324" y="750"/>
                  </a:lnTo>
                  <a:lnTo>
                    <a:pt x="336" y="744"/>
                  </a:lnTo>
                  <a:lnTo>
                    <a:pt x="348" y="744"/>
                  </a:lnTo>
                  <a:lnTo>
                    <a:pt x="354" y="738"/>
                  </a:lnTo>
                  <a:lnTo>
                    <a:pt x="360" y="726"/>
                  </a:lnTo>
                  <a:lnTo>
                    <a:pt x="360" y="714"/>
                  </a:lnTo>
                  <a:lnTo>
                    <a:pt x="366" y="708"/>
                  </a:lnTo>
                  <a:lnTo>
                    <a:pt x="384" y="726"/>
                  </a:lnTo>
                  <a:lnTo>
                    <a:pt x="390" y="726"/>
                  </a:lnTo>
                  <a:lnTo>
                    <a:pt x="396" y="720"/>
                  </a:lnTo>
                  <a:lnTo>
                    <a:pt x="408" y="696"/>
                  </a:lnTo>
                  <a:lnTo>
                    <a:pt x="402" y="690"/>
                  </a:lnTo>
                  <a:lnTo>
                    <a:pt x="402" y="684"/>
                  </a:lnTo>
                  <a:lnTo>
                    <a:pt x="414" y="684"/>
                  </a:lnTo>
                  <a:lnTo>
                    <a:pt x="420" y="678"/>
                  </a:lnTo>
                  <a:lnTo>
                    <a:pt x="432" y="672"/>
                  </a:lnTo>
                  <a:lnTo>
                    <a:pt x="432" y="660"/>
                  </a:lnTo>
                  <a:lnTo>
                    <a:pt x="420" y="636"/>
                  </a:lnTo>
                  <a:lnTo>
                    <a:pt x="408" y="630"/>
                  </a:lnTo>
                  <a:lnTo>
                    <a:pt x="408" y="618"/>
                  </a:lnTo>
                  <a:lnTo>
                    <a:pt x="372" y="600"/>
                  </a:lnTo>
                  <a:lnTo>
                    <a:pt x="360" y="606"/>
                  </a:lnTo>
                  <a:lnTo>
                    <a:pt x="354" y="606"/>
                  </a:lnTo>
                  <a:lnTo>
                    <a:pt x="342" y="600"/>
                  </a:lnTo>
                  <a:lnTo>
                    <a:pt x="330" y="576"/>
                  </a:lnTo>
                  <a:lnTo>
                    <a:pt x="330" y="558"/>
                  </a:lnTo>
                  <a:lnTo>
                    <a:pt x="324" y="546"/>
                  </a:lnTo>
                  <a:lnTo>
                    <a:pt x="324" y="528"/>
                  </a:lnTo>
                  <a:lnTo>
                    <a:pt x="336" y="516"/>
                  </a:lnTo>
                  <a:lnTo>
                    <a:pt x="342" y="504"/>
                  </a:lnTo>
                  <a:lnTo>
                    <a:pt x="342" y="486"/>
                  </a:lnTo>
                  <a:lnTo>
                    <a:pt x="336" y="474"/>
                  </a:lnTo>
                  <a:lnTo>
                    <a:pt x="330" y="468"/>
                  </a:lnTo>
                  <a:lnTo>
                    <a:pt x="330" y="462"/>
                  </a:lnTo>
                  <a:lnTo>
                    <a:pt x="348" y="462"/>
                  </a:lnTo>
                  <a:lnTo>
                    <a:pt x="354" y="456"/>
                  </a:lnTo>
                  <a:lnTo>
                    <a:pt x="354" y="438"/>
                  </a:lnTo>
                  <a:lnTo>
                    <a:pt x="348" y="426"/>
                  </a:lnTo>
                  <a:lnTo>
                    <a:pt x="354" y="432"/>
                  </a:lnTo>
                  <a:lnTo>
                    <a:pt x="378" y="432"/>
                  </a:lnTo>
                  <a:lnTo>
                    <a:pt x="384" y="426"/>
                  </a:lnTo>
                  <a:lnTo>
                    <a:pt x="396" y="420"/>
                  </a:lnTo>
                  <a:lnTo>
                    <a:pt x="408" y="408"/>
                  </a:lnTo>
                  <a:lnTo>
                    <a:pt x="438" y="414"/>
                  </a:lnTo>
                  <a:lnTo>
                    <a:pt x="450" y="390"/>
                  </a:lnTo>
                  <a:lnTo>
                    <a:pt x="480" y="390"/>
                  </a:lnTo>
                  <a:lnTo>
                    <a:pt x="498" y="384"/>
                  </a:lnTo>
                  <a:lnTo>
                    <a:pt x="510" y="378"/>
                  </a:lnTo>
                  <a:lnTo>
                    <a:pt x="522" y="354"/>
                  </a:lnTo>
                  <a:lnTo>
                    <a:pt x="540" y="336"/>
                  </a:lnTo>
                  <a:lnTo>
                    <a:pt x="546" y="324"/>
                  </a:lnTo>
                  <a:lnTo>
                    <a:pt x="528" y="300"/>
                  </a:lnTo>
                  <a:lnTo>
                    <a:pt x="558" y="264"/>
                  </a:lnTo>
                  <a:lnTo>
                    <a:pt x="540" y="246"/>
                  </a:lnTo>
                  <a:lnTo>
                    <a:pt x="576" y="234"/>
                  </a:lnTo>
                  <a:lnTo>
                    <a:pt x="594" y="216"/>
                  </a:lnTo>
                  <a:lnTo>
                    <a:pt x="672" y="222"/>
                  </a:lnTo>
                  <a:lnTo>
                    <a:pt x="684" y="240"/>
                  </a:lnTo>
                  <a:lnTo>
                    <a:pt x="690" y="240"/>
                  </a:lnTo>
                  <a:lnTo>
                    <a:pt x="678" y="204"/>
                  </a:lnTo>
                  <a:close/>
                  <a:moveTo>
                    <a:pt x="390" y="828"/>
                  </a:moveTo>
                  <a:lnTo>
                    <a:pt x="390" y="840"/>
                  </a:lnTo>
                  <a:lnTo>
                    <a:pt x="396" y="852"/>
                  </a:lnTo>
                  <a:lnTo>
                    <a:pt x="396" y="864"/>
                  </a:lnTo>
                  <a:lnTo>
                    <a:pt x="402" y="870"/>
                  </a:lnTo>
                  <a:lnTo>
                    <a:pt x="402" y="876"/>
                  </a:lnTo>
                  <a:lnTo>
                    <a:pt x="414" y="852"/>
                  </a:lnTo>
                  <a:lnTo>
                    <a:pt x="426" y="852"/>
                  </a:lnTo>
                  <a:lnTo>
                    <a:pt x="432" y="846"/>
                  </a:lnTo>
                  <a:lnTo>
                    <a:pt x="438" y="834"/>
                  </a:lnTo>
                  <a:lnTo>
                    <a:pt x="438" y="822"/>
                  </a:lnTo>
                  <a:lnTo>
                    <a:pt x="432" y="816"/>
                  </a:lnTo>
                  <a:lnTo>
                    <a:pt x="450" y="798"/>
                  </a:lnTo>
                  <a:lnTo>
                    <a:pt x="444" y="798"/>
                  </a:lnTo>
                  <a:lnTo>
                    <a:pt x="438" y="804"/>
                  </a:lnTo>
                  <a:lnTo>
                    <a:pt x="420" y="804"/>
                  </a:lnTo>
                  <a:lnTo>
                    <a:pt x="408" y="810"/>
                  </a:lnTo>
                  <a:lnTo>
                    <a:pt x="390" y="828"/>
                  </a:lnTo>
                  <a:close/>
                  <a:moveTo>
                    <a:pt x="300" y="900"/>
                  </a:moveTo>
                  <a:lnTo>
                    <a:pt x="300" y="912"/>
                  </a:lnTo>
                  <a:lnTo>
                    <a:pt x="294" y="924"/>
                  </a:lnTo>
                  <a:lnTo>
                    <a:pt x="300" y="918"/>
                  </a:lnTo>
                  <a:lnTo>
                    <a:pt x="312" y="912"/>
                  </a:lnTo>
                  <a:lnTo>
                    <a:pt x="318" y="900"/>
                  </a:lnTo>
                  <a:lnTo>
                    <a:pt x="318" y="894"/>
                  </a:lnTo>
                  <a:lnTo>
                    <a:pt x="324" y="888"/>
                  </a:lnTo>
                  <a:lnTo>
                    <a:pt x="324" y="882"/>
                  </a:lnTo>
                  <a:lnTo>
                    <a:pt x="342" y="858"/>
                  </a:lnTo>
                  <a:lnTo>
                    <a:pt x="336" y="840"/>
                  </a:lnTo>
                  <a:lnTo>
                    <a:pt x="330" y="852"/>
                  </a:lnTo>
                  <a:lnTo>
                    <a:pt x="312" y="870"/>
                  </a:lnTo>
                  <a:lnTo>
                    <a:pt x="300" y="894"/>
                  </a:lnTo>
                  <a:lnTo>
                    <a:pt x="300" y="90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 name="Spain" descr="© INSCALE GmbH, 05.05.2010&#10;http://www.presentationload.com/">
              <a:extLst>
                <a:ext uri="{FF2B5EF4-FFF2-40B4-BE49-F238E27FC236}">
                  <a16:creationId xmlns:a16="http://schemas.microsoft.com/office/drawing/2014/main" id="{4B503C26-192E-BE48-A889-EE1E79B7C581}"/>
                </a:ext>
              </a:extLst>
            </p:cNvPr>
            <p:cNvSpPr>
              <a:spLocks noEditPoints="1"/>
            </p:cNvSpPr>
            <p:nvPr/>
          </p:nvSpPr>
          <p:spPr bwMode="gray">
            <a:xfrm>
              <a:off x="5497714" y="2660785"/>
              <a:ext cx="368175" cy="259695"/>
            </a:xfrm>
            <a:custGeom>
              <a:avLst/>
              <a:gdLst>
                <a:gd name="T0" fmla="*/ 2147483647 w 876"/>
                <a:gd name="T1" fmla="*/ 2147483647 h 618"/>
                <a:gd name="T2" fmla="*/ 2147483647 w 876"/>
                <a:gd name="T3" fmla="*/ 2147483647 h 618"/>
                <a:gd name="T4" fmla="*/ 2147483647 w 876"/>
                <a:gd name="T5" fmla="*/ 2147483647 h 618"/>
                <a:gd name="T6" fmla="*/ 2147483647 w 876"/>
                <a:gd name="T7" fmla="*/ 2147483647 h 618"/>
                <a:gd name="T8" fmla="*/ 2147483647 w 876"/>
                <a:gd name="T9" fmla="*/ 2147483647 h 618"/>
                <a:gd name="T10" fmla="*/ 2147483647 w 876"/>
                <a:gd name="T11" fmla="*/ 2147483647 h 618"/>
                <a:gd name="T12" fmla="*/ 2147483647 w 876"/>
                <a:gd name="T13" fmla="*/ 2147483647 h 618"/>
                <a:gd name="T14" fmla="*/ 2147483647 w 876"/>
                <a:gd name="T15" fmla="*/ 2147483647 h 618"/>
                <a:gd name="T16" fmla="*/ 2147483647 w 876"/>
                <a:gd name="T17" fmla="*/ 2147483647 h 618"/>
                <a:gd name="T18" fmla="*/ 2147483647 w 876"/>
                <a:gd name="T19" fmla="*/ 2147483647 h 618"/>
                <a:gd name="T20" fmla="*/ 2147483647 w 876"/>
                <a:gd name="T21" fmla="*/ 2147483647 h 618"/>
                <a:gd name="T22" fmla="*/ 2147483647 w 876"/>
                <a:gd name="T23" fmla="*/ 2147483647 h 618"/>
                <a:gd name="T24" fmla="*/ 2147483647 w 876"/>
                <a:gd name="T25" fmla="*/ 2147483647 h 618"/>
                <a:gd name="T26" fmla="*/ 2147483647 w 876"/>
                <a:gd name="T27" fmla="*/ 2147483647 h 618"/>
                <a:gd name="T28" fmla="*/ 2147483647 w 876"/>
                <a:gd name="T29" fmla="*/ 2147483647 h 618"/>
                <a:gd name="T30" fmla="*/ 2147483647 w 876"/>
                <a:gd name="T31" fmla="*/ 2147483647 h 618"/>
                <a:gd name="T32" fmla="*/ 2147483647 w 876"/>
                <a:gd name="T33" fmla="*/ 2147483647 h 618"/>
                <a:gd name="T34" fmla="*/ 2147483647 w 876"/>
                <a:gd name="T35" fmla="*/ 2147483647 h 618"/>
                <a:gd name="T36" fmla="*/ 2147483647 w 876"/>
                <a:gd name="T37" fmla="*/ 2147483647 h 618"/>
                <a:gd name="T38" fmla="*/ 2147483647 w 876"/>
                <a:gd name="T39" fmla="*/ 2147483647 h 618"/>
                <a:gd name="T40" fmla="*/ 2147483647 w 876"/>
                <a:gd name="T41" fmla="*/ 0 h 618"/>
                <a:gd name="T42" fmla="*/ 2147483647 w 876"/>
                <a:gd name="T43" fmla="*/ 2147483647 h 618"/>
                <a:gd name="T44" fmla="*/ 0 w 876"/>
                <a:gd name="T45" fmla="*/ 2147483647 h 618"/>
                <a:gd name="T46" fmla="*/ 2147483647 w 876"/>
                <a:gd name="T47" fmla="*/ 2147483647 h 618"/>
                <a:gd name="T48" fmla="*/ 2147483647 w 876"/>
                <a:gd name="T49" fmla="*/ 2147483647 h 618"/>
                <a:gd name="T50" fmla="*/ 2147483647 w 876"/>
                <a:gd name="T51" fmla="*/ 2147483647 h 618"/>
                <a:gd name="T52" fmla="*/ 2147483647 w 876"/>
                <a:gd name="T53" fmla="*/ 2147483647 h 618"/>
                <a:gd name="T54" fmla="*/ 2147483647 w 876"/>
                <a:gd name="T55" fmla="*/ 2147483647 h 618"/>
                <a:gd name="T56" fmla="*/ 2147483647 w 876"/>
                <a:gd name="T57" fmla="*/ 2147483647 h 618"/>
                <a:gd name="T58" fmla="*/ 2147483647 w 876"/>
                <a:gd name="T59" fmla="*/ 2147483647 h 618"/>
                <a:gd name="T60" fmla="*/ 2147483647 w 876"/>
                <a:gd name="T61" fmla="*/ 2147483647 h 618"/>
                <a:gd name="T62" fmla="*/ 2147483647 w 876"/>
                <a:gd name="T63" fmla="*/ 2147483647 h 618"/>
                <a:gd name="T64" fmla="*/ 2147483647 w 876"/>
                <a:gd name="T65" fmla="*/ 2147483647 h 618"/>
                <a:gd name="T66" fmla="*/ 2147483647 w 876"/>
                <a:gd name="T67" fmla="*/ 2147483647 h 618"/>
                <a:gd name="T68" fmla="*/ 2147483647 w 876"/>
                <a:gd name="T69" fmla="*/ 2147483647 h 618"/>
                <a:gd name="T70" fmla="*/ 2147483647 w 876"/>
                <a:gd name="T71" fmla="*/ 2147483647 h 618"/>
                <a:gd name="T72" fmla="*/ 2147483647 w 876"/>
                <a:gd name="T73" fmla="*/ 2147483647 h 618"/>
                <a:gd name="T74" fmla="*/ 2147483647 w 876"/>
                <a:gd name="T75" fmla="*/ 2147483647 h 618"/>
                <a:gd name="T76" fmla="*/ 2147483647 w 876"/>
                <a:gd name="T77" fmla="*/ 2147483647 h 618"/>
                <a:gd name="T78" fmla="*/ 2147483647 w 876"/>
                <a:gd name="T79" fmla="*/ 2147483647 h 618"/>
                <a:gd name="T80" fmla="*/ 2147483647 w 876"/>
                <a:gd name="T81" fmla="*/ 2147483647 h 618"/>
                <a:gd name="T82" fmla="*/ 2147483647 w 876"/>
                <a:gd name="T83" fmla="*/ 2147483647 h 618"/>
                <a:gd name="T84" fmla="*/ 2147483647 w 876"/>
                <a:gd name="T85" fmla="*/ 2147483647 h 618"/>
                <a:gd name="T86" fmla="*/ 2147483647 w 876"/>
                <a:gd name="T87" fmla="*/ 2147483647 h 618"/>
                <a:gd name="T88" fmla="*/ 2147483647 w 876"/>
                <a:gd name="T89" fmla="*/ 2147483647 h 618"/>
                <a:gd name="T90" fmla="*/ 2147483647 w 876"/>
                <a:gd name="T91" fmla="*/ 2147483647 h 618"/>
                <a:gd name="T92" fmla="*/ 2147483647 w 876"/>
                <a:gd name="T93" fmla="*/ 2147483647 h 618"/>
                <a:gd name="T94" fmla="*/ 2147483647 w 876"/>
                <a:gd name="T95" fmla="*/ 2147483647 h 618"/>
                <a:gd name="T96" fmla="*/ 2147483647 w 876"/>
                <a:gd name="T97" fmla="*/ 2147483647 h 618"/>
                <a:gd name="T98" fmla="*/ 2147483647 w 876"/>
                <a:gd name="T99" fmla="*/ 2147483647 h 618"/>
                <a:gd name="T100" fmla="*/ 2147483647 w 876"/>
                <a:gd name="T101" fmla="*/ 2147483647 h 618"/>
                <a:gd name="T102" fmla="*/ 2147483647 w 876"/>
                <a:gd name="T103" fmla="*/ 2147483647 h 618"/>
                <a:gd name="T104" fmla="*/ 2147483647 w 876"/>
                <a:gd name="T105" fmla="*/ 2147483647 h 618"/>
                <a:gd name="T106" fmla="*/ 2147483647 w 876"/>
                <a:gd name="T107" fmla="*/ 2147483647 h 618"/>
                <a:gd name="T108" fmla="*/ 2147483647 w 876"/>
                <a:gd name="T109" fmla="*/ 2147483647 h 61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876"/>
                <a:gd name="T166" fmla="*/ 0 h 618"/>
                <a:gd name="T167" fmla="*/ 876 w 876"/>
                <a:gd name="T168" fmla="*/ 618 h 61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876" h="618">
                  <a:moveTo>
                    <a:pt x="804" y="318"/>
                  </a:moveTo>
                  <a:lnTo>
                    <a:pt x="798" y="312"/>
                  </a:lnTo>
                  <a:lnTo>
                    <a:pt x="798" y="306"/>
                  </a:lnTo>
                  <a:lnTo>
                    <a:pt x="786" y="306"/>
                  </a:lnTo>
                  <a:lnTo>
                    <a:pt x="762" y="318"/>
                  </a:lnTo>
                  <a:lnTo>
                    <a:pt x="750" y="330"/>
                  </a:lnTo>
                  <a:lnTo>
                    <a:pt x="750" y="336"/>
                  </a:lnTo>
                  <a:lnTo>
                    <a:pt x="756" y="342"/>
                  </a:lnTo>
                  <a:lnTo>
                    <a:pt x="768" y="342"/>
                  </a:lnTo>
                  <a:lnTo>
                    <a:pt x="774" y="348"/>
                  </a:lnTo>
                  <a:lnTo>
                    <a:pt x="774" y="354"/>
                  </a:lnTo>
                  <a:lnTo>
                    <a:pt x="804" y="354"/>
                  </a:lnTo>
                  <a:lnTo>
                    <a:pt x="816" y="342"/>
                  </a:lnTo>
                  <a:lnTo>
                    <a:pt x="816" y="324"/>
                  </a:lnTo>
                  <a:lnTo>
                    <a:pt x="810" y="318"/>
                  </a:lnTo>
                  <a:lnTo>
                    <a:pt x="804" y="318"/>
                  </a:lnTo>
                  <a:close/>
                  <a:moveTo>
                    <a:pt x="672" y="390"/>
                  </a:moveTo>
                  <a:lnTo>
                    <a:pt x="678" y="396"/>
                  </a:lnTo>
                  <a:lnTo>
                    <a:pt x="684" y="396"/>
                  </a:lnTo>
                  <a:lnTo>
                    <a:pt x="690" y="390"/>
                  </a:lnTo>
                  <a:lnTo>
                    <a:pt x="690" y="372"/>
                  </a:lnTo>
                  <a:lnTo>
                    <a:pt x="684" y="372"/>
                  </a:lnTo>
                  <a:lnTo>
                    <a:pt x="672" y="384"/>
                  </a:lnTo>
                  <a:lnTo>
                    <a:pt x="672" y="390"/>
                  </a:lnTo>
                  <a:close/>
                  <a:moveTo>
                    <a:pt x="840" y="300"/>
                  </a:moveTo>
                  <a:lnTo>
                    <a:pt x="840" y="306"/>
                  </a:lnTo>
                  <a:lnTo>
                    <a:pt x="852" y="318"/>
                  </a:lnTo>
                  <a:lnTo>
                    <a:pt x="870" y="318"/>
                  </a:lnTo>
                  <a:lnTo>
                    <a:pt x="876" y="312"/>
                  </a:lnTo>
                  <a:lnTo>
                    <a:pt x="864" y="300"/>
                  </a:lnTo>
                  <a:lnTo>
                    <a:pt x="852" y="300"/>
                  </a:lnTo>
                  <a:lnTo>
                    <a:pt x="846" y="294"/>
                  </a:lnTo>
                  <a:lnTo>
                    <a:pt x="840" y="300"/>
                  </a:lnTo>
                  <a:close/>
                  <a:moveTo>
                    <a:pt x="804" y="150"/>
                  </a:moveTo>
                  <a:lnTo>
                    <a:pt x="798" y="138"/>
                  </a:lnTo>
                  <a:lnTo>
                    <a:pt x="798" y="132"/>
                  </a:lnTo>
                  <a:lnTo>
                    <a:pt x="810" y="120"/>
                  </a:lnTo>
                  <a:lnTo>
                    <a:pt x="798" y="114"/>
                  </a:lnTo>
                  <a:lnTo>
                    <a:pt x="792" y="108"/>
                  </a:lnTo>
                  <a:lnTo>
                    <a:pt x="792" y="102"/>
                  </a:lnTo>
                  <a:lnTo>
                    <a:pt x="780" y="102"/>
                  </a:lnTo>
                  <a:lnTo>
                    <a:pt x="780" y="108"/>
                  </a:lnTo>
                  <a:lnTo>
                    <a:pt x="774" y="114"/>
                  </a:lnTo>
                  <a:lnTo>
                    <a:pt x="756" y="114"/>
                  </a:lnTo>
                  <a:lnTo>
                    <a:pt x="750" y="108"/>
                  </a:lnTo>
                  <a:lnTo>
                    <a:pt x="726" y="108"/>
                  </a:lnTo>
                  <a:lnTo>
                    <a:pt x="726" y="102"/>
                  </a:lnTo>
                  <a:lnTo>
                    <a:pt x="708" y="102"/>
                  </a:lnTo>
                  <a:lnTo>
                    <a:pt x="696" y="108"/>
                  </a:lnTo>
                  <a:lnTo>
                    <a:pt x="690" y="84"/>
                  </a:lnTo>
                  <a:lnTo>
                    <a:pt x="672" y="84"/>
                  </a:lnTo>
                  <a:lnTo>
                    <a:pt x="672" y="78"/>
                  </a:lnTo>
                  <a:lnTo>
                    <a:pt x="666" y="72"/>
                  </a:lnTo>
                  <a:lnTo>
                    <a:pt x="648" y="72"/>
                  </a:lnTo>
                  <a:lnTo>
                    <a:pt x="642" y="78"/>
                  </a:lnTo>
                  <a:lnTo>
                    <a:pt x="642" y="90"/>
                  </a:lnTo>
                  <a:lnTo>
                    <a:pt x="624" y="96"/>
                  </a:lnTo>
                  <a:lnTo>
                    <a:pt x="624" y="84"/>
                  </a:lnTo>
                  <a:lnTo>
                    <a:pt x="594" y="84"/>
                  </a:lnTo>
                  <a:lnTo>
                    <a:pt x="582" y="72"/>
                  </a:lnTo>
                  <a:lnTo>
                    <a:pt x="570" y="72"/>
                  </a:lnTo>
                  <a:lnTo>
                    <a:pt x="564" y="78"/>
                  </a:lnTo>
                  <a:lnTo>
                    <a:pt x="546" y="60"/>
                  </a:lnTo>
                  <a:lnTo>
                    <a:pt x="510" y="60"/>
                  </a:lnTo>
                  <a:lnTo>
                    <a:pt x="516" y="54"/>
                  </a:lnTo>
                  <a:lnTo>
                    <a:pt x="516" y="48"/>
                  </a:lnTo>
                  <a:lnTo>
                    <a:pt x="504" y="36"/>
                  </a:lnTo>
                  <a:lnTo>
                    <a:pt x="498" y="36"/>
                  </a:lnTo>
                  <a:lnTo>
                    <a:pt x="492" y="42"/>
                  </a:lnTo>
                  <a:lnTo>
                    <a:pt x="486" y="36"/>
                  </a:lnTo>
                  <a:lnTo>
                    <a:pt x="450" y="36"/>
                  </a:lnTo>
                  <a:lnTo>
                    <a:pt x="390" y="24"/>
                  </a:lnTo>
                  <a:lnTo>
                    <a:pt x="378" y="24"/>
                  </a:lnTo>
                  <a:lnTo>
                    <a:pt x="348" y="36"/>
                  </a:lnTo>
                  <a:lnTo>
                    <a:pt x="294" y="30"/>
                  </a:lnTo>
                  <a:lnTo>
                    <a:pt x="258" y="12"/>
                  </a:lnTo>
                  <a:lnTo>
                    <a:pt x="234" y="12"/>
                  </a:lnTo>
                  <a:lnTo>
                    <a:pt x="216" y="18"/>
                  </a:lnTo>
                  <a:lnTo>
                    <a:pt x="162" y="18"/>
                  </a:lnTo>
                  <a:lnTo>
                    <a:pt x="150" y="12"/>
                  </a:lnTo>
                  <a:lnTo>
                    <a:pt x="138" y="12"/>
                  </a:lnTo>
                  <a:lnTo>
                    <a:pt x="126" y="6"/>
                  </a:lnTo>
                  <a:lnTo>
                    <a:pt x="120" y="0"/>
                  </a:lnTo>
                  <a:lnTo>
                    <a:pt x="108" y="0"/>
                  </a:lnTo>
                  <a:lnTo>
                    <a:pt x="96" y="6"/>
                  </a:lnTo>
                  <a:lnTo>
                    <a:pt x="72" y="30"/>
                  </a:lnTo>
                  <a:lnTo>
                    <a:pt x="60" y="30"/>
                  </a:lnTo>
                  <a:lnTo>
                    <a:pt x="48" y="36"/>
                  </a:lnTo>
                  <a:lnTo>
                    <a:pt x="30" y="36"/>
                  </a:lnTo>
                  <a:lnTo>
                    <a:pt x="6" y="48"/>
                  </a:lnTo>
                  <a:lnTo>
                    <a:pt x="0" y="60"/>
                  </a:lnTo>
                  <a:lnTo>
                    <a:pt x="0" y="72"/>
                  </a:lnTo>
                  <a:lnTo>
                    <a:pt x="6" y="78"/>
                  </a:lnTo>
                  <a:lnTo>
                    <a:pt x="12" y="90"/>
                  </a:lnTo>
                  <a:lnTo>
                    <a:pt x="24" y="96"/>
                  </a:lnTo>
                  <a:lnTo>
                    <a:pt x="30" y="102"/>
                  </a:lnTo>
                  <a:lnTo>
                    <a:pt x="18" y="138"/>
                  </a:lnTo>
                  <a:lnTo>
                    <a:pt x="24" y="144"/>
                  </a:lnTo>
                  <a:lnTo>
                    <a:pt x="24" y="150"/>
                  </a:lnTo>
                  <a:lnTo>
                    <a:pt x="30" y="144"/>
                  </a:lnTo>
                  <a:lnTo>
                    <a:pt x="54" y="132"/>
                  </a:lnTo>
                  <a:lnTo>
                    <a:pt x="78" y="132"/>
                  </a:lnTo>
                  <a:lnTo>
                    <a:pt x="78" y="138"/>
                  </a:lnTo>
                  <a:lnTo>
                    <a:pt x="66" y="150"/>
                  </a:lnTo>
                  <a:lnTo>
                    <a:pt x="60" y="150"/>
                  </a:lnTo>
                  <a:lnTo>
                    <a:pt x="60" y="156"/>
                  </a:lnTo>
                  <a:lnTo>
                    <a:pt x="72" y="156"/>
                  </a:lnTo>
                  <a:lnTo>
                    <a:pt x="78" y="150"/>
                  </a:lnTo>
                  <a:lnTo>
                    <a:pt x="96" y="150"/>
                  </a:lnTo>
                  <a:lnTo>
                    <a:pt x="102" y="156"/>
                  </a:lnTo>
                  <a:lnTo>
                    <a:pt x="114" y="156"/>
                  </a:lnTo>
                  <a:lnTo>
                    <a:pt x="120" y="150"/>
                  </a:lnTo>
                  <a:lnTo>
                    <a:pt x="120" y="144"/>
                  </a:lnTo>
                  <a:lnTo>
                    <a:pt x="174" y="144"/>
                  </a:lnTo>
                  <a:lnTo>
                    <a:pt x="174" y="162"/>
                  </a:lnTo>
                  <a:lnTo>
                    <a:pt x="180" y="162"/>
                  </a:lnTo>
                  <a:lnTo>
                    <a:pt x="192" y="168"/>
                  </a:lnTo>
                  <a:lnTo>
                    <a:pt x="192" y="174"/>
                  </a:lnTo>
                  <a:lnTo>
                    <a:pt x="168" y="198"/>
                  </a:lnTo>
                  <a:lnTo>
                    <a:pt x="144" y="210"/>
                  </a:lnTo>
                  <a:lnTo>
                    <a:pt x="138" y="216"/>
                  </a:lnTo>
                  <a:lnTo>
                    <a:pt x="138" y="222"/>
                  </a:lnTo>
                  <a:lnTo>
                    <a:pt x="144" y="222"/>
                  </a:lnTo>
                  <a:lnTo>
                    <a:pt x="150" y="228"/>
                  </a:lnTo>
                  <a:lnTo>
                    <a:pt x="150" y="240"/>
                  </a:lnTo>
                  <a:lnTo>
                    <a:pt x="144" y="258"/>
                  </a:lnTo>
                  <a:lnTo>
                    <a:pt x="144" y="276"/>
                  </a:lnTo>
                  <a:lnTo>
                    <a:pt x="138" y="276"/>
                  </a:lnTo>
                  <a:lnTo>
                    <a:pt x="132" y="282"/>
                  </a:lnTo>
                  <a:lnTo>
                    <a:pt x="132" y="294"/>
                  </a:lnTo>
                  <a:lnTo>
                    <a:pt x="138" y="300"/>
                  </a:lnTo>
                  <a:lnTo>
                    <a:pt x="138" y="312"/>
                  </a:lnTo>
                  <a:lnTo>
                    <a:pt x="126" y="324"/>
                  </a:lnTo>
                  <a:lnTo>
                    <a:pt x="90" y="324"/>
                  </a:lnTo>
                  <a:lnTo>
                    <a:pt x="114" y="348"/>
                  </a:lnTo>
                  <a:lnTo>
                    <a:pt x="114" y="360"/>
                  </a:lnTo>
                  <a:lnTo>
                    <a:pt x="120" y="366"/>
                  </a:lnTo>
                  <a:lnTo>
                    <a:pt x="132" y="372"/>
                  </a:lnTo>
                  <a:lnTo>
                    <a:pt x="132" y="378"/>
                  </a:lnTo>
                  <a:lnTo>
                    <a:pt x="120" y="390"/>
                  </a:lnTo>
                  <a:lnTo>
                    <a:pt x="108" y="396"/>
                  </a:lnTo>
                  <a:lnTo>
                    <a:pt x="96" y="408"/>
                  </a:lnTo>
                  <a:lnTo>
                    <a:pt x="96" y="414"/>
                  </a:lnTo>
                  <a:lnTo>
                    <a:pt x="102" y="420"/>
                  </a:lnTo>
                  <a:lnTo>
                    <a:pt x="102" y="426"/>
                  </a:lnTo>
                  <a:lnTo>
                    <a:pt x="108" y="438"/>
                  </a:lnTo>
                  <a:lnTo>
                    <a:pt x="114" y="444"/>
                  </a:lnTo>
                  <a:lnTo>
                    <a:pt x="126" y="444"/>
                  </a:lnTo>
                  <a:lnTo>
                    <a:pt x="126" y="450"/>
                  </a:lnTo>
                  <a:lnTo>
                    <a:pt x="114" y="462"/>
                  </a:lnTo>
                  <a:lnTo>
                    <a:pt x="102" y="462"/>
                  </a:lnTo>
                  <a:lnTo>
                    <a:pt x="96" y="474"/>
                  </a:lnTo>
                  <a:lnTo>
                    <a:pt x="90" y="480"/>
                  </a:lnTo>
                  <a:lnTo>
                    <a:pt x="90" y="528"/>
                  </a:lnTo>
                  <a:lnTo>
                    <a:pt x="120" y="528"/>
                  </a:lnTo>
                  <a:lnTo>
                    <a:pt x="144" y="546"/>
                  </a:lnTo>
                  <a:lnTo>
                    <a:pt x="162" y="546"/>
                  </a:lnTo>
                  <a:lnTo>
                    <a:pt x="156" y="576"/>
                  </a:lnTo>
                  <a:lnTo>
                    <a:pt x="162" y="576"/>
                  </a:lnTo>
                  <a:lnTo>
                    <a:pt x="162" y="594"/>
                  </a:lnTo>
                  <a:lnTo>
                    <a:pt x="168" y="606"/>
                  </a:lnTo>
                  <a:lnTo>
                    <a:pt x="174" y="612"/>
                  </a:lnTo>
                  <a:lnTo>
                    <a:pt x="192" y="612"/>
                  </a:lnTo>
                  <a:lnTo>
                    <a:pt x="198" y="618"/>
                  </a:lnTo>
                  <a:lnTo>
                    <a:pt x="204" y="618"/>
                  </a:lnTo>
                  <a:lnTo>
                    <a:pt x="210" y="612"/>
                  </a:lnTo>
                  <a:lnTo>
                    <a:pt x="222" y="606"/>
                  </a:lnTo>
                  <a:lnTo>
                    <a:pt x="240" y="588"/>
                  </a:lnTo>
                  <a:lnTo>
                    <a:pt x="252" y="582"/>
                  </a:lnTo>
                  <a:lnTo>
                    <a:pt x="264" y="582"/>
                  </a:lnTo>
                  <a:lnTo>
                    <a:pt x="294" y="564"/>
                  </a:lnTo>
                  <a:lnTo>
                    <a:pt x="360" y="564"/>
                  </a:lnTo>
                  <a:lnTo>
                    <a:pt x="366" y="558"/>
                  </a:lnTo>
                  <a:lnTo>
                    <a:pt x="378" y="558"/>
                  </a:lnTo>
                  <a:lnTo>
                    <a:pt x="390" y="570"/>
                  </a:lnTo>
                  <a:lnTo>
                    <a:pt x="396" y="570"/>
                  </a:lnTo>
                  <a:lnTo>
                    <a:pt x="408" y="564"/>
                  </a:lnTo>
                  <a:lnTo>
                    <a:pt x="420" y="564"/>
                  </a:lnTo>
                  <a:lnTo>
                    <a:pt x="426" y="558"/>
                  </a:lnTo>
                  <a:lnTo>
                    <a:pt x="432" y="558"/>
                  </a:lnTo>
                  <a:lnTo>
                    <a:pt x="432" y="570"/>
                  </a:lnTo>
                  <a:lnTo>
                    <a:pt x="438" y="570"/>
                  </a:lnTo>
                  <a:lnTo>
                    <a:pt x="450" y="558"/>
                  </a:lnTo>
                  <a:lnTo>
                    <a:pt x="462" y="534"/>
                  </a:lnTo>
                  <a:lnTo>
                    <a:pt x="462" y="522"/>
                  </a:lnTo>
                  <a:lnTo>
                    <a:pt x="498" y="492"/>
                  </a:lnTo>
                  <a:lnTo>
                    <a:pt x="528" y="492"/>
                  </a:lnTo>
                  <a:lnTo>
                    <a:pt x="534" y="474"/>
                  </a:lnTo>
                  <a:lnTo>
                    <a:pt x="534" y="468"/>
                  </a:lnTo>
                  <a:lnTo>
                    <a:pt x="540" y="462"/>
                  </a:lnTo>
                  <a:lnTo>
                    <a:pt x="540" y="450"/>
                  </a:lnTo>
                  <a:lnTo>
                    <a:pt x="546" y="444"/>
                  </a:lnTo>
                  <a:lnTo>
                    <a:pt x="552" y="432"/>
                  </a:lnTo>
                  <a:lnTo>
                    <a:pt x="552" y="426"/>
                  </a:lnTo>
                  <a:lnTo>
                    <a:pt x="570" y="426"/>
                  </a:lnTo>
                  <a:lnTo>
                    <a:pt x="594" y="414"/>
                  </a:lnTo>
                  <a:lnTo>
                    <a:pt x="600" y="408"/>
                  </a:lnTo>
                  <a:lnTo>
                    <a:pt x="594" y="396"/>
                  </a:lnTo>
                  <a:lnTo>
                    <a:pt x="588" y="390"/>
                  </a:lnTo>
                  <a:lnTo>
                    <a:pt x="582" y="378"/>
                  </a:lnTo>
                  <a:lnTo>
                    <a:pt x="576" y="372"/>
                  </a:lnTo>
                  <a:lnTo>
                    <a:pt x="570" y="372"/>
                  </a:lnTo>
                  <a:lnTo>
                    <a:pt x="570" y="336"/>
                  </a:lnTo>
                  <a:lnTo>
                    <a:pt x="582" y="312"/>
                  </a:lnTo>
                  <a:lnTo>
                    <a:pt x="594" y="306"/>
                  </a:lnTo>
                  <a:lnTo>
                    <a:pt x="600" y="294"/>
                  </a:lnTo>
                  <a:lnTo>
                    <a:pt x="612" y="282"/>
                  </a:lnTo>
                  <a:lnTo>
                    <a:pt x="618" y="270"/>
                  </a:lnTo>
                  <a:lnTo>
                    <a:pt x="630" y="258"/>
                  </a:lnTo>
                  <a:lnTo>
                    <a:pt x="642" y="258"/>
                  </a:lnTo>
                  <a:lnTo>
                    <a:pt x="654" y="246"/>
                  </a:lnTo>
                  <a:lnTo>
                    <a:pt x="654" y="240"/>
                  </a:lnTo>
                  <a:lnTo>
                    <a:pt x="648" y="240"/>
                  </a:lnTo>
                  <a:lnTo>
                    <a:pt x="648" y="228"/>
                  </a:lnTo>
                  <a:lnTo>
                    <a:pt x="654" y="222"/>
                  </a:lnTo>
                  <a:lnTo>
                    <a:pt x="726" y="198"/>
                  </a:lnTo>
                  <a:lnTo>
                    <a:pt x="750" y="186"/>
                  </a:lnTo>
                  <a:lnTo>
                    <a:pt x="756" y="174"/>
                  </a:lnTo>
                  <a:lnTo>
                    <a:pt x="768" y="168"/>
                  </a:lnTo>
                  <a:lnTo>
                    <a:pt x="774" y="168"/>
                  </a:lnTo>
                  <a:lnTo>
                    <a:pt x="786" y="156"/>
                  </a:lnTo>
                  <a:lnTo>
                    <a:pt x="798" y="156"/>
                  </a:lnTo>
                  <a:lnTo>
                    <a:pt x="804"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 name="Slovenia" descr="© INSCALE GmbH, 05.05.2010&#10;http://www.presentationload.com/">
              <a:extLst>
                <a:ext uri="{FF2B5EF4-FFF2-40B4-BE49-F238E27FC236}">
                  <a16:creationId xmlns:a16="http://schemas.microsoft.com/office/drawing/2014/main" id="{E94F4DF2-41A0-1049-A892-5000F0572D82}"/>
                </a:ext>
              </a:extLst>
            </p:cNvPr>
            <p:cNvSpPr>
              <a:spLocks/>
            </p:cNvSpPr>
            <p:nvPr/>
          </p:nvSpPr>
          <p:spPr bwMode="gray">
            <a:xfrm>
              <a:off x="6110791" y="2553948"/>
              <a:ext cx="88756" cy="50953"/>
            </a:xfrm>
            <a:custGeom>
              <a:avLst/>
              <a:gdLst>
                <a:gd name="T0" fmla="*/ 2147483647 w 210"/>
                <a:gd name="T1" fmla="*/ 2147483647 h 120"/>
                <a:gd name="T2" fmla="*/ 2147483647 w 210"/>
                <a:gd name="T3" fmla="*/ 2147483647 h 120"/>
                <a:gd name="T4" fmla="*/ 2147483647 w 210"/>
                <a:gd name="T5" fmla="*/ 2147483647 h 120"/>
                <a:gd name="T6" fmla="*/ 2147483647 w 210"/>
                <a:gd name="T7" fmla="*/ 2147483647 h 120"/>
                <a:gd name="T8" fmla="*/ 2147483647 w 210"/>
                <a:gd name="T9" fmla="*/ 2147483647 h 120"/>
                <a:gd name="T10" fmla="*/ 2147483647 w 210"/>
                <a:gd name="T11" fmla="*/ 2147483647 h 120"/>
                <a:gd name="T12" fmla="*/ 2147483647 w 210"/>
                <a:gd name="T13" fmla="*/ 2147483647 h 120"/>
                <a:gd name="T14" fmla="*/ 2147483647 w 210"/>
                <a:gd name="T15" fmla="*/ 2147483647 h 120"/>
                <a:gd name="T16" fmla="*/ 2147483647 w 210"/>
                <a:gd name="T17" fmla="*/ 2147483647 h 120"/>
                <a:gd name="T18" fmla="*/ 2147483647 w 210"/>
                <a:gd name="T19" fmla="*/ 2147483647 h 120"/>
                <a:gd name="T20" fmla="*/ 2147483647 w 210"/>
                <a:gd name="T21" fmla="*/ 2147483647 h 120"/>
                <a:gd name="T22" fmla="*/ 2147483647 w 210"/>
                <a:gd name="T23" fmla="*/ 2147483647 h 120"/>
                <a:gd name="T24" fmla="*/ 2147483647 w 210"/>
                <a:gd name="T25" fmla="*/ 2147483647 h 120"/>
                <a:gd name="T26" fmla="*/ 2147483647 w 210"/>
                <a:gd name="T27" fmla="*/ 2147483647 h 120"/>
                <a:gd name="T28" fmla="*/ 2147483647 w 210"/>
                <a:gd name="T29" fmla="*/ 2147483647 h 120"/>
                <a:gd name="T30" fmla="*/ 2147483647 w 210"/>
                <a:gd name="T31" fmla="*/ 2147483647 h 120"/>
                <a:gd name="T32" fmla="*/ 2147483647 w 210"/>
                <a:gd name="T33" fmla="*/ 2147483647 h 120"/>
                <a:gd name="T34" fmla="*/ 2147483647 w 210"/>
                <a:gd name="T35" fmla="*/ 2147483647 h 120"/>
                <a:gd name="T36" fmla="*/ 2147483647 w 210"/>
                <a:gd name="T37" fmla="*/ 2147483647 h 120"/>
                <a:gd name="T38" fmla="*/ 2147483647 w 210"/>
                <a:gd name="T39" fmla="*/ 2147483647 h 120"/>
                <a:gd name="T40" fmla="*/ 2147483647 w 210"/>
                <a:gd name="T41" fmla="*/ 2147483647 h 120"/>
                <a:gd name="T42" fmla="*/ 2147483647 w 210"/>
                <a:gd name="T43" fmla="*/ 0 h 120"/>
                <a:gd name="T44" fmla="*/ 2147483647 w 210"/>
                <a:gd name="T45" fmla="*/ 2147483647 h 120"/>
                <a:gd name="T46" fmla="*/ 2147483647 w 210"/>
                <a:gd name="T47" fmla="*/ 2147483647 h 120"/>
                <a:gd name="T48" fmla="*/ 2147483647 w 210"/>
                <a:gd name="T49" fmla="*/ 2147483647 h 120"/>
                <a:gd name="T50" fmla="*/ 2147483647 w 210"/>
                <a:gd name="T51" fmla="*/ 2147483647 h 120"/>
                <a:gd name="T52" fmla="*/ 2147483647 w 210"/>
                <a:gd name="T53" fmla="*/ 2147483647 h 120"/>
                <a:gd name="T54" fmla="*/ 2147483647 w 210"/>
                <a:gd name="T55" fmla="*/ 2147483647 h 120"/>
                <a:gd name="T56" fmla="*/ 2147483647 w 210"/>
                <a:gd name="T57" fmla="*/ 2147483647 h 120"/>
                <a:gd name="T58" fmla="*/ 2147483647 w 210"/>
                <a:gd name="T59" fmla="*/ 2147483647 h 120"/>
                <a:gd name="T60" fmla="*/ 2147483647 w 210"/>
                <a:gd name="T61" fmla="*/ 2147483647 h 120"/>
                <a:gd name="T62" fmla="*/ 2147483647 w 210"/>
                <a:gd name="T63" fmla="*/ 2147483647 h 120"/>
                <a:gd name="T64" fmla="*/ 2147483647 w 210"/>
                <a:gd name="T65" fmla="*/ 2147483647 h 120"/>
                <a:gd name="T66" fmla="*/ 2147483647 w 210"/>
                <a:gd name="T67" fmla="*/ 2147483647 h 120"/>
                <a:gd name="T68" fmla="*/ 0 w 210"/>
                <a:gd name="T69" fmla="*/ 2147483647 h 120"/>
                <a:gd name="T70" fmla="*/ 2147483647 w 210"/>
                <a:gd name="T71" fmla="*/ 2147483647 h 120"/>
                <a:gd name="T72" fmla="*/ 2147483647 w 210"/>
                <a:gd name="T73" fmla="*/ 2147483647 h 120"/>
                <a:gd name="T74" fmla="*/ 2147483647 w 210"/>
                <a:gd name="T75" fmla="*/ 2147483647 h 120"/>
                <a:gd name="T76" fmla="*/ 2147483647 w 210"/>
                <a:gd name="T77" fmla="*/ 2147483647 h 120"/>
                <a:gd name="T78" fmla="*/ 2147483647 w 210"/>
                <a:gd name="T79" fmla="*/ 2147483647 h 120"/>
                <a:gd name="T80" fmla="*/ 2147483647 w 210"/>
                <a:gd name="T81" fmla="*/ 2147483647 h 120"/>
                <a:gd name="T82" fmla="*/ 2147483647 w 210"/>
                <a:gd name="T83" fmla="*/ 2147483647 h 120"/>
                <a:gd name="T84" fmla="*/ 2147483647 w 210"/>
                <a:gd name="T85" fmla="*/ 2147483647 h 120"/>
                <a:gd name="T86" fmla="*/ 2147483647 w 210"/>
                <a:gd name="T87" fmla="*/ 2147483647 h 1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120"/>
                <a:gd name="T134" fmla="*/ 210 w 210"/>
                <a:gd name="T135" fmla="*/ 120 h 12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120">
                  <a:moveTo>
                    <a:pt x="24" y="120"/>
                  </a:moveTo>
                  <a:lnTo>
                    <a:pt x="42" y="120"/>
                  </a:lnTo>
                  <a:lnTo>
                    <a:pt x="42" y="108"/>
                  </a:lnTo>
                  <a:lnTo>
                    <a:pt x="54" y="114"/>
                  </a:lnTo>
                  <a:lnTo>
                    <a:pt x="72" y="114"/>
                  </a:lnTo>
                  <a:lnTo>
                    <a:pt x="78" y="102"/>
                  </a:lnTo>
                  <a:lnTo>
                    <a:pt x="78" y="108"/>
                  </a:lnTo>
                  <a:lnTo>
                    <a:pt x="84" y="114"/>
                  </a:lnTo>
                  <a:lnTo>
                    <a:pt x="126" y="114"/>
                  </a:lnTo>
                  <a:lnTo>
                    <a:pt x="126" y="96"/>
                  </a:lnTo>
                  <a:lnTo>
                    <a:pt x="138" y="90"/>
                  </a:lnTo>
                  <a:lnTo>
                    <a:pt x="150" y="78"/>
                  </a:lnTo>
                  <a:lnTo>
                    <a:pt x="150" y="72"/>
                  </a:lnTo>
                  <a:lnTo>
                    <a:pt x="144" y="66"/>
                  </a:lnTo>
                  <a:lnTo>
                    <a:pt x="144" y="54"/>
                  </a:lnTo>
                  <a:lnTo>
                    <a:pt x="174" y="54"/>
                  </a:lnTo>
                  <a:lnTo>
                    <a:pt x="186" y="48"/>
                  </a:lnTo>
                  <a:lnTo>
                    <a:pt x="186" y="36"/>
                  </a:lnTo>
                  <a:lnTo>
                    <a:pt x="210" y="36"/>
                  </a:lnTo>
                  <a:lnTo>
                    <a:pt x="192" y="24"/>
                  </a:lnTo>
                  <a:lnTo>
                    <a:pt x="186" y="6"/>
                  </a:lnTo>
                  <a:lnTo>
                    <a:pt x="180" y="0"/>
                  </a:lnTo>
                  <a:lnTo>
                    <a:pt x="174" y="12"/>
                  </a:lnTo>
                  <a:lnTo>
                    <a:pt x="168" y="30"/>
                  </a:lnTo>
                  <a:lnTo>
                    <a:pt x="144" y="24"/>
                  </a:lnTo>
                  <a:lnTo>
                    <a:pt x="132" y="30"/>
                  </a:lnTo>
                  <a:lnTo>
                    <a:pt x="84" y="30"/>
                  </a:lnTo>
                  <a:lnTo>
                    <a:pt x="84" y="42"/>
                  </a:lnTo>
                  <a:lnTo>
                    <a:pt x="54" y="42"/>
                  </a:lnTo>
                  <a:lnTo>
                    <a:pt x="48" y="36"/>
                  </a:lnTo>
                  <a:lnTo>
                    <a:pt x="30" y="36"/>
                  </a:lnTo>
                  <a:lnTo>
                    <a:pt x="24" y="42"/>
                  </a:lnTo>
                  <a:lnTo>
                    <a:pt x="6" y="42"/>
                  </a:lnTo>
                  <a:lnTo>
                    <a:pt x="6" y="48"/>
                  </a:lnTo>
                  <a:lnTo>
                    <a:pt x="0" y="54"/>
                  </a:lnTo>
                  <a:lnTo>
                    <a:pt x="12" y="60"/>
                  </a:lnTo>
                  <a:lnTo>
                    <a:pt x="6" y="96"/>
                  </a:lnTo>
                  <a:lnTo>
                    <a:pt x="18" y="96"/>
                  </a:lnTo>
                  <a:lnTo>
                    <a:pt x="30" y="102"/>
                  </a:lnTo>
                  <a:lnTo>
                    <a:pt x="36" y="102"/>
                  </a:lnTo>
                  <a:lnTo>
                    <a:pt x="36" y="108"/>
                  </a:lnTo>
                  <a:lnTo>
                    <a:pt x="30" y="108"/>
                  </a:lnTo>
                  <a:lnTo>
                    <a:pt x="30" y="114"/>
                  </a:lnTo>
                  <a:lnTo>
                    <a:pt x="24"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 name="Slovakia" descr="© INSCALE GmbH, 05.05.2010&#10;http://www.presentationload.com/">
              <a:extLst>
                <a:ext uri="{FF2B5EF4-FFF2-40B4-BE49-F238E27FC236}">
                  <a16:creationId xmlns:a16="http://schemas.microsoft.com/office/drawing/2014/main" id="{0C57A693-B5B7-8143-A3A9-B0DDD244AA7F}"/>
                </a:ext>
              </a:extLst>
            </p:cNvPr>
            <p:cNvSpPr>
              <a:spLocks/>
            </p:cNvSpPr>
            <p:nvPr/>
          </p:nvSpPr>
          <p:spPr bwMode="gray">
            <a:xfrm>
              <a:off x="6201191" y="2468479"/>
              <a:ext cx="149572" cy="60815"/>
            </a:xfrm>
            <a:custGeom>
              <a:avLst/>
              <a:gdLst>
                <a:gd name="T0" fmla="*/ 2147483647 w 354"/>
                <a:gd name="T1" fmla="*/ 2147483647 h 144"/>
                <a:gd name="T2" fmla="*/ 2147483647 w 354"/>
                <a:gd name="T3" fmla="*/ 2147483647 h 144"/>
                <a:gd name="T4" fmla="*/ 2147483647 w 354"/>
                <a:gd name="T5" fmla="*/ 2147483647 h 144"/>
                <a:gd name="T6" fmla="*/ 2147483647 w 354"/>
                <a:gd name="T7" fmla="*/ 2147483647 h 144"/>
                <a:gd name="T8" fmla="*/ 2147483647 w 354"/>
                <a:gd name="T9" fmla="*/ 2147483647 h 144"/>
                <a:gd name="T10" fmla="*/ 2147483647 w 354"/>
                <a:gd name="T11" fmla="*/ 2147483647 h 144"/>
                <a:gd name="T12" fmla="*/ 2147483647 w 354"/>
                <a:gd name="T13" fmla="*/ 2147483647 h 144"/>
                <a:gd name="T14" fmla="*/ 2147483647 w 354"/>
                <a:gd name="T15" fmla="*/ 0 h 144"/>
                <a:gd name="T16" fmla="*/ 2147483647 w 354"/>
                <a:gd name="T17" fmla="*/ 2147483647 h 144"/>
                <a:gd name="T18" fmla="*/ 2147483647 w 354"/>
                <a:gd name="T19" fmla="*/ 0 h 144"/>
                <a:gd name="T20" fmla="*/ 2147483647 w 354"/>
                <a:gd name="T21" fmla="*/ 2147483647 h 144"/>
                <a:gd name="T22" fmla="*/ 2147483647 w 354"/>
                <a:gd name="T23" fmla="*/ 2147483647 h 144"/>
                <a:gd name="T24" fmla="*/ 2147483647 w 354"/>
                <a:gd name="T25" fmla="*/ 2147483647 h 144"/>
                <a:gd name="T26" fmla="*/ 2147483647 w 354"/>
                <a:gd name="T27" fmla="*/ 2147483647 h 144"/>
                <a:gd name="T28" fmla="*/ 2147483647 w 354"/>
                <a:gd name="T29" fmla="*/ 2147483647 h 144"/>
                <a:gd name="T30" fmla="*/ 0 w 354"/>
                <a:gd name="T31" fmla="*/ 2147483647 h 144"/>
                <a:gd name="T32" fmla="*/ 2147483647 w 354"/>
                <a:gd name="T33" fmla="*/ 2147483647 h 144"/>
                <a:gd name="T34" fmla="*/ 2147483647 w 354"/>
                <a:gd name="T35" fmla="*/ 2147483647 h 144"/>
                <a:gd name="T36" fmla="*/ 2147483647 w 354"/>
                <a:gd name="T37" fmla="*/ 2147483647 h 144"/>
                <a:gd name="T38" fmla="*/ 2147483647 w 354"/>
                <a:gd name="T39" fmla="*/ 2147483647 h 144"/>
                <a:gd name="T40" fmla="*/ 2147483647 w 354"/>
                <a:gd name="T41" fmla="*/ 2147483647 h 144"/>
                <a:gd name="T42" fmla="*/ 2147483647 w 354"/>
                <a:gd name="T43" fmla="*/ 2147483647 h 144"/>
                <a:gd name="T44" fmla="*/ 2147483647 w 354"/>
                <a:gd name="T45" fmla="*/ 2147483647 h 144"/>
                <a:gd name="T46" fmla="*/ 2147483647 w 354"/>
                <a:gd name="T47" fmla="*/ 2147483647 h 144"/>
                <a:gd name="T48" fmla="*/ 2147483647 w 354"/>
                <a:gd name="T49" fmla="*/ 2147483647 h 144"/>
                <a:gd name="T50" fmla="*/ 2147483647 w 354"/>
                <a:gd name="T51" fmla="*/ 2147483647 h 144"/>
                <a:gd name="T52" fmla="*/ 2147483647 w 354"/>
                <a:gd name="T53" fmla="*/ 2147483647 h 144"/>
                <a:gd name="T54" fmla="*/ 2147483647 w 354"/>
                <a:gd name="T55" fmla="*/ 2147483647 h 144"/>
                <a:gd name="T56" fmla="*/ 2147483647 w 354"/>
                <a:gd name="T57" fmla="*/ 2147483647 h 144"/>
                <a:gd name="T58" fmla="*/ 2147483647 w 354"/>
                <a:gd name="T59" fmla="*/ 2147483647 h 144"/>
                <a:gd name="T60" fmla="*/ 2147483647 w 354"/>
                <a:gd name="T61" fmla="*/ 2147483647 h 144"/>
                <a:gd name="T62" fmla="*/ 2147483647 w 354"/>
                <a:gd name="T63" fmla="*/ 2147483647 h 144"/>
                <a:gd name="T64" fmla="*/ 2147483647 w 354"/>
                <a:gd name="T65" fmla="*/ 2147483647 h 144"/>
                <a:gd name="T66" fmla="*/ 2147483647 w 354"/>
                <a:gd name="T67" fmla="*/ 2147483647 h 144"/>
                <a:gd name="T68" fmla="*/ 2147483647 w 354"/>
                <a:gd name="T69" fmla="*/ 2147483647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
                <a:gd name="T106" fmla="*/ 0 h 144"/>
                <a:gd name="T107" fmla="*/ 354 w 354"/>
                <a:gd name="T108" fmla="*/ 144 h 14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 h="144">
                  <a:moveTo>
                    <a:pt x="348" y="30"/>
                  </a:moveTo>
                  <a:lnTo>
                    <a:pt x="324" y="30"/>
                  </a:lnTo>
                  <a:lnTo>
                    <a:pt x="300" y="6"/>
                  </a:lnTo>
                  <a:lnTo>
                    <a:pt x="276" y="6"/>
                  </a:lnTo>
                  <a:lnTo>
                    <a:pt x="270" y="12"/>
                  </a:lnTo>
                  <a:lnTo>
                    <a:pt x="258" y="18"/>
                  </a:lnTo>
                  <a:lnTo>
                    <a:pt x="246" y="18"/>
                  </a:lnTo>
                  <a:lnTo>
                    <a:pt x="240" y="12"/>
                  </a:lnTo>
                  <a:lnTo>
                    <a:pt x="210" y="12"/>
                  </a:lnTo>
                  <a:lnTo>
                    <a:pt x="210" y="18"/>
                  </a:lnTo>
                  <a:lnTo>
                    <a:pt x="204" y="24"/>
                  </a:lnTo>
                  <a:lnTo>
                    <a:pt x="192" y="24"/>
                  </a:lnTo>
                  <a:lnTo>
                    <a:pt x="186" y="18"/>
                  </a:lnTo>
                  <a:lnTo>
                    <a:pt x="186" y="12"/>
                  </a:lnTo>
                  <a:lnTo>
                    <a:pt x="180" y="12"/>
                  </a:lnTo>
                  <a:lnTo>
                    <a:pt x="168" y="0"/>
                  </a:lnTo>
                  <a:lnTo>
                    <a:pt x="156" y="0"/>
                  </a:lnTo>
                  <a:lnTo>
                    <a:pt x="144" y="12"/>
                  </a:lnTo>
                  <a:lnTo>
                    <a:pt x="138" y="12"/>
                  </a:lnTo>
                  <a:lnTo>
                    <a:pt x="126" y="0"/>
                  </a:lnTo>
                  <a:lnTo>
                    <a:pt x="108" y="12"/>
                  </a:lnTo>
                  <a:lnTo>
                    <a:pt x="84" y="18"/>
                  </a:lnTo>
                  <a:lnTo>
                    <a:pt x="84" y="42"/>
                  </a:lnTo>
                  <a:lnTo>
                    <a:pt x="72" y="48"/>
                  </a:lnTo>
                  <a:lnTo>
                    <a:pt x="66" y="54"/>
                  </a:lnTo>
                  <a:lnTo>
                    <a:pt x="54" y="60"/>
                  </a:lnTo>
                  <a:lnTo>
                    <a:pt x="36" y="60"/>
                  </a:lnTo>
                  <a:lnTo>
                    <a:pt x="36" y="54"/>
                  </a:lnTo>
                  <a:lnTo>
                    <a:pt x="30" y="60"/>
                  </a:lnTo>
                  <a:lnTo>
                    <a:pt x="12" y="60"/>
                  </a:lnTo>
                  <a:lnTo>
                    <a:pt x="6" y="66"/>
                  </a:lnTo>
                  <a:lnTo>
                    <a:pt x="0" y="90"/>
                  </a:lnTo>
                  <a:lnTo>
                    <a:pt x="0" y="102"/>
                  </a:lnTo>
                  <a:lnTo>
                    <a:pt x="6" y="102"/>
                  </a:lnTo>
                  <a:lnTo>
                    <a:pt x="6" y="114"/>
                  </a:lnTo>
                  <a:lnTo>
                    <a:pt x="12" y="114"/>
                  </a:lnTo>
                  <a:lnTo>
                    <a:pt x="12" y="126"/>
                  </a:lnTo>
                  <a:lnTo>
                    <a:pt x="6" y="132"/>
                  </a:lnTo>
                  <a:lnTo>
                    <a:pt x="18" y="138"/>
                  </a:lnTo>
                  <a:lnTo>
                    <a:pt x="30" y="120"/>
                  </a:lnTo>
                  <a:lnTo>
                    <a:pt x="36" y="126"/>
                  </a:lnTo>
                  <a:lnTo>
                    <a:pt x="42" y="138"/>
                  </a:lnTo>
                  <a:lnTo>
                    <a:pt x="48" y="144"/>
                  </a:lnTo>
                  <a:lnTo>
                    <a:pt x="90" y="144"/>
                  </a:lnTo>
                  <a:lnTo>
                    <a:pt x="108" y="138"/>
                  </a:lnTo>
                  <a:lnTo>
                    <a:pt x="120" y="138"/>
                  </a:lnTo>
                  <a:lnTo>
                    <a:pt x="132" y="114"/>
                  </a:lnTo>
                  <a:lnTo>
                    <a:pt x="168" y="120"/>
                  </a:lnTo>
                  <a:lnTo>
                    <a:pt x="174" y="108"/>
                  </a:lnTo>
                  <a:lnTo>
                    <a:pt x="198" y="108"/>
                  </a:lnTo>
                  <a:lnTo>
                    <a:pt x="210" y="102"/>
                  </a:lnTo>
                  <a:lnTo>
                    <a:pt x="216" y="102"/>
                  </a:lnTo>
                  <a:lnTo>
                    <a:pt x="228" y="90"/>
                  </a:lnTo>
                  <a:lnTo>
                    <a:pt x="234" y="78"/>
                  </a:lnTo>
                  <a:lnTo>
                    <a:pt x="258" y="78"/>
                  </a:lnTo>
                  <a:lnTo>
                    <a:pt x="258" y="90"/>
                  </a:lnTo>
                  <a:lnTo>
                    <a:pt x="276" y="96"/>
                  </a:lnTo>
                  <a:lnTo>
                    <a:pt x="276" y="78"/>
                  </a:lnTo>
                  <a:lnTo>
                    <a:pt x="288" y="78"/>
                  </a:lnTo>
                  <a:lnTo>
                    <a:pt x="288" y="90"/>
                  </a:lnTo>
                  <a:lnTo>
                    <a:pt x="300" y="90"/>
                  </a:lnTo>
                  <a:lnTo>
                    <a:pt x="312" y="84"/>
                  </a:lnTo>
                  <a:lnTo>
                    <a:pt x="336" y="84"/>
                  </a:lnTo>
                  <a:lnTo>
                    <a:pt x="336" y="90"/>
                  </a:lnTo>
                  <a:lnTo>
                    <a:pt x="336" y="72"/>
                  </a:lnTo>
                  <a:lnTo>
                    <a:pt x="342" y="72"/>
                  </a:lnTo>
                  <a:lnTo>
                    <a:pt x="348" y="66"/>
                  </a:lnTo>
                  <a:lnTo>
                    <a:pt x="348" y="60"/>
                  </a:lnTo>
                  <a:lnTo>
                    <a:pt x="354" y="54"/>
                  </a:lnTo>
                  <a:lnTo>
                    <a:pt x="354" y="30"/>
                  </a:lnTo>
                  <a:lnTo>
                    <a:pt x="348"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 name="Romania" descr="© INSCALE GmbH, 05.05.2010&#10;http://www.presentationload.com/">
              <a:extLst>
                <a:ext uri="{FF2B5EF4-FFF2-40B4-BE49-F238E27FC236}">
                  <a16:creationId xmlns:a16="http://schemas.microsoft.com/office/drawing/2014/main" id="{CE8E39FB-F951-BE47-AD6D-C54C36E22E16}"/>
                </a:ext>
              </a:extLst>
            </p:cNvPr>
            <p:cNvSpPr>
              <a:spLocks/>
            </p:cNvSpPr>
            <p:nvPr/>
          </p:nvSpPr>
          <p:spPr bwMode="gray">
            <a:xfrm>
              <a:off x="6294880" y="2511213"/>
              <a:ext cx="258052" cy="154500"/>
            </a:xfrm>
            <a:custGeom>
              <a:avLst/>
              <a:gdLst>
                <a:gd name="T0" fmla="*/ 2147483647 w 612"/>
                <a:gd name="T1" fmla="*/ 2147483647 h 366"/>
                <a:gd name="T2" fmla="*/ 2147483647 w 612"/>
                <a:gd name="T3" fmla="*/ 2147483647 h 366"/>
                <a:gd name="T4" fmla="*/ 2147483647 w 612"/>
                <a:gd name="T5" fmla="*/ 2147483647 h 366"/>
                <a:gd name="T6" fmla="*/ 2147483647 w 612"/>
                <a:gd name="T7" fmla="*/ 2147483647 h 366"/>
                <a:gd name="T8" fmla="*/ 2147483647 w 612"/>
                <a:gd name="T9" fmla="*/ 2147483647 h 366"/>
                <a:gd name="T10" fmla="*/ 2147483647 w 612"/>
                <a:gd name="T11" fmla="*/ 2147483647 h 366"/>
                <a:gd name="T12" fmla="*/ 2147483647 w 612"/>
                <a:gd name="T13" fmla="*/ 2147483647 h 366"/>
                <a:gd name="T14" fmla="*/ 2147483647 w 612"/>
                <a:gd name="T15" fmla="*/ 2147483647 h 366"/>
                <a:gd name="T16" fmla="*/ 2147483647 w 612"/>
                <a:gd name="T17" fmla="*/ 2147483647 h 366"/>
                <a:gd name="T18" fmla="*/ 2147483647 w 612"/>
                <a:gd name="T19" fmla="*/ 2147483647 h 366"/>
                <a:gd name="T20" fmla="*/ 2147483647 w 612"/>
                <a:gd name="T21" fmla="*/ 2147483647 h 366"/>
                <a:gd name="T22" fmla="*/ 2147483647 w 612"/>
                <a:gd name="T23" fmla="*/ 2147483647 h 366"/>
                <a:gd name="T24" fmla="*/ 2147483647 w 612"/>
                <a:gd name="T25" fmla="*/ 2147483647 h 366"/>
                <a:gd name="T26" fmla="*/ 2147483647 w 612"/>
                <a:gd name="T27" fmla="*/ 0 h 366"/>
                <a:gd name="T28" fmla="*/ 2147483647 w 612"/>
                <a:gd name="T29" fmla="*/ 2147483647 h 366"/>
                <a:gd name="T30" fmla="*/ 2147483647 w 612"/>
                <a:gd name="T31" fmla="*/ 2147483647 h 366"/>
                <a:gd name="T32" fmla="*/ 2147483647 w 612"/>
                <a:gd name="T33" fmla="*/ 2147483647 h 366"/>
                <a:gd name="T34" fmla="*/ 2147483647 w 612"/>
                <a:gd name="T35" fmla="*/ 2147483647 h 366"/>
                <a:gd name="T36" fmla="*/ 2147483647 w 612"/>
                <a:gd name="T37" fmla="*/ 2147483647 h 366"/>
                <a:gd name="T38" fmla="*/ 2147483647 w 612"/>
                <a:gd name="T39" fmla="*/ 2147483647 h 366"/>
                <a:gd name="T40" fmla="*/ 2147483647 w 612"/>
                <a:gd name="T41" fmla="*/ 2147483647 h 366"/>
                <a:gd name="T42" fmla="*/ 2147483647 w 612"/>
                <a:gd name="T43" fmla="*/ 2147483647 h 366"/>
                <a:gd name="T44" fmla="*/ 2147483647 w 612"/>
                <a:gd name="T45" fmla="*/ 2147483647 h 366"/>
                <a:gd name="T46" fmla="*/ 2147483647 w 612"/>
                <a:gd name="T47" fmla="*/ 2147483647 h 366"/>
                <a:gd name="T48" fmla="*/ 0 w 612"/>
                <a:gd name="T49" fmla="*/ 2147483647 h 366"/>
                <a:gd name="T50" fmla="*/ 2147483647 w 612"/>
                <a:gd name="T51" fmla="*/ 2147483647 h 366"/>
                <a:gd name="T52" fmla="*/ 2147483647 w 612"/>
                <a:gd name="T53" fmla="*/ 2147483647 h 366"/>
                <a:gd name="T54" fmla="*/ 2147483647 w 612"/>
                <a:gd name="T55" fmla="*/ 2147483647 h 366"/>
                <a:gd name="T56" fmla="*/ 2147483647 w 612"/>
                <a:gd name="T57" fmla="*/ 2147483647 h 366"/>
                <a:gd name="T58" fmla="*/ 2147483647 w 612"/>
                <a:gd name="T59" fmla="*/ 2147483647 h 366"/>
                <a:gd name="T60" fmla="*/ 2147483647 w 612"/>
                <a:gd name="T61" fmla="*/ 2147483647 h 366"/>
                <a:gd name="T62" fmla="*/ 2147483647 w 612"/>
                <a:gd name="T63" fmla="*/ 2147483647 h 366"/>
                <a:gd name="T64" fmla="*/ 2147483647 w 612"/>
                <a:gd name="T65" fmla="*/ 2147483647 h 366"/>
                <a:gd name="T66" fmla="*/ 2147483647 w 612"/>
                <a:gd name="T67" fmla="*/ 2147483647 h 366"/>
                <a:gd name="T68" fmla="*/ 2147483647 w 612"/>
                <a:gd name="T69" fmla="*/ 2147483647 h 366"/>
                <a:gd name="T70" fmla="*/ 2147483647 w 612"/>
                <a:gd name="T71" fmla="*/ 2147483647 h 366"/>
                <a:gd name="T72" fmla="*/ 2147483647 w 612"/>
                <a:gd name="T73" fmla="*/ 2147483647 h 366"/>
                <a:gd name="T74" fmla="*/ 2147483647 w 612"/>
                <a:gd name="T75" fmla="*/ 2147483647 h 366"/>
                <a:gd name="T76" fmla="*/ 2147483647 w 612"/>
                <a:gd name="T77" fmla="*/ 2147483647 h 366"/>
                <a:gd name="T78" fmla="*/ 2147483647 w 612"/>
                <a:gd name="T79" fmla="*/ 2147483647 h 366"/>
                <a:gd name="T80" fmla="*/ 2147483647 w 612"/>
                <a:gd name="T81" fmla="*/ 2147483647 h 366"/>
                <a:gd name="T82" fmla="*/ 2147483647 w 612"/>
                <a:gd name="T83" fmla="*/ 2147483647 h 366"/>
                <a:gd name="T84" fmla="*/ 2147483647 w 612"/>
                <a:gd name="T85" fmla="*/ 2147483647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2"/>
                <a:gd name="T130" fmla="*/ 0 h 366"/>
                <a:gd name="T131" fmla="*/ 612 w 612"/>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2" h="366">
                  <a:moveTo>
                    <a:pt x="516" y="354"/>
                  </a:moveTo>
                  <a:lnTo>
                    <a:pt x="522" y="360"/>
                  </a:lnTo>
                  <a:lnTo>
                    <a:pt x="540" y="360"/>
                  </a:lnTo>
                  <a:lnTo>
                    <a:pt x="540" y="318"/>
                  </a:lnTo>
                  <a:lnTo>
                    <a:pt x="546" y="312"/>
                  </a:lnTo>
                  <a:lnTo>
                    <a:pt x="558" y="294"/>
                  </a:lnTo>
                  <a:lnTo>
                    <a:pt x="564" y="282"/>
                  </a:lnTo>
                  <a:lnTo>
                    <a:pt x="570" y="276"/>
                  </a:lnTo>
                  <a:lnTo>
                    <a:pt x="606" y="276"/>
                  </a:lnTo>
                  <a:lnTo>
                    <a:pt x="612" y="270"/>
                  </a:lnTo>
                  <a:lnTo>
                    <a:pt x="612" y="258"/>
                  </a:lnTo>
                  <a:lnTo>
                    <a:pt x="600" y="222"/>
                  </a:lnTo>
                  <a:lnTo>
                    <a:pt x="600" y="216"/>
                  </a:lnTo>
                  <a:lnTo>
                    <a:pt x="594" y="216"/>
                  </a:lnTo>
                  <a:lnTo>
                    <a:pt x="588" y="222"/>
                  </a:lnTo>
                  <a:lnTo>
                    <a:pt x="570" y="222"/>
                  </a:lnTo>
                  <a:lnTo>
                    <a:pt x="564" y="228"/>
                  </a:lnTo>
                  <a:lnTo>
                    <a:pt x="558" y="228"/>
                  </a:lnTo>
                  <a:lnTo>
                    <a:pt x="552" y="234"/>
                  </a:lnTo>
                  <a:lnTo>
                    <a:pt x="522" y="234"/>
                  </a:lnTo>
                  <a:lnTo>
                    <a:pt x="510" y="222"/>
                  </a:lnTo>
                  <a:lnTo>
                    <a:pt x="510" y="198"/>
                  </a:lnTo>
                  <a:lnTo>
                    <a:pt x="504" y="192"/>
                  </a:lnTo>
                  <a:lnTo>
                    <a:pt x="498" y="180"/>
                  </a:lnTo>
                  <a:lnTo>
                    <a:pt x="498" y="168"/>
                  </a:lnTo>
                  <a:lnTo>
                    <a:pt x="504" y="162"/>
                  </a:lnTo>
                  <a:lnTo>
                    <a:pt x="504" y="150"/>
                  </a:lnTo>
                  <a:lnTo>
                    <a:pt x="510" y="144"/>
                  </a:lnTo>
                  <a:lnTo>
                    <a:pt x="504" y="144"/>
                  </a:lnTo>
                  <a:lnTo>
                    <a:pt x="504" y="102"/>
                  </a:lnTo>
                  <a:lnTo>
                    <a:pt x="498" y="96"/>
                  </a:lnTo>
                  <a:lnTo>
                    <a:pt x="480" y="96"/>
                  </a:lnTo>
                  <a:lnTo>
                    <a:pt x="474" y="78"/>
                  </a:lnTo>
                  <a:lnTo>
                    <a:pt x="462" y="78"/>
                  </a:lnTo>
                  <a:lnTo>
                    <a:pt x="456" y="54"/>
                  </a:lnTo>
                  <a:lnTo>
                    <a:pt x="432" y="42"/>
                  </a:lnTo>
                  <a:lnTo>
                    <a:pt x="432" y="30"/>
                  </a:lnTo>
                  <a:lnTo>
                    <a:pt x="426" y="24"/>
                  </a:lnTo>
                  <a:lnTo>
                    <a:pt x="420" y="12"/>
                  </a:lnTo>
                  <a:lnTo>
                    <a:pt x="414" y="6"/>
                  </a:lnTo>
                  <a:lnTo>
                    <a:pt x="396" y="0"/>
                  </a:lnTo>
                  <a:lnTo>
                    <a:pt x="384" y="0"/>
                  </a:lnTo>
                  <a:lnTo>
                    <a:pt x="378" y="6"/>
                  </a:lnTo>
                  <a:lnTo>
                    <a:pt x="378" y="12"/>
                  </a:lnTo>
                  <a:lnTo>
                    <a:pt x="366" y="24"/>
                  </a:lnTo>
                  <a:lnTo>
                    <a:pt x="348" y="24"/>
                  </a:lnTo>
                  <a:lnTo>
                    <a:pt x="342" y="18"/>
                  </a:lnTo>
                  <a:lnTo>
                    <a:pt x="336" y="30"/>
                  </a:lnTo>
                  <a:lnTo>
                    <a:pt x="312" y="24"/>
                  </a:lnTo>
                  <a:lnTo>
                    <a:pt x="312" y="30"/>
                  </a:lnTo>
                  <a:lnTo>
                    <a:pt x="300" y="42"/>
                  </a:lnTo>
                  <a:lnTo>
                    <a:pt x="288" y="42"/>
                  </a:lnTo>
                  <a:lnTo>
                    <a:pt x="264" y="18"/>
                  </a:lnTo>
                  <a:lnTo>
                    <a:pt x="258" y="18"/>
                  </a:lnTo>
                  <a:lnTo>
                    <a:pt x="246" y="24"/>
                  </a:lnTo>
                  <a:lnTo>
                    <a:pt x="240" y="24"/>
                  </a:lnTo>
                  <a:lnTo>
                    <a:pt x="228" y="30"/>
                  </a:lnTo>
                  <a:lnTo>
                    <a:pt x="222" y="24"/>
                  </a:lnTo>
                  <a:lnTo>
                    <a:pt x="198" y="24"/>
                  </a:lnTo>
                  <a:lnTo>
                    <a:pt x="192" y="18"/>
                  </a:lnTo>
                  <a:lnTo>
                    <a:pt x="168" y="18"/>
                  </a:lnTo>
                  <a:lnTo>
                    <a:pt x="150" y="36"/>
                  </a:lnTo>
                  <a:lnTo>
                    <a:pt x="120" y="36"/>
                  </a:lnTo>
                  <a:lnTo>
                    <a:pt x="108" y="48"/>
                  </a:lnTo>
                  <a:lnTo>
                    <a:pt x="108" y="90"/>
                  </a:lnTo>
                  <a:lnTo>
                    <a:pt x="90" y="108"/>
                  </a:lnTo>
                  <a:lnTo>
                    <a:pt x="78" y="114"/>
                  </a:lnTo>
                  <a:lnTo>
                    <a:pt x="72" y="120"/>
                  </a:lnTo>
                  <a:lnTo>
                    <a:pt x="72" y="138"/>
                  </a:lnTo>
                  <a:lnTo>
                    <a:pt x="66" y="144"/>
                  </a:lnTo>
                  <a:lnTo>
                    <a:pt x="54" y="150"/>
                  </a:lnTo>
                  <a:lnTo>
                    <a:pt x="48" y="156"/>
                  </a:lnTo>
                  <a:lnTo>
                    <a:pt x="30" y="150"/>
                  </a:lnTo>
                  <a:lnTo>
                    <a:pt x="30" y="168"/>
                  </a:lnTo>
                  <a:lnTo>
                    <a:pt x="0" y="174"/>
                  </a:lnTo>
                  <a:lnTo>
                    <a:pt x="6" y="174"/>
                  </a:lnTo>
                  <a:lnTo>
                    <a:pt x="30" y="192"/>
                  </a:lnTo>
                  <a:lnTo>
                    <a:pt x="36" y="192"/>
                  </a:lnTo>
                  <a:lnTo>
                    <a:pt x="48" y="228"/>
                  </a:lnTo>
                  <a:lnTo>
                    <a:pt x="54" y="234"/>
                  </a:lnTo>
                  <a:lnTo>
                    <a:pt x="60" y="234"/>
                  </a:lnTo>
                  <a:lnTo>
                    <a:pt x="66" y="228"/>
                  </a:lnTo>
                  <a:lnTo>
                    <a:pt x="72" y="228"/>
                  </a:lnTo>
                  <a:lnTo>
                    <a:pt x="84" y="234"/>
                  </a:lnTo>
                  <a:lnTo>
                    <a:pt x="84" y="252"/>
                  </a:lnTo>
                  <a:lnTo>
                    <a:pt x="78" y="258"/>
                  </a:lnTo>
                  <a:lnTo>
                    <a:pt x="90" y="276"/>
                  </a:lnTo>
                  <a:lnTo>
                    <a:pt x="114" y="282"/>
                  </a:lnTo>
                  <a:lnTo>
                    <a:pt x="120" y="288"/>
                  </a:lnTo>
                  <a:lnTo>
                    <a:pt x="144" y="282"/>
                  </a:lnTo>
                  <a:lnTo>
                    <a:pt x="168" y="288"/>
                  </a:lnTo>
                  <a:lnTo>
                    <a:pt x="162" y="294"/>
                  </a:lnTo>
                  <a:lnTo>
                    <a:pt x="156" y="306"/>
                  </a:lnTo>
                  <a:lnTo>
                    <a:pt x="162" y="312"/>
                  </a:lnTo>
                  <a:lnTo>
                    <a:pt x="162" y="324"/>
                  </a:lnTo>
                  <a:lnTo>
                    <a:pt x="186" y="324"/>
                  </a:lnTo>
                  <a:lnTo>
                    <a:pt x="192" y="330"/>
                  </a:lnTo>
                  <a:lnTo>
                    <a:pt x="186" y="336"/>
                  </a:lnTo>
                  <a:lnTo>
                    <a:pt x="186" y="342"/>
                  </a:lnTo>
                  <a:lnTo>
                    <a:pt x="180" y="348"/>
                  </a:lnTo>
                  <a:lnTo>
                    <a:pt x="186" y="354"/>
                  </a:lnTo>
                  <a:lnTo>
                    <a:pt x="204" y="354"/>
                  </a:lnTo>
                  <a:lnTo>
                    <a:pt x="216" y="342"/>
                  </a:lnTo>
                  <a:lnTo>
                    <a:pt x="240" y="354"/>
                  </a:lnTo>
                  <a:lnTo>
                    <a:pt x="252" y="354"/>
                  </a:lnTo>
                  <a:lnTo>
                    <a:pt x="258" y="360"/>
                  </a:lnTo>
                  <a:lnTo>
                    <a:pt x="282" y="360"/>
                  </a:lnTo>
                  <a:lnTo>
                    <a:pt x="288" y="354"/>
                  </a:lnTo>
                  <a:lnTo>
                    <a:pt x="288" y="348"/>
                  </a:lnTo>
                  <a:lnTo>
                    <a:pt x="306" y="354"/>
                  </a:lnTo>
                  <a:lnTo>
                    <a:pt x="330" y="354"/>
                  </a:lnTo>
                  <a:lnTo>
                    <a:pt x="336" y="360"/>
                  </a:lnTo>
                  <a:lnTo>
                    <a:pt x="348" y="366"/>
                  </a:lnTo>
                  <a:lnTo>
                    <a:pt x="366" y="366"/>
                  </a:lnTo>
                  <a:lnTo>
                    <a:pt x="372" y="360"/>
                  </a:lnTo>
                  <a:lnTo>
                    <a:pt x="372" y="348"/>
                  </a:lnTo>
                  <a:lnTo>
                    <a:pt x="378" y="342"/>
                  </a:lnTo>
                  <a:lnTo>
                    <a:pt x="384" y="342"/>
                  </a:lnTo>
                  <a:lnTo>
                    <a:pt x="396" y="336"/>
                  </a:lnTo>
                  <a:lnTo>
                    <a:pt x="402" y="336"/>
                  </a:lnTo>
                  <a:lnTo>
                    <a:pt x="402" y="330"/>
                  </a:lnTo>
                  <a:lnTo>
                    <a:pt x="432" y="336"/>
                  </a:lnTo>
                  <a:lnTo>
                    <a:pt x="432" y="324"/>
                  </a:lnTo>
                  <a:lnTo>
                    <a:pt x="438" y="324"/>
                  </a:lnTo>
                  <a:lnTo>
                    <a:pt x="450" y="330"/>
                  </a:lnTo>
                  <a:lnTo>
                    <a:pt x="462" y="330"/>
                  </a:lnTo>
                  <a:lnTo>
                    <a:pt x="474" y="336"/>
                  </a:lnTo>
                  <a:lnTo>
                    <a:pt x="498" y="336"/>
                  </a:lnTo>
                  <a:lnTo>
                    <a:pt x="516" y="3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 name="Portugal" descr="© INSCALE GmbH, 05.05.2010&#10;http://www.presentationload.com/">
              <a:extLst>
                <a:ext uri="{FF2B5EF4-FFF2-40B4-BE49-F238E27FC236}">
                  <a16:creationId xmlns:a16="http://schemas.microsoft.com/office/drawing/2014/main" id="{3071BE3A-DB6F-7246-B438-9A7AD2B05540}"/>
                </a:ext>
              </a:extLst>
            </p:cNvPr>
            <p:cNvSpPr>
              <a:spLocks/>
            </p:cNvSpPr>
            <p:nvPr/>
          </p:nvSpPr>
          <p:spPr bwMode="gray">
            <a:xfrm>
              <a:off x="5482923" y="2716667"/>
              <a:ext cx="95331" cy="172584"/>
            </a:xfrm>
            <a:custGeom>
              <a:avLst/>
              <a:gdLst>
                <a:gd name="T0" fmla="*/ 2147483647 w 228"/>
                <a:gd name="T1" fmla="*/ 2147483647 h 414"/>
                <a:gd name="T2" fmla="*/ 2147483647 w 228"/>
                <a:gd name="T3" fmla="*/ 2147483647 h 414"/>
                <a:gd name="T4" fmla="*/ 2147483647 w 228"/>
                <a:gd name="T5" fmla="*/ 2147483647 h 414"/>
                <a:gd name="T6" fmla="*/ 2147483647 w 228"/>
                <a:gd name="T7" fmla="*/ 2147483647 h 414"/>
                <a:gd name="T8" fmla="*/ 2147483647 w 228"/>
                <a:gd name="T9" fmla="*/ 2147483647 h 414"/>
                <a:gd name="T10" fmla="*/ 2147483647 w 228"/>
                <a:gd name="T11" fmla="*/ 2147483647 h 414"/>
                <a:gd name="T12" fmla="*/ 2147483647 w 228"/>
                <a:gd name="T13" fmla="*/ 0 h 414"/>
                <a:gd name="T14" fmla="*/ 2147483647 w 228"/>
                <a:gd name="T15" fmla="*/ 2147483647 h 414"/>
                <a:gd name="T16" fmla="*/ 2147483647 w 228"/>
                <a:gd name="T17" fmla="*/ 2147483647 h 414"/>
                <a:gd name="T18" fmla="*/ 2147483647 w 228"/>
                <a:gd name="T19" fmla="*/ 2147483647 h 414"/>
                <a:gd name="T20" fmla="*/ 2147483647 w 228"/>
                <a:gd name="T21" fmla="*/ 2147483647 h 414"/>
                <a:gd name="T22" fmla="*/ 2147483647 w 228"/>
                <a:gd name="T23" fmla="*/ 2147483647 h 414"/>
                <a:gd name="T24" fmla="*/ 2147483647 w 228"/>
                <a:gd name="T25" fmla="*/ 2147483647 h 414"/>
                <a:gd name="T26" fmla="*/ 0 w 228"/>
                <a:gd name="T27" fmla="*/ 2147483647 h 414"/>
                <a:gd name="T28" fmla="*/ 2147483647 w 228"/>
                <a:gd name="T29" fmla="*/ 2147483647 h 414"/>
                <a:gd name="T30" fmla="*/ 2147483647 w 228"/>
                <a:gd name="T31" fmla="*/ 2147483647 h 414"/>
                <a:gd name="T32" fmla="*/ 2147483647 w 228"/>
                <a:gd name="T33" fmla="*/ 2147483647 h 414"/>
                <a:gd name="T34" fmla="*/ 2147483647 w 228"/>
                <a:gd name="T35" fmla="*/ 2147483647 h 414"/>
                <a:gd name="T36" fmla="*/ 2147483647 w 228"/>
                <a:gd name="T37" fmla="*/ 2147483647 h 414"/>
                <a:gd name="T38" fmla="*/ 2147483647 w 228"/>
                <a:gd name="T39" fmla="*/ 2147483647 h 414"/>
                <a:gd name="T40" fmla="*/ 2147483647 w 228"/>
                <a:gd name="T41" fmla="*/ 2147483647 h 414"/>
                <a:gd name="T42" fmla="*/ 2147483647 w 228"/>
                <a:gd name="T43" fmla="*/ 2147483647 h 414"/>
                <a:gd name="T44" fmla="*/ 2147483647 w 228"/>
                <a:gd name="T45" fmla="*/ 2147483647 h 414"/>
                <a:gd name="T46" fmla="*/ 2147483647 w 228"/>
                <a:gd name="T47" fmla="*/ 2147483647 h 414"/>
                <a:gd name="T48" fmla="*/ 2147483647 w 228"/>
                <a:gd name="T49" fmla="*/ 2147483647 h 414"/>
                <a:gd name="T50" fmla="*/ 2147483647 w 228"/>
                <a:gd name="T51" fmla="*/ 2147483647 h 414"/>
                <a:gd name="T52" fmla="*/ 2147483647 w 228"/>
                <a:gd name="T53" fmla="*/ 2147483647 h 414"/>
                <a:gd name="T54" fmla="*/ 2147483647 w 228"/>
                <a:gd name="T55" fmla="*/ 2147483647 h 414"/>
                <a:gd name="T56" fmla="*/ 2147483647 w 228"/>
                <a:gd name="T57" fmla="*/ 2147483647 h 414"/>
                <a:gd name="T58" fmla="*/ 2147483647 w 228"/>
                <a:gd name="T59" fmla="*/ 2147483647 h 414"/>
                <a:gd name="T60" fmla="*/ 2147483647 w 228"/>
                <a:gd name="T61" fmla="*/ 2147483647 h 414"/>
                <a:gd name="T62" fmla="*/ 2147483647 w 228"/>
                <a:gd name="T63" fmla="*/ 2147483647 h 414"/>
                <a:gd name="T64" fmla="*/ 2147483647 w 228"/>
                <a:gd name="T65" fmla="*/ 2147483647 h 414"/>
                <a:gd name="T66" fmla="*/ 2147483647 w 228"/>
                <a:gd name="T67" fmla="*/ 2147483647 h 414"/>
                <a:gd name="T68" fmla="*/ 2147483647 w 228"/>
                <a:gd name="T69" fmla="*/ 2147483647 h 414"/>
                <a:gd name="T70" fmla="*/ 2147483647 w 228"/>
                <a:gd name="T71" fmla="*/ 2147483647 h 414"/>
                <a:gd name="T72" fmla="*/ 2147483647 w 228"/>
                <a:gd name="T73" fmla="*/ 2147483647 h 414"/>
                <a:gd name="T74" fmla="*/ 2147483647 w 228"/>
                <a:gd name="T75" fmla="*/ 2147483647 h 414"/>
                <a:gd name="T76" fmla="*/ 2147483647 w 228"/>
                <a:gd name="T77" fmla="*/ 2147483647 h 414"/>
                <a:gd name="T78" fmla="*/ 2147483647 w 228"/>
                <a:gd name="T79" fmla="*/ 2147483647 h 414"/>
                <a:gd name="T80" fmla="*/ 2147483647 w 228"/>
                <a:gd name="T81" fmla="*/ 2147483647 h 414"/>
                <a:gd name="T82" fmla="*/ 2147483647 w 228"/>
                <a:gd name="T83" fmla="*/ 2147483647 h 41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8"/>
                <a:gd name="T127" fmla="*/ 0 h 414"/>
                <a:gd name="T128" fmla="*/ 228 w 228"/>
                <a:gd name="T129" fmla="*/ 414 h 41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8" h="414">
                  <a:moveTo>
                    <a:pt x="210" y="30"/>
                  </a:moveTo>
                  <a:lnTo>
                    <a:pt x="210" y="12"/>
                  </a:lnTo>
                  <a:lnTo>
                    <a:pt x="156" y="12"/>
                  </a:lnTo>
                  <a:lnTo>
                    <a:pt x="156" y="18"/>
                  </a:lnTo>
                  <a:lnTo>
                    <a:pt x="150" y="24"/>
                  </a:lnTo>
                  <a:lnTo>
                    <a:pt x="138" y="24"/>
                  </a:lnTo>
                  <a:lnTo>
                    <a:pt x="132" y="18"/>
                  </a:lnTo>
                  <a:lnTo>
                    <a:pt x="114" y="18"/>
                  </a:lnTo>
                  <a:lnTo>
                    <a:pt x="108" y="24"/>
                  </a:lnTo>
                  <a:lnTo>
                    <a:pt x="96" y="24"/>
                  </a:lnTo>
                  <a:lnTo>
                    <a:pt x="96" y="18"/>
                  </a:lnTo>
                  <a:lnTo>
                    <a:pt x="102" y="18"/>
                  </a:lnTo>
                  <a:lnTo>
                    <a:pt x="114" y="6"/>
                  </a:lnTo>
                  <a:lnTo>
                    <a:pt x="114" y="0"/>
                  </a:lnTo>
                  <a:lnTo>
                    <a:pt x="90" y="0"/>
                  </a:lnTo>
                  <a:lnTo>
                    <a:pt x="66" y="12"/>
                  </a:lnTo>
                  <a:lnTo>
                    <a:pt x="60" y="18"/>
                  </a:lnTo>
                  <a:lnTo>
                    <a:pt x="60" y="36"/>
                  </a:lnTo>
                  <a:lnTo>
                    <a:pt x="66" y="60"/>
                  </a:lnTo>
                  <a:lnTo>
                    <a:pt x="66" y="78"/>
                  </a:lnTo>
                  <a:lnTo>
                    <a:pt x="60" y="108"/>
                  </a:lnTo>
                  <a:lnTo>
                    <a:pt x="48" y="138"/>
                  </a:lnTo>
                  <a:lnTo>
                    <a:pt x="30" y="174"/>
                  </a:lnTo>
                  <a:lnTo>
                    <a:pt x="12" y="222"/>
                  </a:lnTo>
                  <a:lnTo>
                    <a:pt x="6" y="234"/>
                  </a:lnTo>
                  <a:lnTo>
                    <a:pt x="6" y="240"/>
                  </a:lnTo>
                  <a:lnTo>
                    <a:pt x="0" y="252"/>
                  </a:lnTo>
                  <a:lnTo>
                    <a:pt x="0" y="264"/>
                  </a:lnTo>
                  <a:lnTo>
                    <a:pt x="18" y="282"/>
                  </a:lnTo>
                  <a:lnTo>
                    <a:pt x="30" y="288"/>
                  </a:lnTo>
                  <a:lnTo>
                    <a:pt x="42" y="342"/>
                  </a:lnTo>
                  <a:lnTo>
                    <a:pt x="42" y="348"/>
                  </a:lnTo>
                  <a:lnTo>
                    <a:pt x="36" y="354"/>
                  </a:lnTo>
                  <a:lnTo>
                    <a:pt x="36" y="366"/>
                  </a:lnTo>
                  <a:lnTo>
                    <a:pt x="30" y="384"/>
                  </a:lnTo>
                  <a:lnTo>
                    <a:pt x="24" y="396"/>
                  </a:lnTo>
                  <a:lnTo>
                    <a:pt x="24" y="408"/>
                  </a:lnTo>
                  <a:lnTo>
                    <a:pt x="48" y="408"/>
                  </a:lnTo>
                  <a:lnTo>
                    <a:pt x="60" y="402"/>
                  </a:lnTo>
                  <a:lnTo>
                    <a:pt x="72" y="402"/>
                  </a:lnTo>
                  <a:lnTo>
                    <a:pt x="84" y="414"/>
                  </a:lnTo>
                  <a:lnTo>
                    <a:pt x="96" y="414"/>
                  </a:lnTo>
                  <a:lnTo>
                    <a:pt x="108" y="408"/>
                  </a:lnTo>
                  <a:lnTo>
                    <a:pt x="114" y="402"/>
                  </a:lnTo>
                  <a:lnTo>
                    <a:pt x="120" y="402"/>
                  </a:lnTo>
                  <a:lnTo>
                    <a:pt x="126" y="396"/>
                  </a:lnTo>
                  <a:lnTo>
                    <a:pt x="126" y="348"/>
                  </a:lnTo>
                  <a:lnTo>
                    <a:pt x="132" y="342"/>
                  </a:lnTo>
                  <a:lnTo>
                    <a:pt x="138" y="330"/>
                  </a:lnTo>
                  <a:lnTo>
                    <a:pt x="150" y="330"/>
                  </a:lnTo>
                  <a:lnTo>
                    <a:pt x="162" y="318"/>
                  </a:lnTo>
                  <a:lnTo>
                    <a:pt x="162" y="312"/>
                  </a:lnTo>
                  <a:lnTo>
                    <a:pt x="150" y="312"/>
                  </a:lnTo>
                  <a:lnTo>
                    <a:pt x="144" y="306"/>
                  </a:lnTo>
                  <a:lnTo>
                    <a:pt x="138" y="294"/>
                  </a:lnTo>
                  <a:lnTo>
                    <a:pt x="138" y="288"/>
                  </a:lnTo>
                  <a:lnTo>
                    <a:pt x="132" y="282"/>
                  </a:lnTo>
                  <a:lnTo>
                    <a:pt x="132" y="276"/>
                  </a:lnTo>
                  <a:lnTo>
                    <a:pt x="144" y="264"/>
                  </a:lnTo>
                  <a:lnTo>
                    <a:pt x="156" y="258"/>
                  </a:lnTo>
                  <a:lnTo>
                    <a:pt x="168" y="246"/>
                  </a:lnTo>
                  <a:lnTo>
                    <a:pt x="168" y="240"/>
                  </a:lnTo>
                  <a:lnTo>
                    <a:pt x="156" y="234"/>
                  </a:lnTo>
                  <a:lnTo>
                    <a:pt x="150" y="228"/>
                  </a:lnTo>
                  <a:lnTo>
                    <a:pt x="150" y="216"/>
                  </a:lnTo>
                  <a:lnTo>
                    <a:pt x="126" y="192"/>
                  </a:lnTo>
                  <a:lnTo>
                    <a:pt x="162" y="192"/>
                  </a:lnTo>
                  <a:lnTo>
                    <a:pt x="174" y="180"/>
                  </a:lnTo>
                  <a:lnTo>
                    <a:pt x="174" y="168"/>
                  </a:lnTo>
                  <a:lnTo>
                    <a:pt x="168" y="162"/>
                  </a:lnTo>
                  <a:lnTo>
                    <a:pt x="168" y="150"/>
                  </a:lnTo>
                  <a:lnTo>
                    <a:pt x="174" y="144"/>
                  </a:lnTo>
                  <a:lnTo>
                    <a:pt x="180" y="144"/>
                  </a:lnTo>
                  <a:lnTo>
                    <a:pt x="180" y="126"/>
                  </a:lnTo>
                  <a:lnTo>
                    <a:pt x="186" y="108"/>
                  </a:lnTo>
                  <a:lnTo>
                    <a:pt x="186" y="96"/>
                  </a:lnTo>
                  <a:lnTo>
                    <a:pt x="180" y="90"/>
                  </a:lnTo>
                  <a:lnTo>
                    <a:pt x="174" y="90"/>
                  </a:lnTo>
                  <a:lnTo>
                    <a:pt x="174" y="84"/>
                  </a:lnTo>
                  <a:lnTo>
                    <a:pt x="180" y="78"/>
                  </a:lnTo>
                  <a:lnTo>
                    <a:pt x="204" y="66"/>
                  </a:lnTo>
                  <a:lnTo>
                    <a:pt x="228" y="42"/>
                  </a:lnTo>
                  <a:lnTo>
                    <a:pt x="228" y="36"/>
                  </a:lnTo>
                  <a:lnTo>
                    <a:pt x="216" y="30"/>
                  </a:lnTo>
                  <a:lnTo>
                    <a:pt x="210"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 name="Poland" descr="© INSCALE GmbH, 05.05.2010&#10;http://www.presentationload.com/">
              <a:extLst>
                <a:ext uri="{FF2B5EF4-FFF2-40B4-BE49-F238E27FC236}">
                  <a16:creationId xmlns:a16="http://schemas.microsoft.com/office/drawing/2014/main" id="{C67FDD69-3AD5-BD4D-AE30-32FDAB9FB6B3}"/>
                </a:ext>
              </a:extLst>
            </p:cNvPr>
            <p:cNvSpPr>
              <a:spLocks/>
            </p:cNvSpPr>
            <p:nvPr/>
          </p:nvSpPr>
          <p:spPr bwMode="gray">
            <a:xfrm>
              <a:off x="6128872" y="2297540"/>
              <a:ext cx="262983" cy="189019"/>
            </a:xfrm>
            <a:custGeom>
              <a:avLst/>
              <a:gdLst>
                <a:gd name="T0" fmla="*/ 2147483647 w 624"/>
                <a:gd name="T1" fmla="*/ 2147483647 h 450"/>
                <a:gd name="T2" fmla="*/ 2147483647 w 624"/>
                <a:gd name="T3" fmla="*/ 2147483647 h 450"/>
                <a:gd name="T4" fmla="*/ 2147483647 w 624"/>
                <a:gd name="T5" fmla="*/ 2147483647 h 450"/>
                <a:gd name="T6" fmla="*/ 2147483647 w 624"/>
                <a:gd name="T7" fmla="*/ 2147483647 h 450"/>
                <a:gd name="T8" fmla="*/ 2147483647 w 624"/>
                <a:gd name="T9" fmla="*/ 2147483647 h 450"/>
                <a:gd name="T10" fmla="*/ 2147483647 w 624"/>
                <a:gd name="T11" fmla="*/ 2147483647 h 450"/>
                <a:gd name="T12" fmla="*/ 2147483647 w 624"/>
                <a:gd name="T13" fmla="*/ 2147483647 h 450"/>
                <a:gd name="T14" fmla="*/ 2147483647 w 624"/>
                <a:gd name="T15" fmla="*/ 2147483647 h 450"/>
                <a:gd name="T16" fmla="*/ 2147483647 w 624"/>
                <a:gd name="T17" fmla="*/ 2147483647 h 450"/>
                <a:gd name="T18" fmla="*/ 2147483647 w 624"/>
                <a:gd name="T19" fmla="*/ 2147483647 h 450"/>
                <a:gd name="T20" fmla="*/ 2147483647 w 624"/>
                <a:gd name="T21" fmla="*/ 2147483647 h 450"/>
                <a:gd name="T22" fmla="*/ 2147483647 w 624"/>
                <a:gd name="T23" fmla="*/ 2147483647 h 450"/>
                <a:gd name="T24" fmla="*/ 2147483647 w 624"/>
                <a:gd name="T25" fmla="*/ 2147483647 h 450"/>
                <a:gd name="T26" fmla="*/ 2147483647 w 624"/>
                <a:gd name="T27" fmla="*/ 2147483647 h 450"/>
                <a:gd name="T28" fmla="*/ 2147483647 w 624"/>
                <a:gd name="T29" fmla="*/ 2147483647 h 450"/>
                <a:gd name="T30" fmla="*/ 2147483647 w 624"/>
                <a:gd name="T31" fmla="*/ 2147483647 h 450"/>
                <a:gd name="T32" fmla="*/ 2147483647 w 624"/>
                <a:gd name="T33" fmla="*/ 2147483647 h 450"/>
                <a:gd name="T34" fmla="*/ 2147483647 w 624"/>
                <a:gd name="T35" fmla="*/ 2147483647 h 450"/>
                <a:gd name="T36" fmla="*/ 2147483647 w 624"/>
                <a:gd name="T37" fmla="*/ 2147483647 h 450"/>
                <a:gd name="T38" fmla="*/ 2147483647 w 624"/>
                <a:gd name="T39" fmla="*/ 2147483647 h 450"/>
                <a:gd name="T40" fmla="*/ 2147483647 w 624"/>
                <a:gd name="T41" fmla="*/ 2147483647 h 450"/>
                <a:gd name="T42" fmla="*/ 2147483647 w 624"/>
                <a:gd name="T43" fmla="*/ 2147483647 h 450"/>
                <a:gd name="T44" fmla="*/ 2147483647 w 624"/>
                <a:gd name="T45" fmla="*/ 2147483647 h 450"/>
                <a:gd name="T46" fmla="*/ 2147483647 w 624"/>
                <a:gd name="T47" fmla="*/ 2147483647 h 450"/>
                <a:gd name="T48" fmla="*/ 2147483647 w 624"/>
                <a:gd name="T49" fmla="*/ 2147483647 h 450"/>
                <a:gd name="T50" fmla="*/ 2147483647 w 624"/>
                <a:gd name="T51" fmla="*/ 2147483647 h 450"/>
                <a:gd name="T52" fmla="*/ 2147483647 w 624"/>
                <a:gd name="T53" fmla="*/ 2147483647 h 450"/>
                <a:gd name="T54" fmla="*/ 2147483647 w 624"/>
                <a:gd name="T55" fmla="*/ 2147483647 h 450"/>
                <a:gd name="T56" fmla="*/ 2147483647 w 624"/>
                <a:gd name="T57" fmla="*/ 2147483647 h 450"/>
                <a:gd name="T58" fmla="*/ 0 w 624"/>
                <a:gd name="T59" fmla="*/ 2147483647 h 450"/>
                <a:gd name="T60" fmla="*/ 2147483647 w 624"/>
                <a:gd name="T61" fmla="*/ 2147483647 h 450"/>
                <a:gd name="T62" fmla="*/ 2147483647 w 624"/>
                <a:gd name="T63" fmla="*/ 2147483647 h 450"/>
                <a:gd name="T64" fmla="*/ 2147483647 w 624"/>
                <a:gd name="T65" fmla="*/ 2147483647 h 450"/>
                <a:gd name="T66" fmla="*/ 2147483647 w 624"/>
                <a:gd name="T67" fmla="*/ 2147483647 h 450"/>
                <a:gd name="T68" fmla="*/ 2147483647 w 624"/>
                <a:gd name="T69" fmla="*/ 2147483647 h 450"/>
                <a:gd name="T70" fmla="*/ 2147483647 w 624"/>
                <a:gd name="T71" fmla="*/ 2147483647 h 450"/>
                <a:gd name="T72" fmla="*/ 2147483647 w 624"/>
                <a:gd name="T73" fmla="*/ 2147483647 h 450"/>
                <a:gd name="T74" fmla="*/ 2147483647 w 624"/>
                <a:gd name="T75" fmla="*/ 2147483647 h 450"/>
                <a:gd name="T76" fmla="*/ 2147483647 w 624"/>
                <a:gd name="T77" fmla="*/ 2147483647 h 450"/>
                <a:gd name="T78" fmla="*/ 2147483647 w 624"/>
                <a:gd name="T79" fmla="*/ 2147483647 h 450"/>
                <a:gd name="T80" fmla="*/ 2147483647 w 624"/>
                <a:gd name="T81" fmla="*/ 2147483647 h 450"/>
                <a:gd name="T82" fmla="*/ 2147483647 w 624"/>
                <a:gd name="T83" fmla="*/ 2147483647 h 450"/>
                <a:gd name="T84" fmla="*/ 2147483647 w 624"/>
                <a:gd name="T85" fmla="*/ 2147483647 h 450"/>
                <a:gd name="T86" fmla="*/ 2147483647 w 624"/>
                <a:gd name="T87" fmla="*/ 2147483647 h 450"/>
                <a:gd name="T88" fmla="*/ 2147483647 w 624"/>
                <a:gd name="T89" fmla="*/ 2147483647 h 450"/>
                <a:gd name="T90" fmla="*/ 2147483647 w 624"/>
                <a:gd name="T91" fmla="*/ 2147483647 h 450"/>
                <a:gd name="T92" fmla="*/ 2147483647 w 624"/>
                <a:gd name="T93" fmla="*/ 2147483647 h 450"/>
                <a:gd name="T94" fmla="*/ 2147483647 w 624"/>
                <a:gd name="T95" fmla="*/ 2147483647 h 450"/>
                <a:gd name="T96" fmla="*/ 2147483647 w 624"/>
                <a:gd name="T97" fmla="*/ 2147483647 h 450"/>
                <a:gd name="T98" fmla="*/ 2147483647 w 624"/>
                <a:gd name="T99" fmla="*/ 2147483647 h 450"/>
                <a:gd name="T100" fmla="*/ 2147483647 w 624"/>
                <a:gd name="T101" fmla="*/ 2147483647 h 450"/>
                <a:gd name="T102" fmla="*/ 2147483647 w 624"/>
                <a:gd name="T103" fmla="*/ 2147483647 h 450"/>
                <a:gd name="T104" fmla="*/ 2147483647 w 624"/>
                <a:gd name="T105" fmla="*/ 2147483647 h 450"/>
                <a:gd name="T106" fmla="*/ 2147483647 w 624"/>
                <a:gd name="T107" fmla="*/ 2147483647 h 4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24"/>
                <a:gd name="T163" fmla="*/ 0 h 450"/>
                <a:gd name="T164" fmla="*/ 624 w 624"/>
                <a:gd name="T165" fmla="*/ 450 h 45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24" h="450">
                  <a:moveTo>
                    <a:pt x="426" y="426"/>
                  </a:moveTo>
                  <a:lnTo>
                    <a:pt x="432" y="426"/>
                  </a:lnTo>
                  <a:lnTo>
                    <a:pt x="444" y="420"/>
                  </a:lnTo>
                  <a:lnTo>
                    <a:pt x="450" y="414"/>
                  </a:lnTo>
                  <a:lnTo>
                    <a:pt x="474" y="414"/>
                  </a:lnTo>
                  <a:lnTo>
                    <a:pt x="498" y="438"/>
                  </a:lnTo>
                  <a:lnTo>
                    <a:pt x="528" y="438"/>
                  </a:lnTo>
                  <a:lnTo>
                    <a:pt x="528" y="450"/>
                  </a:lnTo>
                  <a:lnTo>
                    <a:pt x="552" y="450"/>
                  </a:lnTo>
                  <a:lnTo>
                    <a:pt x="540" y="438"/>
                  </a:lnTo>
                  <a:lnTo>
                    <a:pt x="540" y="396"/>
                  </a:lnTo>
                  <a:lnTo>
                    <a:pt x="594" y="348"/>
                  </a:lnTo>
                  <a:lnTo>
                    <a:pt x="606" y="348"/>
                  </a:lnTo>
                  <a:lnTo>
                    <a:pt x="612" y="342"/>
                  </a:lnTo>
                  <a:lnTo>
                    <a:pt x="618" y="342"/>
                  </a:lnTo>
                  <a:lnTo>
                    <a:pt x="624" y="336"/>
                  </a:lnTo>
                  <a:lnTo>
                    <a:pt x="618" y="330"/>
                  </a:lnTo>
                  <a:lnTo>
                    <a:pt x="618" y="324"/>
                  </a:lnTo>
                  <a:lnTo>
                    <a:pt x="612" y="318"/>
                  </a:lnTo>
                  <a:lnTo>
                    <a:pt x="618" y="306"/>
                  </a:lnTo>
                  <a:lnTo>
                    <a:pt x="612" y="300"/>
                  </a:lnTo>
                  <a:lnTo>
                    <a:pt x="600" y="294"/>
                  </a:lnTo>
                  <a:lnTo>
                    <a:pt x="600" y="288"/>
                  </a:lnTo>
                  <a:lnTo>
                    <a:pt x="582" y="270"/>
                  </a:lnTo>
                  <a:lnTo>
                    <a:pt x="576" y="252"/>
                  </a:lnTo>
                  <a:lnTo>
                    <a:pt x="582" y="252"/>
                  </a:lnTo>
                  <a:lnTo>
                    <a:pt x="576" y="240"/>
                  </a:lnTo>
                  <a:lnTo>
                    <a:pt x="576" y="210"/>
                  </a:lnTo>
                  <a:lnTo>
                    <a:pt x="564" y="198"/>
                  </a:lnTo>
                  <a:lnTo>
                    <a:pt x="558" y="198"/>
                  </a:lnTo>
                  <a:lnTo>
                    <a:pt x="552" y="192"/>
                  </a:lnTo>
                  <a:lnTo>
                    <a:pt x="552" y="186"/>
                  </a:lnTo>
                  <a:lnTo>
                    <a:pt x="564" y="186"/>
                  </a:lnTo>
                  <a:lnTo>
                    <a:pt x="564" y="168"/>
                  </a:lnTo>
                  <a:lnTo>
                    <a:pt x="588" y="162"/>
                  </a:lnTo>
                  <a:lnTo>
                    <a:pt x="588" y="150"/>
                  </a:lnTo>
                  <a:lnTo>
                    <a:pt x="594" y="144"/>
                  </a:lnTo>
                  <a:lnTo>
                    <a:pt x="594" y="138"/>
                  </a:lnTo>
                  <a:lnTo>
                    <a:pt x="588" y="132"/>
                  </a:lnTo>
                  <a:lnTo>
                    <a:pt x="576" y="108"/>
                  </a:lnTo>
                  <a:lnTo>
                    <a:pt x="570" y="102"/>
                  </a:lnTo>
                  <a:lnTo>
                    <a:pt x="570" y="90"/>
                  </a:lnTo>
                  <a:lnTo>
                    <a:pt x="564" y="84"/>
                  </a:lnTo>
                  <a:lnTo>
                    <a:pt x="558" y="72"/>
                  </a:lnTo>
                  <a:lnTo>
                    <a:pt x="558" y="48"/>
                  </a:lnTo>
                  <a:lnTo>
                    <a:pt x="546" y="42"/>
                  </a:lnTo>
                  <a:lnTo>
                    <a:pt x="540" y="42"/>
                  </a:lnTo>
                  <a:lnTo>
                    <a:pt x="522" y="36"/>
                  </a:lnTo>
                  <a:lnTo>
                    <a:pt x="498" y="36"/>
                  </a:lnTo>
                  <a:lnTo>
                    <a:pt x="498" y="42"/>
                  </a:lnTo>
                  <a:lnTo>
                    <a:pt x="408" y="42"/>
                  </a:lnTo>
                  <a:lnTo>
                    <a:pt x="402" y="36"/>
                  </a:lnTo>
                  <a:lnTo>
                    <a:pt x="390" y="36"/>
                  </a:lnTo>
                  <a:lnTo>
                    <a:pt x="384" y="30"/>
                  </a:lnTo>
                  <a:lnTo>
                    <a:pt x="360" y="30"/>
                  </a:lnTo>
                  <a:lnTo>
                    <a:pt x="354" y="36"/>
                  </a:lnTo>
                  <a:lnTo>
                    <a:pt x="348" y="36"/>
                  </a:lnTo>
                  <a:lnTo>
                    <a:pt x="342" y="30"/>
                  </a:lnTo>
                  <a:lnTo>
                    <a:pt x="312" y="30"/>
                  </a:lnTo>
                  <a:lnTo>
                    <a:pt x="300" y="36"/>
                  </a:lnTo>
                  <a:lnTo>
                    <a:pt x="282" y="36"/>
                  </a:lnTo>
                  <a:lnTo>
                    <a:pt x="276" y="30"/>
                  </a:lnTo>
                  <a:lnTo>
                    <a:pt x="270" y="18"/>
                  </a:lnTo>
                  <a:lnTo>
                    <a:pt x="264" y="12"/>
                  </a:lnTo>
                  <a:lnTo>
                    <a:pt x="264" y="6"/>
                  </a:lnTo>
                  <a:lnTo>
                    <a:pt x="258" y="6"/>
                  </a:lnTo>
                  <a:lnTo>
                    <a:pt x="252" y="0"/>
                  </a:lnTo>
                  <a:lnTo>
                    <a:pt x="210" y="0"/>
                  </a:lnTo>
                  <a:lnTo>
                    <a:pt x="192" y="6"/>
                  </a:lnTo>
                  <a:lnTo>
                    <a:pt x="180" y="12"/>
                  </a:lnTo>
                  <a:lnTo>
                    <a:pt x="162" y="12"/>
                  </a:lnTo>
                  <a:lnTo>
                    <a:pt x="150" y="18"/>
                  </a:lnTo>
                  <a:lnTo>
                    <a:pt x="144" y="24"/>
                  </a:lnTo>
                  <a:lnTo>
                    <a:pt x="138" y="24"/>
                  </a:lnTo>
                  <a:lnTo>
                    <a:pt x="120" y="42"/>
                  </a:lnTo>
                  <a:lnTo>
                    <a:pt x="60" y="48"/>
                  </a:lnTo>
                  <a:lnTo>
                    <a:pt x="54" y="48"/>
                  </a:lnTo>
                  <a:lnTo>
                    <a:pt x="48" y="54"/>
                  </a:lnTo>
                  <a:lnTo>
                    <a:pt x="24" y="66"/>
                  </a:lnTo>
                  <a:lnTo>
                    <a:pt x="18" y="66"/>
                  </a:lnTo>
                  <a:lnTo>
                    <a:pt x="12" y="72"/>
                  </a:lnTo>
                  <a:lnTo>
                    <a:pt x="18" y="78"/>
                  </a:lnTo>
                  <a:lnTo>
                    <a:pt x="18" y="96"/>
                  </a:lnTo>
                  <a:lnTo>
                    <a:pt x="6" y="90"/>
                  </a:lnTo>
                  <a:lnTo>
                    <a:pt x="6" y="108"/>
                  </a:lnTo>
                  <a:lnTo>
                    <a:pt x="12" y="108"/>
                  </a:lnTo>
                  <a:lnTo>
                    <a:pt x="18" y="114"/>
                  </a:lnTo>
                  <a:lnTo>
                    <a:pt x="18" y="132"/>
                  </a:lnTo>
                  <a:lnTo>
                    <a:pt x="6" y="144"/>
                  </a:lnTo>
                  <a:lnTo>
                    <a:pt x="0" y="144"/>
                  </a:lnTo>
                  <a:lnTo>
                    <a:pt x="0" y="156"/>
                  </a:lnTo>
                  <a:lnTo>
                    <a:pt x="6" y="162"/>
                  </a:lnTo>
                  <a:lnTo>
                    <a:pt x="12" y="162"/>
                  </a:lnTo>
                  <a:lnTo>
                    <a:pt x="18" y="168"/>
                  </a:lnTo>
                  <a:lnTo>
                    <a:pt x="30" y="168"/>
                  </a:lnTo>
                  <a:lnTo>
                    <a:pt x="30" y="186"/>
                  </a:lnTo>
                  <a:lnTo>
                    <a:pt x="24" y="186"/>
                  </a:lnTo>
                  <a:lnTo>
                    <a:pt x="24" y="198"/>
                  </a:lnTo>
                  <a:lnTo>
                    <a:pt x="36" y="198"/>
                  </a:lnTo>
                  <a:lnTo>
                    <a:pt x="36" y="204"/>
                  </a:lnTo>
                  <a:lnTo>
                    <a:pt x="30" y="210"/>
                  </a:lnTo>
                  <a:lnTo>
                    <a:pt x="36" y="210"/>
                  </a:lnTo>
                  <a:lnTo>
                    <a:pt x="42" y="216"/>
                  </a:lnTo>
                  <a:lnTo>
                    <a:pt x="36" y="222"/>
                  </a:lnTo>
                  <a:lnTo>
                    <a:pt x="24" y="228"/>
                  </a:lnTo>
                  <a:lnTo>
                    <a:pt x="24" y="234"/>
                  </a:lnTo>
                  <a:lnTo>
                    <a:pt x="30" y="240"/>
                  </a:lnTo>
                  <a:lnTo>
                    <a:pt x="36" y="240"/>
                  </a:lnTo>
                  <a:lnTo>
                    <a:pt x="42" y="246"/>
                  </a:lnTo>
                  <a:lnTo>
                    <a:pt x="42" y="264"/>
                  </a:lnTo>
                  <a:lnTo>
                    <a:pt x="48" y="258"/>
                  </a:lnTo>
                  <a:lnTo>
                    <a:pt x="54" y="258"/>
                  </a:lnTo>
                  <a:lnTo>
                    <a:pt x="54" y="270"/>
                  </a:lnTo>
                  <a:lnTo>
                    <a:pt x="48" y="276"/>
                  </a:lnTo>
                  <a:lnTo>
                    <a:pt x="60" y="276"/>
                  </a:lnTo>
                  <a:lnTo>
                    <a:pt x="60" y="282"/>
                  </a:lnTo>
                  <a:lnTo>
                    <a:pt x="54" y="282"/>
                  </a:lnTo>
                  <a:lnTo>
                    <a:pt x="54" y="294"/>
                  </a:lnTo>
                  <a:lnTo>
                    <a:pt x="72" y="294"/>
                  </a:lnTo>
                  <a:lnTo>
                    <a:pt x="78" y="312"/>
                  </a:lnTo>
                  <a:lnTo>
                    <a:pt x="96" y="312"/>
                  </a:lnTo>
                  <a:lnTo>
                    <a:pt x="108" y="318"/>
                  </a:lnTo>
                  <a:lnTo>
                    <a:pt x="114" y="318"/>
                  </a:lnTo>
                  <a:lnTo>
                    <a:pt x="114" y="324"/>
                  </a:lnTo>
                  <a:lnTo>
                    <a:pt x="138" y="324"/>
                  </a:lnTo>
                  <a:lnTo>
                    <a:pt x="144" y="330"/>
                  </a:lnTo>
                  <a:lnTo>
                    <a:pt x="132" y="336"/>
                  </a:lnTo>
                  <a:lnTo>
                    <a:pt x="144" y="342"/>
                  </a:lnTo>
                  <a:lnTo>
                    <a:pt x="144" y="354"/>
                  </a:lnTo>
                  <a:lnTo>
                    <a:pt x="150" y="354"/>
                  </a:lnTo>
                  <a:lnTo>
                    <a:pt x="156" y="360"/>
                  </a:lnTo>
                  <a:lnTo>
                    <a:pt x="174" y="360"/>
                  </a:lnTo>
                  <a:lnTo>
                    <a:pt x="174" y="354"/>
                  </a:lnTo>
                  <a:lnTo>
                    <a:pt x="180" y="354"/>
                  </a:lnTo>
                  <a:lnTo>
                    <a:pt x="192" y="348"/>
                  </a:lnTo>
                  <a:lnTo>
                    <a:pt x="210" y="348"/>
                  </a:lnTo>
                  <a:lnTo>
                    <a:pt x="204" y="354"/>
                  </a:lnTo>
                  <a:lnTo>
                    <a:pt x="222" y="354"/>
                  </a:lnTo>
                  <a:lnTo>
                    <a:pt x="228" y="360"/>
                  </a:lnTo>
                  <a:lnTo>
                    <a:pt x="234" y="372"/>
                  </a:lnTo>
                  <a:lnTo>
                    <a:pt x="240" y="378"/>
                  </a:lnTo>
                  <a:lnTo>
                    <a:pt x="246" y="366"/>
                  </a:lnTo>
                  <a:lnTo>
                    <a:pt x="252" y="372"/>
                  </a:lnTo>
                  <a:lnTo>
                    <a:pt x="252" y="378"/>
                  </a:lnTo>
                  <a:lnTo>
                    <a:pt x="270" y="378"/>
                  </a:lnTo>
                  <a:lnTo>
                    <a:pt x="282" y="384"/>
                  </a:lnTo>
                  <a:lnTo>
                    <a:pt x="282" y="390"/>
                  </a:lnTo>
                  <a:lnTo>
                    <a:pt x="288" y="402"/>
                  </a:lnTo>
                  <a:lnTo>
                    <a:pt x="306" y="420"/>
                  </a:lnTo>
                  <a:lnTo>
                    <a:pt x="318" y="420"/>
                  </a:lnTo>
                  <a:lnTo>
                    <a:pt x="330" y="408"/>
                  </a:lnTo>
                  <a:lnTo>
                    <a:pt x="342" y="408"/>
                  </a:lnTo>
                  <a:lnTo>
                    <a:pt x="354" y="420"/>
                  </a:lnTo>
                  <a:lnTo>
                    <a:pt x="360" y="420"/>
                  </a:lnTo>
                  <a:lnTo>
                    <a:pt x="360" y="426"/>
                  </a:lnTo>
                  <a:lnTo>
                    <a:pt x="366" y="432"/>
                  </a:lnTo>
                  <a:lnTo>
                    <a:pt x="378" y="432"/>
                  </a:lnTo>
                  <a:lnTo>
                    <a:pt x="384" y="426"/>
                  </a:lnTo>
                  <a:lnTo>
                    <a:pt x="384" y="420"/>
                  </a:lnTo>
                  <a:lnTo>
                    <a:pt x="414" y="420"/>
                  </a:lnTo>
                  <a:lnTo>
                    <a:pt x="420" y="426"/>
                  </a:lnTo>
                  <a:lnTo>
                    <a:pt x="426" y="4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7" name="Netherlands" descr="© INSCALE GmbH, 05.05.2010&#10;http://www.presentationload.com/">
              <a:extLst>
                <a:ext uri="{FF2B5EF4-FFF2-40B4-BE49-F238E27FC236}">
                  <a16:creationId xmlns:a16="http://schemas.microsoft.com/office/drawing/2014/main" id="{E10A962B-BA3E-1742-A953-68F97B23F510}"/>
                </a:ext>
              </a:extLst>
            </p:cNvPr>
            <p:cNvSpPr>
              <a:spLocks/>
            </p:cNvSpPr>
            <p:nvPr/>
          </p:nvSpPr>
          <p:spPr bwMode="gray">
            <a:xfrm>
              <a:off x="5841236" y="2341918"/>
              <a:ext cx="113411" cy="88756"/>
            </a:xfrm>
            <a:custGeom>
              <a:avLst/>
              <a:gdLst>
                <a:gd name="T0" fmla="*/ 0 w 270"/>
                <a:gd name="T1" fmla="*/ 2147483647 h 210"/>
                <a:gd name="T2" fmla="*/ 2147483647 w 270"/>
                <a:gd name="T3" fmla="*/ 2147483647 h 210"/>
                <a:gd name="T4" fmla="*/ 2147483647 w 270"/>
                <a:gd name="T5" fmla="*/ 2147483647 h 210"/>
                <a:gd name="T6" fmla="*/ 2147483647 w 270"/>
                <a:gd name="T7" fmla="*/ 2147483647 h 210"/>
                <a:gd name="T8" fmla="*/ 2147483647 w 270"/>
                <a:gd name="T9" fmla="*/ 2147483647 h 210"/>
                <a:gd name="T10" fmla="*/ 2147483647 w 270"/>
                <a:gd name="T11" fmla="*/ 2147483647 h 210"/>
                <a:gd name="T12" fmla="*/ 2147483647 w 270"/>
                <a:gd name="T13" fmla="*/ 2147483647 h 210"/>
                <a:gd name="T14" fmla="*/ 2147483647 w 270"/>
                <a:gd name="T15" fmla="*/ 2147483647 h 210"/>
                <a:gd name="T16" fmla="*/ 2147483647 w 270"/>
                <a:gd name="T17" fmla="*/ 2147483647 h 210"/>
                <a:gd name="T18" fmla="*/ 2147483647 w 270"/>
                <a:gd name="T19" fmla="*/ 2147483647 h 210"/>
                <a:gd name="T20" fmla="*/ 2147483647 w 270"/>
                <a:gd name="T21" fmla="*/ 2147483647 h 210"/>
                <a:gd name="T22" fmla="*/ 2147483647 w 270"/>
                <a:gd name="T23" fmla="*/ 2147483647 h 210"/>
                <a:gd name="T24" fmla="*/ 2147483647 w 270"/>
                <a:gd name="T25" fmla="*/ 2147483647 h 210"/>
                <a:gd name="T26" fmla="*/ 2147483647 w 270"/>
                <a:gd name="T27" fmla="*/ 2147483647 h 210"/>
                <a:gd name="T28" fmla="*/ 2147483647 w 270"/>
                <a:gd name="T29" fmla="*/ 2147483647 h 210"/>
                <a:gd name="T30" fmla="*/ 2147483647 w 270"/>
                <a:gd name="T31" fmla="*/ 2147483647 h 210"/>
                <a:gd name="T32" fmla="*/ 2147483647 w 270"/>
                <a:gd name="T33" fmla="*/ 2147483647 h 210"/>
                <a:gd name="T34" fmla="*/ 2147483647 w 270"/>
                <a:gd name="T35" fmla="*/ 2147483647 h 210"/>
                <a:gd name="T36" fmla="*/ 2147483647 w 270"/>
                <a:gd name="T37" fmla="*/ 2147483647 h 210"/>
                <a:gd name="T38" fmla="*/ 2147483647 w 270"/>
                <a:gd name="T39" fmla="*/ 2147483647 h 210"/>
                <a:gd name="T40" fmla="*/ 2147483647 w 270"/>
                <a:gd name="T41" fmla="*/ 2147483647 h 210"/>
                <a:gd name="T42" fmla="*/ 2147483647 w 270"/>
                <a:gd name="T43" fmla="*/ 2147483647 h 210"/>
                <a:gd name="T44" fmla="*/ 2147483647 w 270"/>
                <a:gd name="T45" fmla="*/ 2147483647 h 210"/>
                <a:gd name="T46" fmla="*/ 2147483647 w 270"/>
                <a:gd name="T47" fmla="*/ 2147483647 h 210"/>
                <a:gd name="T48" fmla="*/ 2147483647 w 270"/>
                <a:gd name="T49" fmla="*/ 2147483647 h 210"/>
                <a:gd name="T50" fmla="*/ 2147483647 w 270"/>
                <a:gd name="T51" fmla="*/ 2147483647 h 210"/>
                <a:gd name="T52" fmla="*/ 2147483647 w 270"/>
                <a:gd name="T53" fmla="*/ 2147483647 h 210"/>
                <a:gd name="T54" fmla="*/ 2147483647 w 270"/>
                <a:gd name="T55" fmla="*/ 2147483647 h 210"/>
                <a:gd name="T56" fmla="*/ 2147483647 w 270"/>
                <a:gd name="T57" fmla="*/ 2147483647 h 210"/>
                <a:gd name="T58" fmla="*/ 2147483647 w 270"/>
                <a:gd name="T59" fmla="*/ 0 h 210"/>
                <a:gd name="T60" fmla="*/ 2147483647 w 270"/>
                <a:gd name="T61" fmla="*/ 2147483647 h 210"/>
                <a:gd name="T62" fmla="*/ 2147483647 w 270"/>
                <a:gd name="T63" fmla="*/ 2147483647 h 210"/>
                <a:gd name="T64" fmla="*/ 2147483647 w 270"/>
                <a:gd name="T65" fmla="*/ 2147483647 h 210"/>
                <a:gd name="T66" fmla="*/ 2147483647 w 270"/>
                <a:gd name="T67" fmla="*/ 2147483647 h 210"/>
                <a:gd name="T68" fmla="*/ 2147483647 w 270"/>
                <a:gd name="T69" fmla="*/ 2147483647 h 210"/>
                <a:gd name="T70" fmla="*/ 2147483647 w 270"/>
                <a:gd name="T71" fmla="*/ 2147483647 h 210"/>
                <a:gd name="T72" fmla="*/ 2147483647 w 270"/>
                <a:gd name="T73" fmla="*/ 2147483647 h 210"/>
                <a:gd name="T74" fmla="*/ 2147483647 w 270"/>
                <a:gd name="T75" fmla="*/ 2147483647 h 210"/>
                <a:gd name="T76" fmla="*/ 2147483647 w 270"/>
                <a:gd name="T77" fmla="*/ 2147483647 h 210"/>
                <a:gd name="T78" fmla="*/ 2147483647 w 270"/>
                <a:gd name="T79" fmla="*/ 2147483647 h 210"/>
                <a:gd name="T80" fmla="*/ 2147483647 w 270"/>
                <a:gd name="T81" fmla="*/ 2147483647 h 210"/>
                <a:gd name="T82" fmla="*/ 2147483647 w 270"/>
                <a:gd name="T83" fmla="*/ 2147483647 h 210"/>
                <a:gd name="T84" fmla="*/ 2147483647 w 270"/>
                <a:gd name="T85" fmla="*/ 2147483647 h 210"/>
                <a:gd name="T86" fmla="*/ 2147483647 w 270"/>
                <a:gd name="T87" fmla="*/ 2147483647 h 210"/>
                <a:gd name="T88" fmla="*/ 2147483647 w 270"/>
                <a:gd name="T89" fmla="*/ 2147483647 h 21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70"/>
                <a:gd name="T136" fmla="*/ 0 h 210"/>
                <a:gd name="T137" fmla="*/ 270 w 270"/>
                <a:gd name="T138" fmla="*/ 210 h 21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70" h="210">
                  <a:moveTo>
                    <a:pt x="18" y="156"/>
                  </a:moveTo>
                  <a:lnTo>
                    <a:pt x="0" y="174"/>
                  </a:lnTo>
                  <a:lnTo>
                    <a:pt x="12" y="162"/>
                  </a:lnTo>
                  <a:lnTo>
                    <a:pt x="24" y="162"/>
                  </a:lnTo>
                  <a:lnTo>
                    <a:pt x="30" y="168"/>
                  </a:lnTo>
                  <a:lnTo>
                    <a:pt x="54" y="168"/>
                  </a:lnTo>
                  <a:lnTo>
                    <a:pt x="60" y="174"/>
                  </a:lnTo>
                  <a:lnTo>
                    <a:pt x="66" y="162"/>
                  </a:lnTo>
                  <a:lnTo>
                    <a:pt x="84" y="168"/>
                  </a:lnTo>
                  <a:lnTo>
                    <a:pt x="84" y="156"/>
                  </a:lnTo>
                  <a:lnTo>
                    <a:pt x="96" y="162"/>
                  </a:lnTo>
                  <a:lnTo>
                    <a:pt x="96" y="156"/>
                  </a:lnTo>
                  <a:lnTo>
                    <a:pt x="132" y="156"/>
                  </a:lnTo>
                  <a:lnTo>
                    <a:pt x="132" y="168"/>
                  </a:lnTo>
                  <a:lnTo>
                    <a:pt x="138" y="174"/>
                  </a:lnTo>
                  <a:lnTo>
                    <a:pt x="150" y="174"/>
                  </a:lnTo>
                  <a:lnTo>
                    <a:pt x="162" y="168"/>
                  </a:lnTo>
                  <a:lnTo>
                    <a:pt x="168" y="168"/>
                  </a:lnTo>
                  <a:lnTo>
                    <a:pt x="174" y="174"/>
                  </a:lnTo>
                  <a:lnTo>
                    <a:pt x="174" y="192"/>
                  </a:lnTo>
                  <a:lnTo>
                    <a:pt x="168" y="198"/>
                  </a:lnTo>
                  <a:lnTo>
                    <a:pt x="168" y="210"/>
                  </a:lnTo>
                  <a:lnTo>
                    <a:pt x="180" y="210"/>
                  </a:lnTo>
                  <a:lnTo>
                    <a:pt x="180" y="198"/>
                  </a:lnTo>
                  <a:lnTo>
                    <a:pt x="186" y="192"/>
                  </a:lnTo>
                  <a:lnTo>
                    <a:pt x="186" y="180"/>
                  </a:lnTo>
                  <a:lnTo>
                    <a:pt x="180" y="174"/>
                  </a:lnTo>
                  <a:lnTo>
                    <a:pt x="186" y="168"/>
                  </a:lnTo>
                  <a:lnTo>
                    <a:pt x="198" y="162"/>
                  </a:lnTo>
                  <a:lnTo>
                    <a:pt x="198" y="156"/>
                  </a:lnTo>
                  <a:lnTo>
                    <a:pt x="192" y="150"/>
                  </a:lnTo>
                  <a:lnTo>
                    <a:pt x="192" y="144"/>
                  </a:lnTo>
                  <a:lnTo>
                    <a:pt x="186" y="120"/>
                  </a:lnTo>
                  <a:lnTo>
                    <a:pt x="192" y="120"/>
                  </a:lnTo>
                  <a:lnTo>
                    <a:pt x="198" y="126"/>
                  </a:lnTo>
                  <a:lnTo>
                    <a:pt x="222" y="126"/>
                  </a:lnTo>
                  <a:lnTo>
                    <a:pt x="222" y="120"/>
                  </a:lnTo>
                  <a:lnTo>
                    <a:pt x="228" y="114"/>
                  </a:lnTo>
                  <a:lnTo>
                    <a:pt x="234" y="114"/>
                  </a:lnTo>
                  <a:lnTo>
                    <a:pt x="240" y="102"/>
                  </a:lnTo>
                  <a:lnTo>
                    <a:pt x="246" y="96"/>
                  </a:lnTo>
                  <a:lnTo>
                    <a:pt x="252" y="96"/>
                  </a:lnTo>
                  <a:lnTo>
                    <a:pt x="252" y="90"/>
                  </a:lnTo>
                  <a:lnTo>
                    <a:pt x="240" y="78"/>
                  </a:lnTo>
                  <a:lnTo>
                    <a:pt x="234" y="78"/>
                  </a:lnTo>
                  <a:lnTo>
                    <a:pt x="228" y="72"/>
                  </a:lnTo>
                  <a:lnTo>
                    <a:pt x="228" y="66"/>
                  </a:lnTo>
                  <a:lnTo>
                    <a:pt x="234" y="66"/>
                  </a:lnTo>
                  <a:lnTo>
                    <a:pt x="246" y="60"/>
                  </a:lnTo>
                  <a:lnTo>
                    <a:pt x="258" y="60"/>
                  </a:lnTo>
                  <a:lnTo>
                    <a:pt x="252" y="54"/>
                  </a:lnTo>
                  <a:lnTo>
                    <a:pt x="252" y="36"/>
                  </a:lnTo>
                  <a:lnTo>
                    <a:pt x="258" y="36"/>
                  </a:lnTo>
                  <a:lnTo>
                    <a:pt x="270" y="30"/>
                  </a:lnTo>
                  <a:lnTo>
                    <a:pt x="264" y="18"/>
                  </a:lnTo>
                  <a:lnTo>
                    <a:pt x="270" y="12"/>
                  </a:lnTo>
                  <a:lnTo>
                    <a:pt x="264" y="12"/>
                  </a:lnTo>
                  <a:lnTo>
                    <a:pt x="252" y="6"/>
                  </a:lnTo>
                  <a:lnTo>
                    <a:pt x="246" y="6"/>
                  </a:lnTo>
                  <a:lnTo>
                    <a:pt x="234" y="0"/>
                  </a:lnTo>
                  <a:lnTo>
                    <a:pt x="180" y="0"/>
                  </a:lnTo>
                  <a:lnTo>
                    <a:pt x="168" y="12"/>
                  </a:lnTo>
                  <a:lnTo>
                    <a:pt x="156" y="18"/>
                  </a:lnTo>
                  <a:lnTo>
                    <a:pt x="156" y="30"/>
                  </a:lnTo>
                  <a:lnTo>
                    <a:pt x="162" y="36"/>
                  </a:lnTo>
                  <a:lnTo>
                    <a:pt x="162" y="54"/>
                  </a:lnTo>
                  <a:lnTo>
                    <a:pt x="168" y="60"/>
                  </a:lnTo>
                  <a:lnTo>
                    <a:pt x="174" y="60"/>
                  </a:lnTo>
                  <a:lnTo>
                    <a:pt x="180" y="66"/>
                  </a:lnTo>
                  <a:lnTo>
                    <a:pt x="180" y="78"/>
                  </a:lnTo>
                  <a:lnTo>
                    <a:pt x="168" y="84"/>
                  </a:lnTo>
                  <a:lnTo>
                    <a:pt x="162" y="90"/>
                  </a:lnTo>
                  <a:lnTo>
                    <a:pt x="144" y="90"/>
                  </a:lnTo>
                  <a:lnTo>
                    <a:pt x="138" y="84"/>
                  </a:lnTo>
                  <a:lnTo>
                    <a:pt x="138" y="66"/>
                  </a:lnTo>
                  <a:lnTo>
                    <a:pt x="150" y="54"/>
                  </a:lnTo>
                  <a:lnTo>
                    <a:pt x="150" y="36"/>
                  </a:lnTo>
                  <a:lnTo>
                    <a:pt x="144" y="30"/>
                  </a:lnTo>
                  <a:lnTo>
                    <a:pt x="144" y="24"/>
                  </a:lnTo>
                  <a:lnTo>
                    <a:pt x="132" y="36"/>
                  </a:lnTo>
                  <a:lnTo>
                    <a:pt x="120" y="42"/>
                  </a:lnTo>
                  <a:lnTo>
                    <a:pt x="114" y="48"/>
                  </a:lnTo>
                  <a:lnTo>
                    <a:pt x="102" y="54"/>
                  </a:lnTo>
                  <a:lnTo>
                    <a:pt x="96" y="66"/>
                  </a:lnTo>
                  <a:lnTo>
                    <a:pt x="96" y="84"/>
                  </a:lnTo>
                  <a:lnTo>
                    <a:pt x="90" y="90"/>
                  </a:lnTo>
                  <a:lnTo>
                    <a:pt x="90" y="102"/>
                  </a:lnTo>
                  <a:lnTo>
                    <a:pt x="60" y="132"/>
                  </a:lnTo>
                  <a:lnTo>
                    <a:pt x="72" y="144"/>
                  </a:lnTo>
                  <a:lnTo>
                    <a:pt x="42" y="144"/>
                  </a:lnTo>
                  <a:lnTo>
                    <a:pt x="18" y="15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 name="Malta" descr="© INSCALE GmbH, 05.05.2010&#10;http://www.presentationload.com/">
              <a:extLst>
                <a:ext uri="{FF2B5EF4-FFF2-40B4-BE49-F238E27FC236}">
                  <a16:creationId xmlns:a16="http://schemas.microsoft.com/office/drawing/2014/main" id="{9C42A9EB-14F0-1049-AC57-2F1265942DE3}"/>
                </a:ext>
              </a:extLst>
            </p:cNvPr>
            <p:cNvSpPr>
              <a:spLocks/>
            </p:cNvSpPr>
            <p:nvPr/>
          </p:nvSpPr>
          <p:spPr bwMode="gray">
            <a:xfrm>
              <a:off x="6138733" y="2915548"/>
              <a:ext cx="13149" cy="11506"/>
            </a:xfrm>
            <a:custGeom>
              <a:avLst/>
              <a:gdLst>
                <a:gd name="T0" fmla="*/ 2147483647 w 30"/>
                <a:gd name="T1" fmla="*/ 2147483647 h 30"/>
                <a:gd name="T2" fmla="*/ 2147483647 w 30"/>
                <a:gd name="T3" fmla="*/ 2147483647 h 30"/>
                <a:gd name="T4" fmla="*/ 2147483647 w 30"/>
                <a:gd name="T5" fmla="*/ 2147483647 h 30"/>
                <a:gd name="T6" fmla="*/ 2147483647 w 30"/>
                <a:gd name="T7" fmla="*/ 0 h 30"/>
                <a:gd name="T8" fmla="*/ 2147483647 w 30"/>
                <a:gd name="T9" fmla="*/ 0 h 30"/>
                <a:gd name="T10" fmla="*/ 0 w 30"/>
                <a:gd name="T11" fmla="*/ 2147483647 h 30"/>
                <a:gd name="T12" fmla="*/ 0 w 30"/>
                <a:gd name="T13" fmla="*/ 2147483647 h 30"/>
                <a:gd name="T14" fmla="*/ 2147483647 w 30"/>
                <a:gd name="T15" fmla="*/ 2147483647 h 30"/>
                <a:gd name="T16" fmla="*/ 2147483647 w 30"/>
                <a:gd name="T17" fmla="*/ 2147483647 h 30"/>
                <a:gd name="T18" fmla="*/ 2147483647 w 30"/>
                <a:gd name="T19" fmla="*/ 2147483647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4" y="30"/>
                  </a:moveTo>
                  <a:lnTo>
                    <a:pt x="30" y="24"/>
                  </a:lnTo>
                  <a:lnTo>
                    <a:pt x="30" y="12"/>
                  </a:lnTo>
                  <a:lnTo>
                    <a:pt x="18" y="0"/>
                  </a:lnTo>
                  <a:lnTo>
                    <a:pt x="6" y="0"/>
                  </a:lnTo>
                  <a:lnTo>
                    <a:pt x="0" y="6"/>
                  </a:lnTo>
                  <a:lnTo>
                    <a:pt x="0" y="18"/>
                  </a:lnTo>
                  <a:lnTo>
                    <a:pt x="6" y="24"/>
                  </a:lnTo>
                  <a:lnTo>
                    <a:pt x="18" y="30"/>
                  </a:lnTo>
                  <a:lnTo>
                    <a:pt x="24"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 name="Luxembourg" descr="© INSCALE GmbH, 05.05.2010&#10;http://www.presentationload.com/">
              <a:extLst>
                <a:ext uri="{FF2B5EF4-FFF2-40B4-BE49-F238E27FC236}">
                  <a16:creationId xmlns:a16="http://schemas.microsoft.com/office/drawing/2014/main" id="{AB75BAA8-6EDA-8447-A39B-17BB4F746EB6}"/>
                </a:ext>
              </a:extLst>
            </p:cNvPr>
            <p:cNvSpPr>
              <a:spLocks/>
            </p:cNvSpPr>
            <p:nvPr/>
          </p:nvSpPr>
          <p:spPr bwMode="gray">
            <a:xfrm>
              <a:off x="5910269" y="2450399"/>
              <a:ext cx="21367" cy="18081"/>
            </a:xfrm>
            <a:custGeom>
              <a:avLst/>
              <a:gdLst>
                <a:gd name="T0" fmla="*/ 2147483647 w 54"/>
                <a:gd name="T1" fmla="*/ 2147483647 h 42"/>
                <a:gd name="T2" fmla="*/ 2147483647 w 54"/>
                <a:gd name="T3" fmla="*/ 2147483647 h 42"/>
                <a:gd name="T4" fmla="*/ 2147483647 w 54"/>
                <a:gd name="T5" fmla="*/ 2147483647 h 42"/>
                <a:gd name="T6" fmla="*/ 2147483647 w 54"/>
                <a:gd name="T7" fmla="*/ 2147483647 h 42"/>
                <a:gd name="T8" fmla="*/ 2147483647 w 54"/>
                <a:gd name="T9" fmla="*/ 2147483647 h 42"/>
                <a:gd name="T10" fmla="*/ 2147483647 w 54"/>
                <a:gd name="T11" fmla="*/ 2147483647 h 42"/>
                <a:gd name="T12" fmla="*/ 2147483647 w 54"/>
                <a:gd name="T13" fmla="*/ 2147483647 h 42"/>
                <a:gd name="T14" fmla="*/ 2147483647 w 54"/>
                <a:gd name="T15" fmla="*/ 2147483647 h 42"/>
                <a:gd name="T16" fmla="*/ 2147483647 w 54"/>
                <a:gd name="T17" fmla="*/ 0 h 42"/>
                <a:gd name="T18" fmla="*/ 2147483647 w 54"/>
                <a:gd name="T19" fmla="*/ 0 h 42"/>
                <a:gd name="T20" fmla="*/ 2147483647 w 54"/>
                <a:gd name="T21" fmla="*/ 2147483647 h 42"/>
                <a:gd name="T22" fmla="*/ 2147483647 w 54"/>
                <a:gd name="T23" fmla="*/ 2147483647 h 42"/>
                <a:gd name="T24" fmla="*/ 0 w 54"/>
                <a:gd name="T25" fmla="*/ 2147483647 h 42"/>
                <a:gd name="T26" fmla="*/ 0 w 54"/>
                <a:gd name="T27" fmla="*/ 2147483647 h 42"/>
                <a:gd name="T28" fmla="*/ 2147483647 w 54"/>
                <a:gd name="T29" fmla="*/ 2147483647 h 42"/>
                <a:gd name="T30" fmla="*/ 2147483647 w 54"/>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
                <a:gd name="T49" fmla="*/ 0 h 42"/>
                <a:gd name="T50" fmla="*/ 54 w 54"/>
                <a:gd name="T51" fmla="*/ 42 h 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 h="42">
                  <a:moveTo>
                    <a:pt x="18" y="42"/>
                  </a:moveTo>
                  <a:lnTo>
                    <a:pt x="30" y="36"/>
                  </a:lnTo>
                  <a:lnTo>
                    <a:pt x="48" y="42"/>
                  </a:lnTo>
                  <a:lnTo>
                    <a:pt x="54" y="36"/>
                  </a:lnTo>
                  <a:lnTo>
                    <a:pt x="54" y="24"/>
                  </a:lnTo>
                  <a:lnTo>
                    <a:pt x="42" y="18"/>
                  </a:lnTo>
                  <a:lnTo>
                    <a:pt x="36" y="18"/>
                  </a:lnTo>
                  <a:lnTo>
                    <a:pt x="30" y="12"/>
                  </a:lnTo>
                  <a:lnTo>
                    <a:pt x="30" y="0"/>
                  </a:lnTo>
                  <a:lnTo>
                    <a:pt x="24" y="0"/>
                  </a:lnTo>
                  <a:lnTo>
                    <a:pt x="18" y="6"/>
                  </a:lnTo>
                  <a:lnTo>
                    <a:pt x="6" y="12"/>
                  </a:lnTo>
                  <a:lnTo>
                    <a:pt x="0" y="12"/>
                  </a:lnTo>
                  <a:lnTo>
                    <a:pt x="0" y="18"/>
                  </a:lnTo>
                  <a:lnTo>
                    <a:pt x="12" y="30"/>
                  </a:lnTo>
                  <a:lnTo>
                    <a:pt x="18"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 name="Lithuania" descr="© INSCALE GmbH, 05.05.2010&#10;http://www.presentationload.com/">
              <a:extLst>
                <a:ext uri="{FF2B5EF4-FFF2-40B4-BE49-F238E27FC236}">
                  <a16:creationId xmlns:a16="http://schemas.microsoft.com/office/drawing/2014/main" id="{1AA2732F-1B1D-CA4C-8B31-79B83320BFFC}"/>
                </a:ext>
              </a:extLst>
            </p:cNvPr>
            <p:cNvSpPr>
              <a:spLocks/>
            </p:cNvSpPr>
            <p:nvPr/>
          </p:nvSpPr>
          <p:spPr bwMode="gray">
            <a:xfrm>
              <a:off x="6298168" y="2244945"/>
              <a:ext cx="142997" cy="82182"/>
            </a:xfrm>
            <a:custGeom>
              <a:avLst/>
              <a:gdLst>
                <a:gd name="T0" fmla="*/ 2147483647 w 342"/>
                <a:gd name="T1" fmla="*/ 2147483647 h 198"/>
                <a:gd name="T2" fmla="*/ 2147483647 w 342"/>
                <a:gd name="T3" fmla="*/ 2147483647 h 198"/>
                <a:gd name="T4" fmla="*/ 2147483647 w 342"/>
                <a:gd name="T5" fmla="*/ 2147483647 h 198"/>
                <a:gd name="T6" fmla="*/ 2147483647 w 342"/>
                <a:gd name="T7" fmla="*/ 2147483647 h 198"/>
                <a:gd name="T8" fmla="*/ 2147483647 w 342"/>
                <a:gd name="T9" fmla="*/ 2147483647 h 198"/>
                <a:gd name="T10" fmla="*/ 2147483647 w 342"/>
                <a:gd name="T11" fmla="*/ 2147483647 h 198"/>
                <a:gd name="T12" fmla="*/ 2147483647 w 342"/>
                <a:gd name="T13" fmla="*/ 2147483647 h 198"/>
                <a:gd name="T14" fmla="*/ 2147483647 w 342"/>
                <a:gd name="T15" fmla="*/ 2147483647 h 198"/>
                <a:gd name="T16" fmla="*/ 2147483647 w 342"/>
                <a:gd name="T17" fmla="*/ 2147483647 h 198"/>
                <a:gd name="T18" fmla="*/ 2147483647 w 342"/>
                <a:gd name="T19" fmla="*/ 2147483647 h 198"/>
                <a:gd name="T20" fmla="*/ 2147483647 w 342"/>
                <a:gd name="T21" fmla="*/ 2147483647 h 198"/>
                <a:gd name="T22" fmla="*/ 2147483647 w 342"/>
                <a:gd name="T23" fmla="*/ 2147483647 h 198"/>
                <a:gd name="T24" fmla="*/ 2147483647 w 342"/>
                <a:gd name="T25" fmla="*/ 0 h 198"/>
                <a:gd name="T26" fmla="*/ 2147483647 w 342"/>
                <a:gd name="T27" fmla="*/ 2147483647 h 198"/>
                <a:gd name="T28" fmla="*/ 0 w 342"/>
                <a:gd name="T29" fmla="*/ 2147483647 h 198"/>
                <a:gd name="T30" fmla="*/ 2147483647 w 342"/>
                <a:gd name="T31" fmla="*/ 2147483647 h 198"/>
                <a:gd name="T32" fmla="*/ 2147483647 w 342"/>
                <a:gd name="T33" fmla="*/ 2147483647 h 198"/>
                <a:gd name="T34" fmla="*/ 2147483647 w 342"/>
                <a:gd name="T35" fmla="*/ 2147483647 h 198"/>
                <a:gd name="T36" fmla="*/ 2147483647 w 342"/>
                <a:gd name="T37" fmla="*/ 2147483647 h 198"/>
                <a:gd name="T38" fmla="*/ 2147483647 w 342"/>
                <a:gd name="T39" fmla="*/ 2147483647 h 198"/>
                <a:gd name="T40" fmla="*/ 2147483647 w 342"/>
                <a:gd name="T41" fmla="*/ 2147483647 h 198"/>
                <a:gd name="T42" fmla="*/ 2147483647 w 342"/>
                <a:gd name="T43" fmla="*/ 2147483647 h 198"/>
                <a:gd name="T44" fmla="*/ 2147483647 w 342"/>
                <a:gd name="T45" fmla="*/ 2147483647 h 198"/>
                <a:gd name="T46" fmla="*/ 2147483647 w 342"/>
                <a:gd name="T47" fmla="*/ 2147483647 h 198"/>
                <a:gd name="T48" fmla="*/ 2147483647 w 342"/>
                <a:gd name="T49" fmla="*/ 2147483647 h 198"/>
                <a:gd name="T50" fmla="*/ 2147483647 w 342"/>
                <a:gd name="T51" fmla="*/ 2147483647 h 198"/>
                <a:gd name="T52" fmla="*/ 2147483647 w 342"/>
                <a:gd name="T53" fmla="*/ 2147483647 h 198"/>
                <a:gd name="T54" fmla="*/ 2147483647 w 342"/>
                <a:gd name="T55" fmla="*/ 2147483647 h 198"/>
                <a:gd name="T56" fmla="*/ 2147483647 w 342"/>
                <a:gd name="T57" fmla="*/ 2147483647 h 198"/>
                <a:gd name="T58" fmla="*/ 2147483647 w 342"/>
                <a:gd name="T59" fmla="*/ 2147483647 h 198"/>
                <a:gd name="T60" fmla="*/ 2147483647 w 342"/>
                <a:gd name="T61" fmla="*/ 2147483647 h 198"/>
                <a:gd name="T62" fmla="*/ 2147483647 w 342"/>
                <a:gd name="T63" fmla="*/ 2147483647 h 198"/>
                <a:gd name="T64" fmla="*/ 2147483647 w 342"/>
                <a:gd name="T65" fmla="*/ 2147483647 h 198"/>
                <a:gd name="T66" fmla="*/ 2147483647 w 342"/>
                <a:gd name="T67" fmla="*/ 2147483647 h 198"/>
                <a:gd name="T68" fmla="*/ 2147483647 w 342"/>
                <a:gd name="T69" fmla="*/ 2147483647 h 198"/>
                <a:gd name="T70" fmla="*/ 2147483647 w 342"/>
                <a:gd name="T71" fmla="*/ 2147483647 h 198"/>
                <a:gd name="T72" fmla="*/ 2147483647 w 342"/>
                <a:gd name="T73" fmla="*/ 2147483647 h 198"/>
                <a:gd name="T74" fmla="*/ 2147483647 w 342"/>
                <a:gd name="T75" fmla="*/ 2147483647 h 198"/>
                <a:gd name="T76" fmla="*/ 2147483647 w 342"/>
                <a:gd name="T77" fmla="*/ 2147483647 h 198"/>
                <a:gd name="T78" fmla="*/ 2147483647 w 342"/>
                <a:gd name="T79" fmla="*/ 2147483647 h 198"/>
                <a:gd name="T80" fmla="*/ 2147483647 w 342"/>
                <a:gd name="T81" fmla="*/ 2147483647 h 198"/>
                <a:gd name="T82" fmla="*/ 2147483647 w 342"/>
                <a:gd name="T83" fmla="*/ 2147483647 h 198"/>
                <a:gd name="T84" fmla="*/ 2147483647 w 342"/>
                <a:gd name="T85" fmla="*/ 2147483647 h 1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2"/>
                <a:gd name="T130" fmla="*/ 0 h 198"/>
                <a:gd name="T131" fmla="*/ 342 w 342"/>
                <a:gd name="T132" fmla="*/ 198 h 19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2" h="198">
                  <a:moveTo>
                    <a:pt x="330" y="60"/>
                  </a:moveTo>
                  <a:lnTo>
                    <a:pt x="312" y="54"/>
                  </a:lnTo>
                  <a:lnTo>
                    <a:pt x="294" y="42"/>
                  </a:lnTo>
                  <a:lnTo>
                    <a:pt x="282" y="30"/>
                  </a:lnTo>
                  <a:lnTo>
                    <a:pt x="276" y="30"/>
                  </a:lnTo>
                  <a:lnTo>
                    <a:pt x="264" y="24"/>
                  </a:lnTo>
                  <a:lnTo>
                    <a:pt x="234" y="24"/>
                  </a:lnTo>
                  <a:lnTo>
                    <a:pt x="228" y="12"/>
                  </a:lnTo>
                  <a:lnTo>
                    <a:pt x="222" y="6"/>
                  </a:lnTo>
                  <a:lnTo>
                    <a:pt x="210" y="6"/>
                  </a:lnTo>
                  <a:lnTo>
                    <a:pt x="198" y="18"/>
                  </a:lnTo>
                  <a:lnTo>
                    <a:pt x="180" y="18"/>
                  </a:lnTo>
                  <a:lnTo>
                    <a:pt x="174" y="12"/>
                  </a:lnTo>
                  <a:lnTo>
                    <a:pt x="162" y="12"/>
                  </a:lnTo>
                  <a:lnTo>
                    <a:pt x="156" y="18"/>
                  </a:lnTo>
                  <a:lnTo>
                    <a:pt x="150" y="18"/>
                  </a:lnTo>
                  <a:lnTo>
                    <a:pt x="144" y="12"/>
                  </a:lnTo>
                  <a:lnTo>
                    <a:pt x="138" y="12"/>
                  </a:lnTo>
                  <a:lnTo>
                    <a:pt x="126" y="6"/>
                  </a:lnTo>
                  <a:lnTo>
                    <a:pt x="120" y="6"/>
                  </a:lnTo>
                  <a:lnTo>
                    <a:pt x="114" y="12"/>
                  </a:lnTo>
                  <a:lnTo>
                    <a:pt x="108" y="12"/>
                  </a:lnTo>
                  <a:lnTo>
                    <a:pt x="102" y="6"/>
                  </a:lnTo>
                  <a:lnTo>
                    <a:pt x="96" y="6"/>
                  </a:lnTo>
                  <a:lnTo>
                    <a:pt x="90" y="0"/>
                  </a:lnTo>
                  <a:lnTo>
                    <a:pt x="72" y="0"/>
                  </a:lnTo>
                  <a:lnTo>
                    <a:pt x="60" y="12"/>
                  </a:lnTo>
                  <a:lnTo>
                    <a:pt x="18" y="12"/>
                  </a:lnTo>
                  <a:lnTo>
                    <a:pt x="6" y="18"/>
                  </a:lnTo>
                  <a:lnTo>
                    <a:pt x="0" y="18"/>
                  </a:lnTo>
                  <a:lnTo>
                    <a:pt x="0" y="60"/>
                  </a:lnTo>
                  <a:lnTo>
                    <a:pt x="12" y="84"/>
                  </a:lnTo>
                  <a:lnTo>
                    <a:pt x="18" y="90"/>
                  </a:lnTo>
                  <a:lnTo>
                    <a:pt x="18" y="96"/>
                  </a:lnTo>
                  <a:lnTo>
                    <a:pt x="30" y="96"/>
                  </a:lnTo>
                  <a:lnTo>
                    <a:pt x="30" y="102"/>
                  </a:lnTo>
                  <a:lnTo>
                    <a:pt x="42" y="102"/>
                  </a:lnTo>
                  <a:lnTo>
                    <a:pt x="48" y="108"/>
                  </a:lnTo>
                  <a:lnTo>
                    <a:pt x="72" y="108"/>
                  </a:lnTo>
                  <a:lnTo>
                    <a:pt x="84" y="102"/>
                  </a:lnTo>
                  <a:lnTo>
                    <a:pt x="102" y="102"/>
                  </a:lnTo>
                  <a:lnTo>
                    <a:pt x="108" y="114"/>
                  </a:lnTo>
                  <a:lnTo>
                    <a:pt x="108" y="132"/>
                  </a:lnTo>
                  <a:lnTo>
                    <a:pt x="96" y="144"/>
                  </a:lnTo>
                  <a:lnTo>
                    <a:pt x="102" y="162"/>
                  </a:lnTo>
                  <a:lnTo>
                    <a:pt x="120" y="162"/>
                  </a:lnTo>
                  <a:lnTo>
                    <a:pt x="138" y="168"/>
                  </a:lnTo>
                  <a:lnTo>
                    <a:pt x="144" y="168"/>
                  </a:lnTo>
                  <a:lnTo>
                    <a:pt x="156" y="174"/>
                  </a:lnTo>
                  <a:lnTo>
                    <a:pt x="156" y="198"/>
                  </a:lnTo>
                  <a:lnTo>
                    <a:pt x="162" y="198"/>
                  </a:lnTo>
                  <a:lnTo>
                    <a:pt x="168" y="192"/>
                  </a:lnTo>
                  <a:lnTo>
                    <a:pt x="180" y="192"/>
                  </a:lnTo>
                  <a:lnTo>
                    <a:pt x="192" y="186"/>
                  </a:lnTo>
                  <a:lnTo>
                    <a:pt x="198" y="186"/>
                  </a:lnTo>
                  <a:lnTo>
                    <a:pt x="204" y="192"/>
                  </a:lnTo>
                  <a:lnTo>
                    <a:pt x="204" y="198"/>
                  </a:lnTo>
                  <a:lnTo>
                    <a:pt x="234" y="198"/>
                  </a:lnTo>
                  <a:lnTo>
                    <a:pt x="234" y="180"/>
                  </a:lnTo>
                  <a:lnTo>
                    <a:pt x="246" y="192"/>
                  </a:lnTo>
                  <a:lnTo>
                    <a:pt x="252" y="180"/>
                  </a:lnTo>
                  <a:lnTo>
                    <a:pt x="258" y="174"/>
                  </a:lnTo>
                  <a:lnTo>
                    <a:pt x="270" y="168"/>
                  </a:lnTo>
                  <a:lnTo>
                    <a:pt x="288" y="168"/>
                  </a:lnTo>
                  <a:lnTo>
                    <a:pt x="288" y="174"/>
                  </a:lnTo>
                  <a:lnTo>
                    <a:pt x="282" y="180"/>
                  </a:lnTo>
                  <a:lnTo>
                    <a:pt x="294" y="180"/>
                  </a:lnTo>
                  <a:lnTo>
                    <a:pt x="294" y="174"/>
                  </a:lnTo>
                  <a:lnTo>
                    <a:pt x="288" y="168"/>
                  </a:lnTo>
                  <a:lnTo>
                    <a:pt x="288" y="156"/>
                  </a:lnTo>
                  <a:lnTo>
                    <a:pt x="282" y="150"/>
                  </a:lnTo>
                  <a:lnTo>
                    <a:pt x="282" y="144"/>
                  </a:lnTo>
                  <a:lnTo>
                    <a:pt x="294" y="144"/>
                  </a:lnTo>
                  <a:lnTo>
                    <a:pt x="294" y="138"/>
                  </a:lnTo>
                  <a:lnTo>
                    <a:pt x="288" y="126"/>
                  </a:lnTo>
                  <a:lnTo>
                    <a:pt x="288" y="120"/>
                  </a:lnTo>
                  <a:lnTo>
                    <a:pt x="294" y="114"/>
                  </a:lnTo>
                  <a:lnTo>
                    <a:pt x="312" y="114"/>
                  </a:lnTo>
                  <a:lnTo>
                    <a:pt x="306" y="96"/>
                  </a:lnTo>
                  <a:lnTo>
                    <a:pt x="312" y="96"/>
                  </a:lnTo>
                  <a:lnTo>
                    <a:pt x="318" y="102"/>
                  </a:lnTo>
                  <a:lnTo>
                    <a:pt x="336" y="102"/>
                  </a:lnTo>
                  <a:lnTo>
                    <a:pt x="342" y="96"/>
                  </a:lnTo>
                  <a:lnTo>
                    <a:pt x="324" y="78"/>
                  </a:lnTo>
                  <a:lnTo>
                    <a:pt x="324" y="72"/>
                  </a:lnTo>
                  <a:lnTo>
                    <a:pt x="330" y="66"/>
                  </a:lnTo>
                  <a:lnTo>
                    <a:pt x="330"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 name="Latvia" descr="© INSCALE GmbH, 05.05.2010&#10;http://www.presentationload.com/">
              <a:extLst>
                <a:ext uri="{FF2B5EF4-FFF2-40B4-BE49-F238E27FC236}">
                  <a16:creationId xmlns:a16="http://schemas.microsoft.com/office/drawing/2014/main" id="{3DE03E93-5EC1-7242-ADAD-DBCE874D1E04}"/>
                </a:ext>
              </a:extLst>
            </p:cNvPr>
            <p:cNvSpPr>
              <a:spLocks/>
            </p:cNvSpPr>
            <p:nvPr/>
          </p:nvSpPr>
          <p:spPr bwMode="gray">
            <a:xfrm>
              <a:off x="6294880" y="2193990"/>
              <a:ext cx="179157" cy="75607"/>
            </a:xfrm>
            <a:custGeom>
              <a:avLst/>
              <a:gdLst>
                <a:gd name="T0" fmla="*/ 2147483647 w 426"/>
                <a:gd name="T1" fmla="*/ 2147483647 h 180"/>
                <a:gd name="T2" fmla="*/ 2147483647 w 426"/>
                <a:gd name="T3" fmla="*/ 2147483647 h 180"/>
                <a:gd name="T4" fmla="*/ 2147483647 w 426"/>
                <a:gd name="T5" fmla="*/ 2147483647 h 180"/>
                <a:gd name="T6" fmla="*/ 2147483647 w 426"/>
                <a:gd name="T7" fmla="*/ 2147483647 h 180"/>
                <a:gd name="T8" fmla="*/ 2147483647 w 426"/>
                <a:gd name="T9" fmla="*/ 2147483647 h 180"/>
                <a:gd name="T10" fmla="*/ 2147483647 w 426"/>
                <a:gd name="T11" fmla="*/ 2147483647 h 180"/>
                <a:gd name="T12" fmla="*/ 2147483647 w 426"/>
                <a:gd name="T13" fmla="*/ 2147483647 h 180"/>
                <a:gd name="T14" fmla="*/ 2147483647 w 426"/>
                <a:gd name="T15" fmla="*/ 2147483647 h 180"/>
                <a:gd name="T16" fmla="*/ 2147483647 w 426"/>
                <a:gd name="T17" fmla="*/ 2147483647 h 180"/>
                <a:gd name="T18" fmla="*/ 2147483647 w 426"/>
                <a:gd name="T19" fmla="*/ 2147483647 h 180"/>
                <a:gd name="T20" fmla="*/ 2147483647 w 426"/>
                <a:gd name="T21" fmla="*/ 2147483647 h 180"/>
                <a:gd name="T22" fmla="*/ 2147483647 w 426"/>
                <a:gd name="T23" fmla="*/ 2147483647 h 180"/>
                <a:gd name="T24" fmla="*/ 2147483647 w 426"/>
                <a:gd name="T25" fmla="*/ 2147483647 h 180"/>
                <a:gd name="T26" fmla="*/ 2147483647 w 426"/>
                <a:gd name="T27" fmla="*/ 2147483647 h 180"/>
                <a:gd name="T28" fmla="*/ 2147483647 w 426"/>
                <a:gd name="T29" fmla="*/ 2147483647 h 180"/>
                <a:gd name="T30" fmla="*/ 2147483647 w 426"/>
                <a:gd name="T31" fmla="*/ 2147483647 h 180"/>
                <a:gd name="T32" fmla="*/ 2147483647 w 426"/>
                <a:gd name="T33" fmla="*/ 2147483647 h 180"/>
                <a:gd name="T34" fmla="*/ 2147483647 w 426"/>
                <a:gd name="T35" fmla="*/ 2147483647 h 180"/>
                <a:gd name="T36" fmla="*/ 2147483647 w 426"/>
                <a:gd name="T37" fmla="*/ 2147483647 h 180"/>
                <a:gd name="T38" fmla="*/ 2147483647 w 426"/>
                <a:gd name="T39" fmla="*/ 2147483647 h 180"/>
                <a:gd name="T40" fmla="*/ 2147483647 w 426"/>
                <a:gd name="T41" fmla="*/ 2147483647 h 180"/>
                <a:gd name="T42" fmla="*/ 2147483647 w 426"/>
                <a:gd name="T43" fmla="*/ 2147483647 h 180"/>
                <a:gd name="T44" fmla="*/ 2147483647 w 426"/>
                <a:gd name="T45" fmla="*/ 2147483647 h 180"/>
                <a:gd name="T46" fmla="*/ 2147483647 w 426"/>
                <a:gd name="T47" fmla="*/ 2147483647 h 180"/>
                <a:gd name="T48" fmla="*/ 2147483647 w 426"/>
                <a:gd name="T49" fmla="*/ 2147483647 h 180"/>
                <a:gd name="T50" fmla="*/ 2147483647 w 426"/>
                <a:gd name="T51" fmla="*/ 2147483647 h 180"/>
                <a:gd name="T52" fmla="*/ 2147483647 w 426"/>
                <a:gd name="T53" fmla="*/ 2147483647 h 180"/>
                <a:gd name="T54" fmla="*/ 2147483647 w 426"/>
                <a:gd name="T55" fmla="*/ 2147483647 h 180"/>
                <a:gd name="T56" fmla="*/ 2147483647 w 426"/>
                <a:gd name="T57" fmla="*/ 2147483647 h 180"/>
                <a:gd name="T58" fmla="*/ 2147483647 w 426"/>
                <a:gd name="T59" fmla="*/ 2147483647 h 180"/>
                <a:gd name="T60" fmla="*/ 2147483647 w 426"/>
                <a:gd name="T61" fmla="*/ 0 h 180"/>
                <a:gd name="T62" fmla="*/ 2147483647 w 426"/>
                <a:gd name="T63" fmla="*/ 2147483647 h 180"/>
                <a:gd name="T64" fmla="*/ 2147483647 w 426"/>
                <a:gd name="T65" fmla="*/ 2147483647 h 180"/>
                <a:gd name="T66" fmla="*/ 2147483647 w 426"/>
                <a:gd name="T67" fmla="*/ 2147483647 h 180"/>
                <a:gd name="T68" fmla="*/ 2147483647 w 426"/>
                <a:gd name="T69" fmla="*/ 2147483647 h 180"/>
                <a:gd name="T70" fmla="*/ 2147483647 w 426"/>
                <a:gd name="T71" fmla="*/ 2147483647 h 180"/>
                <a:gd name="T72" fmla="*/ 2147483647 w 426"/>
                <a:gd name="T73" fmla="*/ 2147483647 h 180"/>
                <a:gd name="T74" fmla="*/ 2147483647 w 426"/>
                <a:gd name="T75" fmla="*/ 2147483647 h 180"/>
                <a:gd name="T76" fmla="*/ 2147483647 w 426"/>
                <a:gd name="T77" fmla="*/ 2147483647 h 180"/>
                <a:gd name="T78" fmla="*/ 2147483647 w 426"/>
                <a:gd name="T79" fmla="*/ 2147483647 h 180"/>
                <a:gd name="T80" fmla="*/ 2147483647 w 426"/>
                <a:gd name="T81" fmla="*/ 2147483647 h 180"/>
                <a:gd name="T82" fmla="*/ 2147483647 w 426"/>
                <a:gd name="T83" fmla="*/ 2147483647 h 180"/>
                <a:gd name="T84" fmla="*/ 0 w 426"/>
                <a:gd name="T85" fmla="*/ 2147483647 h 180"/>
                <a:gd name="T86" fmla="*/ 2147483647 w 426"/>
                <a:gd name="T87" fmla="*/ 2147483647 h 1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26"/>
                <a:gd name="T133" fmla="*/ 0 h 180"/>
                <a:gd name="T134" fmla="*/ 426 w 426"/>
                <a:gd name="T135" fmla="*/ 180 h 1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26" h="180">
                  <a:moveTo>
                    <a:pt x="6" y="144"/>
                  </a:moveTo>
                  <a:lnTo>
                    <a:pt x="6" y="138"/>
                  </a:lnTo>
                  <a:lnTo>
                    <a:pt x="12" y="138"/>
                  </a:lnTo>
                  <a:lnTo>
                    <a:pt x="24" y="132"/>
                  </a:lnTo>
                  <a:lnTo>
                    <a:pt x="66" y="132"/>
                  </a:lnTo>
                  <a:lnTo>
                    <a:pt x="78" y="120"/>
                  </a:lnTo>
                  <a:lnTo>
                    <a:pt x="96" y="120"/>
                  </a:lnTo>
                  <a:lnTo>
                    <a:pt x="102" y="126"/>
                  </a:lnTo>
                  <a:lnTo>
                    <a:pt x="108" y="126"/>
                  </a:lnTo>
                  <a:lnTo>
                    <a:pt x="114" y="132"/>
                  </a:lnTo>
                  <a:lnTo>
                    <a:pt x="120" y="132"/>
                  </a:lnTo>
                  <a:lnTo>
                    <a:pt x="126" y="126"/>
                  </a:lnTo>
                  <a:lnTo>
                    <a:pt x="132" y="126"/>
                  </a:lnTo>
                  <a:lnTo>
                    <a:pt x="144" y="132"/>
                  </a:lnTo>
                  <a:lnTo>
                    <a:pt x="150" y="132"/>
                  </a:lnTo>
                  <a:lnTo>
                    <a:pt x="156" y="138"/>
                  </a:lnTo>
                  <a:lnTo>
                    <a:pt x="162" y="138"/>
                  </a:lnTo>
                  <a:lnTo>
                    <a:pt x="168" y="132"/>
                  </a:lnTo>
                  <a:lnTo>
                    <a:pt x="180" y="132"/>
                  </a:lnTo>
                  <a:lnTo>
                    <a:pt x="186" y="138"/>
                  </a:lnTo>
                  <a:lnTo>
                    <a:pt x="204" y="138"/>
                  </a:lnTo>
                  <a:lnTo>
                    <a:pt x="216" y="126"/>
                  </a:lnTo>
                  <a:lnTo>
                    <a:pt x="228" y="126"/>
                  </a:lnTo>
                  <a:lnTo>
                    <a:pt x="234" y="132"/>
                  </a:lnTo>
                  <a:lnTo>
                    <a:pt x="240" y="144"/>
                  </a:lnTo>
                  <a:lnTo>
                    <a:pt x="270" y="144"/>
                  </a:lnTo>
                  <a:lnTo>
                    <a:pt x="282" y="150"/>
                  </a:lnTo>
                  <a:lnTo>
                    <a:pt x="288" y="150"/>
                  </a:lnTo>
                  <a:lnTo>
                    <a:pt x="300" y="162"/>
                  </a:lnTo>
                  <a:lnTo>
                    <a:pt x="318" y="174"/>
                  </a:lnTo>
                  <a:lnTo>
                    <a:pt x="336" y="180"/>
                  </a:lnTo>
                  <a:lnTo>
                    <a:pt x="360" y="168"/>
                  </a:lnTo>
                  <a:lnTo>
                    <a:pt x="378" y="168"/>
                  </a:lnTo>
                  <a:lnTo>
                    <a:pt x="384" y="174"/>
                  </a:lnTo>
                  <a:lnTo>
                    <a:pt x="390" y="168"/>
                  </a:lnTo>
                  <a:lnTo>
                    <a:pt x="396" y="168"/>
                  </a:lnTo>
                  <a:lnTo>
                    <a:pt x="402" y="162"/>
                  </a:lnTo>
                  <a:lnTo>
                    <a:pt x="408" y="150"/>
                  </a:lnTo>
                  <a:lnTo>
                    <a:pt x="414" y="144"/>
                  </a:lnTo>
                  <a:lnTo>
                    <a:pt x="420" y="150"/>
                  </a:lnTo>
                  <a:lnTo>
                    <a:pt x="426" y="150"/>
                  </a:lnTo>
                  <a:lnTo>
                    <a:pt x="426" y="126"/>
                  </a:lnTo>
                  <a:lnTo>
                    <a:pt x="414" y="114"/>
                  </a:lnTo>
                  <a:lnTo>
                    <a:pt x="408" y="102"/>
                  </a:lnTo>
                  <a:lnTo>
                    <a:pt x="402" y="96"/>
                  </a:lnTo>
                  <a:lnTo>
                    <a:pt x="378" y="90"/>
                  </a:lnTo>
                  <a:lnTo>
                    <a:pt x="384" y="72"/>
                  </a:lnTo>
                  <a:lnTo>
                    <a:pt x="402" y="72"/>
                  </a:lnTo>
                  <a:lnTo>
                    <a:pt x="402" y="66"/>
                  </a:lnTo>
                  <a:lnTo>
                    <a:pt x="396" y="60"/>
                  </a:lnTo>
                  <a:lnTo>
                    <a:pt x="384" y="54"/>
                  </a:lnTo>
                  <a:lnTo>
                    <a:pt x="372" y="42"/>
                  </a:lnTo>
                  <a:lnTo>
                    <a:pt x="354" y="42"/>
                  </a:lnTo>
                  <a:lnTo>
                    <a:pt x="348" y="36"/>
                  </a:lnTo>
                  <a:lnTo>
                    <a:pt x="330" y="36"/>
                  </a:lnTo>
                  <a:lnTo>
                    <a:pt x="324" y="42"/>
                  </a:lnTo>
                  <a:lnTo>
                    <a:pt x="306" y="42"/>
                  </a:lnTo>
                  <a:lnTo>
                    <a:pt x="288" y="24"/>
                  </a:lnTo>
                  <a:lnTo>
                    <a:pt x="276" y="18"/>
                  </a:lnTo>
                  <a:lnTo>
                    <a:pt x="270" y="12"/>
                  </a:lnTo>
                  <a:lnTo>
                    <a:pt x="246" y="0"/>
                  </a:lnTo>
                  <a:lnTo>
                    <a:pt x="216" y="0"/>
                  </a:lnTo>
                  <a:lnTo>
                    <a:pt x="186" y="12"/>
                  </a:lnTo>
                  <a:lnTo>
                    <a:pt x="174" y="12"/>
                  </a:lnTo>
                  <a:lnTo>
                    <a:pt x="180" y="24"/>
                  </a:lnTo>
                  <a:lnTo>
                    <a:pt x="180" y="30"/>
                  </a:lnTo>
                  <a:lnTo>
                    <a:pt x="186" y="42"/>
                  </a:lnTo>
                  <a:lnTo>
                    <a:pt x="186" y="60"/>
                  </a:lnTo>
                  <a:lnTo>
                    <a:pt x="192" y="66"/>
                  </a:lnTo>
                  <a:lnTo>
                    <a:pt x="186" y="78"/>
                  </a:lnTo>
                  <a:lnTo>
                    <a:pt x="156" y="78"/>
                  </a:lnTo>
                  <a:lnTo>
                    <a:pt x="138" y="72"/>
                  </a:lnTo>
                  <a:lnTo>
                    <a:pt x="126" y="72"/>
                  </a:lnTo>
                  <a:lnTo>
                    <a:pt x="114" y="54"/>
                  </a:lnTo>
                  <a:lnTo>
                    <a:pt x="84" y="24"/>
                  </a:lnTo>
                  <a:lnTo>
                    <a:pt x="72" y="24"/>
                  </a:lnTo>
                  <a:lnTo>
                    <a:pt x="60" y="30"/>
                  </a:lnTo>
                  <a:lnTo>
                    <a:pt x="48" y="30"/>
                  </a:lnTo>
                  <a:lnTo>
                    <a:pt x="36" y="36"/>
                  </a:lnTo>
                  <a:lnTo>
                    <a:pt x="30" y="42"/>
                  </a:lnTo>
                  <a:lnTo>
                    <a:pt x="24" y="54"/>
                  </a:lnTo>
                  <a:lnTo>
                    <a:pt x="24" y="66"/>
                  </a:lnTo>
                  <a:lnTo>
                    <a:pt x="18" y="78"/>
                  </a:lnTo>
                  <a:lnTo>
                    <a:pt x="6" y="84"/>
                  </a:lnTo>
                  <a:lnTo>
                    <a:pt x="0" y="96"/>
                  </a:lnTo>
                  <a:lnTo>
                    <a:pt x="0" y="120"/>
                  </a:lnTo>
                  <a:lnTo>
                    <a:pt x="6" y="132"/>
                  </a:lnTo>
                  <a:lnTo>
                    <a:pt x="6" y="150"/>
                  </a:lnTo>
                  <a:lnTo>
                    <a:pt x="6" y="14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 name="Italy" descr="© INSCALE GmbH, 05.05.2010&#10;http://www.presentationload.com/">
              <a:extLst>
                <a:ext uri="{FF2B5EF4-FFF2-40B4-BE49-F238E27FC236}">
                  <a16:creationId xmlns:a16="http://schemas.microsoft.com/office/drawing/2014/main" id="{7BB1CBDB-EEA1-4A48-9E9E-1083AF65FABF}"/>
                </a:ext>
              </a:extLst>
            </p:cNvPr>
            <p:cNvSpPr>
              <a:spLocks noEditPoints="1"/>
            </p:cNvSpPr>
            <p:nvPr/>
          </p:nvSpPr>
          <p:spPr bwMode="gray">
            <a:xfrm>
              <a:off x="5929993" y="2549016"/>
              <a:ext cx="327085" cy="348450"/>
            </a:xfrm>
            <a:custGeom>
              <a:avLst/>
              <a:gdLst>
                <a:gd name="T0" fmla="*/ 2147483647 w 780"/>
                <a:gd name="T1" fmla="*/ 2147483647 h 828"/>
                <a:gd name="T2" fmla="*/ 2147483647 w 780"/>
                <a:gd name="T3" fmla="*/ 2147483647 h 828"/>
                <a:gd name="T4" fmla="*/ 2147483647 w 780"/>
                <a:gd name="T5" fmla="*/ 2147483647 h 828"/>
                <a:gd name="T6" fmla="*/ 2147483647 w 780"/>
                <a:gd name="T7" fmla="*/ 2147483647 h 828"/>
                <a:gd name="T8" fmla="*/ 2147483647 w 780"/>
                <a:gd name="T9" fmla="*/ 2147483647 h 828"/>
                <a:gd name="T10" fmla="*/ 2147483647 w 780"/>
                <a:gd name="T11" fmla="*/ 2147483647 h 828"/>
                <a:gd name="T12" fmla="*/ 2147483647 w 780"/>
                <a:gd name="T13" fmla="*/ 2147483647 h 828"/>
                <a:gd name="T14" fmla="*/ 2147483647 w 780"/>
                <a:gd name="T15" fmla="*/ 2147483647 h 828"/>
                <a:gd name="T16" fmla="*/ 2147483647 w 780"/>
                <a:gd name="T17" fmla="*/ 2147483647 h 828"/>
                <a:gd name="T18" fmla="*/ 2147483647 w 780"/>
                <a:gd name="T19" fmla="*/ 2147483647 h 828"/>
                <a:gd name="T20" fmla="*/ 2147483647 w 780"/>
                <a:gd name="T21" fmla="*/ 2147483647 h 828"/>
                <a:gd name="T22" fmla="*/ 2147483647 w 780"/>
                <a:gd name="T23" fmla="*/ 2147483647 h 828"/>
                <a:gd name="T24" fmla="*/ 2147483647 w 780"/>
                <a:gd name="T25" fmla="*/ 2147483647 h 828"/>
                <a:gd name="T26" fmla="*/ 2147483647 w 780"/>
                <a:gd name="T27" fmla="*/ 2147483647 h 828"/>
                <a:gd name="T28" fmla="*/ 2147483647 w 780"/>
                <a:gd name="T29" fmla="*/ 2147483647 h 828"/>
                <a:gd name="T30" fmla="*/ 2147483647 w 780"/>
                <a:gd name="T31" fmla="*/ 2147483647 h 828"/>
                <a:gd name="T32" fmla="*/ 2147483647 w 780"/>
                <a:gd name="T33" fmla="*/ 2147483647 h 828"/>
                <a:gd name="T34" fmla="*/ 2147483647 w 780"/>
                <a:gd name="T35" fmla="*/ 2147483647 h 828"/>
                <a:gd name="T36" fmla="*/ 2147483647 w 780"/>
                <a:gd name="T37" fmla="*/ 2147483647 h 828"/>
                <a:gd name="T38" fmla="*/ 2147483647 w 780"/>
                <a:gd name="T39" fmla="*/ 2147483647 h 828"/>
                <a:gd name="T40" fmla="*/ 2147483647 w 780"/>
                <a:gd name="T41" fmla="*/ 2147483647 h 828"/>
                <a:gd name="T42" fmla="*/ 2147483647 w 780"/>
                <a:gd name="T43" fmla="*/ 2147483647 h 828"/>
                <a:gd name="T44" fmla="*/ 2147483647 w 780"/>
                <a:gd name="T45" fmla="*/ 2147483647 h 828"/>
                <a:gd name="T46" fmla="*/ 2147483647 w 780"/>
                <a:gd name="T47" fmla="*/ 2147483647 h 828"/>
                <a:gd name="T48" fmla="*/ 2147483647 w 780"/>
                <a:gd name="T49" fmla="*/ 2147483647 h 828"/>
                <a:gd name="T50" fmla="*/ 2147483647 w 780"/>
                <a:gd name="T51" fmla="*/ 2147483647 h 828"/>
                <a:gd name="T52" fmla="*/ 2147483647 w 780"/>
                <a:gd name="T53" fmla="*/ 2147483647 h 828"/>
                <a:gd name="T54" fmla="*/ 2147483647 w 780"/>
                <a:gd name="T55" fmla="*/ 2147483647 h 828"/>
                <a:gd name="T56" fmla="*/ 2147483647 w 780"/>
                <a:gd name="T57" fmla="*/ 2147483647 h 828"/>
                <a:gd name="T58" fmla="*/ 2147483647 w 780"/>
                <a:gd name="T59" fmla="*/ 2147483647 h 828"/>
                <a:gd name="T60" fmla="*/ 2147483647 w 780"/>
                <a:gd name="T61" fmla="*/ 2147483647 h 828"/>
                <a:gd name="T62" fmla="*/ 2147483647 w 780"/>
                <a:gd name="T63" fmla="*/ 2147483647 h 828"/>
                <a:gd name="T64" fmla="*/ 2147483647 w 780"/>
                <a:gd name="T65" fmla="*/ 2147483647 h 828"/>
                <a:gd name="T66" fmla="*/ 2147483647 w 780"/>
                <a:gd name="T67" fmla="*/ 2147483647 h 828"/>
                <a:gd name="T68" fmla="*/ 2147483647 w 780"/>
                <a:gd name="T69" fmla="*/ 2147483647 h 828"/>
                <a:gd name="T70" fmla="*/ 2147483647 w 780"/>
                <a:gd name="T71" fmla="*/ 2147483647 h 828"/>
                <a:gd name="T72" fmla="*/ 2147483647 w 780"/>
                <a:gd name="T73" fmla="*/ 2147483647 h 828"/>
                <a:gd name="T74" fmla="*/ 2147483647 w 780"/>
                <a:gd name="T75" fmla="*/ 2147483647 h 828"/>
                <a:gd name="T76" fmla="*/ 2147483647 w 780"/>
                <a:gd name="T77" fmla="*/ 2147483647 h 828"/>
                <a:gd name="T78" fmla="*/ 2147483647 w 780"/>
                <a:gd name="T79" fmla="*/ 2147483647 h 828"/>
                <a:gd name="T80" fmla="*/ 2147483647 w 780"/>
                <a:gd name="T81" fmla="*/ 2147483647 h 828"/>
                <a:gd name="T82" fmla="*/ 2147483647 w 780"/>
                <a:gd name="T83" fmla="*/ 2147483647 h 828"/>
                <a:gd name="T84" fmla="*/ 2147483647 w 780"/>
                <a:gd name="T85" fmla="*/ 2147483647 h 828"/>
                <a:gd name="T86" fmla="*/ 2147483647 w 780"/>
                <a:gd name="T87" fmla="*/ 2147483647 h 828"/>
                <a:gd name="T88" fmla="*/ 2147483647 w 780"/>
                <a:gd name="T89" fmla="*/ 2147483647 h 828"/>
                <a:gd name="T90" fmla="*/ 2147483647 w 780"/>
                <a:gd name="T91" fmla="*/ 2147483647 h 828"/>
                <a:gd name="T92" fmla="*/ 2147483647 w 780"/>
                <a:gd name="T93" fmla="*/ 2147483647 h 828"/>
                <a:gd name="T94" fmla="*/ 2147483647 w 780"/>
                <a:gd name="T95" fmla="*/ 2147483647 h 828"/>
                <a:gd name="T96" fmla="*/ 2147483647 w 780"/>
                <a:gd name="T97" fmla="*/ 2147483647 h 828"/>
                <a:gd name="T98" fmla="*/ 2147483647 w 780"/>
                <a:gd name="T99" fmla="*/ 2147483647 h 828"/>
                <a:gd name="T100" fmla="*/ 2147483647 w 780"/>
                <a:gd name="T101" fmla="*/ 2147483647 h 828"/>
                <a:gd name="T102" fmla="*/ 2147483647 w 780"/>
                <a:gd name="T103" fmla="*/ 2147483647 h 828"/>
                <a:gd name="T104" fmla="*/ 2147483647 w 780"/>
                <a:gd name="T105" fmla="*/ 2147483647 h 828"/>
                <a:gd name="T106" fmla="*/ 2147483647 w 780"/>
                <a:gd name="T107" fmla="*/ 2147483647 h 828"/>
                <a:gd name="T108" fmla="*/ 2147483647 w 780"/>
                <a:gd name="T109" fmla="*/ 2147483647 h 828"/>
                <a:gd name="T110" fmla="*/ 2147483647 w 780"/>
                <a:gd name="T111" fmla="*/ 2147483647 h 828"/>
                <a:gd name="T112" fmla="*/ 2147483647 w 780"/>
                <a:gd name="T113" fmla="*/ 2147483647 h 8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0"/>
                <a:gd name="T172" fmla="*/ 0 h 828"/>
                <a:gd name="T173" fmla="*/ 780 w 780"/>
                <a:gd name="T174" fmla="*/ 828 h 82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0" h="828">
                  <a:moveTo>
                    <a:pt x="570" y="720"/>
                  </a:moveTo>
                  <a:lnTo>
                    <a:pt x="558" y="714"/>
                  </a:lnTo>
                  <a:lnTo>
                    <a:pt x="552" y="708"/>
                  </a:lnTo>
                  <a:lnTo>
                    <a:pt x="540" y="708"/>
                  </a:lnTo>
                  <a:lnTo>
                    <a:pt x="534" y="714"/>
                  </a:lnTo>
                  <a:lnTo>
                    <a:pt x="522" y="720"/>
                  </a:lnTo>
                  <a:lnTo>
                    <a:pt x="516" y="726"/>
                  </a:lnTo>
                  <a:lnTo>
                    <a:pt x="468" y="726"/>
                  </a:lnTo>
                  <a:lnTo>
                    <a:pt x="456" y="720"/>
                  </a:lnTo>
                  <a:lnTo>
                    <a:pt x="444" y="708"/>
                  </a:lnTo>
                  <a:lnTo>
                    <a:pt x="438" y="708"/>
                  </a:lnTo>
                  <a:lnTo>
                    <a:pt x="420" y="726"/>
                  </a:lnTo>
                  <a:lnTo>
                    <a:pt x="402" y="714"/>
                  </a:lnTo>
                  <a:lnTo>
                    <a:pt x="396" y="714"/>
                  </a:lnTo>
                  <a:lnTo>
                    <a:pt x="384" y="726"/>
                  </a:lnTo>
                  <a:lnTo>
                    <a:pt x="384" y="738"/>
                  </a:lnTo>
                  <a:lnTo>
                    <a:pt x="396" y="750"/>
                  </a:lnTo>
                  <a:lnTo>
                    <a:pt x="420" y="762"/>
                  </a:lnTo>
                  <a:lnTo>
                    <a:pt x="426" y="762"/>
                  </a:lnTo>
                  <a:lnTo>
                    <a:pt x="444" y="780"/>
                  </a:lnTo>
                  <a:lnTo>
                    <a:pt x="444" y="786"/>
                  </a:lnTo>
                  <a:lnTo>
                    <a:pt x="456" y="786"/>
                  </a:lnTo>
                  <a:lnTo>
                    <a:pt x="468" y="798"/>
                  </a:lnTo>
                  <a:lnTo>
                    <a:pt x="480" y="804"/>
                  </a:lnTo>
                  <a:lnTo>
                    <a:pt x="498" y="798"/>
                  </a:lnTo>
                  <a:lnTo>
                    <a:pt x="504" y="804"/>
                  </a:lnTo>
                  <a:lnTo>
                    <a:pt x="516" y="810"/>
                  </a:lnTo>
                  <a:lnTo>
                    <a:pt x="522" y="822"/>
                  </a:lnTo>
                  <a:lnTo>
                    <a:pt x="534" y="828"/>
                  </a:lnTo>
                  <a:lnTo>
                    <a:pt x="558" y="828"/>
                  </a:lnTo>
                  <a:lnTo>
                    <a:pt x="570" y="816"/>
                  </a:lnTo>
                  <a:lnTo>
                    <a:pt x="570" y="792"/>
                  </a:lnTo>
                  <a:lnTo>
                    <a:pt x="564" y="780"/>
                  </a:lnTo>
                  <a:lnTo>
                    <a:pt x="564" y="768"/>
                  </a:lnTo>
                  <a:lnTo>
                    <a:pt x="570" y="750"/>
                  </a:lnTo>
                  <a:lnTo>
                    <a:pt x="576" y="738"/>
                  </a:lnTo>
                  <a:lnTo>
                    <a:pt x="582" y="732"/>
                  </a:lnTo>
                  <a:lnTo>
                    <a:pt x="582" y="714"/>
                  </a:lnTo>
                  <a:lnTo>
                    <a:pt x="576" y="702"/>
                  </a:lnTo>
                  <a:lnTo>
                    <a:pt x="570" y="720"/>
                  </a:lnTo>
                  <a:close/>
                  <a:moveTo>
                    <a:pt x="180" y="468"/>
                  </a:moveTo>
                  <a:lnTo>
                    <a:pt x="156" y="480"/>
                  </a:lnTo>
                  <a:lnTo>
                    <a:pt x="150" y="486"/>
                  </a:lnTo>
                  <a:lnTo>
                    <a:pt x="138" y="492"/>
                  </a:lnTo>
                  <a:lnTo>
                    <a:pt x="132" y="498"/>
                  </a:lnTo>
                  <a:lnTo>
                    <a:pt x="126" y="498"/>
                  </a:lnTo>
                  <a:lnTo>
                    <a:pt x="114" y="492"/>
                  </a:lnTo>
                  <a:lnTo>
                    <a:pt x="102" y="480"/>
                  </a:lnTo>
                  <a:lnTo>
                    <a:pt x="96" y="498"/>
                  </a:lnTo>
                  <a:lnTo>
                    <a:pt x="102" y="504"/>
                  </a:lnTo>
                  <a:lnTo>
                    <a:pt x="114" y="510"/>
                  </a:lnTo>
                  <a:lnTo>
                    <a:pt x="120" y="522"/>
                  </a:lnTo>
                  <a:lnTo>
                    <a:pt x="120" y="540"/>
                  </a:lnTo>
                  <a:lnTo>
                    <a:pt x="114" y="558"/>
                  </a:lnTo>
                  <a:lnTo>
                    <a:pt x="114" y="570"/>
                  </a:lnTo>
                  <a:lnTo>
                    <a:pt x="126" y="582"/>
                  </a:lnTo>
                  <a:lnTo>
                    <a:pt x="114" y="588"/>
                  </a:lnTo>
                  <a:lnTo>
                    <a:pt x="120" y="636"/>
                  </a:lnTo>
                  <a:lnTo>
                    <a:pt x="108" y="636"/>
                  </a:lnTo>
                  <a:lnTo>
                    <a:pt x="126" y="654"/>
                  </a:lnTo>
                  <a:lnTo>
                    <a:pt x="138" y="654"/>
                  </a:lnTo>
                  <a:lnTo>
                    <a:pt x="144" y="642"/>
                  </a:lnTo>
                  <a:lnTo>
                    <a:pt x="156" y="630"/>
                  </a:lnTo>
                  <a:lnTo>
                    <a:pt x="156" y="618"/>
                  </a:lnTo>
                  <a:lnTo>
                    <a:pt x="168" y="630"/>
                  </a:lnTo>
                  <a:lnTo>
                    <a:pt x="180" y="636"/>
                  </a:lnTo>
                  <a:lnTo>
                    <a:pt x="186" y="636"/>
                  </a:lnTo>
                  <a:lnTo>
                    <a:pt x="192" y="630"/>
                  </a:lnTo>
                  <a:lnTo>
                    <a:pt x="198" y="618"/>
                  </a:lnTo>
                  <a:lnTo>
                    <a:pt x="198" y="594"/>
                  </a:lnTo>
                  <a:lnTo>
                    <a:pt x="204" y="582"/>
                  </a:lnTo>
                  <a:lnTo>
                    <a:pt x="204" y="558"/>
                  </a:lnTo>
                  <a:lnTo>
                    <a:pt x="198" y="552"/>
                  </a:lnTo>
                  <a:lnTo>
                    <a:pt x="192" y="552"/>
                  </a:lnTo>
                  <a:lnTo>
                    <a:pt x="192" y="546"/>
                  </a:lnTo>
                  <a:lnTo>
                    <a:pt x="198" y="540"/>
                  </a:lnTo>
                  <a:lnTo>
                    <a:pt x="204" y="540"/>
                  </a:lnTo>
                  <a:lnTo>
                    <a:pt x="210" y="534"/>
                  </a:lnTo>
                  <a:lnTo>
                    <a:pt x="210" y="522"/>
                  </a:lnTo>
                  <a:lnTo>
                    <a:pt x="204" y="510"/>
                  </a:lnTo>
                  <a:lnTo>
                    <a:pt x="204" y="492"/>
                  </a:lnTo>
                  <a:lnTo>
                    <a:pt x="198" y="480"/>
                  </a:lnTo>
                  <a:lnTo>
                    <a:pt x="186" y="474"/>
                  </a:lnTo>
                  <a:lnTo>
                    <a:pt x="180" y="468"/>
                  </a:lnTo>
                  <a:close/>
                  <a:moveTo>
                    <a:pt x="774" y="546"/>
                  </a:moveTo>
                  <a:lnTo>
                    <a:pt x="768" y="534"/>
                  </a:lnTo>
                  <a:lnTo>
                    <a:pt x="756" y="528"/>
                  </a:lnTo>
                  <a:lnTo>
                    <a:pt x="738" y="510"/>
                  </a:lnTo>
                  <a:lnTo>
                    <a:pt x="678" y="480"/>
                  </a:lnTo>
                  <a:lnTo>
                    <a:pt x="672" y="480"/>
                  </a:lnTo>
                  <a:lnTo>
                    <a:pt x="660" y="474"/>
                  </a:lnTo>
                  <a:lnTo>
                    <a:pt x="648" y="474"/>
                  </a:lnTo>
                  <a:lnTo>
                    <a:pt x="630" y="468"/>
                  </a:lnTo>
                  <a:lnTo>
                    <a:pt x="606" y="456"/>
                  </a:lnTo>
                  <a:lnTo>
                    <a:pt x="606" y="450"/>
                  </a:lnTo>
                  <a:lnTo>
                    <a:pt x="612" y="438"/>
                  </a:lnTo>
                  <a:lnTo>
                    <a:pt x="624" y="426"/>
                  </a:lnTo>
                  <a:lnTo>
                    <a:pt x="624" y="420"/>
                  </a:lnTo>
                  <a:lnTo>
                    <a:pt x="618" y="414"/>
                  </a:lnTo>
                  <a:lnTo>
                    <a:pt x="612" y="414"/>
                  </a:lnTo>
                  <a:lnTo>
                    <a:pt x="594" y="408"/>
                  </a:lnTo>
                  <a:lnTo>
                    <a:pt x="552" y="408"/>
                  </a:lnTo>
                  <a:lnTo>
                    <a:pt x="540" y="402"/>
                  </a:lnTo>
                  <a:lnTo>
                    <a:pt x="534" y="396"/>
                  </a:lnTo>
                  <a:lnTo>
                    <a:pt x="516" y="384"/>
                  </a:lnTo>
                  <a:lnTo>
                    <a:pt x="492" y="360"/>
                  </a:lnTo>
                  <a:lnTo>
                    <a:pt x="480" y="342"/>
                  </a:lnTo>
                  <a:lnTo>
                    <a:pt x="474" y="336"/>
                  </a:lnTo>
                  <a:lnTo>
                    <a:pt x="468" y="324"/>
                  </a:lnTo>
                  <a:lnTo>
                    <a:pt x="468" y="312"/>
                  </a:lnTo>
                  <a:lnTo>
                    <a:pt x="450" y="276"/>
                  </a:lnTo>
                  <a:lnTo>
                    <a:pt x="438" y="270"/>
                  </a:lnTo>
                  <a:lnTo>
                    <a:pt x="432" y="264"/>
                  </a:lnTo>
                  <a:lnTo>
                    <a:pt x="420" y="258"/>
                  </a:lnTo>
                  <a:lnTo>
                    <a:pt x="414" y="252"/>
                  </a:lnTo>
                  <a:lnTo>
                    <a:pt x="378" y="222"/>
                  </a:lnTo>
                  <a:lnTo>
                    <a:pt x="372" y="210"/>
                  </a:lnTo>
                  <a:lnTo>
                    <a:pt x="360" y="198"/>
                  </a:lnTo>
                  <a:lnTo>
                    <a:pt x="360" y="186"/>
                  </a:lnTo>
                  <a:lnTo>
                    <a:pt x="366" y="180"/>
                  </a:lnTo>
                  <a:lnTo>
                    <a:pt x="384" y="180"/>
                  </a:lnTo>
                  <a:lnTo>
                    <a:pt x="384" y="174"/>
                  </a:lnTo>
                  <a:lnTo>
                    <a:pt x="372" y="162"/>
                  </a:lnTo>
                  <a:lnTo>
                    <a:pt x="366" y="150"/>
                  </a:lnTo>
                  <a:lnTo>
                    <a:pt x="366" y="138"/>
                  </a:lnTo>
                  <a:lnTo>
                    <a:pt x="402" y="120"/>
                  </a:lnTo>
                  <a:lnTo>
                    <a:pt x="408" y="114"/>
                  </a:lnTo>
                  <a:lnTo>
                    <a:pt x="414" y="114"/>
                  </a:lnTo>
                  <a:lnTo>
                    <a:pt x="438" y="108"/>
                  </a:lnTo>
                  <a:lnTo>
                    <a:pt x="444" y="72"/>
                  </a:lnTo>
                  <a:lnTo>
                    <a:pt x="432" y="66"/>
                  </a:lnTo>
                  <a:lnTo>
                    <a:pt x="438" y="60"/>
                  </a:lnTo>
                  <a:lnTo>
                    <a:pt x="438" y="42"/>
                  </a:lnTo>
                  <a:lnTo>
                    <a:pt x="384" y="42"/>
                  </a:lnTo>
                  <a:lnTo>
                    <a:pt x="378" y="24"/>
                  </a:lnTo>
                  <a:lnTo>
                    <a:pt x="366" y="24"/>
                  </a:lnTo>
                  <a:lnTo>
                    <a:pt x="366" y="6"/>
                  </a:lnTo>
                  <a:lnTo>
                    <a:pt x="360" y="0"/>
                  </a:lnTo>
                  <a:lnTo>
                    <a:pt x="342" y="0"/>
                  </a:lnTo>
                  <a:lnTo>
                    <a:pt x="336" y="6"/>
                  </a:lnTo>
                  <a:lnTo>
                    <a:pt x="336" y="12"/>
                  </a:lnTo>
                  <a:lnTo>
                    <a:pt x="294" y="12"/>
                  </a:lnTo>
                  <a:lnTo>
                    <a:pt x="282" y="30"/>
                  </a:lnTo>
                  <a:lnTo>
                    <a:pt x="270" y="24"/>
                  </a:lnTo>
                  <a:lnTo>
                    <a:pt x="252" y="24"/>
                  </a:lnTo>
                  <a:lnTo>
                    <a:pt x="246" y="42"/>
                  </a:lnTo>
                  <a:lnTo>
                    <a:pt x="222" y="42"/>
                  </a:lnTo>
                  <a:lnTo>
                    <a:pt x="222" y="48"/>
                  </a:lnTo>
                  <a:lnTo>
                    <a:pt x="234" y="60"/>
                  </a:lnTo>
                  <a:lnTo>
                    <a:pt x="228" y="72"/>
                  </a:lnTo>
                  <a:lnTo>
                    <a:pt x="210" y="60"/>
                  </a:lnTo>
                  <a:lnTo>
                    <a:pt x="192" y="66"/>
                  </a:lnTo>
                  <a:lnTo>
                    <a:pt x="180" y="48"/>
                  </a:lnTo>
                  <a:lnTo>
                    <a:pt x="174" y="72"/>
                  </a:lnTo>
                  <a:lnTo>
                    <a:pt x="162" y="84"/>
                  </a:lnTo>
                  <a:lnTo>
                    <a:pt x="162" y="102"/>
                  </a:lnTo>
                  <a:lnTo>
                    <a:pt x="138" y="78"/>
                  </a:lnTo>
                  <a:lnTo>
                    <a:pt x="132" y="78"/>
                  </a:lnTo>
                  <a:lnTo>
                    <a:pt x="132" y="72"/>
                  </a:lnTo>
                  <a:lnTo>
                    <a:pt x="126" y="66"/>
                  </a:lnTo>
                  <a:lnTo>
                    <a:pt x="126" y="60"/>
                  </a:lnTo>
                  <a:lnTo>
                    <a:pt x="120" y="54"/>
                  </a:lnTo>
                  <a:lnTo>
                    <a:pt x="108" y="54"/>
                  </a:lnTo>
                  <a:lnTo>
                    <a:pt x="102" y="60"/>
                  </a:lnTo>
                  <a:lnTo>
                    <a:pt x="102" y="78"/>
                  </a:lnTo>
                  <a:lnTo>
                    <a:pt x="84" y="96"/>
                  </a:lnTo>
                  <a:lnTo>
                    <a:pt x="78" y="96"/>
                  </a:lnTo>
                  <a:lnTo>
                    <a:pt x="66" y="84"/>
                  </a:lnTo>
                  <a:lnTo>
                    <a:pt x="54" y="84"/>
                  </a:lnTo>
                  <a:lnTo>
                    <a:pt x="42" y="96"/>
                  </a:lnTo>
                  <a:lnTo>
                    <a:pt x="30" y="96"/>
                  </a:lnTo>
                  <a:lnTo>
                    <a:pt x="30" y="102"/>
                  </a:lnTo>
                  <a:lnTo>
                    <a:pt x="24" y="102"/>
                  </a:lnTo>
                  <a:lnTo>
                    <a:pt x="18" y="108"/>
                  </a:lnTo>
                  <a:lnTo>
                    <a:pt x="42" y="132"/>
                  </a:lnTo>
                  <a:lnTo>
                    <a:pt x="42" y="138"/>
                  </a:lnTo>
                  <a:lnTo>
                    <a:pt x="24" y="156"/>
                  </a:lnTo>
                  <a:lnTo>
                    <a:pt x="0" y="156"/>
                  </a:lnTo>
                  <a:lnTo>
                    <a:pt x="12" y="174"/>
                  </a:lnTo>
                  <a:lnTo>
                    <a:pt x="24" y="174"/>
                  </a:lnTo>
                  <a:lnTo>
                    <a:pt x="30" y="180"/>
                  </a:lnTo>
                  <a:lnTo>
                    <a:pt x="30" y="192"/>
                  </a:lnTo>
                  <a:lnTo>
                    <a:pt x="24" y="198"/>
                  </a:lnTo>
                  <a:lnTo>
                    <a:pt x="24" y="204"/>
                  </a:lnTo>
                  <a:lnTo>
                    <a:pt x="18" y="210"/>
                  </a:lnTo>
                  <a:lnTo>
                    <a:pt x="18" y="216"/>
                  </a:lnTo>
                  <a:lnTo>
                    <a:pt x="24" y="222"/>
                  </a:lnTo>
                  <a:lnTo>
                    <a:pt x="36" y="228"/>
                  </a:lnTo>
                  <a:lnTo>
                    <a:pt x="42" y="228"/>
                  </a:lnTo>
                  <a:lnTo>
                    <a:pt x="42" y="234"/>
                  </a:lnTo>
                  <a:lnTo>
                    <a:pt x="66" y="234"/>
                  </a:lnTo>
                  <a:lnTo>
                    <a:pt x="72" y="240"/>
                  </a:lnTo>
                  <a:lnTo>
                    <a:pt x="72" y="246"/>
                  </a:lnTo>
                  <a:lnTo>
                    <a:pt x="54" y="264"/>
                  </a:lnTo>
                  <a:lnTo>
                    <a:pt x="54" y="270"/>
                  </a:lnTo>
                  <a:lnTo>
                    <a:pt x="66" y="270"/>
                  </a:lnTo>
                  <a:lnTo>
                    <a:pt x="90" y="258"/>
                  </a:lnTo>
                  <a:lnTo>
                    <a:pt x="120" y="228"/>
                  </a:lnTo>
                  <a:lnTo>
                    <a:pt x="144" y="216"/>
                  </a:lnTo>
                  <a:lnTo>
                    <a:pt x="156" y="216"/>
                  </a:lnTo>
                  <a:lnTo>
                    <a:pt x="168" y="222"/>
                  </a:lnTo>
                  <a:lnTo>
                    <a:pt x="204" y="234"/>
                  </a:lnTo>
                  <a:lnTo>
                    <a:pt x="216" y="240"/>
                  </a:lnTo>
                  <a:lnTo>
                    <a:pt x="228" y="252"/>
                  </a:lnTo>
                  <a:lnTo>
                    <a:pt x="234" y="264"/>
                  </a:lnTo>
                  <a:lnTo>
                    <a:pt x="234" y="276"/>
                  </a:lnTo>
                  <a:lnTo>
                    <a:pt x="240" y="282"/>
                  </a:lnTo>
                  <a:lnTo>
                    <a:pt x="240" y="288"/>
                  </a:lnTo>
                  <a:lnTo>
                    <a:pt x="252" y="300"/>
                  </a:lnTo>
                  <a:lnTo>
                    <a:pt x="252" y="306"/>
                  </a:lnTo>
                  <a:lnTo>
                    <a:pt x="246" y="318"/>
                  </a:lnTo>
                  <a:lnTo>
                    <a:pt x="246" y="324"/>
                  </a:lnTo>
                  <a:lnTo>
                    <a:pt x="258" y="336"/>
                  </a:lnTo>
                  <a:lnTo>
                    <a:pt x="282" y="348"/>
                  </a:lnTo>
                  <a:lnTo>
                    <a:pt x="288" y="354"/>
                  </a:lnTo>
                  <a:lnTo>
                    <a:pt x="294" y="354"/>
                  </a:lnTo>
                  <a:lnTo>
                    <a:pt x="300" y="372"/>
                  </a:lnTo>
                  <a:lnTo>
                    <a:pt x="330" y="372"/>
                  </a:lnTo>
                  <a:lnTo>
                    <a:pt x="348" y="390"/>
                  </a:lnTo>
                  <a:lnTo>
                    <a:pt x="354" y="402"/>
                  </a:lnTo>
                  <a:lnTo>
                    <a:pt x="366" y="414"/>
                  </a:lnTo>
                  <a:lnTo>
                    <a:pt x="378" y="420"/>
                  </a:lnTo>
                  <a:lnTo>
                    <a:pt x="384" y="432"/>
                  </a:lnTo>
                  <a:lnTo>
                    <a:pt x="420" y="468"/>
                  </a:lnTo>
                  <a:lnTo>
                    <a:pt x="456" y="468"/>
                  </a:lnTo>
                  <a:lnTo>
                    <a:pt x="462" y="474"/>
                  </a:lnTo>
                  <a:lnTo>
                    <a:pt x="468" y="486"/>
                  </a:lnTo>
                  <a:lnTo>
                    <a:pt x="492" y="498"/>
                  </a:lnTo>
                  <a:lnTo>
                    <a:pt x="510" y="504"/>
                  </a:lnTo>
                  <a:lnTo>
                    <a:pt x="528" y="504"/>
                  </a:lnTo>
                  <a:lnTo>
                    <a:pt x="540" y="510"/>
                  </a:lnTo>
                  <a:lnTo>
                    <a:pt x="546" y="510"/>
                  </a:lnTo>
                  <a:lnTo>
                    <a:pt x="552" y="522"/>
                  </a:lnTo>
                  <a:lnTo>
                    <a:pt x="552" y="534"/>
                  </a:lnTo>
                  <a:lnTo>
                    <a:pt x="564" y="558"/>
                  </a:lnTo>
                  <a:lnTo>
                    <a:pt x="570" y="564"/>
                  </a:lnTo>
                  <a:lnTo>
                    <a:pt x="582" y="564"/>
                  </a:lnTo>
                  <a:lnTo>
                    <a:pt x="594" y="558"/>
                  </a:lnTo>
                  <a:lnTo>
                    <a:pt x="600" y="558"/>
                  </a:lnTo>
                  <a:lnTo>
                    <a:pt x="600" y="570"/>
                  </a:lnTo>
                  <a:lnTo>
                    <a:pt x="606" y="582"/>
                  </a:lnTo>
                  <a:lnTo>
                    <a:pt x="606" y="606"/>
                  </a:lnTo>
                  <a:lnTo>
                    <a:pt x="612" y="618"/>
                  </a:lnTo>
                  <a:lnTo>
                    <a:pt x="630" y="636"/>
                  </a:lnTo>
                  <a:lnTo>
                    <a:pt x="630" y="666"/>
                  </a:lnTo>
                  <a:lnTo>
                    <a:pt x="612" y="666"/>
                  </a:lnTo>
                  <a:lnTo>
                    <a:pt x="612" y="690"/>
                  </a:lnTo>
                  <a:lnTo>
                    <a:pt x="606" y="696"/>
                  </a:lnTo>
                  <a:lnTo>
                    <a:pt x="600" y="708"/>
                  </a:lnTo>
                  <a:lnTo>
                    <a:pt x="594" y="714"/>
                  </a:lnTo>
                  <a:lnTo>
                    <a:pt x="594" y="732"/>
                  </a:lnTo>
                  <a:lnTo>
                    <a:pt x="606" y="732"/>
                  </a:lnTo>
                  <a:lnTo>
                    <a:pt x="618" y="726"/>
                  </a:lnTo>
                  <a:lnTo>
                    <a:pt x="624" y="726"/>
                  </a:lnTo>
                  <a:lnTo>
                    <a:pt x="636" y="702"/>
                  </a:lnTo>
                  <a:lnTo>
                    <a:pt x="654" y="696"/>
                  </a:lnTo>
                  <a:lnTo>
                    <a:pt x="654" y="666"/>
                  </a:lnTo>
                  <a:lnTo>
                    <a:pt x="666" y="654"/>
                  </a:lnTo>
                  <a:lnTo>
                    <a:pt x="678" y="654"/>
                  </a:lnTo>
                  <a:lnTo>
                    <a:pt x="684" y="648"/>
                  </a:lnTo>
                  <a:lnTo>
                    <a:pt x="696" y="648"/>
                  </a:lnTo>
                  <a:lnTo>
                    <a:pt x="696" y="636"/>
                  </a:lnTo>
                  <a:lnTo>
                    <a:pt x="690" y="630"/>
                  </a:lnTo>
                  <a:lnTo>
                    <a:pt x="690" y="618"/>
                  </a:lnTo>
                  <a:lnTo>
                    <a:pt x="678" y="606"/>
                  </a:lnTo>
                  <a:lnTo>
                    <a:pt x="666" y="606"/>
                  </a:lnTo>
                  <a:lnTo>
                    <a:pt x="648" y="588"/>
                  </a:lnTo>
                  <a:lnTo>
                    <a:pt x="654" y="582"/>
                  </a:lnTo>
                  <a:lnTo>
                    <a:pt x="660" y="570"/>
                  </a:lnTo>
                  <a:lnTo>
                    <a:pt x="666" y="552"/>
                  </a:lnTo>
                  <a:lnTo>
                    <a:pt x="672" y="540"/>
                  </a:lnTo>
                  <a:lnTo>
                    <a:pt x="684" y="528"/>
                  </a:lnTo>
                  <a:lnTo>
                    <a:pt x="690" y="534"/>
                  </a:lnTo>
                  <a:lnTo>
                    <a:pt x="702" y="534"/>
                  </a:lnTo>
                  <a:lnTo>
                    <a:pt x="708" y="540"/>
                  </a:lnTo>
                  <a:lnTo>
                    <a:pt x="738" y="540"/>
                  </a:lnTo>
                  <a:lnTo>
                    <a:pt x="738" y="552"/>
                  </a:lnTo>
                  <a:lnTo>
                    <a:pt x="744" y="558"/>
                  </a:lnTo>
                  <a:lnTo>
                    <a:pt x="744" y="564"/>
                  </a:lnTo>
                  <a:lnTo>
                    <a:pt x="750" y="576"/>
                  </a:lnTo>
                  <a:lnTo>
                    <a:pt x="762" y="576"/>
                  </a:lnTo>
                  <a:lnTo>
                    <a:pt x="774" y="570"/>
                  </a:lnTo>
                  <a:lnTo>
                    <a:pt x="780" y="564"/>
                  </a:lnTo>
                  <a:lnTo>
                    <a:pt x="780" y="558"/>
                  </a:lnTo>
                  <a:lnTo>
                    <a:pt x="774" y="5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 name="Ireland" descr="© INSCALE GmbH, 05.05.2010&#10;http://www.presentationload.com/">
              <a:extLst>
                <a:ext uri="{FF2B5EF4-FFF2-40B4-BE49-F238E27FC236}">
                  <a16:creationId xmlns:a16="http://schemas.microsoft.com/office/drawing/2014/main" id="{A18BAD4D-EEF8-FE4C-897D-BD918688B33C}"/>
                </a:ext>
              </a:extLst>
            </p:cNvPr>
            <p:cNvSpPr>
              <a:spLocks/>
            </p:cNvSpPr>
            <p:nvPr/>
          </p:nvSpPr>
          <p:spPr bwMode="gray">
            <a:xfrm>
              <a:off x="5501001" y="2282749"/>
              <a:ext cx="118342" cy="124916"/>
            </a:xfrm>
            <a:custGeom>
              <a:avLst/>
              <a:gdLst>
                <a:gd name="T0" fmla="*/ 2147483647 w 282"/>
                <a:gd name="T1" fmla="*/ 2147483647 h 300"/>
                <a:gd name="T2" fmla="*/ 2147483647 w 282"/>
                <a:gd name="T3" fmla="*/ 2147483647 h 300"/>
                <a:gd name="T4" fmla="*/ 2147483647 w 282"/>
                <a:gd name="T5" fmla="*/ 2147483647 h 300"/>
                <a:gd name="T6" fmla="*/ 2147483647 w 282"/>
                <a:gd name="T7" fmla="*/ 2147483647 h 300"/>
                <a:gd name="T8" fmla="*/ 2147483647 w 282"/>
                <a:gd name="T9" fmla="*/ 2147483647 h 300"/>
                <a:gd name="T10" fmla="*/ 2147483647 w 282"/>
                <a:gd name="T11" fmla="*/ 2147483647 h 300"/>
                <a:gd name="T12" fmla="*/ 2147483647 w 282"/>
                <a:gd name="T13" fmla="*/ 2147483647 h 300"/>
                <a:gd name="T14" fmla="*/ 2147483647 w 282"/>
                <a:gd name="T15" fmla="*/ 2147483647 h 300"/>
                <a:gd name="T16" fmla="*/ 2147483647 w 282"/>
                <a:gd name="T17" fmla="*/ 2147483647 h 300"/>
                <a:gd name="T18" fmla="*/ 2147483647 w 282"/>
                <a:gd name="T19" fmla="*/ 2147483647 h 300"/>
                <a:gd name="T20" fmla="*/ 2147483647 w 282"/>
                <a:gd name="T21" fmla="*/ 2147483647 h 300"/>
                <a:gd name="T22" fmla="*/ 2147483647 w 282"/>
                <a:gd name="T23" fmla="*/ 2147483647 h 300"/>
                <a:gd name="T24" fmla="*/ 2147483647 w 282"/>
                <a:gd name="T25" fmla="*/ 0 h 300"/>
                <a:gd name="T26" fmla="*/ 2147483647 w 282"/>
                <a:gd name="T27" fmla="*/ 2147483647 h 300"/>
                <a:gd name="T28" fmla="*/ 2147483647 w 282"/>
                <a:gd name="T29" fmla="*/ 2147483647 h 300"/>
                <a:gd name="T30" fmla="*/ 2147483647 w 282"/>
                <a:gd name="T31" fmla="*/ 2147483647 h 300"/>
                <a:gd name="T32" fmla="*/ 2147483647 w 282"/>
                <a:gd name="T33" fmla="*/ 2147483647 h 300"/>
                <a:gd name="T34" fmla="*/ 2147483647 w 282"/>
                <a:gd name="T35" fmla="*/ 2147483647 h 300"/>
                <a:gd name="T36" fmla="*/ 2147483647 w 282"/>
                <a:gd name="T37" fmla="*/ 2147483647 h 300"/>
                <a:gd name="T38" fmla="*/ 2147483647 w 282"/>
                <a:gd name="T39" fmla="*/ 2147483647 h 300"/>
                <a:gd name="T40" fmla="*/ 2147483647 w 282"/>
                <a:gd name="T41" fmla="*/ 2147483647 h 300"/>
                <a:gd name="T42" fmla="*/ 2147483647 w 282"/>
                <a:gd name="T43" fmla="*/ 2147483647 h 300"/>
                <a:gd name="T44" fmla="*/ 2147483647 w 282"/>
                <a:gd name="T45" fmla="*/ 2147483647 h 300"/>
                <a:gd name="T46" fmla="*/ 2147483647 w 282"/>
                <a:gd name="T47" fmla="*/ 2147483647 h 300"/>
                <a:gd name="T48" fmla="*/ 2147483647 w 282"/>
                <a:gd name="T49" fmla="*/ 2147483647 h 300"/>
                <a:gd name="T50" fmla="*/ 2147483647 w 282"/>
                <a:gd name="T51" fmla="*/ 2147483647 h 300"/>
                <a:gd name="T52" fmla="*/ 2147483647 w 282"/>
                <a:gd name="T53" fmla="*/ 2147483647 h 300"/>
                <a:gd name="T54" fmla="*/ 2147483647 w 282"/>
                <a:gd name="T55" fmla="*/ 2147483647 h 300"/>
                <a:gd name="T56" fmla="*/ 2147483647 w 282"/>
                <a:gd name="T57" fmla="*/ 2147483647 h 300"/>
                <a:gd name="T58" fmla="*/ 2147483647 w 282"/>
                <a:gd name="T59" fmla="*/ 2147483647 h 300"/>
                <a:gd name="T60" fmla="*/ 2147483647 w 282"/>
                <a:gd name="T61" fmla="*/ 2147483647 h 300"/>
                <a:gd name="T62" fmla="*/ 2147483647 w 282"/>
                <a:gd name="T63" fmla="*/ 2147483647 h 300"/>
                <a:gd name="T64" fmla="*/ 2147483647 w 282"/>
                <a:gd name="T65" fmla="*/ 2147483647 h 300"/>
                <a:gd name="T66" fmla="*/ 2147483647 w 282"/>
                <a:gd name="T67" fmla="*/ 2147483647 h 300"/>
                <a:gd name="T68" fmla="*/ 2147483647 w 282"/>
                <a:gd name="T69" fmla="*/ 2147483647 h 300"/>
                <a:gd name="T70" fmla="*/ 2147483647 w 282"/>
                <a:gd name="T71" fmla="*/ 2147483647 h 300"/>
                <a:gd name="T72" fmla="*/ 2147483647 w 282"/>
                <a:gd name="T73" fmla="*/ 2147483647 h 300"/>
                <a:gd name="T74" fmla="*/ 2147483647 w 282"/>
                <a:gd name="T75" fmla="*/ 2147483647 h 300"/>
                <a:gd name="T76" fmla="*/ 2147483647 w 282"/>
                <a:gd name="T77" fmla="*/ 2147483647 h 300"/>
                <a:gd name="T78" fmla="*/ 2147483647 w 282"/>
                <a:gd name="T79" fmla="*/ 2147483647 h 300"/>
                <a:gd name="T80" fmla="*/ 0 w 282"/>
                <a:gd name="T81" fmla="*/ 2147483647 h 300"/>
                <a:gd name="T82" fmla="*/ 2147483647 w 282"/>
                <a:gd name="T83" fmla="*/ 2147483647 h 300"/>
                <a:gd name="T84" fmla="*/ 2147483647 w 282"/>
                <a:gd name="T85" fmla="*/ 2147483647 h 300"/>
                <a:gd name="T86" fmla="*/ 2147483647 w 282"/>
                <a:gd name="T87" fmla="*/ 2147483647 h 300"/>
                <a:gd name="T88" fmla="*/ 2147483647 w 282"/>
                <a:gd name="T89" fmla="*/ 2147483647 h 300"/>
                <a:gd name="T90" fmla="*/ 2147483647 w 282"/>
                <a:gd name="T91" fmla="*/ 2147483647 h 300"/>
                <a:gd name="T92" fmla="*/ 2147483647 w 282"/>
                <a:gd name="T93" fmla="*/ 2147483647 h 300"/>
                <a:gd name="T94" fmla="*/ 2147483647 w 282"/>
                <a:gd name="T95" fmla="*/ 2147483647 h 300"/>
                <a:gd name="T96" fmla="*/ 2147483647 w 282"/>
                <a:gd name="T97" fmla="*/ 2147483647 h 300"/>
                <a:gd name="T98" fmla="*/ 2147483647 w 282"/>
                <a:gd name="T99" fmla="*/ 2147483647 h 300"/>
                <a:gd name="T100" fmla="*/ 2147483647 w 282"/>
                <a:gd name="T101" fmla="*/ 2147483647 h 300"/>
                <a:gd name="T102" fmla="*/ 2147483647 w 282"/>
                <a:gd name="T103" fmla="*/ 2147483647 h 300"/>
                <a:gd name="T104" fmla="*/ 2147483647 w 282"/>
                <a:gd name="T105" fmla="*/ 2147483647 h 300"/>
                <a:gd name="T106" fmla="*/ 2147483647 w 282"/>
                <a:gd name="T107" fmla="*/ 2147483647 h 300"/>
                <a:gd name="T108" fmla="*/ 2147483647 w 282"/>
                <a:gd name="T109" fmla="*/ 2147483647 h 300"/>
                <a:gd name="T110" fmla="*/ 2147483647 w 282"/>
                <a:gd name="T111" fmla="*/ 2147483647 h 3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82"/>
                <a:gd name="T169" fmla="*/ 0 h 300"/>
                <a:gd name="T170" fmla="*/ 282 w 282"/>
                <a:gd name="T171" fmla="*/ 300 h 30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82" h="300">
                  <a:moveTo>
                    <a:pt x="276" y="156"/>
                  </a:moveTo>
                  <a:lnTo>
                    <a:pt x="276" y="144"/>
                  </a:lnTo>
                  <a:lnTo>
                    <a:pt x="270" y="132"/>
                  </a:lnTo>
                  <a:lnTo>
                    <a:pt x="264" y="126"/>
                  </a:lnTo>
                  <a:lnTo>
                    <a:pt x="264" y="114"/>
                  </a:lnTo>
                  <a:lnTo>
                    <a:pt x="258" y="108"/>
                  </a:lnTo>
                  <a:lnTo>
                    <a:pt x="258" y="102"/>
                  </a:lnTo>
                  <a:lnTo>
                    <a:pt x="276" y="102"/>
                  </a:lnTo>
                  <a:lnTo>
                    <a:pt x="282" y="96"/>
                  </a:lnTo>
                  <a:lnTo>
                    <a:pt x="246" y="90"/>
                  </a:lnTo>
                  <a:lnTo>
                    <a:pt x="228" y="66"/>
                  </a:lnTo>
                  <a:lnTo>
                    <a:pt x="204" y="90"/>
                  </a:lnTo>
                  <a:lnTo>
                    <a:pt x="192" y="90"/>
                  </a:lnTo>
                  <a:lnTo>
                    <a:pt x="168" y="78"/>
                  </a:lnTo>
                  <a:lnTo>
                    <a:pt x="162" y="72"/>
                  </a:lnTo>
                  <a:lnTo>
                    <a:pt x="174" y="60"/>
                  </a:lnTo>
                  <a:lnTo>
                    <a:pt x="180" y="60"/>
                  </a:lnTo>
                  <a:lnTo>
                    <a:pt x="186" y="54"/>
                  </a:lnTo>
                  <a:lnTo>
                    <a:pt x="192" y="54"/>
                  </a:lnTo>
                  <a:lnTo>
                    <a:pt x="192" y="42"/>
                  </a:lnTo>
                  <a:lnTo>
                    <a:pt x="234" y="18"/>
                  </a:lnTo>
                  <a:lnTo>
                    <a:pt x="240" y="12"/>
                  </a:lnTo>
                  <a:lnTo>
                    <a:pt x="240" y="6"/>
                  </a:lnTo>
                  <a:lnTo>
                    <a:pt x="234" y="6"/>
                  </a:lnTo>
                  <a:lnTo>
                    <a:pt x="228" y="0"/>
                  </a:lnTo>
                  <a:lnTo>
                    <a:pt x="222" y="0"/>
                  </a:lnTo>
                  <a:lnTo>
                    <a:pt x="210" y="6"/>
                  </a:lnTo>
                  <a:lnTo>
                    <a:pt x="204" y="18"/>
                  </a:lnTo>
                  <a:lnTo>
                    <a:pt x="198" y="6"/>
                  </a:lnTo>
                  <a:lnTo>
                    <a:pt x="174" y="6"/>
                  </a:lnTo>
                  <a:lnTo>
                    <a:pt x="162" y="12"/>
                  </a:lnTo>
                  <a:lnTo>
                    <a:pt x="156" y="12"/>
                  </a:lnTo>
                  <a:lnTo>
                    <a:pt x="150" y="18"/>
                  </a:lnTo>
                  <a:lnTo>
                    <a:pt x="150" y="30"/>
                  </a:lnTo>
                  <a:lnTo>
                    <a:pt x="144" y="36"/>
                  </a:lnTo>
                  <a:lnTo>
                    <a:pt x="144" y="42"/>
                  </a:lnTo>
                  <a:lnTo>
                    <a:pt x="126" y="42"/>
                  </a:lnTo>
                  <a:lnTo>
                    <a:pt x="120" y="48"/>
                  </a:lnTo>
                  <a:lnTo>
                    <a:pt x="120" y="54"/>
                  </a:lnTo>
                  <a:lnTo>
                    <a:pt x="138" y="54"/>
                  </a:lnTo>
                  <a:lnTo>
                    <a:pt x="144" y="60"/>
                  </a:lnTo>
                  <a:lnTo>
                    <a:pt x="150" y="60"/>
                  </a:lnTo>
                  <a:lnTo>
                    <a:pt x="150" y="66"/>
                  </a:lnTo>
                  <a:lnTo>
                    <a:pt x="144" y="72"/>
                  </a:lnTo>
                  <a:lnTo>
                    <a:pt x="132" y="72"/>
                  </a:lnTo>
                  <a:lnTo>
                    <a:pt x="132" y="78"/>
                  </a:lnTo>
                  <a:lnTo>
                    <a:pt x="126" y="84"/>
                  </a:lnTo>
                  <a:lnTo>
                    <a:pt x="102" y="84"/>
                  </a:lnTo>
                  <a:lnTo>
                    <a:pt x="102" y="90"/>
                  </a:lnTo>
                  <a:lnTo>
                    <a:pt x="90" y="78"/>
                  </a:lnTo>
                  <a:lnTo>
                    <a:pt x="42" y="78"/>
                  </a:lnTo>
                  <a:lnTo>
                    <a:pt x="42" y="102"/>
                  </a:lnTo>
                  <a:lnTo>
                    <a:pt x="54" y="102"/>
                  </a:lnTo>
                  <a:lnTo>
                    <a:pt x="54" y="108"/>
                  </a:lnTo>
                  <a:lnTo>
                    <a:pt x="60" y="114"/>
                  </a:lnTo>
                  <a:lnTo>
                    <a:pt x="42" y="126"/>
                  </a:lnTo>
                  <a:lnTo>
                    <a:pt x="36" y="126"/>
                  </a:lnTo>
                  <a:lnTo>
                    <a:pt x="30" y="132"/>
                  </a:lnTo>
                  <a:lnTo>
                    <a:pt x="30" y="138"/>
                  </a:lnTo>
                  <a:lnTo>
                    <a:pt x="42" y="150"/>
                  </a:lnTo>
                  <a:lnTo>
                    <a:pt x="54" y="156"/>
                  </a:lnTo>
                  <a:lnTo>
                    <a:pt x="60" y="162"/>
                  </a:lnTo>
                  <a:lnTo>
                    <a:pt x="72" y="162"/>
                  </a:lnTo>
                  <a:lnTo>
                    <a:pt x="78" y="156"/>
                  </a:lnTo>
                  <a:lnTo>
                    <a:pt x="96" y="156"/>
                  </a:lnTo>
                  <a:lnTo>
                    <a:pt x="96" y="168"/>
                  </a:lnTo>
                  <a:lnTo>
                    <a:pt x="90" y="174"/>
                  </a:lnTo>
                  <a:lnTo>
                    <a:pt x="72" y="174"/>
                  </a:lnTo>
                  <a:lnTo>
                    <a:pt x="72" y="192"/>
                  </a:lnTo>
                  <a:lnTo>
                    <a:pt x="54" y="192"/>
                  </a:lnTo>
                  <a:lnTo>
                    <a:pt x="48" y="198"/>
                  </a:lnTo>
                  <a:lnTo>
                    <a:pt x="48" y="210"/>
                  </a:lnTo>
                  <a:lnTo>
                    <a:pt x="42" y="222"/>
                  </a:lnTo>
                  <a:lnTo>
                    <a:pt x="42" y="234"/>
                  </a:lnTo>
                  <a:lnTo>
                    <a:pt x="18" y="234"/>
                  </a:lnTo>
                  <a:lnTo>
                    <a:pt x="12" y="240"/>
                  </a:lnTo>
                  <a:lnTo>
                    <a:pt x="6" y="240"/>
                  </a:lnTo>
                  <a:lnTo>
                    <a:pt x="6" y="246"/>
                  </a:lnTo>
                  <a:lnTo>
                    <a:pt x="12" y="246"/>
                  </a:lnTo>
                  <a:lnTo>
                    <a:pt x="18" y="252"/>
                  </a:lnTo>
                  <a:lnTo>
                    <a:pt x="6" y="252"/>
                  </a:lnTo>
                  <a:lnTo>
                    <a:pt x="0" y="258"/>
                  </a:lnTo>
                  <a:lnTo>
                    <a:pt x="0" y="270"/>
                  </a:lnTo>
                  <a:lnTo>
                    <a:pt x="42" y="270"/>
                  </a:lnTo>
                  <a:lnTo>
                    <a:pt x="24" y="288"/>
                  </a:lnTo>
                  <a:lnTo>
                    <a:pt x="30" y="282"/>
                  </a:lnTo>
                  <a:lnTo>
                    <a:pt x="48" y="282"/>
                  </a:lnTo>
                  <a:lnTo>
                    <a:pt x="48" y="288"/>
                  </a:lnTo>
                  <a:lnTo>
                    <a:pt x="42" y="288"/>
                  </a:lnTo>
                  <a:lnTo>
                    <a:pt x="36" y="294"/>
                  </a:lnTo>
                  <a:lnTo>
                    <a:pt x="30" y="294"/>
                  </a:lnTo>
                  <a:lnTo>
                    <a:pt x="36" y="300"/>
                  </a:lnTo>
                  <a:lnTo>
                    <a:pt x="60" y="300"/>
                  </a:lnTo>
                  <a:lnTo>
                    <a:pt x="96" y="288"/>
                  </a:lnTo>
                  <a:lnTo>
                    <a:pt x="108" y="282"/>
                  </a:lnTo>
                  <a:lnTo>
                    <a:pt x="120" y="270"/>
                  </a:lnTo>
                  <a:lnTo>
                    <a:pt x="120" y="264"/>
                  </a:lnTo>
                  <a:lnTo>
                    <a:pt x="132" y="270"/>
                  </a:lnTo>
                  <a:lnTo>
                    <a:pt x="138" y="270"/>
                  </a:lnTo>
                  <a:lnTo>
                    <a:pt x="150" y="264"/>
                  </a:lnTo>
                  <a:lnTo>
                    <a:pt x="162" y="252"/>
                  </a:lnTo>
                  <a:lnTo>
                    <a:pt x="180" y="246"/>
                  </a:lnTo>
                  <a:lnTo>
                    <a:pt x="204" y="246"/>
                  </a:lnTo>
                  <a:lnTo>
                    <a:pt x="210" y="240"/>
                  </a:lnTo>
                  <a:lnTo>
                    <a:pt x="252" y="240"/>
                  </a:lnTo>
                  <a:lnTo>
                    <a:pt x="246" y="222"/>
                  </a:lnTo>
                  <a:lnTo>
                    <a:pt x="264" y="222"/>
                  </a:lnTo>
                  <a:lnTo>
                    <a:pt x="264" y="198"/>
                  </a:lnTo>
                  <a:lnTo>
                    <a:pt x="270" y="192"/>
                  </a:lnTo>
                  <a:lnTo>
                    <a:pt x="270" y="180"/>
                  </a:lnTo>
                  <a:lnTo>
                    <a:pt x="276" y="168"/>
                  </a:lnTo>
                  <a:lnTo>
                    <a:pt x="276" y="15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 name="Hungary" descr="© INSCALE GmbH, 05.05.2010&#10;http://www.presentationload.com/">
              <a:extLst>
                <a:ext uri="{FF2B5EF4-FFF2-40B4-BE49-F238E27FC236}">
                  <a16:creationId xmlns:a16="http://schemas.microsoft.com/office/drawing/2014/main" id="{456ED9F0-0A49-5F4D-8F26-A9AFBFAC7340}"/>
                </a:ext>
              </a:extLst>
            </p:cNvPr>
            <p:cNvSpPr>
              <a:spLocks/>
            </p:cNvSpPr>
            <p:nvPr/>
          </p:nvSpPr>
          <p:spPr bwMode="gray">
            <a:xfrm>
              <a:off x="6186401" y="2501352"/>
              <a:ext cx="179157" cy="93688"/>
            </a:xfrm>
            <a:custGeom>
              <a:avLst/>
              <a:gdLst>
                <a:gd name="T0" fmla="*/ 2147483647 w 426"/>
                <a:gd name="T1" fmla="*/ 2147483647 h 222"/>
                <a:gd name="T2" fmla="*/ 2147483647 w 426"/>
                <a:gd name="T3" fmla="*/ 2147483647 h 222"/>
                <a:gd name="T4" fmla="*/ 2147483647 w 426"/>
                <a:gd name="T5" fmla="*/ 2147483647 h 222"/>
                <a:gd name="T6" fmla="*/ 0 w 426"/>
                <a:gd name="T7" fmla="*/ 2147483647 h 222"/>
                <a:gd name="T8" fmla="*/ 2147483647 w 426"/>
                <a:gd name="T9" fmla="*/ 2147483647 h 222"/>
                <a:gd name="T10" fmla="*/ 2147483647 w 426"/>
                <a:gd name="T11" fmla="*/ 2147483647 h 222"/>
                <a:gd name="T12" fmla="*/ 2147483647 w 426"/>
                <a:gd name="T13" fmla="*/ 2147483647 h 222"/>
                <a:gd name="T14" fmla="*/ 2147483647 w 426"/>
                <a:gd name="T15" fmla="*/ 2147483647 h 222"/>
                <a:gd name="T16" fmla="*/ 2147483647 w 426"/>
                <a:gd name="T17" fmla="*/ 2147483647 h 222"/>
                <a:gd name="T18" fmla="*/ 2147483647 w 426"/>
                <a:gd name="T19" fmla="*/ 2147483647 h 222"/>
                <a:gd name="T20" fmla="*/ 2147483647 w 426"/>
                <a:gd name="T21" fmla="*/ 2147483647 h 222"/>
                <a:gd name="T22" fmla="*/ 2147483647 w 426"/>
                <a:gd name="T23" fmla="*/ 2147483647 h 222"/>
                <a:gd name="T24" fmla="*/ 2147483647 w 426"/>
                <a:gd name="T25" fmla="*/ 2147483647 h 222"/>
                <a:gd name="T26" fmla="*/ 2147483647 w 426"/>
                <a:gd name="T27" fmla="*/ 2147483647 h 222"/>
                <a:gd name="T28" fmla="*/ 2147483647 w 426"/>
                <a:gd name="T29" fmla="*/ 2147483647 h 222"/>
                <a:gd name="T30" fmla="*/ 2147483647 w 426"/>
                <a:gd name="T31" fmla="*/ 2147483647 h 222"/>
                <a:gd name="T32" fmla="*/ 2147483647 w 426"/>
                <a:gd name="T33" fmla="*/ 2147483647 h 222"/>
                <a:gd name="T34" fmla="*/ 2147483647 w 426"/>
                <a:gd name="T35" fmla="*/ 2147483647 h 222"/>
                <a:gd name="T36" fmla="*/ 2147483647 w 426"/>
                <a:gd name="T37" fmla="*/ 2147483647 h 222"/>
                <a:gd name="T38" fmla="*/ 2147483647 w 426"/>
                <a:gd name="T39" fmla="*/ 2147483647 h 222"/>
                <a:gd name="T40" fmla="*/ 2147483647 w 426"/>
                <a:gd name="T41" fmla="*/ 2147483647 h 222"/>
                <a:gd name="T42" fmla="*/ 2147483647 w 426"/>
                <a:gd name="T43" fmla="*/ 2147483647 h 222"/>
                <a:gd name="T44" fmla="*/ 2147483647 w 426"/>
                <a:gd name="T45" fmla="*/ 2147483647 h 222"/>
                <a:gd name="T46" fmla="*/ 2147483647 w 426"/>
                <a:gd name="T47" fmla="*/ 2147483647 h 222"/>
                <a:gd name="T48" fmla="*/ 2147483647 w 426"/>
                <a:gd name="T49" fmla="*/ 0 h 222"/>
                <a:gd name="T50" fmla="*/ 2147483647 w 426"/>
                <a:gd name="T51" fmla="*/ 2147483647 h 222"/>
                <a:gd name="T52" fmla="*/ 2147483647 w 426"/>
                <a:gd name="T53" fmla="*/ 0 h 222"/>
                <a:gd name="T54" fmla="*/ 2147483647 w 426"/>
                <a:gd name="T55" fmla="*/ 2147483647 h 222"/>
                <a:gd name="T56" fmla="*/ 2147483647 w 426"/>
                <a:gd name="T57" fmla="*/ 2147483647 h 222"/>
                <a:gd name="T58" fmla="*/ 2147483647 w 426"/>
                <a:gd name="T59" fmla="*/ 2147483647 h 222"/>
                <a:gd name="T60" fmla="*/ 2147483647 w 426"/>
                <a:gd name="T61" fmla="*/ 2147483647 h 222"/>
                <a:gd name="T62" fmla="*/ 2147483647 w 426"/>
                <a:gd name="T63" fmla="*/ 2147483647 h 222"/>
                <a:gd name="T64" fmla="*/ 2147483647 w 426"/>
                <a:gd name="T65" fmla="*/ 2147483647 h 222"/>
                <a:gd name="T66" fmla="*/ 2147483647 w 426"/>
                <a:gd name="T67" fmla="*/ 2147483647 h 222"/>
                <a:gd name="T68" fmla="*/ 2147483647 w 426"/>
                <a:gd name="T69" fmla="*/ 2147483647 h 222"/>
                <a:gd name="T70" fmla="*/ 2147483647 w 426"/>
                <a:gd name="T71" fmla="*/ 2147483647 h 22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6"/>
                <a:gd name="T109" fmla="*/ 0 h 222"/>
                <a:gd name="T110" fmla="*/ 426 w 426"/>
                <a:gd name="T111" fmla="*/ 222 h 22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6" h="222">
                  <a:moveTo>
                    <a:pt x="42" y="66"/>
                  </a:moveTo>
                  <a:lnTo>
                    <a:pt x="24" y="66"/>
                  </a:lnTo>
                  <a:lnTo>
                    <a:pt x="18" y="78"/>
                  </a:lnTo>
                  <a:lnTo>
                    <a:pt x="30" y="78"/>
                  </a:lnTo>
                  <a:lnTo>
                    <a:pt x="18" y="96"/>
                  </a:lnTo>
                  <a:lnTo>
                    <a:pt x="18" y="120"/>
                  </a:lnTo>
                  <a:lnTo>
                    <a:pt x="0" y="120"/>
                  </a:lnTo>
                  <a:lnTo>
                    <a:pt x="0" y="126"/>
                  </a:lnTo>
                  <a:lnTo>
                    <a:pt x="6" y="132"/>
                  </a:lnTo>
                  <a:lnTo>
                    <a:pt x="12" y="150"/>
                  </a:lnTo>
                  <a:lnTo>
                    <a:pt x="30" y="162"/>
                  </a:lnTo>
                  <a:lnTo>
                    <a:pt x="42" y="168"/>
                  </a:lnTo>
                  <a:lnTo>
                    <a:pt x="48" y="174"/>
                  </a:lnTo>
                  <a:lnTo>
                    <a:pt x="48" y="180"/>
                  </a:lnTo>
                  <a:lnTo>
                    <a:pt x="60" y="192"/>
                  </a:lnTo>
                  <a:lnTo>
                    <a:pt x="72" y="198"/>
                  </a:lnTo>
                  <a:lnTo>
                    <a:pt x="78" y="204"/>
                  </a:lnTo>
                  <a:lnTo>
                    <a:pt x="90" y="210"/>
                  </a:lnTo>
                  <a:lnTo>
                    <a:pt x="108" y="210"/>
                  </a:lnTo>
                  <a:lnTo>
                    <a:pt x="114" y="222"/>
                  </a:lnTo>
                  <a:lnTo>
                    <a:pt x="156" y="216"/>
                  </a:lnTo>
                  <a:lnTo>
                    <a:pt x="168" y="210"/>
                  </a:lnTo>
                  <a:lnTo>
                    <a:pt x="174" y="204"/>
                  </a:lnTo>
                  <a:lnTo>
                    <a:pt x="198" y="204"/>
                  </a:lnTo>
                  <a:lnTo>
                    <a:pt x="216" y="186"/>
                  </a:lnTo>
                  <a:lnTo>
                    <a:pt x="240" y="186"/>
                  </a:lnTo>
                  <a:lnTo>
                    <a:pt x="258" y="198"/>
                  </a:lnTo>
                  <a:lnTo>
                    <a:pt x="288" y="192"/>
                  </a:lnTo>
                  <a:lnTo>
                    <a:pt x="288" y="174"/>
                  </a:lnTo>
                  <a:lnTo>
                    <a:pt x="306" y="180"/>
                  </a:lnTo>
                  <a:lnTo>
                    <a:pt x="312" y="174"/>
                  </a:lnTo>
                  <a:lnTo>
                    <a:pt x="324" y="168"/>
                  </a:lnTo>
                  <a:lnTo>
                    <a:pt x="330" y="162"/>
                  </a:lnTo>
                  <a:lnTo>
                    <a:pt x="330" y="144"/>
                  </a:lnTo>
                  <a:lnTo>
                    <a:pt x="336" y="138"/>
                  </a:lnTo>
                  <a:lnTo>
                    <a:pt x="348" y="132"/>
                  </a:lnTo>
                  <a:lnTo>
                    <a:pt x="366" y="114"/>
                  </a:lnTo>
                  <a:lnTo>
                    <a:pt x="366" y="72"/>
                  </a:lnTo>
                  <a:lnTo>
                    <a:pt x="378" y="60"/>
                  </a:lnTo>
                  <a:lnTo>
                    <a:pt x="408" y="60"/>
                  </a:lnTo>
                  <a:lnTo>
                    <a:pt x="426" y="42"/>
                  </a:lnTo>
                  <a:lnTo>
                    <a:pt x="420" y="36"/>
                  </a:lnTo>
                  <a:lnTo>
                    <a:pt x="408" y="36"/>
                  </a:lnTo>
                  <a:lnTo>
                    <a:pt x="402" y="30"/>
                  </a:lnTo>
                  <a:lnTo>
                    <a:pt x="396" y="30"/>
                  </a:lnTo>
                  <a:lnTo>
                    <a:pt x="372" y="6"/>
                  </a:lnTo>
                  <a:lnTo>
                    <a:pt x="348" y="6"/>
                  </a:lnTo>
                  <a:lnTo>
                    <a:pt x="336" y="12"/>
                  </a:lnTo>
                  <a:lnTo>
                    <a:pt x="324" y="12"/>
                  </a:lnTo>
                  <a:lnTo>
                    <a:pt x="324" y="0"/>
                  </a:lnTo>
                  <a:lnTo>
                    <a:pt x="312" y="0"/>
                  </a:lnTo>
                  <a:lnTo>
                    <a:pt x="312" y="18"/>
                  </a:lnTo>
                  <a:lnTo>
                    <a:pt x="294" y="12"/>
                  </a:lnTo>
                  <a:lnTo>
                    <a:pt x="294" y="0"/>
                  </a:lnTo>
                  <a:lnTo>
                    <a:pt x="270" y="0"/>
                  </a:lnTo>
                  <a:lnTo>
                    <a:pt x="264" y="12"/>
                  </a:lnTo>
                  <a:lnTo>
                    <a:pt x="252" y="24"/>
                  </a:lnTo>
                  <a:lnTo>
                    <a:pt x="246" y="24"/>
                  </a:lnTo>
                  <a:lnTo>
                    <a:pt x="234" y="30"/>
                  </a:lnTo>
                  <a:lnTo>
                    <a:pt x="210" y="30"/>
                  </a:lnTo>
                  <a:lnTo>
                    <a:pt x="204" y="42"/>
                  </a:lnTo>
                  <a:lnTo>
                    <a:pt x="168" y="36"/>
                  </a:lnTo>
                  <a:lnTo>
                    <a:pt x="156" y="60"/>
                  </a:lnTo>
                  <a:lnTo>
                    <a:pt x="144" y="60"/>
                  </a:lnTo>
                  <a:lnTo>
                    <a:pt x="126" y="66"/>
                  </a:lnTo>
                  <a:lnTo>
                    <a:pt x="84" y="66"/>
                  </a:lnTo>
                  <a:lnTo>
                    <a:pt x="78" y="60"/>
                  </a:lnTo>
                  <a:lnTo>
                    <a:pt x="72" y="48"/>
                  </a:lnTo>
                  <a:lnTo>
                    <a:pt x="66" y="42"/>
                  </a:lnTo>
                  <a:lnTo>
                    <a:pt x="54" y="60"/>
                  </a:lnTo>
                  <a:lnTo>
                    <a:pt x="42" y="54"/>
                  </a:lnTo>
                  <a:lnTo>
                    <a:pt x="42" y="6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 name="Greece" descr="© INSCALE GmbH, 05.05.2010&#10;http://www.presentationload.com/">
              <a:extLst>
                <a:ext uri="{FF2B5EF4-FFF2-40B4-BE49-F238E27FC236}">
                  <a16:creationId xmlns:a16="http://schemas.microsoft.com/office/drawing/2014/main" id="{F3D2ADBF-FF7E-3245-AA9F-5AE6A905B881}"/>
                </a:ext>
              </a:extLst>
            </p:cNvPr>
            <p:cNvSpPr>
              <a:spLocks noEditPoints="1"/>
            </p:cNvSpPr>
            <p:nvPr/>
          </p:nvSpPr>
          <p:spPr bwMode="gray">
            <a:xfrm>
              <a:off x="6308028" y="2728174"/>
              <a:ext cx="223534" cy="231754"/>
            </a:xfrm>
            <a:custGeom>
              <a:avLst/>
              <a:gdLst>
                <a:gd name="T0" fmla="*/ 0 w 534"/>
                <a:gd name="T1" fmla="*/ 2147483647 h 552"/>
                <a:gd name="T2" fmla="*/ 2147483647 w 534"/>
                <a:gd name="T3" fmla="*/ 2147483647 h 552"/>
                <a:gd name="T4" fmla="*/ 2147483647 w 534"/>
                <a:gd name="T5" fmla="*/ 2147483647 h 552"/>
                <a:gd name="T6" fmla="*/ 2147483647 w 534"/>
                <a:gd name="T7" fmla="*/ 2147483647 h 552"/>
                <a:gd name="T8" fmla="*/ 2147483647 w 534"/>
                <a:gd name="T9" fmla="*/ 2147483647 h 552"/>
                <a:gd name="T10" fmla="*/ 2147483647 w 534"/>
                <a:gd name="T11" fmla="*/ 2147483647 h 552"/>
                <a:gd name="T12" fmla="*/ 2147483647 w 534"/>
                <a:gd name="T13" fmla="*/ 2147483647 h 552"/>
                <a:gd name="T14" fmla="*/ 2147483647 w 534"/>
                <a:gd name="T15" fmla="*/ 2147483647 h 552"/>
                <a:gd name="T16" fmla="*/ 2147483647 w 534"/>
                <a:gd name="T17" fmla="*/ 2147483647 h 552"/>
                <a:gd name="T18" fmla="*/ 2147483647 w 534"/>
                <a:gd name="T19" fmla="*/ 2147483647 h 552"/>
                <a:gd name="T20" fmla="*/ 2147483647 w 534"/>
                <a:gd name="T21" fmla="*/ 2147483647 h 552"/>
                <a:gd name="T22" fmla="*/ 2147483647 w 534"/>
                <a:gd name="T23" fmla="*/ 2147483647 h 552"/>
                <a:gd name="T24" fmla="*/ 2147483647 w 534"/>
                <a:gd name="T25" fmla="*/ 2147483647 h 552"/>
                <a:gd name="T26" fmla="*/ 2147483647 w 534"/>
                <a:gd name="T27" fmla="*/ 2147483647 h 552"/>
                <a:gd name="T28" fmla="*/ 2147483647 w 534"/>
                <a:gd name="T29" fmla="*/ 2147483647 h 552"/>
                <a:gd name="T30" fmla="*/ 2147483647 w 534"/>
                <a:gd name="T31" fmla="*/ 2147483647 h 552"/>
                <a:gd name="T32" fmla="*/ 2147483647 w 534"/>
                <a:gd name="T33" fmla="*/ 2147483647 h 552"/>
                <a:gd name="T34" fmla="*/ 2147483647 w 534"/>
                <a:gd name="T35" fmla="*/ 2147483647 h 552"/>
                <a:gd name="T36" fmla="*/ 2147483647 w 534"/>
                <a:gd name="T37" fmla="*/ 2147483647 h 552"/>
                <a:gd name="T38" fmla="*/ 2147483647 w 534"/>
                <a:gd name="T39" fmla="*/ 2147483647 h 552"/>
                <a:gd name="T40" fmla="*/ 2147483647 w 534"/>
                <a:gd name="T41" fmla="*/ 2147483647 h 552"/>
                <a:gd name="T42" fmla="*/ 2147483647 w 534"/>
                <a:gd name="T43" fmla="*/ 2147483647 h 552"/>
                <a:gd name="T44" fmla="*/ 2147483647 w 534"/>
                <a:gd name="T45" fmla="*/ 2147483647 h 552"/>
                <a:gd name="T46" fmla="*/ 2147483647 w 534"/>
                <a:gd name="T47" fmla="*/ 2147483647 h 552"/>
                <a:gd name="T48" fmla="*/ 2147483647 w 534"/>
                <a:gd name="T49" fmla="*/ 2147483647 h 552"/>
                <a:gd name="T50" fmla="*/ 2147483647 w 534"/>
                <a:gd name="T51" fmla="*/ 2147483647 h 552"/>
                <a:gd name="T52" fmla="*/ 2147483647 w 534"/>
                <a:gd name="T53" fmla="*/ 2147483647 h 552"/>
                <a:gd name="T54" fmla="*/ 2147483647 w 534"/>
                <a:gd name="T55" fmla="*/ 2147483647 h 552"/>
                <a:gd name="T56" fmla="*/ 2147483647 w 534"/>
                <a:gd name="T57" fmla="*/ 2147483647 h 552"/>
                <a:gd name="T58" fmla="*/ 2147483647 w 534"/>
                <a:gd name="T59" fmla="*/ 2147483647 h 552"/>
                <a:gd name="T60" fmla="*/ 2147483647 w 534"/>
                <a:gd name="T61" fmla="*/ 2147483647 h 552"/>
                <a:gd name="T62" fmla="*/ 2147483647 w 534"/>
                <a:gd name="T63" fmla="*/ 2147483647 h 552"/>
                <a:gd name="T64" fmla="*/ 2147483647 w 534"/>
                <a:gd name="T65" fmla="*/ 2147483647 h 552"/>
                <a:gd name="T66" fmla="*/ 2147483647 w 534"/>
                <a:gd name="T67" fmla="*/ 2147483647 h 552"/>
                <a:gd name="T68" fmla="*/ 2147483647 w 534"/>
                <a:gd name="T69" fmla="*/ 2147483647 h 552"/>
                <a:gd name="T70" fmla="*/ 2147483647 w 534"/>
                <a:gd name="T71" fmla="*/ 2147483647 h 552"/>
                <a:gd name="T72" fmla="*/ 2147483647 w 534"/>
                <a:gd name="T73" fmla="*/ 2147483647 h 552"/>
                <a:gd name="T74" fmla="*/ 2147483647 w 534"/>
                <a:gd name="T75" fmla="*/ 2147483647 h 552"/>
                <a:gd name="T76" fmla="*/ 2147483647 w 534"/>
                <a:gd name="T77" fmla="*/ 2147483647 h 552"/>
                <a:gd name="T78" fmla="*/ 2147483647 w 534"/>
                <a:gd name="T79" fmla="*/ 2147483647 h 552"/>
                <a:gd name="T80" fmla="*/ 2147483647 w 534"/>
                <a:gd name="T81" fmla="*/ 2147483647 h 552"/>
                <a:gd name="T82" fmla="*/ 2147483647 w 534"/>
                <a:gd name="T83" fmla="*/ 2147483647 h 552"/>
                <a:gd name="T84" fmla="*/ 2147483647 w 534"/>
                <a:gd name="T85" fmla="*/ 2147483647 h 552"/>
                <a:gd name="T86" fmla="*/ 2147483647 w 534"/>
                <a:gd name="T87" fmla="*/ 2147483647 h 552"/>
                <a:gd name="T88" fmla="*/ 2147483647 w 534"/>
                <a:gd name="T89" fmla="*/ 2147483647 h 552"/>
                <a:gd name="T90" fmla="*/ 2147483647 w 534"/>
                <a:gd name="T91" fmla="*/ 2147483647 h 552"/>
                <a:gd name="T92" fmla="*/ 2147483647 w 534"/>
                <a:gd name="T93" fmla="*/ 2147483647 h 552"/>
                <a:gd name="T94" fmla="*/ 2147483647 w 534"/>
                <a:gd name="T95" fmla="*/ 2147483647 h 552"/>
                <a:gd name="T96" fmla="*/ 2147483647 w 534"/>
                <a:gd name="T97" fmla="*/ 2147483647 h 552"/>
                <a:gd name="T98" fmla="*/ 2147483647 w 534"/>
                <a:gd name="T99" fmla="*/ 2147483647 h 552"/>
                <a:gd name="T100" fmla="*/ 2147483647 w 534"/>
                <a:gd name="T101" fmla="*/ 2147483647 h 552"/>
                <a:gd name="T102" fmla="*/ 2147483647 w 534"/>
                <a:gd name="T103" fmla="*/ 2147483647 h 552"/>
                <a:gd name="T104" fmla="*/ 2147483647 w 534"/>
                <a:gd name="T105" fmla="*/ 2147483647 h 552"/>
                <a:gd name="T106" fmla="*/ 2147483647 w 534"/>
                <a:gd name="T107" fmla="*/ 2147483647 h 5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34"/>
                <a:gd name="T163" fmla="*/ 0 h 552"/>
                <a:gd name="T164" fmla="*/ 534 w 534"/>
                <a:gd name="T165" fmla="*/ 552 h 55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34" h="552">
                  <a:moveTo>
                    <a:pt x="240" y="108"/>
                  </a:moveTo>
                  <a:lnTo>
                    <a:pt x="270" y="126"/>
                  </a:lnTo>
                  <a:lnTo>
                    <a:pt x="282" y="120"/>
                  </a:lnTo>
                  <a:lnTo>
                    <a:pt x="240" y="108"/>
                  </a:lnTo>
                  <a:close/>
                  <a:moveTo>
                    <a:pt x="24" y="258"/>
                  </a:moveTo>
                  <a:lnTo>
                    <a:pt x="0" y="282"/>
                  </a:lnTo>
                  <a:lnTo>
                    <a:pt x="42" y="294"/>
                  </a:lnTo>
                  <a:lnTo>
                    <a:pt x="24" y="258"/>
                  </a:lnTo>
                  <a:close/>
                  <a:moveTo>
                    <a:pt x="312" y="414"/>
                  </a:moveTo>
                  <a:lnTo>
                    <a:pt x="312" y="420"/>
                  </a:lnTo>
                  <a:lnTo>
                    <a:pt x="324" y="420"/>
                  </a:lnTo>
                  <a:lnTo>
                    <a:pt x="324" y="414"/>
                  </a:lnTo>
                  <a:lnTo>
                    <a:pt x="318" y="408"/>
                  </a:lnTo>
                  <a:lnTo>
                    <a:pt x="312" y="408"/>
                  </a:lnTo>
                  <a:lnTo>
                    <a:pt x="312" y="414"/>
                  </a:lnTo>
                  <a:close/>
                  <a:moveTo>
                    <a:pt x="306" y="390"/>
                  </a:moveTo>
                  <a:lnTo>
                    <a:pt x="300" y="378"/>
                  </a:lnTo>
                  <a:lnTo>
                    <a:pt x="294" y="390"/>
                  </a:lnTo>
                  <a:lnTo>
                    <a:pt x="306" y="390"/>
                  </a:lnTo>
                  <a:close/>
                  <a:moveTo>
                    <a:pt x="294" y="294"/>
                  </a:moveTo>
                  <a:lnTo>
                    <a:pt x="318" y="336"/>
                  </a:lnTo>
                  <a:lnTo>
                    <a:pt x="330" y="318"/>
                  </a:lnTo>
                  <a:lnTo>
                    <a:pt x="294" y="294"/>
                  </a:lnTo>
                  <a:close/>
                  <a:moveTo>
                    <a:pt x="108" y="264"/>
                  </a:moveTo>
                  <a:lnTo>
                    <a:pt x="138" y="264"/>
                  </a:lnTo>
                  <a:lnTo>
                    <a:pt x="144" y="270"/>
                  </a:lnTo>
                  <a:lnTo>
                    <a:pt x="156" y="270"/>
                  </a:lnTo>
                  <a:lnTo>
                    <a:pt x="180" y="282"/>
                  </a:lnTo>
                  <a:lnTo>
                    <a:pt x="192" y="282"/>
                  </a:lnTo>
                  <a:lnTo>
                    <a:pt x="198" y="288"/>
                  </a:lnTo>
                  <a:lnTo>
                    <a:pt x="204" y="288"/>
                  </a:lnTo>
                  <a:lnTo>
                    <a:pt x="216" y="300"/>
                  </a:lnTo>
                  <a:lnTo>
                    <a:pt x="228" y="306"/>
                  </a:lnTo>
                  <a:lnTo>
                    <a:pt x="234" y="312"/>
                  </a:lnTo>
                  <a:lnTo>
                    <a:pt x="246" y="312"/>
                  </a:lnTo>
                  <a:lnTo>
                    <a:pt x="252" y="306"/>
                  </a:lnTo>
                  <a:lnTo>
                    <a:pt x="252" y="288"/>
                  </a:lnTo>
                  <a:lnTo>
                    <a:pt x="228" y="264"/>
                  </a:lnTo>
                  <a:lnTo>
                    <a:pt x="216" y="258"/>
                  </a:lnTo>
                  <a:lnTo>
                    <a:pt x="210" y="252"/>
                  </a:lnTo>
                  <a:lnTo>
                    <a:pt x="204" y="252"/>
                  </a:lnTo>
                  <a:lnTo>
                    <a:pt x="198" y="246"/>
                  </a:lnTo>
                  <a:lnTo>
                    <a:pt x="186" y="246"/>
                  </a:lnTo>
                  <a:lnTo>
                    <a:pt x="174" y="234"/>
                  </a:lnTo>
                  <a:lnTo>
                    <a:pt x="168" y="234"/>
                  </a:lnTo>
                  <a:lnTo>
                    <a:pt x="174" y="228"/>
                  </a:lnTo>
                  <a:lnTo>
                    <a:pt x="192" y="228"/>
                  </a:lnTo>
                  <a:lnTo>
                    <a:pt x="198" y="240"/>
                  </a:lnTo>
                  <a:lnTo>
                    <a:pt x="222" y="252"/>
                  </a:lnTo>
                  <a:lnTo>
                    <a:pt x="234" y="264"/>
                  </a:lnTo>
                  <a:lnTo>
                    <a:pt x="258" y="264"/>
                  </a:lnTo>
                  <a:lnTo>
                    <a:pt x="270" y="252"/>
                  </a:lnTo>
                  <a:lnTo>
                    <a:pt x="258" y="240"/>
                  </a:lnTo>
                  <a:lnTo>
                    <a:pt x="246" y="240"/>
                  </a:lnTo>
                  <a:lnTo>
                    <a:pt x="234" y="234"/>
                  </a:lnTo>
                  <a:lnTo>
                    <a:pt x="222" y="234"/>
                  </a:lnTo>
                  <a:lnTo>
                    <a:pt x="210" y="228"/>
                  </a:lnTo>
                  <a:lnTo>
                    <a:pt x="204" y="216"/>
                  </a:lnTo>
                  <a:lnTo>
                    <a:pt x="198" y="210"/>
                  </a:lnTo>
                  <a:lnTo>
                    <a:pt x="198" y="204"/>
                  </a:lnTo>
                  <a:lnTo>
                    <a:pt x="192" y="192"/>
                  </a:lnTo>
                  <a:lnTo>
                    <a:pt x="186" y="186"/>
                  </a:lnTo>
                  <a:lnTo>
                    <a:pt x="174" y="162"/>
                  </a:lnTo>
                  <a:lnTo>
                    <a:pt x="168" y="156"/>
                  </a:lnTo>
                  <a:lnTo>
                    <a:pt x="162" y="144"/>
                  </a:lnTo>
                  <a:lnTo>
                    <a:pt x="150" y="132"/>
                  </a:lnTo>
                  <a:lnTo>
                    <a:pt x="150" y="120"/>
                  </a:lnTo>
                  <a:lnTo>
                    <a:pt x="144" y="114"/>
                  </a:lnTo>
                  <a:lnTo>
                    <a:pt x="144" y="102"/>
                  </a:lnTo>
                  <a:lnTo>
                    <a:pt x="150" y="96"/>
                  </a:lnTo>
                  <a:lnTo>
                    <a:pt x="156" y="96"/>
                  </a:lnTo>
                  <a:lnTo>
                    <a:pt x="162" y="102"/>
                  </a:lnTo>
                  <a:lnTo>
                    <a:pt x="162" y="108"/>
                  </a:lnTo>
                  <a:lnTo>
                    <a:pt x="168" y="114"/>
                  </a:lnTo>
                  <a:lnTo>
                    <a:pt x="180" y="114"/>
                  </a:lnTo>
                  <a:lnTo>
                    <a:pt x="180" y="120"/>
                  </a:lnTo>
                  <a:lnTo>
                    <a:pt x="186" y="120"/>
                  </a:lnTo>
                  <a:lnTo>
                    <a:pt x="198" y="132"/>
                  </a:lnTo>
                  <a:lnTo>
                    <a:pt x="198" y="144"/>
                  </a:lnTo>
                  <a:lnTo>
                    <a:pt x="204" y="144"/>
                  </a:lnTo>
                  <a:lnTo>
                    <a:pt x="210" y="138"/>
                  </a:lnTo>
                  <a:lnTo>
                    <a:pt x="216" y="138"/>
                  </a:lnTo>
                  <a:lnTo>
                    <a:pt x="204" y="120"/>
                  </a:lnTo>
                  <a:lnTo>
                    <a:pt x="210" y="120"/>
                  </a:lnTo>
                  <a:lnTo>
                    <a:pt x="234" y="132"/>
                  </a:lnTo>
                  <a:lnTo>
                    <a:pt x="222" y="114"/>
                  </a:lnTo>
                  <a:lnTo>
                    <a:pt x="228" y="108"/>
                  </a:lnTo>
                  <a:lnTo>
                    <a:pt x="228" y="84"/>
                  </a:lnTo>
                  <a:lnTo>
                    <a:pt x="240" y="72"/>
                  </a:lnTo>
                  <a:lnTo>
                    <a:pt x="270" y="72"/>
                  </a:lnTo>
                  <a:lnTo>
                    <a:pt x="276" y="78"/>
                  </a:lnTo>
                  <a:lnTo>
                    <a:pt x="276" y="90"/>
                  </a:lnTo>
                  <a:lnTo>
                    <a:pt x="288" y="90"/>
                  </a:lnTo>
                  <a:lnTo>
                    <a:pt x="294" y="84"/>
                  </a:lnTo>
                  <a:lnTo>
                    <a:pt x="300" y="72"/>
                  </a:lnTo>
                  <a:lnTo>
                    <a:pt x="306" y="66"/>
                  </a:lnTo>
                  <a:lnTo>
                    <a:pt x="342" y="66"/>
                  </a:lnTo>
                  <a:lnTo>
                    <a:pt x="360" y="72"/>
                  </a:lnTo>
                  <a:lnTo>
                    <a:pt x="372" y="72"/>
                  </a:lnTo>
                  <a:lnTo>
                    <a:pt x="378" y="78"/>
                  </a:lnTo>
                  <a:lnTo>
                    <a:pt x="384" y="78"/>
                  </a:lnTo>
                  <a:lnTo>
                    <a:pt x="384" y="72"/>
                  </a:lnTo>
                  <a:lnTo>
                    <a:pt x="390" y="60"/>
                  </a:lnTo>
                  <a:lnTo>
                    <a:pt x="390" y="48"/>
                  </a:lnTo>
                  <a:lnTo>
                    <a:pt x="384" y="42"/>
                  </a:lnTo>
                  <a:lnTo>
                    <a:pt x="384" y="36"/>
                  </a:lnTo>
                  <a:lnTo>
                    <a:pt x="390" y="30"/>
                  </a:lnTo>
                  <a:lnTo>
                    <a:pt x="408" y="30"/>
                  </a:lnTo>
                  <a:lnTo>
                    <a:pt x="408" y="18"/>
                  </a:lnTo>
                  <a:lnTo>
                    <a:pt x="402" y="12"/>
                  </a:lnTo>
                  <a:lnTo>
                    <a:pt x="402" y="6"/>
                  </a:lnTo>
                  <a:lnTo>
                    <a:pt x="390" y="6"/>
                  </a:lnTo>
                  <a:lnTo>
                    <a:pt x="384" y="0"/>
                  </a:lnTo>
                  <a:lnTo>
                    <a:pt x="366" y="6"/>
                  </a:lnTo>
                  <a:lnTo>
                    <a:pt x="372" y="12"/>
                  </a:lnTo>
                  <a:lnTo>
                    <a:pt x="372" y="30"/>
                  </a:lnTo>
                  <a:lnTo>
                    <a:pt x="366" y="36"/>
                  </a:lnTo>
                  <a:lnTo>
                    <a:pt x="348" y="36"/>
                  </a:lnTo>
                  <a:lnTo>
                    <a:pt x="336" y="24"/>
                  </a:lnTo>
                  <a:lnTo>
                    <a:pt x="324" y="36"/>
                  </a:lnTo>
                  <a:lnTo>
                    <a:pt x="312" y="36"/>
                  </a:lnTo>
                  <a:lnTo>
                    <a:pt x="300" y="24"/>
                  </a:lnTo>
                  <a:lnTo>
                    <a:pt x="294" y="30"/>
                  </a:lnTo>
                  <a:lnTo>
                    <a:pt x="282" y="30"/>
                  </a:lnTo>
                  <a:lnTo>
                    <a:pt x="264" y="12"/>
                  </a:lnTo>
                  <a:lnTo>
                    <a:pt x="264" y="6"/>
                  </a:lnTo>
                  <a:lnTo>
                    <a:pt x="234" y="12"/>
                  </a:lnTo>
                  <a:lnTo>
                    <a:pt x="228" y="30"/>
                  </a:lnTo>
                  <a:lnTo>
                    <a:pt x="204" y="24"/>
                  </a:lnTo>
                  <a:lnTo>
                    <a:pt x="198" y="30"/>
                  </a:lnTo>
                  <a:lnTo>
                    <a:pt x="186" y="36"/>
                  </a:lnTo>
                  <a:lnTo>
                    <a:pt x="174" y="36"/>
                  </a:lnTo>
                  <a:lnTo>
                    <a:pt x="168" y="30"/>
                  </a:lnTo>
                  <a:lnTo>
                    <a:pt x="162" y="30"/>
                  </a:lnTo>
                  <a:lnTo>
                    <a:pt x="150" y="36"/>
                  </a:lnTo>
                  <a:lnTo>
                    <a:pt x="138" y="48"/>
                  </a:lnTo>
                  <a:lnTo>
                    <a:pt x="126" y="54"/>
                  </a:lnTo>
                  <a:lnTo>
                    <a:pt x="102" y="54"/>
                  </a:lnTo>
                  <a:lnTo>
                    <a:pt x="102" y="60"/>
                  </a:lnTo>
                  <a:lnTo>
                    <a:pt x="96" y="72"/>
                  </a:lnTo>
                  <a:lnTo>
                    <a:pt x="72" y="72"/>
                  </a:lnTo>
                  <a:lnTo>
                    <a:pt x="66" y="66"/>
                  </a:lnTo>
                  <a:lnTo>
                    <a:pt x="60" y="66"/>
                  </a:lnTo>
                  <a:lnTo>
                    <a:pt x="48" y="72"/>
                  </a:lnTo>
                  <a:lnTo>
                    <a:pt x="54" y="84"/>
                  </a:lnTo>
                  <a:lnTo>
                    <a:pt x="54" y="90"/>
                  </a:lnTo>
                  <a:lnTo>
                    <a:pt x="42" y="102"/>
                  </a:lnTo>
                  <a:lnTo>
                    <a:pt x="24" y="102"/>
                  </a:lnTo>
                  <a:lnTo>
                    <a:pt x="24" y="126"/>
                  </a:lnTo>
                  <a:lnTo>
                    <a:pt x="12" y="132"/>
                  </a:lnTo>
                  <a:lnTo>
                    <a:pt x="0" y="132"/>
                  </a:lnTo>
                  <a:lnTo>
                    <a:pt x="0" y="198"/>
                  </a:lnTo>
                  <a:lnTo>
                    <a:pt x="6" y="204"/>
                  </a:lnTo>
                  <a:lnTo>
                    <a:pt x="18" y="210"/>
                  </a:lnTo>
                  <a:lnTo>
                    <a:pt x="24" y="216"/>
                  </a:lnTo>
                  <a:lnTo>
                    <a:pt x="30" y="228"/>
                  </a:lnTo>
                  <a:lnTo>
                    <a:pt x="36" y="234"/>
                  </a:lnTo>
                  <a:lnTo>
                    <a:pt x="42" y="246"/>
                  </a:lnTo>
                  <a:lnTo>
                    <a:pt x="54" y="258"/>
                  </a:lnTo>
                  <a:lnTo>
                    <a:pt x="60" y="270"/>
                  </a:lnTo>
                  <a:lnTo>
                    <a:pt x="84" y="270"/>
                  </a:lnTo>
                  <a:lnTo>
                    <a:pt x="96" y="264"/>
                  </a:lnTo>
                  <a:lnTo>
                    <a:pt x="108" y="264"/>
                  </a:lnTo>
                  <a:close/>
                  <a:moveTo>
                    <a:pt x="396" y="252"/>
                  </a:moveTo>
                  <a:lnTo>
                    <a:pt x="372" y="252"/>
                  </a:lnTo>
                  <a:lnTo>
                    <a:pt x="372" y="270"/>
                  </a:lnTo>
                  <a:lnTo>
                    <a:pt x="384" y="294"/>
                  </a:lnTo>
                  <a:lnTo>
                    <a:pt x="396" y="252"/>
                  </a:lnTo>
                  <a:close/>
                  <a:moveTo>
                    <a:pt x="24" y="312"/>
                  </a:moveTo>
                  <a:lnTo>
                    <a:pt x="18" y="318"/>
                  </a:lnTo>
                  <a:lnTo>
                    <a:pt x="24" y="324"/>
                  </a:lnTo>
                  <a:lnTo>
                    <a:pt x="30" y="324"/>
                  </a:lnTo>
                  <a:lnTo>
                    <a:pt x="36" y="330"/>
                  </a:lnTo>
                  <a:lnTo>
                    <a:pt x="42" y="324"/>
                  </a:lnTo>
                  <a:lnTo>
                    <a:pt x="42" y="318"/>
                  </a:lnTo>
                  <a:lnTo>
                    <a:pt x="30" y="306"/>
                  </a:lnTo>
                  <a:lnTo>
                    <a:pt x="24" y="312"/>
                  </a:lnTo>
                  <a:close/>
                  <a:moveTo>
                    <a:pt x="378" y="390"/>
                  </a:moveTo>
                  <a:lnTo>
                    <a:pt x="378" y="408"/>
                  </a:lnTo>
                  <a:lnTo>
                    <a:pt x="390" y="390"/>
                  </a:lnTo>
                  <a:lnTo>
                    <a:pt x="378" y="390"/>
                  </a:lnTo>
                  <a:close/>
                  <a:moveTo>
                    <a:pt x="408" y="330"/>
                  </a:moveTo>
                  <a:lnTo>
                    <a:pt x="396" y="330"/>
                  </a:lnTo>
                  <a:lnTo>
                    <a:pt x="384" y="336"/>
                  </a:lnTo>
                  <a:lnTo>
                    <a:pt x="384" y="342"/>
                  </a:lnTo>
                  <a:lnTo>
                    <a:pt x="396" y="342"/>
                  </a:lnTo>
                  <a:lnTo>
                    <a:pt x="402" y="336"/>
                  </a:lnTo>
                  <a:lnTo>
                    <a:pt x="408" y="336"/>
                  </a:lnTo>
                  <a:lnTo>
                    <a:pt x="408" y="330"/>
                  </a:lnTo>
                  <a:close/>
                  <a:moveTo>
                    <a:pt x="396" y="192"/>
                  </a:moveTo>
                  <a:lnTo>
                    <a:pt x="372" y="198"/>
                  </a:lnTo>
                  <a:lnTo>
                    <a:pt x="372" y="210"/>
                  </a:lnTo>
                  <a:lnTo>
                    <a:pt x="390" y="210"/>
                  </a:lnTo>
                  <a:lnTo>
                    <a:pt x="396" y="216"/>
                  </a:lnTo>
                  <a:lnTo>
                    <a:pt x="396" y="222"/>
                  </a:lnTo>
                  <a:lnTo>
                    <a:pt x="414" y="222"/>
                  </a:lnTo>
                  <a:lnTo>
                    <a:pt x="414" y="210"/>
                  </a:lnTo>
                  <a:lnTo>
                    <a:pt x="396" y="192"/>
                  </a:lnTo>
                  <a:close/>
                  <a:moveTo>
                    <a:pt x="342" y="372"/>
                  </a:moveTo>
                  <a:lnTo>
                    <a:pt x="342" y="378"/>
                  </a:lnTo>
                  <a:lnTo>
                    <a:pt x="348" y="384"/>
                  </a:lnTo>
                  <a:lnTo>
                    <a:pt x="360" y="384"/>
                  </a:lnTo>
                  <a:lnTo>
                    <a:pt x="366" y="378"/>
                  </a:lnTo>
                  <a:lnTo>
                    <a:pt x="366" y="372"/>
                  </a:lnTo>
                  <a:lnTo>
                    <a:pt x="360" y="366"/>
                  </a:lnTo>
                  <a:lnTo>
                    <a:pt x="342" y="366"/>
                  </a:lnTo>
                  <a:lnTo>
                    <a:pt x="342" y="372"/>
                  </a:lnTo>
                  <a:close/>
                  <a:moveTo>
                    <a:pt x="444" y="312"/>
                  </a:moveTo>
                  <a:lnTo>
                    <a:pt x="432" y="312"/>
                  </a:lnTo>
                  <a:lnTo>
                    <a:pt x="432" y="330"/>
                  </a:lnTo>
                  <a:lnTo>
                    <a:pt x="444" y="336"/>
                  </a:lnTo>
                  <a:lnTo>
                    <a:pt x="450" y="330"/>
                  </a:lnTo>
                  <a:lnTo>
                    <a:pt x="450" y="318"/>
                  </a:lnTo>
                  <a:lnTo>
                    <a:pt x="444" y="312"/>
                  </a:lnTo>
                  <a:close/>
                  <a:moveTo>
                    <a:pt x="444" y="372"/>
                  </a:moveTo>
                  <a:lnTo>
                    <a:pt x="456" y="354"/>
                  </a:lnTo>
                  <a:lnTo>
                    <a:pt x="438" y="354"/>
                  </a:lnTo>
                  <a:lnTo>
                    <a:pt x="444" y="372"/>
                  </a:lnTo>
                  <a:close/>
                  <a:moveTo>
                    <a:pt x="276" y="222"/>
                  </a:moveTo>
                  <a:lnTo>
                    <a:pt x="276" y="240"/>
                  </a:lnTo>
                  <a:lnTo>
                    <a:pt x="288" y="240"/>
                  </a:lnTo>
                  <a:lnTo>
                    <a:pt x="276" y="222"/>
                  </a:lnTo>
                  <a:close/>
                  <a:moveTo>
                    <a:pt x="534" y="420"/>
                  </a:moveTo>
                  <a:lnTo>
                    <a:pt x="522" y="420"/>
                  </a:lnTo>
                  <a:lnTo>
                    <a:pt x="516" y="426"/>
                  </a:lnTo>
                  <a:lnTo>
                    <a:pt x="510" y="438"/>
                  </a:lnTo>
                  <a:lnTo>
                    <a:pt x="510" y="468"/>
                  </a:lnTo>
                  <a:lnTo>
                    <a:pt x="516" y="468"/>
                  </a:lnTo>
                  <a:lnTo>
                    <a:pt x="522" y="456"/>
                  </a:lnTo>
                  <a:lnTo>
                    <a:pt x="528" y="450"/>
                  </a:lnTo>
                  <a:lnTo>
                    <a:pt x="534" y="438"/>
                  </a:lnTo>
                  <a:lnTo>
                    <a:pt x="534" y="420"/>
                  </a:lnTo>
                  <a:close/>
                  <a:moveTo>
                    <a:pt x="462" y="384"/>
                  </a:moveTo>
                  <a:lnTo>
                    <a:pt x="456" y="408"/>
                  </a:lnTo>
                  <a:lnTo>
                    <a:pt x="498" y="378"/>
                  </a:lnTo>
                  <a:lnTo>
                    <a:pt x="486" y="372"/>
                  </a:lnTo>
                  <a:lnTo>
                    <a:pt x="462" y="384"/>
                  </a:lnTo>
                  <a:close/>
                  <a:moveTo>
                    <a:pt x="462" y="510"/>
                  </a:moveTo>
                  <a:lnTo>
                    <a:pt x="480" y="510"/>
                  </a:lnTo>
                  <a:lnTo>
                    <a:pt x="468" y="468"/>
                  </a:lnTo>
                  <a:lnTo>
                    <a:pt x="462" y="510"/>
                  </a:lnTo>
                  <a:close/>
                  <a:moveTo>
                    <a:pt x="276" y="330"/>
                  </a:moveTo>
                  <a:lnTo>
                    <a:pt x="270" y="336"/>
                  </a:lnTo>
                  <a:lnTo>
                    <a:pt x="270" y="348"/>
                  </a:lnTo>
                  <a:lnTo>
                    <a:pt x="276" y="348"/>
                  </a:lnTo>
                  <a:lnTo>
                    <a:pt x="288" y="336"/>
                  </a:lnTo>
                  <a:lnTo>
                    <a:pt x="282" y="330"/>
                  </a:lnTo>
                  <a:lnTo>
                    <a:pt x="276" y="330"/>
                  </a:lnTo>
                  <a:close/>
                  <a:moveTo>
                    <a:pt x="186" y="432"/>
                  </a:moveTo>
                  <a:lnTo>
                    <a:pt x="180" y="438"/>
                  </a:lnTo>
                  <a:lnTo>
                    <a:pt x="180" y="450"/>
                  </a:lnTo>
                  <a:lnTo>
                    <a:pt x="186" y="456"/>
                  </a:lnTo>
                  <a:lnTo>
                    <a:pt x="198" y="444"/>
                  </a:lnTo>
                  <a:lnTo>
                    <a:pt x="198" y="438"/>
                  </a:lnTo>
                  <a:lnTo>
                    <a:pt x="192" y="432"/>
                  </a:lnTo>
                  <a:lnTo>
                    <a:pt x="186" y="432"/>
                  </a:lnTo>
                  <a:close/>
                  <a:moveTo>
                    <a:pt x="384" y="528"/>
                  </a:moveTo>
                  <a:lnTo>
                    <a:pt x="378" y="528"/>
                  </a:lnTo>
                  <a:lnTo>
                    <a:pt x="378" y="516"/>
                  </a:lnTo>
                  <a:lnTo>
                    <a:pt x="372" y="510"/>
                  </a:lnTo>
                  <a:lnTo>
                    <a:pt x="342" y="510"/>
                  </a:lnTo>
                  <a:lnTo>
                    <a:pt x="306" y="504"/>
                  </a:lnTo>
                  <a:lnTo>
                    <a:pt x="276" y="504"/>
                  </a:lnTo>
                  <a:lnTo>
                    <a:pt x="246" y="486"/>
                  </a:lnTo>
                  <a:lnTo>
                    <a:pt x="228" y="504"/>
                  </a:lnTo>
                  <a:lnTo>
                    <a:pt x="234" y="510"/>
                  </a:lnTo>
                  <a:lnTo>
                    <a:pt x="246" y="516"/>
                  </a:lnTo>
                  <a:lnTo>
                    <a:pt x="252" y="522"/>
                  </a:lnTo>
                  <a:lnTo>
                    <a:pt x="258" y="516"/>
                  </a:lnTo>
                  <a:lnTo>
                    <a:pt x="264" y="528"/>
                  </a:lnTo>
                  <a:lnTo>
                    <a:pt x="300" y="528"/>
                  </a:lnTo>
                  <a:lnTo>
                    <a:pt x="312" y="552"/>
                  </a:lnTo>
                  <a:lnTo>
                    <a:pt x="354" y="546"/>
                  </a:lnTo>
                  <a:lnTo>
                    <a:pt x="354" y="540"/>
                  </a:lnTo>
                  <a:lnTo>
                    <a:pt x="402" y="540"/>
                  </a:lnTo>
                  <a:lnTo>
                    <a:pt x="414" y="528"/>
                  </a:lnTo>
                  <a:lnTo>
                    <a:pt x="414" y="522"/>
                  </a:lnTo>
                  <a:lnTo>
                    <a:pt x="408" y="516"/>
                  </a:lnTo>
                  <a:lnTo>
                    <a:pt x="402" y="516"/>
                  </a:lnTo>
                  <a:lnTo>
                    <a:pt x="396" y="522"/>
                  </a:lnTo>
                  <a:lnTo>
                    <a:pt x="390" y="522"/>
                  </a:lnTo>
                  <a:lnTo>
                    <a:pt x="384" y="528"/>
                  </a:lnTo>
                  <a:close/>
                  <a:moveTo>
                    <a:pt x="420" y="408"/>
                  </a:moveTo>
                  <a:lnTo>
                    <a:pt x="408" y="408"/>
                  </a:lnTo>
                  <a:lnTo>
                    <a:pt x="408" y="420"/>
                  </a:lnTo>
                  <a:lnTo>
                    <a:pt x="420" y="420"/>
                  </a:lnTo>
                  <a:lnTo>
                    <a:pt x="426" y="414"/>
                  </a:lnTo>
                  <a:lnTo>
                    <a:pt x="420" y="408"/>
                  </a:lnTo>
                  <a:close/>
                  <a:moveTo>
                    <a:pt x="114" y="276"/>
                  </a:moveTo>
                  <a:lnTo>
                    <a:pt x="90" y="288"/>
                  </a:lnTo>
                  <a:lnTo>
                    <a:pt x="84" y="288"/>
                  </a:lnTo>
                  <a:lnTo>
                    <a:pt x="66" y="312"/>
                  </a:lnTo>
                  <a:lnTo>
                    <a:pt x="96" y="336"/>
                  </a:lnTo>
                  <a:lnTo>
                    <a:pt x="96" y="348"/>
                  </a:lnTo>
                  <a:lnTo>
                    <a:pt x="90" y="366"/>
                  </a:lnTo>
                  <a:lnTo>
                    <a:pt x="90" y="384"/>
                  </a:lnTo>
                  <a:lnTo>
                    <a:pt x="96" y="390"/>
                  </a:lnTo>
                  <a:lnTo>
                    <a:pt x="108" y="396"/>
                  </a:lnTo>
                  <a:lnTo>
                    <a:pt x="114" y="396"/>
                  </a:lnTo>
                  <a:lnTo>
                    <a:pt x="114" y="390"/>
                  </a:lnTo>
                  <a:lnTo>
                    <a:pt x="126" y="378"/>
                  </a:lnTo>
                  <a:lnTo>
                    <a:pt x="132" y="378"/>
                  </a:lnTo>
                  <a:lnTo>
                    <a:pt x="156" y="420"/>
                  </a:lnTo>
                  <a:lnTo>
                    <a:pt x="162" y="390"/>
                  </a:lnTo>
                  <a:lnTo>
                    <a:pt x="180" y="414"/>
                  </a:lnTo>
                  <a:lnTo>
                    <a:pt x="204" y="420"/>
                  </a:lnTo>
                  <a:lnTo>
                    <a:pt x="186" y="402"/>
                  </a:lnTo>
                  <a:lnTo>
                    <a:pt x="192" y="396"/>
                  </a:lnTo>
                  <a:lnTo>
                    <a:pt x="192" y="372"/>
                  </a:lnTo>
                  <a:lnTo>
                    <a:pt x="186" y="366"/>
                  </a:lnTo>
                  <a:lnTo>
                    <a:pt x="180" y="354"/>
                  </a:lnTo>
                  <a:lnTo>
                    <a:pt x="174" y="348"/>
                  </a:lnTo>
                  <a:lnTo>
                    <a:pt x="168" y="336"/>
                  </a:lnTo>
                  <a:lnTo>
                    <a:pt x="168" y="330"/>
                  </a:lnTo>
                  <a:lnTo>
                    <a:pt x="186" y="330"/>
                  </a:lnTo>
                  <a:lnTo>
                    <a:pt x="198" y="336"/>
                  </a:lnTo>
                  <a:lnTo>
                    <a:pt x="210" y="348"/>
                  </a:lnTo>
                  <a:lnTo>
                    <a:pt x="222" y="342"/>
                  </a:lnTo>
                  <a:lnTo>
                    <a:pt x="210" y="336"/>
                  </a:lnTo>
                  <a:lnTo>
                    <a:pt x="204" y="324"/>
                  </a:lnTo>
                  <a:lnTo>
                    <a:pt x="192" y="318"/>
                  </a:lnTo>
                  <a:lnTo>
                    <a:pt x="186" y="312"/>
                  </a:lnTo>
                  <a:lnTo>
                    <a:pt x="174" y="306"/>
                  </a:lnTo>
                  <a:lnTo>
                    <a:pt x="156" y="294"/>
                  </a:lnTo>
                  <a:lnTo>
                    <a:pt x="138" y="288"/>
                  </a:lnTo>
                  <a:lnTo>
                    <a:pt x="126" y="282"/>
                  </a:lnTo>
                  <a:lnTo>
                    <a:pt x="120" y="276"/>
                  </a:lnTo>
                  <a:lnTo>
                    <a:pt x="114" y="27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 name="Germany" descr="© INSCALE GmbH, 05.05.2010&#10;http://www.presentationload.com/">
              <a:extLst>
                <a:ext uri="{FF2B5EF4-FFF2-40B4-BE49-F238E27FC236}">
                  <a16:creationId xmlns:a16="http://schemas.microsoft.com/office/drawing/2014/main" id="{2CB67D60-437E-2244-B18A-87B8EF0A7BA6}"/>
                </a:ext>
              </a:extLst>
            </p:cNvPr>
            <p:cNvSpPr>
              <a:spLocks/>
            </p:cNvSpPr>
            <p:nvPr/>
          </p:nvSpPr>
          <p:spPr bwMode="gray">
            <a:xfrm>
              <a:off x="5916843" y="2294253"/>
              <a:ext cx="236686" cy="248188"/>
            </a:xfrm>
            <a:custGeom>
              <a:avLst/>
              <a:gdLst>
                <a:gd name="T0" fmla="*/ 2147483647 w 564"/>
                <a:gd name="T1" fmla="*/ 2147483647 h 588"/>
                <a:gd name="T2" fmla="*/ 2147483647 w 564"/>
                <a:gd name="T3" fmla="*/ 2147483647 h 588"/>
                <a:gd name="T4" fmla="*/ 2147483647 w 564"/>
                <a:gd name="T5" fmla="*/ 2147483647 h 588"/>
                <a:gd name="T6" fmla="*/ 2147483647 w 564"/>
                <a:gd name="T7" fmla="*/ 2147483647 h 588"/>
                <a:gd name="T8" fmla="*/ 2147483647 w 564"/>
                <a:gd name="T9" fmla="*/ 2147483647 h 588"/>
                <a:gd name="T10" fmla="*/ 2147483647 w 564"/>
                <a:gd name="T11" fmla="*/ 2147483647 h 588"/>
                <a:gd name="T12" fmla="*/ 2147483647 w 564"/>
                <a:gd name="T13" fmla="*/ 2147483647 h 588"/>
                <a:gd name="T14" fmla="*/ 2147483647 w 564"/>
                <a:gd name="T15" fmla="*/ 2147483647 h 588"/>
                <a:gd name="T16" fmla="*/ 2147483647 w 564"/>
                <a:gd name="T17" fmla="*/ 2147483647 h 588"/>
                <a:gd name="T18" fmla="*/ 2147483647 w 564"/>
                <a:gd name="T19" fmla="*/ 2147483647 h 588"/>
                <a:gd name="T20" fmla="*/ 2147483647 w 564"/>
                <a:gd name="T21" fmla="*/ 2147483647 h 588"/>
                <a:gd name="T22" fmla="*/ 2147483647 w 564"/>
                <a:gd name="T23" fmla="*/ 2147483647 h 588"/>
                <a:gd name="T24" fmla="*/ 2147483647 w 564"/>
                <a:gd name="T25" fmla="*/ 2147483647 h 588"/>
                <a:gd name="T26" fmla="*/ 2147483647 w 564"/>
                <a:gd name="T27" fmla="*/ 2147483647 h 588"/>
                <a:gd name="T28" fmla="*/ 2147483647 w 564"/>
                <a:gd name="T29" fmla="*/ 2147483647 h 588"/>
                <a:gd name="T30" fmla="*/ 2147483647 w 564"/>
                <a:gd name="T31" fmla="*/ 2147483647 h 588"/>
                <a:gd name="T32" fmla="*/ 2147483647 w 564"/>
                <a:gd name="T33" fmla="*/ 2147483647 h 588"/>
                <a:gd name="T34" fmla="*/ 2147483647 w 564"/>
                <a:gd name="T35" fmla="*/ 2147483647 h 588"/>
                <a:gd name="T36" fmla="*/ 2147483647 w 564"/>
                <a:gd name="T37" fmla="*/ 2147483647 h 588"/>
                <a:gd name="T38" fmla="*/ 2147483647 w 564"/>
                <a:gd name="T39" fmla="*/ 2147483647 h 588"/>
                <a:gd name="T40" fmla="*/ 2147483647 w 564"/>
                <a:gd name="T41" fmla="*/ 2147483647 h 588"/>
                <a:gd name="T42" fmla="*/ 2147483647 w 564"/>
                <a:gd name="T43" fmla="*/ 2147483647 h 588"/>
                <a:gd name="T44" fmla="*/ 2147483647 w 564"/>
                <a:gd name="T45" fmla="*/ 2147483647 h 588"/>
                <a:gd name="T46" fmla="*/ 2147483647 w 564"/>
                <a:gd name="T47" fmla="*/ 2147483647 h 588"/>
                <a:gd name="T48" fmla="*/ 2147483647 w 564"/>
                <a:gd name="T49" fmla="*/ 2147483647 h 588"/>
                <a:gd name="T50" fmla="*/ 2147483647 w 564"/>
                <a:gd name="T51" fmla="*/ 2147483647 h 588"/>
                <a:gd name="T52" fmla="*/ 2147483647 w 564"/>
                <a:gd name="T53" fmla="*/ 2147483647 h 588"/>
                <a:gd name="T54" fmla="*/ 2147483647 w 564"/>
                <a:gd name="T55" fmla="*/ 2147483647 h 588"/>
                <a:gd name="T56" fmla="*/ 2147483647 w 564"/>
                <a:gd name="T57" fmla="*/ 2147483647 h 588"/>
                <a:gd name="T58" fmla="*/ 2147483647 w 564"/>
                <a:gd name="T59" fmla="*/ 2147483647 h 588"/>
                <a:gd name="T60" fmla="*/ 2147483647 w 564"/>
                <a:gd name="T61" fmla="*/ 2147483647 h 588"/>
                <a:gd name="T62" fmla="*/ 2147483647 w 564"/>
                <a:gd name="T63" fmla="*/ 2147483647 h 588"/>
                <a:gd name="T64" fmla="*/ 2147483647 w 564"/>
                <a:gd name="T65" fmla="*/ 2147483647 h 588"/>
                <a:gd name="T66" fmla="*/ 2147483647 w 564"/>
                <a:gd name="T67" fmla="*/ 2147483647 h 588"/>
                <a:gd name="T68" fmla="*/ 2147483647 w 564"/>
                <a:gd name="T69" fmla="*/ 2147483647 h 588"/>
                <a:gd name="T70" fmla="*/ 2147483647 w 564"/>
                <a:gd name="T71" fmla="*/ 2147483647 h 588"/>
                <a:gd name="T72" fmla="*/ 2147483647 w 564"/>
                <a:gd name="T73" fmla="*/ 2147483647 h 588"/>
                <a:gd name="T74" fmla="*/ 2147483647 w 564"/>
                <a:gd name="T75" fmla="*/ 2147483647 h 588"/>
                <a:gd name="T76" fmla="*/ 2147483647 w 564"/>
                <a:gd name="T77" fmla="*/ 2147483647 h 588"/>
                <a:gd name="T78" fmla="*/ 2147483647 w 564"/>
                <a:gd name="T79" fmla="*/ 2147483647 h 588"/>
                <a:gd name="T80" fmla="*/ 2147483647 w 564"/>
                <a:gd name="T81" fmla="*/ 2147483647 h 588"/>
                <a:gd name="T82" fmla="*/ 2147483647 w 564"/>
                <a:gd name="T83" fmla="*/ 0 h 588"/>
                <a:gd name="T84" fmla="*/ 2147483647 w 564"/>
                <a:gd name="T85" fmla="*/ 2147483647 h 588"/>
                <a:gd name="T86" fmla="*/ 2147483647 w 564"/>
                <a:gd name="T87" fmla="*/ 2147483647 h 588"/>
                <a:gd name="T88" fmla="*/ 2147483647 w 564"/>
                <a:gd name="T89" fmla="*/ 2147483647 h 588"/>
                <a:gd name="T90" fmla="*/ 2147483647 w 564"/>
                <a:gd name="T91" fmla="*/ 2147483647 h 588"/>
                <a:gd name="T92" fmla="*/ 2147483647 w 564"/>
                <a:gd name="T93" fmla="*/ 2147483647 h 588"/>
                <a:gd name="T94" fmla="*/ 2147483647 w 564"/>
                <a:gd name="T95" fmla="*/ 2147483647 h 588"/>
                <a:gd name="T96" fmla="*/ 2147483647 w 564"/>
                <a:gd name="T97" fmla="*/ 2147483647 h 588"/>
                <a:gd name="T98" fmla="*/ 2147483647 w 564"/>
                <a:gd name="T99" fmla="*/ 2147483647 h 588"/>
                <a:gd name="T100" fmla="*/ 2147483647 w 564"/>
                <a:gd name="T101" fmla="*/ 2147483647 h 588"/>
                <a:gd name="T102" fmla="*/ 2147483647 w 564"/>
                <a:gd name="T103" fmla="*/ 2147483647 h 588"/>
                <a:gd name="T104" fmla="*/ 0 w 564"/>
                <a:gd name="T105" fmla="*/ 2147483647 h 588"/>
                <a:gd name="T106" fmla="*/ 2147483647 w 564"/>
                <a:gd name="T107" fmla="*/ 2147483647 h 588"/>
                <a:gd name="T108" fmla="*/ 2147483647 w 564"/>
                <a:gd name="T109" fmla="*/ 2147483647 h 588"/>
                <a:gd name="T110" fmla="*/ 2147483647 w 564"/>
                <a:gd name="T111" fmla="*/ 2147483647 h 5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4"/>
                <a:gd name="T169" fmla="*/ 0 h 588"/>
                <a:gd name="T170" fmla="*/ 564 w 564"/>
                <a:gd name="T171" fmla="*/ 588 h 58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4" h="588">
                  <a:moveTo>
                    <a:pt x="30" y="414"/>
                  </a:moveTo>
                  <a:lnTo>
                    <a:pt x="30" y="420"/>
                  </a:lnTo>
                  <a:lnTo>
                    <a:pt x="36" y="420"/>
                  </a:lnTo>
                  <a:lnTo>
                    <a:pt x="36" y="444"/>
                  </a:lnTo>
                  <a:lnTo>
                    <a:pt x="60" y="444"/>
                  </a:lnTo>
                  <a:lnTo>
                    <a:pt x="60" y="450"/>
                  </a:lnTo>
                  <a:lnTo>
                    <a:pt x="72" y="450"/>
                  </a:lnTo>
                  <a:lnTo>
                    <a:pt x="84" y="444"/>
                  </a:lnTo>
                  <a:lnTo>
                    <a:pt x="96" y="444"/>
                  </a:lnTo>
                  <a:lnTo>
                    <a:pt x="96" y="450"/>
                  </a:lnTo>
                  <a:lnTo>
                    <a:pt x="120" y="450"/>
                  </a:lnTo>
                  <a:lnTo>
                    <a:pt x="138" y="456"/>
                  </a:lnTo>
                  <a:lnTo>
                    <a:pt x="132" y="468"/>
                  </a:lnTo>
                  <a:lnTo>
                    <a:pt x="114" y="486"/>
                  </a:lnTo>
                  <a:lnTo>
                    <a:pt x="114" y="498"/>
                  </a:lnTo>
                  <a:lnTo>
                    <a:pt x="108" y="510"/>
                  </a:lnTo>
                  <a:lnTo>
                    <a:pt x="102" y="516"/>
                  </a:lnTo>
                  <a:lnTo>
                    <a:pt x="96" y="528"/>
                  </a:lnTo>
                  <a:lnTo>
                    <a:pt x="96" y="570"/>
                  </a:lnTo>
                  <a:lnTo>
                    <a:pt x="132" y="570"/>
                  </a:lnTo>
                  <a:lnTo>
                    <a:pt x="150" y="564"/>
                  </a:lnTo>
                  <a:lnTo>
                    <a:pt x="156" y="570"/>
                  </a:lnTo>
                  <a:lnTo>
                    <a:pt x="150" y="564"/>
                  </a:lnTo>
                  <a:lnTo>
                    <a:pt x="150" y="552"/>
                  </a:lnTo>
                  <a:lnTo>
                    <a:pt x="156" y="546"/>
                  </a:lnTo>
                  <a:lnTo>
                    <a:pt x="162" y="546"/>
                  </a:lnTo>
                  <a:lnTo>
                    <a:pt x="174" y="552"/>
                  </a:lnTo>
                  <a:lnTo>
                    <a:pt x="180" y="558"/>
                  </a:lnTo>
                  <a:lnTo>
                    <a:pt x="192" y="558"/>
                  </a:lnTo>
                  <a:lnTo>
                    <a:pt x="210" y="564"/>
                  </a:lnTo>
                  <a:lnTo>
                    <a:pt x="216" y="576"/>
                  </a:lnTo>
                  <a:lnTo>
                    <a:pt x="252" y="576"/>
                  </a:lnTo>
                  <a:lnTo>
                    <a:pt x="258" y="582"/>
                  </a:lnTo>
                  <a:lnTo>
                    <a:pt x="258" y="588"/>
                  </a:lnTo>
                  <a:lnTo>
                    <a:pt x="270" y="588"/>
                  </a:lnTo>
                  <a:lnTo>
                    <a:pt x="276" y="582"/>
                  </a:lnTo>
                  <a:lnTo>
                    <a:pt x="276" y="570"/>
                  </a:lnTo>
                  <a:lnTo>
                    <a:pt x="294" y="570"/>
                  </a:lnTo>
                  <a:lnTo>
                    <a:pt x="312" y="588"/>
                  </a:lnTo>
                  <a:lnTo>
                    <a:pt x="330" y="588"/>
                  </a:lnTo>
                  <a:lnTo>
                    <a:pt x="336" y="582"/>
                  </a:lnTo>
                  <a:lnTo>
                    <a:pt x="354" y="570"/>
                  </a:lnTo>
                  <a:lnTo>
                    <a:pt x="372" y="570"/>
                  </a:lnTo>
                  <a:lnTo>
                    <a:pt x="390" y="558"/>
                  </a:lnTo>
                  <a:lnTo>
                    <a:pt x="402" y="564"/>
                  </a:lnTo>
                  <a:lnTo>
                    <a:pt x="420" y="570"/>
                  </a:lnTo>
                  <a:lnTo>
                    <a:pt x="432" y="582"/>
                  </a:lnTo>
                  <a:lnTo>
                    <a:pt x="438" y="582"/>
                  </a:lnTo>
                  <a:lnTo>
                    <a:pt x="438" y="540"/>
                  </a:lnTo>
                  <a:lnTo>
                    <a:pt x="426" y="540"/>
                  </a:lnTo>
                  <a:lnTo>
                    <a:pt x="426" y="534"/>
                  </a:lnTo>
                  <a:lnTo>
                    <a:pt x="432" y="528"/>
                  </a:lnTo>
                  <a:lnTo>
                    <a:pt x="432" y="522"/>
                  </a:lnTo>
                  <a:lnTo>
                    <a:pt x="438" y="516"/>
                  </a:lnTo>
                  <a:lnTo>
                    <a:pt x="456" y="516"/>
                  </a:lnTo>
                  <a:lnTo>
                    <a:pt x="462" y="522"/>
                  </a:lnTo>
                  <a:lnTo>
                    <a:pt x="468" y="522"/>
                  </a:lnTo>
                  <a:lnTo>
                    <a:pt x="468" y="504"/>
                  </a:lnTo>
                  <a:lnTo>
                    <a:pt x="462" y="492"/>
                  </a:lnTo>
                  <a:lnTo>
                    <a:pt x="480" y="492"/>
                  </a:lnTo>
                  <a:lnTo>
                    <a:pt x="486" y="474"/>
                  </a:lnTo>
                  <a:lnTo>
                    <a:pt x="486" y="462"/>
                  </a:lnTo>
                  <a:lnTo>
                    <a:pt x="480" y="462"/>
                  </a:lnTo>
                  <a:lnTo>
                    <a:pt x="474" y="456"/>
                  </a:lnTo>
                  <a:lnTo>
                    <a:pt x="462" y="456"/>
                  </a:lnTo>
                  <a:lnTo>
                    <a:pt x="456" y="444"/>
                  </a:lnTo>
                  <a:lnTo>
                    <a:pt x="450" y="444"/>
                  </a:lnTo>
                  <a:lnTo>
                    <a:pt x="444" y="432"/>
                  </a:lnTo>
                  <a:lnTo>
                    <a:pt x="432" y="432"/>
                  </a:lnTo>
                  <a:lnTo>
                    <a:pt x="420" y="426"/>
                  </a:lnTo>
                  <a:lnTo>
                    <a:pt x="420" y="420"/>
                  </a:lnTo>
                  <a:lnTo>
                    <a:pt x="414" y="420"/>
                  </a:lnTo>
                  <a:lnTo>
                    <a:pt x="408" y="408"/>
                  </a:lnTo>
                  <a:lnTo>
                    <a:pt x="396" y="396"/>
                  </a:lnTo>
                  <a:lnTo>
                    <a:pt x="396" y="390"/>
                  </a:lnTo>
                  <a:lnTo>
                    <a:pt x="402" y="390"/>
                  </a:lnTo>
                  <a:lnTo>
                    <a:pt x="408" y="384"/>
                  </a:lnTo>
                  <a:lnTo>
                    <a:pt x="396" y="372"/>
                  </a:lnTo>
                  <a:lnTo>
                    <a:pt x="390" y="372"/>
                  </a:lnTo>
                  <a:lnTo>
                    <a:pt x="384" y="366"/>
                  </a:lnTo>
                  <a:lnTo>
                    <a:pt x="384" y="354"/>
                  </a:lnTo>
                  <a:lnTo>
                    <a:pt x="390" y="354"/>
                  </a:lnTo>
                  <a:lnTo>
                    <a:pt x="390" y="360"/>
                  </a:lnTo>
                  <a:lnTo>
                    <a:pt x="402" y="360"/>
                  </a:lnTo>
                  <a:lnTo>
                    <a:pt x="402" y="354"/>
                  </a:lnTo>
                  <a:lnTo>
                    <a:pt x="414" y="354"/>
                  </a:lnTo>
                  <a:lnTo>
                    <a:pt x="414" y="348"/>
                  </a:lnTo>
                  <a:lnTo>
                    <a:pt x="420" y="342"/>
                  </a:lnTo>
                  <a:lnTo>
                    <a:pt x="426" y="342"/>
                  </a:lnTo>
                  <a:lnTo>
                    <a:pt x="438" y="348"/>
                  </a:lnTo>
                  <a:lnTo>
                    <a:pt x="450" y="336"/>
                  </a:lnTo>
                  <a:lnTo>
                    <a:pt x="468" y="330"/>
                  </a:lnTo>
                  <a:lnTo>
                    <a:pt x="468" y="324"/>
                  </a:lnTo>
                  <a:lnTo>
                    <a:pt x="492" y="324"/>
                  </a:lnTo>
                  <a:lnTo>
                    <a:pt x="492" y="318"/>
                  </a:lnTo>
                  <a:lnTo>
                    <a:pt x="510" y="318"/>
                  </a:lnTo>
                  <a:lnTo>
                    <a:pt x="510" y="312"/>
                  </a:lnTo>
                  <a:lnTo>
                    <a:pt x="516" y="306"/>
                  </a:lnTo>
                  <a:lnTo>
                    <a:pt x="522" y="306"/>
                  </a:lnTo>
                  <a:lnTo>
                    <a:pt x="528" y="300"/>
                  </a:lnTo>
                  <a:lnTo>
                    <a:pt x="540" y="312"/>
                  </a:lnTo>
                  <a:lnTo>
                    <a:pt x="552" y="312"/>
                  </a:lnTo>
                  <a:lnTo>
                    <a:pt x="558" y="300"/>
                  </a:lnTo>
                  <a:lnTo>
                    <a:pt x="558" y="294"/>
                  </a:lnTo>
                  <a:lnTo>
                    <a:pt x="564" y="288"/>
                  </a:lnTo>
                  <a:lnTo>
                    <a:pt x="564" y="282"/>
                  </a:lnTo>
                  <a:lnTo>
                    <a:pt x="552" y="282"/>
                  </a:lnTo>
                  <a:lnTo>
                    <a:pt x="558" y="276"/>
                  </a:lnTo>
                  <a:lnTo>
                    <a:pt x="558" y="264"/>
                  </a:lnTo>
                  <a:lnTo>
                    <a:pt x="552" y="264"/>
                  </a:lnTo>
                  <a:lnTo>
                    <a:pt x="546" y="270"/>
                  </a:lnTo>
                  <a:lnTo>
                    <a:pt x="546" y="252"/>
                  </a:lnTo>
                  <a:lnTo>
                    <a:pt x="540" y="246"/>
                  </a:lnTo>
                  <a:lnTo>
                    <a:pt x="534" y="246"/>
                  </a:lnTo>
                  <a:lnTo>
                    <a:pt x="528" y="240"/>
                  </a:lnTo>
                  <a:lnTo>
                    <a:pt x="528" y="234"/>
                  </a:lnTo>
                  <a:lnTo>
                    <a:pt x="540" y="228"/>
                  </a:lnTo>
                  <a:lnTo>
                    <a:pt x="546" y="222"/>
                  </a:lnTo>
                  <a:lnTo>
                    <a:pt x="540" y="216"/>
                  </a:lnTo>
                  <a:lnTo>
                    <a:pt x="534" y="216"/>
                  </a:lnTo>
                  <a:lnTo>
                    <a:pt x="540" y="210"/>
                  </a:lnTo>
                  <a:lnTo>
                    <a:pt x="540" y="204"/>
                  </a:lnTo>
                  <a:lnTo>
                    <a:pt x="528" y="204"/>
                  </a:lnTo>
                  <a:lnTo>
                    <a:pt x="528" y="192"/>
                  </a:lnTo>
                  <a:lnTo>
                    <a:pt x="534" y="192"/>
                  </a:lnTo>
                  <a:lnTo>
                    <a:pt x="534" y="174"/>
                  </a:lnTo>
                  <a:lnTo>
                    <a:pt x="522" y="174"/>
                  </a:lnTo>
                  <a:lnTo>
                    <a:pt x="516" y="168"/>
                  </a:lnTo>
                  <a:lnTo>
                    <a:pt x="510" y="168"/>
                  </a:lnTo>
                  <a:lnTo>
                    <a:pt x="504" y="162"/>
                  </a:lnTo>
                  <a:lnTo>
                    <a:pt x="504" y="150"/>
                  </a:lnTo>
                  <a:lnTo>
                    <a:pt x="510" y="150"/>
                  </a:lnTo>
                  <a:lnTo>
                    <a:pt x="522" y="138"/>
                  </a:lnTo>
                  <a:lnTo>
                    <a:pt x="522" y="120"/>
                  </a:lnTo>
                  <a:lnTo>
                    <a:pt x="516" y="114"/>
                  </a:lnTo>
                  <a:lnTo>
                    <a:pt x="510" y="114"/>
                  </a:lnTo>
                  <a:lnTo>
                    <a:pt x="510" y="96"/>
                  </a:lnTo>
                  <a:lnTo>
                    <a:pt x="504" y="90"/>
                  </a:lnTo>
                  <a:lnTo>
                    <a:pt x="486" y="84"/>
                  </a:lnTo>
                  <a:lnTo>
                    <a:pt x="486" y="78"/>
                  </a:lnTo>
                  <a:lnTo>
                    <a:pt x="480" y="66"/>
                  </a:lnTo>
                  <a:lnTo>
                    <a:pt x="474" y="60"/>
                  </a:lnTo>
                  <a:lnTo>
                    <a:pt x="456" y="60"/>
                  </a:lnTo>
                  <a:lnTo>
                    <a:pt x="450" y="54"/>
                  </a:lnTo>
                  <a:lnTo>
                    <a:pt x="444" y="54"/>
                  </a:lnTo>
                  <a:lnTo>
                    <a:pt x="438" y="48"/>
                  </a:lnTo>
                  <a:lnTo>
                    <a:pt x="426" y="48"/>
                  </a:lnTo>
                  <a:lnTo>
                    <a:pt x="420" y="42"/>
                  </a:lnTo>
                  <a:lnTo>
                    <a:pt x="396" y="42"/>
                  </a:lnTo>
                  <a:lnTo>
                    <a:pt x="384" y="54"/>
                  </a:lnTo>
                  <a:lnTo>
                    <a:pt x="342" y="54"/>
                  </a:lnTo>
                  <a:lnTo>
                    <a:pt x="342" y="72"/>
                  </a:lnTo>
                  <a:lnTo>
                    <a:pt x="300" y="72"/>
                  </a:lnTo>
                  <a:lnTo>
                    <a:pt x="300" y="60"/>
                  </a:lnTo>
                  <a:lnTo>
                    <a:pt x="312" y="48"/>
                  </a:lnTo>
                  <a:lnTo>
                    <a:pt x="312" y="42"/>
                  </a:lnTo>
                  <a:lnTo>
                    <a:pt x="318" y="30"/>
                  </a:lnTo>
                  <a:lnTo>
                    <a:pt x="294" y="42"/>
                  </a:lnTo>
                  <a:lnTo>
                    <a:pt x="252" y="36"/>
                  </a:lnTo>
                  <a:lnTo>
                    <a:pt x="246" y="30"/>
                  </a:lnTo>
                  <a:lnTo>
                    <a:pt x="246" y="18"/>
                  </a:lnTo>
                  <a:lnTo>
                    <a:pt x="240" y="6"/>
                  </a:lnTo>
                  <a:lnTo>
                    <a:pt x="234" y="6"/>
                  </a:lnTo>
                  <a:lnTo>
                    <a:pt x="234" y="12"/>
                  </a:lnTo>
                  <a:lnTo>
                    <a:pt x="228" y="6"/>
                  </a:lnTo>
                  <a:lnTo>
                    <a:pt x="204" y="6"/>
                  </a:lnTo>
                  <a:lnTo>
                    <a:pt x="198" y="0"/>
                  </a:lnTo>
                  <a:lnTo>
                    <a:pt x="168" y="0"/>
                  </a:lnTo>
                  <a:lnTo>
                    <a:pt x="192" y="36"/>
                  </a:lnTo>
                  <a:lnTo>
                    <a:pt x="180" y="48"/>
                  </a:lnTo>
                  <a:lnTo>
                    <a:pt x="198" y="72"/>
                  </a:lnTo>
                  <a:lnTo>
                    <a:pt x="216" y="90"/>
                  </a:lnTo>
                  <a:lnTo>
                    <a:pt x="186" y="78"/>
                  </a:lnTo>
                  <a:lnTo>
                    <a:pt x="162" y="84"/>
                  </a:lnTo>
                  <a:lnTo>
                    <a:pt x="162" y="108"/>
                  </a:lnTo>
                  <a:lnTo>
                    <a:pt x="132" y="108"/>
                  </a:lnTo>
                  <a:lnTo>
                    <a:pt x="126" y="96"/>
                  </a:lnTo>
                  <a:lnTo>
                    <a:pt x="84" y="96"/>
                  </a:lnTo>
                  <a:lnTo>
                    <a:pt x="84" y="126"/>
                  </a:lnTo>
                  <a:lnTo>
                    <a:pt x="90" y="126"/>
                  </a:lnTo>
                  <a:lnTo>
                    <a:pt x="84" y="132"/>
                  </a:lnTo>
                  <a:lnTo>
                    <a:pt x="90" y="144"/>
                  </a:lnTo>
                  <a:lnTo>
                    <a:pt x="78" y="150"/>
                  </a:lnTo>
                  <a:lnTo>
                    <a:pt x="72" y="150"/>
                  </a:lnTo>
                  <a:lnTo>
                    <a:pt x="72" y="168"/>
                  </a:lnTo>
                  <a:lnTo>
                    <a:pt x="78" y="174"/>
                  </a:lnTo>
                  <a:lnTo>
                    <a:pt x="66" y="174"/>
                  </a:lnTo>
                  <a:lnTo>
                    <a:pt x="54" y="180"/>
                  </a:lnTo>
                  <a:lnTo>
                    <a:pt x="48" y="180"/>
                  </a:lnTo>
                  <a:lnTo>
                    <a:pt x="48" y="186"/>
                  </a:lnTo>
                  <a:lnTo>
                    <a:pt x="54" y="192"/>
                  </a:lnTo>
                  <a:lnTo>
                    <a:pt x="60" y="192"/>
                  </a:lnTo>
                  <a:lnTo>
                    <a:pt x="72" y="204"/>
                  </a:lnTo>
                  <a:lnTo>
                    <a:pt x="72" y="210"/>
                  </a:lnTo>
                  <a:lnTo>
                    <a:pt x="66" y="210"/>
                  </a:lnTo>
                  <a:lnTo>
                    <a:pt x="60" y="216"/>
                  </a:lnTo>
                  <a:lnTo>
                    <a:pt x="54" y="228"/>
                  </a:lnTo>
                  <a:lnTo>
                    <a:pt x="48" y="228"/>
                  </a:lnTo>
                  <a:lnTo>
                    <a:pt x="42" y="234"/>
                  </a:lnTo>
                  <a:lnTo>
                    <a:pt x="42" y="240"/>
                  </a:lnTo>
                  <a:lnTo>
                    <a:pt x="18" y="240"/>
                  </a:lnTo>
                  <a:lnTo>
                    <a:pt x="12" y="234"/>
                  </a:lnTo>
                  <a:lnTo>
                    <a:pt x="6" y="234"/>
                  </a:lnTo>
                  <a:lnTo>
                    <a:pt x="12" y="258"/>
                  </a:lnTo>
                  <a:lnTo>
                    <a:pt x="12" y="264"/>
                  </a:lnTo>
                  <a:lnTo>
                    <a:pt x="18" y="270"/>
                  </a:lnTo>
                  <a:lnTo>
                    <a:pt x="18" y="276"/>
                  </a:lnTo>
                  <a:lnTo>
                    <a:pt x="6" y="282"/>
                  </a:lnTo>
                  <a:lnTo>
                    <a:pt x="0" y="288"/>
                  </a:lnTo>
                  <a:lnTo>
                    <a:pt x="6" y="294"/>
                  </a:lnTo>
                  <a:lnTo>
                    <a:pt x="6" y="306"/>
                  </a:lnTo>
                  <a:lnTo>
                    <a:pt x="0" y="312"/>
                  </a:lnTo>
                  <a:lnTo>
                    <a:pt x="0" y="324"/>
                  </a:lnTo>
                  <a:lnTo>
                    <a:pt x="12" y="324"/>
                  </a:lnTo>
                  <a:lnTo>
                    <a:pt x="24" y="336"/>
                  </a:lnTo>
                  <a:lnTo>
                    <a:pt x="24" y="354"/>
                  </a:lnTo>
                  <a:lnTo>
                    <a:pt x="30" y="360"/>
                  </a:lnTo>
                  <a:lnTo>
                    <a:pt x="18" y="360"/>
                  </a:lnTo>
                  <a:lnTo>
                    <a:pt x="12" y="366"/>
                  </a:lnTo>
                  <a:lnTo>
                    <a:pt x="12" y="384"/>
                  </a:lnTo>
                  <a:lnTo>
                    <a:pt x="18" y="390"/>
                  </a:lnTo>
                  <a:lnTo>
                    <a:pt x="24" y="390"/>
                  </a:lnTo>
                  <a:lnTo>
                    <a:pt x="36" y="396"/>
                  </a:lnTo>
                  <a:lnTo>
                    <a:pt x="36" y="408"/>
                  </a:lnTo>
                  <a:lnTo>
                    <a:pt x="30" y="4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 name="France" descr="© INSCALE GmbH, 05.05.2010&#10;http://www.presentationload.com/">
              <a:extLst>
                <a:ext uri="{FF2B5EF4-FFF2-40B4-BE49-F238E27FC236}">
                  <a16:creationId xmlns:a16="http://schemas.microsoft.com/office/drawing/2014/main" id="{4E898365-5AC5-EB47-A302-049C5C8A2DC1}"/>
                </a:ext>
              </a:extLst>
            </p:cNvPr>
            <p:cNvSpPr>
              <a:spLocks noEditPoints="1"/>
            </p:cNvSpPr>
            <p:nvPr/>
          </p:nvSpPr>
          <p:spPr bwMode="gray">
            <a:xfrm>
              <a:off x="5629205" y="2414239"/>
              <a:ext cx="382969" cy="330373"/>
            </a:xfrm>
            <a:custGeom>
              <a:avLst/>
              <a:gdLst>
                <a:gd name="T0" fmla="*/ 2147483647 w 230"/>
                <a:gd name="T1" fmla="*/ 2147483647 h 198"/>
                <a:gd name="T2" fmla="*/ 2147483647 w 230"/>
                <a:gd name="T3" fmla="*/ 2147483647 h 198"/>
                <a:gd name="T4" fmla="*/ 2147483647 w 230"/>
                <a:gd name="T5" fmla="*/ 2147483647 h 198"/>
                <a:gd name="T6" fmla="*/ 2147483647 w 230"/>
                <a:gd name="T7" fmla="*/ 2147483647 h 198"/>
                <a:gd name="T8" fmla="*/ 2147483647 w 230"/>
                <a:gd name="T9" fmla="*/ 2147483647 h 198"/>
                <a:gd name="T10" fmla="*/ 2147483647 w 230"/>
                <a:gd name="T11" fmla="*/ 2147483647 h 198"/>
                <a:gd name="T12" fmla="*/ 2147483647 w 230"/>
                <a:gd name="T13" fmla="*/ 2147483647 h 198"/>
                <a:gd name="T14" fmla="*/ 2147483647 w 230"/>
                <a:gd name="T15" fmla="*/ 2147483647 h 198"/>
                <a:gd name="T16" fmla="*/ 2147483647 w 230"/>
                <a:gd name="T17" fmla="*/ 2147483647 h 198"/>
                <a:gd name="T18" fmla="*/ 2147483647 w 230"/>
                <a:gd name="T19" fmla="*/ 2147483647 h 198"/>
                <a:gd name="T20" fmla="*/ 2147483647 w 230"/>
                <a:gd name="T21" fmla="*/ 2147483647 h 198"/>
                <a:gd name="T22" fmla="*/ 2147483647 w 230"/>
                <a:gd name="T23" fmla="*/ 2147483647 h 198"/>
                <a:gd name="T24" fmla="*/ 2147483647 w 230"/>
                <a:gd name="T25" fmla="*/ 2147483647 h 198"/>
                <a:gd name="T26" fmla="*/ 2147483647 w 230"/>
                <a:gd name="T27" fmla="*/ 2147483647 h 198"/>
                <a:gd name="T28" fmla="*/ 2147483647 w 230"/>
                <a:gd name="T29" fmla="*/ 2147483647 h 198"/>
                <a:gd name="T30" fmla="*/ 2147483647 w 230"/>
                <a:gd name="T31" fmla="*/ 2147483647 h 198"/>
                <a:gd name="T32" fmla="*/ 2147483647 w 230"/>
                <a:gd name="T33" fmla="*/ 2147483647 h 198"/>
                <a:gd name="T34" fmla="*/ 2147483647 w 230"/>
                <a:gd name="T35" fmla="*/ 2147483647 h 198"/>
                <a:gd name="T36" fmla="*/ 2147483647 w 230"/>
                <a:gd name="T37" fmla="*/ 2147483647 h 198"/>
                <a:gd name="T38" fmla="*/ 2147483647 w 230"/>
                <a:gd name="T39" fmla="*/ 2147483647 h 198"/>
                <a:gd name="T40" fmla="*/ 2147483647 w 230"/>
                <a:gd name="T41" fmla="*/ 2147483647 h 198"/>
                <a:gd name="T42" fmla="*/ 2147483647 w 230"/>
                <a:gd name="T43" fmla="*/ 2147483647 h 198"/>
                <a:gd name="T44" fmla="*/ 2147483647 w 230"/>
                <a:gd name="T45" fmla="*/ 2147483647 h 198"/>
                <a:gd name="T46" fmla="*/ 2147483647 w 230"/>
                <a:gd name="T47" fmla="*/ 2147483647 h 198"/>
                <a:gd name="T48" fmla="*/ 2147483647 w 230"/>
                <a:gd name="T49" fmla="*/ 2147483647 h 198"/>
                <a:gd name="T50" fmla="*/ 2147483647 w 230"/>
                <a:gd name="T51" fmla="*/ 2147483647 h 198"/>
                <a:gd name="T52" fmla="*/ 2147483647 w 230"/>
                <a:gd name="T53" fmla="*/ 2147483647 h 198"/>
                <a:gd name="T54" fmla="*/ 2147483647 w 230"/>
                <a:gd name="T55" fmla="*/ 2147483647 h 198"/>
                <a:gd name="T56" fmla="*/ 2147483647 w 230"/>
                <a:gd name="T57" fmla="*/ 2147483647 h 198"/>
                <a:gd name="T58" fmla="*/ 2147483647 w 230"/>
                <a:gd name="T59" fmla="*/ 2147483647 h 198"/>
                <a:gd name="T60" fmla="*/ 2147483647 w 230"/>
                <a:gd name="T61" fmla="*/ 2147483647 h 198"/>
                <a:gd name="T62" fmla="*/ 2147483647 w 230"/>
                <a:gd name="T63" fmla="*/ 2147483647 h 198"/>
                <a:gd name="T64" fmla="*/ 2147483647 w 230"/>
                <a:gd name="T65" fmla="*/ 2147483647 h 198"/>
                <a:gd name="T66" fmla="*/ 2147483647 w 230"/>
                <a:gd name="T67" fmla="*/ 2147483647 h 198"/>
                <a:gd name="T68" fmla="*/ 2147483647 w 230"/>
                <a:gd name="T69" fmla="*/ 2147483647 h 198"/>
                <a:gd name="T70" fmla="*/ 2147483647 w 230"/>
                <a:gd name="T71" fmla="*/ 2147483647 h 198"/>
                <a:gd name="T72" fmla="*/ 2147483647 w 230"/>
                <a:gd name="T73" fmla="*/ 2147483647 h 198"/>
                <a:gd name="T74" fmla="*/ 2147483647 w 230"/>
                <a:gd name="T75" fmla="*/ 2147483647 h 198"/>
                <a:gd name="T76" fmla="*/ 2147483647 w 230"/>
                <a:gd name="T77" fmla="*/ 2147483647 h 198"/>
                <a:gd name="T78" fmla="*/ 2147483647 w 230"/>
                <a:gd name="T79" fmla="*/ 2147483647 h 198"/>
                <a:gd name="T80" fmla="*/ 2147483647 w 230"/>
                <a:gd name="T81" fmla="*/ 2147483647 h 198"/>
                <a:gd name="T82" fmla="*/ 2147483647 w 230"/>
                <a:gd name="T83" fmla="*/ 2147483647 h 198"/>
                <a:gd name="T84" fmla="*/ 2147483647 w 230"/>
                <a:gd name="T85" fmla="*/ 2147483647 h 198"/>
                <a:gd name="T86" fmla="*/ 2147483647 w 230"/>
                <a:gd name="T87" fmla="*/ 2147483647 h 198"/>
                <a:gd name="T88" fmla="*/ 2147483647 w 230"/>
                <a:gd name="T89" fmla="*/ 2147483647 h 198"/>
                <a:gd name="T90" fmla="*/ 2147483647 w 230"/>
                <a:gd name="T91" fmla="*/ 2147483647 h 198"/>
                <a:gd name="T92" fmla="*/ 2147483647 w 230"/>
                <a:gd name="T93" fmla="*/ 2147483647 h 198"/>
                <a:gd name="T94" fmla="*/ 2147483647 w 230"/>
                <a:gd name="T95" fmla="*/ 2147483647 h 198"/>
                <a:gd name="T96" fmla="*/ 2147483647 w 230"/>
                <a:gd name="T97" fmla="*/ 2147483647 h 198"/>
                <a:gd name="T98" fmla="*/ 2147483647 w 230"/>
                <a:gd name="T99" fmla="*/ 2147483647 h 198"/>
                <a:gd name="T100" fmla="*/ 2147483647 w 230"/>
                <a:gd name="T101" fmla="*/ 2147483647 h 198"/>
                <a:gd name="T102" fmla="*/ 2147483647 w 230"/>
                <a:gd name="T103" fmla="*/ 2147483647 h 198"/>
                <a:gd name="T104" fmla="*/ 2147483647 w 230"/>
                <a:gd name="T105" fmla="*/ 2147483647 h 198"/>
                <a:gd name="T106" fmla="*/ 2147483647 w 230"/>
                <a:gd name="T107" fmla="*/ 2147483647 h 198"/>
                <a:gd name="T108" fmla="*/ 2147483647 w 230"/>
                <a:gd name="T109" fmla="*/ 2147483647 h 198"/>
                <a:gd name="T110" fmla="*/ 2147483647 w 230"/>
                <a:gd name="T111" fmla="*/ 2147483647 h 198"/>
                <a:gd name="T112" fmla="*/ 2147483647 w 230"/>
                <a:gd name="T113" fmla="*/ 2147483647 h 198"/>
                <a:gd name="T114" fmla="*/ 2147483647 w 230"/>
                <a:gd name="T115" fmla="*/ 2147483647 h 198"/>
                <a:gd name="T116" fmla="*/ 2147483647 w 230"/>
                <a:gd name="T117" fmla="*/ 2147483647 h 198"/>
                <a:gd name="T118" fmla="*/ 2147483647 w 230"/>
                <a:gd name="T119" fmla="*/ 2147483647 h 198"/>
                <a:gd name="T120" fmla="*/ 2147483647 w 230"/>
                <a:gd name="T121" fmla="*/ 2147483647 h 1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
                <a:gd name="T184" fmla="*/ 0 h 198"/>
                <a:gd name="T185" fmla="*/ 230 w 230"/>
                <a:gd name="T186" fmla="*/ 198 h 1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 h="198">
                  <a:moveTo>
                    <a:pt x="230" y="172"/>
                  </a:moveTo>
                  <a:lnTo>
                    <a:pt x="230" y="172"/>
                  </a:lnTo>
                  <a:lnTo>
                    <a:pt x="230" y="166"/>
                  </a:lnTo>
                  <a:lnTo>
                    <a:pt x="228" y="166"/>
                  </a:lnTo>
                  <a:lnTo>
                    <a:pt x="224" y="168"/>
                  </a:lnTo>
                  <a:lnTo>
                    <a:pt x="224" y="170"/>
                  </a:lnTo>
                  <a:lnTo>
                    <a:pt x="220" y="172"/>
                  </a:lnTo>
                  <a:lnTo>
                    <a:pt x="218" y="174"/>
                  </a:lnTo>
                  <a:lnTo>
                    <a:pt x="216" y="178"/>
                  </a:lnTo>
                  <a:lnTo>
                    <a:pt x="216" y="182"/>
                  </a:lnTo>
                  <a:lnTo>
                    <a:pt x="218" y="186"/>
                  </a:lnTo>
                  <a:lnTo>
                    <a:pt x="218" y="190"/>
                  </a:lnTo>
                  <a:lnTo>
                    <a:pt x="218" y="192"/>
                  </a:lnTo>
                  <a:lnTo>
                    <a:pt x="218" y="194"/>
                  </a:lnTo>
                  <a:lnTo>
                    <a:pt x="222" y="196"/>
                  </a:lnTo>
                  <a:lnTo>
                    <a:pt x="224" y="198"/>
                  </a:lnTo>
                  <a:lnTo>
                    <a:pt x="230" y="192"/>
                  </a:lnTo>
                  <a:lnTo>
                    <a:pt x="230" y="186"/>
                  </a:lnTo>
                  <a:lnTo>
                    <a:pt x="228" y="186"/>
                  </a:lnTo>
                  <a:lnTo>
                    <a:pt x="230" y="184"/>
                  </a:lnTo>
                  <a:lnTo>
                    <a:pt x="230" y="172"/>
                  </a:lnTo>
                  <a:close/>
                  <a:moveTo>
                    <a:pt x="198" y="40"/>
                  </a:moveTo>
                  <a:lnTo>
                    <a:pt x="198" y="40"/>
                  </a:lnTo>
                  <a:lnTo>
                    <a:pt x="196" y="40"/>
                  </a:lnTo>
                  <a:lnTo>
                    <a:pt x="192" y="40"/>
                  </a:lnTo>
                  <a:lnTo>
                    <a:pt x="190" y="40"/>
                  </a:lnTo>
                  <a:lnTo>
                    <a:pt x="184" y="40"/>
                  </a:lnTo>
                  <a:lnTo>
                    <a:pt x="184" y="34"/>
                  </a:lnTo>
                  <a:lnTo>
                    <a:pt x="182" y="34"/>
                  </a:lnTo>
                  <a:lnTo>
                    <a:pt x="182" y="32"/>
                  </a:lnTo>
                  <a:lnTo>
                    <a:pt x="178" y="30"/>
                  </a:lnTo>
                  <a:lnTo>
                    <a:pt x="174" y="34"/>
                  </a:lnTo>
                  <a:lnTo>
                    <a:pt x="172" y="32"/>
                  </a:lnTo>
                  <a:lnTo>
                    <a:pt x="166" y="32"/>
                  </a:lnTo>
                  <a:lnTo>
                    <a:pt x="164" y="28"/>
                  </a:lnTo>
                  <a:lnTo>
                    <a:pt x="162" y="28"/>
                  </a:lnTo>
                  <a:lnTo>
                    <a:pt x="158" y="28"/>
                  </a:lnTo>
                  <a:lnTo>
                    <a:pt x="156" y="28"/>
                  </a:lnTo>
                  <a:lnTo>
                    <a:pt x="156" y="22"/>
                  </a:lnTo>
                  <a:lnTo>
                    <a:pt x="152" y="24"/>
                  </a:lnTo>
                  <a:lnTo>
                    <a:pt x="146" y="24"/>
                  </a:lnTo>
                  <a:lnTo>
                    <a:pt x="146" y="18"/>
                  </a:lnTo>
                  <a:lnTo>
                    <a:pt x="144" y="16"/>
                  </a:lnTo>
                  <a:lnTo>
                    <a:pt x="142" y="14"/>
                  </a:lnTo>
                  <a:lnTo>
                    <a:pt x="136" y="14"/>
                  </a:lnTo>
                  <a:lnTo>
                    <a:pt x="132" y="12"/>
                  </a:lnTo>
                  <a:lnTo>
                    <a:pt x="126" y="10"/>
                  </a:lnTo>
                  <a:lnTo>
                    <a:pt x="126" y="6"/>
                  </a:lnTo>
                  <a:lnTo>
                    <a:pt x="126" y="0"/>
                  </a:lnTo>
                  <a:lnTo>
                    <a:pt x="118" y="0"/>
                  </a:lnTo>
                  <a:lnTo>
                    <a:pt x="114" y="2"/>
                  </a:lnTo>
                  <a:lnTo>
                    <a:pt x="112" y="2"/>
                  </a:lnTo>
                  <a:lnTo>
                    <a:pt x="110" y="4"/>
                  </a:lnTo>
                  <a:lnTo>
                    <a:pt x="104" y="4"/>
                  </a:lnTo>
                  <a:lnTo>
                    <a:pt x="104" y="6"/>
                  </a:lnTo>
                  <a:lnTo>
                    <a:pt x="104" y="8"/>
                  </a:lnTo>
                  <a:lnTo>
                    <a:pt x="104" y="12"/>
                  </a:lnTo>
                  <a:lnTo>
                    <a:pt x="106" y="14"/>
                  </a:lnTo>
                  <a:lnTo>
                    <a:pt x="106" y="20"/>
                  </a:lnTo>
                  <a:lnTo>
                    <a:pt x="104" y="22"/>
                  </a:lnTo>
                  <a:lnTo>
                    <a:pt x="98" y="24"/>
                  </a:lnTo>
                  <a:lnTo>
                    <a:pt x="92" y="24"/>
                  </a:lnTo>
                  <a:lnTo>
                    <a:pt x="82" y="32"/>
                  </a:lnTo>
                  <a:lnTo>
                    <a:pt x="86" y="34"/>
                  </a:lnTo>
                  <a:lnTo>
                    <a:pt x="84" y="34"/>
                  </a:lnTo>
                  <a:lnTo>
                    <a:pt x="82" y="34"/>
                  </a:lnTo>
                  <a:lnTo>
                    <a:pt x="76" y="38"/>
                  </a:lnTo>
                  <a:lnTo>
                    <a:pt x="68" y="38"/>
                  </a:lnTo>
                  <a:lnTo>
                    <a:pt x="66" y="36"/>
                  </a:lnTo>
                  <a:lnTo>
                    <a:pt x="60" y="30"/>
                  </a:lnTo>
                  <a:lnTo>
                    <a:pt x="58" y="30"/>
                  </a:lnTo>
                  <a:lnTo>
                    <a:pt x="56" y="28"/>
                  </a:lnTo>
                  <a:lnTo>
                    <a:pt x="52" y="28"/>
                  </a:lnTo>
                  <a:lnTo>
                    <a:pt x="52" y="30"/>
                  </a:lnTo>
                  <a:lnTo>
                    <a:pt x="52" y="34"/>
                  </a:lnTo>
                  <a:lnTo>
                    <a:pt x="54" y="34"/>
                  </a:lnTo>
                  <a:lnTo>
                    <a:pt x="56" y="38"/>
                  </a:lnTo>
                  <a:lnTo>
                    <a:pt x="58" y="40"/>
                  </a:lnTo>
                  <a:lnTo>
                    <a:pt x="58" y="46"/>
                  </a:lnTo>
                  <a:lnTo>
                    <a:pt x="56" y="48"/>
                  </a:lnTo>
                  <a:lnTo>
                    <a:pt x="54" y="48"/>
                  </a:lnTo>
                  <a:lnTo>
                    <a:pt x="48" y="48"/>
                  </a:lnTo>
                  <a:lnTo>
                    <a:pt x="38" y="48"/>
                  </a:lnTo>
                  <a:lnTo>
                    <a:pt x="38" y="54"/>
                  </a:lnTo>
                  <a:lnTo>
                    <a:pt x="36" y="52"/>
                  </a:lnTo>
                  <a:lnTo>
                    <a:pt x="34" y="48"/>
                  </a:lnTo>
                  <a:lnTo>
                    <a:pt x="32" y="48"/>
                  </a:lnTo>
                  <a:lnTo>
                    <a:pt x="30" y="46"/>
                  </a:lnTo>
                  <a:lnTo>
                    <a:pt x="26" y="46"/>
                  </a:lnTo>
                  <a:lnTo>
                    <a:pt x="24" y="48"/>
                  </a:lnTo>
                  <a:lnTo>
                    <a:pt x="22" y="48"/>
                  </a:lnTo>
                  <a:lnTo>
                    <a:pt x="20" y="48"/>
                  </a:lnTo>
                  <a:lnTo>
                    <a:pt x="16" y="48"/>
                  </a:lnTo>
                  <a:lnTo>
                    <a:pt x="12" y="50"/>
                  </a:lnTo>
                  <a:lnTo>
                    <a:pt x="8" y="50"/>
                  </a:lnTo>
                  <a:lnTo>
                    <a:pt x="6" y="52"/>
                  </a:lnTo>
                  <a:lnTo>
                    <a:pt x="4" y="54"/>
                  </a:lnTo>
                  <a:lnTo>
                    <a:pt x="6" y="56"/>
                  </a:lnTo>
                  <a:lnTo>
                    <a:pt x="8" y="56"/>
                  </a:lnTo>
                  <a:lnTo>
                    <a:pt x="10" y="58"/>
                  </a:lnTo>
                  <a:lnTo>
                    <a:pt x="10" y="60"/>
                  </a:lnTo>
                  <a:lnTo>
                    <a:pt x="6" y="60"/>
                  </a:lnTo>
                  <a:lnTo>
                    <a:pt x="2" y="60"/>
                  </a:lnTo>
                  <a:lnTo>
                    <a:pt x="0" y="60"/>
                  </a:lnTo>
                  <a:lnTo>
                    <a:pt x="0" y="62"/>
                  </a:lnTo>
                  <a:lnTo>
                    <a:pt x="6" y="66"/>
                  </a:lnTo>
                  <a:lnTo>
                    <a:pt x="12" y="66"/>
                  </a:lnTo>
                  <a:lnTo>
                    <a:pt x="12" y="64"/>
                  </a:lnTo>
                  <a:lnTo>
                    <a:pt x="26" y="72"/>
                  </a:lnTo>
                  <a:lnTo>
                    <a:pt x="32" y="72"/>
                  </a:lnTo>
                  <a:lnTo>
                    <a:pt x="38" y="76"/>
                  </a:lnTo>
                  <a:lnTo>
                    <a:pt x="48" y="76"/>
                  </a:lnTo>
                  <a:lnTo>
                    <a:pt x="40" y="80"/>
                  </a:lnTo>
                  <a:lnTo>
                    <a:pt x="42" y="84"/>
                  </a:lnTo>
                  <a:lnTo>
                    <a:pt x="44" y="86"/>
                  </a:lnTo>
                  <a:lnTo>
                    <a:pt x="46" y="92"/>
                  </a:lnTo>
                  <a:lnTo>
                    <a:pt x="52" y="96"/>
                  </a:lnTo>
                  <a:lnTo>
                    <a:pt x="58" y="96"/>
                  </a:lnTo>
                  <a:lnTo>
                    <a:pt x="58" y="106"/>
                  </a:lnTo>
                  <a:lnTo>
                    <a:pt x="62" y="114"/>
                  </a:lnTo>
                  <a:lnTo>
                    <a:pt x="66" y="124"/>
                  </a:lnTo>
                  <a:lnTo>
                    <a:pt x="58" y="114"/>
                  </a:lnTo>
                  <a:lnTo>
                    <a:pt x="58" y="118"/>
                  </a:lnTo>
                  <a:lnTo>
                    <a:pt x="56" y="120"/>
                  </a:lnTo>
                  <a:lnTo>
                    <a:pt x="56" y="132"/>
                  </a:lnTo>
                  <a:lnTo>
                    <a:pt x="54" y="134"/>
                  </a:lnTo>
                  <a:lnTo>
                    <a:pt x="52" y="144"/>
                  </a:lnTo>
                  <a:lnTo>
                    <a:pt x="52" y="146"/>
                  </a:lnTo>
                  <a:lnTo>
                    <a:pt x="50" y="150"/>
                  </a:lnTo>
                  <a:lnTo>
                    <a:pt x="50" y="152"/>
                  </a:lnTo>
                  <a:lnTo>
                    <a:pt x="48" y="152"/>
                  </a:lnTo>
                  <a:lnTo>
                    <a:pt x="48" y="154"/>
                  </a:lnTo>
                  <a:lnTo>
                    <a:pt x="46" y="156"/>
                  </a:lnTo>
                  <a:lnTo>
                    <a:pt x="44" y="158"/>
                  </a:lnTo>
                  <a:lnTo>
                    <a:pt x="46" y="160"/>
                  </a:lnTo>
                  <a:lnTo>
                    <a:pt x="46" y="158"/>
                  </a:lnTo>
                  <a:lnTo>
                    <a:pt x="48" y="158"/>
                  </a:lnTo>
                  <a:lnTo>
                    <a:pt x="52" y="160"/>
                  </a:lnTo>
                  <a:lnTo>
                    <a:pt x="52" y="162"/>
                  </a:lnTo>
                  <a:lnTo>
                    <a:pt x="50" y="164"/>
                  </a:lnTo>
                  <a:lnTo>
                    <a:pt x="60" y="164"/>
                  </a:lnTo>
                  <a:lnTo>
                    <a:pt x="64" y="168"/>
                  </a:lnTo>
                  <a:lnTo>
                    <a:pt x="66" y="166"/>
                  </a:lnTo>
                  <a:lnTo>
                    <a:pt x="68" y="166"/>
                  </a:lnTo>
                  <a:lnTo>
                    <a:pt x="72" y="170"/>
                  </a:lnTo>
                  <a:lnTo>
                    <a:pt x="78" y="170"/>
                  </a:lnTo>
                  <a:lnTo>
                    <a:pt x="78" y="172"/>
                  </a:lnTo>
                  <a:lnTo>
                    <a:pt x="84" y="172"/>
                  </a:lnTo>
                  <a:lnTo>
                    <a:pt x="84" y="168"/>
                  </a:lnTo>
                  <a:lnTo>
                    <a:pt x="86" y="166"/>
                  </a:lnTo>
                  <a:lnTo>
                    <a:pt x="90" y="166"/>
                  </a:lnTo>
                  <a:lnTo>
                    <a:pt x="92" y="168"/>
                  </a:lnTo>
                  <a:lnTo>
                    <a:pt x="92" y="170"/>
                  </a:lnTo>
                  <a:lnTo>
                    <a:pt x="96" y="170"/>
                  </a:lnTo>
                  <a:lnTo>
                    <a:pt x="96" y="172"/>
                  </a:lnTo>
                  <a:lnTo>
                    <a:pt x="104" y="172"/>
                  </a:lnTo>
                  <a:lnTo>
                    <a:pt x="104" y="174"/>
                  </a:lnTo>
                  <a:lnTo>
                    <a:pt x="104" y="176"/>
                  </a:lnTo>
                  <a:lnTo>
                    <a:pt x="112" y="176"/>
                  </a:lnTo>
                  <a:lnTo>
                    <a:pt x="112" y="178"/>
                  </a:lnTo>
                  <a:lnTo>
                    <a:pt x="118" y="178"/>
                  </a:lnTo>
                  <a:lnTo>
                    <a:pt x="118" y="176"/>
                  </a:lnTo>
                  <a:lnTo>
                    <a:pt x="118" y="174"/>
                  </a:lnTo>
                  <a:lnTo>
                    <a:pt x="122" y="174"/>
                  </a:lnTo>
                  <a:lnTo>
                    <a:pt x="122" y="170"/>
                  </a:lnTo>
                  <a:lnTo>
                    <a:pt x="126" y="164"/>
                  </a:lnTo>
                  <a:lnTo>
                    <a:pt x="130" y="160"/>
                  </a:lnTo>
                  <a:lnTo>
                    <a:pt x="132" y="158"/>
                  </a:lnTo>
                  <a:lnTo>
                    <a:pt x="134" y="156"/>
                  </a:lnTo>
                  <a:lnTo>
                    <a:pt x="138" y="154"/>
                  </a:lnTo>
                  <a:lnTo>
                    <a:pt x="140" y="152"/>
                  </a:lnTo>
                  <a:lnTo>
                    <a:pt x="144" y="152"/>
                  </a:lnTo>
                  <a:lnTo>
                    <a:pt x="146" y="154"/>
                  </a:lnTo>
                  <a:lnTo>
                    <a:pt x="150" y="154"/>
                  </a:lnTo>
                  <a:lnTo>
                    <a:pt x="152" y="156"/>
                  </a:lnTo>
                  <a:lnTo>
                    <a:pt x="162" y="156"/>
                  </a:lnTo>
                  <a:lnTo>
                    <a:pt x="166" y="160"/>
                  </a:lnTo>
                  <a:lnTo>
                    <a:pt x="166" y="162"/>
                  </a:lnTo>
                  <a:lnTo>
                    <a:pt x="170" y="162"/>
                  </a:lnTo>
                  <a:lnTo>
                    <a:pt x="172" y="164"/>
                  </a:lnTo>
                  <a:lnTo>
                    <a:pt x="178" y="164"/>
                  </a:lnTo>
                  <a:lnTo>
                    <a:pt x="182" y="162"/>
                  </a:lnTo>
                  <a:lnTo>
                    <a:pt x="184" y="160"/>
                  </a:lnTo>
                  <a:lnTo>
                    <a:pt x="186" y="154"/>
                  </a:lnTo>
                  <a:lnTo>
                    <a:pt x="192" y="150"/>
                  </a:lnTo>
                  <a:lnTo>
                    <a:pt x="196" y="150"/>
                  </a:lnTo>
                  <a:lnTo>
                    <a:pt x="196" y="148"/>
                  </a:lnTo>
                  <a:lnTo>
                    <a:pt x="200" y="144"/>
                  </a:lnTo>
                  <a:lnTo>
                    <a:pt x="200" y="142"/>
                  </a:lnTo>
                  <a:lnTo>
                    <a:pt x="198" y="140"/>
                  </a:lnTo>
                  <a:lnTo>
                    <a:pt x="192" y="140"/>
                  </a:lnTo>
                  <a:lnTo>
                    <a:pt x="188" y="138"/>
                  </a:lnTo>
                  <a:lnTo>
                    <a:pt x="186" y="136"/>
                  </a:lnTo>
                  <a:lnTo>
                    <a:pt x="186" y="134"/>
                  </a:lnTo>
                  <a:lnTo>
                    <a:pt x="188" y="132"/>
                  </a:lnTo>
                  <a:lnTo>
                    <a:pt x="190" y="130"/>
                  </a:lnTo>
                  <a:lnTo>
                    <a:pt x="190" y="126"/>
                  </a:lnTo>
                  <a:lnTo>
                    <a:pt x="188" y="126"/>
                  </a:lnTo>
                  <a:lnTo>
                    <a:pt x="184" y="126"/>
                  </a:lnTo>
                  <a:lnTo>
                    <a:pt x="182" y="120"/>
                  </a:lnTo>
                  <a:lnTo>
                    <a:pt x="188" y="120"/>
                  </a:lnTo>
                  <a:lnTo>
                    <a:pt x="192" y="116"/>
                  </a:lnTo>
                  <a:lnTo>
                    <a:pt x="192" y="114"/>
                  </a:lnTo>
                  <a:lnTo>
                    <a:pt x="186" y="108"/>
                  </a:lnTo>
                  <a:lnTo>
                    <a:pt x="188" y="106"/>
                  </a:lnTo>
                  <a:lnTo>
                    <a:pt x="190" y="106"/>
                  </a:lnTo>
                  <a:lnTo>
                    <a:pt x="190" y="104"/>
                  </a:lnTo>
                  <a:lnTo>
                    <a:pt x="186" y="100"/>
                  </a:lnTo>
                  <a:lnTo>
                    <a:pt x="188" y="94"/>
                  </a:lnTo>
                  <a:lnTo>
                    <a:pt x="186" y="94"/>
                  </a:lnTo>
                  <a:lnTo>
                    <a:pt x="182" y="94"/>
                  </a:lnTo>
                  <a:lnTo>
                    <a:pt x="176" y="100"/>
                  </a:lnTo>
                  <a:lnTo>
                    <a:pt x="174" y="100"/>
                  </a:lnTo>
                  <a:lnTo>
                    <a:pt x="174" y="98"/>
                  </a:lnTo>
                  <a:lnTo>
                    <a:pt x="176" y="96"/>
                  </a:lnTo>
                  <a:lnTo>
                    <a:pt x="174" y="94"/>
                  </a:lnTo>
                  <a:lnTo>
                    <a:pt x="178" y="92"/>
                  </a:lnTo>
                  <a:lnTo>
                    <a:pt x="178" y="88"/>
                  </a:lnTo>
                  <a:lnTo>
                    <a:pt x="182" y="86"/>
                  </a:lnTo>
                  <a:lnTo>
                    <a:pt x="182" y="82"/>
                  </a:lnTo>
                  <a:lnTo>
                    <a:pt x="186" y="82"/>
                  </a:lnTo>
                  <a:lnTo>
                    <a:pt x="188" y="80"/>
                  </a:lnTo>
                  <a:lnTo>
                    <a:pt x="190" y="78"/>
                  </a:lnTo>
                  <a:lnTo>
                    <a:pt x="192" y="76"/>
                  </a:lnTo>
                  <a:lnTo>
                    <a:pt x="192" y="74"/>
                  </a:lnTo>
                  <a:lnTo>
                    <a:pt x="198" y="76"/>
                  </a:lnTo>
                  <a:lnTo>
                    <a:pt x="198" y="72"/>
                  </a:lnTo>
                  <a:lnTo>
                    <a:pt x="198" y="60"/>
                  </a:lnTo>
                  <a:lnTo>
                    <a:pt x="200" y="58"/>
                  </a:lnTo>
                  <a:lnTo>
                    <a:pt x="202" y="56"/>
                  </a:lnTo>
                  <a:lnTo>
                    <a:pt x="204" y="54"/>
                  </a:lnTo>
                  <a:lnTo>
                    <a:pt x="204" y="50"/>
                  </a:lnTo>
                  <a:lnTo>
                    <a:pt x="208" y="46"/>
                  </a:lnTo>
                  <a:lnTo>
                    <a:pt x="210" y="42"/>
                  </a:lnTo>
                  <a:lnTo>
                    <a:pt x="204" y="40"/>
                  </a:lnTo>
                  <a:lnTo>
                    <a:pt x="198" y="4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 name="Finland" descr="© INSCALE GmbH, 05.05.2010&#10;http://www.presentationload.com/">
              <a:extLst>
                <a:ext uri="{FF2B5EF4-FFF2-40B4-BE49-F238E27FC236}">
                  <a16:creationId xmlns:a16="http://schemas.microsoft.com/office/drawing/2014/main" id="{4FA4A761-A937-724B-AA88-766A45C02237}"/>
                </a:ext>
              </a:extLst>
            </p:cNvPr>
            <p:cNvSpPr>
              <a:spLocks/>
            </p:cNvSpPr>
            <p:nvPr/>
          </p:nvSpPr>
          <p:spPr bwMode="gray">
            <a:xfrm>
              <a:off x="6257074" y="1835679"/>
              <a:ext cx="264627" cy="300787"/>
            </a:xfrm>
            <a:custGeom>
              <a:avLst/>
              <a:gdLst>
                <a:gd name="T0" fmla="*/ 2147483647 w 630"/>
                <a:gd name="T1" fmla="*/ 2147483647 h 714"/>
                <a:gd name="T2" fmla="*/ 2147483647 w 630"/>
                <a:gd name="T3" fmla="*/ 2147483647 h 714"/>
                <a:gd name="T4" fmla="*/ 2147483647 w 630"/>
                <a:gd name="T5" fmla="*/ 2147483647 h 714"/>
                <a:gd name="T6" fmla="*/ 2147483647 w 630"/>
                <a:gd name="T7" fmla="*/ 2147483647 h 714"/>
                <a:gd name="T8" fmla="*/ 2147483647 w 630"/>
                <a:gd name="T9" fmla="*/ 2147483647 h 714"/>
                <a:gd name="T10" fmla="*/ 2147483647 w 630"/>
                <a:gd name="T11" fmla="*/ 2147483647 h 714"/>
                <a:gd name="T12" fmla="*/ 2147483647 w 630"/>
                <a:gd name="T13" fmla="*/ 2147483647 h 714"/>
                <a:gd name="T14" fmla="*/ 2147483647 w 630"/>
                <a:gd name="T15" fmla="*/ 2147483647 h 714"/>
                <a:gd name="T16" fmla="*/ 2147483647 w 630"/>
                <a:gd name="T17" fmla="*/ 2147483647 h 714"/>
                <a:gd name="T18" fmla="*/ 2147483647 w 630"/>
                <a:gd name="T19" fmla="*/ 2147483647 h 714"/>
                <a:gd name="T20" fmla="*/ 2147483647 w 630"/>
                <a:gd name="T21" fmla="*/ 2147483647 h 714"/>
                <a:gd name="T22" fmla="*/ 2147483647 w 630"/>
                <a:gd name="T23" fmla="*/ 2147483647 h 714"/>
                <a:gd name="T24" fmla="*/ 2147483647 w 630"/>
                <a:gd name="T25" fmla="*/ 2147483647 h 714"/>
                <a:gd name="T26" fmla="*/ 2147483647 w 630"/>
                <a:gd name="T27" fmla="*/ 2147483647 h 714"/>
                <a:gd name="T28" fmla="*/ 2147483647 w 630"/>
                <a:gd name="T29" fmla="*/ 2147483647 h 714"/>
                <a:gd name="T30" fmla="*/ 2147483647 w 630"/>
                <a:gd name="T31" fmla="*/ 2147483647 h 714"/>
                <a:gd name="T32" fmla="*/ 2147483647 w 630"/>
                <a:gd name="T33" fmla="*/ 2147483647 h 714"/>
                <a:gd name="T34" fmla="*/ 2147483647 w 630"/>
                <a:gd name="T35" fmla="*/ 2147483647 h 714"/>
                <a:gd name="T36" fmla="*/ 2147483647 w 630"/>
                <a:gd name="T37" fmla="*/ 2147483647 h 714"/>
                <a:gd name="T38" fmla="*/ 2147483647 w 630"/>
                <a:gd name="T39" fmla="*/ 2147483647 h 714"/>
                <a:gd name="T40" fmla="*/ 2147483647 w 630"/>
                <a:gd name="T41" fmla="*/ 2147483647 h 714"/>
                <a:gd name="T42" fmla="*/ 2147483647 w 630"/>
                <a:gd name="T43" fmla="*/ 2147483647 h 714"/>
                <a:gd name="T44" fmla="*/ 2147483647 w 630"/>
                <a:gd name="T45" fmla="*/ 2147483647 h 714"/>
                <a:gd name="T46" fmla="*/ 2147483647 w 630"/>
                <a:gd name="T47" fmla="*/ 2147483647 h 714"/>
                <a:gd name="T48" fmla="*/ 2147483647 w 630"/>
                <a:gd name="T49" fmla="*/ 2147483647 h 714"/>
                <a:gd name="T50" fmla="*/ 2147483647 w 630"/>
                <a:gd name="T51" fmla="*/ 2147483647 h 714"/>
                <a:gd name="T52" fmla="*/ 2147483647 w 630"/>
                <a:gd name="T53" fmla="*/ 2147483647 h 714"/>
                <a:gd name="T54" fmla="*/ 2147483647 w 630"/>
                <a:gd name="T55" fmla="*/ 2147483647 h 714"/>
                <a:gd name="T56" fmla="*/ 2147483647 w 630"/>
                <a:gd name="T57" fmla="*/ 2147483647 h 714"/>
                <a:gd name="T58" fmla="*/ 2147483647 w 630"/>
                <a:gd name="T59" fmla="*/ 2147483647 h 714"/>
                <a:gd name="T60" fmla="*/ 2147483647 w 630"/>
                <a:gd name="T61" fmla="*/ 2147483647 h 714"/>
                <a:gd name="T62" fmla="*/ 2147483647 w 630"/>
                <a:gd name="T63" fmla="*/ 2147483647 h 714"/>
                <a:gd name="T64" fmla="*/ 2147483647 w 630"/>
                <a:gd name="T65" fmla="*/ 2147483647 h 714"/>
                <a:gd name="T66" fmla="*/ 2147483647 w 630"/>
                <a:gd name="T67" fmla="*/ 2147483647 h 714"/>
                <a:gd name="T68" fmla="*/ 2147483647 w 630"/>
                <a:gd name="T69" fmla="*/ 2147483647 h 714"/>
                <a:gd name="T70" fmla="*/ 2147483647 w 630"/>
                <a:gd name="T71" fmla="*/ 2147483647 h 714"/>
                <a:gd name="T72" fmla="*/ 2147483647 w 630"/>
                <a:gd name="T73" fmla="*/ 2147483647 h 714"/>
                <a:gd name="T74" fmla="*/ 2147483647 w 630"/>
                <a:gd name="T75" fmla="*/ 2147483647 h 714"/>
                <a:gd name="T76" fmla="*/ 2147483647 w 630"/>
                <a:gd name="T77" fmla="*/ 2147483647 h 714"/>
                <a:gd name="T78" fmla="*/ 2147483647 w 630"/>
                <a:gd name="T79" fmla="*/ 2147483647 h 714"/>
                <a:gd name="T80" fmla="*/ 2147483647 w 630"/>
                <a:gd name="T81" fmla="*/ 2147483647 h 714"/>
                <a:gd name="T82" fmla="*/ 2147483647 w 630"/>
                <a:gd name="T83" fmla="*/ 2147483647 h 714"/>
                <a:gd name="T84" fmla="*/ 2147483647 w 630"/>
                <a:gd name="T85" fmla="*/ 2147483647 h 714"/>
                <a:gd name="T86" fmla="*/ 2147483647 w 630"/>
                <a:gd name="T87" fmla="*/ 2147483647 h 714"/>
                <a:gd name="T88" fmla="*/ 2147483647 w 630"/>
                <a:gd name="T89" fmla="*/ 2147483647 h 714"/>
                <a:gd name="T90" fmla="*/ 2147483647 w 630"/>
                <a:gd name="T91" fmla="*/ 2147483647 h 714"/>
                <a:gd name="T92" fmla="*/ 2147483647 w 630"/>
                <a:gd name="T93" fmla="*/ 2147483647 h 714"/>
                <a:gd name="T94" fmla="*/ 2147483647 w 630"/>
                <a:gd name="T95" fmla="*/ 2147483647 h 714"/>
                <a:gd name="T96" fmla="*/ 2147483647 w 630"/>
                <a:gd name="T97" fmla="*/ 2147483647 h 714"/>
                <a:gd name="T98" fmla="*/ 2147483647 w 630"/>
                <a:gd name="T99" fmla="*/ 2147483647 h 714"/>
                <a:gd name="T100" fmla="*/ 2147483647 w 630"/>
                <a:gd name="T101" fmla="*/ 2147483647 h 714"/>
                <a:gd name="T102" fmla="*/ 2147483647 w 630"/>
                <a:gd name="T103" fmla="*/ 2147483647 h 714"/>
                <a:gd name="T104" fmla="*/ 2147483647 w 630"/>
                <a:gd name="T105" fmla="*/ 2147483647 h 714"/>
                <a:gd name="T106" fmla="*/ 2147483647 w 630"/>
                <a:gd name="T107" fmla="*/ 0 h 714"/>
                <a:gd name="T108" fmla="*/ 2147483647 w 630"/>
                <a:gd name="T109" fmla="*/ 2147483647 h 714"/>
                <a:gd name="T110" fmla="*/ 2147483647 w 630"/>
                <a:gd name="T111" fmla="*/ 2147483647 h 714"/>
                <a:gd name="T112" fmla="*/ 2147483647 w 630"/>
                <a:gd name="T113" fmla="*/ 2147483647 h 714"/>
                <a:gd name="T114" fmla="*/ 2147483647 w 630"/>
                <a:gd name="T115" fmla="*/ 2147483647 h 714"/>
                <a:gd name="T116" fmla="*/ 2147483647 w 630"/>
                <a:gd name="T117" fmla="*/ 2147483647 h 71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30"/>
                <a:gd name="T178" fmla="*/ 0 h 714"/>
                <a:gd name="T179" fmla="*/ 630 w 630"/>
                <a:gd name="T180" fmla="*/ 714 h 71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30" h="714">
                  <a:moveTo>
                    <a:pt x="162" y="84"/>
                  </a:moveTo>
                  <a:lnTo>
                    <a:pt x="156" y="90"/>
                  </a:lnTo>
                  <a:lnTo>
                    <a:pt x="144" y="96"/>
                  </a:lnTo>
                  <a:lnTo>
                    <a:pt x="132" y="96"/>
                  </a:lnTo>
                  <a:lnTo>
                    <a:pt x="126" y="90"/>
                  </a:lnTo>
                  <a:lnTo>
                    <a:pt x="108" y="90"/>
                  </a:lnTo>
                  <a:lnTo>
                    <a:pt x="96" y="84"/>
                  </a:lnTo>
                  <a:lnTo>
                    <a:pt x="84" y="84"/>
                  </a:lnTo>
                  <a:lnTo>
                    <a:pt x="72" y="72"/>
                  </a:lnTo>
                  <a:lnTo>
                    <a:pt x="60" y="66"/>
                  </a:lnTo>
                  <a:lnTo>
                    <a:pt x="54" y="54"/>
                  </a:lnTo>
                  <a:lnTo>
                    <a:pt x="48" y="48"/>
                  </a:lnTo>
                  <a:lnTo>
                    <a:pt x="30" y="48"/>
                  </a:lnTo>
                  <a:lnTo>
                    <a:pt x="24" y="54"/>
                  </a:lnTo>
                  <a:lnTo>
                    <a:pt x="24" y="66"/>
                  </a:lnTo>
                  <a:lnTo>
                    <a:pt x="6" y="60"/>
                  </a:lnTo>
                  <a:lnTo>
                    <a:pt x="0" y="66"/>
                  </a:lnTo>
                  <a:lnTo>
                    <a:pt x="6" y="72"/>
                  </a:lnTo>
                  <a:lnTo>
                    <a:pt x="18" y="78"/>
                  </a:lnTo>
                  <a:lnTo>
                    <a:pt x="24" y="84"/>
                  </a:lnTo>
                  <a:lnTo>
                    <a:pt x="36" y="90"/>
                  </a:lnTo>
                  <a:lnTo>
                    <a:pt x="48" y="90"/>
                  </a:lnTo>
                  <a:lnTo>
                    <a:pt x="54" y="96"/>
                  </a:lnTo>
                  <a:lnTo>
                    <a:pt x="60" y="96"/>
                  </a:lnTo>
                  <a:lnTo>
                    <a:pt x="72" y="108"/>
                  </a:lnTo>
                  <a:lnTo>
                    <a:pt x="108" y="108"/>
                  </a:lnTo>
                  <a:lnTo>
                    <a:pt x="138" y="126"/>
                  </a:lnTo>
                  <a:lnTo>
                    <a:pt x="150" y="126"/>
                  </a:lnTo>
                  <a:lnTo>
                    <a:pt x="156" y="132"/>
                  </a:lnTo>
                  <a:lnTo>
                    <a:pt x="162" y="132"/>
                  </a:lnTo>
                  <a:lnTo>
                    <a:pt x="162" y="156"/>
                  </a:lnTo>
                  <a:lnTo>
                    <a:pt x="156" y="162"/>
                  </a:lnTo>
                  <a:lnTo>
                    <a:pt x="156" y="168"/>
                  </a:lnTo>
                  <a:lnTo>
                    <a:pt x="168" y="174"/>
                  </a:lnTo>
                  <a:lnTo>
                    <a:pt x="162" y="198"/>
                  </a:lnTo>
                  <a:lnTo>
                    <a:pt x="186" y="210"/>
                  </a:lnTo>
                  <a:lnTo>
                    <a:pt x="180" y="222"/>
                  </a:lnTo>
                  <a:lnTo>
                    <a:pt x="174" y="228"/>
                  </a:lnTo>
                  <a:lnTo>
                    <a:pt x="168" y="240"/>
                  </a:lnTo>
                  <a:lnTo>
                    <a:pt x="168" y="246"/>
                  </a:lnTo>
                  <a:lnTo>
                    <a:pt x="180" y="258"/>
                  </a:lnTo>
                  <a:lnTo>
                    <a:pt x="192" y="264"/>
                  </a:lnTo>
                  <a:lnTo>
                    <a:pt x="198" y="270"/>
                  </a:lnTo>
                  <a:lnTo>
                    <a:pt x="210" y="306"/>
                  </a:lnTo>
                  <a:lnTo>
                    <a:pt x="222" y="294"/>
                  </a:lnTo>
                  <a:lnTo>
                    <a:pt x="228" y="294"/>
                  </a:lnTo>
                  <a:lnTo>
                    <a:pt x="234" y="300"/>
                  </a:lnTo>
                  <a:lnTo>
                    <a:pt x="246" y="300"/>
                  </a:lnTo>
                  <a:lnTo>
                    <a:pt x="270" y="324"/>
                  </a:lnTo>
                  <a:lnTo>
                    <a:pt x="270" y="336"/>
                  </a:lnTo>
                  <a:lnTo>
                    <a:pt x="276" y="348"/>
                  </a:lnTo>
                  <a:lnTo>
                    <a:pt x="276" y="354"/>
                  </a:lnTo>
                  <a:lnTo>
                    <a:pt x="264" y="348"/>
                  </a:lnTo>
                  <a:lnTo>
                    <a:pt x="246" y="348"/>
                  </a:lnTo>
                  <a:lnTo>
                    <a:pt x="240" y="354"/>
                  </a:lnTo>
                  <a:lnTo>
                    <a:pt x="234" y="366"/>
                  </a:lnTo>
                  <a:lnTo>
                    <a:pt x="228" y="372"/>
                  </a:lnTo>
                  <a:lnTo>
                    <a:pt x="222" y="384"/>
                  </a:lnTo>
                  <a:lnTo>
                    <a:pt x="216" y="390"/>
                  </a:lnTo>
                  <a:lnTo>
                    <a:pt x="180" y="420"/>
                  </a:lnTo>
                  <a:lnTo>
                    <a:pt x="144" y="432"/>
                  </a:lnTo>
                  <a:lnTo>
                    <a:pt x="138" y="438"/>
                  </a:lnTo>
                  <a:lnTo>
                    <a:pt x="126" y="444"/>
                  </a:lnTo>
                  <a:lnTo>
                    <a:pt x="120" y="456"/>
                  </a:lnTo>
                  <a:lnTo>
                    <a:pt x="120" y="462"/>
                  </a:lnTo>
                  <a:lnTo>
                    <a:pt x="108" y="474"/>
                  </a:lnTo>
                  <a:lnTo>
                    <a:pt x="90" y="474"/>
                  </a:lnTo>
                  <a:lnTo>
                    <a:pt x="66" y="504"/>
                  </a:lnTo>
                  <a:lnTo>
                    <a:pt x="66" y="534"/>
                  </a:lnTo>
                  <a:lnTo>
                    <a:pt x="72" y="540"/>
                  </a:lnTo>
                  <a:lnTo>
                    <a:pt x="72" y="570"/>
                  </a:lnTo>
                  <a:lnTo>
                    <a:pt x="96" y="588"/>
                  </a:lnTo>
                  <a:lnTo>
                    <a:pt x="96" y="594"/>
                  </a:lnTo>
                  <a:lnTo>
                    <a:pt x="90" y="600"/>
                  </a:lnTo>
                  <a:lnTo>
                    <a:pt x="90" y="612"/>
                  </a:lnTo>
                  <a:lnTo>
                    <a:pt x="84" y="630"/>
                  </a:lnTo>
                  <a:lnTo>
                    <a:pt x="84" y="648"/>
                  </a:lnTo>
                  <a:lnTo>
                    <a:pt x="90" y="654"/>
                  </a:lnTo>
                  <a:lnTo>
                    <a:pt x="96" y="666"/>
                  </a:lnTo>
                  <a:lnTo>
                    <a:pt x="108" y="678"/>
                  </a:lnTo>
                  <a:lnTo>
                    <a:pt x="132" y="690"/>
                  </a:lnTo>
                  <a:lnTo>
                    <a:pt x="174" y="690"/>
                  </a:lnTo>
                  <a:lnTo>
                    <a:pt x="174" y="696"/>
                  </a:lnTo>
                  <a:lnTo>
                    <a:pt x="168" y="702"/>
                  </a:lnTo>
                  <a:lnTo>
                    <a:pt x="168" y="708"/>
                  </a:lnTo>
                  <a:lnTo>
                    <a:pt x="174" y="714"/>
                  </a:lnTo>
                  <a:lnTo>
                    <a:pt x="240" y="714"/>
                  </a:lnTo>
                  <a:lnTo>
                    <a:pt x="252" y="708"/>
                  </a:lnTo>
                  <a:lnTo>
                    <a:pt x="270" y="708"/>
                  </a:lnTo>
                  <a:lnTo>
                    <a:pt x="300" y="696"/>
                  </a:lnTo>
                  <a:lnTo>
                    <a:pt x="336" y="696"/>
                  </a:lnTo>
                  <a:lnTo>
                    <a:pt x="384" y="672"/>
                  </a:lnTo>
                  <a:lnTo>
                    <a:pt x="462" y="672"/>
                  </a:lnTo>
                  <a:lnTo>
                    <a:pt x="456" y="660"/>
                  </a:lnTo>
                  <a:lnTo>
                    <a:pt x="516" y="630"/>
                  </a:lnTo>
                  <a:lnTo>
                    <a:pt x="576" y="570"/>
                  </a:lnTo>
                  <a:lnTo>
                    <a:pt x="582" y="570"/>
                  </a:lnTo>
                  <a:lnTo>
                    <a:pt x="618" y="534"/>
                  </a:lnTo>
                  <a:lnTo>
                    <a:pt x="624" y="522"/>
                  </a:lnTo>
                  <a:lnTo>
                    <a:pt x="630" y="516"/>
                  </a:lnTo>
                  <a:lnTo>
                    <a:pt x="630" y="504"/>
                  </a:lnTo>
                  <a:lnTo>
                    <a:pt x="624" y="492"/>
                  </a:lnTo>
                  <a:lnTo>
                    <a:pt x="618" y="486"/>
                  </a:lnTo>
                  <a:lnTo>
                    <a:pt x="612" y="474"/>
                  </a:lnTo>
                  <a:lnTo>
                    <a:pt x="540" y="438"/>
                  </a:lnTo>
                  <a:lnTo>
                    <a:pt x="546" y="438"/>
                  </a:lnTo>
                  <a:lnTo>
                    <a:pt x="570" y="414"/>
                  </a:lnTo>
                  <a:lnTo>
                    <a:pt x="570" y="408"/>
                  </a:lnTo>
                  <a:lnTo>
                    <a:pt x="564" y="402"/>
                  </a:lnTo>
                  <a:lnTo>
                    <a:pt x="552" y="396"/>
                  </a:lnTo>
                  <a:lnTo>
                    <a:pt x="528" y="390"/>
                  </a:lnTo>
                  <a:lnTo>
                    <a:pt x="534" y="378"/>
                  </a:lnTo>
                  <a:lnTo>
                    <a:pt x="540" y="372"/>
                  </a:lnTo>
                  <a:lnTo>
                    <a:pt x="540" y="366"/>
                  </a:lnTo>
                  <a:lnTo>
                    <a:pt x="534" y="360"/>
                  </a:lnTo>
                  <a:lnTo>
                    <a:pt x="528" y="360"/>
                  </a:lnTo>
                  <a:lnTo>
                    <a:pt x="522" y="354"/>
                  </a:lnTo>
                  <a:lnTo>
                    <a:pt x="510" y="354"/>
                  </a:lnTo>
                  <a:lnTo>
                    <a:pt x="510" y="342"/>
                  </a:lnTo>
                  <a:lnTo>
                    <a:pt x="498" y="330"/>
                  </a:lnTo>
                  <a:lnTo>
                    <a:pt x="504" y="300"/>
                  </a:lnTo>
                  <a:lnTo>
                    <a:pt x="510" y="300"/>
                  </a:lnTo>
                  <a:lnTo>
                    <a:pt x="522" y="306"/>
                  </a:lnTo>
                  <a:lnTo>
                    <a:pt x="534" y="306"/>
                  </a:lnTo>
                  <a:lnTo>
                    <a:pt x="540" y="300"/>
                  </a:lnTo>
                  <a:lnTo>
                    <a:pt x="540" y="294"/>
                  </a:lnTo>
                  <a:lnTo>
                    <a:pt x="534" y="288"/>
                  </a:lnTo>
                  <a:lnTo>
                    <a:pt x="522" y="282"/>
                  </a:lnTo>
                  <a:lnTo>
                    <a:pt x="498" y="258"/>
                  </a:lnTo>
                  <a:lnTo>
                    <a:pt x="486" y="252"/>
                  </a:lnTo>
                  <a:lnTo>
                    <a:pt x="480" y="240"/>
                  </a:lnTo>
                  <a:lnTo>
                    <a:pt x="468" y="234"/>
                  </a:lnTo>
                  <a:lnTo>
                    <a:pt x="450" y="216"/>
                  </a:lnTo>
                  <a:lnTo>
                    <a:pt x="456" y="210"/>
                  </a:lnTo>
                  <a:lnTo>
                    <a:pt x="468" y="204"/>
                  </a:lnTo>
                  <a:lnTo>
                    <a:pt x="474" y="204"/>
                  </a:lnTo>
                  <a:lnTo>
                    <a:pt x="474" y="192"/>
                  </a:lnTo>
                  <a:lnTo>
                    <a:pt x="480" y="192"/>
                  </a:lnTo>
                  <a:lnTo>
                    <a:pt x="492" y="186"/>
                  </a:lnTo>
                  <a:lnTo>
                    <a:pt x="498" y="186"/>
                  </a:lnTo>
                  <a:lnTo>
                    <a:pt x="498" y="174"/>
                  </a:lnTo>
                  <a:lnTo>
                    <a:pt x="450" y="126"/>
                  </a:lnTo>
                  <a:lnTo>
                    <a:pt x="432" y="126"/>
                  </a:lnTo>
                  <a:lnTo>
                    <a:pt x="426" y="132"/>
                  </a:lnTo>
                  <a:lnTo>
                    <a:pt x="420" y="132"/>
                  </a:lnTo>
                  <a:lnTo>
                    <a:pt x="414" y="126"/>
                  </a:lnTo>
                  <a:lnTo>
                    <a:pt x="414" y="120"/>
                  </a:lnTo>
                  <a:lnTo>
                    <a:pt x="408" y="108"/>
                  </a:lnTo>
                  <a:lnTo>
                    <a:pt x="408" y="96"/>
                  </a:lnTo>
                  <a:lnTo>
                    <a:pt x="426" y="96"/>
                  </a:lnTo>
                  <a:lnTo>
                    <a:pt x="426" y="90"/>
                  </a:lnTo>
                  <a:lnTo>
                    <a:pt x="414" y="78"/>
                  </a:lnTo>
                  <a:lnTo>
                    <a:pt x="420" y="54"/>
                  </a:lnTo>
                  <a:lnTo>
                    <a:pt x="426" y="54"/>
                  </a:lnTo>
                  <a:lnTo>
                    <a:pt x="426" y="60"/>
                  </a:lnTo>
                  <a:lnTo>
                    <a:pt x="432" y="60"/>
                  </a:lnTo>
                  <a:lnTo>
                    <a:pt x="432" y="42"/>
                  </a:lnTo>
                  <a:lnTo>
                    <a:pt x="426" y="30"/>
                  </a:lnTo>
                  <a:lnTo>
                    <a:pt x="414" y="18"/>
                  </a:lnTo>
                  <a:lnTo>
                    <a:pt x="408" y="18"/>
                  </a:lnTo>
                  <a:lnTo>
                    <a:pt x="372" y="12"/>
                  </a:lnTo>
                  <a:lnTo>
                    <a:pt x="372" y="0"/>
                  </a:lnTo>
                  <a:lnTo>
                    <a:pt x="336" y="0"/>
                  </a:lnTo>
                  <a:lnTo>
                    <a:pt x="324" y="6"/>
                  </a:lnTo>
                  <a:lnTo>
                    <a:pt x="294" y="6"/>
                  </a:lnTo>
                  <a:lnTo>
                    <a:pt x="282" y="12"/>
                  </a:lnTo>
                  <a:lnTo>
                    <a:pt x="276" y="12"/>
                  </a:lnTo>
                  <a:lnTo>
                    <a:pt x="264" y="18"/>
                  </a:lnTo>
                  <a:lnTo>
                    <a:pt x="264" y="30"/>
                  </a:lnTo>
                  <a:lnTo>
                    <a:pt x="258" y="36"/>
                  </a:lnTo>
                  <a:lnTo>
                    <a:pt x="258" y="72"/>
                  </a:lnTo>
                  <a:lnTo>
                    <a:pt x="234" y="72"/>
                  </a:lnTo>
                  <a:lnTo>
                    <a:pt x="234" y="78"/>
                  </a:lnTo>
                  <a:lnTo>
                    <a:pt x="228" y="84"/>
                  </a:lnTo>
                  <a:lnTo>
                    <a:pt x="228" y="96"/>
                  </a:lnTo>
                  <a:lnTo>
                    <a:pt x="210" y="96"/>
                  </a:lnTo>
                  <a:lnTo>
                    <a:pt x="204" y="90"/>
                  </a:lnTo>
                  <a:lnTo>
                    <a:pt x="192" y="84"/>
                  </a:lnTo>
                  <a:lnTo>
                    <a:pt x="162" y="8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 name="Estonia" descr="© INSCALE GmbH, 05.05.2010&#10;http://www.presentationload.com/">
              <a:extLst>
                <a:ext uri="{FF2B5EF4-FFF2-40B4-BE49-F238E27FC236}">
                  <a16:creationId xmlns:a16="http://schemas.microsoft.com/office/drawing/2014/main" id="{FCA86FCD-47FB-BB42-B8E0-DC3D5887CD42}"/>
                </a:ext>
              </a:extLst>
            </p:cNvPr>
            <p:cNvSpPr>
              <a:spLocks noEditPoints="1"/>
            </p:cNvSpPr>
            <p:nvPr/>
          </p:nvSpPr>
          <p:spPr bwMode="gray">
            <a:xfrm>
              <a:off x="6309671" y="2146327"/>
              <a:ext cx="146285" cy="65745"/>
            </a:xfrm>
            <a:custGeom>
              <a:avLst/>
              <a:gdLst>
                <a:gd name="T0" fmla="*/ 2147483647 w 348"/>
                <a:gd name="T1" fmla="*/ 2147483647 h 156"/>
                <a:gd name="T2" fmla="*/ 2147483647 w 348"/>
                <a:gd name="T3" fmla="*/ 2147483647 h 156"/>
                <a:gd name="T4" fmla="*/ 2147483647 w 348"/>
                <a:gd name="T5" fmla="*/ 2147483647 h 156"/>
                <a:gd name="T6" fmla="*/ 2147483647 w 348"/>
                <a:gd name="T7" fmla="*/ 2147483647 h 156"/>
                <a:gd name="T8" fmla="*/ 2147483647 w 348"/>
                <a:gd name="T9" fmla="*/ 2147483647 h 156"/>
                <a:gd name="T10" fmla="*/ 2147483647 w 348"/>
                <a:gd name="T11" fmla="*/ 2147483647 h 156"/>
                <a:gd name="T12" fmla="*/ 2147483647 w 348"/>
                <a:gd name="T13" fmla="*/ 2147483647 h 156"/>
                <a:gd name="T14" fmla="*/ 2147483647 w 348"/>
                <a:gd name="T15" fmla="*/ 0 h 156"/>
                <a:gd name="T16" fmla="*/ 2147483647 w 348"/>
                <a:gd name="T17" fmla="*/ 2147483647 h 156"/>
                <a:gd name="T18" fmla="*/ 2147483647 w 348"/>
                <a:gd name="T19" fmla="*/ 2147483647 h 156"/>
                <a:gd name="T20" fmla="*/ 2147483647 w 348"/>
                <a:gd name="T21" fmla="*/ 2147483647 h 156"/>
                <a:gd name="T22" fmla="*/ 2147483647 w 348"/>
                <a:gd name="T23" fmla="*/ 2147483647 h 156"/>
                <a:gd name="T24" fmla="*/ 2147483647 w 348"/>
                <a:gd name="T25" fmla="*/ 2147483647 h 156"/>
                <a:gd name="T26" fmla="*/ 2147483647 w 348"/>
                <a:gd name="T27" fmla="*/ 2147483647 h 156"/>
                <a:gd name="T28" fmla="*/ 2147483647 w 348"/>
                <a:gd name="T29" fmla="*/ 2147483647 h 156"/>
                <a:gd name="T30" fmla="*/ 2147483647 w 348"/>
                <a:gd name="T31" fmla="*/ 2147483647 h 156"/>
                <a:gd name="T32" fmla="*/ 2147483647 w 348"/>
                <a:gd name="T33" fmla="*/ 2147483647 h 156"/>
                <a:gd name="T34" fmla="*/ 2147483647 w 348"/>
                <a:gd name="T35" fmla="*/ 2147483647 h 156"/>
                <a:gd name="T36" fmla="*/ 2147483647 w 348"/>
                <a:gd name="T37" fmla="*/ 2147483647 h 156"/>
                <a:gd name="T38" fmla="*/ 2147483647 w 348"/>
                <a:gd name="T39" fmla="*/ 2147483647 h 156"/>
                <a:gd name="T40" fmla="*/ 2147483647 w 348"/>
                <a:gd name="T41" fmla="*/ 2147483647 h 156"/>
                <a:gd name="T42" fmla="*/ 2147483647 w 348"/>
                <a:gd name="T43" fmla="*/ 2147483647 h 156"/>
                <a:gd name="T44" fmla="*/ 2147483647 w 348"/>
                <a:gd name="T45" fmla="*/ 2147483647 h 156"/>
                <a:gd name="T46" fmla="*/ 2147483647 w 348"/>
                <a:gd name="T47" fmla="*/ 2147483647 h 156"/>
                <a:gd name="T48" fmla="*/ 0 w 348"/>
                <a:gd name="T49" fmla="*/ 2147483647 h 156"/>
                <a:gd name="T50" fmla="*/ 2147483647 w 348"/>
                <a:gd name="T51" fmla="*/ 2147483647 h 156"/>
                <a:gd name="T52" fmla="*/ 2147483647 w 348"/>
                <a:gd name="T53" fmla="*/ 2147483647 h 156"/>
                <a:gd name="T54" fmla="*/ 2147483647 w 348"/>
                <a:gd name="T55" fmla="*/ 2147483647 h 156"/>
                <a:gd name="T56" fmla="*/ 2147483647 w 348"/>
                <a:gd name="T57" fmla="*/ 2147483647 h 156"/>
                <a:gd name="T58" fmla="*/ 2147483647 w 348"/>
                <a:gd name="T59" fmla="*/ 2147483647 h 156"/>
                <a:gd name="T60" fmla="*/ 2147483647 w 348"/>
                <a:gd name="T61" fmla="*/ 2147483647 h 156"/>
                <a:gd name="T62" fmla="*/ 2147483647 w 348"/>
                <a:gd name="T63" fmla="*/ 2147483647 h 156"/>
                <a:gd name="T64" fmla="*/ 2147483647 w 348"/>
                <a:gd name="T65" fmla="*/ 2147483647 h 156"/>
                <a:gd name="T66" fmla="*/ 2147483647 w 348"/>
                <a:gd name="T67" fmla="*/ 2147483647 h 156"/>
                <a:gd name="T68" fmla="*/ 2147483647 w 348"/>
                <a:gd name="T69" fmla="*/ 2147483647 h 156"/>
                <a:gd name="T70" fmla="*/ 2147483647 w 348"/>
                <a:gd name="T71" fmla="*/ 2147483647 h 1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48"/>
                <a:gd name="T109" fmla="*/ 0 h 156"/>
                <a:gd name="T110" fmla="*/ 348 w 348"/>
                <a:gd name="T111" fmla="*/ 156 h 1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48" h="156">
                  <a:moveTo>
                    <a:pt x="336" y="114"/>
                  </a:moveTo>
                  <a:lnTo>
                    <a:pt x="324" y="108"/>
                  </a:lnTo>
                  <a:lnTo>
                    <a:pt x="336" y="84"/>
                  </a:lnTo>
                  <a:lnTo>
                    <a:pt x="318" y="78"/>
                  </a:lnTo>
                  <a:lnTo>
                    <a:pt x="318" y="60"/>
                  </a:lnTo>
                  <a:lnTo>
                    <a:pt x="330" y="48"/>
                  </a:lnTo>
                  <a:lnTo>
                    <a:pt x="336" y="48"/>
                  </a:lnTo>
                  <a:lnTo>
                    <a:pt x="342" y="42"/>
                  </a:lnTo>
                  <a:lnTo>
                    <a:pt x="336" y="30"/>
                  </a:lnTo>
                  <a:lnTo>
                    <a:pt x="342" y="18"/>
                  </a:lnTo>
                  <a:lnTo>
                    <a:pt x="330" y="12"/>
                  </a:lnTo>
                  <a:lnTo>
                    <a:pt x="312" y="12"/>
                  </a:lnTo>
                  <a:lnTo>
                    <a:pt x="294" y="6"/>
                  </a:lnTo>
                  <a:lnTo>
                    <a:pt x="276" y="6"/>
                  </a:lnTo>
                  <a:lnTo>
                    <a:pt x="264" y="0"/>
                  </a:lnTo>
                  <a:lnTo>
                    <a:pt x="204" y="0"/>
                  </a:lnTo>
                  <a:lnTo>
                    <a:pt x="192" y="6"/>
                  </a:lnTo>
                  <a:lnTo>
                    <a:pt x="156" y="6"/>
                  </a:lnTo>
                  <a:lnTo>
                    <a:pt x="150" y="12"/>
                  </a:lnTo>
                  <a:lnTo>
                    <a:pt x="126" y="24"/>
                  </a:lnTo>
                  <a:lnTo>
                    <a:pt x="108" y="30"/>
                  </a:lnTo>
                  <a:lnTo>
                    <a:pt x="96" y="36"/>
                  </a:lnTo>
                  <a:lnTo>
                    <a:pt x="90" y="36"/>
                  </a:lnTo>
                  <a:lnTo>
                    <a:pt x="84" y="42"/>
                  </a:lnTo>
                  <a:lnTo>
                    <a:pt x="84" y="48"/>
                  </a:lnTo>
                  <a:lnTo>
                    <a:pt x="90" y="60"/>
                  </a:lnTo>
                  <a:lnTo>
                    <a:pt x="90" y="72"/>
                  </a:lnTo>
                  <a:lnTo>
                    <a:pt x="96" y="78"/>
                  </a:lnTo>
                  <a:lnTo>
                    <a:pt x="96" y="84"/>
                  </a:lnTo>
                  <a:lnTo>
                    <a:pt x="150" y="90"/>
                  </a:lnTo>
                  <a:lnTo>
                    <a:pt x="138" y="126"/>
                  </a:lnTo>
                  <a:lnTo>
                    <a:pt x="150" y="126"/>
                  </a:lnTo>
                  <a:lnTo>
                    <a:pt x="180" y="114"/>
                  </a:lnTo>
                  <a:lnTo>
                    <a:pt x="210" y="114"/>
                  </a:lnTo>
                  <a:lnTo>
                    <a:pt x="234" y="126"/>
                  </a:lnTo>
                  <a:lnTo>
                    <a:pt x="240" y="132"/>
                  </a:lnTo>
                  <a:lnTo>
                    <a:pt x="252" y="138"/>
                  </a:lnTo>
                  <a:lnTo>
                    <a:pt x="270" y="156"/>
                  </a:lnTo>
                  <a:lnTo>
                    <a:pt x="288" y="156"/>
                  </a:lnTo>
                  <a:lnTo>
                    <a:pt x="294" y="150"/>
                  </a:lnTo>
                  <a:lnTo>
                    <a:pt x="312" y="150"/>
                  </a:lnTo>
                  <a:lnTo>
                    <a:pt x="318" y="156"/>
                  </a:lnTo>
                  <a:lnTo>
                    <a:pt x="330" y="156"/>
                  </a:lnTo>
                  <a:lnTo>
                    <a:pt x="330" y="144"/>
                  </a:lnTo>
                  <a:lnTo>
                    <a:pt x="348" y="132"/>
                  </a:lnTo>
                  <a:lnTo>
                    <a:pt x="336" y="114"/>
                  </a:lnTo>
                  <a:close/>
                  <a:moveTo>
                    <a:pt x="36" y="78"/>
                  </a:moveTo>
                  <a:lnTo>
                    <a:pt x="6" y="78"/>
                  </a:lnTo>
                  <a:lnTo>
                    <a:pt x="0" y="84"/>
                  </a:lnTo>
                  <a:lnTo>
                    <a:pt x="0" y="102"/>
                  </a:lnTo>
                  <a:lnTo>
                    <a:pt x="6" y="108"/>
                  </a:lnTo>
                  <a:lnTo>
                    <a:pt x="18" y="132"/>
                  </a:lnTo>
                  <a:lnTo>
                    <a:pt x="24" y="126"/>
                  </a:lnTo>
                  <a:lnTo>
                    <a:pt x="30" y="114"/>
                  </a:lnTo>
                  <a:lnTo>
                    <a:pt x="42" y="108"/>
                  </a:lnTo>
                  <a:lnTo>
                    <a:pt x="54" y="108"/>
                  </a:lnTo>
                  <a:lnTo>
                    <a:pt x="60" y="102"/>
                  </a:lnTo>
                  <a:lnTo>
                    <a:pt x="72" y="96"/>
                  </a:lnTo>
                  <a:lnTo>
                    <a:pt x="78" y="90"/>
                  </a:lnTo>
                  <a:lnTo>
                    <a:pt x="72" y="72"/>
                  </a:lnTo>
                  <a:lnTo>
                    <a:pt x="36" y="78"/>
                  </a:lnTo>
                  <a:close/>
                  <a:moveTo>
                    <a:pt x="36" y="66"/>
                  </a:moveTo>
                  <a:lnTo>
                    <a:pt x="48" y="66"/>
                  </a:lnTo>
                  <a:lnTo>
                    <a:pt x="54" y="54"/>
                  </a:lnTo>
                  <a:lnTo>
                    <a:pt x="60" y="48"/>
                  </a:lnTo>
                  <a:lnTo>
                    <a:pt x="60" y="42"/>
                  </a:lnTo>
                  <a:lnTo>
                    <a:pt x="54" y="36"/>
                  </a:lnTo>
                  <a:lnTo>
                    <a:pt x="48" y="36"/>
                  </a:lnTo>
                  <a:lnTo>
                    <a:pt x="36" y="42"/>
                  </a:lnTo>
                  <a:lnTo>
                    <a:pt x="30" y="48"/>
                  </a:lnTo>
                  <a:lnTo>
                    <a:pt x="24" y="60"/>
                  </a:lnTo>
                  <a:lnTo>
                    <a:pt x="30" y="66"/>
                  </a:lnTo>
                  <a:lnTo>
                    <a:pt x="36" y="6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 name="Denmark" descr="© INSCALE GmbH, 05.05.2010&#10;http://www.presentationload.com/">
              <a:extLst>
                <a:ext uri="{FF2B5EF4-FFF2-40B4-BE49-F238E27FC236}">
                  <a16:creationId xmlns:a16="http://schemas.microsoft.com/office/drawing/2014/main" id="{B1027058-7D31-1D4C-AF96-E1BB637A0743}"/>
                </a:ext>
              </a:extLst>
            </p:cNvPr>
            <p:cNvSpPr>
              <a:spLocks noEditPoints="1"/>
            </p:cNvSpPr>
            <p:nvPr/>
          </p:nvSpPr>
          <p:spPr bwMode="gray">
            <a:xfrm>
              <a:off x="5974370" y="2208785"/>
              <a:ext cx="116699" cy="98618"/>
            </a:xfrm>
            <a:custGeom>
              <a:avLst/>
              <a:gdLst>
                <a:gd name="T0" fmla="*/ 2147483647 w 71"/>
                <a:gd name="T1" fmla="*/ 2147483647 h 60"/>
                <a:gd name="T2" fmla="*/ 2147483647 w 71"/>
                <a:gd name="T3" fmla="*/ 2147483647 h 60"/>
                <a:gd name="T4" fmla="*/ 2147483647 w 71"/>
                <a:gd name="T5" fmla="*/ 2147483647 h 60"/>
                <a:gd name="T6" fmla="*/ 2147483647 w 71"/>
                <a:gd name="T7" fmla="*/ 2147483647 h 60"/>
                <a:gd name="T8" fmla="*/ 2147483647 w 71"/>
                <a:gd name="T9" fmla="*/ 2147483647 h 60"/>
                <a:gd name="T10" fmla="*/ 2147483647 w 71"/>
                <a:gd name="T11" fmla="*/ 2147483647 h 60"/>
                <a:gd name="T12" fmla="*/ 2147483647 w 71"/>
                <a:gd name="T13" fmla="*/ 2147483647 h 60"/>
                <a:gd name="T14" fmla="*/ 2147483647 w 71"/>
                <a:gd name="T15" fmla="*/ 2147483647 h 60"/>
                <a:gd name="T16" fmla="*/ 2147483647 w 71"/>
                <a:gd name="T17" fmla="*/ 2147483647 h 60"/>
                <a:gd name="T18" fmla="*/ 2147483647 w 71"/>
                <a:gd name="T19" fmla="*/ 2147483647 h 60"/>
                <a:gd name="T20" fmla="*/ 2147483647 w 71"/>
                <a:gd name="T21" fmla="*/ 2147483647 h 60"/>
                <a:gd name="T22" fmla="*/ 2147483647 w 71"/>
                <a:gd name="T23" fmla="*/ 2147483647 h 60"/>
                <a:gd name="T24" fmla="*/ 2147483647 w 71"/>
                <a:gd name="T25" fmla="*/ 2147483647 h 60"/>
                <a:gd name="T26" fmla="*/ 2147483647 w 71"/>
                <a:gd name="T27" fmla="*/ 2147483647 h 60"/>
                <a:gd name="T28" fmla="*/ 2147483647 w 71"/>
                <a:gd name="T29" fmla="*/ 2147483647 h 60"/>
                <a:gd name="T30" fmla="*/ 2147483647 w 71"/>
                <a:gd name="T31" fmla="*/ 2147483647 h 60"/>
                <a:gd name="T32" fmla="*/ 2147483647 w 71"/>
                <a:gd name="T33" fmla="*/ 2147483647 h 60"/>
                <a:gd name="T34" fmla="*/ 2147483647 w 71"/>
                <a:gd name="T35" fmla="*/ 2147483647 h 60"/>
                <a:gd name="T36" fmla="*/ 2147483647 w 71"/>
                <a:gd name="T37" fmla="*/ 2147483647 h 60"/>
                <a:gd name="T38" fmla="*/ 2147483647 w 71"/>
                <a:gd name="T39" fmla="*/ 2147483647 h 60"/>
                <a:gd name="T40" fmla="*/ 2147483647 w 71"/>
                <a:gd name="T41" fmla="*/ 2147483647 h 60"/>
                <a:gd name="T42" fmla="*/ 2147483647 w 71"/>
                <a:gd name="T43" fmla="*/ 2147483647 h 60"/>
                <a:gd name="T44" fmla="*/ 2147483647 w 71"/>
                <a:gd name="T45" fmla="*/ 2147483647 h 60"/>
                <a:gd name="T46" fmla="*/ 2147483647 w 71"/>
                <a:gd name="T47" fmla="*/ 2147483647 h 60"/>
                <a:gd name="T48" fmla="*/ 2147483647 w 71"/>
                <a:gd name="T49" fmla="*/ 2147483647 h 60"/>
                <a:gd name="T50" fmla="*/ 2147483647 w 71"/>
                <a:gd name="T51" fmla="*/ 2147483647 h 60"/>
                <a:gd name="T52" fmla="*/ 2147483647 w 71"/>
                <a:gd name="T53" fmla="*/ 2147483647 h 60"/>
                <a:gd name="T54" fmla="*/ 2147483647 w 71"/>
                <a:gd name="T55" fmla="*/ 2147483647 h 60"/>
                <a:gd name="T56" fmla="*/ 2147483647 w 71"/>
                <a:gd name="T57" fmla="*/ 2147483647 h 60"/>
                <a:gd name="T58" fmla="*/ 2147483647 w 71"/>
                <a:gd name="T59" fmla="*/ 2147483647 h 60"/>
                <a:gd name="T60" fmla="*/ 2147483647 w 71"/>
                <a:gd name="T61" fmla="*/ 2147483647 h 60"/>
                <a:gd name="T62" fmla="*/ 2147483647 w 71"/>
                <a:gd name="T63" fmla="*/ 0 h 60"/>
                <a:gd name="T64" fmla="*/ 2147483647 w 71"/>
                <a:gd name="T65" fmla="*/ 2147483647 h 60"/>
                <a:gd name="T66" fmla="*/ 2147483647 w 71"/>
                <a:gd name="T67" fmla="*/ 2147483647 h 60"/>
                <a:gd name="T68" fmla="*/ 2147483647 w 71"/>
                <a:gd name="T69" fmla="*/ 2147483647 h 60"/>
                <a:gd name="T70" fmla="*/ 2147483647 w 71"/>
                <a:gd name="T71" fmla="*/ 2147483647 h 60"/>
                <a:gd name="T72" fmla="*/ 2147483647 w 71"/>
                <a:gd name="T73" fmla="*/ 2147483647 h 60"/>
                <a:gd name="T74" fmla="*/ 2147483647 w 71"/>
                <a:gd name="T75" fmla="*/ 2147483647 h 60"/>
                <a:gd name="T76" fmla="*/ 2147483647 w 71"/>
                <a:gd name="T77" fmla="*/ 2147483647 h 60"/>
                <a:gd name="T78" fmla="*/ 2147483647 w 71"/>
                <a:gd name="T79" fmla="*/ 2147483647 h 60"/>
                <a:gd name="T80" fmla="*/ 2147483647 w 71"/>
                <a:gd name="T81" fmla="*/ 2147483647 h 60"/>
                <a:gd name="T82" fmla="*/ 0 w 71"/>
                <a:gd name="T83" fmla="*/ 2147483647 h 60"/>
                <a:gd name="T84" fmla="*/ 0 w 71"/>
                <a:gd name="T85" fmla="*/ 2147483647 h 60"/>
                <a:gd name="T86" fmla="*/ 2147483647 w 71"/>
                <a:gd name="T87" fmla="*/ 2147483647 h 60"/>
                <a:gd name="T88" fmla="*/ 2147483647 w 71"/>
                <a:gd name="T89" fmla="*/ 2147483647 h 60"/>
                <a:gd name="T90" fmla="*/ 2147483647 w 71"/>
                <a:gd name="T91" fmla="*/ 2147483647 h 60"/>
                <a:gd name="T92" fmla="*/ 2147483647 w 71"/>
                <a:gd name="T93" fmla="*/ 2147483647 h 60"/>
                <a:gd name="T94" fmla="*/ 2147483647 w 71"/>
                <a:gd name="T95" fmla="*/ 2147483647 h 60"/>
                <a:gd name="T96" fmla="*/ 2147483647 w 71"/>
                <a:gd name="T97" fmla="*/ 2147483647 h 60"/>
                <a:gd name="T98" fmla="*/ 2147483647 w 71"/>
                <a:gd name="T99" fmla="*/ 2147483647 h 60"/>
                <a:gd name="T100" fmla="*/ 2147483647 w 71"/>
                <a:gd name="T101" fmla="*/ 2147483647 h 60"/>
                <a:gd name="T102" fmla="*/ 2147483647 w 71"/>
                <a:gd name="T103" fmla="*/ 2147483647 h 60"/>
                <a:gd name="T104" fmla="*/ 2147483647 w 71"/>
                <a:gd name="T105" fmla="*/ 2147483647 h 60"/>
                <a:gd name="T106" fmla="*/ 2147483647 w 71"/>
                <a:gd name="T107" fmla="*/ 2147483647 h 60"/>
                <a:gd name="T108" fmla="*/ 2147483647 w 71"/>
                <a:gd name="T109" fmla="*/ 2147483647 h 60"/>
                <a:gd name="T110" fmla="*/ 2147483647 w 71"/>
                <a:gd name="T111" fmla="*/ 2147483647 h 60"/>
                <a:gd name="T112" fmla="*/ 2147483647 w 71"/>
                <a:gd name="T113" fmla="*/ 2147483647 h 60"/>
                <a:gd name="T114" fmla="*/ 2147483647 w 71"/>
                <a:gd name="T115" fmla="*/ 2147483647 h 60"/>
                <a:gd name="T116" fmla="*/ 2147483647 w 71"/>
                <a:gd name="T117" fmla="*/ 2147483647 h 60"/>
                <a:gd name="T118" fmla="*/ 2147483647 w 71"/>
                <a:gd name="T119" fmla="*/ 2147483647 h 60"/>
                <a:gd name="T120" fmla="*/ 2147483647 w 71"/>
                <a:gd name="T121" fmla="*/ 2147483647 h 6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1"/>
                <a:gd name="T184" fmla="*/ 0 h 60"/>
                <a:gd name="T185" fmla="*/ 71 w 71"/>
                <a:gd name="T186" fmla="*/ 60 h 6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1" h="60">
                  <a:moveTo>
                    <a:pt x="62" y="48"/>
                  </a:moveTo>
                  <a:lnTo>
                    <a:pt x="67" y="46"/>
                  </a:lnTo>
                  <a:lnTo>
                    <a:pt x="69" y="46"/>
                  </a:lnTo>
                  <a:lnTo>
                    <a:pt x="69" y="43"/>
                  </a:lnTo>
                  <a:lnTo>
                    <a:pt x="67" y="43"/>
                  </a:lnTo>
                  <a:lnTo>
                    <a:pt x="62" y="41"/>
                  </a:lnTo>
                  <a:lnTo>
                    <a:pt x="62" y="38"/>
                  </a:lnTo>
                  <a:lnTo>
                    <a:pt x="64" y="38"/>
                  </a:lnTo>
                  <a:lnTo>
                    <a:pt x="64" y="36"/>
                  </a:lnTo>
                  <a:lnTo>
                    <a:pt x="67" y="34"/>
                  </a:lnTo>
                  <a:lnTo>
                    <a:pt x="67" y="29"/>
                  </a:lnTo>
                  <a:lnTo>
                    <a:pt x="64" y="29"/>
                  </a:lnTo>
                  <a:lnTo>
                    <a:pt x="62" y="29"/>
                  </a:lnTo>
                  <a:lnTo>
                    <a:pt x="60" y="31"/>
                  </a:lnTo>
                  <a:lnTo>
                    <a:pt x="60" y="34"/>
                  </a:lnTo>
                  <a:lnTo>
                    <a:pt x="57" y="36"/>
                  </a:lnTo>
                  <a:lnTo>
                    <a:pt x="57" y="34"/>
                  </a:lnTo>
                  <a:lnTo>
                    <a:pt x="55" y="31"/>
                  </a:lnTo>
                  <a:lnTo>
                    <a:pt x="52" y="34"/>
                  </a:lnTo>
                  <a:lnTo>
                    <a:pt x="45" y="38"/>
                  </a:lnTo>
                  <a:lnTo>
                    <a:pt x="48" y="38"/>
                  </a:lnTo>
                  <a:lnTo>
                    <a:pt x="50" y="41"/>
                  </a:lnTo>
                  <a:lnTo>
                    <a:pt x="50" y="43"/>
                  </a:lnTo>
                  <a:lnTo>
                    <a:pt x="50" y="46"/>
                  </a:lnTo>
                  <a:lnTo>
                    <a:pt x="50" y="48"/>
                  </a:lnTo>
                  <a:lnTo>
                    <a:pt x="48" y="48"/>
                  </a:lnTo>
                  <a:lnTo>
                    <a:pt x="50" y="48"/>
                  </a:lnTo>
                  <a:lnTo>
                    <a:pt x="50" y="50"/>
                  </a:lnTo>
                  <a:lnTo>
                    <a:pt x="55" y="50"/>
                  </a:lnTo>
                  <a:lnTo>
                    <a:pt x="55" y="48"/>
                  </a:lnTo>
                  <a:lnTo>
                    <a:pt x="57" y="48"/>
                  </a:lnTo>
                  <a:lnTo>
                    <a:pt x="57" y="50"/>
                  </a:lnTo>
                  <a:lnTo>
                    <a:pt x="60" y="53"/>
                  </a:lnTo>
                  <a:lnTo>
                    <a:pt x="60" y="55"/>
                  </a:lnTo>
                  <a:lnTo>
                    <a:pt x="62" y="55"/>
                  </a:lnTo>
                  <a:lnTo>
                    <a:pt x="62" y="53"/>
                  </a:lnTo>
                  <a:lnTo>
                    <a:pt x="62" y="48"/>
                  </a:lnTo>
                  <a:close/>
                  <a:moveTo>
                    <a:pt x="71" y="53"/>
                  </a:moveTo>
                  <a:lnTo>
                    <a:pt x="62" y="55"/>
                  </a:lnTo>
                  <a:lnTo>
                    <a:pt x="60" y="58"/>
                  </a:lnTo>
                  <a:lnTo>
                    <a:pt x="57" y="58"/>
                  </a:lnTo>
                  <a:lnTo>
                    <a:pt x="57" y="55"/>
                  </a:lnTo>
                  <a:lnTo>
                    <a:pt x="55" y="55"/>
                  </a:lnTo>
                  <a:lnTo>
                    <a:pt x="50" y="53"/>
                  </a:lnTo>
                  <a:lnTo>
                    <a:pt x="45" y="53"/>
                  </a:lnTo>
                  <a:lnTo>
                    <a:pt x="45" y="58"/>
                  </a:lnTo>
                  <a:lnTo>
                    <a:pt x="50" y="58"/>
                  </a:lnTo>
                  <a:lnTo>
                    <a:pt x="52" y="58"/>
                  </a:lnTo>
                  <a:lnTo>
                    <a:pt x="55" y="60"/>
                  </a:lnTo>
                  <a:lnTo>
                    <a:pt x="57" y="60"/>
                  </a:lnTo>
                  <a:lnTo>
                    <a:pt x="60" y="60"/>
                  </a:lnTo>
                  <a:lnTo>
                    <a:pt x="62" y="60"/>
                  </a:lnTo>
                  <a:lnTo>
                    <a:pt x="69" y="58"/>
                  </a:lnTo>
                  <a:lnTo>
                    <a:pt x="71" y="58"/>
                  </a:lnTo>
                  <a:lnTo>
                    <a:pt x="71" y="53"/>
                  </a:lnTo>
                  <a:close/>
                  <a:moveTo>
                    <a:pt x="31" y="12"/>
                  </a:moveTo>
                  <a:lnTo>
                    <a:pt x="36" y="7"/>
                  </a:lnTo>
                  <a:lnTo>
                    <a:pt x="36" y="3"/>
                  </a:lnTo>
                  <a:lnTo>
                    <a:pt x="36" y="0"/>
                  </a:lnTo>
                  <a:lnTo>
                    <a:pt x="26" y="0"/>
                  </a:lnTo>
                  <a:lnTo>
                    <a:pt x="26" y="3"/>
                  </a:lnTo>
                  <a:lnTo>
                    <a:pt x="21" y="7"/>
                  </a:lnTo>
                  <a:lnTo>
                    <a:pt x="21" y="10"/>
                  </a:lnTo>
                  <a:lnTo>
                    <a:pt x="19" y="10"/>
                  </a:lnTo>
                  <a:lnTo>
                    <a:pt x="19" y="19"/>
                  </a:lnTo>
                  <a:lnTo>
                    <a:pt x="14" y="14"/>
                  </a:lnTo>
                  <a:lnTo>
                    <a:pt x="12" y="7"/>
                  </a:lnTo>
                  <a:lnTo>
                    <a:pt x="7" y="10"/>
                  </a:lnTo>
                  <a:lnTo>
                    <a:pt x="5" y="10"/>
                  </a:lnTo>
                  <a:lnTo>
                    <a:pt x="5" y="12"/>
                  </a:lnTo>
                  <a:lnTo>
                    <a:pt x="5" y="14"/>
                  </a:lnTo>
                  <a:lnTo>
                    <a:pt x="7" y="14"/>
                  </a:lnTo>
                  <a:lnTo>
                    <a:pt x="12" y="19"/>
                  </a:lnTo>
                  <a:lnTo>
                    <a:pt x="12" y="22"/>
                  </a:lnTo>
                  <a:lnTo>
                    <a:pt x="5" y="19"/>
                  </a:lnTo>
                  <a:lnTo>
                    <a:pt x="2" y="24"/>
                  </a:lnTo>
                  <a:lnTo>
                    <a:pt x="0" y="24"/>
                  </a:lnTo>
                  <a:lnTo>
                    <a:pt x="0" y="29"/>
                  </a:lnTo>
                  <a:lnTo>
                    <a:pt x="0" y="31"/>
                  </a:lnTo>
                  <a:lnTo>
                    <a:pt x="5" y="34"/>
                  </a:lnTo>
                  <a:lnTo>
                    <a:pt x="7" y="34"/>
                  </a:lnTo>
                  <a:lnTo>
                    <a:pt x="2" y="38"/>
                  </a:lnTo>
                  <a:lnTo>
                    <a:pt x="2" y="41"/>
                  </a:lnTo>
                  <a:lnTo>
                    <a:pt x="5" y="43"/>
                  </a:lnTo>
                  <a:lnTo>
                    <a:pt x="7" y="43"/>
                  </a:lnTo>
                  <a:lnTo>
                    <a:pt x="7" y="48"/>
                  </a:lnTo>
                  <a:lnTo>
                    <a:pt x="5" y="53"/>
                  </a:lnTo>
                  <a:lnTo>
                    <a:pt x="7" y="53"/>
                  </a:lnTo>
                  <a:lnTo>
                    <a:pt x="17" y="53"/>
                  </a:lnTo>
                  <a:lnTo>
                    <a:pt x="17" y="55"/>
                  </a:lnTo>
                  <a:lnTo>
                    <a:pt x="24" y="55"/>
                  </a:lnTo>
                  <a:lnTo>
                    <a:pt x="26" y="58"/>
                  </a:lnTo>
                  <a:lnTo>
                    <a:pt x="26" y="55"/>
                  </a:lnTo>
                  <a:lnTo>
                    <a:pt x="24" y="53"/>
                  </a:lnTo>
                  <a:lnTo>
                    <a:pt x="24" y="48"/>
                  </a:lnTo>
                  <a:lnTo>
                    <a:pt x="26" y="43"/>
                  </a:lnTo>
                  <a:lnTo>
                    <a:pt x="24" y="41"/>
                  </a:lnTo>
                  <a:lnTo>
                    <a:pt x="24" y="38"/>
                  </a:lnTo>
                  <a:lnTo>
                    <a:pt x="21" y="38"/>
                  </a:lnTo>
                  <a:lnTo>
                    <a:pt x="24" y="38"/>
                  </a:lnTo>
                  <a:lnTo>
                    <a:pt x="31" y="34"/>
                  </a:lnTo>
                  <a:lnTo>
                    <a:pt x="33" y="26"/>
                  </a:lnTo>
                  <a:lnTo>
                    <a:pt x="38" y="26"/>
                  </a:lnTo>
                  <a:lnTo>
                    <a:pt x="41" y="19"/>
                  </a:lnTo>
                  <a:lnTo>
                    <a:pt x="31" y="19"/>
                  </a:lnTo>
                  <a:lnTo>
                    <a:pt x="31" y="12"/>
                  </a:lnTo>
                  <a:close/>
                  <a:moveTo>
                    <a:pt x="29" y="38"/>
                  </a:moveTo>
                  <a:lnTo>
                    <a:pt x="31" y="48"/>
                  </a:lnTo>
                  <a:lnTo>
                    <a:pt x="36" y="53"/>
                  </a:lnTo>
                  <a:lnTo>
                    <a:pt x="38" y="46"/>
                  </a:lnTo>
                  <a:lnTo>
                    <a:pt x="33" y="41"/>
                  </a:lnTo>
                  <a:lnTo>
                    <a:pt x="29" y="3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 name="Czech Republic" descr="© INSCALE GmbH, 05.05.2010&#10;http://www.presentationload.com/">
              <a:extLst>
                <a:ext uri="{FF2B5EF4-FFF2-40B4-BE49-F238E27FC236}">
                  <a16:creationId xmlns:a16="http://schemas.microsoft.com/office/drawing/2014/main" id="{654F7B86-19A4-FB47-8A94-F486AEC96ADC}"/>
                </a:ext>
              </a:extLst>
            </p:cNvPr>
            <p:cNvSpPr>
              <a:spLocks/>
            </p:cNvSpPr>
            <p:nvPr/>
          </p:nvSpPr>
          <p:spPr bwMode="gray">
            <a:xfrm>
              <a:off x="6077920" y="2420815"/>
              <a:ext cx="177513" cy="80539"/>
            </a:xfrm>
            <a:custGeom>
              <a:avLst/>
              <a:gdLst>
                <a:gd name="T0" fmla="*/ 2147483647 w 420"/>
                <a:gd name="T1" fmla="*/ 2147483647 h 192"/>
                <a:gd name="T2" fmla="*/ 2147483647 w 420"/>
                <a:gd name="T3" fmla="*/ 2147483647 h 192"/>
                <a:gd name="T4" fmla="*/ 2147483647 w 420"/>
                <a:gd name="T5" fmla="*/ 2147483647 h 192"/>
                <a:gd name="T6" fmla="*/ 2147483647 w 420"/>
                <a:gd name="T7" fmla="*/ 2147483647 h 192"/>
                <a:gd name="T8" fmla="*/ 2147483647 w 420"/>
                <a:gd name="T9" fmla="*/ 2147483647 h 192"/>
                <a:gd name="T10" fmla="*/ 2147483647 w 420"/>
                <a:gd name="T11" fmla="*/ 2147483647 h 192"/>
                <a:gd name="T12" fmla="*/ 2147483647 w 420"/>
                <a:gd name="T13" fmla="*/ 2147483647 h 192"/>
                <a:gd name="T14" fmla="*/ 2147483647 w 420"/>
                <a:gd name="T15" fmla="*/ 2147483647 h 192"/>
                <a:gd name="T16" fmla="*/ 2147483647 w 420"/>
                <a:gd name="T17" fmla="*/ 2147483647 h 192"/>
                <a:gd name="T18" fmla="*/ 2147483647 w 420"/>
                <a:gd name="T19" fmla="*/ 2147483647 h 192"/>
                <a:gd name="T20" fmla="*/ 2147483647 w 420"/>
                <a:gd name="T21" fmla="*/ 2147483647 h 192"/>
                <a:gd name="T22" fmla="*/ 2147483647 w 420"/>
                <a:gd name="T23" fmla="*/ 2147483647 h 192"/>
                <a:gd name="T24" fmla="*/ 2147483647 w 420"/>
                <a:gd name="T25" fmla="*/ 2147483647 h 192"/>
                <a:gd name="T26" fmla="*/ 2147483647 w 420"/>
                <a:gd name="T27" fmla="*/ 2147483647 h 192"/>
                <a:gd name="T28" fmla="*/ 2147483647 w 420"/>
                <a:gd name="T29" fmla="*/ 0 h 192"/>
                <a:gd name="T30" fmla="*/ 2147483647 w 420"/>
                <a:gd name="T31" fmla="*/ 2147483647 h 192"/>
                <a:gd name="T32" fmla="*/ 2147483647 w 420"/>
                <a:gd name="T33" fmla="*/ 0 h 192"/>
                <a:gd name="T34" fmla="*/ 2147483647 w 420"/>
                <a:gd name="T35" fmla="*/ 2147483647 h 192"/>
                <a:gd name="T36" fmla="*/ 2147483647 w 420"/>
                <a:gd name="T37" fmla="*/ 2147483647 h 192"/>
                <a:gd name="T38" fmla="*/ 2147483647 w 420"/>
                <a:gd name="T39" fmla="*/ 2147483647 h 192"/>
                <a:gd name="T40" fmla="*/ 2147483647 w 420"/>
                <a:gd name="T41" fmla="*/ 2147483647 h 192"/>
                <a:gd name="T42" fmla="*/ 2147483647 w 420"/>
                <a:gd name="T43" fmla="*/ 2147483647 h 192"/>
                <a:gd name="T44" fmla="*/ 2147483647 w 420"/>
                <a:gd name="T45" fmla="*/ 2147483647 h 192"/>
                <a:gd name="T46" fmla="*/ 2147483647 w 420"/>
                <a:gd name="T47" fmla="*/ 2147483647 h 192"/>
                <a:gd name="T48" fmla="*/ 2147483647 w 420"/>
                <a:gd name="T49" fmla="*/ 2147483647 h 192"/>
                <a:gd name="T50" fmla="*/ 2147483647 w 420"/>
                <a:gd name="T51" fmla="*/ 2147483647 h 192"/>
                <a:gd name="T52" fmla="*/ 0 w 420"/>
                <a:gd name="T53" fmla="*/ 2147483647 h 192"/>
                <a:gd name="T54" fmla="*/ 2147483647 w 420"/>
                <a:gd name="T55" fmla="*/ 2147483647 h 192"/>
                <a:gd name="T56" fmla="*/ 2147483647 w 420"/>
                <a:gd name="T57" fmla="*/ 2147483647 h 192"/>
                <a:gd name="T58" fmla="*/ 2147483647 w 420"/>
                <a:gd name="T59" fmla="*/ 2147483647 h 192"/>
                <a:gd name="T60" fmla="*/ 2147483647 w 420"/>
                <a:gd name="T61" fmla="*/ 2147483647 h 192"/>
                <a:gd name="T62" fmla="*/ 2147483647 w 420"/>
                <a:gd name="T63" fmla="*/ 2147483647 h 192"/>
                <a:gd name="T64" fmla="*/ 2147483647 w 420"/>
                <a:gd name="T65" fmla="*/ 2147483647 h 192"/>
                <a:gd name="T66" fmla="*/ 2147483647 w 420"/>
                <a:gd name="T67" fmla="*/ 2147483647 h 192"/>
                <a:gd name="T68" fmla="*/ 2147483647 w 420"/>
                <a:gd name="T69" fmla="*/ 2147483647 h 192"/>
                <a:gd name="T70" fmla="*/ 2147483647 w 420"/>
                <a:gd name="T71" fmla="*/ 2147483647 h 192"/>
                <a:gd name="T72" fmla="*/ 2147483647 w 420"/>
                <a:gd name="T73" fmla="*/ 2147483647 h 192"/>
                <a:gd name="T74" fmla="*/ 2147483647 w 420"/>
                <a:gd name="T75" fmla="*/ 2147483647 h 192"/>
                <a:gd name="T76" fmla="*/ 2147483647 w 420"/>
                <a:gd name="T77" fmla="*/ 2147483647 h 192"/>
                <a:gd name="T78" fmla="*/ 2147483647 w 420"/>
                <a:gd name="T79" fmla="*/ 2147483647 h 192"/>
                <a:gd name="T80" fmla="*/ 2147483647 w 420"/>
                <a:gd name="T81" fmla="*/ 2147483647 h 192"/>
                <a:gd name="T82" fmla="*/ 2147483647 w 420"/>
                <a:gd name="T83" fmla="*/ 2147483647 h 192"/>
                <a:gd name="T84" fmla="*/ 2147483647 w 420"/>
                <a:gd name="T85" fmla="*/ 2147483647 h 192"/>
                <a:gd name="T86" fmla="*/ 2147483647 w 420"/>
                <a:gd name="T87" fmla="*/ 2147483647 h 192"/>
                <a:gd name="T88" fmla="*/ 2147483647 w 420"/>
                <a:gd name="T89" fmla="*/ 2147483647 h 192"/>
                <a:gd name="T90" fmla="*/ 2147483647 w 420"/>
                <a:gd name="T91" fmla="*/ 2147483647 h 192"/>
                <a:gd name="T92" fmla="*/ 2147483647 w 420"/>
                <a:gd name="T93" fmla="*/ 2147483647 h 192"/>
                <a:gd name="T94" fmla="*/ 2147483647 w 420"/>
                <a:gd name="T95" fmla="*/ 2147483647 h 192"/>
                <a:gd name="T96" fmla="*/ 2147483647 w 420"/>
                <a:gd name="T97" fmla="*/ 2147483647 h 192"/>
                <a:gd name="T98" fmla="*/ 2147483647 w 420"/>
                <a:gd name="T99" fmla="*/ 2147483647 h 192"/>
                <a:gd name="T100" fmla="*/ 2147483647 w 420"/>
                <a:gd name="T101" fmla="*/ 2147483647 h 192"/>
                <a:gd name="T102" fmla="*/ 2147483647 w 420"/>
                <a:gd name="T103" fmla="*/ 2147483647 h 192"/>
                <a:gd name="T104" fmla="*/ 2147483647 w 420"/>
                <a:gd name="T105" fmla="*/ 2147483647 h 19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0"/>
                <a:gd name="T160" fmla="*/ 0 h 192"/>
                <a:gd name="T161" fmla="*/ 420 w 420"/>
                <a:gd name="T162" fmla="*/ 192 h 19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0" h="192">
                  <a:moveTo>
                    <a:pt x="408" y="108"/>
                  </a:moveTo>
                  <a:lnTo>
                    <a:pt x="402" y="96"/>
                  </a:lnTo>
                  <a:lnTo>
                    <a:pt x="402" y="90"/>
                  </a:lnTo>
                  <a:lnTo>
                    <a:pt x="390" y="84"/>
                  </a:lnTo>
                  <a:lnTo>
                    <a:pt x="372" y="84"/>
                  </a:lnTo>
                  <a:lnTo>
                    <a:pt x="372" y="78"/>
                  </a:lnTo>
                  <a:lnTo>
                    <a:pt x="366" y="72"/>
                  </a:lnTo>
                  <a:lnTo>
                    <a:pt x="360" y="84"/>
                  </a:lnTo>
                  <a:lnTo>
                    <a:pt x="354" y="78"/>
                  </a:lnTo>
                  <a:lnTo>
                    <a:pt x="348" y="66"/>
                  </a:lnTo>
                  <a:lnTo>
                    <a:pt x="342" y="60"/>
                  </a:lnTo>
                  <a:lnTo>
                    <a:pt x="324" y="60"/>
                  </a:lnTo>
                  <a:lnTo>
                    <a:pt x="330" y="54"/>
                  </a:lnTo>
                  <a:lnTo>
                    <a:pt x="312" y="54"/>
                  </a:lnTo>
                  <a:lnTo>
                    <a:pt x="300" y="60"/>
                  </a:lnTo>
                  <a:lnTo>
                    <a:pt x="294" y="60"/>
                  </a:lnTo>
                  <a:lnTo>
                    <a:pt x="294" y="66"/>
                  </a:lnTo>
                  <a:lnTo>
                    <a:pt x="276" y="66"/>
                  </a:lnTo>
                  <a:lnTo>
                    <a:pt x="270" y="60"/>
                  </a:lnTo>
                  <a:lnTo>
                    <a:pt x="264" y="60"/>
                  </a:lnTo>
                  <a:lnTo>
                    <a:pt x="264" y="48"/>
                  </a:lnTo>
                  <a:lnTo>
                    <a:pt x="252" y="42"/>
                  </a:lnTo>
                  <a:lnTo>
                    <a:pt x="264" y="36"/>
                  </a:lnTo>
                  <a:lnTo>
                    <a:pt x="258" y="30"/>
                  </a:lnTo>
                  <a:lnTo>
                    <a:pt x="234" y="30"/>
                  </a:lnTo>
                  <a:lnTo>
                    <a:pt x="234" y="24"/>
                  </a:lnTo>
                  <a:lnTo>
                    <a:pt x="228" y="24"/>
                  </a:lnTo>
                  <a:lnTo>
                    <a:pt x="216" y="18"/>
                  </a:lnTo>
                  <a:lnTo>
                    <a:pt x="198" y="18"/>
                  </a:lnTo>
                  <a:lnTo>
                    <a:pt x="192" y="0"/>
                  </a:lnTo>
                  <a:lnTo>
                    <a:pt x="174" y="0"/>
                  </a:lnTo>
                  <a:lnTo>
                    <a:pt x="162" y="12"/>
                  </a:lnTo>
                  <a:lnTo>
                    <a:pt x="156" y="12"/>
                  </a:lnTo>
                  <a:lnTo>
                    <a:pt x="144" y="0"/>
                  </a:lnTo>
                  <a:lnTo>
                    <a:pt x="138" y="6"/>
                  </a:lnTo>
                  <a:lnTo>
                    <a:pt x="132" y="6"/>
                  </a:lnTo>
                  <a:lnTo>
                    <a:pt x="126" y="12"/>
                  </a:lnTo>
                  <a:lnTo>
                    <a:pt x="126" y="18"/>
                  </a:lnTo>
                  <a:lnTo>
                    <a:pt x="108" y="18"/>
                  </a:lnTo>
                  <a:lnTo>
                    <a:pt x="108" y="24"/>
                  </a:lnTo>
                  <a:lnTo>
                    <a:pt x="84" y="24"/>
                  </a:lnTo>
                  <a:lnTo>
                    <a:pt x="84" y="30"/>
                  </a:lnTo>
                  <a:lnTo>
                    <a:pt x="66" y="36"/>
                  </a:lnTo>
                  <a:lnTo>
                    <a:pt x="54" y="48"/>
                  </a:lnTo>
                  <a:lnTo>
                    <a:pt x="42" y="42"/>
                  </a:lnTo>
                  <a:lnTo>
                    <a:pt x="36" y="42"/>
                  </a:lnTo>
                  <a:lnTo>
                    <a:pt x="30" y="48"/>
                  </a:lnTo>
                  <a:lnTo>
                    <a:pt x="30" y="54"/>
                  </a:lnTo>
                  <a:lnTo>
                    <a:pt x="18" y="54"/>
                  </a:lnTo>
                  <a:lnTo>
                    <a:pt x="18" y="60"/>
                  </a:lnTo>
                  <a:lnTo>
                    <a:pt x="6" y="60"/>
                  </a:lnTo>
                  <a:lnTo>
                    <a:pt x="6" y="54"/>
                  </a:lnTo>
                  <a:lnTo>
                    <a:pt x="0" y="54"/>
                  </a:lnTo>
                  <a:lnTo>
                    <a:pt x="0" y="66"/>
                  </a:lnTo>
                  <a:lnTo>
                    <a:pt x="6" y="72"/>
                  </a:lnTo>
                  <a:lnTo>
                    <a:pt x="12" y="72"/>
                  </a:lnTo>
                  <a:lnTo>
                    <a:pt x="24" y="84"/>
                  </a:lnTo>
                  <a:lnTo>
                    <a:pt x="18" y="90"/>
                  </a:lnTo>
                  <a:lnTo>
                    <a:pt x="12" y="90"/>
                  </a:lnTo>
                  <a:lnTo>
                    <a:pt x="12" y="96"/>
                  </a:lnTo>
                  <a:lnTo>
                    <a:pt x="24" y="108"/>
                  </a:lnTo>
                  <a:lnTo>
                    <a:pt x="30" y="120"/>
                  </a:lnTo>
                  <a:lnTo>
                    <a:pt x="36" y="120"/>
                  </a:lnTo>
                  <a:lnTo>
                    <a:pt x="36" y="126"/>
                  </a:lnTo>
                  <a:lnTo>
                    <a:pt x="48" y="132"/>
                  </a:lnTo>
                  <a:lnTo>
                    <a:pt x="60" y="132"/>
                  </a:lnTo>
                  <a:lnTo>
                    <a:pt x="66" y="144"/>
                  </a:lnTo>
                  <a:lnTo>
                    <a:pt x="72" y="144"/>
                  </a:lnTo>
                  <a:lnTo>
                    <a:pt x="78" y="156"/>
                  </a:lnTo>
                  <a:lnTo>
                    <a:pt x="90" y="156"/>
                  </a:lnTo>
                  <a:lnTo>
                    <a:pt x="96" y="162"/>
                  </a:lnTo>
                  <a:lnTo>
                    <a:pt x="102" y="162"/>
                  </a:lnTo>
                  <a:lnTo>
                    <a:pt x="102" y="174"/>
                  </a:lnTo>
                  <a:lnTo>
                    <a:pt x="120" y="192"/>
                  </a:lnTo>
                  <a:lnTo>
                    <a:pt x="132" y="192"/>
                  </a:lnTo>
                  <a:lnTo>
                    <a:pt x="144" y="186"/>
                  </a:lnTo>
                  <a:lnTo>
                    <a:pt x="150" y="186"/>
                  </a:lnTo>
                  <a:lnTo>
                    <a:pt x="162" y="192"/>
                  </a:lnTo>
                  <a:lnTo>
                    <a:pt x="162" y="174"/>
                  </a:lnTo>
                  <a:lnTo>
                    <a:pt x="168" y="174"/>
                  </a:lnTo>
                  <a:lnTo>
                    <a:pt x="174" y="162"/>
                  </a:lnTo>
                  <a:lnTo>
                    <a:pt x="180" y="156"/>
                  </a:lnTo>
                  <a:lnTo>
                    <a:pt x="198" y="156"/>
                  </a:lnTo>
                  <a:lnTo>
                    <a:pt x="210" y="162"/>
                  </a:lnTo>
                  <a:lnTo>
                    <a:pt x="222" y="174"/>
                  </a:lnTo>
                  <a:lnTo>
                    <a:pt x="234" y="168"/>
                  </a:lnTo>
                  <a:lnTo>
                    <a:pt x="246" y="180"/>
                  </a:lnTo>
                  <a:lnTo>
                    <a:pt x="258" y="174"/>
                  </a:lnTo>
                  <a:lnTo>
                    <a:pt x="264" y="168"/>
                  </a:lnTo>
                  <a:lnTo>
                    <a:pt x="276" y="168"/>
                  </a:lnTo>
                  <a:lnTo>
                    <a:pt x="282" y="174"/>
                  </a:lnTo>
                  <a:lnTo>
                    <a:pt x="288" y="174"/>
                  </a:lnTo>
                  <a:lnTo>
                    <a:pt x="300" y="180"/>
                  </a:lnTo>
                  <a:lnTo>
                    <a:pt x="306" y="174"/>
                  </a:lnTo>
                  <a:lnTo>
                    <a:pt x="324" y="174"/>
                  </a:lnTo>
                  <a:lnTo>
                    <a:pt x="330" y="168"/>
                  </a:lnTo>
                  <a:lnTo>
                    <a:pt x="330" y="174"/>
                  </a:lnTo>
                  <a:lnTo>
                    <a:pt x="348" y="174"/>
                  </a:lnTo>
                  <a:lnTo>
                    <a:pt x="360" y="168"/>
                  </a:lnTo>
                  <a:lnTo>
                    <a:pt x="366" y="162"/>
                  </a:lnTo>
                  <a:lnTo>
                    <a:pt x="378" y="156"/>
                  </a:lnTo>
                  <a:lnTo>
                    <a:pt x="378" y="132"/>
                  </a:lnTo>
                  <a:lnTo>
                    <a:pt x="402" y="126"/>
                  </a:lnTo>
                  <a:lnTo>
                    <a:pt x="420" y="114"/>
                  </a:lnTo>
                  <a:lnTo>
                    <a:pt x="414" y="108"/>
                  </a:lnTo>
                  <a:lnTo>
                    <a:pt x="408" y="1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 name="Cyprus" descr="© INSCALE GmbH, 05.05.2010&#10;http://www.presentationload.com/">
              <a:extLst>
                <a:ext uri="{FF2B5EF4-FFF2-40B4-BE49-F238E27FC236}">
                  <a16:creationId xmlns:a16="http://schemas.microsoft.com/office/drawing/2014/main" id="{2A7BAFB9-F749-9248-8D8F-1BF3A631A5A0}"/>
                </a:ext>
              </a:extLst>
            </p:cNvPr>
            <p:cNvSpPr>
              <a:spLocks/>
            </p:cNvSpPr>
            <p:nvPr/>
          </p:nvSpPr>
          <p:spPr bwMode="gray">
            <a:xfrm>
              <a:off x="6648262" y="2935273"/>
              <a:ext cx="62458" cy="36160"/>
            </a:xfrm>
            <a:custGeom>
              <a:avLst/>
              <a:gdLst>
                <a:gd name="T0" fmla="*/ 0 w 150"/>
                <a:gd name="T1" fmla="*/ 2147483647 h 84"/>
                <a:gd name="T2" fmla="*/ 2147483647 w 150"/>
                <a:gd name="T3" fmla="*/ 2147483647 h 84"/>
                <a:gd name="T4" fmla="*/ 2147483647 w 150"/>
                <a:gd name="T5" fmla="*/ 2147483647 h 84"/>
                <a:gd name="T6" fmla="*/ 2147483647 w 150"/>
                <a:gd name="T7" fmla="*/ 2147483647 h 84"/>
                <a:gd name="T8" fmla="*/ 2147483647 w 150"/>
                <a:gd name="T9" fmla="*/ 2147483647 h 84"/>
                <a:gd name="T10" fmla="*/ 2147483647 w 150"/>
                <a:gd name="T11" fmla="*/ 2147483647 h 84"/>
                <a:gd name="T12" fmla="*/ 2147483647 w 150"/>
                <a:gd name="T13" fmla="*/ 2147483647 h 84"/>
                <a:gd name="T14" fmla="*/ 2147483647 w 150"/>
                <a:gd name="T15" fmla="*/ 2147483647 h 84"/>
                <a:gd name="T16" fmla="*/ 2147483647 w 150"/>
                <a:gd name="T17" fmla="*/ 2147483647 h 84"/>
                <a:gd name="T18" fmla="*/ 2147483647 w 150"/>
                <a:gd name="T19" fmla="*/ 2147483647 h 84"/>
                <a:gd name="T20" fmla="*/ 2147483647 w 150"/>
                <a:gd name="T21" fmla="*/ 2147483647 h 84"/>
                <a:gd name="T22" fmla="*/ 2147483647 w 150"/>
                <a:gd name="T23" fmla="*/ 2147483647 h 84"/>
                <a:gd name="T24" fmla="*/ 2147483647 w 150"/>
                <a:gd name="T25" fmla="*/ 2147483647 h 84"/>
                <a:gd name="T26" fmla="*/ 2147483647 w 150"/>
                <a:gd name="T27" fmla="*/ 0 h 84"/>
                <a:gd name="T28" fmla="*/ 2147483647 w 150"/>
                <a:gd name="T29" fmla="*/ 2147483647 h 84"/>
                <a:gd name="T30" fmla="*/ 2147483647 w 150"/>
                <a:gd name="T31" fmla="*/ 2147483647 h 84"/>
                <a:gd name="T32" fmla="*/ 2147483647 w 150"/>
                <a:gd name="T33" fmla="*/ 2147483647 h 84"/>
                <a:gd name="T34" fmla="*/ 2147483647 w 150"/>
                <a:gd name="T35" fmla="*/ 2147483647 h 84"/>
                <a:gd name="T36" fmla="*/ 2147483647 w 150"/>
                <a:gd name="T37" fmla="*/ 2147483647 h 84"/>
                <a:gd name="T38" fmla="*/ 0 w 150"/>
                <a:gd name="T39" fmla="*/ 2147483647 h 84"/>
                <a:gd name="T40" fmla="*/ 0 w 150"/>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0"/>
                <a:gd name="T64" fmla="*/ 0 h 84"/>
                <a:gd name="T65" fmla="*/ 150 w 150"/>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0" h="84">
                  <a:moveTo>
                    <a:pt x="0" y="48"/>
                  </a:moveTo>
                  <a:lnTo>
                    <a:pt x="6" y="60"/>
                  </a:lnTo>
                  <a:lnTo>
                    <a:pt x="30" y="72"/>
                  </a:lnTo>
                  <a:lnTo>
                    <a:pt x="36" y="84"/>
                  </a:lnTo>
                  <a:lnTo>
                    <a:pt x="54" y="84"/>
                  </a:lnTo>
                  <a:lnTo>
                    <a:pt x="60" y="78"/>
                  </a:lnTo>
                  <a:lnTo>
                    <a:pt x="72" y="72"/>
                  </a:lnTo>
                  <a:lnTo>
                    <a:pt x="78" y="66"/>
                  </a:lnTo>
                  <a:lnTo>
                    <a:pt x="90" y="60"/>
                  </a:lnTo>
                  <a:lnTo>
                    <a:pt x="96" y="54"/>
                  </a:lnTo>
                  <a:lnTo>
                    <a:pt x="102" y="60"/>
                  </a:lnTo>
                  <a:lnTo>
                    <a:pt x="120" y="60"/>
                  </a:lnTo>
                  <a:lnTo>
                    <a:pt x="120" y="36"/>
                  </a:lnTo>
                  <a:lnTo>
                    <a:pt x="150" y="0"/>
                  </a:lnTo>
                  <a:lnTo>
                    <a:pt x="108" y="24"/>
                  </a:lnTo>
                  <a:lnTo>
                    <a:pt x="54" y="24"/>
                  </a:lnTo>
                  <a:lnTo>
                    <a:pt x="48" y="30"/>
                  </a:lnTo>
                  <a:lnTo>
                    <a:pt x="48" y="36"/>
                  </a:lnTo>
                  <a:lnTo>
                    <a:pt x="12" y="36"/>
                  </a:lnTo>
                  <a:lnTo>
                    <a:pt x="0" y="42"/>
                  </a:lnTo>
                  <a:lnTo>
                    <a:pt x="0" y="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 name="Croatia" descr="© INSCALE GmbH, 05.05.2010&#10;http://www.presentationload.com/">
              <a:extLst>
                <a:ext uri="{FF2B5EF4-FFF2-40B4-BE49-F238E27FC236}">
                  <a16:creationId xmlns:a16="http://schemas.microsoft.com/office/drawing/2014/main" id="{9AFEAD46-A195-124B-B659-98609B0E8724}"/>
                </a:ext>
              </a:extLst>
            </p:cNvPr>
            <p:cNvSpPr>
              <a:spLocks/>
            </p:cNvSpPr>
            <p:nvPr/>
          </p:nvSpPr>
          <p:spPr bwMode="gray">
            <a:xfrm>
              <a:off x="6120655" y="2570385"/>
              <a:ext cx="154502" cy="115054"/>
            </a:xfrm>
            <a:custGeom>
              <a:avLst/>
              <a:gdLst>
                <a:gd name="T0" fmla="*/ 2147483647 w 366"/>
                <a:gd name="T1" fmla="*/ 2147483647 h 276"/>
                <a:gd name="T2" fmla="*/ 2147483647 w 366"/>
                <a:gd name="T3" fmla="*/ 2147483647 h 276"/>
                <a:gd name="T4" fmla="*/ 2147483647 w 366"/>
                <a:gd name="T5" fmla="*/ 2147483647 h 276"/>
                <a:gd name="T6" fmla="*/ 2147483647 w 366"/>
                <a:gd name="T7" fmla="*/ 2147483647 h 276"/>
                <a:gd name="T8" fmla="*/ 2147483647 w 366"/>
                <a:gd name="T9" fmla="*/ 2147483647 h 276"/>
                <a:gd name="T10" fmla="*/ 2147483647 w 366"/>
                <a:gd name="T11" fmla="*/ 2147483647 h 276"/>
                <a:gd name="T12" fmla="*/ 2147483647 w 366"/>
                <a:gd name="T13" fmla="*/ 2147483647 h 276"/>
                <a:gd name="T14" fmla="*/ 2147483647 w 366"/>
                <a:gd name="T15" fmla="*/ 2147483647 h 276"/>
                <a:gd name="T16" fmla="*/ 2147483647 w 366"/>
                <a:gd name="T17" fmla="*/ 2147483647 h 276"/>
                <a:gd name="T18" fmla="*/ 2147483647 w 366"/>
                <a:gd name="T19" fmla="*/ 2147483647 h 276"/>
                <a:gd name="T20" fmla="*/ 2147483647 w 366"/>
                <a:gd name="T21" fmla="*/ 2147483647 h 276"/>
                <a:gd name="T22" fmla="*/ 2147483647 w 366"/>
                <a:gd name="T23" fmla="*/ 0 h 276"/>
                <a:gd name="T24" fmla="*/ 2147483647 w 366"/>
                <a:gd name="T25" fmla="*/ 2147483647 h 276"/>
                <a:gd name="T26" fmla="*/ 2147483647 w 366"/>
                <a:gd name="T27" fmla="*/ 2147483647 h 276"/>
                <a:gd name="T28" fmla="*/ 2147483647 w 366"/>
                <a:gd name="T29" fmla="*/ 2147483647 h 276"/>
                <a:gd name="T30" fmla="*/ 2147483647 w 366"/>
                <a:gd name="T31" fmla="*/ 2147483647 h 276"/>
                <a:gd name="T32" fmla="*/ 2147483647 w 366"/>
                <a:gd name="T33" fmla="*/ 2147483647 h 276"/>
                <a:gd name="T34" fmla="*/ 2147483647 w 366"/>
                <a:gd name="T35" fmla="*/ 2147483647 h 276"/>
                <a:gd name="T36" fmla="*/ 2147483647 w 366"/>
                <a:gd name="T37" fmla="*/ 2147483647 h 276"/>
                <a:gd name="T38" fmla="*/ 2147483647 w 366"/>
                <a:gd name="T39" fmla="*/ 2147483647 h 276"/>
                <a:gd name="T40" fmla="*/ 0 w 366"/>
                <a:gd name="T41" fmla="*/ 2147483647 h 276"/>
                <a:gd name="T42" fmla="*/ 2147483647 w 366"/>
                <a:gd name="T43" fmla="*/ 2147483647 h 276"/>
                <a:gd name="T44" fmla="*/ 2147483647 w 366"/>
                <a:gd name="T45" fmla="*/ 2147483647 h 276"/>
                <a:gd name="T46" fmla="*/ 2147483647 w 366"/>
                <a:gd name="T47" fmla="*/ 2147483647 h 276"/>
                <a:gd name="T48" fmla="*/ 2147483647 w 366"/>
                <a:gd name="T49" fmla="*/ 2147483647 h 276"/>
                <a:gd name="T50" fmla="*/ 2147483647 w 366"/>
                <a:gd name="T51" fmla="*/ 2147483647 h 276"/>
                <a:gd name="T52" fmla="*/ 2147483647 w 366"/>
                <a:gd name="T53" fmla="*/ 2147483647 h 276"/>
                <a:gd name="T54" fmla="*/ 2147483647 w 366"/>
                <a:gd name="T55" fmla="*/ 2147483647 h 276"/>
                <a:gd name="T56" fmla="*/ 2147483647 w 366"/>
                <a:gd name="T57" fmla="*/ 2147483647 h 276"/>
                <a:gd name="T58" fmla="*/ 2147483647 w 366"/>
                <a:gd name="T59" fmla="*/ 2147483647 h 276"/>
                <a:gd name="T60" fmla="*/ 2147483647 w 366"/>
                <a:gd name="T61" fmla="*/ 2147483647 h 276"/>
                <a:gd name="T62" fmla="*/ 2147483647 w 366"/>
                <a:gd name="T63" fmla="*/ 2147483647 h 276"/>
                <a:gd name="T64" fmla="*/ 2147483647 w 366"/>
                <a:gd name="T65" fmla="*/ 2147483647 h 276"/>
                <a:gd name="T66" fmla="*/ 2147483647 w 366"/>
                <a:gd name="T67" fmla="*/ 2147483647 h 276"/>
                <a:gd name="T68" fmla="*/ 2147483647 w 366"/>
                <a:gd name="T69" fmla="*/ 2147483647 h 276"/>
                <a:gd name="T70" fmla="*/ 2147483647 w 366"/>
                <a:gd name="T71" fmla="*/ 2147483647 h 276"/>
                <a:gd name="T72" fmla="*/ 2147483647 w 366"/>
                <a:gd name="T73" fmla="*/ 2147483647 h 276"/>
                <a:gd name="T74" fmla="*/ 2147483647 w 366"/>
                <a:gd name="T75" fmla="*/ 2147483647 h 276"/>
                <a:gd name="T76" fmla="*/ 2147483647 w 366"/>
                <a:gd name="T77" fmla="*/ 2147483647 h 276"/>
                <a:gd name="T78" fmla="*/ 2147483647 w 366"/>
                <a:gd name="T79" fmla="*/ 2147483647 h 276"/>
                <a:gd name="T80" fmla="*/ 2147483647 w 366"/>
                <a:gd name="T81" fmla="*/ 2147483647 h 276"/>
                <a:gd name="T82" fmla="*/ 2147483647 w 366"/>
                <a:gd name="T83" fmla="*/ 2147483647 h 276"/>
                <a:gd name="T84" fmla="*/ 2147483647 w 366"/>
                <a:gd name="T85" fmla="*/ 2147483647 h 276"/>
                <a:gd name="T86" fmla="*/ 2147483647 w 366"/>
                <a:gd name="T87" fmla="*/ 2147483647 h 276"/>
                <a:gd name="T88" fmla="*/ 2147483647 w 366"/>
                <a:gd name="T89" fmla="*/ 2147483647 h 276"/>
                <a:gd name="T90" fmla="*/ 2147483647 w 366"/>
                <a:gd name="T91" fmla="*/ 2147483647 h 27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66"/>
                <a:gd name="T139" fmla="*/ 0 h 276"/>
                <a:gd name="T140" fmla="*/ 366 w 366"/>
                <a:gd name="T141" fmla="*/ 276 h 27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66" h="276">
                  <a:moveTo>
                    <a:pt x="342" y="126"/>
                  </a:moveTo>
                  <a:lnTo>
                    <a:pt x="342" y="114"/>
                  </a:lnTo>
                  <a:lnTo>
                    <a:pt x="348" y="114"/>
                  </a:lnTo>
                  <a:lnTo>
                    <a:pt x="354" y="108"/>
                  </a:lnTo>
                  <a:lnTo>
                    <a:pt x="360" y="108"/>
                  </a:lnTo>
                  <a:lnTo>
                    <a:pt x="366" y="102"/>
                  </a:lnTo>
                  <a:lnTo>
                    <a:pt x="360" y="102"/>
                  </a:lnTo>
                  <a:lnTo>
                    <a:pt x="348" y="96"/>
                  </a:lnTo>
                  <a:lnTo>
                    <a:pt x="336" y="96"/>
                  </a:lnTo>
                  <a:lnTo>
                    <a:pt x="342" y="78"/>
                  </a:lnTo>
                  <a:lnTo>
                    <a:pt x="336" y="78"/>
                  </a:lnTo>
                  <a:lnTo>
                    <a:pt x="330" y="48"/>
                  </a:lnTo>
                  <a:lnTo>
                    <a:pt x="324" y="48"/>
                  </a:lnTo>
                  <a:lnTo>
                    <a:pt x="312" y="54"/>
                  </a:lnTo>
                  <a:lnTo>
                    <a:pt x="270" y="60"/>
                  </a:lnTo>
                  <a:lnTo>
                    <a:pt x="264" y="48"/>
                  </a:lnTo>
                  <a:lnTo>
                    <a:pt x="246" y="48"/>
                  </a:lnTo>
                  <a:lnTo>
                    <a:pt x="234" y="42"/>
                  </a:lnTo>
                  <a:lnTo>
                    <a:pt x="228" y="36"/>
                  </a:lnTo>
                  <a:lnTo>
                    <a:pt x="216" y="30"/>
                  </a:lnTo>
                  <a:lnTo>
                    <a:pt x="204" y="18"/>
                  </a:lnTo>
                  <a:lnTo>
                    <a:pt x="204" y="12"/>
                  </a:lnTo>
                  <a:lnTo>
                    <a:pt x="198" y="6"/>
                  </a:lnTo>
                  <a:lnTo>
                    <a:pt x="186" y="0"/>
                  </a:lnTo>
                  <a:lnTo>
                    <a:pt x="162" y="0"/>
                  </a:lnTo>
                  <a:lnTo>
                    <a:pt x="162" y="12"/>
                  </a:lnTo>
                  <a:lnTo>
                    <a:pt x="150" y="18"/>
                  </a:lnTo>
                  <a:lnTo>
                    <a:pt x="120" y="18"/>
                  </a:lnTo>
                  <a:lnTo>
                    <a:pt x="120" y="30"/>
                  </a:lnTo>
                  <a:lnTo>
                    <a:pt x="126" y="36"/>
                  </a:lnTo>
                  <a:lnTo>
                    <a:pt x="126" y="42"/>
                  </a:lnTo>
                  <a:lnTo>
                    <a:pt x="114" y="54"/>
                  </a:lnTo>
                  <a:lnTo>
                    <a:pt x="102" y="60"/>
                  </a:lnTo>
                  <a:lnTo>
                    <a:pt x="102" y="78"/>
                  </a:lnTo>
                  <a:lnTo>
                    <a:pt x="60" y="78"/>
                  </a:lnTo>
                  <a:lnTo>
                    <a:pt x="54" y="72"/>
                  </a:lnTo>
                  <a:lnTo>
                    <a:pt x="54" y="66"/>
                  </a:lnTo>
                  <a:lnTo>
                    <a:pt x="48" y="78"/>
                  </a:lnTo>
                  <a:lnTo>
                    <a:pt x="30" y="78"/>
                  </a:lnTo>
                  <a:lnTo>
                    <a:pt x="18" y="72"/>
                  </a:lnTo>
                  <a:lnTo>
                    <a:pt x="18" y="84"/>
                  </a:lnTo>
                  <a:lnTo>
                    <a:pt x="0" y="84"/>
                  </a:lnTo>
                  <a:lnTo>
                    <a:pt x="0" y="132"/>
                  </a:lnTo>
                  <a:lnTo>
                    <a:pt x="6" y="132"/>
                  </a:lnTo>
                  <a:lnTo>
                    <a:pt x="12" y="120"/>
                  </a:lnTo>
                  <a:lnTo>
                    <a:pt x="24" y="114"/>
                  </a:lnTo>
                  <a:lnTo>
                    <a:pt x="30" y="102"/>
                  </a:lnTo>
                  <a:lnTo>
                    <a:pt x="42" y="102"/>
                  </a:lnTo>
                  <a:lnTo>
                    <a:pt x="48" y="114"/>
                  </a:lnTo>
                  <a:lnTo>
                    <a:pt x="48" y="132"/>
                  </a:lnTo>
                  <a:lnTo>
                    <a:pt x="78" y="126"/>
                  </a:lnTo>
                  <a:lnTo>
                    <a:pt x="78" y="132"/>
                  </a:lnTo>
                  <a:lnTo>
                    <a:pt x="72" y="144"/>
                  </a:lnTo>
                  <a:lnTo>
                    <a:pt x="72" y="150"/>
                  </a:lnTo>
                  <a:lnTo>
                    <a:pt x="84" y="162"/>
                  </a:lnTo>
                  <a:lnTo>
                    <a:pt x="96" y="168"/>
                  </a:lnTo>
                  <a:lnTo>
                    <a:pt x="96" y="180"/>
                  </a:lnTo>
                  <a:lnTo>
                    <a:pt x="144" y="216"/>
                  </a:lnTo>
                  <a:lnTo>
                    <a:pt x="144" y="240"/>
                  </a:lnTo>
                  <a:lnTo>
                    <a:pt x="198" y="240"/>
                  </a:lnTo>
                  <a:lnTo>
                    <a:pt x="210" y="246"/>
                  </a:lnTo>
                  <a:lnTo>
                    <a:pt x="216" y="252"/>
                  </a:lnTo>
                  <a:lnTo>
                    <a:pt x="216" y="276"/>
                  </a:lnTo>
                  <a:lnTo>
                    <a:pt x="246" y="276"/>
                  </a:lnTo>
                  <a:lnTo>
                    <a:pt x="252" y="270"/>
                  </a:lnTo>
                  <a:lnTo>
                    <a:pt x="252" y="264"/>
                  </a:lnTo>
                  <a:lnTo>
                    <a:pt x="246" y="252"/>
                  </a:lnTo>
                  <a:lnTo>
                    <a:pt x="234" y="246"/>
                  </a:lnTo>
                  <a:lnTo>
                    <a:pt x="216" y="234"/>
                  </a:lnTo>
                  <a:lnTo>
                    <a:pt x="204" y="228"/>
                  </a:lnTo>
                  <a:lnTo>
                    <a:pt x="192" y="216"/>
                  </a:lnTo>
                  <a:lnTo>
                    <a:pt x="180" y="186"/>
                  </a:lnTo>
                  <a:lnTo>
                    <a:pt x="162" y="180"/>
                  </a:lnTo>
                  <a:lnTo>
                    <a:pt x="162" y="162"/>
                  </a:lnTo>
                  <a:lnTo>
                    <a:pt x="156" y="156"/>
                  </a:lnTo>
                  <a:lnTo>
                    <a:pt x="150" y="156"/>
                  </a:lnTo>
                  <a:lnTo>
                    <a:pt x="150" y="144"/>
                  </a:lnTo>
                  <a:lnTo>
                    <a:pt x="132" y="138"/>
                  </a:lnTo>
                  <a:lnTo>
                    <a:pt x="120" y="126"/>
                  </a:lnTo>
                  <a:lnTo>
                    <a:pt x="138" y="120"/>
                  </a:lnTo>
                  <a:lnTo>
                    <a:pt x="138" y="96"/>
                  </a:lnTo>
                  <a:lnTo>
                    <a:pt x="144" y="96"/>
                  </a:lnTo>
                  <a:lnTo>
                    <a:pt x="150" y="102"/>
                  </a:lnTo>
                  <a:lnTo>
                    <a:pt x="162" y="108"/>
                  </a:lnTo>
                  <a:lnTo>
                    <a:pt x="186" y="102"/>
                  </a:lnTo>
                  <a:lnTo>
                    <a:pt x="210" y="102"/>
                  </a:lnTo>
                  <a:lnTo>
                    <a:pt x="228" y="108"/>
                  </a:lnTo>
                  <a:lnTo>
                    <a:pt x="240" y="102"/>
                  </a:lnTo>
                  <a:lnTo>
                    <a:pt x="252" y="102"/>
                  </a:lnTo>
                  <a:lnTo>
                    <a:pt x="258" y="108"/>
                  </a:lnTo>
                  <a:lnTo>
                    <a:pt x="312" y="108"/>
                  </a:lnTo>
                  <a:lnTo>
                    <a:pt x="324" y="126"/>
                  </a:lnTo>
                  <a:lnTo>
                    <a:pt x="342" y="1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 name="Bulgaria" descr="© INSCALE GmbH, 05.05.2010&#10;http://www.presentationload.com/">
              <a:extLst>
                <a:ext uri="{FF2B5EF4-FFF2-40B4-BE49-F238E27FC236}">
                  <a16:creationId xmlns:a16="http://schemas.microsoft.com/office/drawing/2014/main" id="{982A93A1-9FB6-6D48-935B-5CC17B6BDDAA}"/>
                </a:ext>
              </a:extLst>
            </p:cNvPr>
            <p:cNvSpPr>
              <a:spLocks/>
            </p:cNvSpPr>
            <p:nvPr/>
          </p:nvSpPr>
          <p:spPr bwMode="gray">
            <a:xfrm>
              <a:off x="6358982" y="2647637"/>
              <a:ext cx="166008" cy="95331"/>
            </a:xfrm>
            <a:custGeom>
              <a:avLst/>
              <a:gdLst>
                <a:gd name="T0" fmla="*/ 2147483647 w 396"/>
                <a:gd name="T1" fmla="*/ 2147483647 h 228"/>
                <a:gd name="T2" fmla="*/ 2147483647 w 396"/>
                <a:gd name="T3" fmla="*/ 2147483647 h 228"/>
                <a:gd name="T4" fmla="*/ 2147483647 w 396"/>
                <a:gd name="T5" fmla="*/ 2147483647 h 228"/>
                <a:gd name="T6" fmla="*/ 2147483647 w 396"/>
                <a:gd name="T7" fmla="*/ 2147483647 h 228"/>
                <a:gd name="T8" fmla="*/ 2147483647 w 396"/>
                <a:gd name="T9" fmla="*/ 2147483647 h 228"/>
                <a:gd name="T10" fmla="*/ 2147483647 w 396"/>
                <a:gd name="T11" fmla="*/ 2147483647 h 228"/>
                <a:gd name="T12" fmla="*/ 2147483647 w 396"/>
                <a:gd name="T13" fmla="*/ 2147483647 h 228"/>
                <a:gd name="T14" fmla="*/ 2147483647 w 396"/>
                <a:gd name="T15" fmla="*/ 0 h 228"/>
                <a:gd name="T16" fmla="*/ 2147483647 w 396"/>
                <a:gd name="T17" fmla="*/ 2147483647 h 228"/>
                <a:gd name="T18" fmla="*/ 2147483647 w 396"/>
                <a:gd name="T19" fmla="*/ 2147483647 h 228"/>
                <a:gd name="T20" fmla="*/ 2147483647 w 396"/>
                <a:gd name="T21" fmla="*/ 2147483647 h 228"/>
                <a:gd name="T22" fmla="*/ 2147483647 w 396"/>
                <a:gd name="T23" fmla="*/ 2147483647 h 228"/>
                <a:gd name="T24" fmla="*/ 2147483647 w 396"/>
                <a:gd name="T25" fmla="*/ 2147483647 h 228"/>
                <a:gd name="T26" fmla="*/ 2147483647 w 396"/>
                <a:gd name="T27" fmla="*/ 2147483647 h 228"/>
                <a:gd name="T28" fmla="*/ 2147483647 w 396"/>
                <a:gd name="T29" fmla="*/ 2147483647 h 228"/>
                <a:gd name="T30" fmla="*/ 2147483647 w 396"/>
                <a:gd name="T31" fmla="*/ 2147483647 h 228"/>
                <a:gd name="T32" fmla="*/ 2147483647 w 396"/>
                <a:gd name="T33" fmla="*/ 2147483647 h 228"/>
                <a:gd name="T34" fmla="*/ 2147483647 w 396"/>
                <a:gd name="T35" fmla="*/ 2147483647 h 228"/>
                <a:gd name="T36" fmla="*/ 2147483647 w 396"/>
                <a:gd name="T37" fmla="*/ 2147483647 h 228"/>
                <a:gd name="T38" fmla="*/ 2147483647 w 396"/>
                <a:gd name="T39" fmla="*/ 2147483647 h 228"/>
                <a:gd name="T40" fmla="*/ 2147483647 w 396"/>
                <a:gd name="T41" fmla="*/ 2147483647 h 228"/>
                <a:gd name="T42" fmla="*/ 2147483647 w 396"/>
                <a:gd name="T43" fmla="*/ 0 h 228"/>
                <a:gd name="T44" fmla="*/ 0 w 396"/>
                <a:gd name="T45" fmla="*/ 2147483647 h 228"/>
                <a:gd name="T46" fmla="*/ 2147483647 w 396"/>
                <a:gd name="T47" fmla="*/ 2147483647 h 228"/>
                <a:gd name="T48" fmla="*/ 2147483647 w 396"/>
                <a:gd name="T49" fmla="*/ 2147483647 h 228"/>
                <a:gd name="T50" fmla="*/ 2147483647 w 396"/>
                <a:gd name="T51" fmla="*/ 2147483647 h 228"/>
                <a:gd name="T52" fmla="*/ 2147483647 w 396"/>
                <a:gd name="T53" fmla="*/ 2147483647 h 228"/>
                <a:gd name="T54" fmla="*/ 2147483647 w 396"/>
                <a:gd name="T55" fmla="*/ 2147483647 h 228"/>
                <a:gd name="T56" fmla="*/ 0 w 396"/>
                <a:gd name="T57" fmla="*/ 2147483647 h 228"/>
                <a:gd name="T58" fmla="*/ 2147483647 w 396"/>
                <a:gd name="T59" fmla="*/ 2147483647 h 228"/>
                <a:gd name="T60" fmla="*/ 2147483647 w 396"/>
                <a:gd name="T61" fmla="*/ 2147483647 h 228"/>
                <a:gd name="T62" fmla="*/ 2147483647 w 396"/>
                <a:gd name="T63" fmla="*/ 2147483647 h 228"/>
                <a:gd name="T64" fmla="*/ 2147483647 w 396"/>
                <a:gd name="T65" fmla="*/ 2147483647 h 228"/>
                <a:gd name="T66" fmla="*/ 2147483647 w 396"/>
                <a:gd name="T67" fmla="*/ 2147483647 h 228"/>
                <a:gd name="T68" fmla="*/ 2147483647 w 396"/>
                <a:gd name="T69" fmla="*/ 2147483647 h 228"/>
                <a:gd name="T70" fmla="*/ 2147483647 w 396"/>
                <a:gd name="T71" fmla="*/ 2147483647 h 228"/>
                <a:gd name="T72" fmla="*/ 2147483647 w 396"/>
                <a:gd name="T73" fmla="*/ 2147483647 h 228"/>
                <a:gd name="T74" fmla="*/ 2147483647 w 396"/>
                <a:gd name="T75" fmla="*/ 2147483647 h 228"/>
                <a:gd name="T76" fmla="*/ 2147483647 w 396"/>
                <a:gd name="T77" fmla="*/ 2147483647 h 228"/>
                <a:gd name="T78" fmla="*/ 2147483647 w 396"/>
                <a:gd name="T79" fmla="*/ 2147483647 h 228"/>
                <a:gd name="T80" fmla="*/ 2147483647 w 396"/>
                <a:gd name="T81" fmla="*/ 2147483647 h 228"/>
                <a:gd name="T82" fmla="*/ 2147483647 w 396"/>
                <a:gd name="T83" fmla="*/ 2147483647 h 228"/>
                <a:gd name="T84" fmla="*/ 2147483647 w 396"/>
                <a:gd name="T85" fmla="*/ 2147483647 h 228"/>
                <a:gd name="T86" fmla="*/ 2147483647 w 396"/>
                <a:gd name="T87" fmla="*/ 2147483647 h 228"/>
                <a:gd name="T88" fmla="*/ 2147483647 w 396"/>
                <a:gd name="T89" fmla="*/ 2147483647 h 228"/>
                <a:gd name="T90" fmla="*/ 2147483647 w 396"/>
                <a:gd name="T91" fmla="*/ 2147483647 h 228"/>
                <a:gd name="T92" fmla="*/ 2147483647 w 396"/>
                <a:gd name="T93" fmla="*/ 2147483647 h 22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96"/>
                <a:gd name="T142" fmla="*/ 0 h 228"/>
                <a:gd name="T143" fmla="*/ 396 w 396"/>
                <a:gd name="T144" fmla="*/ 228 h 22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96" h="228">
                  <a:moveTo>
                    <a:pt x="372" y="168"/>
                  </a:moveTo>
                  <a:lnTo>
                    <a:pt x="336" y="126"/>
                  </a:lnTo>
                  <a:lnTo>
                    <a:pt x="354" y="108"/>
                  </a:lnTo>
                  <a:lnTo>
                    <a:pt x="354" y="78"/>
                  </a:lnTo>
                  <a:lnTo>
                    <a:pt x="360" y="72"/>
                  </a:lnTo>
                  <a:lnTo>
                    <a:pt x="372" y="66"/>
                  </a:lnTo>
                  <a:lnTo>
                    <a:pt x="396" y="66"/>
                  </a:lnTo>
                  <a:lnTo>
                    <a:pt x="396" y="48"/>
                  </a:lnTo>
                  <a:lnTo>
                    <a:pt x="390" y="36"/>
                  </a:lnTo>
                  <a:lnTo>
                    <a:pt x="372" y="36"/>
                  </a:lnTo>
                  <a:lnTo>
                    <a:pt x="348" y="12"/>
                  </a:lnTo>
                  <a:lnTo>
                    <a:pt x="324" y="12"/>
                  </a:lnTo>
                  <a:lnTo>
                    <a:pt x="312" y="6"/>
                  </a:lnTo>
                  <a:lnTo>
                    <a:pt x="300" y="6"/>
                  </a:lnTo>
                  <a:lnTo>
                    <a:pt x="288" y="0"/>
                  </a:lnTo>
                  <a:lnTo>
                    <a:pt x="282" y="0"/>
                  </a:lnTo>
                  <a:lnTo>
                    <a:pt x="282" y="12"/>
                  </a:lnTo>
                  <a:lnTo>
                    <a:pt x="252" y="6"/>
                  </a:lnTo>
                  <a:lnTo>
                    <a:pt x="252" y="12"/>
                  </a:lnTo>
                  <a:lnTo>
                    <a:pt x="246" y="12"/>
                  </a:lnTo>
                  <a:lnTo>
                    <a:pt x="234" y="18"/>
                  </a:lnTo>
                  <a:lnTo>
                    <a:pt x="228" y="18"/>
                  </a:lnTo>
                  <a:lnTo>
                    <a:pt x="222" y="24"/>
                  </a:lnTo>
                  <a:lnTo>
                    <a:pt x="222" y="36"/>
                  </a:lnTo>
                  <a:lnTo>
                    <a:pt x="216" y="42"/>
                  </a:lnTo>
                  <a:lnTo>
                    <a:pt x="198" y="42"/>
                  </a:lnTo>
                  <a:lnTo>
                    <a:pt x="186" y="36"/>
                  </a:lnTo>
                  <a:lnTo>
                    <a:pt x="180" y="30"/>
                  </a:lnTo>
                  <a:lnTo>
                    <a:pt x="156" y="30"/>
                  </a:lnTo>
                  <a:lnTo>
                    <a:pt x="138" y="24"/>
                  </a:lnTo>
                  <a:lnTo>
                    <a:pt x="138" y="30"/>
                  </a:lnTo>
                  <a:lnTo>
                    <a:pt x="132" y="36"/>
                  </a:lnTo>
                  <a:lnTo>
                    <a:pt x="108" y="36"/>
                  </a:lnTo>
                  <a:lnTo>
                    <a:pt x="102" y="30"/>
                  </a:lnTo>
                  <a:lnTo>
                    <a:pt x="90" y="30"/>
                  </a:lnTo>
                  <a:lnTo>
                    <a:pt x="66" y="18"/>
                  </a:lnTo>
                  <a:lnTo>
                    <a:pt x="54" y="30"/>
                  </a:lnTo>
                  <a:lnTo>
                    <a:pt x="36" y="30"/>
                  </a:lnTo>
                  <a:lnTo>
                    <a:pt x="30" y="24"/>
                  </a:lnTo>
                  <a:lnTo>
                    <a:pt x="36" y="18"/>
                  </a:lnTo>
                  <a:lnTo>
                    <a:pt x="36" y="12"/>
                  </a:lnTo>
                  <a:lnTo>
                    <a:pt x="42" y="6"/>
                  </a:lnTo>
                  <a:lnTo>
                    <a:pt x="36" y="0"/>
                  </a:lnTo>
                  <a:lnTo>
                    <a:pt x="12" y="0"/>
                  </a:lnTo>
                  <a:lnTo>
                    <a:pt x="12" y="12"/>
                  </a:lnTo>
                  <a:lnTo>
                    <a:pt x="0" y="24"/>
                  </a:lnTo>
                  <a:lnTo>
                    <a:pt x="0" y="42"/>
                  </a:lnTo>
                  <a:lnTo>
                    <a:pt x="18" y="48"/>
                  </a:lnTo>
                  <a:lnTo>
                    <a:pt x="12" y="60"/>
                  </a:lnTo>
                  <a:lnTo>
                    <a:pt x="30" y="66"/>
                  </a:lnTo>
                  <a:lnTo>
                    <a:pt x="36" y="72"/>
                  </a:lnTo>
                  <a:lnTo>
                    <a:pt x="36" y="96"/>
                  </a:lnTo>
                  <a:lnTo>
                    <a:pt x="30" y="102"/>
                  </a:lnTo>
                  <a:lnTo>
                    <a:pt x="6" y="102"/>
                  </a:lnTo>
                  <a:lnTo>
                    <a:pt x="6" y="108"/>
                  </a:lnTo>
                  <a:lnTo>
                    <a:pt x="12" y="114"/>
                  </a:lnTo>
                  <a:lnTo>
                    <a:pt x="12" y="138"/>
                  </a:lnTo>
                  <a:lnTo>
                    <a:pt x="0" y="138"/>
                  </a:lnTo>
                  <a:lnTo>
                    <a:pt x="12" y="156"/>
                  </a:lnTo>
                  <a:lnTo>
                    <a:pt x="18" y="156"/>
                  </a:lnTo>
                  <a:lnTo>
                    <a:pt x="18" y="168"/>
                  </a:lnTo>
                  <a:lnTo>
                    <a:pt x="36" y="180"/>
                  </a:lnTo>
                  <a:lnTo>
                    <a:pt x="42" y="186"/>
                  </a:lnTo>
                  <a:lnTo>
                    <a:pt x="48" y="198"/>
                  </a:lnTo>
                  <a:lnTo>
                    <a:pt x="48" y="210"/>
                  </a:lnTo>
                  <a:lnTo>
                    <a:pt x="42" y="222"/>
                  </a:lnTo>
                  <a:lnTo>
                    <a:pt x="48" y="222"/>
                  </a:lnTo>
                  <a:lnTo>
                    <a:pt x="54" y="228"/>
                  </a:lnTo>
                  <a:lnTo>
                    <a:pt x="66" y="228"/>
                  </a:lnTo>
                  <a:lnTo>
                    <a:pt x="78" y="222"/>
                  </a:lnTo>
                  <a:lnTo>
                    <a:pt x="84" y="216"/>
                  </a:lnTo>
                  <a:lnTo>
                    <a:pt x="108" y="222"/>
                  </a:lnTo>
                  <a:lnTo>
                    <a:pt x="114" y="204"/>
                  </a:lnTo>
                  <a:lnTo>
                    <a:pt x="144" y="198"/>
                  </a:lnTo>
                  <a:lnTo>
                    <a:pt x="144" y="204"/>
                  </a:lnTo>
                  <a:lnTo>
                    <a:pt x="162" y="222"/>
                  </a:lnTo>
                  <a:lnTo>
                    <a:pt x="174" y="222"/>
                  </a:lnTo>
                  <a:lnTo>
                    <a:pt x="180" y="216"/>
                  </a:lnTo>
                  <a:lnTo>
                    <a:pt x="192" y="228"/>
                  </a:lnTo>
                  <a:lnTo>
                    <a:pt x="204" y="228"/>
                  </a:lnTo>
                  <a:lnTo>
                    <a:pt x="216" y="216"/>
                  </a:lnTo>
                  <a:lnTo>
                    <a:pt x="228" y="228"/>
                  </a:lnTo>
                  <a:lnTo>
                    <a:pt x="246" y="228"/>
                  </a:lnTo>
                  <a:lnTo>
                    <a:pt x="252" y="222"/>
                  </a:lnTo>
                  <a:lnTo>
                    <a:pt x="252" y="204"/>
                  </a:lnTo>
                  <a:lnTo>
                    <a:pt x="246" y="198"/>
                  </a:lnTo>
                  <a:lnTo>
                    <a:pt x="264" y="192"/>
                  </a:lnTo>
                  <a:lnTo>
                    <a:pt x="282" y="168"/>
                  </a:lnTo>
                  <a:lnTo>
                    <a:pt x="312" y="174"/>
                  </a:lnTo>
                  <a:lnTo>
                    <a:pt x="324" y="156"/>
                  </a:lnTo>
                  <a:lnTo>
                    <a:pt x="336" y="174"/>
                  </a:lnTo>
                  <a:lnTo>
                    <a:pt x="348" y="174"/>
                  </a:lnTo>
                  <a:lnTo>
                    <a:pt x="360" y="180"/>
                  </a:lnTo>
                  <a:lnTo>
                    <a:pt x="372" y="180"/>
                  </a:lnTo>
                  <a:lnTo>
                    <a:pt x="372" y="1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 name="Belgium" descr="© INSCALE GmbH, 05.05.2010&#10;http://www.presentationload.com/">
              <a:extLst>
                <a:ext uri="{FF2B5EF4-FFF2-40B4-BE49-F238E27FC236}">
                  <a16:creationId xmlns:a16="http://schemas.microsoft.com/office/drawing/2014/main" id="{1815E547-58D2-504A-9CE2-F587206457D8}"/>
                </a:ext>
              </a:extLst>
            </p:cNvPr>
            <p:cNvSpPr>
              <a:spLocks/>
            </p:cNvSpPr>
            <p:nvPr/>
          </p:nvSpPr>
          <p:spPr bwMode="gray">
            <a:xfrm>
              <a:off x="5836305" y="2407665"/>
              <a:ext cx="93688" cy="64102"/>
            </a:xfrm>
            <a:custGeom>
              <a:avLst/>
              <a:gdLst>
                <a:gd name="T0" fmla="*/ 0 w 222"/>
                <a:gd name="T1" fmla="*/ 2147483647 h 150"/>
                <a:gd name="T2" fmla="*/ 2147483647 w 222"/>
                <a:gd name="T3" fmla="*/ 2147483647 h 150"/>
                <a:gd name="T4" fmla="*/ 2147483647 w 222"/>
                <a:gd name="T5" fmla="*/ 2147483647 h 150"/>
                <a:gd name="T6" fmla="*/ 2147483647 w 222"/>
                <a:gd name="T7" fmla="*/ 2147483647 h 150"/>
                <a:gd name="T8" fmla="*/ 2147483647 w 222"/>
                <a:gd name="T9" fmla="*/ 2147483647 h 150"/>
                <a:gd name="T10" fmla="*/ 2147483647 w 222"/>
                <a:gd name="T11" fmla="*/ 2147483647 h 150"/>
                <a:gd name="T12" fmla="*/ 2147483647 w 222"/>
                <a:gd name="T13" fmla="*/ 2147483647 h 150"/>
                <a:gd name="T14" fmla="*/ 2147483647 w 222"/>
                <a:gd name="T15" fmla="*/ 2147483647 h 150"/>
                <a:gd name="T16" fmla="*/ 2147483647 w 222"/>
                <a:gd name="T17" fmla="*/ 2147483647 h 150"/>
                <a:gd name="T18" fmla="*/ 2147483647 w 222"/>
                <a:gd name="T19" fmla="*/ 2147483647 h 150"/>
                <a:gd name="T20" fmla="*/ 2147483647 w 222"/>
                <a:gd name="T21" fmla="*/ 2147483647 h 150"/>
                <a:gd name="T22" fmla="*/ 2147483647 w 222"/>
                <a:gd name="T23" fmla="*/ 2147483647 h 150"/>
                <a:gd name="T24" fmla="*/ 2147483647 w 222"/>
                <a:gd name="T25" fmla="*/ 2147483647 h 150"/>
                <a:gd name="T26" fmla="*/ 2147483647 w 222"/>
                <a:gd name="T27" fmla="*/ 2147483647 h 150"/>
                <a:gd name="T28" fmla="*/ 2147483647 w 222"/>
                <a:gd name="T29" fmla="*/ 2147483647 h 150"/>
                <a:gd name="T30" fmla="*/ 2147483647 w 222"/>
                <a:gd name="T31" fmla="*/ 2147483647 h 150"/>
                <a:gd name="T32" fmla="*/ 2147483647 w 222"/>
                <a:gd name="T33" fmla="*/ 2147483647 h 150"/>
                <a:gd name="T34" fmla="*/ 2147483647 w 222"/>
                <a:gd name="T35" fmla="*/ 2147483647 h 150"/>
                <a:gd name="T36" fmla="*/ 2147483647 w 222"/>
                <a:gd name="T37" fmla="*/ 2147483647 h 150"/>
                <a:gd name="T38" fmla="*/ 2147483647 w 222"/>
                <a:gd name="T39" fmla="*/ 2147483647 h 150"/>
                <a:gd name="T40" fmla="*/ 2147483647 w 222"/>
                <a:gd name="T41" fmla="*/ 2147483647 h 150"/>
                <a:gd name="T42" fmla="*/ 2147483647 w 222"/>
                <a:gd name="T43" fmla="*/ 2147483647 h 150"/>
                <a:gd name="T44" fmla="*/ 2147483647 w 222"/>
                <a:gd name="T45" fmla="*/ 2147483647 h 150"/>
                <a:gd name="T46" fmla="*/ 2147483647 w 222"/>
                <a:gd name="T47" fmla="*/ 2147483647 h 150"/>
                <a:gd name="T48" fmla="*/ 2147483647 w 222"/>
                <a:gd name="T49" fmla="*/ 2147483647 h 150"/>
                <a:gd name="T50" fmla="*/ 2147483647 w 222"/>
                <a:gd name="T51" fmla="*/ 2147483647 h 150"/>
                <a:gd name="T52" fmla="*/ 2147483647 w 222"/>
                <a:gd name="T53" fmla="*/ 2147483647 h 150"/>
                <a:gd name="T54" fmla="*/ 2147483647 w 222"/>
                <a:gd name="T55" fmla="*/ 2147483647 h 150"/>
                <a:gd name="T56" fmla="*/ 2147483647 w 222"/>
                <a:gd name="T57" fmla="*/ 2147483647 h 150"/>
                <a:gd name="T58" fmla="*/ 2147483647 w 222"/>
                <a:gd name="T59" fmla="*/ 2147483647 h 150"/>
                <a:gd name="T60" fmla="*/ 2147483647 w 222"/>
                <a:gd name="T61" fmla="*/ 2147483647 h 150"/>
                <a:gd name="T62" fmla="*/ 2147483647 w 222"/>
                <a:gd name="T63" fmla="*/ 2147483647 h 150"/>
                <a:gd name="T64" fmla="*/ 2147483647 w 222"/>
                <a:gd name="T65" fmla="*/ 2147483647 h 150"/>
                <a:gd name="T66" fmla="*/ 2147483647 w 222"/>
                <a:gd name="T67" fmla="*/ 2147483647 h 150"/>
                <a:gd name="T68" fmla="*/ 2147483647 w 222"/>
                <a:gd name="T69" fmla="*/ 2147483647 h 150"/>
                <a:gd name="T70" fmla="*/ 2147483647 w 222"/>
                <a:gd name="T71" fmla="*/ 2147483647 h 150"/>
                <a:gd name="T72" fmla="*/ 2147483647 w 222"/>
                <a:gd name="T73" fmla="*/ 2147483647 h 150"/>
                <a:gd name="T74" fmla="*/ 2147483647 w 222"/>
                <a:gd name="T75" fmla="*/ 2147483647 h 150"/>
                <a:gd name="T76" fmla="*/ 2147483647 w 222"/>
                <a:gd name="T77" fmla="*/ 2147483647 h 150"/>
                <a:gd name="T78" fmla="*/ 2147483647 w 222"/>
                <a:gd name="T79" fmla="*/ 2147483647 h 150"/>
                <a:gd name="T80" fmla="*/ 2147483647 w 222"/>
                <a:gd name="T81" fmla="*/ 0 h 150"/>
                <a:gd name="T82" fmla="*/ 2147483647 w 222"/>
                <a:gd name="T83" fmla="*/ 0 h 150"/>
                <a:gd name="T84" fmla="*/ 2147483647 w 222"/>
                <a:gd name="T85" fmla="*/ 2147483647 h 150"/>
                <a:gd name="T86" fmla="*/ 2147483647 w 222"/>
                <a:gd name="T87" fmla="*/ 0 h 150"/>
                <a:gd name="T88" fmla="*/ 2147483647 w 222"/>
                <a:gd name="T89" fmla="*/ 2147483647 h 150"/>
                <a:gd name="T90" fmla="*/ 2147483647 w 222"/>
                <a:gd name="T91" fmla="*/ 2147483647 h 150"/>
                <a:gd name="T92" fmla="*/ 2147483647 w 222"/>
                <a:gd name="T93" fmla="*/ 2147483647 h 150"/>
                <a:gd name="T94" fmla="*/ 2147483647 w 222"/>
                <a:gd name="T95" fmla="*/ 2147483647 h 150"/>
                <a:gd name="T96" fmla="*/ 2147483647 w 222"/>
                <a:gd name="T97" fmla="*/ 2147483647 h 150"/>
                <a:gd name="T98" fmla="*/ 2147483647 w 222"/>
                <a:gd name="T99" fmla="*/ 2147483647 h 150"/>
                <a:gd name="T100" fmla="*/ 2147483647 w 222"/>
                <a:gd name="T101" fmla="*/ 2147483647 h 150"/>
                <a:gd name="T102" fmla="*/ 0 w 222"/>
                <a:gd name="T103" fmla="*/ 2147483647 h 150"/>
                <a:gd name="T104" fmla="*/ 0 w 222"/>
                <a:gd name="T105" fmla="*/ 2147483647 h 1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2"/>
                <a:gd name="T160" fmla="*/ 0 h 150"/>
                <a:gd name="T161" fmla="*/ 222 w 222"/>
                <a:gd name="T162" fmla="*/ 150 h 15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2" h="150">
                  <a:moveTo>
                    <a:pt x="0" y="42"/>
                  </a:moveTo>
                  <a:lnTo>
                    <a:pt x="6" y="60"/>
                  </a:lnTo>
                  <a:lnTo>
                    <a:pt x="30" y="66"/>
                  </a:lnTo>
                  <a:lnTo>
                    <a:pt x="42" y="78"/>
                  </a:lnTo>
                  <a:lnTo>
                    <a:pt x="66" y="78"/>
                  </a:lnTo>
                  <a:lnTo>
                    <a:pt x="78" y="84"/>
                  </a:lnTo>
                  <a:lnTo>
                    <a:pt x="84" y="90"/>
                  </a:lnTo>
                  <a:lnTo>
                    <a:pt x="84" y="114"/>
                  </a:lnTo>
                  <a:lnTo>
                    <a:pt x="108" y="114"/>
                  </a:lnTo>
                  <a:lnTo>
                    <a:pt x="120" y="102"/>
                  </a:lnTo>
                  <a:lnTo>
                    <a:pt x="120" y="126"/>
                  </a:lnTo>
                  <a:lnTo>
                    <a:pt x="132" y="126"/>
                  </a:lnTo>
                  <a:lnTo>
                    <a:pt x="144" y="132"/>
                  </a:lnTo>
                  <a:lnTo>
                    <a:pt x="150" y="132"/>
                  </a:lnTo>
                  <a:lnTo>
                    <a:pt x="162" y="144"/>
                  </a:lnTo>
                  <a:lnTo>
                    <a:pt x="180" y="144"/>
                  </a:lnTo>
                  <a:lnTo>
                    <a:pt x="192" y="150"/>
                  </a:lnTo>
                  <a:lnTo>
                    <a:pt x="192" y="144"/>
                  </a:lnTo>
                  <a:lnTo>
                    <a:pt x="186" y="132"/>
                  </a:lnTo>
                  <a:lnTo>
                    <a:pt x="174" y="120"/>
                  </a:lnTo>
                  <a:lnTo>
                    <a:pt x="174" y="114"/>
                  </a:lnTo>
                  <a:lnTo>
                    <a:pt x="180" y="114"/>
                  </a:lnTo>
                  <a:lnTo>
                    <a:pt x="192" y="108"/>
                  </a:lnTo>
                  <a:lnTo>
                    <a:pt x="198" y="102"/>
                  </a:lnTo>
                  <a:lnTo>
                    <a:pt x="204" y="102"/>
                  </a:lnTo>
                  <a:lnTo>
                    <a:pt x="204" y="96"/>
                  </a:lnTo>
                  <a:lnTo>
                    <a:pt x="210" y="90"/>
                  </a:lnTo>
                  <a:lnTo>
                    <a:pt x="222" y="90"/>
                  </a:lnTo>
                  <a:lnTo>
                    <a:pt x="216" y="84"/>
                  </a:lnTo>
                  <a:lnTo>
                    <a:pt x="216" y="66"/>
                  </a:lnTo>
                  <a:lnTo>
                    <a:pt x="204" y="54"/>
                  </a:lnTo>
                  <a:lnTo>
                    <a:pt x="180" y="54"/>
                  </a:lnTo>
                  <a:lnTo>
                    <a:pt x="180" y="42"/>
                  </a:lnTo>
                  <a:lnTo>
                    <a:pt x="186" y="36"/>
                  </a:lnTo>
                  <a:lnTo>
                    <a:pt x="186" y="18"/>
                  </a:lnTo>
                  <a:lnTo>
                    <a:pt x="180" y="12"/>
                  </a:lnTo>
                  <a:lnTo>
                    <a:pt x="174" y="12"/>
                  </a:lnTo>
                  <a:lnTo>
                    <a:pt x="162" y="18"/>
                  </a:lnTo>
                  <a:lnTo>
                    <a:pt x="150" y="18"/>
                  </a:lnTo>
                  <a:lnTo>
                    <a:pt x="144" y="12"/>
                  </a:lnTo>
                  <a:lnTo>
                    <a:pt x="144" y="0"/>
                  </a:lnTo>
                  <a:lnTo>
                    <a:pt x="108" y="0"/>
                  </a:lnTo>
                  <a:lnTo>
                    <a:pt x="108" y="6"/>
                  </a:lnTo>
                  <a:lnTo>
                    <a:pt x="96" y="0"/>
                  </a:lnTo>
                  <a:lnTo>
                    <a:pt x="96" y="12"/>
                  </a:lnTo>
                  <a:lnTo>
                    <a:pt x="78" y="6"/>
                  </a:lnTo>
                  <a:lnTo>
                    <a:pt x="72" y="18"/>
                  </a:lnTo>
                  <a:lnTo>
                    <a:pt x="66" y="12"/>
                  </a:lnTo>
                  <a:lnTo>
                    <a:pt x="42" y="12"/>
                  </a:lnTo>
                  <a:lnTo>
                    <a:pt x="36" y="6"/>
                  </a:lnTo>
                  <a:lnTo>
                    <a:pt x="24" y="6"/>
                  </a:lnTo>
                  <a:lnTo>
                    <a:pt x="0" y="24"/>
                  </a:lnTo>
                  <a:lnTo>
                    <a:pt x="0"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6" name="Austria" descr="© INSCALE GmbH, 05.05.2010&#10;http://www.presentationload.com/">
              <a:extLst>
                <a:ext uri="{FF2B5EF4-FFF2-40B4-BE49-F238E27FC236}">
                  <a16:creationId xmlns:a16="http://schemas.microsoft.com/office/drawing/2014/main" id="{09853321-A47E-414D-A49D-58189AC49222}"/>
                </a:ext>
              </a:extLst>
            </p:cNvPr>
            <p:cNvSpPr>
              <a:spLocks/>
            </p:cNvSpPr>
            <p:nvPr/>
          </p:nvSpPr>
          <p:spPr bwMode="gray">
            <a:xfrm>
              <a:off x="6012176" y="2486559"/>
              <a:ext cx="192305" cy="85469"/>
            </a:xfrm>
            <a:custGeom>
              <a:avLst/>
              <a:gdLst>
                <a:gd name="T0" fmla="*/ 2147483647 w 456"/>
                <a:gd name="T1" fmla="*/ 2147483647 h 204"/>
                <a:gd name="T2" fmla="*/ 2147483647 w 456"/>
                <a:gd name="T3" fmla="*/ 2147483647 h 204"/>
                <a:gd name="T4" fmla="*/ 2147483647 w 456"/>
                <a:gd name="T5" fmla="*/ 2147483647 h 204"/>
                <a:gd name="T6" fmla="*/ 2147483647 w 456"/>
                <a:gd name="T7" fmla="*/ 2147483647 h 204"/>
                <a:gd name="T8" fmla="*/ 2147483647 w 456"/>
                <a:gd name="T9" fmla="*/ 2147483647 h 204"/>
                <a:gd name="T10" fmla="*/ 2147483647 w 456"/>
                <a:gd name="T11" fmla="*/ 2147483647 h 204"/>
                <a:gd name="T12" fmla="*/ 2147483647 w 456"/>
                <a:gd name="T13" fmla="*/ 2147483647 h 204"/>
                <a:gd name="T14" fmla="*/ 2147483647 w 456"/>
                <a:gd name="T15" fmla="*/ 0 h 204"/>
                <a:gd name="T16" fmla="*/ 2147483647 w 456"/>
                <a:gd name="T17" fmla="*/ 2147483647 h 204"/>
                <a:gd name="T18" fmla="*/ 2147483647 w 456"/>
                <a:gd name="T19" fmla="*/ 2147483647 h 204"/>
                <a:gd name="T20" fmla="*/ 2147483647 w 456"/>
                <a:gd name="T21" fmla="*/ 2147483647 h 204"/>
                <a:gd name="T22" fmla="*/ 2147483647 w 456"/>
                <a:gd name="T23" fmla="*/ 2147483647 h 204"/>
                <a:gd name="T24" fmla="*/ 2147483647 w 456"/>
                <a:gd name="T25" fmla="*/ 2147483647 h 204"/>
                <a:gd name="T26" fmla="*/ 2147483647 w 456"/>
                <a:gd name="T27" fmla="*/ 2147483647 h 204"/>
                <a:gd name="T28" fmla="*/ 2147483647 w 456"/>
                <a:gd name="T29" fmla="*/ 2147483647 h 204"/>
                <a:gd name="T30" fmla="*/ 2147483647 w 456"/>
                <a:gd name="T31" fmla="*/ 2147483647 h 204"/>
                <a:gd name="T32" fmla="*/ 2147483647 w 456"/>
                <a:gd name="T33" fmla="*/ 2147483647 h 204"/>
                <a:gd name="T34" fmla="*/ 2147483647 w 456"/>
                <a:gd name="T35" fmla="*/ 2147483647 h 204"/>
                <a:gd name="T36" fmla="*/ 2147483647 w 456"/>
                <a:gd name="T37" fmla="*/ 2147483647 h 204"/>
                <a:gd name="T38" fmla="*/ 2147483647 w 456"/>
                <a:gd name="T39" fmla="*/ 2147483647 h 204"/>
                <a:gd name="T40" fmla="*/ 2147483647 w 456"/>
                <a:gd name="T41" fmla="*/ 2147483647 h 204"/>
                <a:gd name="T42" fmla="*/ 2147483647 w 456"/>
                <a:gd name="T43" fmla="*/ 2147483647 h 204"/>
                <a:gd name="T44" fmla="*/ 2147483647 w 456"/>
                <a:gd name="T45" fmla="*/ 2147483647 h 204"/>
                <a:gd name="T46" fmla="*/ 2147483647 w 456"/>
                <a:gd name="T47" fmla="*/ 2147483647 h 204"/>
                <a:gd name="T48" fmla="*/ 2147483647 w 456"/>
                <a:gd name="T49" fmla="*/ 2147483647 h 204"/>
                <a:gd name="T50" fmla="*/ 2147483647 w 456"/>
                <a:gd name="T51" fmla="*/ 2147483647 h 204"/>
                <a:gd name="T52" fmla="*/ 2147483647 w 456"/>
                <a:gd name="T53" fmla="*/ 2147483647 h 204"/>
                <a:gd name="T54" fmla="*/ 0 w 456"/>
                <a:gd name="T55" fmla="*/ 2147483647 h 204"/>
                <a:gd name="T56" fmla="*/ 2147483647 w 456"/>
                <a:gd name="T57" fmla="*/ 2147483647 h 204"/>
                <a:gd name="T58" fmla="*/ 2147483647 w 456"/>
                <a:gd name="T59" fmla="*/ 2147483647 h 204"/>
                <a:gd name="T60" fmla="*/ 2147483647 w 456"/>
                <a:gd name="T61" fmla="*/ 2147483647 h 204"/>
                <a:gd name="T62" fmla="*/ 2147483647 w 456"/>
                <a:gd name="T63" fmla="*/ 2147483647 h 204"/>
                <a:gd name="T64" fmla="*/ 2147483647 w 456"/>
                <a:gd name="T65" fmla="*/ 2147483647 h 204"/>
                <a:gd name="T66" fmla="*/ 2147483647 w 456"/>
                <a:gd name="T67" fmla="*/ 2147483647 h 204"/>
                <a:gd name="T68" fmla="*/ 2147483647 w 456"/>
                <a:gd name="T69" fmla="*/ 2147483647 h 204"/>
                <a:gd name="T70" fmla="*/ 2147483647 w 456"/>
                <a:gd name="T71" fmla="*/ 2147483647 h 204"/>
                <a:gd name="T72" fmla="*/ 2147483647 w 456"/>
                <a:gd name="T73" fmla="*/ 2147483647 h 204"/>
                <a:gd name="T74" fmla="*/ 2147483647 w 456"/>
                <a:gd name="T75" fmla="*/ 2147483647 h 204"/>
                <a:gd name="T76" fmla="*/ 2147483647 w 456"/>
                <a:gd name="T77" fmla="*/ 2147483647 h 204"/>
                <a:gd name="T78" fmla="*/ 2147483647 w 456"/>
                <a:gd name="T79" fmla="*/ 2147483647 h 204"/>
                <a:gd name="T80" fmla="*/ 2147483647 w 456"/>
                <a:gd name="T81" fmla="*/ 2147483647 h 204"/>
                <a:gd name="T82" fmla="*/ 2147483647 w 456"/>
                <a:gd name="T83" fmla="*/ 2147483647 h 204"/>
                <a:gd name="T84" fmla="*/ 2147483647 w 456"/>
                <a:gd name="T85" fmla="*/ 2147483647 h 204"/>
                <a:gd name="T86" fmla="*/ 2147483647 w 456"/>
                <a:gd name="T87" fmla="*/ 2147483647 h 204"/>
                <a:gd name="T88" fmla="*/ 2147483647 w 456"/>
                <a:gd name="T89" fmla="*/ 2147483647 h 204"/>
                <a:gd name="T90" fmla="*/ 2147483647 w 456"/>
                <a:gd name="T91" fmla="*/ 214748364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6"/>
                <a:gd name="T139" fmla="*/ 0 h 204"/>
                <a:gd name="T140" fmla="*/ 456 w 456"/>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6" h="204">
                  <a:moveTo>
                    <a:pt x="456" y="102"/>
                  </a:moveTo>
                  <a:lnTo>
                    <a:pt x="456" y="60"/>
                  </a:lnTo>
                  <a:lnTo>
                    <a:pt x="450" y="60"/>
                  </a:lnTo>
                  <a:lnTo>
                    <a:pt x="450" y="48"/>
                  </a:lnTo>
                  <a:lnTo>
                    <a:pt x="456" y="24"/>
                  </a:lnTo>
                  <a:lnTo>
                    <a:pt x="444" y="18"/>
                  </a:lnTo>
                  <a:lnTo>
                    <a:pt x="438" y="18"/>
                  </a:lnTo>
                  <a:lnTo>
                    <a:pt x="432" y="12"/>
                  </a:lnTo>
                  <a:lnTo>
                    <a:pt x="420" y="12"/>
                  </a:lnTo>
                  <a:lnTo>
                    <a:pt x="414" y="18"/>
                  </a:lnTo>
                  <a:lnTo>
                    <a:pt x="402" y="24"/>
                  </a:lnTo>
                  <a:lnTo>
                    <a:pt x="390" y="12"/>
                  </a:lnTo>
                  <a:lnTo>
                    <a:pt x="378" y="18"/>
                  </a:lnTo>
                  <a:lnTo>
                    <a:pt x="366" y="6"/>
                  </a:lnTo>
                  <a:lnTo>
                    <a:pt x="354" y="0"/>
                  </a:lnTo>
                  <a:lnTo>
                    <a:pt x="336" y="0"/>
                  </a:lnTo>
                  <a:lnTo>
                    <a:pt x="330" y="6"/>
                  </a:lnTo>
                  <a:lnTo>
                    <a:pt x="324" y="18"/>
                  </a:lnTo>
                  <a:lnTo>
                    <a:pt x="318" y="18"/>
                  </a:lnTo>
                  <a:lnTo>
                    <a:pt x="318" y="36"/>
                  </a:lnTo>
                  <a:lnTo>
                    <a:pt x="306" y="30"/>
                  </a:lnTo>
                  <a:lnTo>
                    <a:pt x="300" y="30"/>
                  </a:lnTo>
                  <a:lnTo>
                    <a:pt x="288" y="36"/>
                  </a:lnTo>
                  <a:lnTo>
                    <a:pt x="276" y="36"/>
                  </a:lnTo>
                  <a:lnTo>
                    <a:pt x="258" y="18"/>
                  </a:lnTo>
                  <a:lnTo>
                    <a:pt x="252" y="36"/>
                  </a:lnTo>
                  <a:lnTo>
                    <a:pt x="234" y="36"/>
                  </a:lnTo>
                  <a:lnTo>
                    <a:pt x="240" y="48"/>
                  </a:lnTo>
                  <a:lnTo>
                    <a:pt x="240" y="66"/>
                  </a:lnTo>
                  <a:lnTo>
                    <a:pt x="234" y="66"/>
                  </a:lnTo>
                  <a:lnTo>
                    <a:pt x="228" y="60"/>
                  </a:lnTo>
                  <a:lnTo>
                    <a:pt x="210" y="60"/>
                  </a:lnTo>
                  <a:lnTo>
                    <a:pt x="204" y="66"/>
                  </a:lnTo>
                  <a:lnTo>
                    <a:pt x="204" y="72"/>
                  </a:lnTo>
                  <a:lnTo>
                    <a:pt x="198" y="78"/>
                  </a:lnTo>
                  <a:lnTo>
                    <a:pt x="198" y="84"/>
                  </a:lnTo>
                  <a:lnTo>
                    <a:pt x="210" y="84"/>
                  </a:lnTo>
                  <a:lnTo>
                    <a:pt x="210" y="126"/>
                  </a:lnTo>
                  <a:lnTo>
                    <a:pt x="204" y="126"/>
                  </a:lnTo>
                  <a:lnTo>
                    <a:pt x="192" y="114"/>
                  </a:lnTo>
                  <a:lnTo>
                    <a:pt x="174" y="108"/>
                  </a:lnTo>
                  <a:lnTo>
                    <a:pt x="162" y="102"/>
                  </a:lnTo>
                  <a:lnTo>
                    <a:pt x="144" y="114"/>
                  </a:lnTo>
                  <a:lnTo>
                    <a:pt x="126" y="114"/>
                  </a:lnTo>
                  <a:lnTo>
                    <a:pt x="108" y="126"/>
                  </a:lnTo>
                  <a:lnTo>
                    <a:pt x="102" y="132"/>
                  </a:lnTo>
                  <a:lnTo>
                    <a:pt x="84" y="132"/>
                  </a:lnTo>
                  <a:lnTo>
                    <a:pt x="66" y="114"/>
                  </a:lnTo>
                  <a:lnTo>
                    <a:pt x="48" y="114"/>
                  </a:lnTo>
                  <a:lnTo>
                    <a:pt x="48" y="126"/>
                  </a:lnTo>
                  <a:lnTo>
                    <a:pt x="42" y="132"/>
                  </a:lnTo>
                  <a:lnTo>
                    <a:pt x="30" y="132"/>
                  </a:lnTo>
                  <a:lnTo>
                    <a:pt x="30" y="126"/>
                  </a:lnTo>
                  <a:lnTo>
                    <a:pt x="24" y="120"/>
                  </a:lnTo>
                  <a:lnTo>
                    <a:pt x="0" y="120"/>
                  </a:lnTo>
                  <a:lnTo>
                    <a:pt x="0" y="156"/>
                  </a:lnTo>
                  <a:lnTo>
                    <a:pt x="18" y="156"/>
                  </a:lnTo>
                  <a:lnTo>
                    <a:pt x="18" y="174"/>
                  </a:lnTo>
                  <a:lnTo>
                    <a:pt x="24" y="174"/>
                  </a:lnTo>
                  <a:lnTo>
                    <a:pt x="42" y="156"/>
                  </a:lnTo>
                  <a:lnTo>
                    <a:pt x="48" y="156"/>
                  </a:lnTo>
                  <a:lnTo>
                    <a:pt x="60" y="168"/>
                  </a:lnTo>
                  <a:lnTo>
                    <a:pt x="60" y="174"/>
                  </a:lnTo>
                  <a:lnTo>
                    <a:pt x="72" y="174"/>
                  </a:lnTo>
                  <a:lnTo>
                    <a:pt x="84" y="180"/>
                  </a:lnTo>
                  <a:lnTo>
                    <a:pt x="96" y="162"/>
                  </a:lnTo>
                  <a:lnTo>
                    <a:pt x="138" y="162"/>
                  </a:lnTo>
                  <a:lnTo>
                    <a:pt x="138" y="156"/>
                  </a:lnTo>
                  <a:lnTo>
                    <a:pt x="144" y="150"/>
                  </a:lnTo>
                  <a:lnTo>
                    <a:pt x="162" y="150"/>
                  </a:lnTo>
                  <a:lnTo>
                    <a:pt x="168" y="156"/>
                  </a:lnTo>
                  <a:lnTo>
                    <a:pt x="168" y="174"/>
                  </a:lnTo>
                  <a:lnTo>
                    <a:pt x="180" y="174"/>
                  </a:lnTo>
                  <a:lnTo>
                    <a:pt x="186" y="192"/>
                  </a:lnTo>
                  <a:lnTo>
                    <a:pt x="240" y="192"/>
                  </a:lnTo>
                  <a:lnTo>
                    <a:pt x="240" y="204"/>
                  </a:lnTo>
                  <a:lnTo>
                    <a:pt x="258" y="204"/>
                  </a:lnTo>
                  <a:lnTo>
                    <a:pt x="264" y="198"/>
                  </a:lnTo>
                  <a:lnTo>
                    <a:pt x="282" y="198"/>
                  </a:lnTo>
                  <a:lnTo>
                    <a:pt x="288" y="204"/>
                  </a:lnTo>
                  <a:lnTo>
                    <a:pt x="318" y="204"/>
                  </a:lnTo>
                  <a:lnTo>
                    <a:pt x="318" y="192"/>
                  </a:lnTo>
                  <a:lnTo>
                    <a:pt x="366" y="192"/>
                  </a:lnTo>
                  <a:lnTo>
                    <a:pt x="378" y="186"/>
                  </a:lnTo>
                  <a:lnTo>
                    <a:pt x="402" y="192"/>
                  </a:lnTo>
                  <a:lnTo>
                    <a:pt x="414" y="156"/>
                  </a:lnTo>
                  <a:lnTo>
                    <a:pt x="432" y="156"/>
                  </a:lnTo>
                  <a:lnTo>
                    <a:pt x="432" y="132"/>
                  </a:lnTo>
                  <a:lnTo>
                    <a:pt x="444" y="114"/>
                  </a:lnTo>
                  <a:lnTo>
                    <a:pt x="432" y="114"/>
                  </a:lnTo>
                  <a:lnTo>
                    <a:pt x="438" y="102"/>
                  </a:lnTo>
                  <a:lnTo>
                    <a:pt x="456" y="10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60083524"/>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e Americas_Map">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5410200" cy="605028"/>
          </a:xfrm>
        </p:spPr>
        <p:txBody>
          <a:bodyPr/>
          <a:lstStyle/>
          <a:p>
            <a:r>
              <a:rPr lang="en-US" dirty="0"/>
              <a:t>The Americas</a:t>
            </a:r>
          </a:p>
        </p:txBody>
      </p:sp>
      <p:sp>
        <p:nvSpPr>
          <p:cNvPr id="38" name="Text Placeholder">
            <a:extLst>
              <a:ext uri="{FF2B5EF4-FFF2-40B4-BE49-F238E27FC236}">
                <a16:creationId xmlns:a16="http://schemas.microsoft.com/office/drawing/2014/main" id="{A5F148BA-6EA4-4949-8AAF-4C9D1DCAFE42}"/>
              </a:ext>
            </a:extLst>
          </p:cNvPr>
          <p:cNvSpPr>
            <a:spLocks noGrp="1"/>
          </p:cNvSpPr>
          <p:nvPr>
            <p:ph type="body" orient="vert" idx="1"/>
          </p:nvPr>
        </p:nvSpPr>
        <p:spPr>
          <a:xfrm>
            <a:off x="576072" y="1524000"/>
            <a:ext cx="5405628" cy="44958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grpSp>
        <p:nvGrpSpPr>
          <p:cNvPr id="37" name="The Americas">
            <a:extLst>
              <a:ext uri="{FF2B5EF4-FFF2-40B4-BE49-F238E27FC236}">
                <a16:creationId xmlns:a16="http://schemas.microsoft.com/office/drawing/2014/main" id="{F1A78787-2B9B-AE4B-AF1D-011CEB3173CA}"/>
              </a:ext>
            </a:extLst>
          </p:cNvPr>
          <p:cNvGrpSpPr/>
          <p:nvPr userDrawn="1"/>
        </p:nvGrpSpPr>
        <p:grpSpPr>
          <a:xfrm>
            <a:off x="6381650" y="588964"/>
            <a:ext cx="5009715" cy="5452502"/>
            <a:chOff x="1470797" y="1498732"/>
            <a:chExt cx="4146904" cy="4513434"/>
          </a:xfrm>
        </p:grpSpPr>
        <p:sp>
          <p:nvSpPr>
            <p:cNvPr id="39" name="Venezuela" descr="© INSCALE GmbH, 05.05.2010&#10;http://www.presentationload.com/">
              <a:extLst>
                <a:ext uri="{FF2B5EF4-FFF2-40B4-BE49-F238E27FC236}">
                  <a16:creationId xmlns:a16="http://schemas.microsoft.com/office/drawing/2014/main" id="{CF8E3DF7-51FB-E84B-BE37-C35CC7B25E73}"/>
                </a:ext>
              </a:extLst>
            </p:cNvPr>
            <p:cNvSpPr>
              <a:spLocks noEditPoints="1"/>
            </p:cNvSpPr>
            <p:nvPr/>
          </p:nvSpPr>
          <p:spPr bwMode="gray">
            <a:xfrm>
              <a:off x="3538496" y="3729151"/>
              <a:ext cx="401047" cy="391186"/>
            </a:xfrm>
            <a:custGeom>
              <a:avLst/>
              <a:gdLst>
                <a:gd name="T0" fmla="*/ 2147483647 w 954"/>
                <a:gd name="T1" fmla="*/ 2147483647 h 930"/>
                <a:gd name="T2" fmla="*/ 2147483647 w 954"/>
                <a:gd name="T3" fmla="*/ 2147483647 h 930"/>
                <a:gd name="T4" fmla="*/ 2147483647 w 954"/>
                <a:gd name="T5" fmla="*/ 2147483647 h 930"/>
                <a:gd name="T6" fmla="*/ 2147483647 w 954"/>
                <a:gd name="T7" fmla="*/ 2147483647 h 930"/>
                <a:gd name="T8" fmla="*/ 2147483647 w 954"/>
                <a:gd name="T9" fmla="*/ 2147483647 h 930"/>
                <a:gd name="T10" fmla="*/ 2147483647 w 954"/>
                <a:gd name="T11" fmla="*/ 2147483647 h 930"/>
                <a:gd name="T12" fmla="*/ 2147483647 w 954"/>
                <a:gd name="T13" fmla="*/ 2147483647 h 930"/>
                <a:gd name="T14" fmla="*/ 2147483647 w 954"/>
                <a:gd name="T15" fmla="*/ 2147483647 h 930"/>
                <a:gd name="T16" fmla="*/ 2147483647 w 954"/>
                <a:gd name="T17" fmla="*/ 2147483647 h 930"/>
                <a:gd name="T18" fmla="*/ 2147483647 w 954"/>
                <a:gd name="T19" fmla="*/ 2147483647 h 930"/>
                <a:gd name="T20" fmla="*/ 2147483647 w 954"/>
                <a:gd name="T21" fmla="*/ 2147483647 h 930"/>
                <a:gd name="T22" fmla="*/ 2147483647 w 954"/>
                <a:gd name="T23" fmla="*/ 2147483647 h 930"/>
                <a:gd name="T24" fmla="*/ 2147483647 w 954"/>
                <a:gd name="T25" fmla="*/ 2147483647 h 930"/>
                <a:gd name="T26" fmla="*/ 2147483647 w 954"/>
                <a:gd name="T27" fmla="*/ 2147483647 h 930"/>
                <a:gd name="T28" fmla="*/ 2147483647 w 954"/>
                <a:gd name="T29" fmla="*/ 2147483647 h 930"/>
                <a:gd name="T30" fmla="*/ 2147483647 w 954"/>
                <a:gd name="T31" fmla="*/ 2147483647 h 930"/>
                <a:gd name="T32" fmla="*/ 2147483647 w 954"/>
                <a:gd name="T33" fmla="*/ 2147483647 h 930"/>
                <a:gd name="T34" fmla="*/ 2147483647 w 954"/>
                <a:gd name="T35" fmla="*/ 2147483647 h 930"/>
                <a:gd name="T36" fmla="*/ 2147483647 w 954"/>
                <a:gd name="T37" fmla="*/ 2147483647 h 930"/>
                <a:gd name="T38" fmla="*/ 2147483647 w 954"/>
                <a:gd name="T39" fmla="*/ 2147483647 h 930"/>
                <a:gd name="T40" fmla="*/ 2147483647 w 954"/>
                <a:gd name="T41" fmla="*/ 2147483647 h 930"/>
                <a:gd name="T42" fmla="*/ 2147483647 w 954"/>
                <a:gd name="T43" fmla="*/ 2147483647 h 930"/>
                <a:gd name="T44" fmla="*/ 2147483647 w 954"/>
                <a:gd name="T45" fmla="*/ 2147483647 h 930"/>
                <a:gd name="T46" fmla="*/ 2147483647 w 954"/>
                <a:gd name="T47" fmla="*/ 2147483647 h 930"/>
                <a:gd name="T48" fmla="*/ 2147483647 w 954"/>
                <a:gd name="T49" fmla="*/ 2147483647 h 930"/>
                <a:gd name="T50" fmla="*/ 0 w 954"/>
                <a:gd name="T51" fmla="*/ 2147483647 h 930"/>
                <a:gd name="T52" fmla="*/ 2147483647 w 954"/>
                <a:gd name="T53" fmla="*/ 2147483647 h 930"/>
                <a:gd name="T54" fmla="*/ 2147483647 w 954"/>
                <a:gd name="T55" fmla="*/ 2147483647 h 930"/>
                <a:gd name="T56" fmla="*/ 2147483647 w 954"/>
                <a:gd name="T57" fmla="*/ 2147483647 h 930"/>
                <a:gd name="T58" fmla="*/ 2147483647 w 954"/>
                <a:gd name="T59" fmla="*/ 2147483647 h 930"/>
                <a:gd name="T60" fmla="*/ 2147483647 w 954"/>
                <a:gd name="T61" fmla="*/ 2147483647 h 930"/>
                <a:gd name="T62" fmla="*/ 2147483647 w 954"/>
                <a:gd name="T63" fmla="*/ 2147483647 h 930"/>
                <a:gd name="T64" fmla="*/ 2147483647 w 954"/>
                <a:gd name="T65" fmla="*/ 2147483647 h 930"/>
                <a:gd name="T66" fmla="*/ 2147483647 w 954"/>
                <a:gd name="T67" fmla="*/ 2147483647 h 930"/>
                <a:gd name="T68" fmla="*/ 2147483647 w 954"/>
                <a:gd name="T69" fmla="*/ 2147483647 h 930"/>
                <a:gd name="T70" fmla="*/ 2147483647 w 954"/>
                <a:gd name="T71" fmla="*/ 2147483647 h 930"/>
                <a:gd name="T72" fmla="*/ 2147483647 w 954"/>
                <a:gd name="T73" fmla="*/ 2147483647 h 930"/>
                <a:gd name="T74" fmla="*/ 2147483647 w 954"/>
                <a:gd name="T75" fmla="*/ 2147483647 h 930"/>
                <a:gd name="T76" fmla="*/ 2147483647 w 954"/>
                <a:gd name="T77" fmla="*/ 2147483647 h 930"/>
                <a:gd name="T78" fmla="*/ 2147483647 w 954"/>
                <a:gd name="T79" fmla="*/ 2147483647 h 930"/>
                <a:gd name="T80" fmla="*/ 2147483647 w 954"/>
                <a:gd name="T81" fmla="*/ 2147483647 h 930"/>
                <a:gd name="T82" fmla="*/ 2147483647 w 954"/>
                <a:gd name="T83" fmla="*/ 2147483647 h 930"/>
                <a:gd name="T84" fmla="*/ 2147483647 w 954"/>
                <a:gd name="T85" fmla="*/ 2147483647 h 930"/>
                <a:gd name="T86" fmla="*/ 2147483647 w 954"/>
                <a:gd name="T87" fmla="*/ 2147483647 h 930"/>
                <a:gd name="T88" fmla="*/ 2147483647 w 954"/>
                <a:gd name="T89" fmla="*/ 2147483647 h 930"/>
                <a:gd name="T90" fmla="*/ 2147483647 w 954"/>
                <a:gd name="T91" fmla="*/ 2147483647 h 930"/>
                <a:gd name="T92" fmla="*/ 2147483647 w 954"/>
                <a:gd name="T93" fmla="*/ 2147483647 h 930"/>
                <a:gd name="T94" fmla="*/ 2147483647 w 954"/>
                <a:gd name="T95" fmla="*/ 2147483647 h 930"/>
                <a:gd name="T96" fmla="*/ 2147483647 w 954"/>
                <a:gd name="T97" fmla="*/ 2147483647 h 930"/>
                <a:gd name="T98" fmla="*/ 2147483647 w 954"/>
                <a:gd name="T99" fmla="*/ 2147483647 h 930"/>
                <a:gd name="T100" fmla="*/ 2147483647 w 954"/>
                <a:gd name="T101" fmla="*/ 2147483647 h 930"/>
                <a:gd name="T102" fmla="*/ 2147483647 w 954"/>
                <a:gd name="T103" fmla="*/ 2147483647 h 930"/>
                <a:gd name="T104" fmla="*/ 2147483647 w 954"/>
                <a:gd name="T105" fmla="*/ 2147483647 h 930"/>
                <a:gd name="T106" fmla="*/ 2147483647 w 954"/>
                <a:gd name="T107" fmla="*/ 2147483647 h 930"/>
                <a:gd name="T108" fmla="*/ 2147483647 w 954"/>
                <a:gd name="T109" fmla="*/ 2147483647 h 930"/>
                <a:gd name="T110" fmla="*/ 2147483647 w 954"/>
                <a:gd name="T111" fmla="*/ 2147483647 h 930"/>
                <a:gd name="T112" fmla="*/ 2147483647 w 954"/>
                <a:gd name="T113" fmla="*/ 2147483647 h 930"/>
                <a:gd name="T114" fmla="*/ 2147483647 w 954"/>
                <a:gd name="T115" fmla="*/ 2147483647 h 930"/>
                <a:gd name="T116" fmla="*/ 2147483647 w 954"/>
                <a:gd name="T117" fmla="*/ 2147483647 h 930"/>
                <a:gd name="T118" fmla="*/ 2147483647 w 954"/>
                <a:gd name="T119" fmla="*/ 2147483647 h 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30"/>
                <a:gd name="T182" fmla="*/ 954 w 954"/>
                <a:gd name="T183" fmla="*/ 930 h 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30">
                  <a:moveTo>
                    <a:pt x="264" y="42"/>
                  </a:moveTo>
                  <a:lnTo>
                    <a:pt x="264" y="12"/>
                  </a:lnTo>
                  <a:lnTo>
                    <a:pt x="252" y="0"/>
                  </a:lnTo>
                  <a:lnTo>
                    <a:pt x="234" y="0"/>
                  </a:lnTo>
                  <a:lnTo>
                    <a:pt x="228" y="6"/>
                  </a:lnTo>
                  <a:lnTo>
                    <a:pt x="228" y="18"/>
                  </a:lnTo>
                  <a:lnTo>
                    <a:pt x="234" y="24"/>
                  </a:lnTo>
                  <a:lnTo>
                    <a:pt x="234" y="36"/>
                  </a:lnTo>
                  <a:lnTo>
                    <a:pt x="240" y="42"/>
                  </a:lnTo>
                  <a:lnTo>
                    <a:pt x="264" y="42"/>
                  </a:lnTo>
                  <a:close/>
                  <a:moveTo>
                    <a:pt x="936" y="276"/>
                  </a:moveTo>
                  <a:lnTo>
                    <a:pt x="930" y="276"/>
                  </a:lnTo>
                  <a:lnTo>
                    <a:pt x="924" y="282"/>
                  </a:lnTo>
                  <a:lnTo>
                    <a:pt x="912" y="288"/>
                  </a:lnTo>
                  <a:lnTo>
                    <a:pt x="906" y="294"/>
                  </a:lnTo>
                  <a:lnTo>
                    <a:pt x="900" y="288"/>
                  </a:lnTo>
                  <a:lnTo>
                    <a:pt x="888" y="288"/>
                  </a:lnTo>
                  <a:lnTo>
                    <a:pt x="882" y="282"/>
                  </a:lnTo>
                  <a:lnTo>
                    <a:pt x="876" y="282"/>
                  </a:lnTo>
                  <a:lnTo>
                    <a:pt x="852" y="306"/>
                  </a:lnTo>
                  <a:lnTo>
                    <a:pt x="822" y="282"/>
                  </a:lnTo>
                  <a:lnTo>
                    <a:pt x="846" y="282"/>
                  </a:lnTo>
                  <a:lnTo>
                    <a:pt x="858" y="276"/>
                  </a:lnTo>
                  <a:lnTo>
                    <a:pt x="864" y="276"/>
                  </a:lnTo>
                  <a:lnTo>
                    <a:pt x="870" y="264"/>
                  </a:lnTo>
                  <a:lnTo>
                    <a:pt x="870" y="246"/>
                  </a:lnTo>
                  <a:lnTo>
                    <a:pt x="882" y="234"/>
                  </a:lnTo>
                  <a:lnTo>
                    <a:pt x="888" y="222"/>
                  </a:lnTo>
                  <a:lnTo>
                    <a:pt x="876" y="210"/>
                  </a:lnTo>
                  <a:lnTo>
                    <a:pt x="846" y="210"/>
                  </a:lnTo>
                  <a:lnTo>
                    <a:pt x="846" y="204"/>
                  </a:lnTo>
                  <a:lnTo>
                    <a:pt x="840" y="198"/>
                  </a:lnTo>
                  <a:lnTo>
                    <a:pt x="840" y="192"/>
                  </a:lnTo>
                  <a:lnTo>
                    <a:pt x="834" y="186"/>
                  </a:lnTo>
                  <a:lnTo>
                    <a:pt x="828" y="186"/>
                  </a:lnTo>
                  <a:lnTo>
                    <a:pt x="822" y="192"/>
                  </a:lnTo>
                  <a:lnTo>
                    <a:pt x="822" y="210"/>
                  </a:lnTo>
                  <a:lnTo>
                    <a:pt x="816" y="198"/>
                  </a:lnTo>
                  <a:lnTo>
                    <a:pt x="816" y="180"/>
                  </a:lnTo>
                  <a:lnTo>
                    <a:pt x="792" y="180"/>
                  </a:lnTo>
                  <a:lnTo>
                    <a:pt x="786" y="210"/>
                  </a:lnTo>
                  <a:lnTo>
                    <a:pt x="780" y="204"/>
                  </a:lnTo>
                  <a:lnTo>
                    <a:pt x="774" y="192"/>
                  </a:lnTo>
                  <a:lnTo>
                    <a:pt x="774" y="186"/>
                  </a:lnTo>
                  <a:lnTo>
                    <a:pt x="768" y="180"/>
                  </a:lnTo>
                  <a:lnTo>
                    <a:pt x="768" y="156"/>
                  </a:lnTo>
                  <a:lnTo>
                    <a:pt x="738" y="168"/>
                  </a:lnTo>
                  <a:lnTo>
                    <a:pt x="744" y="162"/>
                  </a:lnTo>
                  <a:lnTo>
                    <a:pt x="756" y="156"/>
                  </a:lnTo>
                  <a:lnTo>
                    <a:pt x="762" y="156"/>
                  </a:lnTo>
                  <a:lnTo>
                    <a:pt x="762" y="144"/>
                  </a:lnTo>
                  <a:lnTo>
                    <a:pt x="750" y="138"/>
                  </a:lnTo>
                  <a:lnTo>
                    <a:pt x="744" y="138"/>
                  </a:lnTo>
                  <a:lnTo>
                    <a:pt x="744" y="132"/>
                  </a:lnTo>
                  <a:lnTo>
                    <a:pt x="750" y="132"/>
                  </a:lnTo>
                  <a:lnTo>
                    <a:pt x="762" y="126"/>
                  </a:lnTo>
                  <a:lnTo>
                    <a:pt x="774" y="126"/>
                  </a:lnTo>
                  <a:lnTo>
                    <a:pt x="792" y="120"/>
                  </a:lnTo>
                  <a:lnTo>
                    <a:pt x="804" y="120"/>
                  </a:lnTo>
                  <a:lnTo>
                    <a:pt x="810" y="114"/>
                  </a:lnTo>
                  <a:lnTo>
                    <a:pt x="726" y="114"/>
                  </a:lnTo>
                  <a:lnTo>
                    <a:pt x="690" y="120"/>
                  </a:lnTo>
                  <a:lnTo>
                    <a:pt x="678" y="120"/>
                  </a:lnTo>
                  <a:lnTo>
                    <a:pt x="690" y="132"/>
                  </a:lnTo>
                  <a:lnTo>
                    <a:pt x="678" y="132"/>
                  </a:lnTo>
                  <a:lnTo>
                    <a:pt x="666" y="138"/>
                  </a:lnTo>
                  <a:lnTo>
                    <a:pt x="654" y="138"/>
                  </a:lnTo>
                  <a:lnTo>
                    <a:pt x="642" y="144"/>
                  </a:lnTo>
                  <a:lnTo>
                    <a:pt x="636" y="144"/>
                  </a:lnTo>
                  <a:lnTo>
                    <a:pt x="624" y="150"/>
                  </a:lnTo>
                  <a:lnTo>
                    <a:pt x="606" y="168"/>
                  </a:lnTo>
                  <a:lnTo>
                    <a:pt x="594" y="174"/>
                  </a:lnTo>
                  <a:lnTo>
                    <a:pt x="576" y="174"/>
                  </a:lnTo>
                  <a:lnTo>
                    <a:pt x="564" y="162"/>
                  </a:lnTo>
                  <a:lnTo>
                    <a:pt x="546" y="156"/>
                  </a:lnTo>
                  <a:lnTo>
                    <a:pt x="534" y="144"/>
                  </a:lnTo>
                  <a:lnTo>
                    <a:pt x="522" y="138"/>
                  </a:lnTo>
                  <a:lnTo>
                    <a:pt x="510" y="126"/>
                  </a:lnTo>
                  <a:lnTo>
                    <a:pt x="492" y="126"/>
                  </a:lnTo>
                  <a:lnTo>
                    <a:pt x="450" y="132"/>
                  </a:lnTo>
                  <a:lnTo>
                    <a:pt x="372" y="132"/>
                  </a:lnTo>
                  <a:lnTo>
                    <a:pt x="360" y="120"/>
                  </a:lnTo>
                  <a:lnTo>
                    <a:pt x="354" y="108"/>
                  </a:lnTo>
                  <a:lnTo>
                    <a:pt x="354" y="84"/>
                  </a:lnTo>
                  <a:lnTo>
                    <a:pt x="348" y="72"/>
                  </a:lnTo>
                  <a:lnTo>
                    <a:pt x="336" y="60"/>
                  </a:lnTo>
                  <a:lnTo>
                    <a:pt x="324" y="54"/>
                  </a:lnTo>
                  <a:lnTo>
                    <a:pt x="276" y="54"/>
                  </a:lnTo>
                  <a:lnTo>
                    <a:pt x="240" y="60"/>
                  </a:lnTo>
                  <a:lnTo>
                    <a:pt x="222" y="72"/>
                  </a:lnTo>
                  <a:lnTo>
                    <a:pt x="210" y="78"/>
                  </a:lnTo>
                  <a:lnTo>
                    <a:pt x="204" y="78"/>
                  </a:lnTo>
                  <a:lnTo>
                    <a:pt x="180" y="90"/>
                  </a:lnTo>
                  <a:lnTo>
                    <a:pt x="162" y="96"/>
                  </a:lnTo>
                  <a:lnTo>
                    <a:pt x="144" y="108"/>
                  </a:lnTo>
                  <a:lnTo>
                    <a:pt x="138" y="120"/>
                  </a:lnTo>
                  <a:lnTo>
                    <a:pt x="138" y="144"/>
                  </a:lnTo>
                  <a:lnTo>
                    <a:pt x="150" y="168"/>
                  </a:lnTo>
                  <a:lnTo>
                    <a:pt x="156" y="186"/>
                  </a:lnTo>
                  <a:lnTo>
                    <a:pt x="162" y="198"/>
                  </a:lnTo>
                  <a:lnTo>
                    <a:pt x="156" y="210"/>
                  </a:lnTo>
                  <a:lnTo>
                    <a:pt x="150" y="228"/>
                  </a:lnTo>
                  <a:lnTo>
                    <a:pt x="138" y="234"/>
                  </a:lnTo>
                  <a:lnTo>
                    <a:pt x="132" y="246"/>
                  </a:lnTo>
                  <a:lnTo>
                    <a:pt x="126" y="252"/>
                  </a:lnTo>
                  <a:lnTo>
                    <a:pt x="120" y="252"/>
                  </a:lnTo>
                  <a:lnTo>
                    <a:pt x="126" y="222"/>
                  </a:lnTo>
                  <a:lnTo>
                    <a:pt x="114" y="222"/>
                  </a:lnTo>
                  <a:lnTo>
                    <a:pt x="108" y="216"/>
                  </a:lnTo>
                  <a:lnTo>
                    <a:pt x="96" y="210"/>
                  </a:lnTo>
                  <a:lnTo>
                    <a:pt x="90" y="204"/>
                  </a:lnTo>
                  <a:lnTo>
                    <a:pt x="84" y="192"/>
                  </a:lnTo>
                  <a:lnTo>
                    <a:pt x="96" y="168"/>
                  </a:lnTo>
                  <a:lnTo>
                    <a:pt x="108" y="156"/>
                  </a:lnTo>
                  <a:lnTo>
                    <a:pt x="120" y="132"/>
                  </a:lnTo>
                  <a:lnTo>
                    <a:pt x="120" y="78"/>
                  </a:lnTo>
                  <a:lnTo>
                    <a:pt x="114" y="66"/>
                  </a:lnTo>
                  <a:lnTo>
                    <a:pt x="114" y="54"/>
                  </a:lnTo>
                  <a:lnTo>
                    <a:pt x="108" y="48"/>
                  </a:lnTo>
                  <a:lnTo>
                    <a:pt x="108" y="54"/>
                  </a:lnTo>
                  <a:lnTo>
                    <a:pt x="102" y="66"/>
                  </a:lnTo>
                  <a:lnTo>
                    <a:pt x="90" y="78"/>
                  </a:lnTo>
                  <a:lnTo>
                    <a:pt x="72" y="84"/>
                  </a:lnTo>
                  <a:lnTo>
                    <a:pt x="48" y="108"/>
                  </a:lnTo>
                  <a:lnTo>
                    <a:pt x="36" y="144"/>
                  </a:lnTo>
                  <a:lnTo>
                    <a:pt x="36" y="162"/>
                  </a:lnTo>
                  <a:lnTo>
                    <a:pt x="30" y="168"/>
                  </a:lnTo>
                  <a:lnTo>
                    <a:pt x="30" y="192"/>
                  </a:lnTo>
                  <a:lnTo>
                    <a:pt x="6" y="216"/>
                  </a:lnTo>
                  <a:lnTo>
                    <a:pt x="0" y="228"/>
                  </a:lnTo>
                  <a:lnTo>
                    <a:pt x="0" y="240"/>
                  </a:lnTo>
                  <a:lnTo>
                    <a:pt x="6" y="246"/>
                  </a:lnTo>
                  <a:lnTo>
                    <a:pt x="6" y="240"/>
                  </a:lnTo>
                  <a:lnTo>
                    <a:pt x="18" y="228"/>
                  </a:lnTo>
                  <a:lnTo>
                    <a:pt x="24" y="228"/>
                  </a:lnTo>
                  <a:lnTo>
                    <a:pt x="36" y="240"/>
                  </a:lnTo>
                  <a:lnTo>
                    <a:pt x="42" y="252"/>
                  </a:lnTo>
                  <a:lnTo>
                    <a:pt x="42" y="288"/>
                  </a:lnTo>
                  <a:lnTo>
                    <a:pt x="48" y="294"/>
                  </a:lnTo>
                  <a:lnTo>
                    <a:pt x="60" y="300"/>
                  </a:lnTo>
                  <a:lnTo>
                    <a:pt x="66" y="306"/>
                  </a:lnTo>
                  <a:lnTo>
                    <a:pt x="66" y="318"/>
                  </a:lnTo>
                  <a:lnTo>
                    <a:pt x="54" y="342"/>
                  </a:lnTo>
                  <a:lnTo>
                    <a:pt x="54" y="384"/>
                  </a:lnTo>
                  <a:lnTo>
                    <a:pt x="66" y="384"/>
                  </a:lnTo>
                  <a:lnTo>
                    <a:pt x="66" y="396"/>
                  </a:lnTo>
                  <a:lnTo>
                    <a:pt x="72" y="408"/>
                  </a:lnTo>
                  <a:lnTo>
                    <a:pt x="78" y="414"/>
                  </a:lnTo>
                  <a:lnTo>
                    <a:pt x="102" y="414"/>
                  </a:lnTo>
                  <a:lnTo>
                    <a:pt x="108" y="408"/>
                  </a:lnTo>
                  <a:lnTo>
                    <a:pt x="120" y="408"/>
                  </a:lnTo>
                  <a:lnTo>
                    <a:pt x="132" y="414"/>
                  </a:lnTo>
                  <a:lnTo>
                    <a:pt x="138" y="414"/>
                  </a:lnTo>
                  <a:lnTo>
                    <a:pt x="150" y="420"/>
                  </a:lnTo>
                  <a:lnTo>
                    <a:pt x="162" y="420"/>
                  </a:lnTo>
                  <a:lnTo>
                    <a:pt x="168" y="414"/>
                  </a:lnTo>
                  <a:lnTo>
                    <a:pt x="168" y="408"/>
                  </a:lnTo>
                  <a:lnTo>
                    <a:pt x="180" y="408"/>
                  </a:lnTo>
                  <a:lnTo>
                    <a:pt x="186" y="414"/>
                  </a:lnTo>
                  <a:lnTo>
                    <a:pt x="198" y="420"/>
                  </a:lnTo>
                  <a:lnTo>
                    <a:pt x="222" y="420"/>
                  </a:lnTo>
                  <a:lnTo>
                    <a:pt x="222" y="426"/>
                  </a:lnTo>
                  <a:lnTo>
                    <a:pt x="228" y="432"/>
                  </a:lnTo>
                  <a:lnTo>
                    <a:pt x="234" y="444"/>
                  </a:lnTo>
                  <a:lnTo>
                    <a:pt x="240" y="462"/>
                  </a:lnTo>
                  <a:lnTo>
                    <a:pt x="264" y="486"/>
                  </a:lnTo>
                  <a:lnTo>
                    <a:pt x="288" y="486"/>
                  </a:lnTo>
                  <a:lnTo>
                    <a:pt x="288" y="480"/>
                  </a:lnTo>
                  <a:lnTo>
                    <a:pt x="306" y="480"/>
                  </a:lnTo>
                  <a:lnTo>
                    <a:pt x="312" y="486"/>
                  </a:lnTo>
                  <a:lnTo>
                    <a:pt x="336" y="486"/>
                  </a:lnTo>
                  <a:lnTo>
                    <a:pt x="342" y="480"/>
                  </a:lnTo>
                  <a:lnTo>
                    <a:pt x="366" y="486"/>
                  </a:lnTo>
                  <a:lnTo>
                    <a:pt x="372" y="480"/>
                  </a:lnTo>
                  <a:lnTo>
                    <a:pt x="384" y="474"/>
                  </a:lnTo>
                  <a:lnTo>
                    <a:pt x="402" y="474"/>
                  </a:lnTo>
                  <a:lnTo>
                    <a:pt x="408" y="480"/>
                  </a:lnTo>
                  <a:lnTo>
                    <a:pt x="408" y="492"/>
                  </a:lnTo>
                  <a:lnTo>
                    <a:pt x="390" y="510"/>
                  </a:lnTo>
                  <a:lnTo>
                    <a:pt x="390" y="534"/>
                  </a:lnTo>
                  <a:lnTo>
                    <a:pt x="384" y="540"/>
                  </a:lnTo>
                  <a:lnTo>
                    <a:pt x="378" y="540"/>
                  </a:lnTo>
                  <a:lnTo>
                    <a:pt x="366" y="552"/>
                  </a:lnTo>
                  <a:lnTo>
                    <a:pt x="366" y="576"/>
                  </a:lnTo>
                  <a:lnTo>
                    <a:pt x="372" y="588"/>
                  </a:lnTo>
                  <a:lnTo>
                    <a:pt x="372" y="618"/>
                  </a:lnTo>
                  <a:lnTo>
                    <a:pt x="366" y="630"/>
                  </a:lnTo>
                  <a:lnTo>
                    <a:pt x="366" y="642"/>
                  </a:lnTo>
                  <a:lnTo>
                    <a:pt x="372" y="648"/>
                  </a:lnTo>
                  <a:lnTo>
                    <a:pt x="384" y="648"/>
                  </a:lnTo>
                  <a:lnTo>
                    <a:pt x="384" y="672"/>
                  </a:lnTo>
                  <a:lnTo>
                    <a:pt x="390" y="684"/>
                  </a:lnTo>
                  <a:lnTo>
                    <a:pt x="402" y="690"/>
                  </a:lnTo>
                  <a:lnTo>
                    <a:pt x="408" y="702"/>
                  </a:lnTo>
                  <a:lnTo>
                    <a:pt x="408" y="708"/>
                  </a:lnTo>
                  <a:lnTo>
                    <a:pt x="402" y="720"/>
                  </a:lnTo>
                  <a:lnTo>
                    <a:pt x="372" y="750"/>
                  </a:lnTo>
                  <a:lnTo>
                    <a:pt x="366" y="750"/>
                  </a:lnTo>
                  <a:lnTo>
                    <a:pt x="390" y="762"/>
                  </a:lnTo>
                  <a:lnTo>
                    <a:pt x="402" y="774"/>
                  </a:lnTo>
                  <a:lnTo>
                    <a:pt x="414" y="774"/>
                  </a:lnTo>
                  <a:lnTo>
                    <a:pt x="414" y="798"/>
                  </a:lnTo>
                  <a:lnTo>
                    <a:pt x="420" y="804"/>
                  </a:lnTo>
                  <a:lnTo>
                    <a:pt x="420" y="822"/>
                  </a:lnTo>
                  <a:lnTo>
                    <a:pt x="426" y="828"/>
                  </a:lnTo>
                  <a:lnTo>
                    <a:pt x="426" y="846"/>
                  </a:lnTo>
                  <a:lnTo>
                    <a:pt x="432" y="858"/>
                  </a:lnTo>
                  <a:lnTo>
                    <a:pt x="432" y="876"/>
                  </a:lnTo>
                  <a:lnTo>
                    <a:pt x="444" y="888"/>
                  </a:lnTo>
                  <a:lnTo>
                    <a:pt x="450" y="900"/>
                  </a:lnTo>
                  <a:lnTo>
                    <a:pt x="450" y="906"/>
                  </a:lnTo>
                  <a:lnTo>
                    <a:pt x="462" y="918"/>
                  </a:lnTo>
                  <a:lnTo>
                    <a:pt x="468" y="918"/>
                  </a:lnTo>
                  <a:lnTo>
                    <a:pt x="480" y="924"/>
                  </a:lnTo>
                  <a:lnTo>
                    <a:pt x="486" y="924"/>
                  </a:lnTo>
                  <a:lnTo>
                    <a:pt x="498" y="918"/>
                  </a:lnTo>
                  <a:lnTo>
                    <a:pt x="504" y="912"/>
                  </a:lnTo>
                  <a:lnTo>
                    <a:pt x="516" y="906"/>
                  </a:lnTo>
                  <a:lnTo>
                    <a:pt x="522" y="900"/>
                  </a:lnTo>
                  <a:lnTo>
                    <a:pt x="528" y="906"/>
                  </a:lnTo>
                  <a:lnTo>
                    <a:pt x="528" y="930"/>
                  </a:lnTo>
                  <a:lnTo>
                    <a:pt x="534" y="930"/>
                  </a:lnTo>
                  <a:lnTo>
                    <a:pt x="546" y="918"/>
                  </a:lnTo>
                  <a:lnTo>
                    <a:pt x="558" y="894"/>
                  </a:lnTo>
                  <a:lnTo>
                    <a:pt x="570" y="882"/>
                  </a:lnTo>
                  <a:lnTo>
                    <a:pt x="588" y="882"/>
                  </a:lnTo>
                  <a:lnTo>
                    <a:pt x="594" y="876"/>
                  </a:lnTo>
                  <a:lnTo>
                    <a:pt x="630" y="858"/>
                  </a:lnTo>
                  <a:lnTo>
                    <a:pt x="636" y="846"/>
                  </a:lnTo>
                  <a:lnTo>
                    <a:pt x="636" y="816"/>
                  </a:lnTo>
                  <a:lnTo>
                    <a:pt x="678" y="816"/>
                  </a:lnTo>
                  <a:lnTo>
                    <a:pt x="684" y="810"/>
                  </a:lnTo>
                  <a:lnTo>
                    <a:pt x="690" y="798"/>
                  </a:lnTo>
                  <a:lnTo>
                    <a:pt x="690" y="792"/>
                  </a:lnTo>
                  <a:lnTo>
                    <a:pt x="684" y="786"/>
                  </a:lnTo>
                  <a:lnTo>
                    <a:pt x="636" y="780"/>
                  </a:lnTo>
                  <a:lnTo>
                    <a:pt x="636" y="750"/>
                  </a:lnTo>
                  <a:lnTo>
                    <a:pt x="630" y="738"/>
                  </a:lnTo>
                  <a:lnTo>
                    <a:pt x="618" y="726"/>
                  </a:lnTo>
                  <a:lnTo>
                    <a:pt x="624" y="720"/>
                  </a:lnTo>
                  <a:lnTo>
                    <a:pt x="624" y="690"/>
                  </a:lnTo>
                  <a:lnTo>
                    <a:pt x="618" y="684"/>
                  </a:lnTo>
                  <a:lnTo>
                    <a:pt x="606" y="678"/>
                  </a:lnTo>
                  <a:lnTo>
                    <a:pt x="588" y="660"/>
                  </a:lnTo>
                  <a:lnTo>
                    <a:pt x="588" y="630"/>
                  </a:lnTo>
                  <a:lnTo>
                    <a:pt x="594" y="636"/>
                  </a:lnTo>
                  <a:lnTo>
                    <a:pt x="594" y="642"/>
                  </a:lnTo>
                  <a:lnTo>
                    <a:pt x="636" y="642"/>
                  </a:lnTo>
                  <a:lnTo>
                    <a:pt x="642" y="648"/>
                  </a:lnTo>
                  <a:lnTo>
                    <a:pt x="642" y="666"/>
                  </a:lnTo>
                  <a:lnTo>
                    <a:pt x="654" y="666"/>
                  </a:lnTo>
                  <a:lnTo>
                    <a:pt x="666" y="660"/>
                  </a:lnTo>
                  <a:lnTo>
                    <a:pt x="678" y="666"/>
                  </a:lnTo>
                  <a:lnTo>
                    <a:pt x="684" y="660"/>
                  </a:lnTo>
                  <a:lnTo>
                    <a:pt x="696" y="660"/>
                  </a:lnTo>
                  <a:lnTo>
                    <a:pt x="702" y="666"/>
                  </a:lnTo>
                  <a:lnTo>
                    <a:pt x="708" y="678"/>
                  </a:lnTo>
                  <a:lnTo>
                    <a:pt x="720" y="690"/>
                  </a:lnTo>
                  <a:lnTo>
                    <a:pt x="732" y="696"/>
                  </a:lnTo>
                  <a:lnTo>
                    <a:pt x="738" y="690"/>
                  </a:lnTo>
                  <a:lnTo>
                    <a:pt x="738" y="672"/>
                  </a:lnTo>
                  <a:lnTo>
                    <a:pt x="744" y="660"/>
                  </a:lnTo>
                  <a:lnTo>
                    <a:pt x="744" y="648"/>
                  </a:lnTo>
                  <a:lnTo>
                    <a:pt x="750" y="642"/>
                  </a:lnTo>
                  <a:lnTo>
                    <a:pt x="768" y="642"/>
                  </a:lnTo>
                  <a:lnTo>
                    <a:pt x="774" y="648"/>
                  </a:lnTo>
                  <a:lnTo>
                    <a:pt x="792" y="648"/>
                  </a:lnTo>
                  <a:lnTo>
                    <a:pt x="804" y="642"/>
                  </a:lnTo>
                  <a:lnTo>
                    <a:pt x="828" y="618"/>
                  </a:lnTo>
                  <a:lnTo>
                    <a:pt x="840" y="612"/>
                  </a:lnTo>
                  <a:lnTo>
                    <a:pt x="864" y="612"/>
                  </a:lnTo>
                  <a:lnTo>
                    <a:pt x="864" y="600"/>
                  </a:lnTo>
                  <a:lnTo>
                    <a:pt x="876" y="600"/>
                  </a:lnTo>
                  <a:lnTo>
                    <a:pt x="882" y="594"/>
                  </a:lnTo>
                  <a:lnTo>
                    <a:pt x="882" y="558"/>
                  </a:lnTo>
                  <a:lnTo>
                    <a:pt x="846" y="522"/>
                  </a:lnTo>
                  <a:lnTo>
                    <a:pt x="840" y="510"/>
                  </a:lnTo>
                  <a:lnTo>
                    <a:pt x="834" y="504"/>
                  </a:lnTo>
                  <a:lnTo>
                    <a:pt x="834" y="492"/>
                  </a:lnTo>
                  <a:lnTo>
                    <a:pt x="846" y="486"/>
                  </a:lnTo>
                  <a:lnTo>
                    <a:pt x="852" y="486"/>
                  </a:lnTo>
                  <a:lnTo>
                    <a:pt x="864" y="480"/>
                  </a:lnTo>
                  <a:lnTo>
                    <a:pt x="864" y="462"/>
                  </a:lnTo>
                  <a:lnTo>
                    <a:pt x="846" y="444"/>
                  </a:lnTo>
                  <a:lnTo>
                    <a:pt x="846" y="438"/>
                  </a:lnTo>
                  <a:lnTo>
                    <a:pt x="876" y="438"/>
                  </a:lnTo>
                  <a:lnTo>
                    <a:pt x="888" y="432"/>
                  </a:lnTo>
                  <a:lnTo>
                    <a:pt x="900" y="432"/>
                  </a:lnTo>
                  <a:lnTo>
                    <a:pt x="912" y="426"/>
                  </a:lnTo>
                  <a:lnTo>
                    <a:pt x="918" y="420"/>
                  </a:lnTo>
                  <a:lnTo>
                    <a:pt x="918" y="402"/>
                  </a:lnTo>
                  <a:lnTo>
                    <a:pt x="894" y="402"/>
                  </a:lnTo>
                  <a:lnTo>
                    <a:pt x="894" y="360"/>
                  </a:lnTo>
                  <a:lnTo>
                    <a:pt x="906" y="348"/>
                  </a:lnTo>
                  <a:lnTo>
                    <a:pt x="918" y="348"/>
                  </a:lnTo>
                  <a:lnTo>
                    <a:pt x="924" y="342"/>
                  </a:lnTo>
                  <a:lnTo>
                    <a:pt x="930" y="342"/>
                  </a:lnTo>
                  <a:lnTo>
                    <a:pt x="936" y="336"/>
                  </a:lnTo>
                  <a:lnTo>
                    <a:pt x="954" y="300"/>
                  </a:lnTo>
                  <a:lnTo>
                    <a:pt x="948" y="294"/>
                  </a:lnTo>
                  <a:lnTo>
                    <a:pt x="942" y="282"/>
                  </a:lnTo>
                  <a:lnTo>
                    <a:pt x="936" y="276"/>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0" name="USA (Hawaii)">
              <a:extLst>
                <a:ext uri="{FF2B5EF4-FFF2-40B4-BE49-F238E27FC236}">
                  <a16:creationId xmlns:a16="http://schemas.microsoft.com/office/drawing/2014/main" id="{2436A058-FB6F-E842-93C3-37DAC7B44AA7}"/>
                </a:ext>
              </a:extLst>
            </p:cNvPr>
            <p:cNvSpPr/>
            <p:nvPr/>
          </p:nvSpPr>
          <p:spPr>
            <a:xfrm>
              <a:off x="1529554" y="3384972"/>
              <a:ext cx="212369" cy="156027"/>
            </a:xfrm>
            <a:custGeom>
              <a:avLst/>
              <a:gdLst/>
              <a:ahLst/>
              <a:cxnLst/>
              <a:rect l="l" t="t" r="r" b="b"/>
              <a:pathLst>
                <a:path w="4422" h="3255" extrusionOk="0">
                  <a:moveTo>
                    <a:pt x="92" y="399"/>
                  </a:moveTo>
                  <a:lnTo>
                    <a:pt x="184" y="246"/>
                  </a:lnTo>
                  <a:lnTo>
                    <a:pt x="62" y="215"/>
                  </a:lnTo>
                  <a:lnTo>
                    <a:pt x="0" y="307"/>
                  </a:lnTo>
                  <a:close/>
                  <a:moveTo>
                    <a:pt x="860" y="246"/>
                  </a:moveTo>
                  <a:lnTo>
                    <a:pt x="921" y="92"/>
                  </a:lnTo>
                  <a:lnTo>
                    <a:pt x="891" y="0"/>
                  </a:lnTo>
                  <a:lnTo>
                    <a:pt x="706" y="0"/>
                  </a:lnTo>
                  <a:lnTo>
                    <a:pt x="584" y="184"/>
                  </a:lnTo>
                  <a:lnTo>
                    <a:pt x="706" y="277"/>
                  </a:lnTo>
                  <a:close/>
                  <a:moveTo>
                    <a:pt x="2180" y="829"/>
                  </a:moveTo>
                  <a:lnTo>
                    <a:pt x="2027" y="737"/>
                  </a:lnTo>
                  <a:lnTo>
                    <a:pt x="1935" y="522"/>
                  </a:lnTo>
                  <a:lnTo>
                    <a:pt x="1812" y="553"/>
                  </a:lnTo>
                  <a:lnTo>
                    <a:pt x="1781" y="676"/>
                  </a:lnTo>
                  <a:lnTo>
                    <a:pt x="1935" y="891"/>
                  </a:lnTo>
                  <a:lnTo>
                    <a:pt x="2150" y="891"/>
                  </a:lnTo>
                  <a:lnTo>
                    <a:pt x="2180" y="799"/>
                  </a:lnTo>
                  <a:close/>
                  <a:moveTo>
                    <a:pt x="2887" y="1106"/>
                  </a:moveTo>
                  <a:lnTo>
                    <a:pt x="2764" y="1075"/>
                  </a:lnTo>
                  <a:lnTo>
                    <a:pt x="2672" y="1106"/>
                  </a:lnTo>
                  <a:lnTo>
                    <a:pt x="2549" y="1013"/>
                  </a:lnTo>
                  <a:lnTo>
                    <a:pt x="2764" y="1013"/>
                  </a:lnTo>
                  <a:lnTo>
                    <a:pt x="2979" y="983"/>
                  </a:lnTo>
                  <a:lnTo>
                    <a:pt x="2887" y="1106"/>
                  </a:lnTo>
                  <a:close/>
                  <a:moveTo>
                    <a:pt x="3224" y="1535"/>
                  </a:moveTo>
                  <a:lnTo>
                    <a:pt x="3071" y="1413"/>
                  </a:lnTo>
                  <a:lnTo>
                    <a:pt x="2917" y="1290"/>
                  </a:lnTo>
                  <a:lnTo>
                    <a:pt x="2917" y="1198"/>
                  </a:lnTo>
                  <a:lnTo>
                    <a:pt x="3040" y="1167"/>
                  </a:lnTo>
                  <a:lnTo>
                    <a:pt x="3132" y="1259"/>
                  </a:lnTo>
                  <a:lnTo>
                    <a:pt x="3378" y="1259"/>
                  </a:lnTo>
                  <a:lnTo>
                    <a:pt x="3470" y="1413"/>
                  </a:lnTo>
                  <a:lnTo>
                    <a:pt x="3378" y="1535"/>
                  </a:lnTo>
                  <a:lnTo>
                    <a:pt x="3224" y="1535"/>
                  </a:lnTo>
                  <a:close/>
                  <a:moveTo>
                    <a:pt x="3439" y="2549"/>
                  </a:moveTo>
                  <a:lnTo>
                    <a:pt x="3531" y="2733"/>
                  </a:lnTo>
                  <a:lnTo>
                    <a:pt x="3501" y="3132"/>
                  </a:lnTo>
                  <a:lnTo>
                    <a:pt x="3716" y="3255"/>
                  </a:lnTo>
                  <a:lnTo>
                    <a:pt x="4023" y="2917"/>
                  </a:lnTo>
                  <a:lnTo>
                    <a:pt x="4360" y="2764"/>
                  </a:lnTo>
                  <a:lnTo>
                    <a:pt x="4422" y="2641"/>
                  </a:lnTo>
                  <a:lnTo>
                    <a:pt x="4268" y="2518"/>
                  </a:lnTo>
                  <a:lnTo>
                    <a:pt x="4176" y="2518"/>
                  </a:lnTo>
                  <a:lnTo>
                    <a:pt x="4238" y="2395"/>
                  </a:lnTo>
                  <a:lnTo>
                    <a:pt x="4084" y="2180"/>
                  </a:lnTo>
                  <a:lnTo>
                    <a:pt x="3900" y="2180"/>
                  </a:lnTo>
                  <a:lnTo>
                    <a:pt x="3838" y="2057"/>
                  </a:lnTo>
                  <a:lnTo>
                    <a:pt x="3623" y="1935"/>
                  </a:lnTo>
                  <a:lnTo>
                    <a:pt x="3562" y="1965"/>
                  </a:lnTo>
                  <a:lnTo>
                    <a:pt x="3593" y="2088"/>
                  </a:lnTo>
                  <a:lnTo>
                    <a:pt x="3531" y="2303"/>
                  </a:lnTo>
                  <a:lnTo>
                    <a:pt x="3439" y="2426"/>
                  </a:lnTo>
                  <a:close/>
                </a:path>
              </a:pathLst>
            </a:custGeom>
            <a:solidFill>
              <a:schemeClr val="accent5"/>
            </a:solidFill>
            <a:ln w="3175">
              <a:solidFill>
                <a:schemeClr val="accent4"/>
              </a:solidFill>
            </a:ln>
          </p:spPr>
        </p:sp>
        <p:sp>
          <p:nvSpPr>
            <p:cNvPr id="41" name="USA (Alaska)" descr="© INSCALE GmbH, 05.05.2010&#10;http://www.presentationload.com/">
              <a:extLst>
                <a:ext uri="{FF2B5EF4-FFF2-40B4-BE49-F238E27FC236}">
                  <a16:creationId xmlns:a16="http://schemas.microsoft.com/office/drawing/2014/main" id="{0252416A-9CD3-0248-A1D8-0F560245EEC5}"/>
                </a:ext>
              </a:extLst>
            </p:cNvPr>
            <p:cNvSpPr>
              <a:spLocks noEditPoints="1"/>
            </p:cNvSpPr>
            <p:nvPr/>
          </p:nvSpPr>
          <p:spPr bwMode="gray">
            <a:xfrm>
              <a:off x="1470797" y="1801162"/>
              <a:ext cx="1291900" cy="558838"/>
            </a:xfrm>
            <a:custGeom>
              <a:avLst/>
              <a:gdLst>
                <a:gd name="T0" fmla="*/ 2147483647 w 3072"/>
                <a:gd name="T1" fmla="*/ 2147483647 h 1332"/>
                <a:gd name="T2" fmla="*/ 2147483647 w 3072"/>
                <a:gd name="T3" fmla="*/ 2147483647 h 1332"/>
                <a:gd name="T4" fmla="*/ 2147483647 w 3072"/>
                <a:gd name="T5" fmla="*/ 2147483647 h 1332"/>
                <a:gd name="T6" fmla="*/ 2147483647 w 3072"/>
                <a:gd name="T7" fmla="*/ 2147483647 h 1332"/>
                <a:gd name="T8" fmla="*/ 2147483647 w 3072"/>
                <a:gd name="T9" fmla="*/ 2147483647 h 1332"/>
                <a:gd name="T10" fmla="*/ 2147483647 w 3072"/>
                <a:gd name="T11" fmla="*/ 2147483647 h 1332"/>
                <a:gd name="T12" fmla="*/ 2147483647 w 3072"/>
                <a:gd name="T13" fmla="*/ 2147483647 h 1332"/>
                <a:gd name="T14" fmla="*/ 2147483647 w 3072"/>
                <a:gd name="T15" fmla="*/ 2147483647 h 1332"/>
                <a:gd name="T16" fmla="*/ 2147483647 w 3072"/>
                <a:gd name="T17" fmla="*/ 2147483647 h 1332"/>
                <a:gd name="T18" fmla="*/ 2147483647 w 3072"/>
                <a:gd name="T19" fmla="*/ 2147483647 h 1332"/>
                <a:gd name="T20" fmla="*/ 2147483647 w 3072"/>
                <a:gd name="T21" fmla="*/ 2147483647 h 1332"/>
                <a:gd name="T22" fmla="*/ 2147483647 w 3072"/>
                <a:gd name="T23" fmla="*/ 0 h 1332"/>
                <a:gd name="T24" fmla="*/ 2147483647 w 3072"/>
                <a:gd name="T25" fmla="*/ 2147483647 h 1332"/>
                <a:gd name="T26" fmla="*/ 2147483647 w 3072"/>
                <a:gd name="T27" fmla="*/ 2147483647 h 1332"/>
                <a:gd name="T28" fmla="*/ 2147483647 w 3072"/>
                <a:gd name="T29" fmla="*/ 2147483647 h 1332"/>
                <a:gd name="T30" fmla="*/ 2147483647 w 3072"/>
                <a:gd name="T31" fmla="*/ 2147483647 h 1332"/>
                <a:gd name="T32" fmla="*/ 2147483647 w 3072"/>
                <a:gd name="T33" fmla="*/ 2147483647 h 1332"/>
                <a:gd name="T34" fmla="*/ 2147483647 w 3072"/>
                <a:gd name="T35" fmla="*/ 2147483647 h 1332"/>
                <a:gd name="T36" fmla="*/ 2147483647 w 3072"/>
                <a:gd name="T37" fmla="*/ 2147483647 h 1332"/>
                <a:gd name="T38" fmla="*/ 2147483647 w 3072"/>
                <a:gd name="T39" fmla="*/ 2147483647 h 1332"/>
                <a:gd name="T40" fmla="*/ 2147483647 w 3072"/>
                <a:gd name="T41" fmla="*/ 2147483647 h 1332"/>
                <a:gd name="T42" fmla="*/ 2147483647 w 3072"/>
                <a:gd name="T43" fmla="*/ 2147483647 h 1332"/>
                <a:gd name="T44" fmla="*/ 2147483647 w 3072"/>
                <a:gd name="T45" fmla="*/ 2147483647 h 1332"/>
                <a:gd name="T46" fmla="*/ 2147483647 w 3072"/>
                <a:gd name="T47" fmla="*/ 2147483647 h 1332"/>
                <a:gd name="T48" fmla="*/ 2147483647 w 3072"/>
                <a:gd name="T49" fmla="*/ 2147483647 h 1332"/>
                <a:gd name="T50" fmla="*/ 2147483647 w 3072"/>
                <a:gd name="T51" fmla="*/ 2147483647 h 1332"/>
                <a:gd name="T52" fmla="*/ 2147483647 w 3072"/>
                <a:gd name="T53" fmla="*/ 2147483647 h 1332"/>
                <a:gd name="T54" fmla="*/ 2147483647 w 3072"/>
                <a:gd name="T55" fmla="*/ 2147483647 h 1332"/>
                <a:gd name="T56" fmla="*/ 2147483647 w 3072"/>
                <a:gd name="T57" fmla="*/ 2147483647 h 1332"/>
                <a:gd name="T58" fmla="*/ 2147483647 w 3072"/>
                <a:gd name="T59" fmla="*/ 2147483647 h 1332"/>
                <a:gd name="T60" fmla="*/ 2147483647 w 3072"/>
                <a:gd name="T61" fmla="*/ 2147483647 h 1332"/>
                <a:gd name="T62" fmla="*/ 2147483647 w 3072"/>
                <a:gd name="T63" fmla="*/ 2147483647 h 1332"/>
                <a:gd name="T64" fmla="*/ 2147483647 w 3072"/>
                <a:gd name="T65" fmla="*/ 2147483647 h 1332"/>
                <a:gd name="T66" fmla="*/ 2147483647 w 3072"/>
                <a:gd name="T67" fmla="*/ 2147483647 h 1332"/>
                <a:gd name="T68" fmla="*/ 2147483647 w 3072"/>
                <a:gd name="T69" fmla="*/ 2147483647 h 1332"/>
                <a:gd name="T70" fmla="*/ 2147483647 w 3072"/>
                <a:gd name="T71" fmla="*/ 2147483647 h 1332"/>
                <a:gd name="T72" fmla="*/ 2147483647 w 3072"/>
                <a:gd name="T73" fmla="*/ 2147483647 h 1332"/>
                <a:gd name="T74" fmla="*/ 2147483647 w 3072"/>
                <a:gd name="T75" fmla="*/ 2147483647 h 1332"/>
                <a:gd name="T76" fmla="*/ 2147483647 w 3072"/>
                <a:gd name="T77" fmla="*/ 2147483647 h 1332"/>
                <a:gd name="T78" fmla="*/ 2147483647 w 3072"/>
                <a:gd name="T79" fmla="*/ 2147483647 h 1332"/>
                <a:gd name="T80" fmla="*/ 2147483647 w 3072"/>
                <a:gd name="T81" fmla="*/ 2147483647 h 1332"/>
                <a:gd name="T82" fmla="*/ 2147483647 w 3072"/>
                <a:gd name="T83" fmla="*/ 2147483647 h 1332"/>
                <a:gd name="T84" fmla="*/ 2147483647 w 3072"/>
                <a:gd name="T85" fmla="*/ 2147483647 h 1332"/>
                <a:gd name="T86" fmla="*/ 2147483647 w 3072"/>
                <a:gd name="T87" fmla="*/ 2147483647 h 1332"/>
                <a:gd name="T88" fmla="*/ 2147483647 w 3072"/>
                <a:gd name="T89" fmla="*/ 2147483647 h 1332"/>
                <a:gd name="T90" fmla="*/ 2147483647 w 3072"/>
                <a:gd name="T91" fmla="*/ 2147483647 h 1332"/>
                <a:gd name="T92" fmla="*/ 2147483647 w 3072"/>
                <a:gd name="T93" fmla="*/ 2147483647 h 1332"/>
                <a:gd name="T94" fmla="*/ 2147483647 w 3072"/>
                <a:gd name="T95" fmla="*/ 2147483647 h 1332"/>
                <a:gd name="T96" fmla="*/ 2147483647 w 3072"/>
                <a:gd name="T97" fmla="*/ 2147483647 h 1332"/>
                <a:gd name="T98" fmla="*/ 2147483647 w 3072"/>
                <a:gd name="T99" fmla="*/ 2147483647 h 1332"/>
                <a:gd name="T100" fmla="*/ 2147483647 w 3072"/>
                <a:gd name="T101" fmla="*/ 2147483647 h 1332"/>
                <a:gd name="T102" fmla="*/ 2147483647 w 3072"/>
                <a:gd name="T103" fmla="*/ 2147483647 h 1332"/>
                <a:gd name="T104" fmla="*/ 2147483647 w 3072"/>
                <a:gd name="T105" fmla="*/ 2147483647 h 1332"/>
                <a:gd name="T106" fmla="*/ 2147483647 w 3072"/>
                <a:gd name="T107" fmla="*/ 2147483647 h 1332"/>
                <a:gd name="T108" fmla="*/ 2147483647 w 3072"/>
                <a:gd name="T109" fmla="*/ 2147483647 h 1332"/>
                <a:gd name="T110" fmla="*/ 2147483647 w 3072"/>
                <a:gd name="T111" fmla="*/ 2147483647 h 1332"/>
                <a:gd name="T112" fmla="*/ 2147483647 w 3072"/>
                <a:gd name="T113" fmla="*/ 2147483647 h 1332"/>
                <a:gd name="T114" fmla="*/ 2147483647 w 3072"/>
                <a:gd name="T115" fmla="*/ 2147483647 h 1332"/>
                <a:gd name="T116" fmla="*/ 2147483647 w 3072"/>
                <a:gd name="T117" fmla="*/ 2147483647 h 1332"/>
                <a:gd name="T118" fmla="*/ 2147483647 w 3072"/>
                <a:gd name="T119" fmla="*/ 2147483647 h 1332"/>
                <a:gd name="T120" fmla="*/ 2147483647 w 3072"/>
                <a:gd name="T121" fmla="*/ 2147483647 h 13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72"/>
                <a:gd name="T184" fmla="*/ 0 h 1332"/>
                <a:gd name="T185" fmla="*/ 3072 w 3072"/>
                <a:gd name="T186" fmla="*/ 1332 h 13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72" h="1332">
                  <a:moveTo>
                    <a:pt x="2454" y="930"/>
                  </a:moveTo>
                  <a:lnTo>
                    <a:pt x="2418" y="966"/>
                  </a:lnTo>
                  <a:lnTo>
                    <a:pt x="2400" y="1002"/>
                  </a:lnTo>
                  <a:lnTo>
                    <a:pt x="2412" y="1002"/>
                  </a:lnTo>
                  <a:lnTo>
                    <a:pt x="2448" y="984"/>
                  </a:lnTo>
                  <a:lnTo>
                    <a:pt x="2460" y="972"/>
                  </a:lnTo>
                  <a:lnTo>
                    <a:pt x="2460" y="954"/>
                  </a:lnTo>
                  <a:lnTo>
                    <a:pt x="2472" y="942"/>
                  </a:lnTo>
                  <a:lnTo>
                    <a:pt x="2460" y="930"/>
                  </a:lnTo>
                  <a:lnTo>
                    <a:pt x="2454" y="930"/>
                  </a:lnTo>
                  <a:close/>
                  <a:moveTo>
                    <a:pt x="2400" y="930"/>
                  </a:moveTo>
                  <a:lnTo>
                    <a:pt x="2388" y="930"/>
                  </a:lnTo>
                  <a:lnTo>
                    <a:pt x="2376" y="936"/>
                  </a:lnTo>
                  <a:lnTo>
                    <a:pt x="2364" y="948"/>
                  </a:lnTo>
                  <a:lnTo>
                    <a:pt x="2364" y="954"/>
                  </a:lnTo>
                  <a:lnTo>
                    <a:pt x="2370" y="966"/>
                  </a:lnTo>
                  <a:lnTo>
                    <a:pt x="2376" y="972"/>
                  </a:lnTo>
                  <a:lnTo>
                    <a:pt x="2406" y="972"/>
                  </a:lnTo>
                  <a:lnTo>
                    <a:pt x="2412" y="960"/>
                  </a:lnTo>
                  <a:lnTo>
                    <a:pt x="2418" y="954"/>
                  </a:lnTo>
                  <a:lnTo>
                    <a:pt x="2418" y="942"/>
                  </a:lnTo>
                  <a:lnTo>
                    <a:pt x="2406" y="936"/>
                  </a:lnTo>
                  <a:lnTo>
                    <a:pt x="2400" y="930"/>
                  </a:lnTo>
                  <a:close/>
                  <a:moveTo>
                    <a:pt x="2316" y="1188"/>
                  </a:moveTo>
                  <a:lnTo>
                    <a:pt x="2328" y="1188"/>
                  </a:lnTo>
                  <a:lnTo>
                    <a:pt x="2340" y="1152"/>
                  </a:lnTo>
                  <a:lnTo>
                    <a:pt x="2322" y="1158"/>
                  </a:lnTo>
                  <a:lnTo>
                    <a:pt x="2316" y="1188"/>
                  </a:lnTo>
                  <a:close/>
                  <a:moveTo>
                    <a:pt x="2388" y="1074"/>
                  </a:moveTo>
                  <a:lnTo>
                    <a:pt x="2370" y="1086"/>
                  </a:lnTo>
                  <a:lnTo>
                    <a:pt x="2382" y="1098"/>
                  </a:lnTo>
                  <a:lnTo>
                    <a:pt x="2388" y="1098"/>
                  </a:lnTo>
                  <a:lnTo>
                    <a:pt x="2382" y="1104"/>
                  </a:lnTo>
                  <a:lnTo>
                    <a:pt x="2376" y="1104"/>
                  </a:lnTo>
                  <a:lnTo>
                    <a:pt x="2364" y="1116"/>
                  </a:lnTo>
                  <a:lnTo>
                    <a:pt x="2358" y="1116"/>
                  </a:lnTo>
                  <a:lnTo>
                    <a:pt x="2352" y="1122"/>
                  </a:lnTo>
                  <a:lnTo>
                    <a:pt x="2352" y="1152"/>
                  </a:lnTo>
                  <a:lnTo>
                    <a:pt x="2358" y="1164"/>
                  </a:lnTo>
                  <a:lnTo>
                    <a:pt x="2358" y="1188"/>
                  </a:lnTo>
                  <a:lnTo>
                    <a:pt x="2370" y="1182"/>
                  </a:lnTo>
                  <a:lnTo>
                    <a:pt x="2376" y="1170"/>
                  </a:lnTo>
                  <a:lnTo>
                    <a:pt x="2388" y="1164"/>
                  </a:lnTo>
                  <a:lnTo>
                    <a:pt x="2394" y="1158"/>
                  </a:lnTo>
                  <a:lnTo>
                    <a:pt x="2394" y="1146"/>
                  </a:lnTo>
                  <a:lnTo>
                    <a:pt x="2382" y="1134"/>
                  </a:lnTo>
                  <a:lnTo>
                    <a:pt x="2394" y="1134"/>
                  </a:lnTo>
                  <a:lnTo>
                    <a:pt x="2412" y="1116"/>
                  </a:lnTo>
                  <a:lnTo>
                    <a:pt x="2412" y="1098"/>
                  </a:lnTo>
                  <a:lnTo>
                    <a:pt x="2388" y="1074"/>
                  </a:lnTo>
                  <a:close/>
                  <a:moveTo>
                    <a:pt x="2562" y="1080"/>
                  </a:moveTo>
                  <a:lnTo>
                    <a:pt x="2550" y="1080"/>
                  </a:lnTo>
                  <a:lnTo>
                    <a:pt x="2550" y="1074"/>
                  </a:lnTo>
                  <a:lnTo>
                    <a:pt x="2544" y="1068"/>
                  </a:lnTo>
                  <a:lnTo>
                    <a:pt x="2538" y="1068"/>
                  </a:lnTo>
                  <a:lnTo>
                    <a:pt x="2532" y="1062"/>
                  </a:lnTo>
                  <a:lnTo>
                    <a:pt x="2520" y="1056"/>
                  </a:lnTo>
                  <a:lnTo>
                    <a:pt x="2514" y="1050"/>
                  </a:lnTo>
                  <a:lnTo>
                    <a:pt x="2514" y="1044"/>
                  </a:lnTo>
                  <a:lnTo>
                    <a:pt x="2520" y="1032"/>
                  </a:lnTo>
                  <a:lnTo>
                    <a:pt x="2520" y="1020"/>
                  </a:lnTo>
                  <a:lnTo>
                    <a:pt x="2526" y="1008"/>
                  </a:lnTo>
                  <a:lnTo>
                    <a:pt x="2532" y="1002"/>
                  </a:lnTo>
                  <a:lnTo>
                    <a:pt x="2532" y="960"/>
                  </a:lnTo>
                  <a:lnTo>
                    <a:pt x="2550" y="924"/>
                  </a:lnTo>
                  <a:lnTo>
                    <a:pt x="2550" y="906"/>
                  </a:lnTo>
                  <a:lnTo>
                    <a:pt x="2544" y="894"/>
                  </a:lnTo>
                  <a:lnTo>
                    <a:pt x="2526" y="876"/>
                  </a:lnTo>
                  <a:lnTo>
                    <a:pt x="2538" y="864"/>
                  </a:lnTo>
                  <a:lnTo>
                    <a:pt x="2538" y="834"/>
                  </a:lnTo>
                  <a:lnTo>
                    <a:pt x="2544" y="828"/>
                  </a:lnTo>
                  <a:lnTo>
                    <a:pt x="2550" y="828"/>
                  </a:lnTo>
                  <a:lnTo>
                    <a:pt x="2556" y="822"/>
                  </a:lnTo>
                  <a:lnTo>
                    <a:pt x="2550" y="816"/>
                  </a:lnTo>
                  <a:lnTo>
                    <a:pt x="2532" y="810"/>
                  </a:lnTo>
                  <a:lnTo>
                    <a:pt x="2520" y="810"/>
                  </a:lnTo>
                  <a:lnTo>
                    <a:pt x="2502" y="816"/>
                  </a:lnTo>
                  <a:lnTo>
                    <a:pt x="2490" y="816"/>
                  </a:lnTo>
                  <a:lnTo>
                    <a:pt x="2484" y="822"/>
                  </a:lnTo>
                  <a:lnTo>
                    <a:pt x="2478" y="822"/>
                  </a:lnTo>
                  <a:lnTo>
                    <a:pt x="2478" y="834"/>
                  </a:lnTo>
                  <a:lnTo>
                    <a:pt x="2460" y="834"/>
                  </a:lnTo>
                  <a:lnTo>
                    <a:pt x="2454" y="840"/>
                  </a:lnTo>
                  <a:lnTo>
                    <a:pt x="2442" y="846"/>
                  </a:lnTo>
                  <a:lnTo>
                    <a:pt x="2430" y="846"/>
                  </a:lnTo>
                  <a:lnTo>
                    <a:pt x="2418" y="852"/>
                  </a:lnTo>
                  <a:lnTo>
                    <a:pt x="2406" y="852"/>
                  </a:lnTo>
                  <a:lnTo>
                    <a:pt x="2400" y="858"/>
                  </a:lnTo>
                  <a:lnTo>
                    <a:pt x="2394" y="858"/>
                  </a:lnTo>
                  <a:lnTo>
                    <a:pt x="2388" y="864"/>
                  </a:lnTo>
                  <a:lnTo>
                    <a:pt x="2376" y="870"/>
                  </a:lnTo>
                  <a:lnTo>
                    <a:pt x="2370" y="876"/>
                  </a:lnTo>
                  <a:lnTo>
                    <a:pt x="2364" y="876"/>
                  </a:lnTo>
                  <a:lnTo>
                    <a:pt x="2364" y="864"/>
                  </a:lnTo>
                  <a:lnTo>
                    <a:pt x="2382" y="846"/>
                  </a:lnTo>
                  <a:lnTo>
                    <a:pt x="2376" y="840"/>
                  </a:lnTo>
                  <a:lnTo>
                    <a:pt x="2364" y="834"/>
                  </a:lnTo>
                  <a:lnTo>
                    <a:pt x="2358" y="828"/>
                  </a:lnTo>
                  <a:lnTo>
                    <a:pt x="2358" y="810"/>
                  </a:lnTo>
                  <a:lnTo>
                    <a:pt x="2352" y="798"/>
                  </a:lnTo>
                  <a:lnTo>
                    <a:pt x="2352" y="792"/>
                  </a:lnTo>
                  <a:lnTo>
                    <a:pt x="2376" y="768"/>
                  </a:lnTo>
                  <a:lnTo>
                    <a:pt x="2340" y="768"/>
                  </a:lnTo>
                  <a:lnTo>
                    <a:pt x="2328" y="780"/>
                  </a:lnTo>
                  <a:lnTo>
                    <a:pt x="2274" y="780"/>
                  </a:lnTo>
                  <a:lnTo>
                    <a:pt x="2274" y="768"/>
                  </a:lnTo>
                  <a:lnTo>
                    <a:pt x="2280" y="756"/>
                  </a:lnTo>
                  <a:lnTo>
                    <a:pt x="2292" y="750"/>
                  </a:lnTo>
                  <a:lnTo>
                    <a:pt x="2298" y="744"/>
                  </a:lnTo>
                  <a:lnTo>
                    <a:pt x="3072" y="108"/>
                  </a:lnTo>
                  <a:lnTo>
                    <a:pt x="3054" y="108"/>
                  </a:lnTo>
                  <a:lnTo>
                    <a:pt x="3054" y="102"/>
                  </a:lnTo>
                  <a:lnTo>
                    <a:pt x="3048" y="90"/>
                  </a:lnTo>
                  <a:lnTo>
                    <a:pt x="3036" y="84"/>
                  </a:lnTo>
                  <a:lnTo>
                    <a:pt x="3030" y="78"/>
                  </a:lnTo>
                  <a:lnTo>
                    <a:pt x="3012" y="78"/>
                  </a:lnTo>
                  <a:lnTo>
                    <a:pt x="2988" y="84"/>
                  </a:lnTo>
                  <a:lnTo>
                    <a:pt x="2964" y="84"/>
                  </a:lnTo>
                  <a:lnTo>
                    <a:pt x="2928" y="96"/>
                  </a:lnTo>
                  <a:lnTo>
                    <a:pt x="2916" y="96"/>
                  </a:lnTo>
                  <a:lnTo>
                    <a:pt x="2892" y="84"/>
                  </a:lnTo>
                  <a:lnTo>
                    <a:pt x="2886" y="78"/>
                  </a:lnTo>
                  <a:lnTo>
                    <a:pt x="2874" y="72"/>
                  </a:lnTo>
                  <a:lnTo>
                    <a:pt x="2784" y="72"/>
                  </a:lnTo>
                  <a:lnTo>
                    <a:pt x="2772" y="66"/>
                  </a:lnTo>
                  <a:lnTo>
                    <a:pt x="2766" y="60"/>
                  </a:lnTo>
                  <a:lnTo>
                    <a:pt x="2748" y="60"/>
                  </a:lnTo>
                  <a:lnTo>
                    <a:pt x="2736" y="54"/>
                  </a:lnTo>
                  <a:lnTo>
                    <a:pt x="2598" y="54"/>
                  </a:lnTo>
                  <a:lnTo>
                    <a:pt x="2598" y="42"/>
                  </a:lnTo>
                  <a:lnTo>
                    <a:pt x="2604" y="36"/>
                  </a:lnTo>
                  <a:lnTo>
                    <a:pt x="2592" y="36"/>
                  </a:lnTo>
                  <a:lnTo>
                    <a:pt x="2574" y="30"/>
                  </a:lnTo>
                  <a:lnTo>
                    <a:pt x="2562" y="30"/>
                  </a:lnTo>
                  <a:lnTo>
                    <a:pt x="2550" y="24"/>
                  </a:lnTo>
                  <a:lnTo>
                    <a:pt x="2532" y="24"/>
                  </a:lnTo>
                  <a:lnTo>
                    <a:pt x="2520" y="30"/>
                  </a:lnTo>
                  <a:lnTo>
                    <a:pt x="2496" y="30"/>
                  </a:lnTo>
                  <a:lnTo>
                    <a:pt x="2490" y="36"/>
                  </a:lnTo>
                  <a:lnTo>
                    <a:pt x="2484" y="36"/>
                  </a:lnTo>
                  <a:lnTo>
                    <a:pt x="2514" y="0"/>
                  </a:lnTo>
                  <a:lnTo>
                    <a:pt x="2430" y="36"/>
                  </a:lnTo>
                  <a:lnTo>
                    <a:pt x="2460" y="0"/>
                  </a:lnTo>
                  <a:lnTo>
                    <a:pt x="2430" y="0"/>
                  </a:lnTo>
                  <a:lnTo>
                    <a:pt x="2418" y="6"/>
                  </a:lnTo>
                  <a:lnTo>
                    <a:pt x="2412" y="12"/>
                  </a:lnTo>
                  <a:lnTo>
                    <a:pt x="2358" y="30"/>
                  </a:lnTo>
                  <a:lnTo>
                    <a:pt x="2232" y="30"/>
                  </a:lnTo>
                  <a:lnTo>
                    <a:pt x="2214" y="36"/>
                  </a:lnTo>
                  <a:lnTo>
                    <a:pt x="2208" y="42"/>
                  </a:lnTo>
                  <a:lnTo>
                    <a:pt x="2184" y="54"/>
                  </a:lnTo>
                  <a:lnTo>
                    <a:pt x="2172" y="54"/>
                  </a:lnTo>
                  <a:lnTo>
                    <a:pt x="2166" y="60"/>
                  </a:lnTo>
                  <a:lnTo>
                    <a:pt x="2046" y="60"/>
                  </a:lnTo>
                  <a:lnTo>
                    <a:pt x="2004" y="72"/>
                  </a:lnTo>
                  <a:lnTo>
                    <a:pt x="1956" y="102"/>
                  </a:lnTo>
                  <a:lnTo>
                    <a:pt x="1902" y="132"/>
                  </a:lnTo>
                  <a:lnTo>
                    <a:pt x="1854" y="144"/>
                  </a:lnTo>
                  <a:lnTo>
                    <a:pt x="1758" y="156"/>
                  </a:lnTo>
                  <a:lnTo>
                    <a:pt x="1722" y="162"/>
                  </a:lnTo>
                  <a:lnTo>
                    <a:pt x="1704" y="162"/>
                  </a:lnTo>
                  <a:lnTo>
                    <a:pt x="1698" y="168"/>
                  </a:lnTo>
                  <a:lnTo>
                    <a:pt x="1644" y="186"/>
                  </a:lnTo>
                  <a:lnTo>
                    <a:pt x="1632" y="192"/>
                  </a:lnTo>
                  <a:lnTo>
                    <a:pt x="1620" y="192"/>
                  </a:lnTo>
                  <a:lnTo>
                    <a:pt x="1620" y="198"/>
                  </a:lnTo>
                  <a:lnTo>
                    <a:pt x="1626" y="204"/>
                  </a:lnTo>
                  <a:lnTo>
                    <a:pt x="1638" y="210"/>
                  </a:lnTo>
                  <a:lnTo>
                    <a:pt x="1650" y="222"/>
                  </a:lnTo>
                  <a:lnTo>
                    <a:pt x="1656" y="222"/>
                  </a:lnTo>
                  <a:lnTo>
                    <a:pt x="1662" y="234"/>
                  </a:lnTo>
                  <a:lnTo>
                    <a:pt x="1662" y="240"/>
                  </a:lnTo>
                  <a:lnTo>
                    <a:pt x="1668" y="252"/>
                  </a:lnTo>
                  <a:lnTo>
                    <a:pt x="1668" y="264"/>
                  </a:lnTo>
                  <a:lnTo>
                    <a:pt x="1662" y="264"/>
                  </a:lnTo>
                  <a:lnTo>
                    <a:pt x="1650" y="270"/>
                  </a:lnTo>
                  <a:lnTo>
                    <a:pt x="1644" y="282"/>
                  </a:lnTo>
                  <a:lnTo>
                    <a:pt x="1734" y="282"/>
                  </a:lnTo>
                  <a:lnTo>
                    <a:pt x="1704" y="318"/>
                  </a:lnTo>
                  <a:lnTo>
                    <a:pt x="1770" y="318"/>
                  </a:lnTo>
                  <a:lnTo>
                    <a:pt x="1764" y="336"/>
                  </a:lnTo>
                  <a:lnTo>
                    <a:pt x="1710" y="336"/>
                  </a:lnTo>
                  <a:lnTo>
                    <a:pt x="1698" y="348"/>
                  </a:lnTo>
                  <a:lnTo>
                    <a:pt x="1632" y="348"/>
                  </a:lnTo>
                  <a:lnTo>
                    <a:pt x="1614" y="354"/>
                  </a:lnTo>
                  <a:lnTo>
                    <a:pt x="1560" y="354"/>
                  </a:lnTo>
                  <a:lnTo>
                    <a:pt x="1554" y="348"/>
                  </a:lnTo>
                  <a:lnTo>
                    <a:pt x="1548" y="348"/>
                  </a:lnTo>
                  <a:lnTo>
                    <a:pt x="1554" y="342"/>
                  </a:lnTo>
                  <a:lnTo>
                    <a:pt x="1560" y="342"/>
                  </a:lnTo>
                  <a:lnTo>
                    <a:pt x="1572" y="330"/>
                  </a:lnTo>
                  <a:lnTo>
                    <a:pt x="1566" y="324"/>
                  </a:lnTo>
                  <a:lnTo>
                    <a:pt x="1458" y="324"/>
                  </a:lnTo>
                  <a:lnTo>
                    <a:pt x="1452" y="330"/>
                  </a:lnTo>
                  <a:lnTo>
                    <a:pt x="1452" y="348"/>
                  </a:lnTo>
                  <a:lnTo>
                    <a:pt x="1434" y="348"/>
                  </a:lnTo>
                  <a:lnTo>
                    <a:pt x="1422" y="354"/>
                  </a:lnTo>
                  <a:lnTo>
                    <a:pt x="1404" y="354"/>
                  </a:lnTo>
                  <a:lnTo>
                    <a:pt x="1386" y="360"/>
                  </a:lnTo>
                  <a:lnTo>
                    <a:pt x="1338" y="360"/>
                  </a:lnTo>
                  <a:lnTo>
                    <a:pt x="1308" y="366"/>
                  </a:lnTo>
                  <a:lnTo>
                    <a:pt x="1254" y="384"/>
                  </a:lnTo>
                  <a:lnTo>
                    <a:pt x="1254" y="390"/>
                  </a:lnTo>
                  <a:lnTo>
                    <a:pt x="1272" y="396"/>
                  </a:lnTo>
                  <a:lnTo>
                    <a:pt x="1284" y="402"/>
                  </a:lnTo>
                  <a:lnTo>
                    <a:pt x="1314" y="402"/>
                  </a:lnTo>
                  <a:lnTo>
                    <a:pt x="1272" y="420"/>
                  </a:lnTo>
                  <a:lnTo>
                    <a:pt x="1260" y="462"/>
                  </a:lnTo>
                  <a:lnTo>
                    <a:pt x="1272" y="462"/>
                  </a:lnTo>
                  <a:lnTo>
                    <a:pt x="1290" y="468"/>
                  </a:lnTo>
                  <a:lnTo>
                    <a:pt x="1338" y="468"/>
                  </a:lnTo>
                  <a:lnTo>
                    <a:pt x="1350" y="462"/>
                  </a:lnTo>
                  <a:lnTo>
                    <a:pt x="1362" y="462"/>
                  </a:lnTo>
                  <a:lnTo>
                    <a:pt x="1410" y="474"/>
                  </a:lnTo>
                  <a:lnTo>
                    <a:pt x="1422" y="456"/>
                  </a:lnTo>
                  <a:lnTo>
                    <a:pt x="1434" y="474"/>
                  </a:lnTo>
                  <a:lnTo>
                    <a:pt x="1446" y="468"/>
                  </a:lnTo>
                  <a:lnTo>
                    <a:pt x="1452" y="462"/>
                  </a:lnTo>
                  <a:lnTo>
                    <a:pt x="1476" y="450"/>
                  </a:lnTo>
                  <a:lnTo>
                    <a:pt x="1482" y="444"/>
                  </a:lnTo>
                  <a:lnTo>
                    <a:pt x="1494" y="444"/>
                  </a:lnTo>
                  <a:lnTo>
                    <a:pt x="1506" y="450"/>
                  </a:lnTo>
                  <a:lnTo>
                    <a:pt x="1524" y="450"/>
                  </a:lnTo>
                  <a:lnTo>
                    <a:pt x="1536" y="444"/>
                  </a:lnTo>
                  <a:lnTo>
                    <a:pt x="1542" y="438"/>
                  </a:lnTo>
                  <a:lnTo>
                    <a:pt x="1554" y="432"/>
                  </a:lnTo>
                  <a:lnTo>
                    <a:pt x="1560" y="432"/>
                  </a:lnTo>
                  <a:lnTo>
                    <a:pt x="1566" y="426"/>
                  </a:lnTo>
                  <a:lnTo>
                    <a:pt x="1566" y="450"/>
                  </a:lnTo>
                  <a:lnTo>
                    <a:pt x="1560" y="462"/>
                  </a:lnTo>
                  <a:lnTo>
                    <a:pt x="1554" y="468"/>
                  </a:lnTo>
                  <a:lnTo>
                    <a:pt x="1500" y="468"/>
                  </a:lnTo>
                  <a:lnTo>
                    <a:pt x="1506" y="498"/>
                  </a:lnTo>
                  <a:lnTo>
                    <a:pt x="1494" y="504"/>
                  </a:lnTo>
                  <a:lnTo>
                    <a:pt x="1488" y="516"/>
                  </a:lnTo>
                  <a:lnTo>
                    <a:pt x="1476" y="522"/>
                  </a:lnTo>
                  <a:lnTo>
                    <a:pt x="1464" y="534"/>
                  </a:lnTo>
                  <a:lnTo>
                    <a:pt x="1446" y="540"/>
                  </a:lnTo>
                  <a:lnTo>
                    <a:pt x="1380" y="540"/>
                  </a:lnTo>
                  <a:lnTo>
                    <a:pt x="1362" y="522"/>
                  </a:lnTo>
                  <a:lnTo>
                    <a:pt x="1344" y="534"/>
                  </a:lnTo>
                  <a:lnTo>
                    <a:pt x="1344" y="546"/>
                  </a:lnTo>
                  <a:lnTo>
                    <a:pt x="1338" y="546"/>
                  </a:lnTo>
                  <a:lnTo>
                    <a:pt x="1332" y="552"/>
                  </a:lnTo>
                  <a:lnTo>
                    <a:pt x="1320" y="558"/>
                  </a:lnTo>
                  <a:lnTo>
                    <a:pt x="1302" y="564"/>
                  </a:lnTo>
                  <a:lnTo>
                    <a:pt x="1290" y="570"/>
                  </a:lnTo>
                  <a:lnTo>
                    <a:pt x="1266" y="570"/>
                  </a:lnTo>
                  <a:lnTo>
                    <a:pt x="1242" y="558"/>
                  </a:lnTo>
                  <a:lnTo>
                    <a:pt x="1236" y="558"/>
                  </a:lnTo>
                  <a:lnTo>
                    <a:pt x="1140" y="606"/>
                  </a:lnTo>
                  <a:lnTo>
                    <a:pt x="1122" y="624"/>
                  </a:lnTo>
                  <a:lnTo>
                    <a:pt x="1116" y="606"/>
                  </a:lnTo>
                  <a:lnTo>
                    <a:pt x="1080" y="624"/>
                  </a:lnTo>
                  <a:lnTo>
                    <a:pt x="1068" y="624"/>
                  </a:lnTo>
                  <a:lnTo>
                    <a:pt x="1044" y="636"/>
                  </a:lnTo>
                  <a:lnTo>
                    <a:pt x="1020" y="660"/>
                  </a:lnTo>
                  <a:lnTo>
                    <a:pt x="990" y="648"/>
                  </a:lnTo>
                  <a:lnTo>
                    <a:pt x="990" y="672"/>
                  </a:lnTo>
                  <a:lnTo>
                    <a:pt x="984" y="666"/>
                  </a:lnTo>
                  <a:lnTo>
                    <a:pt x="972" y="666"/>
                  </a:lnTo>
                  <a:lnTo>
                    <a:pt x="966" y="672"/>
                  </a:lnTo>
                  <a:lnTo>
                    <a:pt x="966" y="690"/>
                  </a:lnTo>
                  <a:lnTo>
                    <a:pt x="954" y="708"/>
                  </a:lnTo>
                  <a:lnTo>
                    <a:pt x="1014" y="684"/>
                  </a:lnTo>
                  <a:lnTo>
                    <a:pt x="990" y="702"/>
                  </a:lnTo>
                  <a:lnTo>
                    <a:pt x="990" y="714"/>
                  </a:lnTo>
                  <a:lnTo>
                    <a:pt x="972" y="726"/>
                  </a:lnTo>
                  <a:lnTo>
                    <a:pt x="1026" y="726"/>
                  </a:lnTo>
                  <a:lnTo>
                    <a:pt x="1032" y="732"/>
                  </a:lnTo>
                  <a:lnTo>
                    <a:pt x="1032" y="738"/>
                  </a:lnTo>
                  <a:lnTo>
                    <a:pt x="1020" y="744"/>
                  </a:lnTo>
                  <a:lnTo>
                    <a:pt x="984" y="744"/>
                  </a:lnTo>
                  <a:lnTo>
                    <a:pt x="960" y="750"/>
                  </a:lnTo>
                  <a:lnTo>
                    <a:pt x="972" y="738"/>
                  </a:lnTo>
                  <a:lnTo>
                    <a:pt x="960" y="732"/>
                  </a:lnTo>
                  <a:lnTo>
                    <a:pt x="954" y="732"/>
                  </a:lnTo>
                  <a:lnTo>
                    <a:pt x="948" y="738"/>
                  </a:lnTo>
                  <a:lnTo>
                    <a:pt x="936" y="744"/>
                  </a:lnTo>
                  <a:lnTo>
                    <a:pt x="930" y="750"/>
                  </a:lnTo>
                  <a:lnTo>
                    <a:pt x="924" y="750"/>
                  </a:lnTo>
                  <a:lnTo>
                    <a:pt x="918" y="756"/>
                  </a:lnTo>
                  <a:lnTo>
                    <a:pt x="924" y="756"/>
                  </a:lnTo>
                  <a:lnTo>
                    <a:pt x="930" y="762"/>
                  </a:lnTo>
                  <a:lnTo>
                    <a:pt x="930" y="768"/>
                  </a:lnTo>
                  <a:lnTo>
                    <a:pt x="924" y="774"/>
                  </a:lnTo>
                  <a:lnTo>
                    <a:pt x="924" y="780"/>
                  </a:lnTo>
                  <a:lnTo>
                    <a:pt x="918" y="792"/>
                  </a:lnTo>
                  <a:lnTo>
                    <a:pt x="918" y="804"/>
                  </a:lnTo>
                  <a:lnTo>
                    <a:pt x="990" y="804"/>
                  </a:lnTo>
                  <a:lnTo>
                    <a:pt x="1038" y="774"/>
                  </a:lnTo>
                  <a:lnTo>
                    <a:pt x="1104" y="750"/>
                  </a:lnTo>
                  <a:lnTo>
                    <a:pt x="1098" y="750"/>
                  </a:lnTo>
                  <a:lnTo>
                    <a:pt x="1092" y="756"/>
                  </a:lnTo>
                  <a:lnTo>
                    <a:pt x="1080" y="762"/>
                  </a:lnTo>
                  <a:lnTo>
                    <a:pt x="1062" y="768"/>
                  </a:lnTo>
                  <a:lnTo>
                    <a:pt x="1050" y="780"/>
                  </a:lnTo>
                  <a:lnTo>
                    <a:pt x="1038" y="786"/>
                  </a:lnTo>
                  <a:lnTo>
                    <a:pt x="1026" y="798"/>
                  </a:lnTo>
                  <a:lnTo>
                    <a:pt x="1026" y="816"/>
                  </a:lnTo>
                  <a:lnTo>
                    <a:pt x="1020" y="828"/>
                  </a:lnTo>
                  <a:lnTo>
                    <a:pt x="990" y="828"/>
                  </a:lnTo>
                  <a:lnTo>
                    <a:pt x="978" y="834"/>
                  </a:lnTo>
                  <a:lnTo>
                    <a:pt x="972" y="852"/>
                  </a:lnTo>
                  <a:lnTo>
                    <a:pt x="966" y="864"/>
                  </a:lnTo>
                  <a:lnTo>
                    <a:pt x="954" y="870"/>
                  </a:lnTo>
                  <a:lnTo>
                    <a:pt x="942" y="882"/>
                  </a:lnTo>
                  <a:lnTo>
                    <a:pt x="930" y="888"/>
                  </a:lnTo>
                  <a:lnTo>
                    <a:pt x="924" y="894"/>
                  </a:lnTo>
                  <a:lnTo>
                    <a:pt x="978" y="888"/>
                  </a:lnTo>
                  <a:lnTo>
                    <a:pt x="972" y="906"/>
                  </a:lnTo>
                  <a:lnTo>
                    <a:pt x="978" y="894"/>
                  </a:lnTo>
                  <a:lnTo>
                    <a:pt x="990" y="888"/>
                  </a:lnTo>
                  <a:lnTo>
                    <a:pt x="1002" y="876"/>
                  </a:lnTo>
                  <a:lnTo>
                    <a:pt x="1026" y="864"/>
                  </a:lnTo>
                  <a:lnTo>
                    <a:pt x="1038" y="864"/>
                  </a:lnTo>
                  <a:lnTo>
                    <a:pt x="1050" y="870"/>
                  </a:lnTo>
                  <a:lnTo>
                    <a:pt x="1056" y="870"/>
                  </a:lnTo>
                  <a:lnTo>
                    <a:pt x="1056" y="876"/>
                  </a:lnTo>
                  <a:lnTo>
                    <a:pt x="1050" y="876"/>
                  </a:lnTo>
                  <a:lnTo>
                    <a:pt x="1074" y="870"/>
                  </a:lnTo>
                  <a:lnTo>
                    <a:pt x="1068" y="876"/>
                  </a:lnTo>
                  <a:lnTo>
                    <a:pt x="1068" y="906"/>
                  </a:lnTo>
                  <a:lnTo>
                    <a:pt x="1074" y="912"/>
                  </a:lnTo>
                  <a:lnTo>
                    <a:pt x="1092" y="912"/>
                  </a:lnTo>
                  <a:lnTo>
                    <a:pt x="1098" y="900"/>
                  </a:lnTo>
                  <a:lnTo>
                    <a:pt x="1110" y="894"/>
                  </a:lnTo>
                  <a:lnTo>
                    <a:pt x="1116" y="888"/>
                  </a:lnTo>
                  <a:lnTo>
                    <a:pt x="1122" y="876"/>
                  </a:lnTo>
                  <a:lnTo>
                    <a:pt x="1164" y="858"/>
                  </a:lnTo>
                  <a:lnTo>
                    <a:pt x="1176" y="870"/>
                  </a:lnTo>
                  <a:lnTo>
                    <a:pt x="1146" y="870"/>
                  </a:lnTo>
                  <a:lnTo>
                    <a:pt x="1140" y="876"/>
                  </a:lnTo>
                  <a:lnTo>
                    <a:pt x="1140" y="882"/>
                  </a:lnTo>
                  <a:lnTo>
                    <a:pt x="1134" y="888"/>
                  </a:lnTo>
                  <a:lnTo>
                    <a:pt x="1134" y="894"/>
                  </a:lnTo>
                  <a:lnTo>
                    <a:pt x="1152" y="894"/>
                  </a:lnTo>
                  <a:lnTo>
                    <a:pt x="1164" y="888"/>
                  </a:lnTo>
                  <a:lnTo>
                    <a:pt x="1182" y="888"/>
                  </a:lnTo>
                  <a:lnTo>
                    <a:pt x="1200" y="882"/>
                  </a:lnTo>
                  <a:lnTo>
                    <a:pt x="1218" y="882"/>
                  </a:lnTo>
                  <a:lnTo>
                    <a:pt x="1224" y="876"/>
                  </a:lnTo>
                  <a:lnTo>
                    <a:pt x="1230" y="876"/>
                  </a:lnTo>
                  <a:lnTo>
                    <a:pt x="1272" y="858"/>
                  </a:lnTo>
                  <a:lnTo>
                    <a:pt x="1224" y="882"/>
                  </a:lnTo>
                  <a:lnTo>
                    <a:pt x="1224" y="894"/>
                  </a:lnTo>
                  <a:lnTo>
                    <a:pt x="1212" y="894"/>
                  </a:lnTo>
                  <a:lnTo>
                    <a:pt x="1200" y="900"/>
                  </a:lnTo>
                  <a:lnTo>
                    <a:pt x="1188" y="900"/>
                  </a:lnTo>
                  <a:lnTo>
                    <a:pt x="1176" y="906"/>
                  </a:lnTo>
                  <a:lnTo>
                    <a:pt x="1170" y="912"/>
                  </a:lnTo>
                  <a:lnTo>
                    <a:pt x="1158" y="918"/>
                  </a:lnTo>
                  <a:lnTo>
                    <a:pt x="1152" y="930"/>
                  </a:lnTo>
                  <a:lnTo>
                    <a:pt x="1122" y="930"/>
                  </a:lnTo>
                  <a:lnTo>
                    <a:pt x="1086" y="960"/>
                  </a:lnTo>
                  <a:lnTo>
                    <a:pt x="1086" y="978"/>
                  </a:lnTo>
                  <a:lnTo>
                    <a:pt x="1038" y="978"/>
                  </a:lnTo>
                  <a:lnTo>
                    <a:pt x="1032" y="984"/>
                  </a:lnTo>
                  <a:lnTo>
                    <a:pt x="1020" y="984"/>
                  </a:lnTo>
                  <a:lnTo>
                    <a:pt x="1002" y="990"/>
                  </a:lnTo>
                  <a:lnTo>
                    <a:pt x="990" y="996"/>
                  </a:lnTo>
                  <a:lnTo>
                    <a:pt x="978" y="996"/>
                  </a:lnTo>
                  <a:lnTo>
                    <a:pt x="966" y="1008"/>
                  </a:lnTo>
                  <a:lnTo>
                    <a:pt x="966" y="1020"/>
                  </a:lnTo>
                  <a:lnTo>
                    <a:pt x="960" y="1026"/>
                  </a:lnTo>
                  <a:lnTo>
                    <a:pt x="960" y="1038"/>
                  </a:lnTo>
                  <a:lnTo>
                    <a:pt x="876" y="1038"/>
                  </a:lnTo>
                  <a:lnTo>
                    <a:pt x="858" y="1044"/>
                  </a:lnTo>
                  <a:lnTo>
                    <a:pt x="828" y="1062"/>
                  </a:lnTo>
                  <a:lnTo>
                    <a:pt x="804" y="1080"/>
                  </a:lnTo>
                  <a:lnTo>
                    <a:pt x="780" y="1092"/>
                  </a:lnTo>
                  <a:lnTo>
                    <a:pt x="774" y="1098"/>
                  </a:lnTo>
                  <a:lnTo>
                    <a:pt x="750" y="1104"/>
                  </a:lnTo>
                  <a:lnTo>
                    <a:pt x="738" y="1122"/>
                  </a:lnTo>
                  <a:lnTo>
                    <a:pt x="732" y="1104"/>
                  </a:lnTo>
                  <a:lnTo>
                    <a:pt x="672" y="1104"/>
                  </a:lnTo>
                  <a:lnTo>
                    <a:pt x="648" y="1116"/>
                  </a:lnTo>
                  <a:lnTo>
                    <a:pt x="630" y="1122"/>
                  </a:lnTo>
                  <a:lnTo>
                    <a:pt x="624" y="1128"/>
                  </a:lnTo>
                  <a:lnTo>
                    <a:pt x="606" y="1128"/>
                  </a:lnTo>
                  <a:lnTo>
                    <a:pt x="606" y="1140"/>
                  </a:lnTo>
                  <a:lnTo>
                    <a:pt x="576" y="1146"/>
                  </a:lnTo>
                  <a:lnTo>
                    <a:pt x="564" y="1152"/>
                  </a:lnTo>
                  <a:lnTo>
                    <a:pt x="540" y="1152"/>
                  </a:lnTo>
                  <a:lnTo>
                    <a:pt x="516" y="1170"/>
                  </a:lnTo>
                  <a:lnTo>
                    <a:pt x="522" y="1182"/>
                  </a:lnTo>
                  <a:lnTo>
                    <a:pt x="540" y="1164"/>
                  </a:lnTo>
                  <a:lnTo>
                    <a:pt x="558" y="1176"/>
                  </a:lnTo>
                  <a:lnTo>
                    <a:pt x="582" y="1158"/>
                  </a:lnTo>
                  <a:lnTo>
                    <a:pt x="582" y="1170"/>
                  </a:lnTo>
                  <a:lnTo>
                    <a:pt x="594" y="1170"/>
                  </a:lnTo>
                  <a:lnTo>
                    <a:pt x="606" y="1164"/>
                  </a:lnTo>
                  <a:lnTo>
                    <a:pt x="618" y="1164"/>
                  </a:lnTo>
                  <a:lnTo>
                    <a:pt x="642" y="1140"/>
                  </a:lnTo>
                  <a:lnTo>
                    <a:pt x="654" y="1134"/>
                  </a:lnTo>
                  <a:lnTo>
                    <a:pt x="666" y="1122"/>
                  </a:lnTo>
                  <a:lnTo>
                    <a:pt x="684" y="1122"/>
                  </a:lnTo>
                  <a:lnTo>
                    <a:pt x="684" y="1134"/>
                  </a:lnTo>
                  <a:lnTo>
                    <a:pt x="690" y="1140"/>
                  </a:lnTo>
                  <a:lnTo>
                    <a:pt x="708" y="1140"/>
                  </a:lnTo>
                  <a:lnTo>
                    <a:pt x="732" y="1128"/>
                  </a:lnTo>
                  <a:lnTo>
                    <a:pt x="744" y="1128"/>
                  </a:lnTo>
                  <a:lnTo>
                    <a:pt x="756" y="1122"/>
                  </a:lnTo>
                  <a:lnTo>
                    <a:pt x="762" y="1116"/>
                  </a:lnTo>
                  <a:lnTo>
                    <a:pt x="768" y="1116"/>
                  </a:lnTo>
                  <a:lnTo>
                    <a:pt x="804" y="1128"/>
                  </a:lnTo>
                  <a:lnTo>
                    <a:pt x="822" y="1110"/>
                  </a:lnTo>
                  <a:lnTo>
                    <a:pt x="834" y="1110"/>
                  </a:lnTo>
                  <a:lnTo>
                    <a:pt x="852" y="1104"/>
                  </a:lnTo>
                  <a:lnTo>
                    <a:pt x="870" y="1104"/>
                  </a:lnTo>
                  <a:lnTo>
                    <a:pt x="894" y="1092"/>
                  </a:lnTo>
                  <a:lnTo>
                    <a:pt x="918" y="1068"/>
                  </a:lnTo>
                  <a:lnTo>
                    <a:pt x="942" y="1056"/>
                  </a:lnTo>
                  <a:lnTo>
                    <a:pt x="972" y="1056"/>
                  </a:lnTo>
                  <a:lnTo>
                    <a:pt x="978" y="1044"/>
                  </a:lnTo>
                  <a:lnTo>
                    <a:pt x="1014" y="1044"/>
                  </a:lnTo>
                  <a:lnTo>
                    <a:pt x="1026" y="1038"/>
                  </a:lnTo>
                  <a:lnTo>
                    <a:pt x="1032" y="1038"/>
                  </a:lnTo>
                  <a:lnTo>
                    <a:pt x="1038" y="1032"/>
                  </a:lnTo>
                  <a:lnTo>
                    <a:pt x="1050" y="1032"/>
                  </a:lnTo>
                  <a:lnTo>
                    <a:pt x="1086" y="1020"/>
                  </a:lnTo>
                  <a:lnTo>
                    <a:pt x="1110" y="1008"/>
                  </a:lnTo>
                  <a:lnTo>
                    <a:pt x="1122" y="996"/>
                  </a:lnTo>
                  <a:lnTo>
                    <a:pt x="1134" y="990"/>
                  </a:lnTo>
                  <a:lnTo>
                    <a:pt x="1140" y="984"/>
                  </a:lnTo>
                  <a:lnTo>
                    <a:pt x="1206" y="972"/>
                  </a:lnTo>
                  <a:lnTo>
                    <a:pt x="1260" y="942"/>
                  </a:lnTo>
                  <a:lnTo>
                    <a:pt x="1296" y="942"/>
                  </a:lnTo>
                  <a:lnTo>
                    <a:pt x="1314" y="936"/>
                  </a:lnTo>
                  <a:lnTo>
                    <a:pt x="1326" y="936"/>
                  </a:lnTo>
                  <a:lnTo>
                    <a:pt x="1338" y="930"/>
                  </a:lnTo>
                  <a:lnTo>
                    <a:pt x="1368" y="900"/>
                  </a:lnTo>
                  <a:lnTo>
                    <a:pt x="1380" y="900"/>
                  </a:lnTo>
                  <a:lnTo>
                    <a:pt x="1404" y="888"/>
                  </a:lnTo>
                  <a:lnTo>
                    <a:pt x="1416" y="888"/>
                  </a:lnTo>
                  <a:lnTo>
                    <a:pt x="1428" y="882"/>
                  </a:lnTo>
                  <a:lnTo>
                    <a:pt x="1434" y="876"/>
                  </a:lnTo>
                  <a:lnTo>
                    <a:pt x="1434" y="864"/>
                  </a:lnTo>
                  <a:lnTo>
                    <a:pt x="1422" y="864"/>
                  </a:lnTo>
                  <a:lnTo>
                    <a:pt x="1428" y="858"/>
                  </a:lnTo>
                  <a:lnTo>
                    <a:pt x="1452" y="846"/>
                  </a:lnTo>
                  <a:lnTo>
                    <a:pt x="1458" y="840"/>
                  </a:lnTo>
                  <a:lnTo>
                    <a:pt x="1470" y="834"/>
                  </a:lnTo>
                  <a:lnTo>
                    <a:pt x="1476" y="828"/>
                  </a:lnTo>
                  <a:lnTo>
                    <a:pt x="1488" y="828"/>
                  </a:lnTo>
                  <a:lnTo>
                    <a:pt x="1500" y="822"/>
                  </a:lnTo>
                  <a:lnTo>
                    <a:pt x="1512" y="822"/>
                  </a:lnTo>
                  <a:lnTo>
                    <a:pt x="1518" y="816"/>
                  </a:lnTo>
                  <a:lnTo>
                    <a:pt x="1524" y="816"/>
                  </a:lnTo>
                  <a:lnTo>
                    <a:pt x="1596" y="786"/>
                  </a:lnTo>
                  <a:lnTo>
                    <a:pt x="1590" y="768"/>
                  </a:lnTo>
                  <a:lnTo>
                    <a:pt x="1602" y="768"/>
                  </a:lnTo>
                  <a:lnTo>
                    <a:pt x="1608" y="774"/>
                  </a:lnTo>
                  <a:lnTo>
                    <a:pt x="1626" y="774"/>
                  </a:lnTo>
                  <a:lnTo>
                    <a:pt x="1638" y="762"/>
                  </a:lnTo>
                  <a:lnTo>
                    <a:pt x="1650" y="762"/>
                  </a:lnTo>
                  <a:lnTo>
                    <a:pt x="1674" y="750"/>
                  </a:lnTo>
                  <a:lnTo>
                    <a:pt x="1680" y="744"/>
                  </a:lnTo>
                  <a:lnTo>
                    <a:pt x="1704" y="732"/>
                  </a:lnTo>
                  <a:lnTo>
                    <a:pt x="1740" y="720"/>
                  </a:lnTo>
                  <a:lnTo>
                    <a:pt x="1770" y="708"/>
                  </a:lnTo>
                  <a:lnTo>
                    <a:pt x="1794" y="702"/>
                  </a:lnTo>
                  <a:lnTo>
                    <a:pt x="1812" y="702"/>
                  </a:lnTo>
                  <a:lnTo>
                    <a:pt x="1818" y="708"/>
                  </a:lnTo>
                  <a:lnTo>
                    <a:pt x="1842" y="720"/>
                  </a:lnTo>
                  <a:lnTo>
                    <a:pt x="1848" y="726"/>
                  </a:lnTo>
                  <a:lnTo>
                    <a:pt x="1812" y="726"/>
                  </a:lnTo>
                  <a:lnTo>
                    <a:pt x="1794" y="714"/>
                  </a:lnTo>
                  <a:lnTo>
                    <a:pt x="1758" y="738"/>
                  </a:lnTo>
                  <a:lnTo>
                    <a:pt x="1728" y="738"/>
                  </a:lnTo>
                  <a:lnTo>
                    <a:pt x="1722" y="744"/>
                  </a:lnTo>
                  <a:lnTo>
                    <a:pt x="1710" y="750"/>
                  </a:lnTo>
                  <a:lnTo>
                    <a:pt x="1704" y="762"/>
                  </a:lnTo>
                  <a:lnTo>
                    <a:pt x="1692" y="768"/>
                  </a:lnTo>
                  <a:lnTo>
                    <a:pt x="1686" y="774"/>
                  </a:lnTo>
                  <a:lnTo>
                    <a:pt x="1680" y="774"/>
                  </a:lnTo>
                  <a:lnTo>
                    <a:pt x="1668" y="780"/>
                  </a:lnTo>
                  <a:lnTo>
                    <a:pt x="1656" y="780"/>
                  </a:lnTo>
                  <a:lnTo>
                    <a:pt x="1638" y="786"/>
                  </a:lnTo>
                  <a:lnTo>
                    <a:pt x="1614" y="798"/>
                  </a:lnTo>
                  <a:lnTo>
                    <a:pt x="1614" y="804"/>
                  </a:lnTo>
                  <a:lnTo>
                    <a:pt x="1620" y="810"/>
                  </a:lnTo>
                  <a:lnTo>
                    <a:pt x="1632" y="816"/>
                  </a:lnTo>
                  <a:lnTo>
                    <a:pt x="1650" y="816"/>
                  </a:lnTo>
                  <a:lnTo>
                    <a:pt x="1644" y="816"/>
                  </a:lnTo>
                  <a:lnTo>
                    <a:pt x="1638" y="822"/>
                  </a:lnTo>
                  <a:lnTo>
                    <a:pt x="1632" y="822"/>
                  </a:lnTo>
                  <a:lnTo>
                    <a:pt x="1620" y="828"/>
                  </a:lnTo>
                  <a:lnTo>
                    <a:pt x="1572" y="828"/>
                  </a:lnTo>
                  <a:lnTo>
                    <a:pt x="1566" y="834"/>
                  </a:lnTo>
                  <a:lnTo>
                    <a:pt x="1560" y="834"/>
                  </a:lnTo>
                  <a:lnTo>
                    <a:pt x="1560" y="846"/>
                  </a:lnTo>
                  <a:lnTo>
                    <a:pt x="1572" y="858"/>
                  </a:lnTo>
                  <a:lnTo>
                    <a:pt x="1584" y="858"/>
                  </a:lnTo>
                  <a:lnTo>
                    <a:pt x="1596" y="852"/>
                  </a:lnTo>
                  <a:lnTo>
                    <a:pt x="1638" y="834"/>
                  </a:lnTo>
                  <a:lnTo>
                    <a:pt x="1680" y="810"/>
                  </a:lnTo>
                  <a:lnTo>
                    <a:pt x="1722" y="798"/>
                  </a:lnTo>
                  <a:lnTo>
                    <a:pt x="1788" y="798"/>
                  </a:lnTo>
                  <a:lnTo>
                    <a:pt x="1818" y="792"/>
                  </a:lnTo>
                  <a:lnTo>
                    <a:pt x="1824" y="786"/>
                  </a:lnTo>
                  <a:lnTo>
                    <a:pt x="1848" y="774"/>
                  </a:lnTo>
                  <a:lnTo>
                    <a:pt x="1854" y="762"/>
                  </a:lnTo>
                  <a:lnTo>
                    <a:pt x="1866" y="756"/>
                  </a:lnTo>
                  <a:lnTo>
                    <a:pt x="1872" y="750"/>
                  </a:lnTo>
                  <a:lnTo>
                    <a:pt x="1866" y="738"/>
                  </a:lnTo>
                  <a:lnTo>
                    <a:pt x="1878" y="732"/>
                  </a:lnTo>
                  <a:lnTo>
                    <a:pt x="1908" y="720"/>
                  </a:lnTo>
                  <a:lnTo>
                    <a:pt x="1944" y="714"/>
                  </a:lnTo>
                  <a:lnTo>
                    <a:pt x="1962" y="708"/>
                  </a:lnTo>
                  <a:lnTo>
                    <a:pt x="1968" y="708"/>
                  </a:lnTo>
                  <a:lnTo>
                    <a:pt x="1980" y="720"/>
                  </a:lnTo>
                  <a:lnTo>
                    <a:pt x="1980" y="726"/>
                  </a:lnTo>
                  <a:lnTo>
                    <a:pt x="2046" y="702"/>
                  </a:lnTo>
                  <a:lnTo>
                    <a:pt x="2004" y="738"/>
                  </a:lnTo>
                  <a:lnTo>
                    <a:pt x="2022" y="744"/>
                  </a:lnTo>
                  <a:lnTo>
                    <a:pt x="2022" y="762"/>
                  </a:lnTo>
                  <a:lnTo>
                    <a:pt x="2028" y="762"/>
                  </a:lnTo>
                  <a:lnTo>
                    <a:pt x="2034" y="756"/>
                  </a:lnTo>
                  <a:lnTo>
                    <a:pt x="2094" y="726"/>
                  </a:lnTo>
                  <a:lnTo>
                    <a:pt x="2082" y="732"/>
                  </a:lnTo>
                  <a:lnTo>
                    <a:pt x="2076" y="744"/>
                  </a:lnTo>
                  <a:lnTo>
                    <a:pt x="2064" y="750"/>
                  </a:lnTo>
                  <a:lnTo>
                    <a:pt x="2058" y="762"/>
                  </a:lnTo>
                  <a:lnTo>
                    <a:pt x="2046" y="774"/>
                  </a:lnTo>
                  <a:lnTo>
                    <a:pt x="2052" y="780"/>
                  </a:lnTo>
                  <a:lnTo>
                    <a:pt x="2064" y="780"/>
                  </a:lnTo>
                  <a:lnTo>
                    <a:pt x="2076" y="786"/>
                  </a:lnTo>
                  <a:lnTo>
                    <a:pt x="2106" y="786"/>
                  </a:lnTo>
                  <a:lnTo>
                    <a:pt x="2208" y="798"/>
                  </a:lnTo>
                  <a:lnTo>
                    <a:pt x="2238" y="780"/>
                  </a:lnTo>
                  <a:lnTo>
                    <a:pt x="2232" y="786"/>
                  </a:lnTo>
                  <a:lnTo>
                    <a:pt x="2232" y="810"/>
                  </a:lnTo>
                  <a:lnTo>
                    <a:pt x="2298" y="810"/>
                  </a:lnTo>
                  <a:lnTo>
                    <a:pt x="2334" y="804"/>
                  </a:lnTo>
                  <a:lnTo>
                    <a:pt x="2328" y="804"/>
                  </a:lnTo>
                  <a:lnTo>
                    <a:pt x="2322" y="810"/>
                  </a:lnTo>
                  <a:lnTo>
                    <a:pt x="2310" y="810"/>
                  </a:lnTo>
                  <a:lnTo>
                    <a:pt x="2286" y="822"/>
                  </a:lnTo>
                  <a:lnTo>
                    <a:pt x="2280" y="828"/>
                  </a:lnTo>
                  <a:lnTo>
                    <a:pt x="2280" y="834"/>
                  </a:lnTo>
                  <a:lnTo>
                    <a:pt x="2292" y="846"/>
                  </a:lnTo>
                  <a:lnTo>
                    <a:pt x="2304" y="852"/>
                  </a:lnTo>
                  <a:lnTo>
                    <a:pt x="2310" y="858"/>
                  </a:lnTo>
                  <a:lnTo>
                    <a:pt x="2310" y="882"/>
                  </a:lnTo>
                  <a:lnTo>
                    <a:pt x="2316" y="888"/>
                  </a:lnTo>
                  <a:lnTo>
                    <a:pt x="2316" y="900"/>
                  </a:lnTo>
                  <a:lnTo>
                    <a:pt x="2322" y="912"/>
                  </a:lnTo>
                  <a:lnTo>
                    <a:pt x="2358" y="912"/>
                  </a:lnTo>
                  <a:lnTo>
                    <a:pt x="2370" y="906"/>
                  </a:lnTo>
                  <a:lnTo>
                    <a:pt x="2388" y="906"/>
                  </a:lnTo>
                  <a:lnTo>
                    <a:pt x="2382" y="876"/>
                  </a:lnTo>
                  <a:lnTo>
                    <a:pt x="2400" y="870"/>
                  </a:lnTo>
                  <a:lnTo>
                    <a:pt x="2412" y="888"/>
                  </a:lnTo>
                  <a:lnTo>
                    <a:pt x="2442" y="876"/>
                  </a:lnTo>
                  <a:lnTo>
                    <a:pt x="2430" y="888"/>
                  </a:lnTo>
                  <a:lnTo>
                    <a:pt x="2430" y="900"/>
                  </a:lnTo>
                  <a:lnTo>
                    <a:pt x="2424" y="906"/>
                  </a:lnTo>
                  <a:lnTo>
                    <a:pt x="2424" y="912"/>
                  </a:lnTo>
                  <a:lnTo>
                    <a:pt x="2430" y="918"/>
                  </a:lnTo>
                  <a:lnTo>
                    <a:pt x="2436" y="918"/>
                  </a:lnTo>
                  <a:lnTo>
                    <a:pt x="2448" y="912"/>
                  </a:lnTo>
                  <a:lnTo>
                    <a:pt x="2454" y="906"/>
                  </a:lnTo>
                  <a:lnTo>
                    <a:pt x="2460" y="894"/>
                  </a:lnTo>
                  <a:lnTo>
                    <a:pt x="2466" y="888"/>
                  </a:lnTo>
                  <a:lnTo>
                    <a:pt x="2472" y="876"/>
                  </a:lnTo>
                  <a:lnTo>
                    <a:pt x="2502" y="834"/>
                  </a:lnTo>
                  <a:lnTo>
                    <a:pt x="2478" y="900"/>
                  </a:lnTo>
                  <a:lnTo>
                    <a:pt x="2484" y="924"/>
                  </a:lnTo>
                  <a:lnTo>
                    <a:pt x="2520" y="912"/>
                  </a:lnTo>
                  <a:lnTo>
                    <a:pt x="2496" y="936"/>
                  </a:lnTo>
                  <a:lnTo>
                    <a:pt x="2520" y="954"/>
                  </a:lnTo>
                  <a:lnTo>
                    <a:pt x="2502" y="954"/>
                  </a:lnTo>
                  <a:lnTo>
                    <a:pt x="2502" y="972"/>
                  </a:lnTo>
                  <a:lnTo>
                    <a:pt x="2472" y="990"/>
                  </a:lnTo>
                  <a:lnTo>
                    <a:pt x="2454" y="1002"/>
                  </a:lnTo>
                  <a:lnTo>
                    <a:pt x="2484" y="1020"/>
                  </a:lnTo>
                  <a:lnTo>
                    <a:pt x="2478" y="1050"/>
                  </a:lnTo>
                  <a:lnTo>
                    <a:pt x="2460" y="1068"/>
                  </a:lnTo>
                  <a:lnTo>
                    <a:pt x="2478" y="1080"/>
                  </a:lnTo>
                  <a:lnTo>
                    <a:pt x="2460" y="1098"/>
                  </a:lnTo>
                  <a:lnTo>
                    <a:pt x="2490" y="1098"/>
                  </a:lnTo>
                  <a:lnTo>
                    <a:pt x="2526" y="1086"/>
                  </a:lnTo>
                  <a:lnTo>
                    <a:pt x="2496" y="1122"/>
                  </a:lnTo>
                  <a:lnTo>
                    <a:pt x="2478" y="1140"/>
                  </a:lnTo>
                  <a:lnTo>
                    <a:pt x="2502" y="1146"/>
                  </a:lnTo>
                  <a:lnTo>
                    <a:pt x="2454" y="1164"/>
                  </a:lnTo>
                  <a:lnTo>
                    <a:pt x="2436" y="1176"/>
                  </a:lnTo>
                  <a:lnTo>
                    <a:pt x="2454" y="1188"/>
                  </a:lnTo>
                  <a:lnTo>
                    <a:pt x="2454" y="1200"/>
                  </a:lnTo>
                  <a:lnTo>
                    <a:pt x="2472" y="1188"/>
                  </a:lnTo>
                  <a:lnTo>
                    <a:pt x="2490" y="1182"/>
                  </a:lnTo>
                  <a:lnTo>
                    <a:pt x="2502" y="1170"/>
                  </a:lnTo>
                  <a:lnTo>
                    <a:pt x="2514" y="1164"/>
                  </a:lnTo>
                  <a:lnTo>
                    <a:pt x="2532" y="1146"/>
                  </a:lnTo>
                  <a:lnTo>
                    <a:pt x="2538" y="1134"/>
                  </a:lnTo>
                  <a:lnTo>
                    <a:pt x="2538" y="1122"/>
                  </a:lnTo>
                  <a:lnTo>
                    <a:pt x="2550" y="1116"/>
                  </a:lnTo>
                  <a:lnTo>
                    <a:pt x="2562" y="1104"/>
                  </a:lnTo>
                  <a:lnTo>
                    <a:pt x="2574" y="1098"/>
                  </a:lnTo>
                  <a:lnTo>
                    <a:pt x="2574" y="1086"/>
                  </a:lnTo>
                  <a:lnTo>
                    <a:pt x="2568" y="1080"/>
                  </a:lnTo>
                  <a:lnTo>
                    <a:pt x="2562" y="1080"/>
                  </a:lnTo>
                  <a:close/>
                  <a:moveTo>
                    <a:pt x="2394" y="1056"/>
                  </a:moveTo>
                  <a:lnTo>
                    <a:pt x="2400" y="1062"/>
                  </a:lnTo>
                  <a:lnTo>
                    <a:pt x="2418" y="1062"/>
                  </a:lnTo>
                  <a:lnTo>
                    <a:pt x="2436" y="1044"/>
                  </a:lnTo>
                  <a:lnTo>
                    <a:pt x="2460" y="1038"/>
                  </a:lnTo>
                  <a:lnTo>
                    <a:pt x="2454" y="1020"/>
                  </a:lnTo>
                  <a:lnTo>
                    <a:pt x="2430" y="1020"/>
                  </a:lnTo>
                  <a:lnTo>
                    <a:pt x="2418" y="1026"/>
                  </a:lnTo>
                  <a:lnTo>
                    <a:pt x="2412" y="1032"/>
                  </a:lnTo>
                  <a:lnTo>
                    <a:pt x="2406" y="1044"/>
                  </a:lnTo>
                  <a:lnTo>
                    <a:pt x="2394" y="1050"/>
                  </a:lnTo>
                  <a:lnTo>
                    <a:pt x="2394" y="1056"/>
                  </a:lnTo>
                  <a:close/>
                  <a:moveTo>
                    <a:pt x="2376" y="984"/>
                  </a:moveTo>
                  <a:lnTo>
                    <a:pt x="2358" y="984"/>
                  </a:lnTo>
                  <a:lnTo>
                    <a:pt x="2346" y="990"/>
                  </a:lnTo>
                  <a:lnTo>
                    <a:pt x="2334" y="1002"/>
                  </a:lnTo>
                  <a:lnTo>
                    <a:pt x="2334" y="1014"/>
                  </a:lnTo>
                  <a:lnTo>
                    <a:pt x="2322" y="1026"/>
                  </a:lnTo>
                  <a:lnTo>
                    <a:pt x="2322" y="1044"/>
                  </a:lnTo>
                  <a:lnTo>
                    <a:pt x="2310" y="1056"/>
                  </a:lnTo>
                  <a:lnTo>
                    <a:pt x="2310" y="1074"/>
                  </a:lnTo>
                  <a:lnTo>
                    <a:pt x="2316" y="1080"/>
                  </a:lnTo>
                  <a:lnTo>
                    <a:pt x="2322" y="1074"/>
                  </a:lnTo>
                  <a:lnTo>
                    <a:pt x="2328" y="1062"/>
                  </a:lnTo>
                  <a:lnTo>
                    <a:pt x="2340" y="1050"/>
                  </a:lnTo>
                  <a:lnTo>
                    <a:pt x="2352" y="1044"/>
                  </a:lnTo>
                  <a:lnTo>
                    <a:pt x="2376" y="1020"/>
                  </a:lnTo>
                  <a:lnTo>
                    <a:pt x="2382" y="1008"/>
                  </a:lnTo>
                  <a:lnTo>
                    <a:pt x="2382" y="990"/>
                  </a:lnTo>
                  <a:lnTo>
                    <a:pt x="2376" y="984"/>
                  </a:lnTo>
                  <a:close/>
                  <a:moveTo>
                    <a:pt x="786" y="810"/>
                  </a:moveTo>
                  <a:lnTo>
                    <a:pt x="798" y="810"/>
                  </a:lnTo>
                  <a:lnTo>
                    <a:pt x="834" y="798"/>
                  </a:lnTo>
                  <a:lnTo>
                    <a:pt x="858" y="786"/>
                  </a:lnTo>
                  <a:lnTo>
                    <a:pt x="864" y="780"/>
                  </a:lnTo>
                  <a:lnTo>
                    <a:pt x="870" y="780"/>
                  </a:lnTo>
                  <a:lnTo>
                    <a:pt x="864" y="774"/>
                  </a:lnTo>
                  <a:lnTo>
                    <a:pt x="828" y="762"/>
                  </a:lnTo>
                  <a:lnTo>
                    <a:pt x="810" y="762"/>
                  </a:lnTo>
                  <a:lnTo>
                    <a:pt x="798" y="768"/>
                  </a:lnTo>
                  <a:lnTo>
                    <a:pt x="792" y="774"/>
                  </a:lnTo>
                  <a:lnTo>
                    <a:pt x="786" y="768"/>
                  </a:lnTo>
                  <a:lnTo>
                    <a:pt x="774" y="768"/>
                  </a:lnTo>
                  <a:lnTo>
                    <a:pt x="768" y="774"/>
                  </a:lnTo>
                  <a:lnTo>
                    <a:pt x="768" y="804"/>
                  </a:lnTo>
                  <a:lnTo>
                    <a:pt x="774" y="810"/>
                  </a:lnTo>
                  <a:lnTo>
                    <a:pt x="786" y="810"/>
                  </a:lnTo>
                  <a:close/>
                  <a:moveTo>
                    <a:pt x="0" y="1332"/>
                  </a:moveTo>
                  <a:lnTo>
                    <a:pt x="60" y="1320"/>
                  </a:lnTo>
                  <a:lnTo>
                    <a:pt x="72" y="1302"/>
                  </a:lnTo>
                  <a:lnTo>
                    <a:pt x="132" y="1296"/>
                  </a:lnTo>
                  <a:lnTo>
                    <a:pt x="114" y="1272"/>
                  </a:lnTo>
                  <a:lnTo>
                    <a:pt x="0" y="1332"/>
                  </a:lnTo>
                  <a:close/>
                  <a:moveTo>
                    <a:pt x="1362" y="954"/>
                  </a:moveTo>
                  <a:lnTo>
                    <a:pt x="1350" y="954"/>
                  </a:lnTo>
                  <a:lnTo>
                    <a:pt x="1338" y="960"/>
                  </a:lnTo>
                  <a:lnTo>
                    <a:pt x="1332" y="954"/>
                  </a:lnTo>
                  <a:lnTo>
                    <a:pt x="1314" y="954"/>
                  </a:lnTo>
                  <a:lnTo>
                    <a:pt x="1314" y="978"/>
                  </a:lnTo>
                  <a:lnTo>
                    <a:pt x="1290" y="996"/>
                  </a:lnTo>
                  <a:lnTo>
                    <a:pt x="1290" y="972"/>
                  </a:lnTo>
                  <a:lnTo>
                    <a:pt x="1278" y="966"/>
                  </a:lnTo>
                  <a:lnTo>
                    <a:pt x="1272" y="966"/>
                  </a:lnTo>
                  <a:lnTo>
                    <a:pt x="1248" y="978"/>
                  </a:lnTo>
                  <a:lnTo>
                    <a:pt x="1242" y="978"/>
                  </a:lnTo>
                  <a:lnTo>
                    <a:pt x="1230" y="990"/>
                  </a:lnTo>
                  <a:lnTo>
                    <a:pt x="1224" y="1002"/>
                  </a:lnTo>
                  <a:lnTo>
                    <a:pt x="1218" y="1008"/>
                  </a:lnTo>
                  <a:lnTo>
                    <a:pt x="1218" y="1014"/>
                  </a:lnTo>
                  <a:lnTo>
                    <a:pt x="1224" y="1014"/>
                  </a:lnTo>
                  <a:lnTo>
                    <a:pt x="1230" y="1020"/>
                  </a:lnTo>
                  <a:lnTo>
                    <a:pt x="1278" y="1020"/>
                  </a:lnTo>
                  <a:lnTo>
                    <a:pt x="1296" y="1014"/>
                  </a:lnTo>
                  <a:lnTo>
                    <a:pt x="1308" y="1014"/>
                  </a:lnTo>
                  <a:lnTo>
                    <a:pt x="1320" y="1008"/>
                  </a:lnTo>
                  <a:lnTo>
                    <a:pt x="1320" y="996"/>
                  </a:lnTo>
                  <a:lnTo>
                    <a:pt x="1350" y="990"/>
                  </a:lnTo>
                  <a:lnTo>
                    <a:pt x="1350" y="984"/>
                  </a:lnTo>
                  <a:lnTo>
                    <a:pt x="1386" y="978"/>
                  </a:lnTo>
                  <a:lnTo>
                    <a:pt x="1398" y="954"/>
                  </a:lnTo>
                  <a:lnTo>
                    <a:pt x="1380" y="960"/>
                  </a:lnTo>
                  <a:lnTo>
                    <a:pt x="1374" y="954"/>
                  </a:lnTo>
                  <a:lnTo>
                    <a:pt x="1362" y="954"/>
                  </a:lnTo>
                  <a:close/>
                  <a:moveTo>
                    <a:pt x="162" y="1290"/>
                  </a:moveTo>
                  <a:lnTo>
                    <a:pt x="204" y="1290"/>
                  </a:lnTo>
                  <a:lnTo>
                    <a:pt x="240" y="1260"/>
                  </a:lnTo>
                  <a:lnTo>
                    <a:pt x="228" y="1242"/>
                  </a:lnTo>
                  <a:lnTo>
                    <a:pt x="162" y="1290"/>
                  </a:lnTo>
                  <a:close/>
                  <a:moveTo>
                    <a:pt x="2466" y="1140"/>
                  </a:moveTo>
                  <a:lnTo>
                    <a:pt x="2472" y="1128"/>
                  </a:lnTo>
                  <a:lnTo>
                    <a:pt x="2454" y="1110"/>
                  </a:lnTo>
                  <a:lnTo>
                    <a:pt x="2448" y="1110"/>
                  </a:lnTo>
                  <a:lnTo>
                    <a:pt x="2436" y="1122"/>
                  </a:lnTo>
                  <a:lnTo>
                    <a:pt x="2430" y="1134"/>
                  </a:lnTo>
                  <a:lnTo>
                    <a:pt x="2424" y="1152"/>
                  </a:lnTo>
                  <a:lnTo>
                    <a:pt x="2418" y="1164"/>
                  </a:lnTo>
                  <a:lnTo>
                    <a:pt x="2418" y="1176"/>
                  </a:lnTo>
                  <a:lnTo>
                    <a:pt x="2436" y="1158"/>
                  </a:lnTo>
                  <a:lnTo>
                    <a:pt x="2454" y="1158"/>
                  </a:lnTo>
                  <a:lnTo>
                    <a:pt x="2460" y="1152"/>
                  </a:lnTo>
                  <a:lnTo>
                    <a:pt x="2466" y="1140"/>
                  </a:lnTo>
                  <a:close/>
                  <a:moveTo>
                    <a:pt x="1428" y="912"/>
                  </a:moveTo>
                  <a:lnTo>
                    <a:pt x="1404" y="924"/>
                  </a:lnTo>
                  <a:lnTo>
                    <a:pt x="1386" y="942"/>
                  </a:lnTo>
                  <a:lnTo>
                    <a:pt x="1386" y="948"/>
                  </a:lnTo>
                  <a:lnTo>
                    <a:pt x="1398" y="954"/>
                  </a:lnTo>
                  <a:lnTo>
                    <a:pt x="1410" y="954"/>
                  </a:lnTo>
                  <a:lnTo>
                    <a:pt x="1422" y="948"/>
                  </a:lnTo>
                  <a:lnTo>
                    <a:pt x="1428" y="948"/>
                  </a:lnTo>
                  <a:lnTo>
                    <a:pt x="1440" y="942"/>
                  </a:lnTo>
                  <a:lnTo>
                    <a:pt x="1446" y="930"/>
                  </a:lnTo>
                  <a:lnTo>
                    <a:pt x="1470" y="930"/>
                  </a:lnTo>
                  <a:lnTo>
                    <a:pt x="1470" y="924"/>
                  </a:lnTo>
                  <a:lnTo>
                    <a:pt x="1458" y="912"/>
                  </a:lnTo>
                  <a:lnTo>
                    <a:pt x="1452" y="912"/>
                  </a:lnTo>
                  <a:lnTo>
                    <a:pt x="1440" y="906"/>
                  </a:lnTo>
                  <a:lnTo>
                    <a:pt x="1428" y="912"/>
                  </a:lnTo>
                  <a:close/>
                  <a:moveTo>
                    <a:pt x="498" y="1164"/>
                  </a:moveTo>
                  <a:lnTo>
                    <a:pt x="486" y="1164"/>
                  </a:lnTo>
                  <a:lnTo>
                    <a:pt x="474" y="1170"/>
                  </a:lnTo>
                  <a:lnTo>
                    <a:pt x="462" y="1170"/>
                  </a:lnTo>
                  <a:lnTo>
                    <a:pt x="450" y="1176"/>
                  </a:lnTo>
                  <a:lnTo>
                    <a:pt x="444" y="1182"/>
                  </a:lnTo>
                  <a:lnTo>
                    <a:pt x="432" y="1182"/>
                  </a:lnTo>
                  <a:lnTo>
                    <a:pt x="426" y="1188"/>
                  </a:lnTo>
                  <a:lnTo>
                    <a:pt x="414" y="1188"/>
                  </a:lnTo>
                  <a:lnTo>
                    <a:pt x="390" y="1200"/>
                  </a:lnTo>
                  <a:lnTo>
                    <a:pt x="384" y="1206"/>
                  </a:lnTo>
                  <a:lnTo>
                    <a:pt x="384" y="1218"/>
                  </a:lnTo>
                  <a:lnTo>
                    <a:pt x="402" y="1218"/>
                  </a:lnTo>
                  <a:lnTo>
                    <a:pt x="420" y="1212"/>
                  </a:lnTo>
                  <a:lnTo>
                    <a:pt x="432" y="1206"/>
                  </a:lnTo>
                  <a:lnTo>
                    <a:pt x="504" y="1206"/>
                  </a:lnTo>
                  <a:lnTo>
                    <a:pt x="510" y="1200"/>
                  </a:lnTo>
                  <a:lnTo>
                    <a:pt x="510" y="1176"/>
                  </a:lnTo>
                  <a:lnTo>
                    <a:pt x="498" y="1164"/>
                  </a:lnTo>
                  <a:close/>
                  <a:moveTo>
                    <a:pt x="330" y="1242"/>
                  </a:moveTo>
                  <a:lnTo>
                    <a:pt x="330" y="1224"/>
                  </a:lnTo>
                  <a:lnTo>
                    <a:pt x="276" y="1242"/>
                  </a:lnTo>
                  <a:lnTo>
                    <a:pt x="330" y="124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2" name="USA" descr="© INSCALE GmbH, 05.05.2010&#10;http://www.presentationload.com/">
              <a:extLst>
                <a:ext uri="{FF2B5EF4-FFF2-40B4-BE49-F238E27FC236}">
                  <a16:creationId xmlns:a16="http://schemas.microsoft.com/office/drawing/2014/main" id="{0522D1FA-1FBF-D64B-8D79-7DB442B11147}"/>
                </a:ext>
              </a:extLst>
            </p:cNvPr>
            <p:cNvSpPr>
              <a:spLocks noEditPoints="1"/>
            </p:cNvSpPr>
            <p:nvPr/>
          </p:nvSpPr>
          <p:spPr bwMode="gray">
            <a:xfrm>
              <a:off x="2315627" y="2473411"/>
              <a:ext cx="1646927" cy="816890"/>
            </a:xfrm>
            <a:custGeom>
              <a:avLst/>
              <a:gdLst>
                <a:gd name="T0" fmla="*/ 2147483647 w 3918"/>
                <a:gd name="T1" fmla="*/ 2147483647 h 1944"/>
                <a:gd name="T2" fmla="*/ 2147483647 w 3918"/>
                <a:gd name="T3" fmla="*/ 2147483647 h 1944"/>
                <a:gd name="T4" fmla="*/ 2147483647 w 3918"/>
                <a:gd name="T5" fmla="*/ 2147483647 h 1944"/>
                <a:gd name="T6" fmla="*/ 2147483647 w 3918"/>
                <a:gd name="T7" fmla="*/ 2147483647 h 1944"/>
                <a:gd name="T8" fmla="*/ 2147483647 w 3918"/>
                <a:gd name="T9" fmla="*/ 2147483647 h 1944"/>
                <a:gd name="T10" fmla="*/ 2147483647 w 3918"/>
                <a:gd name="T11" fmla="*/ 2147483647 h 1944"/>
                <a:gd name="T12" fmla="*/ 2147483647 w 3918"/>
                <a:gd name="T13" fmla="*/ 2147483647 h 1944"/>
                <a:gd name="T14" fmla="*/ 2147483647 w 3918"/>
                <a:gd name="T15" fmla="*/ 2147483647 h 1944"/>
                <a:gd name="T16" fmla="*/ 2147483647 w 3918"/>
                <a:gd name="T17" fmla="*/ 2147483647 h 1944"/>
                <a:gd name="T18" fmla="*/ 2147483647 w 3918"/>
                <a:gd name="T19" fmla="*/ 2147483647 h 1944"/>
                <a:gd name="T20" fmla="*/ 2147483647 w 3918"/>
                <a:gd name="T21" fmla="*/ 2147483647 h 1944"/>
                <a:gd name="T22" fmla="*/ 2147483647 w 3918"/>
                <a:gd name="T23" fmla="*/ 2147483647 h 1944"/>
                <a:gd name="T24" fmla="*/ 2147483647 w 3918"/>
                <a:gd name="T25" fmla="*/ 2147483647 h 1944"/>
                <a:gd name="T26" fmla="*/ 2147483647 w 3918"/>
                <a:gd name="T27" fmla="*/ 2147483647 h 1944"/>
                <a:gd name="T28" fmla="*/ 2147483647 w 3918"/>
                <a:gd name="T29" fmla="*/ 2147483647 h 1944"/>
                <a:gd name="T30" fmla="*/ 2147483647 w 3918"/>
                <a:gd name="T31" fmla="*/ 2147483647 h 1944"/>
                <a:gd name="T32" fmla="*/ 2147483647 w 3918"/>
                <a:gd name="T33" fmla="*/ 2147483647 h 1944"/>
                <a:gd name="T34" fmla="*/ 2147483647 w 3918"/>
                <a:gd name="T35" fmla="*/ 2147483647 h 1944"/>
                <a:gd name="T36" fmla="*/ 2147483647 w 3918"/>
                <a:gd name="T37" fmla="*/ 2147483647 h 1944"/>
                <a:gd name="T38" fmla="*/ 2147483647 w 3918"/>
                <a:gd name="T39" fmla="*/ 2147483647 h 1944"/>
                <a:gd name="T40" fmla="*/ 2147483647 w 3918"/>
                <a:gd name="T41" fmla="*/ 2147483647 h 1944"/>
                <a:gd name="T42" fmla="*/ 2147483647 w 3918"/>
                <a:gd name="T43" fmla="*/ 2147483647 h 1944"/>
                <a:gd name="T44" fmla="*/ 2147483647 w 3918"/>
                <a:gd name="T45" fmla="*/ 2147483647 h 1944"/>
                <a:gd name="T46" fmla="*/ 2147483647 w 3918"/>
                <a:gd name="T47" fmla="*/ 2147483647 h 1944"/>
                <a:gd name="T48" fmla="*/ 2147483647 w 3918"/>
                <a:gd name="T49" fmla="*/ 2147483647 h 1944"/>
                <a:gd name="T50" fmla="*/ 2147483647 w 3918"/>
                <a:gd name="T51" fmla="*/ 2147483647 h 1944"/>
                <a:gd name="T52" fmla="*/ 2147483647 w 3918"/>
                <a:gd name="T53" fmla="*/ 2147483647 h 1944"/>
                <a:gd name="T54" fmla="*/ 2147483647 w 3918"/>
                <a:gd name="T55" fmla="*/ 2147483647 h 1944"/>
                <a:gd name="T56" fmla="*/ 2147483647 w 3918"/>
                <a:gd name="T57" fmla="*/ 2147483647 h 1944"/>
                <a:gd name="T58" fmla="*/ 2147483647 w 3918"/>
                <a:gd name="T59" fmla="*/ 2147483647 h 1944"/>
                <a:gd name="T60" fmla="*/ 2147483647 w 3918"/>
                <a:gd name="T61" fmla="*/ 2147483647 h 1944"/>
                <a:gd name="T62" fmla="*/ 2147483647 w 3918"/>
                <a:gd name="T63" fmla="*/ 2147483647 h 1944"/>
                <a:gd name="T64" fmla="*/ 2147483647 w 3918"/>
                <a:gd name="T65" fmla="*/ 2147483647 h 1944"/>
                <a:gd name="T66" fmla="*/ 2147483647 w 3918"/>
                <a:gd name="T67" fmla="*/ 2147483647 h 1944"/>
                <a:gd name="T68" fmla="*/ 2147483647 w 3918"/>
                <a:gd name="T69" fmla="*/ 2147483647 h 1944"/>
                <a:gd name="T70" fmla="*/ 2147483647 w 3918"/>
                <a:gd name="T71" fmla="*/ 2147483647 h 1944"/>
                <a:gd name="T72" fmla="*/ 2147483647 w 3918"/>
                <a:gd name="T73" fmla="*/ 2147483647 h 1944"/>
                <a:gd name="T74" fmla="*/ 2147483647 w 3918"/>
                <a:gd name="T75" fmla="*/ 2147483647 h 1944"/>
                <a:gd name="T76" fmla="*/ 2147483647 w 3918"/>
                <a:gd name="T77" fmla="*/ 2147483647 h 1944"/>
                <a:gd name="T78" fmla="*/ 2147483647 w 3918"/>
                <a:gd name="T79" fmla="*/ 2147483647 h 1944"/>
                <a:gd name="T80" fmla="*/ 2147483647 w 3918"/>
                <a:gd name="T81" fmla="*/ 2147483647 h 1944"/>
                <a:gd name="T82" fmla="*/ 2147483647 w 3918"/>
                <a:gd name="T83" fmla="*/ 2147483647 h 1944"/>
                <a:gd name="T84" fmla="*/ 2147483647 w 3918"/>
                <a:gd name="T85" fmla="*/ 2147483647 h 1944"/>
                <a:gd name="T86" fmla="*/ 2147483647 w 3918"/>
                <a:gd name="T87" fmla="*/ 2147483647 h 1944"/>
                <a:gd name="T88" fmla="*/ 2147483647 w 3918"/>
                <a:gd name="T89" fmla="*/ 2147483647 h 1944"/>
                <a:gd name="T90" fmla="*/ 2147483647 w 3918"/>
                <a:gd name="T91" fmla="*/ 2147483647 h 1944"/>
                <a:gd name="T92" fmla="*/ 2147483647 w 3918"/>
                <a:gd name="T93" fmla="*/ 2147483647 h 1944"/>
                <a:gd name="T94" fmla="*/ 2147483647 w 3918"/>
                <a:gd name="T95" fmla="*/ 2147483647 h 1944"/>
                <a:gd name="T96" fmla="*/ 2147483647 w 3918"/>
                <a:gd name="T97" fmla="*/ 2147483647 h 1944"/>
                <a:gd name="T98" fmla="*/ 2147483647 w 3918"/>
                <a:gd name="T99" fmla="*/ 2147483647 h 1944"/>
                <a:gd name="T100" fmla="*/ 2147483647 w 3918"/>
                <a:gd name="T101" fmla="*/ 2147483647 h 1944"/>
                <a:gd name="T102" fmla="*/ 2147483647 w 3918"/>
                <a:gd name="T103" fmla="*/ 2147483647 h 1944"/>
                <a:gd name="T104" fmla="*/ 2147483647 w 3918"/>
                <a:gd name="T105" fmla="*/ 2147483647 h 1944"/>
                <a:gd name="T106" fmla="*/ 2147483647 w 3918"/>
                <a:gd name="T107" fmla="*/ 2147483647 h 1944"/>
                <a:gd name="T108" fmla="*/ 2147483647 w 3918"/>
                <a:gd name="T109" fmla="*/ 2147483647 h 1944"/>
                <a:gd name="T110" fmla="*/ 2147483647 w 3918"/>
                <a:gd name="T111" fmla="*/ 2147483647 h 1944"/>
                <a:gd name="T112" fmla="*/ 2147483647 w 3918"/>
                <a:gd name="T113" fmla="*/ 2147483647 h 1944"/>
                <a:gd name="T114" fmla="*/ 2147483647 w 3918"/>
                <a:gd name="T115" fmla="*/ 2147483647 h 1944"/>
                <a:gd name="T116" fmla="*/ 2147483647 w 3918"/>
                <a:gd name="T117" fmla="*/ 2147483647 h 1944"/>
                <a:gd name="T118" fmla="*/ 2147483647 w 3918"/>
                <a:gd name="T119" fmla="*/ 2147483647 h 1944"/>
                <a:gd name="T120" fmla="*/ 2147483647 w 3918"/>
                <a:gd name="T121" fmla="*/ 2147483647 h 1944"/>
                <a:gd name="T122" fmla="*/ 2147483647 w 3918"/>
                <a:gd name="T123" fmla="*/ 2147483647 h 1944"/>
                <a:gd name="T124" fmla="*/ 2147483647 w 3918"/>
                <a:gd name="T125" fmla="*/ 2147483647 h 19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918"/>
                <a:gd name="T190" fmla="*/ 0 h 1944"/>
                <a:gd name="T191" fmla="*/ 3918 w 3918"/>
                <a:gd name="T192" fmla="*/ 1944 h 194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918" h="1944">
                  <a:moveTo>
                    <a:pt x="3858" y="168"/>
                  </a:moveTo>
                  <a:lnTo>
                    <a:pt x="3852" y="168"/>
                  </a:lnTo>
                  <a:lnTo>
                    <a:pt x="3846" y="162"/>
                  </a:lnTo>
                  <a:lnTo>
                    <a:pt x="3846" y="156"/>
                  </a:lnTo>
                  <a:lnTo>
                    <a:pt x="3840" y="150"/>
                  </a:lnTo>
                  <a:lnTo>
                    <a:pt x="3828" y="150"/>
                  </a:lnTo>
                  <a:lnTo>
                    <a:pt x="3804" y="174"/>
                  </a:lnTo>
                  <a:lnTo>
                    <a:pt x="3798" y="186"/>
                  </a:lnTo>
                  <a:lnTo>
                    <a:pt x="3756" y="210"/>
                  </a:lnTo>
                  <a:lnTo>
                    <a:pt x="3756" y="234"/>
                  </a:lnTo>
                  <a:lnTo>
                    <a:pt x="3744" y="246"/>
                  </a:lnTo>
                  <a:lnTo>
                    <a:pt x="3738" y="246"/>
                  </a:lnTo>
                  <a:lnTo>
                    <a:pt x="3726" y="258"/>
                  </a:lnTo>
                  <a:lnTo>
                    <a:pt x="3720" y="270"/>
                  </a:lnTo>
                  <a:lnTo>
                    <a:pt x="3720" y="294"/>
                  </a:lnTo>
                  <a:lnTo>
                    <a:pt x="3714" y="294"/>
                  </a:lnTo>
                  <a:lnTo>
                    <a:pt x="3708" y="288"/>
                  </a:lnTo>
                  <a:lnTo>
                    <a:pt x="3696" y="288"/>
                  </a:lnTo>
                  <a:lnTo>
                    <a:pt x="3690" y="294"/>
                  </a:lnTo>
                  <a:lnTo>
                    <a:pt x="3678" y="300"/>
                  </a:lnTo>
                  <a:lnTo>
                    <a:pt x="3666" y="312"/>
                  </a:lnTo>
                  <a:lnTo>
                    <a:pt x="3666" y="318"/>
                  </a:lnTo>
                  <a:lnTo>
                    <a:pt x="3660" y="318"/>
                  </a:lnTo>
                  <a:lnTo>
                    <a:pt x="3648" y="324"/>
                  </a:lnTo>
                  <a:lnTo>
                    <a:pt x="3630" y="324"/>
                  </a:lnTo>
                  <a:lnTo>
                    <a:pt x="3618" y="336"/>
                  </a:lnTo>
                  <a:lnTo>
                    <a:pt x="3618" y="342"/>
                  </a:lnTo>
                  <a:lnTo>
                    <a:pt x="3384" y="342"/>
                  </a:lnTo>
                  <a:lnTo>
                    <a:pt x="3372" y="354"/>
                  </a:lnTo>
                  <a:lnTo>
                    <a:pt x="3360" y="360"/>
                  </a:lnTo>
                  <a:lnTo>
                    <a:pt x="3336" y="384"/>
                  </a:lnTo>
                  <a:lnTo>
                    <a:pt x="3324" y="390"/>
                  </a:lnTo>
                  <a:lnTo>
                    <a:pt x="3312" y="402"/>
                  </a:lnTo>
                  <a:lnTo>
                    <a:pt x="3282" y="402"/>
                  </a:lnTo>
                  <a:lnTo>
                    <a:pt x="3282" y="408"/>
                  </a:lnTo>
                  <a:lnTo>
                    <a:pt x="3276" y="408"/>
                  </a:lnTo>
                  <a:lnTo>
                    <a:pt x="3282" y="414"/>
                  </a:lnTo>
                  <a:lnTo>
                    <a:pt x="3282" y="420"/>
                  </a:lnTo>
                  <a:lnTo>
                    <a:pt x="3288" y="426"/>
                  </a:lnTo>
                  <a:lnTo>
                    <a:pt x="3282" y="432"/>
                  </a:lnTo>
                  <a:lnTo>
                    <a:pt x="3282" y="438"/>
                  </a:lnTo>
                  <a:lnTo>
                    <a:pt x="3276" y="444"/>
                  </a:lnTo>
                  <a:lnTo>
                    <a:pt x="3270" y="456"/>
                  </a:lnTo>
                  <a:lnTo>
                    <a:pt x="3264" y="462"/>
                  </a:lnTo>
                  <a:lnTo>
                    <a:pt x="3264" y="468"/>
                  </a:lnTo>
                  <a:lnTo>
                    <a:pt x="3246" y="468"/>
                  </a:lnTo>
                  <a:lnTo>
                    <a:pt x="3246" y="474"/>
                  </a:lnTo>
                  <a:lnTo>
                    <a:pt x="3240" y="474"/>
                  </a:lnTo>
                  <a:lnTo>
                    <a:pt x="3228" y="480"/>
                  </a:lnTo>
                  <a:lnTo>
                    <a:pt x="3204" y="480"/>
                  </a:lnTo>
                  <a:lnTo>
                    <a:pt x="3198" y="474"/>
                  </a:lnTo>
                  <a:lnTo>
                    <a:pt x="3186" y="486"/>
                  </a:lnTo>
                  <a:lnTo>
                    <a:pt x="3162" y="486"/>
                  </a:lnTo>
                  <a:lnTo>
                    <a:pt x="3150" y="480"/>
                  </a:lnTo>
                  <a:lnTo>
                    <a:pt x="3144" y="474"/>
                  </a:lnTo>
                  <a:lnTo>
                    <a:pt x="3114" y="474"/>
                  </a:lnTo>
                  <a:lnTo>
                    <a:pt x="3096" y="486"/>
                  </a:lnTo>
                  <a:lnTo>
                    <a:pt x="3078" y="492"/>
                  </a:lnTo>
                  <a:lnTo>
                    <a:pt x="3072" y="492"/>
                  </a:lnTo>
                  <a:lnTo>
                    <a:pt x="3072" y="516"/>
                  </a:lnTo>
                  <a:lnTo>
                    <a:pt x="3066" y="522"/>
                  </a:lnTo>
                  <a:lnTo>
                    <a:pt x="3078" y="522"/>
                  </a:lnTo>
                  <a:lnTo>
                    <a:pt x="3066" y="528"/>
                  </a:lnTo>
                  <a:lnTo>
                    <a:pt x="3036" y="546"/>
                  </a:lnTo>
                  <a:lnTo>
                    <a:pt x="3000" y="564"/>
                  </a:lnTo>
                  <a:lnTo>
                    <a:pt x="2964" y="576"/>
                  </a:lnTo>
                  <a:lnTo>
                    <a:pt x="2946" y="588"/>
                  </a:lnTo>
                  <a:lnTo>
                    <a:pt x="2934" y="594"/>
                  </a:lnTo>
                  <a:lnTo>
                    <a:pt x="2928" y="594"/>
                  </a:lnTo>
                  <a:lnTo>
                    <a:pt x="2856" y="618"/>
                  </a:lnTo>
                  <a:lnTo>
                    <a:pt x="2850" y="624"/>
                  </a:lnTo>
                  <a:lnTo>
                    <a:pt x="2838" y="624"/>
                  </a:lnTo>
                  <a:lnTo>
                    <a:pt x="2826" y="630"/>
                  </a:lnTo>
                  <a:lnTo>
                    <a:pt x="2808" y="630"/>
                  </a:lnTo>
                  <a:lnTo>
                    <a:pt x="2802" y="636"/>
                  </a:lnTo>
                  <a:lnTo>
                    <a:pt x="2778" y="636"/>
                  </a:lnTo>
                  <a:lnTo>
                    <a:pt x="2772" y="630"/>
                  </a:lnTo>
                  <a:lnTo>
                    <a:pt x="2772" y="624"/>
                  </a:lnTo>
                  <a:lnTo>
                    <a:pt x="2760" y="624"/>
                  </a:lnTo>
                  <a:lnTo>
                    <a:pt x="2748" y="618"/>
                  </a:lnTo>
                  <a:lnTo>
                    <a:pt x="2736" y="606"/>
                  </a:lnTo>
                  <a:lnTo>
                    <a:pt x="2742" y="606"/>
                  </a:lnTo>
                  <a:lnTo>
                    <a:pt x="2748" y="600"/>
                  </a:lnTo>
                  <a:lnTo>
                    <a:pt x="2772" y="588"/>
                  </a:lnTo>
                  <a:lnTo>
                    <a:pt x="2772" y="582"/>
                  </a:lnTo>
                  <a:lnTo>
                    <a:pt x="2796" y="558"/>
                  </a:lnTo>
                  <a:lnTo>
                    <a:pt x="2832" y="540"/>
                  </a:lnTo>
                  <a:lnTo>
                    <a:pt x="2838" y="540"/>
                  </a:lnTo>
                  <a:lnTo>
                    <a:pt x="2844" y="534"/>
                  </a:lnTo>
                  <a:lnTo>
                    <a:pt x="2844" y="510"/>
                  </a:lnTo>
                  <a:lnTo>
                    <a:pt x="2850" y="504"/>
                  </a:lnTo>
                  <a:lnTo>
                    <a:pt x="2856" y="492"/>
                  </a:lnTo>
                  <a:lnTo>
                    <a:pt x="2850" y="486"/>
                  </a:lnTo>
                  <a:lnTo>
                    <a:pt x="2850" y="480"/>
                  </a:lnTo>
                  <a:lnTo>
                    <a:pt x="2856" y="468"/>
                  </a:lnTo>
                  <a:lnTo>
                    <a:pt x="2856" y="444"/>
                  </a:lnTo>
                  <a:lnTo>
                    <a:pt x="2862" y="432"/>
                  </a:lnTo>
                  <a:lnTo>
                    <a:pt x="2862" y="426"/>
                  </a:lnTo>
                  <a:lnTo>
                    <a:pt x="2856" y="420"/>
                  </a:lnTo>
                  <a:lnTo>
                    <a:pt x="2850" y="420"/>
                  </a:lnTo>
                  <a:lnTo>
                    <a:pt x="2844" y="426"/>
                  </a:lnTo>
                  <a:lnTo>
                    <a:pt x="2832" y="426"/>
                  </a:lnTo>
                  <a:lnTo>
                    <a:pt x="2814" y="444"/>
                  </a:lnTo>
                  <a:lnTo>
                    <a:pt x="2802" y="450"/>
                  </a:lnTo>
                  <a:lnTo>
                    <a:pt x="2796" y="456"/>
                  </a:lnTo>
                  <a:lnTo>
                    <a:pt x="2778" y="456"/>
                  </a:lnTo>
                  <a:lnTo>
                    <a:pt x="2772" y="450"/>
                  </a:lnTo>
                  <a:lnTo>
                    <a:pt x="2778" y="444"/>
                  </a:lnTo>
                  <a:lnTo>
                    <a:pt x="2784" y="432"/>
                  </a:lnTo>
                  <a:lnTo>
                    <a:pt x="2808" y="420"/>
                  </a:lnTo>
                  <a:lnTo>
                    <a:pt x="2826" y="402"/>
                  </a:lnTo>
                  <a:lnTo>
                    <a:pt x="2850" y="390"/>
                  </a:lnTo>
                  <a:lnTo>
                    <a:pt x="2856" y="384"/>
                  </a:lnTo>
                  <a:lnTo>
                    <a:pt x="2856" y="366"/>
                  </a:lnTo>
                  <a:lnTo>
                    <a:pt x="2850" y="360"/>
                  </a:lnTo>
                  <a:lnTo>
                    <a:pt x="2850" y="348"/>
                  </a:lnTo>
                  <a:lnTo>
                    <a:pt x="2856" y="348"/>
                  </a:lnTo>
                  <a:lnTo>
                    <a:pt x="2862" y="342"/>
                  </a:lnTo>
                  <a:lnTo>
                    <a:pt x="2868" y="330"/>
                  </a:lnTo>
                  <a:lnTo>
                    <a:pt x="2868" y="318"/>
                  </a:lnTo>
                  <a:lnTo>
                    <a:pt x="2862" y="312"/>
                  </a:lnTo>
                  <a:lnTo>
                    <a:pt x="2850" y="312"/>
                  </a:lnTo>
                  <a:lnTo>
                    <a:pt x="2838" y="306"/>
                  </a:lnTo>
                  <a:lnTo>
                    <a:pt x="2832" y="306"/>
                  </a:lnTo>
                  <a:lnTo>
                    <a:pt x="2826" y="294"/>
                  </a:lnTo>
                  <a:lnTo>
                    <a:pt x="2820" y="288"/>
                  </a:lnTo>
                  <a:lnTo>
                    <a:pt x="2820" y="282"/>
                  </a:lnTo>
                  <a:lnTo>
                    <a:pt x="2814" y="288"/>
                  </a:lnTo>
                  <a:lnTo>
                    <a:pt x="2808" y="288"/>
                  </a:lnTo>
                  <a:lnTo>
                    <a:pt x="2808" y="264"/>
                  </a:lnTo>
                  <a:lnTo>
                    <a:pt x="2844" y="270"/>
                  </a:lnTo>
                  <a:lnTo>
                    <a:pt x="2850" y="264"/>
                  </a:lnTo>
                  <a:lnTo>
                    <a:pt x="2850" y="246"/>
                  </a:lnTo>
                  <a:lnTo>
                    <a:pt x="2862" y="246"/>
                  </a:lnTo>
                  <a:lnTo>
                    <a:pt x="2868" y="228"/>
                  </a:lnTo>
                  <a:lnTo>
                    <a:pt x="2850" y="228"/>
                  </a:lnTo>
                  <a:lnTo>
                    <a:pt x="2844" y="240"/>
                  </a:lnTo>
                  <a:lnTo>
                    <a:pt x="2820" y="228"/>
                  </a:lnTo>
                  <a:lnTo>
                    <a:pt x="2820" y="210"/>
                  </a:lnTo>
                  <a:lnTo>
                    <a:pt x="2802" y="210"/>
                  </a:lnTo>
                  <a:lnTo>
                    <a:pt x="2790" y="216"/>
                  </a:lnTo>
                  <a:lnTo>
                    <a:pt x="2736" y="216"/>
                  </a:lnTo>
                  <a:lnTo>
                    <a:pt x="2724" y="222"/>
                  </a:lnTo>
                  <a:lnTo>
                    <a:pt x="2712" y="222"/>
                  </a:lnTo>
                  <a:lnTo>
                    <a:pt x="2700" y="228"/>
                  </a:lnTo>
                  <a:lnTo>
                    <a:pt x="2682" y="228"/>
                  </a:lnTo>
                  <a:lnTo>
                    <a:pt x="2658" y="216"/>
                  </a:lnTo>
                  <a:lnTo>
                    <a:pt x="2658" y="210"/>
                  </a:lnTo>
                  <a:lnTo>
                    <a:pt x="2652" y="204"/>
                  </a:lnTo>
                  <a:lnTo>
                    <a:pt x="2652" y="198"/>
                  </a:lnTo>
                  <a:lnTo>
                    <a:pt x="2646" y="192"/>
                  </a:lnTo>
                  <a:lnTo>
                    <a:pt x="2628" y="192"/>
                  </a:lnTo>
                  <a:lnTo>
                    <a:pt x="2622" y="198"/>
                  </a:lnTo>
                  <a:lnTo>
                    <a:pt x="2616" y="198"/>
                  </a:lnTo>
                  <a:lnTo>
                    <a:pt x="2610" y="192"/>
                  </a:lnTo>
                  <a:lnTo>
                    <a:pt x="2670" y="162"/>
                  </a:lnTo>
                  <a:lnTo>
                    <a:pt x="2658" y="150"/>
                  </a:lnTo>
                  <a:lnTo>
                    <a:pt x="2640" y="150"/>
                  </a:lnTo>
                  <a:lnTo>
                    <a:pt x="2628" y="162"/>
                  </a:lnTo>
                  <a:lnTo>
                    <a:pt x="2616" y="168"/>
                  </a:lnTo>
                  <a:lnTo>
                    <a:pt x="2610" y="174"/>
                  </a:lnTo>
                  <a:lnTo>
                    <a:pt x="2604" y="174"/>
                  </a:lnTo>
                  <a:lnTo>
                    <a:pt x="2580" y="186"/>
                  </a:lnTo>
                  <a:lnTo>
                    <a:pt x="2562" y="192"/>
                  </a:lnTo>
                  <a:lnTo>
                    <a:pt x="2538" y="204"/>
                  </a:lnTo>
                  <a:lnTo>
                    <a:pt x="2508" y="204"/>
                  </a:lnTo>
                  <a:lnTo>
                    <a:pt x="2496" y="216"/>
                  </a:lnTo>
                  <a:lnTo>
                    <a:pt x="2448" y="216"/>
                  </a:lnTo>
                  <a:lnTo>
                    <a:pt x="2448" y="210"/>
                  </a:lnTo>
                  <a:lnTo>
                    <a:pt x="2454" y="204"/>
                  </a:lnTo>
                  <a:lnTo>
                    <a:pt x="2460" y="204"/>
                  </a:lnTo>
                  <a:lnTo>
                    <a:pt x="2472" y="192"/>
                  </a:lnTo>
                  <a:lnTo>
                    <a:pt x="2460" y="192"/>
                  </a:lnTo>
                  <a:lnTo>
                    <a:pt x="2448" y="198"/>
                  </a:lnTo>
                  <a:lnTo>
                    <a:pt x="2412" y="198"/>
                  </a:lnTo>
                  <a:lnTo>
                    <a:pt x="2400" y="204"/>
                  </a:lnTo>
                  <a:lnTo>
                    <a:pt x="2394" y="210"/>
                  </a:lnTo>
                  <a:lnTo>
                    <a:pt x="2370" y="210"/>
                  </a:lnTo>
                  <a:lnTo>
                    <a:pt x="2370" y="198"/>
                  </a:lnTo>
                  <a:lnTo>
                    <a:pt x="2400" y="180"/>
                  </a:lnTo>
                  <a:lnTo>
                    <a:pt x="2442" y="168"/>
                  </a:lnTo>
                  <a:lnTo>
                    <a:pt x="2502" y="138"/>
                  </a:lnTo>
                  <a:lnTo>
                    <a:pt x="2520" y="126"/>
                  </a:lnTo>
                  <a:lnTo>
                    <a:pt x="2544" y="120"/>
                  </a:lnTo>
                  <a:lnTo>
                    <a:pt x="2574" y="114"/>
                  </a:lnTo>
                  <a:lnTo>
                    <a:pt x="2580" y="114"/>
                  </a:lnTo>
                  <a:lnTo>
                    <a:pt x="2592" y="108"/>
                  </a:lnTo>
                  <a:lnTo>
                    <a:pt x="2574" y="108"/>
                  </a:lnTo>
                  <a:lnTo>
                    <a:pt x="2562" y="102"/>
                  </a:lnTo>
                  <a:lnTo>
                    <a:pt x="2556" y="102"/>
                  </a:lnTo>
                  <a:lnTo>
                    <a:pt x="2556" y="96"/>
                  </a:lnTo>
                  <a:lnTo>
                    <a:pt x="2508" y="102"/>
                  </a:lnTo>
                  <a:lnTo>
                    <a:pt x="2508" y="84"/>
                  </a:lnTo>
                  <a:lnTo>
                    <a:pt x="2502" y="90"/>
                  </a:lnTo>
                  <a:lnTo>
                    <a:pt x="2490" y="96"/>
                  </a:lnTo>
                  <a:lnTo>
                    <a:pt x="2478" y="108"/>
                  </a:lnTo>
                  <a:lnTo>
                    <a:pt x="2466" y="108"/>
                  </a:lnTo>
                  <a:lnTo>
                    <a:pt x="2448" y="90"/>
                  </a:lnTo>
                  <a:lnTo>
                    <a:pt x="2418" y="90"/>
                  </a:lnTo>
                  <a:lnTo>
                    <a:pt x="2412" y="84"/>
                  </a:lnTo>
                  <a:lnTo>
                    <a:pt x="2412" y="78"/>
                  </a:lnTo>
                  <a:lnTo>
                    <a:pt x="2400" y="66"/>
                  </a:lnTo>
                  <a:lnTo>
                    <a:pt x="2388" y="60"/>
                  </a:lnTo>
                  <a:lnTo>
                    <a:pt x="2376" y="60"/>
                  </a:lnTo>
                  <a:lnTo>
                    <a:pt x="2364" y="72"/>
                  </a:lnTo>
                  <a:lnTo>
                    <a:pt x="2364" y="78"/>
                  </a:lnTo>
                  <a:lnTo>
                    <a:pt x="2352" y="78"/>
                  </a:lnTo>
                  <a:lnTo>
                    <a:pt x="2334" y="60"/>
                  </a:lnTo>
                  <a:lnTo>
                    <a:pt x="2322" y="60"/>
                  </a:lnTo>
                  <a:lnTo>
                    <a:pt x="2304" y="54"/>
                  </a:lnTo>
                  <a:lnTo>
                    <a:pt x="2292" y="48"/>
                  </a:lnTo>
                  <a:lnTo>
                    <a:pt x="2292" y="36"/>
                  </a:lnTo>
                  <a:lnTo>
                    <a:pt x="2298" y="24"/>
                  </a:lnTo>
                  <a:lnTo>
                    <a:pt x="2310" y="12"/>
                  </a:lnTo>
                  <a:lnTo>
                    <a:pt x="2298" y="0"/>
                  </a:lnTo>
                  <a:lnTo>
                    <a:pt x="2286" y="6"/>
                  </a:lnTo>
                  <a:lnTo>
                    <a:pt x="2280" y="12"/>
                  </a:lnTo>
                  <a:lnTo>
                    <a:pt x="2274" y="24"/>
                  </a:lnTo>
                  <a:lnTo>
                    <a:pt x="2274" y="30"/>
                  </a:lnTo>
                  <a:lnTo>
                    <a:pt x="2268" y="42"/>
                  </a:lnTo>
                  <a:lnTo>
                    <a:pt x="558" y="42"/>
                  </a:lnTo>
                  <a:lnTo>
                    <a:pt x="552" y="54"/>
                  </a:lnTo>
                  <a:lnTo>
                    <a:pt x="552" y="60"/>
                  </a:lnTo>
                  <a:lnTo>
                    <a:pt x="546" y="60"/>
                  </a:lnTo>
                  <a:lnTo>
                    <a:pt x="546" y="72"/>
                  </a:lnTo>
                  <a:lnTo>
                    <a:pt x="540" y="84"/>
                  </a:lnTo>
                  <a:lnTo>
                    <a:pt x="540" y="108"/>
                  </a:lnTo>
                  <a:lnTo>
                    <a:pt x="510" y="126"/>
                  </a:lnTo>
                  <a:lnTo>
                    <a:pt x="504" y="144"/>
                  </a:lnTo>
                  <a:lnTo>
                    <a:pt x="486" y="168"/>
                  </a:lnTo>
                  <a:lnTo>
                    <a:pt x="438" y="180"/>
                  </a:lnTo>
                  <a:lnTo>
                    <a:pt x="474" y="162"/>
                  </a:lnTo>
                  <a:lnTo>
                    <a:pt x="450" y="162"/>
                  </a:lnTo>
                  <a:lnTo>
                    <a:pt x="456" y="156"/>
                  </a:lnTo>
                  <a:lnTo>
                    <a:pt x="462" y="144"/>
                  </a:lnTo>
                  <a:lnTo>
                    <a:pt x="486" y="120"/>
                  </a:lnTo>
                  <a:lnTo>
                    <a:pt x="492" y="120"/>
                  </a:lnTo>
                  <a:lnTo>
                    <a:pt x="504" y="108"/>
                  </a:lnTo>
                  <a:lnTo>
                    <a:pt x="504" y="102"/>
                  </a:lnTo>
                  <a:lnTo>
                    <a:pt x="456" y="102"/>
                  </a:lnTo>
                  <a:lnTo>
                    <a:pt x="450" y="96"/>
                  </a:lnTo>
                  <a:lnTo>
                    <a:pt x="438" y="90"/>
                  </a:lnTo>
                  <a:lnTo>
                    <a:pt x="432" y="84"/>
                  </a:lnTo>
                  <a:lnTo>
                    <a:pt x="420" y="78"/>
                  </a:lnTo>
                  <a:lnTo>
                    <a:pt x="402" y="78"/>
                  </a:lnTo>
                  <a:lnTo>
                    <a:pt x="390" y="90"/>
                  </a:lnTo>
                  <a:lnTo>
                    <a:pt x="384" y="102"/>
                  </a:lnTo>
                  <a:lnTo>
                    <a:pt x="384" y="150"/>
                  </a:lnTo>
                  <a:lnTo>
                    <a:pt x="378" y="156"/>
                  </a:lnTo>
                  <a:lnTo>
                    <a:pt x="378" y="162"/>
                  </a:lnTo>
                  <a:lnTo>
                    <a:pt x="360" y="180"/>
                  </a:lnTo>
                  <a:lnTo>
                    <a:pt x="390" y="186"/>
                  </a:lnTo>
                  <a:lnTo>
                    <a:pt x="360" y="192"/>
                  </a:lnTo>
                  <a:lnTo>
                    <a:pt x="366" y="210"/>
                  </a:lnTo>
                  <a:lnTo>
                    <a:pt x="348" y="234"/>
                  </a:lnTo>
                  <a:lnTo>
                    <a:pt x="354" y="234"/>
                  </a:lnTo>
                  <a:lnTo>
                    <a:pt x="366" y="246"/>
                  </a:lnTo>
                  <a:lnTo>
                    <a:pt x="372" y="246"/>
                  </a:lnTo>
                  <a:lnTo>
                    <a:pt x="378" y="252"/>
                  </a:lnTo>
                  <a:lnTo>
                    <a:pt x="330" y="252"/>
                  </a:lnTo>
                  <a:lnTo>
                    <a:pt x="324" y="264"/>
                  </a:lnTo>
                  <a:lnTo>
                    <a:pt x="306" y="282"/>
                  </a:lnTo>
                  <a:lnTo>
                    <a:pt x="270" y="342"/>
                  </a:lnTo>
                  <a:lnTo>
                    <a:pt x="258" y="360"/>
                  </a:lnTo>
                  <a:lnTo>
                    <a:pt x="216" y="402"/>
                  </a:lnTo>
                  <a:lnTo>
                    <a:pt x="192" y="432"/>
                  </a:lnTo>
                  <a:lnTo>
                    <a:pt x="174" y="456"/>
                  </a:lnTo>
                  <a:lnTo>
                    <a:pt x="168" y="462"/>
                  </a:lnTo>
                  <a:lnTo>
                    <a:pt x="174" y="480"/>
                  </a:lnTo>
                  <a:lnTo>
                    <a:pt x="168" y="480"/>
                  </a:lnTo>
                  <a:lnTo>
                    <a:pt x="162" y="486"/>
                  </a:lnTo>
                  <a:lnTo>
                    <a:pt x="150" y="492"/>
                  </a:lnTo>
                  <a:lnTo>
                    <a:pt x="126" y="516"/>
                  </a:lnTo>
                  <a:lnTo>
                    <a:pt x="120" y="534"/>
                  </a:lnTo>
                  <a:lnTo>
                    <a:pt x="120" y="546"/>
                  </a:lnTo>
                  <a:lnTo>
                    <a:pt x="102" y="570"/>
                  </a:lnTo>
                  <a:lnTo>
                    <a:pt x="96" y="618"/>
                  </a:lnTo>
                  <a:lnTo>
                    <a:pt x="90" y="630"/>
                  </a:lnTo>
                  <a:lnTo>
                    <a:pt x="72" y="648"/>
                  </a:lnTo>
                  <a:lnTo>
                    <a:pt x="60" y="672"/>
                  </a:lnTo>
                  <a:lnTo>
                    <a:pt x="54" y="678"/>
                  </a:lnTo>
                  <a:lnTo>
                    <a:pt x="42" y="684"/>
                  </a:lnTo>
                  <a:lnTo>
                    <a:pt x="18" y="708"/>
                  </a:lnTo>
                  <a:lnTo>
                    <a:pt x="12" y="720"/>
                  </a:lnTo>
                  <a:lnTo>
                    <a:pt x="18" y="732"/>
                  </a:lnTo>
                  <a:lnTo>
                    <a:pt x="36" y="750"/>
                  </a:lnTo>
                  <a:lnTo>
                    <a:pt x="36" y="762"/>
                  </a:lnTo>
                  <a:lnTo>
                    <a:pt x="30" y="774"/>
                  </a:lnTo>
                  <a:lnTo>
                    <a:pt x="18" y="786"/>
                  </a:lnTo>
                  <a:lnTo>
                    <a:pt x="12" y="798"/>
                  </a:lnTo>
                  <a:lnTo>
                    <a:pt x="6" y="816"/>
                  </a:lnTo>
                  <a:lnTo>
                    <a:pt x="0" y="828"/>
                  </a:lnTo>
                  <a:lnTo>
                    <a:pt x="0" y="840"/>
                  </a:lnTo>
                  <a:lnTo>
                    <a:pt x="6" y="852"/>
                  </a:lnTo>
                  <a:lnTo>
                    <a:pt x="12" y="870"/>
                  </a:lnTo>
                  <a:lnTo>
                    <a:pt x="12" y="882"/>
                  </a:lnTo>
                  <a:lnTo>
                    <a:pt x="18" y="900"/>
                  </a:lnTo>
                  <a:lnTo>
                    <a:pt x="24" y="906"/>
                  </a:lnTo>
                  <a:lnTo>
                    <a:pt x="24" y="912"/>
                  </a:lnTo>
                  <a:lnTo>
                    <a:pt x="48" y="894"/>
                  </a:lnTo>
                  <a:lnTo>
                    <a:pt x="114" y="900"/>
                  </a:lnTo>
                  <a:lnTo>
                    <a:pt x="78" y="900"/>
                  </a:lnTo>
                  <a:lnTo>
                    <a:pt x="66" y="906"/>
                  </a:lnTo>
                  <a:lnTo>
                    <a:pt x="60" y="906"/>
                  </a:lnTo>
                  <a:lnTo>
                    <a:pt x="48" y="918"/>
                  </a:lnTo>
                  <a:lnTo>
                    <a:pt x="48" y="942"/>
                  </a:lnTo>
                  <a:lnTo>
                    <a:pt x="30" y="924"/>
                  </a:lnTo>
                  <a:lnTo>
                    <a:pt x="24" y="924"/>
                  </a:lnTo>
                  <a:lnTo>
                    <a:pt x="18" y="936"/>
                  </a:lnTo>
                  <a:lnTo>
                    <a:pt x="18" y="942"/>
                  </a:lnTo>
                  <a:lnTo>
                    <a:pt x="12" y="960"/>
                  </a:lnTo>
                  <a:lnTo>
                    <a:pt x="12" y="978"/>
                  </a:lnTo>
                  <a:lnTo>
                    <a:pt x="18" y="984"/>
                  </a:lnTo>
                  <a:lnTo>
                    <a:pt x="30" y="990"/>
                  </a:lnTo>
                  <a:lnTo>
                    <a:pt x="42" y="990"/>
                  </a:lnTo>
                  <a:lnTo>
                    <a:pt x="42" y="1002"/>
                  </a:lnTo>
                  <a:lnTo>
                    <a:pt x="36" y="1008"/>
                  </a:lnTo>
                  <a:lnTo>
                    <a:pt x="36" y="1014"/>
                  </a:lnTo>
                  <a:lnTo>
                    <a:pt x="18" y="1032"/>
                  </a:lnTo>
                  <a:lnTo>
                    <a:pt x="12" y="1044"/>
                  </a:lnTo>
                  <a:lnTo>
                    <a:pt x="12" y="1056"/>
                  </a:lnTo>
                  <a:lnTo>
                    <a:pt x="18" y="1068"/>
                  </a:lnTo>
                  <a:lnTo>
                    <a:pt x="24" y="1074"/>
                  </a:lnTo>
                  <a:lnTo>
                    <a:pt x="36" y="1098"/>
                  </a:lnTo>
                  <a:lnTo>
                    <a:pt x="42" y="1104"/>
                  </a:lnTo>
                  <a:lnTo>
                    <a:pt x="54" y="1128"/>
                  </a:lnTo>
                  <a:lnTo>
                    <a:pt x="60" y="1134"/>
                  </a:lnTo>
                  <a:lnTo>
                    <a:pt x="60" y="1146"/>
                  </a:lnTo>
                  <a:lnTo>
                    <a:pt x="54" y="1152"/>
                  </a:lnTo>
                  <a:lnTo>
                    <a:pt x="42" y="1176"/>
                  </a:lnTo>
                  <a:lnTo>
                    <a:pt x="36" y="1182"/>
                  </a:lnTo>
                  <a:lnTo>
                    <a:pt x="36" y="1188"/>
                  </a:lnTo>
                  <a:lnTo>
                    <a:pt x="42" y="1194"/>
                  </a:lnTo>
                  <a:lnTo>
                    <a:pt x="54" y="1194"/>
                  </a:lnTo>
                  <a:lnTo>
                    <a:pt x="72" y="1200"/>
                  </a:lnTo>
                  <a:lnTo>
                    <a:pt x="102" y="1200"/>
                  </a:lnTo>
                  <a:lnTo>
                    <a:pt x="102" y="1212"/>
                  </a:lnTo>
                  <a:lnTo>
                    <a:pt x="120" y="1230"/>
                  </a:lnTo>
                  <a:lnTo>
                    <a:pt x="132" y="1230"/>
                  </a:lnTo>
                  <a:lnTo>
                    <a:pt x="144" y="1224"/>
                  </a:lnTo>
                  <a:lnTo>
                    <a:pt x="150" y="1224"/>
                  </a:lnTo>
                  <a:lnTo>
                    <a:pt x="162" y="1218"/>
                  </a:lnTo>
                  <a:lnTo>
                    <a:pt x="168" y="1248"/>
                  </a:lnTo>
                  <a:lnTo>
                    <a:pt x="174" y="1248"/>
                  </a:lnTo>
                  <a:lnTo>
                    <a:pt x="180" y="1254"/>
                  </a:lnTo>
                  <a:lnTo>
                    <a:pt x="204" y="1266"/>
                  </a:lnTo>
                  <a:lnTo>
                    <a:pt x="216" y="1290"/>
                  </a:lnTo>
                  <a:lnTo>
                    <a:pt x="216" y="1314"/>
                  </a:lnTo>
                  <a:lnTo>
                    <a:pt x="210" y="1338"/>
                  </a:lnTo>
                  <a:lnTo>
                    <a:pt x="216" y="1344"/>
                  </a:lnTo>
                  <a:lnTo>
                    <a:pt x="360" y="1338"/>
                  </a:lnTo>
                  <a:lnTo>
                    <a:pt x="354" y="1344"/>
                  </a:lnTo>
                  <a:lnTo>
                    <a:pt x="354" y="1350"/>
                  </a:lnTo>
                  <a:lnTo>
                    <a:pt x="360" y="1350"/>
                  </a:lnTo>
                  <a:lnTo>
                    <a:pt x="570" y="1446"/>
                  </a:lnTo>
                  <a:lnTo>
                    <a:pt x="774" y="1446"/>
                  </a:lnTo>
                  <a:lnTo>
                    <a:pt x="774" y="1440"/>
                  </a:lnTo>
                  <a:lnTo>
                    <a:pt x="780" y="1428"/>
                  </a:lnTo>
                  <a:lnTo>
                    <a:pt x="780" y="1410"/>
                  </a:lnTo>
                  <a:lnTo>
                    <a:pt x="786" y="1404"/>
                  </a:lnTo>
                  <a:lnTo>
                    <a:pt x="900" y="1404"/>
                  </a:lnTo>
                  <a:lnTo>
                    <a:pt x="912" y="1416"/>
                  </a:lnTo>
                  <a:lnTo>
                    <a:pt x="912" y="1440"/>
                  </a:lnTo>
                  <a:lnTo>
                    <a:pt x="942" y="1452"/>
                  </a:lnTo>
                  <a:lnTo>
                    <a:pt x="948" y="1482"/>
                  </a:lnTo>
                  <a:lnTo>
                    <a:pt x="960" y="1482"/>
                  </a:lnTo>
                  <a:lnTo>
                    <a:pt x="972" y="1488"/>
                  </a:lnTo>
                  <a:lnTo>
                    <a:pt x="984" y="1500"/>
                  </a:lnTo>
                  <a:lnTo>
                    <a:pt x="990" y="1512"/>
                  </a:lnTo>
                  <a:lnTo>
                    <a:pt x="990" y="1554"/>
                  </a:lnTo>
                  <a:lnTo>
                    <a:pt x="984" y="1566"/>
                  </a:lnTo>
                  <a:lnTo>
                    <a:pt x="984" y="1578"/>
                  </a:lnTo>
                  <a:lnTo>
                    <a:pt x="1014" y="1608"/>
                  </a:lnTo>
                  <a:lnTo>
                    <a:pt x="1026" y="1614"/>
                  </a:lnTo>
                  <a:lnTo>
                    <a:pt x="1044" y="1626"/>
                  </a:lnTo>
                  <a:lnTo>
                    <a:pt x="1056" y="1626"/>
                  </a:lnTo>
                  <a:lnTo>
                    <a:pt x="1080" y="1614"/>
                  </a:lnTo>
                  <a:lnTo>
                    <a:pt x="1092" y="1602"/>
                  </a:lnTo>
                  <a:lnTo>
                    <a:pt x="1104" y="1578"/>
                  </a:lnTo>
                  <a:lnTo>
                    <a:pt x="1116" y="1566"/>
                  </a:lnTo>
                  <a:lnTo>
                    <a:pt x="1134" y="1566"/>
                  </a:lnTo>
                  <a:lnTo>
                    <a:pt x="1134" y="1560"/>
                  </a:lnTo>
                  <a:lnTo>
                    <a:pt x="1152" y="1566"/>
                  </a:lnTo>
                  <a:lnTo>
                    <a:pt x="1194" y="1566"/>
                  </a:lnTo>
                  <a:lnTo>
                    <a:pt x="1200" y="1578"/>
                  </a:lnTo>
                  <a:lnTo>
                    <a:pt x="1206" y="1584"/>
                  </a:lnTo>
                  <a:lnTo>
                    <a:pt x="1212" y="1596"/>
                  </a:lnTo>
                  <a:lnTo>
                    <a:pt x="1224" y="1608"/>
                  </a:lnTo>
                  <a:lnTo>
                    <a:pt x="1230" y="1620"/>
                  </a:lnTo>
                  <a:lnTo>
                    <a:pt x="1242" y="1632"/>
                  </a:lnTo>
                  <a:lnTo>
                    <a:pt x="1242" y="1656"/>
                  </a:lnTo>
                  <a:lnTo>
                    <a:pt x="1236" y="1668"/>
                  </a:lnTo>
                  <a:lnTo>
                    <a:pt x="1236" y="1680"/>
                  </a:lnTo>
                  <a:lnTo>
                    <a:pt x="1242" y="1692"/>
                  </a:lnTo>
                  <a:lnTo>
                    <a:pt x="1254" y="1698"/>
                  </a:lnTo>
                  <a:lnTo>
                    <a:pt x="1254" y="1722"/>
                  </a:lnTo>
                  <a:lnTo>
                    <a:pt x="1260" y="1728"/>
                  </a:lnTo>
                  <a:lnTo>
                    <a:pt x="1272" y="1734"/>
                  </a:lnTo>
                  <a:lnTo>
                    <a:pt x="1284" y="1746"/>
                  </a:lnTo>
                  <a:lnTo>
                    <a:pt x="1284" y="1752"/>
                  </a:lnTo>
                  <a:lnTo>
                    <a:pt x="1278" y="1758"/>
                  </a:lnTo>
                  <a:lnTo>
                    <a:pt x="1272" y="1758"/>
                  </a:lnTo>
                  <a:lnTo>
                    <a:pt x="1272" y="1794"/>
                  </a:lnTo>
                  <a:lnTo>
                    <a:pt x="1284" y="1806"/>
                  </a:lnTo>
                  <a:lnTo>
                    <a:pt x="1284" y="1836"/>
                  </a:lnTo>
                  <a:lnTo>
                    <a:pt x="1296" y="1848"/>
                  </a:lnTo>
                  <a:lnTo>
                    <a:pt x="1314" y="1854"/>
                  </a:lnTo>
                  <a:lnTo>
                    <a:pt x="1326" y="1854"/>
                  </a:lnTo>
                  <a:lnTo>
                    <a:pt x="1338" y="1866"/>
                  </a:lnTo>
                  <a:lnTo>
                    <a:pt x="1380" y="1866"/>
                  </a:lnTo>
                  <a:lnTo>
                    <a:pt x="1380" y="1872"/>
                  </a:lnTo>
                  <a:lnTo>
                    <a:pt x="1386" y="1884"/>
                  </a:lnTo>
                  <a:lnTo>
                    <a:pt x="1410" y="1884"/>
                  </a:lnTo>
                  <a:lnTo>
                    <a:pt x="1410" y="1878"/>
                  </a:lnTo>
                  <a:lnTo>
                    <a:pt x="1398" y="1806"/>
                  </a:lnTo>
                  <a:lnTo>
                    <a:pt x="1416" y="1788"/>
                  </a:lnTo>
                  <a:lnTo>
                    <a:pt x="1398" y="1776"/>
                  </a:lnTo>
                  <a:lnTo>
                    <a:pt x="1398" y="1758"/>
                  </a:lnTo>
                  <a:lnTo>
                    <a:pt x="1404" y="1764"/>
                  </a:lnTo>
                  <a:lnTo>
                    <a:pt x="1422" y="1764"/>
                  </a:lnTo>
                  <a:lnTo>
                    <a:pt x="1428" y="1758"/>
                  </a:lnTo>
                  <a:lnTo>
                    <a:pt x="1428" y="1728"/>
                  </a:lnTo>
                  <a:lnTo>
                    <a:pt x="1452" y="1722"/>
                  </a:lnTo>
                  <a:lnTo>
                    <a:pt x="1458" y="1698"/>
                  </a:lnTo>
                  <a:lnTo>
                    <a:pt x="1476" y="1704"/>
                  </a:lnTo>
                  <a:lnTo>
                    <a:pt x="1494" y="1692"/>
                  </a:lnTo>
                  <a:lnTo>
                    <a:pt x="1488" y="1668"/>
                  </a:lnTo>
                  <a:lnTo>
                    <a:pt x="1500" y="1680"/>
                  </a:lnTo>
                  <a:lnTo>
                    <a:pt x="1500" y="1668"/>
                  </a:lnTo>
                  <a:lnTo>
                    <a:pt x="1506" y="1656"/>
                  </a:lnTo>
                  <a:lnTo>
                    <a:pt x="1512" y="1650"/>
                  </a:lnTo>
                  <a:lnTo>
                    <a:pt x="1518" y="1650"/>
                  </a:lnTo>
                  <a:lnTo>
                    <a:pt x="1524" y="1656"/>
                  </a:lnTo>
                  <a:lnTo>
                    <a:pt x="1524" y="1668"/>
                  </a:lnTo>
                  <a:lnTo>
                    <a:pt x="1542" y="1668"/>
                  </a:lnTo>
                  <a:lnTo>
                    <a:pt x="1554" y="1662"/>
                  </a:lnTo>
                  <a:lnTo>
                    <a:pt x="1572" y="1656"/>
                  </a:lnTo>
                  <a:lnTo>
                    <a:pt x="1596" y="1644"/>
                  </a:lnTo>
                  <a:lnTo>
                    <a:pt x="1602" y="1638"/>
                  </a:lnTo>
                  <a:lnTo>
                    <a:pt x="1608" y="1626"/>
                  </a:lnTo>
                  <a:lnTo>
                    <a:pt x="1620" y="1620"/>
                  </a:lnTo>
                  <a:lnTo>
                    <a:pt x="1626" y="1608"/>
                  </a:lnTo>
                  <a:lnTo>
                    <a:pt x="1632" y="1602"/>
                  </a:lnTo>
                  <a:lnTo>
                    <a:pt x="1632" y="1590"/>
                  </a:lnTo>
                  <a:lnTo>
                    <a:pt x="1626" y="1584"/>
                  </a:lnTo>
                  <a:lnTo>
                    <a:pt x="1626" y="1566"/>
                  </a:lnTo>
                  <a:lnTo>
                    <a:pt x="1632" y="1566"/>
                  </a:lnTo>
                  <a:lnTo>
                    <a:pt x="1656" y="1578"/>
                  </a:lnTo>
                  <a:lnTo>
                    <a:pt x="1662" y="1584"/>
                  </a:lnTo>
                  <a:lnTo>
                    <a:pt x="1674" y="1590"/>
                  </a:lnTo>
                  <a:lnTo>
                    <a:pt x="1686" y="1590"/>
                  </a:lnTo>
                  <a:lnTo>
                    <a:pt x="1692" y="1584"/>
                  </a:lnTo>
                  <a:lnTo>
                    <a:pt x="1710" y="1548"/>
                  </a:lnTo>
                  <a:lnTo>
                    <a:pt x="1716" y="1548"/>
                  </a:lnTo>
                  <a:lnTo>
                    <a:pt x="1734" y="1566"/>
                  </a:lnTo>
                  <a:lnTo>
                    <a:pt x="1746" y="1566"/>
                  </a:lnTo>
                  <a:lnTo>
                    <a:pt x="1752" y="1560"/>
                  </a:lnTo>
                  <a:lnTo>
                    <a:pt x="1758" y="1548"/>
                  </a:lnTo>
                  <a:lnTo>
                    <a:pt x="1764" y="1542"/>
                  </a:lnTo>
                  <a:lnTo>
                    <a:pt x="1770" y="1554"/>
                  </a:lnTo>
                  <a:lnTo>
                    <a:pt x="1776" y="1560"/>
                  </a:lnTo>
                  <a:lnTo>
                    <a:pt x="1782" y="1572"/>
                  </a:lnTo>
                  <a:lnTo>
                    <a:pt x="1794" y="1578"/>
                  </a:lnTo>
                  <a:lnTo>
                    <a:pt x="1800" y="1584"/>
                  </a:lnTo>
                  <a:lnTo>
                    <a:pt x="1818" y="1584"/>
                  </a:lnTo>
                  <a:lnTo>
                    <a:pt x="1824" y="1578"/>
                  </a:lnTo>
                  <a:lnTo>
                    <a:pt x="1830" y="1566"/>
                  </a:lnTo>
                  <a:lnTo>
                    <a:pt x="1842" y="1554"/>
                  </a:lnTo>
                  <a:lnTo>
                    <a:pt x="1848" y="1554"/>
                  </a:lnTo>
                  <a:lnTo>
                    <a:pt x="1860" y="1560"/>
                  </a:lnTo>
                  <a:lnTo>
                    <a:pt x="1872" y="1572"/>
                  </a:lnTo>
                  <a:lnTo>
                    <a:pt x="1872" y="1584"/>
                  </a:lnTo>
                  <a:lnTo>
                    <a:pt x="1878" y="1596"/>
                  </a:lnTo>
                  <a:lnTo>
                    <a:pt x="1878" y="1614"/>
                  </a:lnTo>
                  <a:lnTo>
                    <a:pt x="1914" y="1614"/>
                  </a:lnTo>
                  <a:lnTo>
                    <a:pt x="1920" y="1620"/>
                  </a:lnTo>
                  <a:lnTo>
                    <a:pt x="1926" y="1620"/>
                  </a:lnTo>
                  <a:lnTo>
                    <a:pt x="1926" y="1608"/>
                  </a:lnTo>
                  <a:lnTo>
                    <a:pt x="1932" y="1602"/>
                  </a:lnTo>
                  <a:lnTo>
                    <a:pt x="1932" y="1608"/>
                  </a:lnTo>
                  <a:lnTo>
                    <a:pt x="1956" y="1632"/>
                  </a:lnTo>
                  <a:lnTo>
                    <a:pt x="1962" y="1626"/>
                  </a:lnTo>
                  <a:lnTo>
                    <a:pt x="1968" y="1614"/>
                  </a:lnTo>
                  <a:lnTo>
                    <a:pt x="1968" y="1596"/>
                  </a:lnTo>
                  <a:lnTo>
                    <a:pt x="1962" y="1584"/>
                  </a:lnTo>
                  <a:lnTo>
                    <a:pt x="1980" y="1590"/>
                  </a:lnTo>
                  <a:lnTo>
                    <a:pt x="1992" y="1608"/>
                  </a:lnTo>
                  <a:lnTo>
                    <a:pt x="2004" y="1614"/>
                  </a:lnTo>
                  <a:lnTo>
                    <a:pt x="2004" y="1626"/>
                  </a:lnTo>
                  <a:lnTo>
                    <a:pt x="2010" y="1626"/>
                  </a:lnTo>
                  <a:lnTo>
                    <a:pt x="2016" y="1632"/>
                  </a:lnTo>
                  <a:lnTo>
                    <a:pt x="2028" y="1632"/>
                  </a:lnTo>
                  <a:lnTo>
                    <a:pt x="2034" y="1626"/>
                  </a:lnTo>
                  <a:lnTo>
                    <a:pt x="2034" y="1620"/>
                  </a:lnTo>
                  <a:lnTo>
                    <a:pt x="2028" y="1608"/>
                  </a:lnTo>
                  <a:lnTo>
                    <a:pt x="2022" y="1602"/>
                  </a:lnTo>
                  <a:lnTo>
                    <a:pt x="2010" y="1596"/>
                  </a:lnTo>
                  <a:lnTo>
                    <a:pt x="2004" y="1590"/>
                  </a:lnTo>
                  <a:lnTo>
                    <a:pt x="1998" y="1578"/>
                  </a:lnTo>
                  <a:lnTo>
                    <a:pt x="2010" y="1578"/>
                  </a:lnTo>
                  <a:lnTo>
                    <a:pt x="2022" y="1566"/>
                  </a:lnTo>
                  <a:lnTo>
                    <a:pt x="2022" y="1554"/>
                  </a:lnTo>
                  <a:lnTo>
                    <a:pt x="2016" y="1548"/>
                  </a:lnTo>
                  <a:lnTo>
                    <a:pt x="1968" y="1548"/>
                  </a:lnTo>
                  <a:lnTo>
                    <a:pt x="1962" y="1542"/>
                  </a:lnTo>
                  <a:lnTo>
                    <a:pt x="1962" y="1530"/>
                  </a:lnTo>
                  <a:lnTo>
                    <a:pt x="1968" y="1524"/>
                  </a:lnTo>
                  <a:lnTo>
                    <a:pt x="1986" y="1524"/>
                  </a:lnTo>
                  <a:lnTo>
                    <a:pt x="1998" y="1530"/>
                  </a:lnTo>
                  <a:lnTo>
                    <a:pt x="2004" y="1530"/>
                  </a:lnTo>
                  <a:lnTo>
                    <a:pt x="2016" y="1536"/>
                  </a:lnTo>
                  <a:lnTo>
                    <a:pt x="2028" y="1536"/>
                  </a:lnTo>
                  <a:lnTo>
                    <a:pt x="2064" y="1518"/>
                  </a:lnTo>
                  <a:lnTo>
                    <a:pt x="2070" y="1512"/>
                  </a:lnTo>
                  <a:lnTo>
                    <a:pt x="2082" y="1512"/>
                  </a:lnTo>
                  <a:lnTo>
                    <a:pt x="2082" y="1518"/>
                  </a:lnTo>
                  <a:lnTo>
                    <a:pt x="2106" y="1518"/>
                  </a:lnTo>
                  <a:lnTo>
                    <a:pt x="2118" y="1512"/>
                  </a:lnTo>
                  <a:lnTo>
                    <a:pt x="2124" y="1512"/>
                  </a:lnTo>
                  <a:lnTo>
                    <a:pt x="2130" y="1506"/>
                  </a:lnTo>
                  <a:lnTo>
                    <a:pt x="2130" y="1500"/>
                  </a:lnTo>
                  <a:lnTo>
                    <a:pt x="2136" y="1488"/>
                  </a:lnTo>
                  <a:lnTo>
                    <a:pt x="2136" y="1482"/>
                  </a:lnTo>
                  <a:lnTo>
                    <a:pt x="2142" y="1482"/>
                  </a:lnTo>
                  <a:lnTo>
                    <a:pt x="2142" y="1488"/>
                  </a:lnTo>
                  <a:lnTo>
                    <a:pt x="2148" y="1500"/>
                  </a:lnTo>
                  <a:lnTo>
                    <a:pt x="2148" y="1524"/>
                  </a:lnTo>
                  <a:lnTo>
                    <a:pt x="2154" y="1524"/>
                  </a:lnTo>
                  <a:lnTo>
                    <a:pt x="2160" y="1518"/>
                  </a:lnTo>
                  <a:lnTo>
                    <a:pt x="2172" y="1512"/>
                  </a:lnTo>
                  <a:lnTo>
                    <a:pt x="2190" y="1512"/>
                  </a:lnTo>
                  <a:lnTo>
                    <a:pt x="2202" y="1506"/>
                  </a:lnTo>
                  <a:lnTo>
                    <a:pt x="2214" y="1506"/>
                  </a:lnTo>
                  <a:lnTo>
                    <a:pt x="2226" y="1512"/>
                  </a:lnTo>
                  <a:lnTo>
                    <a:pt x="2232" y="1524"/>
                  </a:lnTo>
                  <a:lnTo>
                    <a:pt x="2232" y="1506"/>
                  </a:lnTo>
                  <a:lnTo>
                    <a:pt x="2244" y="1506"/>
                  </a:lnTo>
                  <a:lnTo>
                    <a:pt x="2256" y="1518"/>
                  </a:lnTo>
                  <a:lnTo>
                    <a:pt x="2256" y="1530"/>
                  </a:lnTo>
                  <a:lnTo>
                    <a:pt x="2286" y="1524"/>
                  </a:lnTo>
                  <a:lnTo>
                    <a:pt x="2280" y="1536"/>
                  </a:lnTo>
                  <a:lnTo>
                    <a:pt x="2280" y="1548"/>
                  </a:lnTo>
                  <a:lnTo>
                    <a:pt x="2286" y="1554"/>
                  </a:lnTo>
                  <a:lnTo>
                    <a:pt x="2286" y="1566"/>
                  </a:lnTo>
                  <a:lnTo>
                    <a:pt x="2298" y="1578"/>
                  </a:lnTo>
                  <a:lnTo>
                    <a:pt x="2310" y="1578"/>
                  </a:lnTo>
                  <a:lnTo>
                    <a:pt x="2328" y="1572"/>
                  </a:lnTo>
                  <a:lnTo>
                    <a:pt x="2352" y="1548"/>
                  </a:lnTo>
                  <a:lnTo>
                    <a:pt x="2370" y="1542"/>
                  </a:lnTo>
                  <a:lnTo>
                    <a:pt x="2382" y="1542"/>
                  </a:lnTo>
                  <a:lnTo>
                    <a:pt x="2394" y="1548"/>
                  </a:lnTo>
                  <a:lnTo>
                    <a:pt x="2400" y="1554"/>
                  </a:lnTo>
                  <a:lnTo>
                    <a:pt x="2418" y="1590"/>
                  </a:lnTo>
                  <a:lnTo>
                    <a:pt x="2418" y="1602"/>
                  </a:lnTo>
                  <a:lnTo>
                    <a:pt x="2424" y="1608"/>
                  </a:lnTo>
                  <a:lnTo>
                    <a:pt x="2436" y="1614"/>
                  </a:lnTo>
                  <a:lnTo>
                    <a:pt x="2466" y="1614"/>
                  </a:lnTo>
                  <a:lnTo>
                    <a:pt x="2460" y="1656"/>
                  </a:lnTo>
                  <a:lnTo>
                    <a:pt x="2460" y="1662"/>
                  </a:lnTo>
                  <a:lnTo>
                    <a:pt x="2454" y="1668"/>
                  </a:lnTo>
                  <a:lnTo>
                    <a:pt x="2436" y="1704"/>
                  </a:lnTo>
                  <a:lnTo>
                    <a:pt x="2436" y="1710"/>
                  </a:lnTo>
                  <a:lnTo>
                    <a:pt x="2448" y="1722"/>
                  </a:lnTo>
                  <a:lnTo>
                    <a:pt x="2454" y="1722"/>
                  </a:lnTo>
                  <a:lnTo>
                    <a:pt x="2460" y="1734"/>
                  </a:lnTo>
                  <a:lnTo>
                    <a:pt x="2436" y="1758"/>
                  </a:lnTo>
                  <a:lnTo>
                    <a:pt x="2454" y="1806"/>
                  </a:lnTo>
                  <a:lnTo>
                    <a:pt x="2472" y="1788"/>
                  </a:lnTo>
                  <a:lnTo>
                    <a:pt x="2478" y="1788"/>
                  </a:lnTo>
                  <a:lnTo>
                    <a:pt x="2478" y="1794"/>
                  </a:lnTo>
                  <a:lnTo>
                    <a:pt x="2472" y="1800"/>
                  </a:lnTo>
                  <a:lnTo>
                    <a:pt x="2466" y="1812"/>
                  </a:lnTo>
                  <a:lnTo>
                    <a:pt x="2466" y="1818"/>
                  </a:lnTo>
                  <a:lnTo>
                    <a:pt x="2460" y="1830"/>
                  </a:lnTo>
                  <a:lnTo>
                    <a:pt x="2478" y="1830"/>
                  </a:lnTo>
                  <a:lnTo>
                    <a:pt x="2478" y="1878"/>
                  </a:lnTo>
                  <a:lnTo>
                    <a:pt x="2496" y="1878"/>
                  </a:lnTo>
                  <a:lnTo>
                    <a:pt x="2502" y="1884"/>
                  </a:lnTo>
                  <a:lnTo>
                    <a:pt x="2508" y="1884"/>
                  </a:lnTo>
                  <a:lnTo>
                    <a:pt x="2508" y="1896"/>
                  </a:lnTo>
                  <a:lnTo>
                    <a:pt x="2502" y="1908"/>
                  </a:lnTo>
                  <a:lnTo>
                    <a:pt x="2502" y="1920"/>
                  </a:lnTo>
                  <a:lnTo>
                    <a:pt x="2526" y="1944"/>
                  </a:lnTo>
                  <a:lnTo>
                    <a:pt x="2532" y="1944"/>
                  </a:lnTo>
                  <a:lnTo>
                    <a:pt x="2538" y="1938"/>
                  </a:lnTo>
                  <a:lnTo>
                    <a:pt x="2550" y="1932"/>
                  </a:lnTo>
                  <a:lnTo>
                    <a:pt x="2556" y="1932"/>
                  </a:lnTo>
                  <a:lnTo>
                    <a:pt x="2562" y="1926"/>
                  </a:lnTo>
                  <a:lnTo>
                    <a:pt x="2568" y="1914"/>
                  </a:lnTo>
                  <a:lnTo>
                    <a:pt x="2568" y="1896"/>
                  </a:lnTo>
                  <a:lnTo>
                    <a:pt x="2586" y="1896"/>
                  </a:lnTo>
                  <a:lnTo>
                    <a:pt x="2586" y="1872"/>
                  </a:lnTo>
                  <a:lnTo>
                    <a:pt x="2604" y="1836"/>
                  </a:lnTo>
                  <a:lnTo>
                    <a:pt x="2604" y="1818"/>
                  </a:lnTo>
                  <a:lnTo>
                    <a:pt x="2610" y="1806"/>
                  </a:lnTo>
                  <a:lnTo>
                    <a:pt x="2610" y="1794"/>
                  </a:lnTo>
                  <a:lnTo>
                    <a:pt x="2604" y="1782"/>
                  </a:lnTo>
                  <a:lnTo>
                    <a:pt x="2604" y="1770"/>
                  </a:lnTo>
                  <a:lnTo>
                    <a:pt x="2598" y="1752"/>
                  </a:lnTo>
                  <a:lnTo>
                    <a:pt x="2592" y="1740"/>
                  </a:lnTo>
                  <a:lnTo>
                    <a:pt x="2586" y="1722"/>
                  </a:lnTo>
                  <a:lnTo>
                    <a:pt x="2586" y="1704"/>
                  </a:lnTo>
                  <a:lnTo>
                    <a:pt x="2592" y="1686"/>
                  </a:lnTo>
                  <a:lnTo>
                    <a:pt x="2598" y="1674"/>
                  </a:lnTo>
                  <a:lnTo>
                    <a:pt x="2598" y="1644"/>
                  </a:lnTo>
                  <a:lnTo>
                    <a:pt x="2592" y="1626"/>
                  </a:lnTo>
                  <a:lnTo>
                    <a:pt x="2586" y="1614"/>
                  </a:lnTo>
                  <a:lnTo>
                    <a:pt x="2580" y="1596"/>
                  </a:lnTo>
                  <a:lnTo>
                    <a:pt x="2574" y="1584"/>
                  </a:lnTo>
                  <a:lnTo>
                    <a:pt x="2574" y="1518"/>
                  </a:lnTo>
                  <a:lnTo>
                    <a:pt x="2580" y="1488"/>
                  </a:lnTo>
                  <a:lnTo>
                    <a:pt x="2586" y="1470"/>
                  </a:lnTo>
                  <a:lnTo>
                    <a:pt x="2598" y="1452"/>
                  </a:lnTo>
                  <a:lnTo>
                    <a:pt x="2604" y="1440"/>
                  </a:lnTo>
                  <a:lnTo>
                    <a:pt x="2610" y="1422"/>
                  </a:lnTo>
                  <a:lnTo>
                    <a:pt x="2616" y="1416"/>
                  </a:lnTo>
                  <a:lnTo>
                    <a:pt x="2616" y="1410"/>
                  </a:lnTo>
                  <a:lnTo>
                    <a:pt x="2628" y="1398"/>
                  </a:lnTo>
                  <a:lnTo>
                    <a:pt x="2652" y="1380"/>
                  </a:lnTo>
                  <a:lnTo>
                    <a:pt x="2658" y="1356"/>
                  </a:lnTo>
                  <a:lnTo>
                    <a:pt x="2670" y="1368"/>
                  </a:lnTo>
                  <a:lnTo>
                    <a:pt x="2676" y="1344"/>
                  </a:lnTo>
                  <a:lnTo>
                    <a:pt x="2730" y="1344"/>
                  </a:lnTo>
                  <a:lnTo>
                    <a:pt x="2730" y="1314"/>
                  </a:lnTo>
                  <a:lnTo>
                    <a:pt x="2748" y="1320"/>
                  </a:lnTo>
                  <a:lnTo>
                    <a:pt x="2754" y="1308"/>
                  </a:lnTo>
                  <a:lnTo>
                    <a:pt x="2772" y="1308"/>
                  </a:lnTo>
                  <a:lnTo>
                    <a:pt x="2796" y="1278"/>
                  </a:lnTo>
                  <a:lnTo>
                    <a:pt x="2796" y="1272"/>
                  </a:lnTo>
                  <a:lnTo>
                    <a:pt x="2802" y="1266"/>
                  </a:lnTo>
                  <a:lnTo>
                    <a:pt x="2814" y="1242"/>
                  </a:lnTo>
                  <a:lnTo>
                    <a:pt x="2832" y="1236"/>
                  </a:lnTo>
                  <a:lnTo>
                    <a:pt x="2862" y="1236"/>
                  </a:lnTo>
                  <a:lnTo>
                    <a:pt x="2874" y="1242"/>
                  </a:lnTo>
                  <a:lnTo>
                    <a:pt x="2886" y="1242"/>
                  </a:lnTo>
                  <a:lnTo>
                    <a:pt x="2892" y="1236"/>
                  </a:lnTo>
                  <a:lnTo>
                    <a:pt x="2904" y="1212"/>
                  </a:lnTo>
                  <a:lnTo>
                    <a:pt x="2910" y="1206"/>
                  </a:lnTo>
                  <a:lnTo>
                    <a:pt x="2916" y="1194"/>
                  </a:lnTo>
                  <a:lnTo>
                    <a:pt x="2928" y="1200"/>
                  </a:lnTo>
                  <a:lnTo>
                    <a:pt x="2934" y="1176"/>
                  </a:lnTo>
                  <a:lnTo>
                    <a:pt x="3018" y="1170"/>
                  </a:lnTo>
                  <a:lnTo>
                    <a:pt x="3024" y="1146"/>
                  </a:lnTo>
                  <a:lnTo>
                    <a:pt x="2982" y="1152"/>
                  </a:lnTo>
                  <a:lnTo>
                    <a:pt x="2988" y="1146"/>
                  </a:lnTo>
                  <a:lnTo>
                    <a:pt x="3000" y="1140"/>
                  </a:lnTo>
                  <a:lnTo>
                    <a:pt x="3006" y="1140"/>
                  </a:lnTo>
                  <a:lnTo>
                    <a:pt x="3006" y="1134"/>
                  </a:lnTo>
                  <a:lnTo>
                    <a:pt x="3000" y="1128"/>
                  </a:lnTo>
                  <a:lnTo>
                    <a:pt x="2994" y="1116"/>
                  </a:lnTo>
                  <a:lnTo>
                    <a:pt x="2988" y="1110"/>
                  </a:lnTo>
                  <a:lnTo>
                    <a:pt x="3024" y="1104"/>
                  </a:lnTo>
                  <a:lnTo>
                    <a:pt x="3048" y="1116"/>
                  </a:lnTo>
                  <a:lnTo>
                    <a:pt x="3078" y="1080"/>
                  </a:lnTo>
                  <a:lnTo>
                    <a:pt x="3024" y="1074"/>
                  </a:lnTo>
                  <a:lnTo>
                    <a:pt x="3024" y="1050"/>
                  </a:lnTo>
                  <a:lnTo>
                    <a:pt x="3036" y="1062"/>
                  </a:lnTo>
                  <a:lnTo>
                    <a:pt x="3078" y="1050"/>
                  </a:lnTo>
                  <a:lnTo>
                    <a:pt x="3084" y="990"/>
                  </a:lnTo>
                  <a:lnTo>
                    <a:pt x="3054" y="1002"/>
                  </a:lnTo>
                  <a:lnTo>
                    <a:pt x="3048" y="972"/>
                  </a:lnTo>
                  <a:lnTo>
                    <a:pt x="3024" y="960"/>
                  </a:lnTo>
                  <a:lnTo>
                    <a:pt x="3072" y="978"/>
                  </a:lnTo>
                  <a:lnTo>
                    <a:pt x="3078" y="972"/>
                  </a:lnTo>
                  <a:lnTo>
                    <a:pt x="3060" y="954"/>
                  </a:lnTo>
                  <a:lnTo>
                    <a:pt x="3090" y="954"/>
                  </a:lnTo>
                  <a:lnTo>
                    <a:pt x="3084" y="948"/>
                  </a:lnTo>
                  <a:lnTo>
                    <a:pt x="3078" y="936"/>
                  </a:lnTo>
                  <a:lnTo>
                    <a:pt x="3060" y="918"/>
                  </a:lnTo>
                  <a:lnTo>
                    <a:pt x="3054" y="906"/>
                  </a:lnTo>
                  <a:lnTo>
                    <a:pt x="3054" y="894"/>
                  </a:lnTo>
                  <a:lnTo>
                    <a:pt x="3060" y="888"/>
                  </a:lnTo>
                  <a:lnTo>
                    <a:pt x="3042" y="870"/>
                  </a:lnTo>
                  <a:lnTo>
                    <a:pt x="3042" y="864"/>
                  </a:lnTo>
                  <a:lnTo>
                    <a:pt x="3048" y="864"/>
                  </a:lnTo>
                  <a:lnTo>
                    <a:pt x="3066" y="846"/>
                  </a:lnTo>
                  <a:lnTo>
                    <a:pt x="3072" y="846"/>
                  </a:lnTo>
                  <a:lnTo>
                    <a:pt x="3066" y="870"/>
                  </a:lnTo>
                  <a:lnTo>
                    <a:pt x="3096" y="894"/>
                  </a:lnTo>
                  <a:lnTo>
                    <a:pt x="3096" y="888"/>
                  </a:lnTo>
                  <a:lnTo>
                    <a:pt x="3102" y="882"/>
                  </a:lnTo>
                  <a:lnTo>
                    <a:pt x="3102" y="864"/>
                  </a:lnTo>
                  <a:lnTo>
                    <a:pt x="3108" y="852"/>
                  </a:lnTo>
                  <a:lnTo>
                    <a:pt x="3108" y="834"/>
                  </a:lnTo>
                  <a:lnTo>
                    <a:pt x="3114" y="822"/>
                  </a:lnTo>
                  <a:lnTo>
                    <a:pt x="3144" y="792"/>
                  </a:lnTo>
                  <a:lnTo>
                    <a:pt x="3156" y="786"/>
                  </a:lnTo>
                  <a:lnTo>
                    <a:pt x="3162" y="786"/>
                  </a:lnTo>
                  <a:lnTo>
                    <a:pt x="3162" y="792"/>
                  </a:lnTo>
                  <a:lnTo>
                    <a:pt x="3150" y="816"/>
                  </a:lnTo>
                  <a:lnTo>
                    <a:pt x="3132" y="834"/>
                  </a:lnTo>
                  <a:lnTo>
                    <a:pt x="3126" y="846"/>
                  </a:lnTo>
                  <a:lnTo>
                    <a:pt x="3120" y="882"/>
                  </a:lnTo>
                  <a:lnTo>
                    <a:pt x="3138" y="882"/>
                  </a:lnTo>
                  <a:lnTo>
                    <a:pt x="3138" y="894"/>
                  </a:lnTo>
                  <a:lnTo>
                    <a:pt x="3132" y="906"/>
                  </a:lnTo>
                  <a:lnTo>
                    <a:pt x="3132" y="918"/>
                  </a:lnTo>
                  <a:lnTo>
                    <a:pt x="3114" y="936"/>
                  </a:lnTo>
                  <a:lnTo>
                    <a:pt x="3102" y="960"/>
                  </a:lnTo>
                  <a:lnTo>
                    <a:pt x="3102" y="978"/>
                  </a:lnTo>
                  <a:lnTo>
                    <a:pt x="3126" y="954"/>
                  </a:lnTo>
                  <a:lnTo>
                    <a:pt x="3132" y="942"/>
                  </a:lnTo>
                  <a:lnTo>
                    <a:pt x="3144" y="930"/>
                  </a:lnTo>
                  <a:lnTo>
                    <a:pt x="3168" y="918"/>
                  </a:lnTo>
                  <a:lnTo>
                    <a:pt x="3180" y="906"/>
                  </a:lnTo>
                  <a:lnTo>
                    <a:pt x="3192" y="882"/>
                  </a:lnTo>
                  <a:lnTo>
                    <a:pt x="3192" y="798"/>
                  </a:lnTo>
                  <a:lnTo>
                    <a:pt x="3198" y="780"/>
                  </a:lnTo>
                  <a:lnTo>
                    <a:pt x="3198" y="768"/>
                  </a:lnTo>
                  <a:lnTo>
                    <a:pt x="3204" y="756"/>
                  </a:lnTo>
                  <a:lnTo>
                    <a:pt x="3210" y="756"/>
                  </a:lnTo>
                  <a:lnTo>
                    <a:pt x="3210" y="768"/>
                  </a:lnTo>
                  <a:lnTo>
                    <a:pt x="3204" y="780"/>
                  </a:lnTo>
                  <a:lnTo>
                    <a:pt x="3204" y="798"/>
                  </a:lnTo>
                  <a:lnTo>
                    <a:pt x="3210" y="798"/>
                  </a:lnTo>
                  <a:lnTo>
                    <a:pt x="3216" y="804"/>
                  </a:lnTo>
                  <a:lnTo>
                    <a:pt x="3216" y="840"/>
                  </a:lnTo>
                  <a:lnTo>
                    <a:pt x="3234" y="822"/>
                  </a:lnTo>
                  <a:lnTo>
                    <a:pt x="3240" y="810"/>
                  </a:lnTo>
                  <a:lnTo>
                    <a:pt x="3288" y="762"/>
                  </a:lnTo>
                  <a:lnTo>
                    <a:pt x="3300" y="756"/>
                  </a:lnTo>
                  <a:lnTo>
                    <a:pt x="3324" y="732"/>
                  </a:lnTo>
                  <a:lnTo>
                    <a:pt x="3324" y="726"/>
                  </a:lnTo>
                  <a:lnTo>
                    <a:pt x="3318" y="720"/>
                  </a:lnTo>
                  <a:lnTo>
                    <a:pt x="3312" y="720"/>
                  </a:lnTo>
                  <a:lnTo>
                    <a:pt x="3306" y="714"/>
                  </a:lnTo>
                  <a:lnTo>
                    <a:pt x="3306" y="702"/>
                  </a:lnTo>
                  <a:lnTo>
                    <a:pt x="3312" y="696"/>
                  </a:lnTo>
                  <a:lnTo>
                    <a:pt x="3324" y="696"/>
                  </a:lnTo>
                  <a:lnTo>
                    <a:pt x="3330" y="702"/>
                  </a:lnTo>
                  <a:lnTo>
                    <a:pt x="3360" y="702"/>
                  </a:lnTo>
                  <a:lnTo>
                    <a:pt x="3390" y="696"/>
                  </a:lnTo>
                  <a:lnTo>
                    <a:pt x="3450" y="672"/>
                  </a:lnTo>
                  <a:lnTo>
                    <a:pt x="3462" y="666"/>
                  </a:lnTo>
                  <a:lnTo>
                    <a:pt x="3444" y="660"/>
                  </a:lnTo>
                  <a:lnTo>
                    <a:pt x="3438" y="660"/>
                  </a:lnTo>
                  <a:lnTo>
                    <a:pt x="3432" y="666"/>
                  </a:lnTo>
                  <a:lnTo>
                    <a:pt x="3414" y="672"/>
                  </a:lnTo>
                  <a:lnTo>
                    <a:pt x="3402" y="672"/>
                  </a:lnTo>
                  <a:lnTo>
                    <a:pt x="3390" y="678"/>
                  </a:lnTo>
                  <a:lnTo>
                    <a:pt x="3372" y="678"/>
                  </a:lnTo>
                  <a:lnTo>
                    <a:pt x="3360" y="684"/>
                  </a:lnTo>
                  <a:lnTo>
                    <a:pt x="3348" y="684"/>
                  </a:lnTo>
                  <a:lnTo>
                    <a:pt x="3342" y="678"/>
                  </a:lnTo>
                  <a:lnTo>
                    <a:pt x="3342" y="672"/>
                  </a:lnTo>
                  <a:lnTo>
                    <a:pt x="3348" y="666"/>
                  </a:lnTo>
                  <a:lnTo>
                    <a:pt x="3354" y="654"/>
                  </a:lnTo>
                  <a:lnTo>
                    <a:pt x="3366" y="654"/>
                  </a:lnTo>
                  <a:lnTo>
                    <a:pt x="3378" y="648"/>
                  </a:lnTo>
                  <a:lnTo>
                    <a:pt x="3402" y="648"/>
                  </a:lnTo>
                  <a:lnTo>
                    <a:pt x="3492" y="642"/>
                  </a:lnTo>
                  <a:lnTo>
                    <a:pt x="3534" y="606"/>
                  </a:lnTo>
                  <a:lnTo>
                    <a:pt x="3546" y="618"/>
                  </a:lnTo>
                  <a:lnTo>
                    <a:pt x="3570" y="606"/>
                  </a:lnTo>
                  <a:lnTo>
                    <a:pt x="3570" y="642"/>
                  </a:lnTo>
                  <a:lnTo>
                    <a:pt x="3600" y="618"/>
                  </a:lnTo>
                  <a:lnTo>
                    <a:pt x="3624" y="612"/>
                  </a:lnTo>
                  <a:lnTo>
                    <a:pt x="3630" y="582"/>
                  </a:lnTo>
                  <a:lnTo>
                    <a:pt x="3618" y="570"/>
                  </a:lnTo>
                  <a:lnTo>
                    <a:pt x="3612" y="600"/>
                  </a:lnTo>
                  <a:lnTo>
                    <a:pt x="3588" y="600"/>
                  </a:lnTo>
                  <a:lnTo>
                    <a:pt x="3588" y="576"/>
                  </a:lnTo>
                  <a:lnTo>
                    <a:pt x="3570" y="552"/>
                  </a:lnTo>
                  <a:lnTo>
                    <a:pt x="3594" y="540"/>
                  </a:lnTo>
                  <a:lnTo>
                    <a:pt x="3600" y="504"/>
                  </a:lnTo>
                  <a:lnTo>
                    <a:pt x="3612" y="498"/>
                  </a:lnTo>
                  <a:lnTo>
                    <a:pt x="3618" y="486"/>
                  </a:lnTo>
                  <a:lnTo>
                    <a:pt x="3630" y="480"/>
                  </a:lnTo>
                  <a:lnTo>
                    <a:pt x="3636" y="474"/>
                  </a:lnTo>
                  <a:lnTo>
                    <a:pt x="3648" y="468"/>
                  </a:lnTo>
                  <a:lnTo>
                    <a:pt x="3654" y="456"/>
                  </a:lnTo>
                  <a:lnTo>
                    <a:pt x="3654" y="450"/>
                  </a:lnTo>
                  <a:lnTo>
                    <a:pt x="3660" y="444"/>
                  </a:lnTo>
                  <a:lnTo>
                    <a:pt x="3660" y="438"/>
                  </a:lnTo>
                  <a:lnTo>
                    <a:pt x="3690" y="444"/>
                  </a:lnTo>
                  <a:lnTo>
                    <a:pt x="3702" y="426"/>
                  </a:lnTo>
                  <a:lnTo>
                    <a:pt x="3708" y="432"/>
                  </a:lnTo>
                  <a:lnTo>
                    <a:pt x="3720" y="432"/>
                  </a:lnTo>
                  <a:lnTo>
                    <a:pt x="3726" y="426"/>
                  </a:lnTo>
                  <a:lnTo>
                    <a:pt x="3738" y="420"/>
                  </a:lnTo>
                  <a:lnTo>
                    <a:pt x="3744" y="408"/>
                  </a:lnTo>
                  <a:lnTo>
                    <a:pt x="3756" y="402"/>
                  </a:lnTo>
                  <a:lnTo>
                    <a:pt x="3774" y="384"/>
                  </a:lnTo>
                  <a:lnTo>
                    <a:pt x="3774" y="414"/>
                  </a:lnTo>
                  <a:lnTo>
                    <a:pt x="3786" y="408"/>
                  </a:lnTo>
                  <a:lnTo>
                    <a:pt x="3792" y="402"/>
                  </a:lnTo>
                  <a:lnTo>
                    <a:pt x="3828" y="384"/>
                  </a:lnTo>
                  <a:lnTo>
                    <a:pt x="3834" y="378"/>
                  </a:lnTo>
                  <a:lnTo>
                    <a:pt x="3846" y="378"/>
                  </a:lnTo>
                  <a:lnTo>
                    <a:pt x="3858" y="372"/>
                  </a:lnTo>
                  <a:lnTo>
                    <a:pt x="3876" y="372"/>
                  </a:lnTo>
                  <a:lnTo>
                    <a:pt x="3888" y="366"/>
                  </a:lnTo>
                  <a:lnTo>
                    <a:pt x="3900" y="366"/>
                  </a:lnTo>
                  <a:lnTo>
                    <a:pt x="3900" y="330"/>
                  </a:lnTo>
                  <a:lnTo>
                    <a:pt x="3876" y="330"/>
                  </a:lnTo>
                  <a:lnTo>
                    <a:pt x="3876" y="324"/>
                  </a:lnTo>
                  <a:lnTo>
                    <a:pt x="3882" y="312"/>
                  </a:lnTo>
                  <a:lnTo>
                    <a:pt x="3894" y="300"/>
                  </a:lnTo>
                  <a:lnTo>
                    <a:pt x="3888" y="294"/>
                  </a:lnTo>
                  <a:lnTo>
                    <a:pt x="3882" y="294"/>
                  </a:lnTo>
                  <a:lnTo>
                    <a:pt x="3876" y="288"/>
                  </a:lnTo>
                  <a:lnTo>
                    <a:pt x="3876" y="276"/>
                  </a:lnTo>
                  <a:lnTo>
                    <a:pt x="3888" y="252"/>
                  </a:lnTo>
                  <a:lnTo>
                    <a:pt x="3900" y="222"/>
                  </a:lnTo>
                  <a:lnTo>
                    <a:pt x="3912" y="198"/>
                  </a:lnTo>
                  <a:lnTo>
                    <a:pt x="3918" y="174"/>
                  </a:lnTo>
                  <a:lnTo>
                    <a:pt x="3918" y="168"/>
                  </a:lnTo>
                  <a:lnTo>
                    <a:pt x="3912" y="162"/>
                  </a:lnTo>
                  <a:lnTo>
                    <a:pt x="3876" y="162"/>
                  </a:lnTo>
                  <a:lnTo>
                    <a:pt x="3864" y="168"/>
                  </a:lnTo>
                  <a:lnTo>
                    <a:pt x="3858" y="168"/>
                  </a:lnTo>
                  <a:close/>
                  <a:moveTo>
                    <a:pt x="2718" y="366"/>
                  </a:moveTo>
                  <a:lnTo>
                    <a:pt x="2712" y="366"/>
                  </a:lnTo>
                  <a:lnTo>
                    <a:pt x="2712" y="354"/>
                  </a:lnTo>
                  <a:lnTo>
                    <a:pt x="2718" y="348"/>
                  </a:lnTo>
                  <a:lnTo>
                    <a:pt x="2718" y="336"/>
                  </a:lnTo>
                  <a:lnTo>
                    <a:pt x="2712" y="336"/>
                  </a:lnTo>
                  <a:lnTo>
                    <a:pt x="2700" y="342"/>
                  </a:lnTo>
                  <a:lnTo>
                    <a:pt x="2694" y="348"/>
                  </a:lnTo>
                  <a:lnTo>
                    <a:pt x="2682" y="354"/>
                  </a:lnTo>
                  <a:lnTo>
                    <a:pt x="2676" y="372"/>
                  </a:lnTo>
                  <a:lnTo>
                    <a:pt x="2664" y="366"/>
                  </a:lnTo>
                  <a:lnTo>
                    <a:pt x="2664" y="378"/>
                  </a:lnTo>
                  <a:lnTo>
                    <a:pt x="2652" y="402"/>
                  </a:lnTo>
                  <a:lnTo>
                    <a:pt x="2628" y="414"/>
                  </a:lnTo>
                  <a:lnTo>
                    <a:pt x="2628" y="426"/>
                  </a:lnTo>
                  <a:lnTo>
                    <a:pt x="2634" y="432"/>
                  </a:lnTo>
                  <a:lnTo>
                    <a:pt x="2628" y="432"/>
                  </a:lnTo>
                  <a:lnTo>
                    <a:pt x="2598" y="462"/>
                  </a:lnTo>
                  <a:lnTo>
                    <a:pt x="2598" y="468"/>
                  </a:lnTo>
                  <a:lnTo>
                    <a:pt x="2604" y="474"/>
                  </a:lnTo>
                  <a:lnTo>
                    <a:pt x="2610" y="474"/>
                  </a:lnTo>
                  <a:lnTo>
                    <a:pt x="2616" y="480"/>
                  </a:lnTo>
                  <a:lnTo>
                    <a:pt x="2616" y="492"/>
                  </a:lnTo>
                  <a:lnTo>
                    <a:pt x="2610" y="498"/>
                  </a:lnTo>
                  <a:lnTo>
                    <a:pt x="2604" y="498"/>
                  </a:lnTo>
                  <a:lnTo>
                    <a:pt x="2604" y="510"/>
                  </a:lnTo>
                  <a:lnTo>
                    <a:pt x="2592" y="534"/>
                  </a:lnTo>
                  <a:lnTo>
                    <a:pt x="2580" y="552"/>
                  </a:lnTo>
                  <a:lnTo>
                    <a:pt x="2550" y="582"/>
                  </a:lnTo>
                  <a:lnTo>
                    <a:pt x="2478" y="618"/>
                  </a:lnTo>
                  <a:lnTo>
                    <a:pt x="2484" y="588"/>
                  </a:lnTo>
                  <a:lnTo>
                    <a:pt x="2478" y="582"/>
                  </a:lnTo>
                  <a:lnTo>
                    <a:pt x="2478" y="576"/>
                  </a:lnTo>
                  <a:lnTo>
                    <a:pt x="2472" y="570"/>
                  </a:lnTo>
                  <a:lnTo>
                    <a:pt x="2472" y="564"/>
                  </a:lnTo>
                  <a:lnTo>
                    <a:pt x="2478" y="552"/>
                  </a:lnTo>
                  <a:lnTo>
                    <a:pt x="2496" y="534"/>
                  </a:lnTo>
                  <a:lnTo>
                    <a:pt x="2502" y="522"/>
                  </a:lnTo>
                  <a:lnTo>
                    <a:pt x="2502" y="516"/>
                  </a:lnTo>
                  <a:lnTo>
                    <a:pt x="2496" y="510"/>
                  </a:lnTo>
                  <a:lnTo>
                    <a:pt x="2496" y="492"/>
                  </a:lnTo>
                  <a:lnTo>
                    <a:pt x="2502" y="480"/>
                  </a:lnTo>
                  <a:lnTo>
                    <a:pt x="2508" y="474"/>
                  </a:lnTo>
                  <a:lnTo>
                    <a:pt x="2514" y="462"/>
                  </a:lnTo>
                  <a:lnTo>
                    <a:pt x="2526" y="456"/>
                  </a:lnTo>
                  <a:lnTo>
                    <a:pt x="2532" y="450"/>
                  </a:lnTo>
                  <a:lnTo>
                    <a:pt x="2532" y="432"/>
                  </a:lnTo>
                  <a:lnTo>
                    <a:pt x="2538" y="432"/>
                  </a:lnTo>
                  <a:lnTo>
                    <a:pt x="2622" y="348"/>
                  </a:lnTo>
                  <a:lnTo>
                    <a:pt x="2592" y="354"/>
                  </a:lnTo>
                  <a:lnTo>
                    <a:pt x="2580" y="360"/>
                  </a:lnTo>
                  <a:lnTo>
                    <a:pt x="2574" y="366"/>
                  </a:lnTo>
                  <a:lnTo>
                    <a:pt x="2562" y="372"/>
                  </a:lnTo>
                  <a:lnTo>
                    <a:pt x="2556" y="378"/>
                  </a:lnTo>
                  <a:lnTo>
                    <a:pt x="2550" y="378"/>
                  </a:lnTo>
                  <a:lnTo>
                    <a:pt x="2550" y="372"/>
                  </a:lnTo>
                  <a:lnTo>
                    <a:pt x="2556" y="366"/>
                  </a:lnTo>
                  <a:lnTo>
                    <a:pt x="2568" y="360"/>
                  </a:lnTo>
                  <a:lnTo>
                    <a:pt x="2592" y="336"/>
                  </a:lnTo>
                  <a:lnTo>
                    <a:pt x="2604" y="330"/>
                  </a:lnTo>
                  <a:lnTo>
                    <a:pt x="2658" y="276"/>
                  </a:lnTo>
                  <a:lnTo>
                    <a:pt x="2670" y="288"/>
                  </a:lnTo>
                  <a:lnTo>
                    <a:pt x="2682" y="276"/>
                  </a:lnTo>
                  <a:lnTo>
                    <a:pt x="2682" y="288"/>
                  </a:lnTo>
                  <a:lnTo>
                    <a:pt x="2694" y="288"/>
                  </a:lnTo>
                  <a:lnTo>
                    <a:pt x="2700" y="282"/>
                  </a:lnTo>
                  <a:lnTo>
                    <a:pt x="2700" y="270"/>
                  </a:lnTo>
                  <a:lnTo>
                    <a:pt x="2724" y="276"/>
                  </a:lnTo>
                  <a:lnTo>
                    <a:pt x="2736" y="270"/>
                  </a:lnTo>
                  <a:lnTo>
                    <a:pt x="2742" y="270"/>
                  </a:lnTo>
                  <a:lnTo>
                    <a:pt x="2754" y="264"/>
                  </a:lnTo>
                  <a:lnTo>
                    <a:pt x="2772" y="264"/>
                  </a:lnTo>
                  <a:lnTo>
                    <a:pt x="2784" y="270"/>
                  </a:lnTo>
                  <a:lnTo>
                    <a:pt x="2790" y="276"/>
                  </a:lnTo>
                  <a:lnTo>
                    <a:pt x="2796" y="288"/>
                  </a:lnTo>
                  <a:lnTo>
                    <a:pt x="2772" y="294"/>
                  </a:lnTo>
                  <a:lnTo>
                    <a:pt x="2772" y="318"/>
                  </a:lnTo>
                  <a:lnTo>
                    <a:pt x="2742" y="318"/>
                  </a:lnTo>
                  <a:lnTo>
                    <a:pt x="2736" y="324"/>
                  </a:lnTo>
                  <a:lnTo>
                    <a:pt x="2736" y="360"/>
                  </a:lnTo>
                  <a:lnTo>
                    <a:pt x="2730" y="366"/>
                  </a:lnTo>
                  <a:lnTo>
                    <a:pt x="2718" y="366"/>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3" name="Uruguay" descr="© INSCALE GmbH, 05.05.2010&#10;http://www.presentationload.com/">
              <a:extLst>
                <a:ext uri="{FF2B5EF4-FFF2-40B4-BE49-F238E27FC236}">
                  <a16:creationId xmlns:a16="http://schemas.microsoft.com/office/drawing/2014/main" id="{A115AA0C-9719-5E47-A567-A7E234F0D019}"/>
                </a:ext>
              </a:extLst>
            </p:cNvPr>
            <p:cNvSpPr>
              <a:spLocks/>
            </p:cNvSpPr>
            <p:nvPr/>
          </p:nvSpPr>
          <p:spPr bwMode="gray">
            <a:xfrm>
              <a:off x="4072679" y="5162405"/>
              <a:ext cx="154502" cy="161077"/>
            </a:xfrm>
            <a:custGeom>
              <a:avLst/>
              <a:gdLst>
                <a:gd name="T0" fmla="*/ 2147483647 w 366"/>
                <a:gd name="T1" fmla="*/ 2147483647 h 384"/>
                <a:gd name="T2" fmla="*/ 2147483647 w 366"/>
                <a:gd name="T3" fmla="*/ 2147483647 h 384"/>
                <a:gd name="T4" fmla="*/ 2147483647 w 366"/>
                <a:gd name="T5" fmla="*/ 2147483647 h 384"/>
                <a:gd name="T6" fmla="*/ 2147483647 w 366"/>
                <a:gd name="T7" fmla="*/ 2147483647 h 384"/>
                <a:gd name="T8" fmla="*/ 2147483647 w 366"/>
                <a:gd name="T9" fmla="*/ 2147483647 h 384"/>
                <a:gd name="T10" fmla="*/ 2147483647 w 366"/>
                <a:gd name="T11" fmla="*/ 2147483647 h 384"/>
                <a:gd name="T12" fmla="*/ 2147483647 w 366"/>
                <a:gd name="T13" fmla="*/ 2147483647 h 384"/>
                <a:gd name="T14" fmla="*/ 2147483647 w 366"/>
                <a:gd name="T15" fmla="*/ 2147483647 h 384"/>
                <a:gd name="T16" fmla="*/ 2147483647 w 366"/>
                <a:gd name="T17" fmla="*/ 2147483647 h 384"/>
                <a:gd name="T18" fmla="*/ 2147483647 w 366"/>
                <a:gd name="T19" fmla="*/ 2147483647 h 384"/>
                <a:gd name="T20" fmla="*/ 2147483647 w 366"/>
                <a:gd name="T21" fmla="*/ 2147483647 h 384"/>
                <a:gd name="T22" fmla="*/ 2147483647 w 366"/>
                <a:gd name="T23" fmla="*/ 2147483647 h 384"/>
                <a:gd name="T24" fmla="*/ 2147483647 w 366"/>
                <a:gd name="T25" fmla="*/ 2147483647 h 384"/>
                <a:gd name="T26" fmla="*/ 2147483647 w 366"/>
                <a:gd name="T27" fmla="*/ 2147483647 h 384"/>
                <a:gd name="T28" fmla="*/ 2147483647 w 366"/>
                <a:gd name="T29" fmla="*/ 2147483647 h 384"/>
                <a:gd name="T30" fmla="*/ 2147483647 w 366"/>
                <a:gd name="T31" fmla="*/ 2147483647 h 384"/>
                <a:gd name="T32" fmla="*/ 2147483647 w 366"/>
                <a:gd name="T33" fmla="*/ 2147483647 h 384"/>
                <a:gd name="T34" fmla="*/ 2147483647 w 366"/>
                <a:gd name="T35" fmla="*/ 2147483647 h 384"/>
                <a:gd name="T36" fmla="*/ 2147483647 w 366"/>
                <a:gd name="T37" fmla="*/ 2147483647 h 384"/>
                <a:gd name="T38" fmla="*/ 2147483647 w 366"/>
                <a:gd name="T39" fmla="*/ 2147483647 h 384"/>
                <a:gd name="T40" fmla="*/ 2147483647 w 366"/>
                <a:gd name="T41" fmla="*/ 2147483647 h 384"/>
                <a:gd name="T42" fmla="*/ 2147483647 w 366"/>
                <a:gd name="T43" fmla="*/ 2147483647 h 384"/>
                <a:gd name="T44" fmla="*/ 2147483647 w 366"/>
                <a:gd name="T45" fmla="*/ 0 h 384"/>
                <a:gd name="T46" fmla="*/ 2147483647 w 366"/>
                <a:gd name="T47" fmla="*/ 2147483647 h 384"/>
                <a:gd name="T48" fmla="*/ 2147483647 w 366"/>
                <a:gd name="T49" fmla="*/ 2147483647 h 384"/>
                <a:gd name="T50" fmla="*/ 0 w 366"/>
                <a:gd name="T51" fmla="*/ 2147483647 h 384"/>
                <a:gd name="T52" fmla="*/ 2147483647 w 366"/>
                <a:gd name="T53" fmla="*/ 2147483647 h 384"/>
                <a:gd name="T54" fmla="*/ 2147483647 w 366"/>
                <a:gd name="T55" fmla="*/ 2147483647 h 384"/>
                <a:gd name="T56" fmla="*/ 2147483647 w 366"/>
                <a:gd name="T57" fmla="*/ 2147483647 h 384"/>
                <a:gd name="T58" fmla="*/ 2147483647 w 366"/>
                <a:gd name="T59" fmla="*/ 2147483647 h 384"/>
                <a:gd name="T60" fmla="*/ 2147483647 w 366"/>
                <a:gd name="T61" fmla="*/ 2147483647 h 384"/>
                <a:gd name="T62" fmla="*/ 2147483647 w 366"/>
                <a:gd name="T63" fmla="*/ 2147483647 h 384"/>
                <a:gd name="T64" fmla="*/ 2147483647 w 366"/>
                <a:gd name="T65" fmla="*/ 2147483647 h 384"/>
                <a:gd name="T66" fmla="*/ 2147483647 w 366"/>
                <a:gd name="T67" fmla="*/ 2147483647 h 384"/>
                <a:gd name="T68" fmla="*/ 2147483647 w 366"/>
                <a:gd name="T69" fmla="*/ 2147483647 h 384"/>
                <a:gd name="T70" fmla="*/ 2147483647 w 366"/>
                <a:gd name="T71" fmla="*/ 2147483647 h 384"/>
                <a:gd name="T72" fmla="*/ 2147483647 w 366"/>
                <a:gd name="T73" fmla="*/ 2147483647 h 384"/>
                <a:gd name="T74" fmla="*/ 2147483647 w 366"/>
                <a:gd name="T75" fmla="*/ 2147483647 h 384"/>
                <a:gd name="T76" fmla="*/ 2147483647 w 366"/>
                <a:gd name="T77" fmla="*/ 2147483647 h 3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66"/>
                <a:gd name="T118" fmla="*/ 0 h 384"/>
                <a:gd name="T119" fmla="*/ 366 w 366"/>
                <a:gd name="T120" fmla="*/ 384 h 38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66" h="384">
                  <a:moveTo>
                    <a:pt x="138" y="372"/>
                  </a:moveTo>
                  <a:lnTo>
                    <a:pt x="174" y="372"/>
                  </a:lnTo>
                  <a:lnTo>
                    <a:pt x="198" y="378"/>
                  </a:lnTo>
                  <a:lnTo>
                    <a:pt x="228" y="378"/>
                  </a:lnTo>
                  <a:lnTo>
                    <a:pt x="288" y="384"/>
                  </a:lnTo>
                  <a:lnTo>
                    <a:pt x="330" y="366"/>
                  </a:lnTo>
                  <a:lnTo>
                    <a:pt x="342" y="354"/>
                  </a:lnTo>
                  <a:lnTo>
                    <a:pt x="360" y="300"/>
                  </a:lnTo>
                  <a:lnTo>
                    <a:pt x="366" y="294"/>
                  </a:lnTo>
                  <a:lnTo>
                    <a:pt x="348" y="294"/>
                  </a:lnTo>
                  <a:lnTo>
                    <a:pt x="348" y="264"/>
                  </a:lnTo>
                  <a:lnTo>
                    <a:pt x="342" y="264"/>
                  </a:lnTo>
                  <a:lnTo>
                    <a:pt x="342" y="240"/>
                  </a:lnTo>
                  <a:lnTo>
                    <a:pt x="348" y="234"/>
                  </a:lnTo>
                  <a:lnTo>
                    <a:pt x="360" y="210"/>
                  </a:lnTo>
                  <a:lnTo>
                    <a:pt x="360" y="198"/>
                  </a:lnTo>
                  <a:lnTo>
                    <a:pt x="354" y="198"/>
                  </a:lnTo>
                  <a:lnTo>
                    <a:pt x="342" y="192"/>
                  </a:lnTo>
                  <a:lnTo>
                    <a:pt x="336" y="192"/>
                  </a:lnTo>
                  <a:lnTo>
                    <a:pt x="318" y="174"/>
                  </a:lnTo>
                  <a:lnTo>
                    <a:pt x="312" y="162"/>
                  </a:lnTo>
                  <a:lnTo>
                    <a:pt x="306" y="156"/>
                  </a:lnTo>
                  <a:lnTo>
                    <a:pt x="300" y="144"/>
                  </a:lnTo>
                  <a:lnTo>
                    <a:pt x="288" y="144"/>
                  </a:lnTo>
                  <a:lnTo>
                    <a:pt x="270" y="138"/>
                  </a:lnTo>
                  <a:lnTo>
                    <a:pt x="258" y="132"/>
                  </a:lnTo>
                  <a:lnTo>
                    <a:pt x="252" y="126"/>
                  </a:lnTo>
                  <a:lnTo>
                    <a:pt x="252" y="114"/>
                  </a:lnTo>
                  <a:lnTo>
                    <a:pt x="246" y="114"/>
                  </a:lnTo>
                  <a:lnTo>
                    <a:pt x="228" y="96"/>
                  </a:lnTo>
                  <a:lnTo>
                    <a:pt x="210" y="96"/>
                  </a:lnTo>
                  <a:lnTo>
                    <a:pt x="192" y="78"/>
                  </a:lnTo>
                  <a:lnTo>
                    <a:pt x="186" y="66"/>
                  </a:lnTo>
                  <a:lnTo>
                    <a:pt x="174" y="60"/>
                  </a:lnTo>
                  <a:lnTo>
                    <a:pt x="168" y="60"/>
                  </a:lnTo>
                  <a:lnTo>
                    <a:pt x="156" y="72"/>
                  </a:lnTo>
                  <a:lnTo>
                    <a:pt x="156" y="78"/>
                  </a:lnTo>
                  <a:lnTo>
                    <a:pt x="144" y="78"/>
                  </a:lnTo>
                  <a:lnTo>
                    <a:pt x="144" y="66"/>
                  </a:lnTo>
                  <a:lnTo>
                    <a:pt x="132" y="54"/>
                  </a:lnTo>
                  <a:lnTo>
                    <a:pt x="126" y="42"/>
                  </a:lnTo>
                  <a:lnTo>
                    <a:pt x="120" y="36"/>
                  </a:lnTo>
                  <a:lnTo>
                    <a:pt x="108" y="30"/>
                  </a:lnTo>
                  <a:lnTo>
                    <a:pt x="102" y="18"/>
                  </a:lnTo>
                  <a:lnTo>
                    <a:pt x="78" y="6"/>
                  </a:lnTo>
                  <a:lnTo>
                    <a:pt x="72" y="0"/>
                  </a:lnTo>
                  <a:lnTo>
                    <a:pt x="60" y="0"/>
                  </a:lnTo>
                  <a:lnTo>
                    <a:pt x="48" y="6"/>
                  </a:lnTo>
                  <a:lnTo>
                    <a:pt x="42" y="12"/>
                  </a:lnTo>
                  <a:lnTo>
                    <a:pt x="18" y="12"/>
                  </a:lnTo>
                  <a:lnTo>
                    <a:pt x="0" y="30"/>
                  </a:lnTo>
                  <a:lnTo>
                    <a:pt x="0" y="36"/>
                  </a:lnTo>
                  <a:lnTo>
                    <a:pt x="24" y="60"/>
                  </a:lnTo>
                  <a:lnTo>
                    <a:pt x="30" y="60"/>
                  </a:lnTo>
                  <a:lnTo>
                    <a:pt x="6" y="72"/>
                  </a:lnTo>
                  <a:lnTo>
                    <a:pt x="6" y="108"/>
                  </a:lnTo>
                  <a:lnTo>
                    <a:pt x="30" y="126"/>
                  </a:lnTo>
                  <a:lnTo>
                    <a:pt x="12" y="126"/>
                  </a:lnTo>
                  <a:lnTo>
                    <a:pt x="0" y="138"/>
                  </a:lnTo>
                  <a:lnTo>
                    <a:pt x="6" y="144"/>
                  </a:lnTo>
                  <a:lnTo>
                    <a:pt x="12" y="156"/>
                  </a:lnTo>
                  <a:lnTo>
                    <a:pt x="24" y="168"/>
                  </a:lnTo>
                  <a:lnTo>
                    <a:pt x="12" y="186"/>
                  </a:lnTo>
                  <a:lnTo>
                    <a:pt x="18" y="192"/>
                  </a:lnTo>
                  <a:lnTo>
                    <a:pt x="24" y="204"/>
                  </a:lnTo>
                  <a:lnTo>
                    <a:pt x="36" y="210"/>
                  </a:lnTo>
                  <a:lnTo>
                    <a:pt x="42" y="222"/>
                  </a:lnTo>
                  <a:lnTo>
                    <a:pt x="42" y="228"/>
                  </a:lnTo>
                  <a:lnTo>
                    <a:pt x="36" y="228"/>
                  </a:lnTo>
                  <a:lnTo>
                    <a:pt x="30" y="234"/>
                  </a:lnTo>
                  <a:lnTo>
                    <a:pt x="6" y="234"/>
                  </a:lnTo>
                  <a:lnTo>
                    <a:pt x="6" y="282"/>
                  </a:lnTo>
                  <a:lnTo>
                    <a:pt x="36" y="318"/>
                  </a:lnTo>
                  <a:lnTo>
                    <a:pt x="42" y="318"/>
                  </a:lnTo>
                  <a:lnTo>
                    <a:pt x="54" y="324"/>
                  </a:lnTo>
                  <a:lnTo>
                    <a:pt x="78" y="348"/>
                  </a:lnTo>
                  <a:lnTo>
                    <a:pt x="90" y="354"/>
                  </a:lnTo>
                  <a:lnTo>
                    <a:pt x="126" y="354"/>
                  </a:lnTo>
                  <a:lnTo>
                    <a:pt x="138" y="37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4" name="Suriname" descr="© INSCALE GmbH, 05.05.2010&#10;http://www.presentationload.com/">
              <a:extLst>
                <a:ext uri="{FF2B5EF4-FFF2-40B4-BE49-F238E27FC236}">
                  <a16:creationId xmlns:a16="http://schemas.microsoft.com/office/drawing/2014/main" id="{E4A057CD-4044-0D46-972E-DA574903762B}"/>
                </a:ext>
              </a:extLst>
            </p:cNvPr>
            <p:cNvSpPr>
              <a:spLocks/>
            </p:cNvSpPr>
            <p:nvPr/>
          </p:nvSpPr>
          <p:spPr bwMode="gray">
            <a:xfrm>
              <a:off x="3987210" y="3939537"/>
              <a:ext cx="123274" cy="141354"/>
            </a:xfrm>
            <a:custGeom>
              <a:avLst/>
              <a:gdLst>
                <a:gd name="T0" fmla="*/ 2147483647 w 294"/>
                <a:gd name="T1" fmla="*/ 2147483647 h 336"/>
                <a:gd name="T2" fmla="*/ 2147483647 w 294"/>
                <a:gd name="T3" fmla="*/ 2147483647 h 336"/>
                <a:gd name="T4" fmla="*/ 2147483647 w 294"/>
                <a:gd name="T5" fmla="*/ 2147483647 h 336"/>
                <a:gd name="T6" fmla="*/ 0 w 294"/>
                <a:gd name="T7" fmla="*/ 2147483647 h 336"/>
                <a:gd name="T8" fmla="*/ 2147483647 w 294"/>
                <a:gd name="T9" fmla="*/ 2147483647 h 336"/>
                <a:gd name="T10" fmla="*/ 2147483647 w 294"/>
                <a:gd name="T11" fmla="*/ 2147483647 h 336"/>
                <a:gd name="T12" fmla="*/ 2147483647 w 294"/>
                <a:gd name="T13" fmla="*/ 2147483647 h 336"/>
                <a:gd name="T14" fmla="*/ 2147483647 w 294"/>
                <a:gd name="T15" fmla="*/ 2147483647 h 336"/>
                <a:gd name="T16" fmla="*/ 2147483647 w 294"/>
                <a:gd name="T17" fmla="*/ 2147483647 h 336"/>
                <a:gd name="T18" fmla="*/ 2147483647 w 294"/>
                <a:gd name="T19" fmla="*/ 2147483647 h 336"/>
                <a:gd name="T20" fmla="*/ 2147483647 w 294"/>
                <a:gd name="T21" fmla="*/ 2147483647 h 336"/>
                <a:gd name="T22" fmla="*/ 2147483647 w 294"/>
                <a:gd name="T23" fmla="*/ 2147483647 h 336"/>
                <a:gd name="T24" fmla="*/ 2147483647 w 294"/>
                <a:gd name="T25" fmla="*/ 2147483647 h 336"/>
                <a:gd name="T26" fmla="*/ 2147483647 w 294"/>
                <a:gd name="T27" fmla="*/ 2147483647 h 336"/>
                <a:gd name="T28" fmla="*/ 2147483647 w 294"/>
                <a:gd name="T29" fmla="*/ 2147483647 h 336"/>
                <a:gd name="T30" fmla="*/ 2147483647 w 294"/>
                <a:gd name="T31" fmla="*/ 2147483647 h 336"/>
                <a:gd name="T32" fmla="*/ 2147483647 w 294"/>
                <a:gd name="T33" fmla="*/ 2147483647 h 336"/>
                <a:gd name="T34" fmla="*/ 2147483647 w 294"/>
                <a:gd name="T35" fmla="*/ 2147483647 h 336"/>
                <a:gd name="T36" fmla="*/ 2147483647 w 294"/>
                <a:gd name="T37" fmla="*/ 2147483647 h 336"/>
                <a:gd name="T38" fmla="*/ 2147483647 w 294"/>
                <a:gd name="T39" fmla="*/ 2147483647 h 336"/>
                <a:gd name="T40" fmla="*/ 2147483647 w 294"/>
                <a:gd name="T41" fmla="*/ 2147483647 h 336"/>
                <a:gd name="T42" fmla="*/ 2147483647 w 294"/>
                <a:gd name="T43" fmla="*/ 2147483647 h 336"/>
                <a:gd name="T44" fmla="*/ 2147483647 w 294"/>
                <a:gd name="T45" fmla="*/ 2147483647 h 336"/>
                <a:gd name="T46" fmla="*/ 2147483647 w 294"/>
                <a:gd name="T47" fmla="*/ 2147483647 h 336"/>
                <a:gd name="T48" fmla="*/ 2147483647 w 294"/>
                <a:gd name="T49" fmla="*/ 2147483647 h 336"/>
                <a:gd name="T50" fmla="*/ 2147483647 w 294"/>
                <a:gd name="T51" fmla="*/ 2147483647 h 336"/>
                <a:gd name="T52" fmla="*/ 2147483647 w 294"/>
                <a:gd name="T53" fmla="*/ 2147483647 h 336"/>
                <a:gd name="T54" fmla="*/ 2147483647 w 294"/>
                <a:gd name="T55" fmla="*/ 2147483647 h 336"/>
                <a:gd name="T56" fmla="*/ 2147483647 w 294"/>
                <a:gd name="T57" fmla="*/ 2147483647 h 336"/>
                <a:gd name="T58" fmla="*/ 2147483647 w 294"/>
                <a:gd name="T59" fmla="*/ 2147483647 h 336"/>
                <a:gd name="T60" fmla="*/ 2147483647 w 294"/>
                <a:gd name="T61" fmla="*/ 2147483647 h 336"/>
                <a:gd name="T62" fmla="*/ 2147483647 w 294"/>
                <a:gd name="T63" fmla="*/ 2147483647 h 336"/>
                <a:gd name="T64" fmla="*/ 2147483647 w 294"/>
                <a:gd name="T65" fmla="*/ 2147483647 h 336"/>
                <a:gd name="T66" fmla="*/ 2147483647 w 294"/>
                <a:gd name="T67" fmla="*/ 2147483647 h 336"/>
                <a:gd name="T68" fmla="*/ 2147483647 w 294"/>
                <a:gd name="T69" fmla="*/ 2147483647 h 336"/>
                <a:gd name="T70" fmla="*/ 2147483647 w 294"/>
                <a:gd name="T71" fmla="*/ 0 h 336"/>
                <a:gd name="T72" fmla="*/ 2147483647 w 294"/>
                <a:gd name="T73" fmla="*/ 2147483647 h 336"/>
                <a:gd name="T74" fmla="*/ 2147483647 w 294"/>
                <a:gd name="T75" fmla="*/ 2147483647 h 336"/>
                <a:gd name="T76" fmla="*/ 2147483647 w 294"/>
                <a:gd name="T77" fmla="*/ 2147483647 h 336"/>
                <a:gd name="T78" fmla="*/ 2147483647 w 294"/>
                <a:gd name="T79" fmla="*/ 2147483647 h 336"/>
                <a:gd name="T80" fmla="*/ 2147483647 w 294"/>
                <a:gd name="T81" fmla="*/ 2147483647 h 336"/>
                <a:gd name="T82" fmla="*/ 2147483647 w 294"/>
                <a:gd name="T83" fmla="*/ 2147483647 h 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4"/>
                <a:gd name="T127" fmla="*/ 0 h 336"/>
                <a:gd name="T128" fmla="*/ 294 w 294"/>
                <a:gd name="T129" fmla="*/ 336 h 3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4" h="336">
                  <a:moveTo>
                    <a:pt x="60" y="78"/>
                  </a:moveTo>
                  <a:lnTo>
                    <a:pt x="30" y="78"/>
                  </a:lnTo>
                  <a:lnTo>
                    <a:pt x="18" y="84"/>
                  </a:lnTo>
                  <a:lnTo>
                    <a:pt x="12" y="90"/>
                  </a:lnTo>
                  <a:lnTo>
                    <a:pt x="12" y="132"/>
                  </a:lnTo>
                  <a:lnTo>
                    <a:pt x="6" y="138"/>
                  </a:lnTo>
                  <a:lnTo>
                    <a:pt x="0" y="150"/>
                  </a:lnTo>
                  <a:lnTo>
                    <a:pt x="0" y="162"/>
                  </a:lnTo>
                  <a:lnTo>
                    <a:pt x="6" y="168"/>
                  </a:lnTo>
                  <a:lnTo>
                    <a:pt x="6" y="174"/>
                  </a:lnTo>
                  <a:lnTo>
                    <a:pt x="12" y="174"/>
                  </a:lnTo>
                  <a:lnTo>
                    <a:pt x="12" y="186"/>
                  </a:lnTo>
                  <a:lnTo>
                    <a:pt x="18" y="198"/>
                  </a:lnTo>
                  <a:lnTo>
                    <a:pt x="24" y="204"/>
                  </a:lnTo>
                  <a:lnTo>
                    <a:pt x="30" y="216"/>
                  </a:lnTo>
                  <a:lnTo>
                    <a:pt x="42" y="216"/>
                  </a:lnTo>
                  <a:lnTo>
                    <a:pt x="42" y="210"/>
                  </a:lnTo>
                  <a:lnTo>
                    <a:pt x="54" y="198"/>
                  </a:lnTo>
                  <a:lnTo>
                    <a:pt x="54" y="216"/>
                  </a:lnTo>
                  <a:lnTo>
                    <a:pt x="48" y="222"/>
                  </a:lnTo>
                  <a:lnTo>
                    <a:pt x="48" y="246"/>
                  </a:lnTo>
                  <a:lnTo>
                    <a:pt x="54" y="258"/>
                  </a:lnTo>
                  <a:lnTo>
                    <a:pt x="72" y="276"/>
                  </a:lnTo>
                  <a:lnTo>
                    <a:pt x="78" y="294"/>
                  </a:lnTo>
                  <a:lnTo>
                    <a:pt x="84" y="306"/>
                  </a:lnTo>
                  <a:lnTo>
                    <a:pt x="90" y="312"/>
                  </a:lnTo>
                  <a:lnTo>
                    <a:pt x="90" y="318"/>
                  </a:lnTo>
                  <a:lnTo>
                    <a:pt x="102" y="324"/>
                  </a:lnTo>
                  <a:lnTo>
                    <a:pt x="108" y="324"/>
                  </a:lnTo>
                  <a:lnTo>
                    <a:pt x="132" y="336"/>
                  </a:lnTo>
                  <a:lnTo>
                    <a:pt x="150" y="336"/>
                  </a:lnTo>
                  <a:lnTo>
                    <a:pt x="156" y="330"/>
                  </a:lnTo>
                  <a:lnTo>
                    <a:pt x="150" y="324"/>
                  </a:lnTo>
                  <a:lnTo>
                    <a:pt x="150" y="318"/>
                  </a:lnTo>
                  <a:lnTo>
                    <a:pt x="138" y="306"/>
                  </a:lnTo>
                  <a:lnTo>
                    <a:pt x="138" y="282"/>
                  </a:lnTo>
                  <a:lnTo>
                    <a:pt x="150" y="276"/>
                  </a:lnTo>
                  <a:lnTo>
                    <a:pt x="156" y="276"/>
                  </a:lnTo>
                  <a:lnTo>
                    <a:pt x="156" y="288"/>
                  </a:lnTo>
                  <a:lnTo>
                    <a:pt x="180" y="288"/>
                  </a:lnTo>
                  <a:lnTo>
                    <a:pt x="192" y="282"/>
                  </a:lnTo>
                  <a:lnTo>
                    <a:pt x="198" y="276"/>
                  </a:lnTo>
                  <a:lnTo>
                    <a:pt x="210" y="270"/>
                  </a:lnTo>
                  <a:lnTo>
                    <a:pt x="216" y="270"/>
                  </a:lnTo>
                  <a:lnTo>
                    <a:pt x="222" y="282"/>
                  </a:lnTo>
                  <a:lnTo>
                    <a:pt x="228" y="288"/>
                  </a:lnTo>
                  <a:lnTo>
                    <a:pt x="246" y="294"/>
                  </a:lnTo>
                  <a:lnTo>
                    <a:pt x="252" y="282"/>
                  </a:lnTo>
                  <a:lnTo>
                    <a:pt x="258" y="276"/>
                  </a:lnTo>
                  <a:lnTo>
                    <a:pt x="258" y="264"/>
                  </a:lnTo>
                  <a:lnTo>
                    <a:pt x="264" y="264"/>
                  </a:lnTo>
                  <a:lnTo>
                    <a:pt x="276" y="258"/>
                  </a:lnTo>
                  <a:lnTo>
                    <a:pt x="270" y="222"/>
                  </a:lnTo>
                  <a:lnTo>
                    <a:pt x="288" y="204"/>
                  </a:lnTo>
                  <a:lnTo>
                    <a:pt x="288" y="198"/>
                  </a:lnTo>
                  <a:lnTo>
                    <a:pt x="282" y="186"/>
                  </a:lnTo>
                  <a:lnTo>
                    <a:pt x="264" y="168"/>
                  </a:lnTo>
                  <a:lnTo>
                    <a:pt x="258" y="156"/>
                  </a:lnTo>
                  <a:lnTo>
                    <a:pt x="258" y="144"/>
                  </a:lnTo>
                  <a:lnTo>
                    <a:pt x="252" y="126"/>
                  </a:lnTo>
                  <a:lnTo>
                    <a:pt x="252" y="96"/>
                  </a:lnTo>
                  <a:lnTo>
                    <a:pt x="258" y="78"/>
                  </a:lnTo>
                  <a:lnTo>
                    <a:pt x="264" y="66"/>
                  </a:lnTo>
                  <a:lnTo>
                    <a:pt x="276" y="60"/>
                  </a:lnTo>
                  <a:lnTo>
                    <a:pt x="282" y="54"/>
                  </a:lnTo>
                  <a:lnTo>
                    <a:pt x="288" y="54"/>
                  </a:lnTo>
                  <a:lnTo>
                    <a:pt x="288" y="30"/>
                  </a:lnTo>
                  <a:lnTo>
                    <a:pt x="294" y="12"/>
                  </a:lnTo>
                  <a:lnTo>
                    <a:pt x="288" y="12"/>
                  </a:lnTo>
                  <a:lnTo>
                    <a:pt x="282" y="6"/>
                  </a:lnTo>
                  <a:lnTo>
                    <a:pt x="270" y="6"/>
                  </a:lnTo>
                  <a:lnTo>
                    <a:pt x="252" y="0"/>
                  </a:lnTo>
                  <a:lnTo>
                    <a:pt x="210" y="0"/>
                  </a:lnTo>
                  <a:lnTo>
                    <a:pt x="204" y="12"/>
                  </a:lnTo>
                  <a:lnTo>
                    <a:pt x="156" y="6"/>
                  </a:lnTo>
                  <a:lnTo>
                    <a:pt x="156" y="18"/>
                  </a:lnTo>
                  <a:lnTo>
                    <a:pt x="96" y="0"/>
                  </a:lnTo>
                  <a:lnTo>
                    <a:pt x="72" y="6"/>
                  </a:lnTo>
                  <a:lnTo>
                    <a:pt x="66" y="18"/>
                  </a:lnTo>
                  <a:lnTo>
                    <a:pt x="60" y="24"/>
                  </a:lnTo>
                  <a:lnTo>
                    <a:pt x="54" y="36"/>
                  </a:lnTo>
                  <a:lnTo>
                    <a:pt x="54" y="48"/>
                  </a:lnTo>
                  <a:lnTo>
                    <a:pt x="66" y="60"/>
                  </a:lnTo>
                  <a:lnTo>
                    <a:pt x="66" y="72"/>
                  </a:lnTo>
                  <a:lnTo>
                    <a:pt x="60" y="78"/>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5" name="Puerto Rico" descr="© INSCALE GmbH, 05.05.2010&#10;http://www.presentationload.com/">
              <a:extLst>
                <a:ext uri="{FF2B5EF4-FFF2-40B4-BE49-F238E27FC236}">
                  <a16:creationId xmlns:a16="http://schemas.microsoft.com/office/drawing/2014/main" id="{1FF57BEB-1352-8342-B315-E05D6490DA9D}"/>
                </a:ext>
              </a:extLst>
            </p:cNvPr>
            <p:cNvSpPr>
              <a:spLocks/>
            </p:cNvSpPr>
            <p:nvPr/>
          </p:nvSpPr>
          <p:spPr bwMode="gray">
            <a:xfrm>
              <a:off x="3748882" y="3518765"/>
              <a:ext cx="57528" cy="24655"/>
            </a:xfrm>
            <a:custGeom>
              <a:avLst/>
              <a:gdLst>
                <a:gd name="T0" fmla="*/ 2147483647 w 138"/>
                <a:gd name="T1" fmla="*/ 2147483647 h 60"/>
                <a:gd name="T2" fmla="*/ 2147483647 w 138"/>
                <a:gd name="T3" fmla="*/ 2147483647 h 60"/>
                <a:gd name="T4" fmla="*/ 2147483647 w 138"/>
                <a:gd name="T5" fmla="*/ 0 h 60"/>
                <a:gd name="T6" fmla="*/ 2147483647 w 138"/>
                <a:gd name="T7" fmla="*/ 0 h 60"/>
                <a:gd name="T8" fmla="*/ 2147483647 w 138"/>
                <a:gd name="T9" fmla="*/ 2147483647 h 60"/>
                <a:gd name="T10" fmla="*/ 0 w 138"/>
                <a:gd name="T11" fmla="*/ 2147483647 h 60"/>
                <a:gd name="T12" fmla="*/ 0 w 138"/>
                <a:gd name="T13" fmla="*/ 2147483647 h 60"/>
                <a:gd name="T14" fmla="*/ 2147483647 w 138"/>
                <a:gd name="T15" fmla="*/ 2147483647 h 60"/>
                <a:gd name="T16" fmla="*/ 2147483647 w 138"/>
                <a:gd name="T17" fmla="*/ 2147483647 h 60"/>
                <a:gd name="T18" fmla="*/ 2147483647 w 138"/>
                <a:gd name="T19" fmla="*/ 2147483647 h 60"/>
                <a:gd name="T20" fmla="*/ 2147483647 w 138"/>
                <a:gd name="T21" fmla="*/ 2147483647 h 60"/>
                <a:gd name="T22" fmla="*/ 2147483647 w 138"/>
                <a:gd name="T23" fmla="*/ 2147483647 h 60"/>
                <a:gd name="T24" fmla="*/ 2147483647 w 138"/>
                <a:gd name="T25" fmla="*/ 2147483647 h 60"/>
                <a:gd name="T26" fmla="*/ 2147483647 w 138"/>
                <a:gd name="T27" fmla="*/ 2147483647 h 60"/>
                <a:gd name="T28" fmla="*/ 2147483647 w 138"/>
                <a:gd name="T29" fmla="*/ 2147483647 h 60"/>
                <a:gd name="T30" fmla="*/ 2147483647 w 138"/>
                <a:gd name="T31" fmla="*/ 2147483647 h 60"/>
                <a:gd name="T32" fmla="*/ 2147483647 w 138"/>
                <a:gd name="T33" fmla="*/ 2147483647 h 60"/>
                <a:gd name="T34" fmla="*/ 2147483647 w 138"/>
                <a:gd name="T35" fmla="*/ 2147483647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8"/>
                <a:gd name="T55" fmla="*/ 0 h 60"/>
                <a:gd name="T56" fmla="*/ 138 w 138"/>
                <a:gd name="T57" fmla="*/ 60 h 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8" h="60">
                  <a:moveTo>
                    <a:pt x="84" y="12"/>
                  </a:moveTo>
                  <a:lnTo>
                    <a:pt x="72" y="12"/>
                  </a:lnTo>
                  <a:lnTo>
                    <a:pt x="36" y="0"/>
                  </a:lnTo>
                  <a:lnTo>
                    <a:pt x="12" y="0"/>
                  </a:lnTo>
                  <a:lnTo>
                    <a:pt x="6" y="12"/>
                  </a:lnTo>
                  <a:lnTo>
                    <a:pt x="0" y="18"/>
                  </a:lnTo>
                  <a:lnTo>
                    <a:pt x="0" y="48"/>
                  </a:lnTo>
                  <a:lnTo>
                    <a:pt x="36" y="60"/>
                  </a:lnTo>
                  <a:lnTo>
                    <a:pt x="48" y="48"/>
                  </a:lnTo>
                  <a:lnTo>
                    <a:pt x="102" y="48"/>
                  </a:lnTo>
                  <a:lnTo>
                    <a:pt x="120" y="36"/>
                  </a:lnTo>
                  <a:lnTo>
                    <a:pt x="132" y="30"/>
                  </a:lnTo>
                  <a:lnTo>
                    <a:pt x="138" y="18"/>
                  </a:lnTo>
                  <a:lnTo>
                    <a:pt x="138" y="12"/>
                  </a:lnTo>
                  <a:lnTo>
                    <a:pt x="132" y="6"/>
                  </a:lnTo>
                  <a:lnTo>
                    <a:pt x="114" y="6"/>
                  </a:lnTo>
                  <a:lnTo>
                    <a:pt x="102" y="12"/>
                  </a:lnTo>
                  <a:lnTo>
                    <a:pt x="84" y="1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6" name="Peru" descr="© INSCALE GmbH, 05.05.2010&#10;http://www.presentationload.com/">
              <a:extLst>
                <a:ext uri="{FF2B5EF4-FFF2-40B4-BE49-F238E27FC236}">
                  <a16:creationId xmlns:a16="http://schemas.microsoft.com/office/drawing/2014/main" id="{DD5FF07C-5C73-2A43-970E-F8B988EFE54A}"/>
                </a:ext>
              </a:extLst>
            </p:cNvPr>
            <p:cNvSpPr>
              <a:spLocks/>
            </p:cNvSpPr>
            <p:nvPr/>
          </p:nvSpPr>
          <p:spPr bwMode="gray">
            <a:xfrm>
              <a:off x="3291950" y="4140062"/>
              <a:ext cx="396117" cy="626228"/>
            </a:xfrm>
            <a:custGeom>
              <a:avLst/>
              <a:gdLst>
                <a:gd name="T0" fmla="*/ 2147483647 w 942"/>
                <a:gd name="T1" fmla="*/ 2147483647 h 1488"/>
                <a:gd name="T2" fmla="*/ 2147483647 w 942"/>
                <a:gd name="T3" fmla="*/ 2147483647 h 1488"/>
                <a:gd name="T4" fmla="*/ 2147483647 w 942"/>
                <a:gd name="T5" fmla="*/ 2147483647 h 1488"/>
                <a:gd name="T6" fmla="*/ 2147483647 w 942"/>
                <a:gd name="T7" fmla="*/ 2147483647 h 1488"/>
                <a:gd name="T8" fmla="*/ 2147483647 w 942"/>
                <a:gd name="T9" fmla="*/ 2147483647 h 1488"/>
                <a:gd name="T10" fmla="*/ 2147483647 w 942"/>
                <a:gd name="T11" fmla="*/ 2147483647 h 1488"/>
                <a:gd name="T12" fmla="*/ 2147483647 w 942"/>
                <a:gd name="T13" fmla="*/ 2147483647 h 1488"/>
                <a:gd name="T14" fmla="*/ 2147483647 w 942"/>
                <a:gd name="T15" fmla="*/ 2147483647 h 1488"/>
                <a:gd name="T16" fmla="*/ 2147483647 w 942"/>
                <a:gd name="T17" fmla="*/ 2147483647 h 1488"/>
                <a:gd name="T18" fmla="*/ 2147483647 w 942"/>
                <a:gd name="T19" fmla="*/ 2147483647 h 1488"/>
                <a:gd name="T20" fmla="*/ 2147483647 w 942"/>
                <a:gd name="T21" fmla="*/ 2147483647 h 1488"/>
                <a:gd name="T22" fmla="*/ 2147483647 w 942"/>
                <a:gd name="T23" fmla="*/ 2147483647 h 1488"/>
                <a:gd name="T24" fmla="*/ 2147483647 w 942"/>
                <a:gd name="T25" fmla="*/ 2147483647 h 1488"/>
                <a:gd name="T26" fmla="*/ 2147483647 w 942"/>
                <a:gd name="T27" fmla="*/ 2147483647 h 1488"/>
                <a:gd name="T28" fmla="*/ 2147483647 w 942"/>
                <a:gd name="T29" fmla="*/ 2147483647 h 1488"/>
                <a:gd name="T30" fmla="*/ 2147483647 w 942"/>
                <a:gd name="T31" fmla="*/ 2147483647 h 1488"/>
                <a:gd name="T32" fmla="*/ 2147483647 w 942"/>
                <a:gd name="T33" fmla="*/ 2147483647 h 1488"/>
                <a:gd name="T34" fmla="*/ 2147483647 w 942"/>
                <a:gd name="T35" fmla="*/ 2147483647 h 1488"/>
                <a:gd name="T36" fmla="*/ 2147483647 w 942"/>
                <a:gd name="T37" fmla="*/ 2147483647 h 1488"/>
                <a:gd name="T38" fmla="*/ 2147483647 w 942"/>
                <a:gd name="T39" fmla="*/ 2147483647 h 1488"/>
                <a:gd name="T40" fmla="*/ 2147483647 w 942"/>
                <a:gd name="T41" fmla="*/ 2147483647 h 1488"/>
                <a:gd name="T42" fmla="*/ 2147483647 w 942"/>
                <a:gd name="T43" fmla="*/ 2147483647 h 1488"/>
                <a:gd name="T44" fmla="*/ 2147483647 w 942"/>
                <a:gd name="T45" fmla="*/ 2147483647 h 1488"/>
                <a:gd name="T46" fmla="*/ 2147483647 w 942"/>
                <a:gd name="T47" fmla="*/ 2147483647 h 1488"/>
                <a:gd name="T48" fmla="*/ 2147483647 w 942"/>
                <a:gd name="T49" fmla="*/ 2147483647 h 1488"/>
                <a:gd name="T50" fmla="*/ 2147483647 w 942"/>
                <a:gd name="T51" fmla="*/ 2147483647 h 1488"/>
                <a:gd name="T52" fmla="*/ 2147483647 w 942"/>
                <a:gd name="T53" fmla="*/ 2147483647 h 1488"/>
                <a:gd name="T54" fmla="*/ 2147483647 w 942"/>
                <a:gd name="T55" fmla="*/ 2147483647 h 1488"/>
                <a:gd name="T56" fmla="*/ 2147483647 w 942"/>
                <a:gd name="T57" fmla="*/ 2147483647 h 1488"/>
                <a:gd name="T58" fmla="*/ 2147483647 w 942"/>
                <a:gd name="T59" fmla="*/ 2147483647 h 1488"/>
                <a:gd name="T60" fmla="*/ 2147483647 w 942"/>
                <a:gd name="T61" fmla="*/ 2147483647 h 1488"/>
                <a:gd name="T62" fmla="*/ 2147483647 w 942"/>
                <a:gd name="T63" fmla="*/ 0 h 1488"/>
                <a:gd name="T64" fmla="*/ 2147483647 w 942"/>
                <a:gd name="T65" fmla="*/ 2147483647 h 1488"/>
                <a:gd name="T66" fmla="*/ 2147483647 w 942"/>
                <a:gd name="T67" fmla="*/ 2147483647 h 1488"/>
                <a:gd name="T68" fmla="*/ 2147483647 w 942"/>
                <a:gd name="T69" fmla="*/ 2147483647 h 1488"/>
                <a:gd name="T70" fmla="*/ 2147483647 w 942"/>
                <a:gd name="T71" fmla="*/ 2147483647 h 1488"/>
                <a:gd name="T72" fmla="*/ 2147483647 w 942"/>
                <a:gd name="T73" fmla="*/ 2147483647 h 1488"/>
                <a:gd name="T74" fmla="*/ 2147483647 w 942"/>
                <a:gd name="T75" fmla="*/ 2147483647 h 1488"/>
                <a:gd name="T76" fmla="*/ 2147483647 w 942"/>
                <a:gd name="T77" fmla="*/ 2147483647 h 1488"/>
                <a:gd name="T78" fmla="*/ 2147483647 w 942"/>
                <a:gd name="T79" fmla="*/ 2147483647 h 1488"/>
                <a:gd name="T80" fmla="*/ 2147483647 w 942"/>
                <a:gd name="T81" fmla="*/ 2147483647 h 1488"/>
                <a:gd name="T82" fmla="*/ 2147483647 w 942"/>
                <a:gd name="T83" fmla="*/ 2147483647 h 1488"/>
                <a:gd name="T84" fmla="*/ 0 w 942"/>
                <a:gd name="T85" fmla="*/ 2147483647 h 1488"/>
                <a:gd name="T86" fmla="*/ 2147483647 w 942"/>
                <a:gd name="T87" fmla="*/ 2147483647 h 1488"/>
                <a:gd name="T88" fmla="*/ 2147483647 w 942"/>
                <a:gd name="T89" fmla="*/ 2147483647 h 1488"/>
                <a:gd name="T90" fmla="*/ 2147483647 w 942"/>
                <a:gd name="T91" fmla="*/ 2147483647 h 1488"/>
                <a:gd name="T92" fmla="*/ 2147483647 w 942"/>
                <a:gd name="T93" fmla="*/ 2147483647 h 1488"/>
                <a:gd name="T94" fmla="*/ 2147483647 w 942"/>
                <a:gd name="T95" fmla="*/ 2147483647 h 1488"/>
                <a:gd name="T96" fmla="*/ 2147483647 w 942"/>
                <a:gd name="T97" fmla="*/ 2147483647 h 1488"/>
                <a:gd name="T98" fmla="*/ 2147483647 w 942"/>
                <a:gd name="T99" fmla="*/ 2147483647 h 1488"/>
                <a:gd name="T100" fmla="*/ 2147483647 w 942"/>
                <a:gd name="T101" fmla="*/ 2147483647 h 1488"/>
                <a:gd name="T102" fmla="*/ 2147483647 w 942"/>
                <a:gd name="T103" fmla="*/ 2147483647 h 1488"/>
                <a:gd name="T104" fmla="*/ 2147483647 w 942"/>
                <a:gd name="T105" fmla="*/ 2147483647 h 1488"/>
                <a:gd name="T106" fmla="*/ 2147483647 w 942"/>
                <a:gd name="T107" fmla="*/ 2147483647 h 1488"/>
                <a:gd name="T108" fmla="*/ 2147483647 w 942"/>
                <a:gd name="T109" fmla="*/ 2147483647 h 1488"/>
                <a:gd name="T110" fmla="*/ 2147483647 w 942"/>
                <a:gd name="T111" fmla="*/ 2147483647 h 1488"/>
                <a:gd name="T112" fmla="*/ 2147483647 w 942"/>
                <a:gd name="T113" fmla="*/ 2147483647 h 1488"/>
                <a:gd name="T114" fmla="*/ 2147483647 w 942"/>
                <a:gd name="T115" fmla="*/ 2147483647 h 1488"/>
                <a:gd name="T116" fmla="*/ 2147483647 w 942"/>
                <a:gd name="T117" fmla="*/ 2147483647 h 1488"/>
                <a:gd name="T118" fmla="*/ 2147483647 w 942"/>
                <a:gd name="T119" fmla="*/ 2147483647 h 1488"/>
                <a:gd name="T120" fmla="*/ 2147483647 w 942"/>
                <a:gd name="T121" fmla="*/ 2147483647 h 14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42"/>
                <a:gd name="T184" fmla="*/ 0 h 1488"/>
                <a:gd name="T185" fmla="*/ 942 w 942"/>
                <a:gd name="T186" fmla="*/ 1488 h 14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42" h="1488">
                  <a:moveTo>
                    <a:pt x="930" y="1320"/>
                  </a:moveTo>
                  <a:lnTo>
                    <a:pt x="924" y="1314"/>
                  </a:lnTo>
                  <a:lnTo>
                    <a:pt x="912" y="1308"/>
                  </a:lnTo>
                  <a:lnTo>
                    <a:pt x="888" y="1284"/>
                  </a:lnTo>
                  <a:lnTo>
                    <a:pt x="864" y="1284"/>
                  </a:lnTo>
                  <a:lnTo>
                    <a:pt x="858" y="1278"/>
                  </a:lnTo>
                  <a:lnTo>
                    <a:pt x="870" y="1260"/>
                  </a:lnTo>
                  <a:lnTo>
                    <a:pt x="870" y="1230"/>
                  </a:lnTo>
                  <a:lnTo>
                    <a:pt x="882" y="1230"/>
                  </a:lnTo>
                  <a:lnTo>
                    <a:pt x="906" y="1254"/>
                  </a:lnTo>
                  <a:lnTo>
                    <a:pt x="918" y="1236"/>
                  </a:lnTo>
                  <a:lnTo>
                    <a:pt x="918" y="1230"/>
                  </a:lnTo>
                  <a:lnTo>
                    <a:pt x="912" y="1224"/>
                  </a:lnTo>
                  <a:lnTo>
                    <a:pt x="906" y="1212"/>
                  </a:lnTo>
                  <a:lnTo>
                    <a:pt x="900" y="1194"/>
                  </a:lnTo>
                  <a:lnTo>
                    <a:pt x="912" y="1170"/>
                  </a:lnTo>
                  <a:lnTo>
                    <a:pt x="924" y="1158"/>
                  </a:lnTo>
                  <a:lnTo>
                    <a:pt x="930" y="1146"/>
                  </a:lnTo>
                  <a:lnTo>
                    <a:pt x="930" y="1140"/>
                  </a:lnTo>
                  <a:lnTo>
                    <a:pt x="924" y="1128"/>
                  </a:lnTo>
                  <a:lnTo>
                    <a:pt x="912" y="1116"/>
                  </a:lnTo>
                  <a:lnTo>
                    <a:pt x="906" y="1116"/>
                  </a:lnTo>
                  <a:lnTo>
                    <a:pt x="924" y="1086"/>
                  </a:lnTo>
                  <a:lnTo>
                    <a:pt x="912" y="1038"/>
                  </a:lnTo>
                  <a:lnTo>
                    <a:pt x="918" y="1032"/>
                  </a:lnTo>
                  <a:lnTo>
                    <a:pt x="924" y="1020"/>
                  </a:lnTo>
                  <a:lnTo>
                    <a:pt x="930" y="1014"/>
                  </a:lnTo>
                  <a:lnTo>
                    <a:pt x="930" y="1002"/>
                  </a:lnTo>
                  <a:lnTo>
                    <a:pt x="918" y="978"/>
                  </a:lnTo>
                  <a:lnTo>
                    <a:pt x="906" y="960"/>
                  </a:lnTo>
                  <a:lnTo>
                    <a:pt x="894" y="948"/>
                  </a:lnTo>
                  <a:lnTo>
                    <a:pt x="882" y="930"/>
                  </a:lnTo>
                  <a:lnTo>
                    <a:pt x="870" y="918"/>
                  </a:lnTo>
                  <a:lnTo>
                    <a:pt x="864" y="900"/>
                  </a:lnTo>
                  <a:lnTo>
                    <a:pt x="864" y="882"/>
                  </a:lnTo>
                  <a:lnTo>
                    <a:pt x="828" y="882"/>
                  </a:lnTo>
                  <a:lnTo>
                    <a:pt x="822" y="888"/>
                  </a:lnTo>
                  <a:lnTo>
                    <a:pt x="816" y="888"/>
                  </a:lnTo>
                  <a:lnTo>
                    <a:pt x="816" y="894"/>
                  </a:lnTo>
                  <a:lnTo>
                    <a:pt x="804" y="894"/>
                  </a:lnTo>
                  <a:lnTo>
                    <a:pt x="798" y="888"/>
                  </a:lnTo>
                  <a:lnTo>
                    <a:pt x="798" y="882"/>
                  </a:lnTo>
                  <a:lnTo>
                    <a:pt x="786" y="888"/>
                  </a:lnTo>
                  <a:lnTo>
                    <a:pt x="786" y="858"/>
                  </a:lnTo>
                  <a:lnTo>
                    <a:pt x="780" y="840"/>
                  </a:lnTo>
                  <a:lnTo>
                    <a:pt x="780" y="828"/>
                  </a:lnTo>
                  <a:lnTo>
                    <a:pt x="786" y="816"/>
                  </a:lnTo>
                  <a:lnTo>
                    <a:pt x="786" y="804"/>
                  </a:lnTo>
                  <a:lnTo>
                    <a:pt x="792" y="798"/>
                  </a:lnTo>
                  <a:lnTo>
                    <a:pt x="792" y="780"/>
                  </a:lnTo>
                  <a:lnTo>
                    <a:pt x="786" y="768"/>
                  </a:lnTo>
                  <a:lnTo>
                    <a:pt x="786" y="756"/>
                  </a:lnTo>
                  <a:lnTo>
                    <a:pt x="732" y="804"/>
                  </a:lnTo>
                  <a:lnTo>
                    <a:pt x="672" y="810"/>
                  </a:lnTo>
                  <a:lnTo>
                    <a:pt x="672" y="804"/>
                  </a:lnTo>
                  <a:lnTo>
                    <a:pt x="666" y="798"/>
                  </a:lnTo>
                  <a:lnTo>
                    <a:pt x="660" y="786"/>
                  </a:lnTo>
                  <a:lnTo>
                    <a:pt x="660" y="774"/>
                  </a:lnTo>
                  <a:lnTo>
                    <a:pt x="654" y="768"/>
                  </a:lnTo>
                  <a:lnTo>
                    <a:pt x="648" y="768"/>
                  </a:lnTo>
                  <a:lnTo>
                    <a:pt x="636" y="762"/>
                  </a:lnTo>
                  <a:lnTo>
                    <a:pt x="594" y="762"/>
                  </a:lnTo>
                  <a:lnTo>
                    <a:pt x="600" y="756"/>
                  </a:lnTo>
                  <a:lnTo>
                    <a:pt x="612" y="750"/>
                  </a:lnTo>
                  <a:lnTo>
                    <a:pt x="618" y="738"/>
                  </a:lnTo>
                  <a:lnTo>
                    <a:pt x="624" y="732"/>
                  </a:lnTo>
                  <a:lnTo>
                    <a:pt x="600" y="708"/>
                  </a:lnTo>
                  <a:lnTo>
                    <a:pt x="588" y="702"/>
                  </a:lnTo>
                  <a:lnTo>
                    <a:pt x="576" y="690"/>
                  </a:lnTo>
                  <a:lnTo>
                    <a:pt x="564" y="666"/>
                  </a:lnTo>
                  <a:lnTo>
                    <a:pt x="558" y="660"/>
                  </a:lnTo>
                  <a:lnTo>
                    <a:pt x="558" y="654"/>
                  </a:lnTo>
                  <a:lnTo>
                    <a:pt x="552" y="630"/>
                  </a:lnTo>
                  <a:lnTo>
                    <a:pt x="540" y="624"/>
                  </a:lnTo>
                  <a:lnTo>
                    <a:pt x="534" y="618"/>
                  </a:lnTo>
                  <a:lnTo>
                    <a:pt x="534" y="606"/>
                  </a:lnTo>
                  <a:lnTo>
                    <a:pt x="540" y="600"/>
                  </a:lnTo>
                  <a:lnTo>
                    <a:pt x="552" y="594"/>
                  </a:lnTo>
                  <a:lnTo>
                    <a:pt x="546" y="588"/>
                  </a:lnTo>
                  <a:lnTo>
                    <a:pt x="546" y="564"/>
                  </a:lnTo>
                  <a:lnTo>
                    <a:pt x="552" y="552"/>
                  </a:lnTo>
                  <a:lnTo>
                    <a:pt x="582" y="522"/>
                  </a:lnTo>
                  <a:lnTo>
                    <a:pt x="588" y="528"/>
                  </a:lnTo>
                  <a:lnTo>
                    <a:pt x="594" y="528"/>
                  </a:lnTo>
                  <a:lnTo>
                    <a:pt x="588" y="522"/>
                  </a:lnTo>
                  <a:lnTo>
                    <a:pt x="588" y="504"/>
                  </a:lnTo>
                  <a:lnTo>
                    <a:pt x="582" y="498"/>
                  </a:lnTo>
                  <a:lnTo>
                    <a:pt x="582" y="486"/>
                  </a:lnTo>
                  <a:lnTo>
                    <a:pt x="600" y="468"/>
                  </a:lnTo>
                  <a:lnTo>
                    <a:pt x="600" y="414"/>
                  </a:lnTo>
                  <a:lnTo>
                    <a:pt x="624" y="414"/>
                  </a:lnTo>
                  <a:lnTo>
                    <a:pt x="624" y="408"/>
                  </a:lnTo>
                  <a:lnTo>
                    <a:pt x="630" y="402"/>
                  </a:lnTo>
                  <a:lnTo>
                    <a:pt x="630" y="396"/>
                  </a:lnTo>
                  <a:lnTo>
                    <a:pt x="642" y="384"/>
                  </a:lnTo>
                  <a:lnTo>
                    <a:pt x="654" y="378"/>
                  </a:lnTo>
                  <a:lnTo>
                    <a:pt x="660" y="372"/>
                  </a:lnTo>
                  <a:lnTo>
                    <a:pt x="672" y="366"/>
                  </a:lnTo>
                  <a:lnTo>
                    <a:pt x="702" y="366"/>
                  </a:lnTo>
                  <a:lnTo>
                    <a:pt x="708" y="354"/>
                  </a:lnTo>
                  <a:lnTo>
                    <a:pt x="738" y="360"/>
                  </a:lnTo>
                  <a:lnTo>
                    <a:pt x="744" y="354"/>
                  </a:lnTo>
                  <a:lnTo>
                    <a:pt x="750" y="342"/>
                  </a:lnTo>
                  <a:lnTo>
                    <a:pt x="756" y="336"/>
                  </a:lnTo>
                  <a:lnTo>
                    <a:pt x="774" y="336"/>
                  </a:lnTo>
                  <a:lnTo>
                    <a:pt x="786" y="348"/>
                  </a:lnTo>
                  <a:lnTo>
                    <a:pt x="786" y="354"/>
                  </a:lnTo>
                  <a:lnTo>
                    <a:pt x="804" y="354"/>
                  </a:lnTo>
                  <a:lnTo>
                    <a:pt x="816" y="342"/>
                  </a:lnTo>
                  <a:lnTo>
                    <a:pt x="798" y="330"/>
                  </a:lnTo>
                  <a:lnTo>
                    <a:pt x="786" y="312"/>
                  </a:lnTo>
                  <a:lnTo>
                    <a:pt x="768" y="312"/>
                  </a:lnTo>
                  <a:lnTo>
                    <a:pt x="762" y="306"/>
                  </a:lnTo>
                  <a:lnTo>
                    <a:pt x="762" y="288"/>
                  </a:lnTo>
                  <a:lnTo>
                    <a:pt x="774" y="264"/>
                  </a:lnTo>
                  <a:lnTo>
                    <a:pt x="774" y="258"/>
                  </a:lnTo>
                  <a:lnTo>
                    <a:pt x="780" y="252"/>
                  </a:lnTo>
                  <a:lnTo>
                    <a:pt x="786" y="252"/>
                  </a:lnTo>
                  <a:lnTo>
                    <a:pt x="792" y="246"/>
                  </a:lnTo>
                  <a:lnTo>
                    <a:pt x="798" y="234"/>
                  </a:lnTo>
                  <a:lnTo>
                    <a:pt x="798" y="216"/>
                  </a:lnTo>
                  <a:lnTo>
                    <a:pt x="792" y="210"/>
                  </a:lnTo>
                  <a:lnTo>
                    <a:pt x="780" y="204"/>
                  </a:lnTo>
                  <a:lnTo>
                    <a:pt x="756" y="204"/>
                  </a:lnTo>
                  <a:lnTo>
                    <a:pt x="750" y="198"/>
                  </a:lnTo>
                  <a:lnTo>
                    <a:pt x="744" y="186"/>
                  </a:lnTo>
                  <a:lnTo>
                    <a:pt x="744" y="180"/>
                  </a:lnTo>
                  <a:lnTo>
                    <a:pt x="732" y="180"/>
                  </a:lnTo>
                  <a:lnTo>
                    <a:pt x="726" y="186"/>
                  </a:lnTo>
                  <a:lnTo>
                    <a:pt x="714" y="192"/>
                  </a:lnTo>
                  <a:lnTo>
                    <a:pt x="702" y="192"/>
                  </a:lnTo>
                  <a:lnTo>
                    <a:pt x="696" y="186"/>
                  </a:lnTo>
                  <a:lnTo>
                    <a:pt x="690" y="186"/>
                  </a:lnTo>
                  <a:lnTo>
                    <a:pt x="684" y="180"/>
                  </a:lnTo>
                  <a:lnTo>
                    <a:pt x="660" y="180"/>
                  </a:lnTo>
                  <a:lnTo>
                    <a:pt x="648" y="192"/>
                  </a:lnTo>
                  <a:lnTo>
                    <a:pt x="648" y="204"/>
                  </a:lnTo>
                  <a:lnTo>
                    <a:pt x="612" y="204"/>
                  </a:lnTo>
                  <a:lnTo>
                    <a:pt x="588" y="198"/>
                  </a:lnTo>
                  <a:lnTo>
                    <a:pt x="576" y="192"/>
                  </a:lnTo>
                  <a:lnTo>
                    <a:pt x="576" y="168"/>
                  </a:lnTo>
                  <a:lnTo>
                    <a:pt x="582" y="162"/>
                  </a:lnTo>
                  <a:lnTo>
                    <a:pt x="582" y="156"/>
                  </a:lnTo>
                  <a:lnTo>
                    <a:pt x="576" y="150"/>
                  </a:lnTo>
                  <a:lnTo>
                    <a:pt x="564" y="144"/>
                  </a:lnTo>
                  <a:lnTo>
                    <a:pt x="552" y="144"/>
                  </a:lnTo>
                  <a:lnTo>
                    <a:pt x="552" y="138"/>
                  </a:lnTo>
                  <a:lnTo>
                    <a:pt x="546" y="132"/>
                  </a:lnTo>
                  <a:lnTo>
                    <a:pt x="546" y="108"/>
                  </a:lnTo>
                  <a:lnTo>
                    <a:pt x="540" y="102"/>
                  </a:lnTo>
                  <a:lnTo>
                    <a:pt x="528" y="102"/>
                  </a:lnTo>
                  <a:lnTo>
                    <a:pt x="516" y="84"/>
                  </a:lnTo>
                  <a:lnTo>
                    <a:pt x="498" y="84"/>
                  </a:lnTo>
                  <a:lnTo>
                    <a:pt x="486" y="48"/>
                  </a:lnTo>
                  <a:lnTo>
                    <a:pt x="480" y="42"/>
                  </a:lnTo>
                  <a:lnTo>
                    <a:pt x="468" y="36"/>
                  </a:lnTo>
                  <a:lnTo>
                    <a:pt x="450" y="18"/>
                  </a:lnTo>
                  <a:lnTo>
                    <a:pt x="438" y="12"/>
                  </a:lnTo>
                  <a:lnTo>
                    <a:pt x="426" y="0"/>
                  </a:lnTo>
                  <a:lnTo>
                    <a:pt x="396" y="0"/>
                  </a:lnTo>
                  <a:lnTo>
                    <a:pt x="414" y="0"/>
                  </a:lnTo>
                  <a:lnTo>
                    <a:pt x="414" y="24"/>
                  </a:lnTo>
                  <a:lnTo>
                    <a:pt x="408" y="24"/>
                  </a:lnTo>
                  <a:lnTo>
                    <a:pt x="408" y="30"/>
                  </a:lnTo>
                  <a:lnTo>
                    <a:pt x="402" y="30"/>
                  </a:lnTo>
                  <a:lnTo>
                    <a:pt x="426" y="48"/>
                  </a:lnTo>
                  <a:lnTo>
                    <a:pt x="426" y="78"/>
                  </a:lnTo>
                  <a:lnTo>
                    <a:pt x="414" y="84"/>
                  </a:lnTo>
                  <a:lnTo>
                    <a:pt x="402" y="126"/>
                  </a:lnTo>
                  <a:lnTo>
                    <a:pt x="396" y="138"/>
                  </a:lnTo>
                  <a:lnTo>
                    <a:pt x="384" y="150"/>
                  </a:lnTo>
                  <a:lnTo>
                    <a:pt x="378" y="162"/>
                  </a:lnTo>
                  <a:lnTo>
                    <a:pt x="366" y="174"/>
                  </a:lnTo>
                  <a:lnTo>
                    <a:pt x="354" y="192"/>
                  </a:lnTo>
                  <a:lnTo>
                    <a:pt x="336" y="204"/>
                  </a:lnTo>
                  <a:lnTo>
                    <a:pt x="276" y="234"/>
                  </a:lnTo>
                  <a:lnTo>
                    <a:pt x="258" y="240"/>
                  </a:lnTo>
                  <a:lnTo>
                    <a:pt x="240" y="252"/>
                  </a:lnTo>
                  <a:lnTo>
                    <a:pt x="222" y="270"/>
                  </a:lnTo>
                  <a:lnTo>
                    <a:pt x="222" y="276"/>
                  </a:lnTo>
                  <a:lnTo>
                    <a:pt x="210" y="282"/>
                  </a:lnTo>
                  <a:lnTo>
                    <a:pt x="210" y="300"/>
                  </a:lnTo>
                  <a:lnTo>
                    <a:pt x="198" y="312"/>
                  </a:lnTo>
                  <a:lnTo>
                    <a:pt x="198" y="336"/>
                  </a:lnTo>
                  <a:lnTo>
                    <a:pt x="192" y="348"/>
                  </a:lnTo>
                  <a:lnTo>
                    <a:pt x="192" y="378"/>
                  </a:lnTo>
                  <a:lnTo>
                    <a:pt x="174" y="378"/>
                  </a:lnTo>
                  <a:lnTo>
                    <a:pt x="168" y="384"/>
                  </a:lnTo>
                  <a:lnTo>
                    <a:pt x="168" y="390"/>
                  </a:lnTo>
                  <a:lnTo>
                    <a:pt x="162" y="396"/>
                  </a:lnTo>
                  <a:lnTo>
                    <a:pt x="162" y="402"/>
                  </a:lnTo>
                  <a:lnTo>
                    <a:pt x="144" y="402"/>
                  </a:lnTo>
                  <a:lnTo>
                    <a:pt x="138" y="390"/>
                  </a:lnTo>
                  <a:lnTo>
                    <a:pt x="138" y="372"/>
                  </a:lnTo>
                  <a:lnTo>
                    <a:pt x="132" y="366"/>
                  </a:lnTo>
                  <a:lnTo>
                    <a:pt x="132" y="360"/>
                  </a:lnTo>
                  <a:lnTo>
                    <a:pt x="102" y="360"/>
                  </a:lnTo>
                  <a:lnTo>
                    <a:pt x="90" y="348"/>
                  </a:lnTo>
                  <a:lnTo>
                    <a:pt x="78" y="360"/>
                  </a:lnTo>
                  <a:lnTo>
                    <a:pt x="66" y="366"/>
                  </a:lnTo>
                  <a:lnTo>
                    <a:pt x="60" y="366"/>
                  </a:lnTo>
                  <a:lnTo>
                    <a:pt x="54" y="360"/>
                  </a:lnTo>
                  <a:lnTo>
                    <a:pt x="66" y="348"/>
                  </a:lnTo>
                  <a:lnTo>
                    <a:pt x="54" y="336"/>
                  </a:lnTo>
                  <a:lnTo>
                    <a:pt x="60" y="330"/>
                  </a:lnTo>
                  <a:lnTo>
                    <a:pt x="66" y="318"/>
                  </a:lnTo>
                  <a:lnTo>
                    <a:pt x="78" y="312"/>
                  </a:lnTo>
                  <a:lnTo>
                    <a:pt x="84" y="300"/>
                  </a:lnTo>
                  <a:lnTo>
                    <a:pt x="90" y="294"/>
                  </a:lnTo>
                  <a:lnTo>
                    <a:pt x="90" y="288"/>
                  </a:lnTo>
                  <a:lnTo>
                    <a:pt x="84" y="288"/>
                  </a:lnTo>
                  <a:lnTo>
                    <a:pt x="72" y="282"/>
                  </a:lnTo>
                  <a:lnTo>
                    <a:pt x="66" y="282"/>
                  </a:lnTo>
                  <a:lnTo>
                    <a:pt x="6" y="342"/>
                  </a:lnTo>
                  <a:lnTo>
                    <a:pt x="0" y="354"/>
                  </a:lnTo>
                  <a:lnTo>
                    <a:pt x="0" y="390"/>
                  </a:lnTo>
                  <a:lnTo>
                    <a:pt x="6" y="396"/>
                  </a:lnTo>
                  <a:lnTo>
                    <a:pt x="18" y="396"/>
                  </a:lnTo>
                  <a:lnTo>
                    <a:pt x="12" y="420"/>
                  </a:lnTo>
                  <a:lnTo>
                    <a:pt x="36" y="444"/>
                  </a:lnTo>
                  <a:lnTo>
                    <a:pt x="36" y="462"/>
                  </a:lnTo>
                  <a:lnTo>
                    <a:pt x="12" y="486"/>
                  </a:lnTo>
                  <a:lnTo>
                    <a:pt x="12" y="492"/>
                  </a:lnTo>
                  <a:lnTo>
                    <a:pt x="18" y="504"/>
                  </a:lnTo>
                  <a:lnTo>
                    <a:pt x="24" y="510"/>
                  </a:lnTo>
                  <a:lnTo>
                    <a:pt x="36" y="516"/>
                  </a:lnTo>
                  <a:lnTo>
                    <a:pt x="54" y="522"/>
                  </a:lnTo>
                  <a:lnTo>
                    <a:pt x="66" y="522"/>
                  </a:lnTo>
                  <a:lnTo>
                    <a:pt x="108" y="564"/>
                  </a:lnTo>
                  <a:lnTo>
                    <a:pt x="114" y="576"/>
                  </a:lnTo>
                  <a:lnTo>
                    <a:pt x="132" y="594"/>
                  </a:lnTo>
                  <a:lnTo>
                    <a:pt x="138" y="612"/>
                  </a:lnTo>
                  <a:lnTo>
                    <a:pt x="144" y="624"/>
                  </a:lnTo>
                  <a:lnTo>
                    <a:pt x="144" y="642"/>
                  </a:lnTo>
                  <a:lnTo>
                    <a:pt x="150" y="648"/>
                  </a:lnTo>
                  <a:lnTo>
                    <a:pt x="156" y="660"/>
                  </a:lnTo>
                  <a:lnTo>
                    <a:pt x="168" y="666"/>
                  </a:lnTo>
                  <a:lnTo>
                    <a:pt x="174" y="678"/>
                  </a:lnTo>
                  <a:lnTo>
                    <a:pt x="192" y="696"/>
                  </a:lnTo>
                  <a:lnTo>
                    <a:pt x="204" y="720"/>
                  </a:lnTo>
                  <a:lnTo>
                    <a:pt x="216" y="732"/>
                  </a:lnTo>
                  <a:lnTo>
                    <a:pt x="222" y="744"/>
                  </a:lnTo>
                  <a:lnTo>
                    <a:pt x="234" y="762"/>
                  </a:lnTo>
                  <a:lnTo>
                    <a:pt x="240" y="768"/>
                  </a:lnTo>
                  <a:lnTo>
                    <a:pt x="246" y="780"/>
                  </a:lnTo>
                  <a:lnTo>
                    <a:pt x="252" y="822"/>
                  </a:lnTo>
                  <a:lnTo>
                    <a:pt x="252" y="828"/>
                  </a:lnTo>
                  <a:lnTo>
                    <a:pt x="258" y="834"/>
                  </a:lnTo>
                  <a:lnTo>
                    <a:pt x="264" y="846"/>
                  </a:lnTo>
                  <a:lnTo>
                    <a:pt x="270" y="864"/>
                  </a:lnTo>
                  <a:lnTo>
                    <a:pt x="282" y="876"/>
                  </a:lnTo>
                  <a:lnTo>
                    <a:pt x="288" y="894"/>
                  </a:lnTo>
                  <a:lnTo>
                    <a:pt x="294" y="906"/>
                  </a:lnTo>
                  <a:lnTo>
                    <a:pt x="294" y="918"/>
                  </a:lnTo>
                  <a:lnTo>
                    <a:pt x="300" y="924"/>
                  </a:lnTo>
                  <a:lnTo>
                    <a:pt x="312" y="924"/>
                  </a:lnTo>
                  <a:lnTo>
                    <a:pt x="324" y="936"/>
                  </a:lnTo>
                  <a:lnTo>
                    <a:pt x="324" y="948"/>
                  </a:lnTo>
                  <a:lnTo>
                    <a:pt x="330" y="954"/>
                  </a:lnTo>
                  <a:lnTo>
                    <a:pt x="330" y="966"/>
                  </a:lnTo>
                  <a:lnTo>
                    <a:pt x="336" y="984"/>
                  </a:lnTo>
                  <a:lnTo>
                    <a:pt x="360" y="1014"/>
                  </a:lnTo>
                  <a:lnTo>
                    <a:pt x="378" y="1050"/>
                  </a:lnTo>
                  <a:lnTo>
                    <a:pt x="396" y="1074"/>
                  </a:lnTo>
                  <a:lnTo>
                    <a:pt x="402" y="1086"/>
                  </a:lnTo>
                  <a:lnTo>
                    <a:pt x="408" y="1104"/>
                  </a:lnTo>
                  <a:lnTo>
                    <a:pt x="408" y="1116"/>
                  </a:lnTo>
                  <a:lnTo>
                    <a:pt x="402" y="1128"/>
                  </a:lnTo>
                  <a:lnTo>
                    <a:pt x="402" y="1146"/>
                  </a:lnTo>
                  <a:lnTo>
                    <a:pt x="414" y="1158"/>
                  </a:lnTo>
                  <a:lnTo>
                    <a:pt x="420" y="1170"/>
                  </a:lnTo>
                  <a:lnTo>
                    <a:pt x="444" y="1194"/>
                  </a:lnTo>
                  <a:lnTo>
                    <a:pt x="456" y="1200"/>
                  </a:lnTo>
                  <a:lnTo>
                    <a:pt x="468" y="1212"/>
                  </a:lnTo>
                  <a:lnTo>
                    <a:pt x="474" y="1224"/>
                  </a:lnTo>
                  <a:lnTo>
                    <a:pt x="498" y="1248"/>
                  </a:lnTo>
                  <a:lnTo>
                    <a:pt x="516" y="1260"/>
                  </a:lnTo>
                  <a:lnTo>
                    <a:pt x="546" y="1278"/>
                  </a:lnTo>
                  <a:lnTo>
                    <a:pt x="576" y="1290"/>
                  </a:lnTo>
                  <a:lnTo>
                    <a:pt x="600" y="1302"/>
                  </a:lnTo>
                  <a:lnTo>
                    <a:pt x="642" y="1320"/>
                  </a:lnTo>
                  <a:lnTo>
                    <a:pt x="696" y="1350"/>
                  </a:lnTo>
                  <a:lnTo>
                    <a:pt x="708" y="1362"/>
                  </a:lnTo>
                  <a:lnTo>
                    <a:pt x="726" y="1374"/>
                  </a:lnTo>
                  <a:lnTo>
                    <a:pt x="738" y="1380"/>
                  </a:lnTo>
                  <a:lnTo>
                    <a:pt x="750" y="1392"/>
                  </a:lnTo>
                  <a:lnTo>
                    <a:pt x="774" y="1404"/>
                  </a:lnTo>
                  <a:lnTo>
                    <a:pt x="780" y="1428"/>
                  </a:lnTo>
                  <a:lnTo>
                    <a:pt x="792" y="1434"/>
                  </a:lnTo>
                  <a:lnTo>
                    <a:pt x="798" y="1446"/>
                  </a:lnTo>
                  <a:lnTo>
                    <a:pt x="810" y="1452"/>
                  </a:lnTo>
                  <a:lnTo>
                    <a:pt x="816" y="1458"/>
                  </a:lnTo>
                  <a:lnTo>
                    <a:pt x="840" y="1470"/>
                  </a:lnTo>
                  <a:lnTo>
                    <a:pt x="846" y="1482"/>
                  </a:lnTo>
                  <a:lnTo>
                    <a:pt x="858" y="1488"/>
                  </a:lnTo>
                  <a:lnTo>
                    <a:pt x="894" y="1464"/>
                  </a:lnTo>
                  <a:lnTo>
                    <a:pt x="900" y="1458"/>
                  </a:lnTo>
                  <a:lnTo>
                    <a:pt x="900" y="1440"/>
                  </a:lnTo>
                  <a:lnTo>
                    <a:pt x="894" y="1428"/>
                  </a:lnTo>
                  <a:lnTo>
                    <a:pt x="912" y="1416"/>
                  </a:lnTo>
                  <a:lnTo>
                    <a:pt x="900" y="1392"/>
                  </a:lnTo>
                  <a:lnTo>
                    <a:pt x="918" y="1374"/>
                  </a:lnTo>
                  <a:lnTo>
                    <a:pt x="930" y="1368"/>
                  </a:lnTo>
                  <a:lnTo>
                    <a:pt x="942" y="1344"/>
                  </a:lnTo>
                  <a:lnTo>
                    <a:pt x="942" y="1332"/>
                  </a:lnTo>
                  <a:lnTo>
                    <a:pt x="930" y="1320"/>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7" name="Paraguay" descr="© INSCALE GmbH, 05.05.2010&#10;http://www.presentationload.com/">
              <a:extLst>
                <a:ext uri="{FF2B5EF4-FFF2-40B4-BE49-F238E27FC236}">
                  <a16:creationId xmlns:a16="http://schemas.microsoft.com/office/drawing/2014/main" id="{AB377B2E-A9DC-164E-9769-8A55F8EC84EE}"/>
                </a:ext>
              </a:extLst>
            </p:cNvPr>
            <p:cNvSpPr>
              <a:spLocks/>
            </p:cNvSpPr>
            <p:nvPr/>
          </p:nvSpPr>
          <p:spPr bwMode="gray">
            <a:xfrm>
              <a:off x="3896809" y="4794231"/>
              <a:ext cx="251477" cy="284349"/>
            </a:xfrm>
            <a:custGeom>
              <a:avLst/>
              <a:gdLst>
                <a:gd name="T0" fmla="*/ 2147483647 w 600"/>
                <a:gd name="T1" fmla="*/ 2147483647 h 678"/>
                <a:gd name="T2" fmla="*/ 2147483647 w 600"/>
                <a:gd name="T3" fmla="*/ 2147483647 h 678"/>
                <a:gd name="T4" fmla="*/ 2147483647 w 600"/>
                <a:gd name="T5" fmla="*/ 2147483647 h 678"/>
                <a:gd name="T6" fmla="*/ 2147483647 w 600"/>
                <a:gd name="T7" fmla="*/ 2147483647 h 678"/>
                <a:gd name="T8" fmla="*/ 2147483647 w 600"/>
                <a:gd name="T9" fmla="*/ 2147483647 h 678"/>
                <a:gd name="T10" fmla="*/ 2147483647 w 600"/>
                <a:gd name="T11" fmla="*/ 2147483647 h 678"/>
                <a:gd name="T12" fmla="*/ 2147483647 w 600"/>
                <a:gd name="T13" fmla="*/ 2147483647 h 678"/>
                <a:gd name="T14" fmla="*/ 2147483647 w 600"/>
                <a:gd name="T15" fmla="*/ 2147483647 h 678"/>
                <a:gd name="T16" fmla="*/ 2147483647 w 600"/>
                <a:gd name="T17" fmla="*/ 2147483647 h 678"/>
                <a:gd name="T18" fmla="*/ 2147483647 w 600"/>
                <a:gd name="T19" fmla="*/ 2147483647 h 678"/>
                <a:gd name="T20" fmla="*/ 2147483647 w 600"/>
                <a:gd name="T21" fmla="*/ 2147483647 h 678"/>
                <a:gd name="T22" fmla="*/ 2147483647 w 600"/>
                <a:gd name="T23" fmla="*/ 2147483647 h 678"/>
                <a:gd name="T24" fmla="*/ 2147483647 w 600"/>
                <a:gd name="T25" fmla="*/ 2147483647 h 678"/>
                <a:gd name="T26" fmla="*/ 2147483647 w 600"/>
                <a:gd name="T27" fmla="*/ 2147483647 h 678"/>
                <a:gd name="T28" fmla="*/ 2147483647 w 600"/>
                <a:gd name="T29" fmla="*/ 2147483647 h 678"/>
                <a:gd name="T30" fmla="*/ 2147483647 w 600"/>
                <a:gd name="T31" fmla="*/ 2147483647 h 678"/>
                <a:gd name="T32" fmla="*/ 2147483647 w 600"/>
                <a:gd name="T33" fmla="*/ 2147483647 h 678"/>
                <a:gd name="T34" fmla="*/ 2147483647 w 600"/>
                <a:gd name="T35" fmla="*/ 2147483647 h 678"/>
                <a:gd name="T36" fmla="*/ 2147483647 w 600"/>
                <a:gd name="T37" fmla="*/ 2147483647 h 678"/>
                <a:gd name="T38" fmla="*/ 2147483647 w 600"/>
                <a:gd name="T39" fmla="*/ 2147483647 h 678"/>
                <a:gd name="T40" fmla="*/ 2147483647 w 600"/>
                <a:gd name="T41" fmla="*/ 2147483647 h 678"/>
                <a:gd name="T42" fmla="*/ 2147483647 w 600"/>
                <a:gd name="T43" fmla="*/ 2147483647 h 678"/>
                <a:gd name="T44" fmla="*/ 2147483647 w 600"/>
                <a:gd name="T45" fmla="*/ 2147483647 h 678"/>
                <a:gd name="T46" fmla="*/ 2147483647 w 600"/>
                <a:gd name="T47" fmla="*/ 2147483647 h 678"/>
                <a:gd name="T48" fmla="*/ 2147483647 w 600"/>
                <a:gd name="T49" fmla="*/ 2147483647 h 678"/>
                <a:gd name="T50" fmla="*/ 2147483647 w 600"/>
                <a:gd name="T51" fmla="*/ 2147483647 h 678"/>
                <a:gd name="T52" fmla="*/ 2147483647 w 600"/>
                <a:gd name="T53" fmla="*/ 0 h 678"/>
                <a:gd name="T54" fmla="*/ 2147483647 w 600"/>
                <a:gd name="T55" fmla="*/ 2147483647 h 678"/>
                <a:gd name="T56" fmla="*/ 2147483647 w 600"/>
                <a:gd name="T57" fmla="*/ 2147483647 h 678"/>
                <a:gd name="T58" fmla="*/ 0 w 600"/>
                <a:gd name="T59" fmla="*/ 2147483647 h 678"/>
                <a:gd name="T60" fmla="*/ 2147483647 w 600"/>
                <a:gd name="T61" fmla="*/ 2147483647 h 678"/>
                <a:gd name="T62" fmla="*/ 2147483647 w 600"/>
                <a:gd name="T63" fmla="*/ 2147483647 h 678"/>
                <a:gd name="T64" fmla="*/ 2147483647 w 600"/>
                <a:gd name="T65" fmla="*/ 2147483647 h 678"/>
                <a:gd name="T66" fmla="*/ 2147483647 w 600"/>
                <a:gd name="T67" fmla="*/ 2147483647 h 678"/>
                <a:gd name="T68" fmla="*/ 2147483647 w 600"/>
                <a:gd name="T69" fmla="*/ 2147483647 h 678"/>
                <a:gd name="T70" fmla="*/ 2147483647 w 600"/>
                <a:gd name="T71" fmla="*/ 2147483647 h 678"/>
                <a:gd name="T72" fmla="*/ 2147483647 w 600"/>
                <a:gd name="T73" fmla="*/ 2147483647 h 678"/>
                <a:gd name="T74" fmla="*/ 2147483647 w 600"/>
                <a:gd name="T75" fmla="*/ 2147483647 h 678"/>
                <a:gd name="T76" fmla="*/ 2147483647 w 600"/>
                <a:gd name="T77" fmla="*/ 2147483647 h 678"/>
                <a:gd name="T78" fmla="*/ 2147483647 w 600"/>
                <a:gd name="T79" fmla="*/ 2147483647 h 678"/>
                <a:gd name="T80" fmla="*/ 2147483647 w 600"/>
                <a:gd name="T81" fmla="*/ 2147483647 h 678"/>
                <a:gd name="T82" fmla="*/ 2147483647 w 600"/>
                <a:gd name="T83" fmla="*/ 2147483647 h 678"/>
                <a:gd name="T84" fmla="*/ 2147483647 w 600"/>
                <a:gd name="T85" fmla="*/ 2147483647 h 678"/>
                <a:gd name="T86" fmla="*/ 2147483647 w 600"/>
                <a:gd name="T87" fmla="*/ 2147483647 h 678"/>
                <a:gd name="T88" fmla="*/ 2147483647 w 600"/>
                <a:gd name="T89" fmla="*/ 2147483647 h 678"/>
                <a:gd name="T90" fmla="*/ 2147483647 w 600"/>
                <a:gd name="T91" fmla="*/ 2147483647 h 678"/>
                <a:gd name="T92" fmla="*/ 2147483647 w 600"/>
                <a:gd name="T93" fmla="*/ 2147483647 h 678"/>
                <a:gd name="T94" fmla="*/ 2147483647 w 600"/>
                <a:gd name="T95" fmla="*/ 2147483647 h 678"/>
                <a:gd name="T96" fmla="*/ 2147483647 w 600"/>
                <a:gd name="T97" fmla="*/ 2147483647 h 678"/>
                <a:gd name="T98" fmla="*/ 2147483647 w 600"/>
                <a:gd name="T99" fmla="*/ 2147483647 h 678"/>
                <a:gd name="T100" fmla="*/ 2147483647 w 600"/>
                <a:gd name="T101" fmla="*/ 2147483647 h 678"/>
                <a:gd name="T102" fmla="*/ 2147483647 w 600"/>
                <a:gd name="T103" fmla="*/ 2147483647 h 678"/>
                <a:gd name="T104" fmla="*/ 2147483647 w 600"/>
                <a:gd name="T105" fmla="*/ 2147483647 h 678"/>
                <a:gd name="T106" fmla="*/ 2147483647 w 600"/>
                <a:gd name="T107" fmla="*/ 2147483647 h 678"/>
                <a:gd name="T108" fmla="*/ 2147483647 w 600"/>
                <a:gd name="T109" fmla="*/ 2147483647 h 678"/>
                <a:gd name="T110" fmla="*/ 2147483647 w 600"/>
                <a:gd name="T111" fmla="*/ 2147483647 h 678"/>
                <a:gd name="T112" fmla="*/ 2147483647 w 600"/>
                <a:gd name="T113" fmla="*/ 2147483647 h 678"/>
                <a:gd name="T114" fmla="*/ 2147483647 w 600"/>
                <a:gd name="T115" fmla="*/ 2147483647 h 678"/>
                <a:gd name="T116" fmla="*/ 2147483647 w 600"/>
                <a:gd name="T117" fmla="*/ 2147483647 h 678"/>
                <a:gd name="T118" fmla="*/ 2147483647 w 600"/>
                <a:gd name="T119" fmla="*/ 2147483647 h 67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0"/>
                <a:gd name="T181" fmla="*/ 0 h 678"/>
                <a:gd name="T182" fmla="*/ 600 w 600"/>
                <a:gd name="T183" fmla="*/ 678 h 67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0" h="678">
                  <a:moveTo>
                    <a:pt x="480" y="660"/>
                  </a:moveTo>
                  <a:lnTo>
                    <a:pt x="492" y="678"/>
                  </a:lnTo>
                  <a:lnTo>
                    <a:pt x="492" y="660"/>
                  </a:lnTo>
                  <a:lnTo>
                    <a:pt x="498" y="654"/>
                  </a:lnTo>
                  <a:lnTo>
                    <a:pt x="510" y="654"/>
                  </a:lnTo>
                  <a:lnTo>
                    <a:pt x="516" y="660"/>
                  </a:lnTo>
                  <a:lnTo>
                    <a:pt x="516" y="666"/>
                  </a:lnTo>
                  <a:lnTo>
                    <a:pt x="522" y="660"/>
                  </a:lnTo>
                  <a:lnTo>
                    <a:pt x="534" y="636"/>
                  </a:lnTo>
                  <a:lnTo>
                    <a:pt x="546" y="624"/>
                  </a:lnTo>
                  <a:lnTo>
                    <a:pt x="552" y="624"/>
                  </a:lnTo>
                  <a:lnTo>
                    <a:pt x="558" y="618"/>
                  </a:lnTo>
                  <a:lnTo>
                    <a:pt x="570" y="612"/>
                  </a:lnTo>
                  <a:lnTo>
                    <a:pt x="576" y="600"/>
                  </a:lnTo>
                  <a:lnTo>
                    <a:pt x="588" y="594"/>
                  </a:lnTo>
                  <a:lnTo>
                    <a:pt x="588" y="516"/>
                  </a:lnTo>
                  <a:lnTo>
                    <a:pt x="582" y="498"/>
                  </a:lnTo>
                  <a:lnTo>
                    <a:pt x="582" y="486"/>
                  </a:lnTo>
                  <a:lnTo>
                    <a:pt x="588" y="474"/>
                  </a:lnTo>
                  <a:lnTo>
                    <a:pt x="588" y="468"/>
                  </a:lnTo>
                  <a:lnTo>
                    <a:pt x="594" y="462"/>
                  </a:lnTo>
                  <a:lnTo>
                    <a:pt x="594" y="432"/>
                  </a:lnTo>
                  <a:lnTo>
                    <a:pt x="600" y="414"/>
                  </a:lnTo>
                  <a:lnTo>
                    <a:pt x="600" y="396"/>
                  </a:lnTo>
                  <a:lnTo>
                    <a:pt x="594" y="384"/>
                  </a:lnTo>
                  <a:lnTo>
                    <a:pt x="582" y="372"/>
                  </a:lnTo>
                  <a:lnTo>
                    <a:pt x="570" y="366"/>
                  </a:lnTo>
                  <a:lnTo>
                    <a:pt x="558" y="366"/>
                  </a:lnTo>
                  <a:lnTo>
                    <a:pt x="540" y="384"/>
                  </a:lnTo>
                  <a:lnTo>
                    <a:pt x="528" y="384"/>
                  </a:lnTo>
                  <a:lnTo>
                    <a:pt x="516" y="378"/>
                  </a:lnTo>
                  <a:lnTo>
                    <a:pt x="504" y="354"/>
                  </a:lnTo>
                  <a:lnTo>
                    <a:pt x="504" y="336"/>
                  </a:lnTo>
                  <a:lnTo>
                    <a:pt x="498" y="318"/>
                  </a:lnTo>
                  <a:lnTo>
                    <a:pt x="498" y="294"/>
                  </a:lnTo>
                  <a:lnTo>
                    <a:pt x="492" y="276"/>
                  </a:lnTo>
                  <a:lnTo>
                    <a:pt x="492" y="252"/>
                  </a:lnTo>
                  <a:lnTo>
                    <a:pt x="486" y="246"/>
                  </a:lnTo>
                  <a:lnTo>
                    <a:pt x="474" y="240"/>
                  </a:lnTo>
                  <a:lnTo>
                    <a:pt x="402" y="240"/>
                  </a:lnTo>
                  <a:lnTo>
                    <a:pt x="360" y="234"/>
                  </a:lnTo>
                  <a:lnTo>
                    <a:pt x="324" y="222"/>
                  </a:lnTo>
                  <a:lnTo>
                    <a:pt x="318" y="216"/>
                  </a:lnTo>
                  <a:lnTo>
                    <a:pt x="312" y="204"/>
                  </a:lnTo>
                  <a:lnTo>
                    <a:pt x="312" y="162"/>
                  </a:lnTo>
                  <a:lnTo>
                    <a:pt x="318" y="150"/>
                  </a:lnTo>
                  <a:lnTo>
                    <a:pt x="318" y="132"/>
                  </a:lnTo>
                  <a:lnTo>
                    <a:pt x="306" y="132"/>
                  </a:lnTo>
                  <a:lnTo>
                    <a:pt x="306" y="96"/>
                  </a:lnTo>
                  <a:lnTo>
                    <a:pt x="294" y="90"/>
                  </a:lnTo>
                  <a:lnTo>
                    <a:pt x="288" y="84"/>
                  </a:lnTo>
                  <a:lnTo>
                    <a:pt x="288" y="78"/>
                  </a:lnTo>
                  <a:lnTo>
                    <a:pt x="270" y="42"/>
                  </a:lnTo>
                  <a:lnTo>
                    <a:pt x="216" y="0"/>
                  </a:lnTo>
                  <a:lnTo>
                    <a:pt x="138" y="12"/>
                  </a:lnTo>
                  <a:lnTo>
                    <a:pt x="36" y="30"/>
                  </a:lnTo>
                  <a:lnTo>
                    <a:pt x="30" y="60"/>
                  </a:lnTo>
                  <a:lnTo>
                    <a:pt x="18" y="72"/>
                  </a:lnTo>
                  <a:lnTo>
                    <a:pt x="6" y="78"/>
                  </a:lnTo>
                  <a:lnTo>
                    <a:pt x="0" y="84"/>
                  </a:lnTo>
                  <a:lnTo>
                    <a:pt x="0" y="96"/>
                  </a:lnTo>
                  <a:lnTo>
                    <a:pt x="12" y="120"/>
                  </a:lnTo>
                  <a:lnTo>
                    <a:pt x="12" y="126"/>
                  </a:lnTo>
                  <a:lnTo>
                    <a:pt x="18" y="132"/>
                  </a:lnTo>
                  <a:lnTo>
                    <a:pt x="18" y="156"/>
                  </a:lnTo>
                  <a:lnTo>
                    <a:pt x="6" y="228"/>
                  </a:lnTo>
                  <a:lnTo>
                    <a:pt x="6" y="246"/>
                  </a:lnTo>
                  <a:lnTo>
                    <a:pt x="24" y="264"/>
                  </a:lnTo>
                  <a:lnTo>
                    <a:pt x="24" y="270"/>
                  </a:lnTo>
                  <a:lnTo>
                    <a:pt x="30" y="276"/>
                  </a:lnTo>
                  <a:lnTo>
                    <a:pt x="36" y="288"/>
                  </a:lnTo>
                  <a:lnTo>
                    <a:pt x="48" y="294"/>
                  </a:lnTo>
                  <a:lnTo>
                    <a:pt x="54" y="306"/>
                  </a:lnTo>
                  <a:lnTo>
                    <a:pt x="60" y="312"/>
                  </a:lnTo>
                  <a:lnTo>
                    <a:pt x="84" y="324"/>
                  </a:lnTo>
                  <a:lnTo>
                    <a:pt x="102" y="342"/>
                  </a:lnTo>
                  <a:lnTo>
                    <a:pt x="114" y="348"/>
                  </a:lnTo>
                  <a:lnTo>
                    <a:pt x="120" y="366"/>
                  </a:lnTo>
                  <a:lnTo>
                    <a:pt x="126" y="366"/>
                  </a:lnTo>
                  <a:lnTo>
                    <a:pt x="132" y="372"/>
                  </a:lnTo>
                  <a:lnTo>
                    <a:pt x="168" y="390"/>
                  </a:lnTo>
                  <a:lnTo>
                    <a:pt x="198" y="390"/>
                  </a:lnTo>
                  <a:lnTo>
                    <a:pt x="210" y="396"/>
                  </a:lnTo>
                  <a:lnTo>
                    <a:pt x="216" y="402"/>
                  </a:lnTo>
                  <a:lnTo>
                    <a:pt x="228" y="408"/>
                  </a:lnTo>
                  <a:lnTo>
                    <a:pt x="234" y="414"/>
                  </a:lnTo>
                  <a:lnTo>
                    <a:pt x="240" y="414"/>
                  </a:lnTo>
                  <a:lnTo>
                    <a:pt x="246" y="420"/>
                  </a:lnTo>
                  <a:lnTo>
                    <a:pt x="258" y="426"/>
                  </a:lnTo>
                  <a:lnTo>
                    <a:pt x="276" y="438"/>
                  </a:lnTo>
                  <a:lnTo>
                    <a:pt x="312" y="456"/>
                  </a:lnTo>
                  <a:lnTo>
                    <a:pt x="318" y="462"/>
                  </a:lnTo>
                  <a:lnTo>
                    <a:pt x="330" y="462"/>
                  </a:lnTo>
                  <a:lnTo>
                    <a:pt x="342" y="468"/>
                  </a:lnTo>
                  <a:lnTo>
                    <a:pt x="360" y="474"/>
                  </a:lnTo>
                  <a:lnTo>
                    <a:pt x="372" y="480"/>
                  </a:lnTo>
                  <a:lnTo>
                    <a:pt x="378" y="486"/>
                  </a:lnTo>
                  <a:lnTo>
                    <a:pt x="372" y="492"/>
                  </a:lnTo>
                  <a:lnTo>
                    <a:pt x="372" y="504"/>
                  </a:lnTo>
                  <a:lnTo>
                    <a:pt x="366" y="510"/>
                  </a:lnTo>
                  <a:lnTo>
                    <a:pt x="360" y="522"/>
                  </a:lnTo>
                  <a:lnTo>
                    <a:pt x="366" y="528"/>
                  </a:lnTo>
                  <a:lnTo>
                    <a:pt x="372" y="540"/>
                  </a:lnTo>
                  <a:lnTo>
                    <a:pt x="372" y="546"/>
                  </a:lnTo>
                  <a:lnTo>
                    <a:pt x="366" y="552"/>
                  </a:lnTo>
                  <a:lnTo>
                    <a:pt x="348" y="552"/>
                  </a:lnTo>
                  <a:lnTo>
                    <a:pt x="348" y="588"/>
                  </a:lnTo>
                  <a:lnTo>
                    <a:pt x="342" y="594"/>
                  </a:lnTo>
                  <a:lnTo>
                    <a:pt x="336" y="606"/>
                  </a:lnTo>
                  <a:lnTo>
                    <a:pt x="330" y="612"/>
                  </a:lnTo>
                  <a:lnTo>
                    <a:pt x="324" y="624"/>
                  </a:lnTo>
                  <a:lnTo>
                    <a:pt x="324" y="636"/>
                  </a:lnTo>
                  <a:lnTo>
                    <a:pt x="330" y="642"/>
                  </a:lnTo>
                  <a:lnTo>
                    <a:pt x="354" y="642"/>
                  </a:lnTo>
                  <a:lnTo>
                    <a:pt x="366" y="636"/>
                  </a:lnTo>
                  <a:lnTo>
                    <a:pt x="372" y="636"/>
                  </a:lnTo>
                  <a:lnTo>
                    <a:pt x="384" y="642"/>
                  </a:lnTo>
                  <a:lnTo>
                    <a:pt x="390" y="648"/>
                  </a:lnTo>
                  <a:lnTo>
                    <a:pt x="402" y="654"/>
                  </a:lnTo>
                  <a:lnTo>
                    <a:pt x="420" y="660"/>
                  </a:lnTo>
                  <a:lnTo>
                    <a:pt x="480" y="660"/>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8" name="Panama" descr="© INSCALE GmbH, 05.05.2010&#10;http://www.presentationload.com/">
              <a:extLst>
                <a:ext uri="{FF2B5EF4-FFF2-40B4-BE49-F238E27FC236}">
                  <a16:creationId xmlns:a16="http://schemas.microsoft.com/office/drawing/2014/main" id="{CEBCA267-E850-694A-BE26-4029890E3DC0}"/>
                </a:ext>
              </a:extLst>
            </p:cNvPr>
            <p:cNvSpPr>
              <a:spLocks/>
            </p:cNvSpPr>
            <p:nvPr/>
          </p:nvSpPr>
          <p:spPr bwMode="gray">
            <a:xfrm>
              <a:off x="3249215" y="3816263"/>
              <a:ext cx="170939" cy="82182"/>
            </a:xfrm>
            <a:custGeom>
              <a:avLst/>
              <a:gdLst>
                <a:gd name="T0" fmla="*/ 2147483647 w 408"/>
                <a:gd name="T1" fmla="*/ 2147483647 h 198"/>
                <a:gd name="T2" fmla="*/ 2147483647 w 408"/>
                <a:gd name="T3" fmla="*/ 2147483647 h 198"/>
                <a:gd name="T4" fmla="*/ 2147483647 w 408"/>
                <a:gd name="T5" fmla="*/ 2147483647 h 198"/>
                <a:gd name="T6" fmla="*/ 2147483647 w 408"/>
                <a:gd name="T7" fmla="*/ 2147483647 h 198"/>
                <a:gd name="T8" fmla="*/ 2147483647 w 408"/>
                <a:gd name="T9" fmla="*/ 2147483647 h 198"/>
                <a:gd name="T10" fmla="*/ 2147483647 w 408"/>
                <a:gd name="T11" fmla="*/ 2147483647 h 198"/>
                <a:gd name="T12" fmla="*/ 2147483647 w 408"/>
                <a:gd name="T13" fmla="*/ 2147483647 h 198"/>
                <a:gd name="T14" fmla="*/ 2147483647 w 408"/>
                <a:gd name="T15" fmla="*/ 2147483647 h 198"/>
                <a:gd name="T16" fmla="*/ 2147483647 w 408"/>
                <a:gd name="T17" fmla="*/ 2147483647 h 198"/>
                <a:gd name="T18" fmla="*/ 2147483647 w 408"/>
                <a:gd name="T19" fmla="*/ 2147483647 h 198"/>
                <a:gd name="T20" fmla="*/ 2147483647 w 408"/>
                <a:gd name="T21" fmla="*/ 2147483647 h 198"/>
                <a:gd name="T22" fmla="*/ 2147483647 w 408"/>
                <a:gd name="T23" fmla="*/ 2147483647 h 198"/>
                <a:gd name="T24" fmla="*/ 2147483647 w 408"/>
                <a:gd name="T25" fmla="*/ 2147483647 h 198"/>
                <a:gd name="T26" fmla="*/ 2147483647 w 408"/>
                <a:gd name="T27" fmla="*/ 2147483647 h 198"/>
                <a:gd name="T28" fmla="*/ 2147483647 w 408"/>
                <a:gd name="T29" fmla="*/ 2147483647 h 198"/>
                <a:gd name="T30" fmla="*/ 2147483647 w 408"/>
                <a:gd name="T31" fmla="*/ 2147483647 h 198"/>
                <a:gd name="T32" fmla="*/ 2147483647 w 408"/>
                <a:gd name="T33" fmla="*/ 0 h 198"/>
                <a:gd name="T34" fmla="*/ 2147483647 w 408"/>
                <a:gd name="T35" fmla="*/ 2147483647 h 198"/>
                <a:gd name="T36" fmla="*/ 2147483647 w 408"/>
                <a:gd name="T37" fmla="*/ 2147483647 h 198"/>
                <a:gd name="T38" fmla="*/ 2147483647 w 408"/>
                <a:gd name="T39" fmla="*/ 2147483647 h 198"/>
                <a:gd name="T40" fmla="*/ 2147483647 w 408"/>
                <a:gd name="T41" fmla="*/ 2147483647 h 198"/>
                <a:gd name="T42" fmla="*/ 2147483647 w 408"/>
                <a:gd name="T43" fmla="*/ 2147483647 h 198"/>
                <a:gd name="T44" fmla="*/ 2147483647 w 408"/>
                <a:gd name="T45" fmla="*/ 2147483647 h 198"/>
                <a:gd name="T46" fmla="*/ 2147483647 w 408"/>
                <a:gd name="T47" fmla="*/ 2147483647 h 198"/>
                <a:gd name="T48" fmla="*/ 2147483647 w 408"/>
                <a:gd name="T49" fmla="*/ 2147483647 h 198"/>
                <a:gd name="T50" fmla="*/ 2147483647 w 408"/>
                <a:gd name="T51" fmla="*/ 2147483647 h 198"/>
                <a:gd name="T52" fmla="*/ 2147483647 w 408"/>
                <a:gd name="T53" fmla="*/ 2147483647 h 198"/>
                <a:gd name="T54" fmla="*/ 2147483647 w 408"/>
                <a:gd name="T55" fmla="*/ 2147483647 h 198"/>
                <a:gd name="T56" fmla="*/ 0 w 408"/>
                <a:gd name="T57" fmla="*/ 2147483647 h 198"/>
                <a:gd name="T58" fmla="*/ 2147483647 w 408"/>
                <a:gd name="T59" fmla="*/ 2147483647 h 198"/>
                <a:gd name="T60" fmla="*/ 2147483647 w 408"/>
                <a:gd name="T61" fmla="*/ 2147483647 h 198"/>
                <a:gd name="T62" fmla="*/ 2147483647 w 408"/>
                <a:gd name="T63" fmla="*/ 2147483647 h 198"/>
                <a:gd name="T64" fmla="*/ 0 w 408"/>
                <a:gd name="T65" fmla="*/ 2147483647 h 198"/>
                <a:gd name="T66" fmla="*/ 2147483647 w 408"/>
                <a:gd name="T67" fmla="*/ 2147483647 h 198"/>
                <a:gd name="T68" fmla="*/ 2147483647 w 408"/>
                <a:gd name="T69" fmla="*/ 2147483647 h 198"/>
                <a:gd name="T70" fmla="*/ 2147483647 w 408"/>
                <a:gd name="T71" fmla="*/ 2147483647 h 198"/>
                <a:gd name="T72" fmla="*/ 2147483647 w 408"/>
                <a:gd name="T73" fmla="*/ 2147483647 h 198"/>
                <a:gd name="T74" fmla="*/ 2147483647 w 408"/>
                <a:gd name="T75" fmla="*/ 2147483647 h 198"/>
                <a:gd name="T76" fmla="*/ 2147483647 w 408"/>
                <a:gd name="T77" fmla="*/ 2147483647 h 198"/>
                <a:gd name="T78" fmla="*/ 2147483647 w 408"/>
                <a:gd name="T79" fmla="*/ 2147483647 h 198"/>
                <a:gd name="T80" fmla="*/ 2147483647 w 408"/>
                <a:gd name="T81" fmla="*/ 2147483647 h 198"/>
                <a:gd name="T82" fmla="*/ 2147483647 w 408"/>
                <a:gd name="T83" fmla="*/ 2147483647 h 198"/>
                <a:gd name="T84" fmla="*/ 2147483647 w 408"/>
                <a:gd name="T85" fmla="*/ 2147483647 h 198"/>
                <a:gd name="T86" fmla="*/ 2147483647 w 408"/>
                <a:gd name="T87" fmla="*/ 2147483647 h 198"/>
                <a:gd name="T88" fmla="*/ 2147483647 w 408"/>
                <a:gd name="T89" fmla="*/ 2147483647 h 198"/>
                <a:gd name="T90" fmla="*/ 2147483647 w 408"/>
                <a:gd name="T91" fmla="*/ 2147483647 h 198"/>
                <a:gd name="T92" fmla="*/ 2147483647 w 408"/>
                <a:gd name="T93" fmla="*/ 2147483647 h 198"/>
                <a:gd name="T94" fmla="*/ 2147483647 w 408"/>
                <a:gd name="T95" fmla="*/ 2147483647 h 198"/>
                <a:gd name="T96" fmla="*/ 2147483647 w 408"/>
                <a:gd name="T97" fmla="*/ 2147483647 h 198"/>
                <a:gd name="T98" fmla="*/ 2147483647 w 408"/>
                <a:gd name="T99" fmla="*/ 2147483647 h 198"/>
                <a:gd name="T100" fmla="*/ 2147483647 w 408"/>
                <a:gd name="T101" fmla="*/ 2147483647 h 1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08"/>
                <a:gd name="T154" fmla="*/ 0 h 198"/>
                <a:gd name="T155" fmla="*/ 408 w 408"/>
                <a:gd name="T156" fmla="*/ 198 h 1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08" h="198">
                  <a:moveTo>
                    <a:pt x="306" y="66"/>
                  </a:moveTo>
                  <a:lnTo>
                    <a:pt x="318" y="78"/>
                  </a:lnTo>
                  <a:lnTo>
                    <a:pt x="324" y="90"/>
                  </a:lnTo>
                  <a:lnTo>
                    <a:pt x="330" y="96"/>
                  </a:lnTo>
                  <a:lnTo>
                    <a:pt x="342" y="90"/>
                  </a:lnTo>
                  <a:lnTo>
                    <a:pt x="372" y="120"/>
                  </a:lnTo>
                  <a:lnTo>
                    <a:pt x="342" y="102"/>
                  </a:lnTo>
                  <a:lnTo>
                    <a:pt x="342" y="120"/>
                  </a:lnTo>
                  <a:lnTo>
                    <a:pt x="336" y="132"/>
                  </a:lnTo>
                  <a:lnTo>
                    <a:pt x="336" y="162"/>
                  </a:lnTo>
                  <a:lnTo>
                    <a:pt x="342" y="168"/>
                  </a:lnTo>
                  <a:lnTo>
                    <a:pt x="348" y="180"/>
                  </a:lnTo>
                  <a:lnTo>
                    <a:pt x="354" y="186"/>
                  </a:lnTo>
                  <a:lnTo>
                    <a:pt x="360" y="186"/>
                  </a:lnTo>
                  <a:lnTo>
                    <a:pt x="372" y="156"/>
                  </a:lnTo>
                  <a:lnTo>
                    <a:pt x="378" y="162"/>
                  </a:lnTo>
                  <a:lnTo>
                    <a:pt x="390" y="168"/>
                  </a:lnTo>
                  <a:lnTo>
                    <a:pt x="396" y="162"/>
                  </a:lnTo>
                  <a:lnTo>
                    <a:pt x="408" y="138"/>
                  </a:lnTo>
                  <a:lnTo>
                    <a:pt x="408" y="126"/>
                  </a:lnTo>
                  <a:lnTo>
                    <a:pt x="396" y="120"/>
                  </a:lnTo>
                  <a:lnTo>
                    <a:pt x="390" y="108"/>
                  </a:lnTo>
                  <a:lnTo>
                    <a:pt x="390" y="90"/>
                  </a:lnTo>
                  <a:lnTo>
                    <a:pt x="396" y="84"/>
                  </a:lnTo>
                  <a:lnTo>
                    <a:pt x="372" y="66"/>
                  </a:lnTo>
                  <a:lnTo>
                    <a:pt x="372" y="60"/>
                  </a:lnTo>
                  <a:lnTo>
                    <a:pt x="366" y="54"/>
                  </a:lnTo>
                  <a:lnTo>
                    <a:pt x="366" y="42"/>
                  </a:lnTo>
                  <a:lnTo>
                    <a:pt x="360" y="30"/>
                  </a:lnTo>
                  <a:lnTo>
                    <a:pt x="348" y="24"/>
                  </a:lnTo>
                  <a:lnTo>
                    <a:pt x="330" y="18"/>
                  </a:lnTo>
                  <a:lnTo>
                    <a:pt x="288" y="18"/>
                  </a:lnTo>
                  <a:lnTo>
                    <a:pt x="282" y="0"/>
                  </a:lnTo>
                  <a:lnTo>
                    <a:pt x="246" y="0"/>
                  </a:lnTo>
                  <a:lnTo>
                    <a:pt x="234" y="6"/>
                  </a:lnTo>
                  <a:lnTo>
                    <a:pt x="228" y="12"/>
                  </a:lnTo>
                  <a:lnTo>
                    <a:pt x="222" y="24"/>
                  </a:lnTo>
                  <a:lnTo>
                    <a:pt x="210" y="36"/>
                  </a:lnTo>
                  <a:lnTo>
                    <a:pt x="204" y="36"/>
                  </a:lnTo>
                  <a:lnTo>
                    <a:pt x="198" y="30"/>
                  </a:lnTo>
                  <a:lnTo>
                    <a:pt x="192" y="30"/>
                  </a:lnTo>
                  <a:lnTo>
                    <a:pt x="168" y="42"/>
                  </a:lnTo>
                  <a:lnTo>
                    <a:pt x="144" y="66"/>
                  </a:lnTo>
                  <a:lnTo>
                    <a:pt x="132" y="72"/>
                  </a:lnTo>
                  <a:lnTo>
                    <a:pt x="120" y="72"/>
                  </a:lnTo>
                  <a:lnTo>
                    <a:pt x="114" y="66"/>
                  </a:lnTo>
                  <a:lnTo>
                    <a:pt x="102" y="60"/>
                  </a:lnTo>
                  <a:lnTo>
                    <a:pt x="90" y="42"/>
                  </a:lnTo>
                  <a:lnTo>
                    <a:pt x="78" y="54"/>
                  </a:lnTo>
                  <a:lnTo>
                    <a:pt x="60" y="54"/>
                  </a:lnTo>
                  <a:lnTo>
                    <a:pt x="48" y="42"/>
                  </a:lnTo>
                  <a:lnTo>
                    <a:pt x="48" y="18"/>
                  </a:lnTo>
                  <a:lnTo>
                    <a:pt x="36" y="6"/>
                  </a:lnTo>
                  <a:lnTo>
                    <a:pt x="24" y="6"/>
                  </a:lnTo>
                  <a:lnTo>
                    <a:pt x="18" y="12"/>
                  </a:lnTo>
                  <a:lnTo>
                    <a:pt x="6" y="12"/>
                  </a:lnTo>
                  <a:lnTo>
                    <a:pt x="0" y="18"/>
                  </a:lnTo>
                  <a:lnTo>
                    <a:pt x="0" y="36"/>
                  </a:lnTo>
                  <a:lnTo>
                    <a:pt x="6" y="42"/>
                  </a:lnTo>
                  <a:lnTo>
                    <a:pt x="6" y="48"/>
                  </a:lnTo>
                  <a:lnTo>
                    <a:pt x="24" y="48"/>
                  </a:lnTo>
                  <a:lnTo>
                    <a:pt x="30" y="54"/>
                  </a:lnTo>
                  <a:lnTo>
                    <a:pt x="12" y="72"/>
                  </a:lnTo>
                  <a:lnTo>
                    <a:pt x="6" y="72"/>
                  </a:lnTo>
                  <a:lnTo>
                    <a:pt x="6" y="96"/>
                  </a:lnTo>
                  <a:lnTo>
                    <a:pt x="0" y="102"/>
                  </a:lnTo>
                  <a:lnTo>
                    <a:pt x="6" y="108"/>
                  </a:lnTo>
                  <a:lnTo>
                    <a:pt x="48" y="102"/>
                  </a:lnTo>
                  <a:lnTo>
                    <a:pt x="60" y="120"/>
                  </a:lnTo>
                  <a:lnTo>
                    <a:pt x="90" y="114"/>
                  </a:lnTo>
                  <a:lnTo>
                    <a:pt x="90" y="126"/>
                  </a:lnTo>
                  <a:lnTo>
                    <a:pt x="84" y="132"/>
                  </a:lnTo>
                  <a:lnTo>
                    <a:pt x="84" y="150"/>
                  </a:lnTo>
                  <a:lnTo>
                    <a:pt x="90" y="156"/>
                  </a:lnTo>
                  <a:lnTo>
                    <a:pt x="108" y="156"/>
                  </a:lnTo>
                  <a:lnTo>
                    <a:pt x="114" y="150"/>
                  </a:lnTo>
                  <a:lnTo>
                    <a:pt x="120" y="150"/>
                  </a:lnTo>
                  <a:lnTo>
                    <a:pt x="120" y="132"/>
                  </a:lnTo>
                  <a:lnTo>
                    <a:pt x="138" y="126"/>
                  </a:lnTo>
                  <a:lnTo>
                    <a:pt x="138" y="150"/>
                  </a:lnTo>
                  <a:lnTo>
                    <a:pt x="144" y="168"/>
                  </a:lnTo>
                  <a:lnTo>
                    <a:pt x="144" y="180"/>
                  </a:lnTo>
                  <a:lnTo>
                    <a:pt x="150" y="192"/>
                  </a:lnTo>
                  <a:lnTo>
                    <a:pt x="156" y="198"/>
                  </a:lnTo>
                  <a:lnTo>
                    <a:pt x="162" y="198"/>
                  </a:lnTo>
                  <a:lnTo>
                    <a:pt x="180" y="192"/>
                  </a:lnTo>
                  <a:lnTo>
                    <a:pt x="198" y="174"/>
                  </a:lnTo>
                  <a:lnTo>
                    <a:pt x="204" y="174"/>
                  </a:lnTo>
                  <a:lnTo>
                    <a:pt x="198" y="168"/>
                  </a:lnTo>
                  <a:lnTo>
                    <a:pt x="186" y="162"/>
                  </a:lnTo>
                  <a:lnTo>
                    <a:pt x="180" y="150"/>
                  </a:lnTo>
                  <a:lnTo>
                    <a:pt x="174" y="144"/>
                  </a:lnTo>
                  <a:lnTo>
                    <a:pt x="168" y="132"/>
                  </a:lnTo>
                  <a:lnTo>
                    <a:pt x="162" y="126"/>
                  </a:lnTo>
                  <a:lnTo>
                    <a:pt x="186" y="102"/>
                  </a:lnTo>
                  <a:lnTo>
                    <a:pt x="222" y="84"/>
                  </a:lnTo>
                  <a:lnTo>
                    <a:pt x="228" y="72"/>
                  </a:lnTo>
                  <a:lnTo>
                    <a:pt x="246" y="54"/>
                  </a:lnTo>
                  <a:lnTo>
                    <a:pt x="258" y="48"/>
                  </a:lnTo>
                  <a:lnTo>
                    <a:pt x="276" y="54"/>
                  </a:lnTo>
                  <a:lnTo>
                    <a:pt x="288" y="60"/>
                  </a:lnTo>
                  <a:lnTo>
                    <a:pt x="306" y="66"/>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49" name="Nicaragua" descr="© INSCALE GmbH, 05.05.2010&#10;http://www.presentationload.com/">
              <a:extLst>
                <a:ext uri="{FF2B5EF4-FFF2-40B4-BE49-F238E27FC236}">
                  <a16:creationId xmlns:a16="http://schemas.microsoft.com/office/drawing/2014/main" id="{64F3A9A4-CA4A-BD46-99C9-26F414110690}"/>
                </a:ext>
              </a:extLst>
            </p:cNvPr>
            <p:cNvSpPr>
              <a:spLocks/>
            </p:cNvSpPr>
            <p:nvPr/>
          </p:nvSpPr>
          <p:spPr bwMode="gray">
            <a:xfrm>
              <a:off x="3122656" y="3638751"/>
              <a:ext cx="136423" cy="139710"/>
            </a:xfrm>
            <a:custGeom>
              <a:avLst/>
              <a:gdLst>
                <a:gd name="T0" fmla="*/ 2147483647 w 324"/>
                <a:gd name="T1" fmla="*/ 2147483647 h 330"/>
                <a:gd name="T2" fmla="*/ 2147483647 w 324"/>
                <a:gd name="T3" fmla="*/ 0 h 330"/>
                <a:gd name="T4" fmla="*/ 2147483647 w 324"/>
                <a:gd name="T5" fmla="*/ 2147483647 h 330"/>
                <a:gd name="T6" fmla="*/ 2147483647 w 324"/>
                <a:gd name="T7" fmla="*/ 2147483647 h 330"/>
                <a:gd name="T8" fmla="*/ 2147483647 w 324"/>
                <a:gd name="T9" fmla="*/ 0 h 330"/>
                <a:gd name="T10" fmla="*/ 2147483647 w 324"/>
                <a:gd name="T11" fmla="*/ 2147483647 h 330"/>
                <a:gd name="T12" fmla="*/ 2147483647 w 324"/>
                <a:gd name="T13" fmla="*/ 2147483647 h 330"/>
                <a:gd name="T14" fmla="*/ 2147483647 w 324"/>
                <a:gd name="T15" fmla="*/ 2147483647 h 330"/>
                <a:gd name="T16" fmla="*/ 2147483647 w 324"/>
                <a:gd name="T17" fmla="*/ 2147483647 h 330"/>
                <a:gd name="T18" fmla="*/ 2147483647 w 324"/>
                <a:gd name="T19" fmla="*/ 2147483647 h 330"/>
                <a:gd name="T20" fmla="*/ 2147483647 w 324"/>
                <a:gd name="T21" fmla="*/ 2147483647 h 330"/>
                <a:gd name="T22" fmla="*/ 2147483647 w 324"/>
                <a:gd name="T23" fmla="*/ 2147483647 h 330"/>
                <a:gd name="T24" fmla="*/ 2147483647 w 324"/>
                <a:gd name="T25" fmla="*/ 2147483647 h 330"/>
                <a:gd name="T26" fmla="*/ 2147483647 w 324"/>
                <a:gd name="T27" fmla="*/ 2147483647 h 330"/>
                <a:gd name="T28" fmla="*/ 2147483647 w 324"/>
                <a:gd name="T29" fmla="*/ 2147483647 h 330"/>
                <a:gd name="T30" fmla="*/ 2147483647 w 324"/>
                <a:gd name="T31" fmla="*/ 2147483647 h 330"/>
                <a:gd name="T32" fmla="*/ 2147483647 w 324"/>
                <a:gd name="T33" fmla="*/ 2147483647 h 330"/>
                <a:gd name="T34" fmla="*/ 2147483647 w 324"/>
                <a:gd name="T35" fmla="*/ 2147483647 h 330"/>
                <a:gd name="T36" fmla="*/ 2147483647 w 324"/>
                <a:gd name="T37" fmla="*/ 2147483647 h 330"/>
                <a:gd name="T38" fmla="*/ 2147483647 w 324"/>
                <a:gd name="T39" fmla="*/ 2147483647 h 330"/>
                <a:gd name="T40" fmla="*/ 2147483647 w 324"/>
                <a:gd name="T41" fmla="*/ 2147483647 h 330"/>
                <a:gd name="T42" fmla="*/ 2147483647 w 324"/>
                <a:gd name="T43" fmla="*/ 2147483647 h 330"/>
                <a:gd name="T44" fmla="*/ 2147483647 w 324"/>
                <a:gd name="T45" fmla="*/ 2147483647 h 330"/>
                <a:gd name="T46" fmla="*/ 2147483647 w 324"/>
                <a:gd name="T47" fmla="*/ 2147483647 h 330"/>
                <a:gd name="T48" fmla="*/ 2147483647 w 324"/>
                <a:gd name="T49" fmla="*/ 2147483647 h 330"/>
                <a:gd name="T50" fmla="*/ 2147483647 w 324"/>
                <a:gd name="T51" fmla="*/ 2147483647 h 330"/>
                <a:gd name="T52" fmla="*/ 2147483647 w 324"/>
                <a:gd name="T53" fmla="*/ 2147483647 h 330"/>
                <a:gd name="T54" fmla="*/ 2147483647 w 324"/>
                <a:gd name="T55" fmla="*/ 2147483647 h 330"/>
                <a:gd name="T56" fmla="*/ 2147483647 w 324"/>
                <a:gd name="T57" fmla="*/ 2147483647 h 330"/>
                <a:gd name="T58" fmla="*/ 2147483647 w 324"/>
                <a:gd name="T59" fmla="*/ 2147483647 h 330"/>
                <a:gd name="T60" fmla="*/ 2147483647 w 324"/>
                <a:gd name="T61" fmla="*/ 2147483647 h 330"/>
                <a:gd name="T62" fmla="*/ 2147483647 w 324"/>
                <a:gd name="T63" fmla="*/ 2147483647 h 330"/>
                <a:gd name="T64" fmla="*/ 2147483647 w 324"/>
                <a:gd name="T65" fmla="*/ 2147483647 h 330"/>
                <a:gd name="T66" fmla="*/ 2147483647 w 324"/>
                <a:gd name="T67" fmla="*/ 2147483647 h 330"/>
                <a:gd name="T68" fmla="*/ 2147483647 w 324"/>
                <a:gd name="T69" fmla="*/ 2147483647 h 330"/>
                <a:gd name="T70" fmla="*/ 2147483647 w 324"/>
                <a:gd name="T71" fmla="*/ 2147483647 h 330"/>
                <a:gd name="T72" fmla="*/ 2147483647 w 324"/>
                <a:gd name="T73" fmla="*/ 2147483647 h 330"/>
                <a:gd name="T74" fmla="*/ 2147483647 w 324"/>
                <a:gd name="T75" fmla="*/ 2147483647 h 330"/>
                <a:gd name="T76" fmla="*/ 2147483647 w 324"/>
                <a:gd name="T77" fmla="*/ 2147483647 h 330"/>
                <a:gd name="T78" fmla="*/ 2147483647 w 324"/>
                <a:gd name="T79" fmla="*/ 2147483647 h 330"/>
                <a:gd name="T80" fmla="*/ 2147483647 w 324"/>
                <a:gd name="T81" fmla="*/ 2147483647 h 3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24"/>
                <a:gd name="T124" fmla="*/ 0 h 330"/>
                <a:gd name="T125" fmla="*/ 324 w 324"/>
                <a:gd name="T126" fmla="*/ 330 h 3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24" h="330">
                  <a:moveTo>
                    <a:pt x="324" y="18"/>
                  </a:moveTo>
                  <a:lnTo>
                    <a:pt x="318" y="12"/>
                  </a:lnTo>
                  <a:lnTo>
                    <a:pt x="318" y="6"/>
                  </a:lnTo>
                  <a:lnTo>
                    <a:pt x="312" y="0"/>
                  </a:lnTo>
                  <a:lnTo>
                    <a:pt x="264" y="0"/>
                  </a:lnTo>
                  <a:lnTo>
                    <a:pt x="264" y="6"/>
                  </a:lnTo>
                  <a:lnTo>
                    <a:pt x="252" y="18"/>
                  </a:lnTo>
                  <a:lnTo>
                    <a:pt x="240" y="18"/>
                  </a:lnTo>
                  <a:lnTo>
                    <a:pt x="222" y="0"/>
                  </a:lnTo>
                  <a:lnTo>
                    <a:pt x="210" y="0"/>
                  </a:lnTo>
                  <a:lnTo>
                    <a:pt x="198" y="12"/>
                  </a:lnTo>
                  <a:lnTo>
                    <a:pt x="198" y="30"/>
                  </a:lnTo>
                  <a:lnTo>
                    <a:pt x="180" y="30"/>
                  </a:lnTo>
                  <a:lnTo>
                    <a:pt x="168" y="54"/>
                  </a:lnTo>
                  <a:lnTo>
                    <a:pt x="144" y="78"/>
                  </a:lnTo>
                  <a:lnTo>
                    <a:pt x="126" y="78"/>
                  </a:lnTo>
                  <a:lnTo>
                    <a:pt x="120" y="72"/>
                  </a:lnTo>
                  <a:lnTo>
                    <a:pt x="120" y="66"/>
                  </a:lnTo>
                  <a:lnTo>
                    <a:pt x="108" y="66"/>
                  </a:lnTo>
                  <a:lnTo>
                    <a:pt x="102" y="72"/>
                  </a:lnTo>
                  <a:lnTo>
                    <a:pt x="96" y="84"/>
                  </a:lnTo>
                  <a:lnTo>
                    <a:pt x="60" y="84"/>
                  </a:lnTo>
                  <a:lnTo>
                    <a:pt x="54" y="90"/>
                  </a:lnTo>
                  <a:lnTo>
                    <a:pt x="54" y="102"/>
                  </a:lnTo>
                  <a:lnTo>
                    <a:pt x="60" y="108"/>
                  </a:lnTo>
                  <a:lnTo>
                    <a:pt x="60" y="120"/>
                  </a:lnTo>
                  <a:lnTo>
                    <a:pt x="66" y="126"/>
                  </a:lnTo>
                  <a:lnTo>
                    <a:pt x="48" y="126"/>
                  </a:lnTo>
                  <a:lnTo>
                    <a:pt x="48" y="144"/>
                  </a:lnTo>
                  <a:lnTo>
                    <a:pt x="36" y="150"/>
                  </a:lnTo>
                  <a:lnTo>
                    <a:pt x="0" y="150"/>
                  </a:lnTo>
                  <a:lnTo>
                    <a:pt x="48" y="204"/>
                  </a:lnTo>
                  <a:lnTo>
                    <a:pt x="48" y="210"/>
                  </a:lnTo>
                  <a:lnTo>
                    <a:pt x="54" y="216"/>
                  </a:lnTo>
                  <a:lnTo>
                    <a:pt x="54" y="228"/>
                  </a:lnTo>
                  <a:lnTo>
                    <a:pt x="66" y="252"/>
                  </a:lnTo>
                  <a:lnTo>
                    <a:pt x="72" y="258"/>
                  </a:lnTo>
                  <a:lnTo>
                    <a:pt x="96" y="270"/>
                  </a:lnTo>
                  <a:lnTo>
                    <a:pt x="108" y="282"/>
                  </a:lnTo>
                  <a:lnTo>
                    <a:pt x="114" y="294"/>
                  </a:lnTo>
                  <a:lnTo>
                    <a:pt x="138" y="294"/>
                  </a:lnTo>
                  <a:lnTo>
                    <a:pt x="132" y="294"/>
                  </a:lnTo>
                  <a:lnTo>
                    <a:pt x="120" y="282"/>
                  </a:lnTo>
                  <a:lnTo>
                    <a:pt x="120" y="276"/>
                  </a:lnTo>
                  <a:lnTo>
                    <a:pt x="126" y="270"/>
                  </a:lnTo>
                  <a:lnTo>
                    <a:pt x="138" y="270"/>
                  </a:lnTo>
                  <a:lnTo>
                    <a:pt x="138" y="264"/>
                  </a:lnTo>
                  <a:lnTo>
                    <a:pt x="132" y="258"/>
                  </a:lnTo>
                  <a:lnTo>
                    <a:pt x="126" y="258"/>
                  </a:lnTo>
                  <a:lnTo>
                    <a:pt x="120" y="264"/>
                  </a:lnTo>
                  <a:lnTo>
                    <a:pt x="114" y="264"/>
                  </a:lnTo>
                  <a:lnTo>
                    <a:pt x="114" y="222"/>
                  </a:lnTo>
                  <a:lnTo>
                    <a:pt x="120" y="222"/>
                  </a:lnTo>
                  <a:lnTo>
                    <a:pt x="132" y="228"/>
                  </a:lnTo>
                  <a:lnTo>
                    <a:pt x="144" y="240"/>
                  </a:lnTo>
                  <a:lnTo>
                    <a:pt x="156" y="246"/>
                  </a:lnTo>
                  <a:lnTo>
                    <a:pt x="180" y="270"/>
                  </a:lnTo>
                  <a:lnTo>
                    <a:pt x="192" y="306"/>
                  </a:lnTo>
                  <a:lnTo>
                    <a:pt x="210" y="306"/>
                  </a:lnTo>
                  <a:lnTo>
                    <a:pt x="216" y="312"/>
                  </a:lnTo>
                  <a:lnTo>
                    <a:pt x="222" y="312"/>
                  </a:lnTo>
                  <a:lnTo>
                    <a:pt x="222" y="318"/>
                  </a:lnTo>
                  <a:lnTo>
                    <a:pt x="234" y="330"/>
                  </a:lnTo>
                  <a:lnTo>
                    <a:pt x="270" y="330"/>
                  </a:lnTo>
                  <a:lnTo>
                    <a:pt x="270" y="324"/>
                  </a:lnTo>
                  <a:lnTo>
                    <a:pt x="258" y="312"/>
                  </a:lnTo>
                  <a:lnTo>
                    <a:pt x="252" y="300"/>
                  </a:lnTo>
                  <a:lnTo>
                    <a:pt x="252" y="276"/>
                  </a:lnTo>
                  <a:lnTo>
                    <a:pt x="264" y="264"/>
                  </a:lnTo>
                  <a:lnTo>
                    <a:pt x="270" y="264"/>
                  </a:lnTo>
                  <a:lnTo>
                    <a:pt x="270" y="246"/>
                  </a:lnTo>
                  <a:lnTo>
                    <a:pt x="264" y="234"/>
                  </a:lnTo>
                  <a:lnTo>
                    <a:pt x="264" y="222"/>
                  </a:lnTo>
                  <a:lnTo>
                    <a:pt x="270" y="174"/>
                  </a:lnTo>
                  <a:lnTo>
                    <a:pt x="282" y="192"/>
                  </a:lnTo>
                  <a:lnTo>
                    <a:pt x="288" y="108"/>
                  </a:lnTo>
                  <a:lnTo>
                    <a:pt x="288" y="102"/>
                  </a:lnTo>
                  <a:lnTo>
                    <a:pt x="294" y="96"/>
                  </a:lnTo>
                  <a:lnTo>
                    <a:pt x="306" y="72"/>
                  </a:lnTo>
                  <a:lnTo>
                    <a:pt x="312" y="66"/>
                  </a:lnTo>
                  <a:lnTo>
                    <a:pt x="324" y="42"/>
                  </a:lnTo>
                  <a:lnTo>
                    <a:pt x="324" y="18"/>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0" name="Newfoundland" descr="© INSCALE GmbH, 05.05.2010&#10;http://www.presentationload.com/">
              <a:extLst>
                <a:ext uri="{FF2B5EF4-FFF2-40B4-BE49-F238E27FC236}">
                  <a16:creationId xmlns:a16="http://schemas.microsoft.com/office/drawing/2014/main" id="{3EC1246C-59CD-9747-9F8E-A6F2A1030677}"/>
                </a:ext>
              </a:extLst>
            </p:cNvPr>
            <p:cNvSpPr>
              <a:spLocks/>
            </p:cNvSpPr>
            <p:nvPr/>
          </p:nvSpPr>
          <p:spPr bwMode="gray">
            <a:xfrm>
              <a:off x="4194309" y="2406021"/>
              <a:ext cx="179157" cy="161077"/>
            </a:xfrm>
            <a:custGeom>
              <a:avLst/>
              <a:gdLst>
                <a:gd name="T0" fmla="*/ 2147483647 w 426"/>
                <a:gd name="T1" fmla="*/ 2147483647 h 384"/>
                <a:gd name="T2" fmla="*/ 2147483647 w 426"/>
                <a:gd name="T3" fmla="*/ 2147483647 h 384"/>
                <a:gd name="T4" fmla="*/ 2147483647 w 426"/>
                <a:gd name="T5" fmla="*/ 0 h 384"/>
                <a:gd name="T6" fmla="*/ 2147483647 w 426"/>
                <a:gd name="T7" fmla="*/ 2147483647 h 384"/>
                <a:gd name="T8" fmla="*/ 2147483647 w 426"/>
                <a:gd name="T9" fmla="*/ 2147483647 h 384"/>
                <a:gd name="T10" fmla="*/ 2147483647 w 426"/>
                <a:gd name="T11" fmla="*/ 2147483647 h 384"/>
                <a:gd name="T12" fmla="*/ 2147483647 w 426"/>
                <a:gd name="T13" fmla="*/ 2147483647 h 384"/>
                <a:gd name="T14" fmla="*/ 2147483647 w 426"/>
                <a:gd name="T15" fmla="*/ 2147483647 h 384"/>
                <a:gd name="T16" fmla="*/ 2147483647 w 426"/>
                <a:gd name="T17" fmla="*/ 2147483647 h 384"/>
                <a:gd name="T18" fmla="*/ 2147483647 w 426"/>
                <a:gd name="T19" fmla="*/ 2147483647 h 384"/>
                <a:gd name="T20" fmla="*/ 2147483647 w 426"/>
                <a:gd name="T21" fmla="*/ 2147483647 h 384"/>
                <a:gd name="T22" fmla="*/ 2147483647 w 426"/>
                <a:gd name="T23" fmla="*/ 2147483647 h 384"/>
                <a:gd name="T24" fmla="*/ 2147483647 w 426"/>
                <a:gd name="T25" fmla="*/ 2147483647 h 384"/>
                <a:gd name="T26" fmla="*/ 2147483647 w 426"/>
                <a:gd name="T27" fmla="*/ 2147483647 h 384"/>
                <a:gd name="T28" fmla="*/ 2147483647 w 426"/>
                <a:gd name="T29" fmla="*/ 2147483647 h 384"/>
                <a:gd name="T30" fmla="*/ 2147483647 w 426"/>
                <a:gd name="T31" fmla="*/ 2147483647 h 384"/>
                <a:gd name="T32" fmla="*/ 2147483647 w 426"/>
                <a:gd name="T33" fmla="*/ 2147483647 h 384"/>
                <a:gd name="T34" fmla="*/ 2147483647 w 426"/>
                <a:gd name="T35" fmla="*/ 2147483647 h 384"/>
                <a:gd name="T36" fmla="*/ 2147483647 w 426"/>
                <a:gd name="T37" fmla="*/ 2147483647 h 384"/>
                <a:gd name="T38" fmla="*/ 2147483647 w 426"/>
                <a:gd name="T39" fmla="*/ 2147483647 h 384"/>
                <a:gd name="T40" fmla="*/ 2147483647 w 426"/>
                <a:gd name="T41" fmla="*/ 2147483647 h 384"/>
                <a:gd name="T42" fmla="*/ 2147483647 w 426"/>
                <a:gd name="T43" fmla="*/ 2147483647 h 384"/>
                <a:gd name="T44" fmla="*/ 2147483647 w 426"/>
                <a:gd name="T45" fmla="*/ 2147483647 h 384"/>
                <a:gd name="T46" fmla="*/ 2147483647 w 426"/>
                <a:gd name="T47" fmla="*/ 2147483647 h 384"/>
                <a:gd name="T48" fmla="*/ 2147483647 w 426"/>
                <a:gd name="T49" fmla="*/ 2147483647 h 384"/>
                <a:gd name="T50" fmla="*/ 2147483647 w 426"/>
                <a:gd name="T51" fmla="*/ 2147483647 h 384"/>
                <a:gd name="T52" fmla="*/ 2147483647 w 426"/>
                <a:gd name="T53" fmla="*/ 2147483647 h 384"/>
                <a:gd name="T54" fmla="*/ 2147483647 w 426"/>
                <a:gd name="T55" fmla="*/ 2147483647 h 384"/>
                <a:gd name="T56" fmla="*/ 2147483647 w 426"/>
                <a:gd name="T57" fmla="*/ 2147483647 h 384"/>
                <a:gd name="T58" fmla="*/ 2147483647 w 426"/>
                <a:gd name="T59" fmla="*/ 2147483647 h 384"/>
                <a:gd name="T60" fmla="*/ 2147483647 w 426"/>
                <a:gd name="T61" fmla="*/ 2147483647 h 384"/>
                <a:gd name="T62" fmla="*/ 2147483647 w 426"/>
                <a:gd name="T63" fmla="*/ 2147483647 h 384"/>
                <a:gd name="T64" fmla="*/ 2147483647 w 426"/>
                <a:gd name="T65" fmla="*/ 2147483647 h 384"/>
                <a:gd name="T66" fmla="*/ 2147483647 w 426"/>
                <a:gd name="T67" fmla="*/ 2147483647 h 384"/>
                <a:gd name="T68" fmla="*/ 2147483647 w 426"/>
                <a:gd name="T69" fmla="*/ 2147483647 h 384"/>
                <a:gd name="T70" fmla="*/ 2147483647 w 426"/>
                <a:gd name="T71" fmla="*/ 2147483647 h 384"/>
                <a:gd name="T72" fmla="*/ 2147483647 w 426"/>
                <a:gd name="T73" fmla="*/ 2147483647 h 384"/>
                <a:gd name="T74" fmla="*/ 2147483647 w 426"/>
                <a:gd name="T75" fmla="*/ 2147483647 h 384"/>
                <a:gd name="T76" fmla="*/ 2147483647 w 426"/>
                <a:gd name="T77" fmla="*/ 2147483647 h 384"/>
                <a:gd name="T78" fmla="*/ 2147483647 w 426"/>
                <a:gd name="T79" fmla="*/ 2147483647 h 384"/>
                <a:gd name="T80" fmla="*/ 2147483647 w 426"/>
                <a:gd name="T81" fmla="*/ 2147483647 h 384"/>
                <a:gd name="T82" fmla="*/ 2147483647 w 426"/>
                <a:gd name="T83" fmla="*/ 2147483647 h 3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6"/>
                <a:gd name="T127" fmla="*/ 0 h 384"/>
                <a:gd name="T128" fmla="*/ 426 w 426"/>
                <a:gd name="T129" fmla="*/ 384 h 3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6" h="384">
                  <a:moveTo>
                    <a:pt x="258" y="18"/>
                  </a:moveTo>
                  <a:lnTo>
                    <a:pt x="270" y="12"/>
                  </a:lnTo>
                  <a:lnTo>
                    <a:pt x="276" y="12"/>
                  </a:lnTo>
                  <a:lnTo>
                    <a:pt x="294" y="6"/>
                  </a:lnTo>
                  <a:lnTo>
                    <a:pt x="306" y="0"/>
                  </a:lnTo>
                  <a:lnTo>
                    <a:pt x="330" y="0"/>
                  </a:lnTo>
                  <a:lnTo>
                    <a:pt x="342" y="6"/>
                  </a:lnTo>
                  <a:lnTo>
                    <a:pt x="342" y="18"/>
                  </a:lnTo>
                  <a:lnTo>
                    <a:pt x="336" y="24"/>
                  </a:lnTo>
                  <a:lnTo>
                    <a:pt x="312" y="42"/>
                  </a:lnTo>
                  <a:lnTo>
                    <a:pt x="312" y="48"/>
                  </a:lnTo>
                  <a:lnTo>
                    <a:pt x="306" y="54"/>
                  </a:lnTo>
                  <a:lnTo>
                    <a:pt x="300" y="72"/>
                  </a:lnTo>
                  <a:lnTo>
                    <a:pt x="276" y="96"/>
                  </a:lnTo>
                  <a:lnTo>
                    <a:pt x="258" y="102"/>
                  </a:lnTo>
                  <a:lnTo>
                    <a:pt x="246" y="102"/>
                  </a:lnTo>
                  <a:lnTo>
                    <a:pt x="210" y="150"/>
                  </a:lnTo>
                  <a:lnTo>
                    <a:pt x="210" y="174"/>
                  </a:lnTo>
                  <a:lnTo>
                    <a:pt x="234" y="156"/>
                  </a:lnTo>
                  <a:lnTo>
                    <a:pt x="264" y="108"/>
                  </a:lnTo>
                  <a:lnTo>
                    <a:pt x="282" y="126"/>
                  </a:lnTo>
                  <a:lnTo>
                    <a:pt x="306" y="138"/>
                  </a:lnTo>
                  <a:lnTo>
                    <a:pt x="294" y="168"/>
                  </a:lnTo>
                  <a:lnTo>
                    <a:pt x="324" y="168"/>
                  </a:lnTo>
                  <a:lnTo>
                    <a:pt x="330" y="192"/>
                  </a:lnTo>
                  <a:lnTo>
                    <a:pt x="384" y="162"/>
                  </a:lnTo>
                  <a:lnTo>
                    <a:pt x="402" y="174"/>
                  </a:lnTo>
                  <a:lnTo>
                    <a:pt x="396" y="180"/>
                  </a:lnTo>
                  <a:lnTo>
                    <a:pt x="390" y="192"/>
                  </a:lnTo>
                  <a:lnTo>
                    <a:pt x="378" y="204"/>
                  </a:lnTo>
                  <a:lnTo>
                    <a:pt x="372" y="204"/>
                  </a:lnTo>
                  <a:lnTo>
                    <a:pt x="384" y="204"/>
                  </a:lnTo>
                  <a:lnTo>
                    <a:pt x="396" y="210"/>
                  </a:lnTo>
                  <a:lnTo>
                    <a:pt x="408" y="210"/>
                  </a:lnTo>
                  <a:lnTo>
                    <a:pt x="408" y="216"/>
                  </a:lnTo>
                  <a:lnTo>
                    <a:pt x="396" y="240"/>
                  </a:lnTo>
                  <a:lnTo>
                    <a:pt x="384" y="252"/>
                  </a:lnTo>
                  <a:lnTo>
                    <a:pt x="378" y="264"/>
                  </a:lnTo>
                  <a:lnTo>
                    <a:pt x="366" y="276"/>
                  </a:lnTo>
                  <a:lnTo>
                    <a:pt x="360" y="288"/>
                  </a:lnTo>
                  <a:lnTo>
                    <a:pt x="354" y="294"/>
                  </a:lnTo>
                  <a:lnTo>
                    <a:pt x="390" y="294"/>
                  </a:lnTo>
                  <a:lnTo>
                    <a:pt x="354" y="312"/>
                  </a:lnTo>
                  <a:lnTo>
                    <a:pt x="384" y="312"/>
                  </a:lnTo>
                  <a:lnTo>
                    <a:pt x="420" y="300"/>
                  </a:lnTo>
                  <a:lnTo>
                    <a:pt x="426" y="324"/>
                  </a:lnTo>
                  <a:lnTo>
                    <a:pt x="360" y="384"/>
                  </a:lnTo>
                  <a:lnTo>
                    <a:pt x="318" y="378"/>
                  </a:lnTo>
                  <a:lnTo>
                    <a:pt x="336" y="354"/>
                  </a:lnTo>
                  <a:lnTo>
                    <a:pt x="306" y="360"/>
                  </a:lnTo>
                  <a:lnTo>
                    <a:pt x="300" y="348"/>
                  </a:lnTo>
                  <a:lnTo>
                    <a:pt x="228" y="360"/>
                  </a:lnTo>
                  <a:lnTo>
                    <a:pt x="192" y="354"/>
                  </a:lnTo>
                  <a:lnTo>
                    <a:pt x="186" y="348"/>
                  </a:lnTo>
                  <a:lnTo>
                    <a:pt x="228" y="336"/>
                  </a:lnTo>
                  <a:lnTo>
                    <a:pt x="234" y="330"/>
                  </a:lnTo>
                  <a:lnTo>
                    <a:pt x="234" y="324"/>
                  </a:lnTo>
                  <a:lnTo>
                    <a:pt x="228" y="324"/>
                  </a:lnTo>
                  <a:lnTo>
                    <a:pt x="222" y="318"/>
                  </a:lnTo>
                  <a:lnTo>
                    <a:pt x="198" y="318"/>
                  </a:lnTo>
                  <a:lnTo>
                    <a:pt x="162" y="312"/>
                  </a:lnTo>
                  <a:lnTo>
                    <a:pt x="126" y="300"/>
                  </a:lnTo>
                  <a:lnTo>
                    <a:pt x="96" y="294"/>
                  </a:lnTo>
                  <a:lnTo>
                    <a:pt x="78" y="294"/>
                  </a:lnTo>
                  <a:lnTo>
                    <a:pt x="72" y="300"/>
                  </a:lnTo>
                  <a:lnTo>
                    <a:pt x="48" y="300"/>
                  </a:lnTo>
                  <a:lnTo>
                    <a:pt x="36" y="306"/>
                  </a:lnTo>
                  <a:lnTo>
                    <a:pt x="24" y="306"/>
                  </a:lnTo>
                  <a:lnTo>
                    <a:pt x="12" y="300"/>
                  </a:lnTo>
                  <a:lnTo>
                    <a:pt x="6" y="294"/>
                  </a:lnTo>
                  <a:lnTo>
                    <a:pt x="18" y="282"/>
                  </a:lnTo>
                  <a:lnTo>
                    <a:pt x="24" y="282"/>
                  </a:lnTo>
                  <a:lnTo>
                    <a:pt x="30" y="276"/>
                  </a:lnTo>
                  <a:lnTo>
                    <a:pt x="42" y="276"/>
                  </a:lnTo>
                  <a:lnTo>
                    <a:pt x="30" y="276"/>
                  </a:lnTo>
                  <a:lnTo>
                    <a:pt x="12" y="270"/>
                  </a:lnTo>
                  <a:lnTo>
                    <a:pt x="0" y="258"/>
                  </a:lnTo>
                  <a:lnTo>
                    <a:pt x="6" y="252"/>
                  </a:lnTo>
                  <a:lnTo>
                    <a:pt x="18" y="252"/>
                  </a:lnTo>
                  <a:lnTo>
                    <a:pt x="54" y="234"/>
                  </a:lnTo>
                  <a:lnTo>
                    <a:pt x="60" y="228"/>
                  </a:lnTo>
                  <a:lnTo>
                    <a:pt x="66" y="228"/>
                  </a:lnTo>
                  <a:lnTo>
                    <a:pt x="204" y="90"/>
                  </a:lnTo>
                  <a:lnTo>
                    <a:pt x="258" y="18"/>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1" name="Mexico" descr="© INSCALE GmbH, 05.05.2010&#10;http://www.presentationload.com/">
              <a:extLst>
                <a:ext uri="{FF2B5EF4-FFF2-40B4-BE49-F238E27FC236}">
                  <a16:creationId xmlns:a16="http://schemas.microsoft.com/office/drawing/2014/main" id="{AD7EF2A5-9189-234C-9DF9-B337AEEAC594}"/>
                </a:ext>
              </a:extLst>
            </p:cNvPr>
            <p:cNvSpPr>
              <a:spLocks/>
            </p:cNvSpPr>
            <p:nvPr/>
          </p:nvSpPr>
          <p:spPr bwMode="gray">
            <a:xfrm>
              <a:off x="2401097" y="3035535"/>
              <a:ext cx="782372" cy="613077"/>
            </a:xfrm>
            <a:custGeom>
              <a:avLst/>
              <a:gdLst>
                <a:gd name="T0" fmla="*/ 2147483647 w 1860"/>
                <a:gd name="T1" fmla="*/ 2147483647 h 1458"/>
                <a:gd name="T2" fmla="*/ 2147483647 w 1860"/>
                <a:gd name="T3" fmla="*/ 2147483647 h 1458"/>
                <a:gd name="T4" fmla="*/ 2147483647 w 1860"/>
                <a:gd name="T5" fmla="*/ 2147483647 h 1458"/>
                <a:gd name="T6" fmla="*/ 2147483647 w 1860"/>
                <a:gd name="T7" fmla="*/ 2147483647 h 1458"/>
                <a:gd name="T8" fmla="*/ 2147483647 w 1860"/>
                <a:gd name="T9" fmla="*/ 2147483647 h 1458"/>
                <a:gd name="T10" fmla="*/ 2147483647 w 1860"/>
                <a:gd name="T11" fmla="*/ 2147483647 h 1458"/>
                <a:gd name="T12" fmla="*/ 2147483647 w 1860"/>
                <a:gd name="T13" fmla="*/ 2147483647 h 1458"/>
                <a:gd name="T14" fmla="*/ 2147483647 w 1860"/>
                <a:gd name="T15" fmla="*/ 2147483647 h 1458"/>
                <a:gd name="T16" fmla="*/ 2147483647 w 1860"/>
                <a:gd name="T17" fmla="*/ 2147483647 h 1458"/>
                <a:gd name="T18" fmla="*/ 2147483647 w 1860"/>
                <a:gd name="T19" fmla="*/ 2147483647 h 1458"/>
                <a:gd name="T20" fmla="*/ 2147483647 w 1860"/>
                <a:gd name="T21" fmla="*/ 2147483647 h 1458"/>
                <a:gd name="T22" fmla="*/ 2147483647 w 1860"/>
                <a:gd name="T23" fmla="*/ 2147483647 h 1458"/>
                <a:gd name="T24" fmla="*/ 2147483647 w 1860"/>
                <a:gd name="T25" fmla="*/ 2147483647 h 1458"/>
                <a:gd name="T26" fmla="*/ 2147483647 w 1860"/>
                <a:gd name="T27" fmla="*/ 2147483647 h 1458"/>
                <a:gd name="T28" fmla="*/ 2147483647 w 1860"/>
                <a:gd name="T29" fmla="*/ 2147483647 h 1458"/>
                <a:gd name="T30" fmla="*/ 2147483647 w 1860"/>
                <a:gd name="T31" fmla="*/ 2147483647 h 1458"/>
                <a:gd name="T32" fmla="*/ 2147483647 w 1860"/>
                <a:gd name="T33" fmla="*/ 2147483647 h 1458"/>
                <a:gd name="T34" fmla="*/ 2147483647 w 1860"/>
                <a:gd name="T35" fmla="*/ 2147483647 h 1458"/>
                <a:gd name="T36" fmla="*/ 2147483647 w 1860"/>
                <a:gd name="T37" fmla="*/ 2147483647 h 1458"/>
                <a:gd name="T38" fmla="*/ 2147483647 w 1860"/>
                <a:gd name="T39" fmla="*/ 2147483647 h 1458"/>
                <a:gd name="T40" fmla="*/ 2147483647 w 1860"/>
                <a:gd name="T41" fmla="*/ 2147483647 h 1458"/>
                <a:gd name="T42" fmla="*/ 2147483647 w 1860"/>
                <a:gd name="T43" fmla="*/ 2147483647 h 1458"/>
                <a:gd name="T44" fmla="*/ 2147483647 w 1860"/>
                <a:gd name="T45" fmla="*/ 2147483647 h 1458"/>
                <a:gd name="T46" fmla="*/ 2147483647 w 1860"/>
                <a:gd name="T47" fmla="*/ 2147483647 h 1458"/>
                <a:gd name="T48" fmla="*/ 2147483647 w 1860"/>
                <a:gd name="T49" fmla="*/ 2147483647 h 1458"/>
                <a:gd name="T50" fmla="*/ 2147483647 w 1860"/>
                <a:gd name="T51" fmla="*/ 2147483647 h 1458"/>
                <a:gd name="T52" fmla="*/ 2147483647 w 1860"/>
                <a:gd name="T53" fmla="*/ 2147483647 h 1458"/>
                <a:gd name="T54" fmla="*/ 2147483647 w 1860"/>
                <a:gd name="T55" fmla="*/ 2147483647 h 1458"/>
                <a:gd name="T56" fmla="*/ 0 w 1860"/>
                <a:gd name="T57" fmla="*/ 2147483647 h 1458"/>
                <a:gd name="T58" fmla="*/ 2147483647 w 1860"/>
                <a:gd name="T59" fmla="*/ 2147483647 h 1458"/>
                <a:gd name="T60" fmla="*/ 2147483647 w 1860"/>
                <a:gd name="T61" fmla="*/ 2147483647 h 1458"/>
                <a:gd name="T62" fmla="*/ 2147483647 w 1860"/>
                <a:gd name="T63" fmla="*/ 2147483647 h 1458"/>
                <a:gd name="T64" fmla="*/ 2147483647 w 1860"/>
                <a:gd name="T65" fmla="*/ 2147483647 h 1458"/>
                <a:gd name="T66" fmla="*/ 2147483647 w 1860"/>
                <a:gd name="T67" fmla="*/ 2147483647 h 1458"/>
                <a:gd name="T68" fmla="*/ 2147483647 w 1860"/>
                <a:gd name="T69" fmla="*/ 2147483647 h 1458"/>
                <a:gd name="T70" fmla="*/ 2147483647 w 1860"/>
                <a:gd name="T71" fmla="*/ 2147483647 h 1458"/>
                <a:gd name="T72" fmla="*/ 2147483647 w 1860"/>
                <a:gd name="T73" fmla="*/ 2147483647 h 1458"/>
                <a:gd name="T74" fmla="*/ 2147483647 w 1860"/>
                <a:gd name="T75" fmla="*/ 2147483647 h 1458"/>
                <a:gd name="T76" fmla="*/ 2147483647 w 1860"/>
                <a:gd name="T77" fmla="*/ 2147483647 h 1458"/>
                <a:gd name="T78" fmla="*/ 2147483647 w 1860"/>
                <a:gd name="T79" fmla="*/ 2147483647 h 1458"/>
                <a:gd name="T80" fmla="*/ 2147483647 w 1860"/>
                <a:gd name="T81" fmla="*/ 2147483647 h 1458"/>
                <a:gd name="T82" fmla="*/ 2147483647 w 1860"/>
                <a:gd name="T83" fmla="*/ 2147483647 h 1458"/>
                <a:gd name="T84" fmla="*/ 2147483647 w 1860"/>
                <a:gd name="T85" fmla="*/ 2147483647 h 1458"/>
                <a:gd name="T86" fmla="*/ 2147483647 w 1860"/>
                <a:gd name="T87" fmla="*/ 2147483647 h 1458"/>
                <a:gd name="T88" fmla="*/ 2147483647 w 1860"/>
                <a:gd name="T89" fmla="*/ 2147483647 h 1458"/>
                <a:gd name="T90" fmla="*/ 2147483647 w 1860"/>
                <a:gd name="T91" fmla="*/ 2147483647 h 1458"/>
                <a:gd name="T92" fmla="*/ 2147483647 w 1860"/>
                <a:gd name="T93" fmla="*/ 2147483647 h 1458"/>
                <a:gd name="T94" fmla="*/ 2147483647 w 1860"/>
                <a:gd name="T95" fmla="*/ 2147483647 h 1458"/>
                <a:gd name="T96" fmla="*/ 2147483647 w 1860"/>
                <a:gd name="T97" fmla="*/ 2147483647 h 1458"/>
                <a:gd name="T98" fmla="*/ 2147483647 w 1860"/>
                <a:gd name="T99" fmla="*/ 2147483647 h 1458"/>
                <a:gd name="T100" fmla="*/ 2147483647 w 1860"/>
                <a:gd name="T101" fmla="*/ 2147483647 h 1458"/>
                <a:gd name="T102" fmla="*/ 2147483647 w 1860"/>
                <a:gd name="T103" fmla="*/ 2147483647 h 1458"/>
                <a:gd name="T104" fmla="*/ 2147483647 w 1860"/>
                <a:gd name="T105" fmla="*/ 2147483647 h 1458"/>
                <a:gd name="T106" fmla="*/ 2147483647 w 1860"/>
                <a:gd name="T107" fmla="*/ 2147483647 h 1458"/>
                <a:gd name="T108" fmla="*/ 2147483647 w 1860"/>
                <a:gd name="T109" fmla="*/ 2147483647 h 1458"/>
                <a:gd name="T110" fmla="*/ 2147483647 w 1860"/>
                <a:gd name="T111" fmla="*/ 2147483647 h 1458"/>
                <a:gd name="T112" fmla="*/ 2147483647 w 1860"/>
                <a:gd name="T113" fmla="*/ 2147483647 h 1458"/>
                <a:gd name="T114" fmla="*/ 2147483647 w 1860"/>
                <a:gd name="T115" fmla="*/ 2147483647 h 1458"/>
                <a:gd name="T116" fmla="*/ 2147483647 w 1860"/>
                <a:gd name="T117" fmla="*/ 2147483647 h 1458"/>
                <a:gd name="T118" fmla="*/ 2147483647 w 1860"/>
                <a:gd name="T119" fmla="*/ 2147483647 h 1458"/>
                <a:gd name="T120" fmla="*/ 2147483647 w 1860"/>
                <a:gd name="T121" fmla="*/ 2147483647 h 145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60"/>
                <a:gd name="T184" fmla="*/ 0 h 1458"/>
                <a:gd name="T185" fmla="*/ 1860 w 1860"/>
                <a:gd name="T186" fmla="*/ 1458 h 145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60" h="1458">
                  <a:moveTo>
                    <a:pt x="1422" y="1440"/>
                  </a:moveTo>
                  <a:lnTo>
                    <a:pt x="1422" y="1380"/>
                  </a:lnTo>
                  <a:lnTo>
                    <a:pt x="1452" y="1332"/>
                  </a:lnTo>
                  <a:lnTo>
                    <a:pt x="1542" y="1338"/>
                  </a:lnTo>
                  <a:lnTo>
                    <a:pt x="1542" y="1320"/>
                  </a:lnTo>
                  <a:lnTo>
                    <a:pt x="1548" y="1320"/>
                  </a:lnTo>
                  <a:lnTo>
                    <a:pt x="1554" y="1314"/>
                  </a:lnTo>
                  <a:lnTo>
                    <a:pt x="1554" y="1302"/>
                  </a:lnTo>
                  <a:lnTo>
                    <a:pt x="1536" y="1302"/>
                  </a:lnTo>
                  <a:lnTo>
                    <a:pt x="1530" y="1278"/>
                  </a:lnTo>
                  <a:lnTo>
                    <a:pt x="1524" y="1278"/>
                  </a:lnTo>
                  <a:lnTo>
                    <a:pt x="1512" y="1272"/>
                  </a:lnTo>
                  <a:lnTo>
                    <a:pt x="1506" y="1272"/>
                  </a:lnTo>
                  <a:lnTo>
                    <a:pt x="1500" y="1266"/>
                  </a:lnTo>
                  <a:lnTo>
                    <a:pt x="1494" y="1254"/>
                  </a:lnTo>
                  <a:lnTo>
                    <a:pt x="1494" y="1248"/>
                  </a:lnTo>
                  <a:lnTo>
                    <a:pt x="1482" y="1242"/>
                  </a:lnTo>
                  <a:lnTo>
                    <a:pt x="1506" y="1242"/>
                  </a:lnTo>
                  <a:lnTo>
                    <a:pt x="1518" y="1236"/>
                  </a:lnTo>
                  <a:lnTo>
                    <a:pt x="1524" y="1236"/>
                  </a:lnTo>
                  <a:lnTo>
                    <a:pt x="1524" y="1212"/>
                  </a:lnTo>
                  <a:lnTo>
                    <a:pt x="1518" y="1200"/>
                  </a:lnTo>
                  <a:lnTo>
                    <a:pt x="1518" y="1188"/>
                  </a:lnTo>
                  <a:lnTo>
                    <a:pt x="1650" y="1194"/>
                  </a:lnTo>
                  <a:lnTo>
                    <a:pt x="1656" y="1182"/>
                  </a:lnTo>
                  <a:lnTo>
                    <a:pt x="1656" y="1176"/>
                  </a:lnTo>
                  <a:lnTo>
                    <a:pt x="1662" y="1176"/>
                  </a:lnTo>
                  <a:lnTo>
                    <a:pt x="1668" y="1182"/>
                  </a:lnTo>
                  <a:lnTo>
                    <a:pt x="1668" y="1188"/>
                  </a:lnTo>
                  <a:lnTo>
                    <a:pt x="1674" y="1188"/>
                  </a:lnTo>
                  <a:lnTo>
                    <a:pt x="1680" y="1182"/>
                  </a:lnTo>
                  <a:lnTo>
                    <a:pt x="1692" y="1176"/>
                  </a:lnTo>
                  <a:lnTo>
                    <a:pt x="1698" y="1164"/>
                  </a:lnTo>
                  <a:lnTo>
                    <a:pt x="1698" y="1152"/>
                  </a:lnTo>
                  <a:lnTo>
                    <a:pt x="1704" y="1146"/>
                  </a:lnTo>
                  <a:lnTo>
                    <a:pt x="1704" y="1140"/>
                  </a:lnTo>
                  <a:lnTo>
                    <a:pt x="1710" y="1152"/>
                  </a:lnTo>
                  <a:lnTo>
                    <a:pt x="1746" y="1116"/>
                  </a:lnTo>
                  <a:lnTo>
                    <a:pt x="1746" y="1122"/>
                  </a:lnTo>
                  <a:lnTo>
                    <a:pt x="1740" y="1128"/>
                  </a:lnTo>
                  <a:lnTo>
                    <a:pt x="1740" y="1146"/>
                  </a:lnTo>
                  <a:lnTo>
                    <a:pt x="1746" y="1152"/>
                  </a:lnTo>
                  <a:lnTo>
                    <a:pt x="1758" y="1152"/>
                  </a:lnTo>
                  <a:lnTo>
                    <a:pt x="1782" y="1086"/>
                  </a:lnTo>
                  <a:lnTo>
                    <a:pt x="1770" y="1074"/>
                  </a:lnTo>
                  <a:lnTo>
                    <a:pt x="1794" y="1068"/>
                  </a:lnTo>
                  <a:lnTo>
                    <a:pt x="1794" y="1056"/>
                  </a:lnTo>
                  <a:lnTo>
                    <a:pt x="1776" y="1050"/>
                  </a:lnTo>
                  <a:lnTo>
                    <a:pt x="1794" y="1032"/>
                  </a:lnTo>
                  <a:lnTo>
                    <a:pt x="1800" y="1008"/>
                  </a:lnTo>
                  <a:lnTo>
                    <a:pt x="1806" y="996"/>
                  </a:lnTo>
                  <a:lnTo>
                    <a:pt x="1818" y="990"/>
                  </a:lnTo>
                  <a:lnTo>
                    <a:pt x="1824" y="978"/>
                  </a:lnTo>
                  <a:lnTo>
                    <a:pt x="1836" y="966"/>
                  </a:lnTo>
                  <a:lnTo>
                    <a:pt x="1842" y="954"/>
                  </a:lnTo>
                  <a:lnTo>
                    <a:pt x="1848" y="948"/>
                  </a:lnTo>
                  <a:lnTo>
                    <a:pt x="1854" y="936"/>
                  </a:lnTo>
                  <a:lnTo>
                    <a:pt x="1854" y="930"/>
                  </a:lnTo>
                  <a:lnTo>
                    <a:pt x="1860" y="918"/>
                  </a:lnTo>
                  <a:lnTo>
                    <a:pt x="1860" y="900"/>
                  </a:lnTo>
                  <a:lnTo>
                    <a:pt x="1854" y="894"/>
                  </a:lnTo>
                  <a:lnTo>
                    <a:pt x="1818" y="894"/>
                  </a:lnTo>
                  <a:lnTo>
                    <a:pt x="1812" y="900"/>
                  </a:lnTo>
                  <a:lnTo>
                    <a:pt x="1800" y="900"/>
                  </a:lnTo>
                  <a:lnTo>
                    <a:pt x="1794" y="894"/>
                  </a:lnTo>
                  <a:lnTo>
                    <a:pt x="1782" y="894"/>
                  </a:lnTo>
                  <a:lnTo>
                    <a:pt x="1770" y="888"/>
                  </a:lnTo>
                  <a:lnTo>
                    <a:pt x="1746" y="888"/>
                  </a:lnTo>
                  <a:lnTo>
                    <a:pt x="1734" y="894"/>
                  </a:lnTo>
                  <a:lnTo>
                    <a:pt x="1716" y="900"/>
                  </a:lnTo>
                  <a:lnTo>
                    <a:pt x="1698" y="900"/>
                  </a:lnTo>
                  <a:lnTo>
                    <a:pt x="1686" y="906"/>
                  </a:lnTo>
                  <a:lnTo>
                    <a:pt x="1668" y="906"/>
                  </a:lnTo>
                  <a:lnTo>
                    <a:pt x="1656" y="912"/>
                  </a:lnTo>
                  <a:lnTo>
                    <a:pt x="1626" y="912"/>
                  </a:lnTo>
                  <a:lnTo>
                    <a:pt x="1614" y="918"/>
                  </a:lnTo>
                  <a:lnTo>
                    <a:pt x="1608" y="924"/>
                  </a:lnTo>
                  <a:lnTo>
                    <a:pt x="1596" y="948"/>
                  </a:lnTo>
                  <a:lnTo>
                    <a:pt x="1590" y="966"/>
                  </a:lnTo>
                  <a:lnTo>
                    <a:pt x="1590" y="1026"/>
                  </a:lnTo>
                  <a:lnTo>
                    <a:pt x="1572" y="1032"/>
                  </a:lnTo>
                  <a:lnTo>
                    <a:pt x="1572" y="1062"/>
                  </a:lnTo>
                  <a:lnTo>
                    <a:pt x="1566" y="1074"/>
                  </a:lnTo>
                  <a:lnTo>
                    <a:pt x="1542" y="1086"/>
                  </a:lnTo>
                  <a:lnTo>
                    <a:pt x="1524" y="1098"/>
                  </a:lnTo>
                  <a:lnTo>
                    <a:pt x="1512" y="1110"/>
                  </a:lnTo>
                  <a:lnTo>
                    <a:pt x="1512" y="1122"/>
                  </a:lnTo>
                  <a:lnTo>
                    <a:pt x="1506" y="1128"/>
                  </a:lnTo>
                  <a:lnTo>
                    <a:pt x="1506" y="1140"/>
                  </a:lnTo>
                  <a:lnTo>
                    <a:pt x="1500" y="1146"/>
                  </a:lnTo>
                  <a:lnTo>
                    <a:pt x="1488" y="1146"/>
                  </a:lnTo>
                  <a:lnTo>
                    <a:pt x="1476" y="1134"/>
                  </a:lnTo>
                  <a:lnTo>
                    <a:pt x="1476" y="1128"/>
                  </a:lnTo>
                  <a:lnTo>
                    <a:pt x="1470" y="1122"/>
                  </a:lnTo>
                  <a:lnTo>
                    <a:pt x="1440" y="1122"/>
                  </a:lnTo>
                  <a:lnTo>
                    <a:pt x="1416" y="1128"/>
                  </a:lnTo>
                  <a:lnTo>
                    <a:pt x="1392" y="1140"/>
                  </a:lnTo>
                  <a:lnTo>
                    <a:pt x="1356" y="1140"/>
                  </a:lnTo>
                  <a:lnTo>
                    <a:pt x="1338" y="1146"/>
                  </a:lnTo>
                  <a:lnTo>
                    <a:pt x="1290" y="1170"/>
                  </a:lnTo>
                  <a:lnTo>
                    <a:pt x="1284" y="1170"/>
                  </a:lnTo>
                  <a:lnTo>
                    <a:pt x="1272" y="1158"/>
                  </a:lnTo>
                  <a:lnTo>
                    <a:pt x="1266" y="1146"/>
                  </a:lnTo>
                  <a:lnTo>
                    <a:pt x="1266" y="1140"/>
                  </a:lnTo>
                  <a:lnTo>
                    <a:pt x="1260" y="1128"/>
                  </a:lnTo>
                  <a:lnTo>
                    <a:pt x="1242" y="1128"/>
                  </a:lnTo>
                  <a:lnTo>
                    <a:pt x="1224" y="1122"/>
                  </a:lnTo>
                  <a:lnTo>
                    <a:pt x="1194" y="1122"/>
                  </a:lnTo>
                  <a:lnTo>
                    <a:pt x="1194" y="1104"/>
                  </a:lnTo>
                  <a:lnTo>
                    <a:pt x="1188" y="1092"/>
                  </a:lnTo>
                  <a:lnTo>
                    <a:pt x="1176" y="1080"/>
                  </a:lnTo>
                  <a:lnTo>
                    <a:pt x="1170" y="1068"/>
                  </a:lnTo>
                  <a:lnTo>
                    <a:pt x="1164" y="1062"/>
                  </a:lnTo>
                  <a:lnTo>
                    <a:pt x="1164" y="1026"/>
                  </a:lnTo>
                  <a:lnTo>
                    <a:pt x="1128" y="966"/>
                  </a:lnTo>
                  <a:lnTo>
                    <a:pt x="1122" y="924"/>
                  </a:lnTo>
                  <a:lnTo>
                    <a:pt x="1110" y="894"/>
                  </a:lnTo>
                  <a:lnTo>
                    <a:pt x="1104" y="804"/>
                  </a:lnTo>
                  <a:lnTo>
                    <a:pt x="1110" y="798"/>
                  </a:lnTo>
                  <a:lnTo>
                    <a:pt x="1122" y="774"/>
                  </a:lnTo>
                  <a:lnTo>
                    <a:pt x="1128" y="768"/>
                  </a:lnTo>
                  <a:lnTo>
                    <a:pt x="1128" y="654"/>
                  </a:lnTo>
                  <a:lnTo>
                    <a:pt x="1152" y="648"/>
                  </a:lnTo>
                  <a:lnTo>
                    <a:pt x="1152" y="612"/>
                  </a:lnTo>
                  <a:lnTo>
                    <a:pt x="1158" y="600"/>
                  </a:lnTo>
                  <a:lnTo>
                    <a:pt x="1158" y="594"/>
                  </a:lnTo>
                  <a:lnTo>
                    <a:pt x="1164" y="588"/>
                  </a:lnTo>
                  <a:lnTo>
                    <a:pt x="1176" y="588"/>
                  </a:lnTo>
                  <a:lnTo>
                    <a:pt x="1182" y="594"/>
                  </a:lnTo>
                  <a:lnTo>
                    <a:pt x="1188" y="594"/>
                  </a:lnTo>
                  <a:lnTo>
                    <a:pt x="1188" y="588"/>
                  </a:lnTo>
                  <a:lnTo>
                    <a:pt x="1194" y="576"/>
                  </a:lnTo>
                  <a:lnTo>
                    <a:pt x="1194" y="564"/>
                  </a:lnTo>
                  <a:lnTo>
                    <a:pt x="1200" y="558"/>
                  </a:lnTo>
                  <a:lnTo>
                    <a:pt x="1206" y="546"/>
                  </a:lnTo>
                  <a:lnTo>
                    <a:pt x="1206" y="540"/>
                  </a:lnTo>
                  <a:lnTo>
                    <a:pt x="1206" y="546"/>
                  </a:lnTo>
                  <a:lnTo>
                    <a:pt x="1182" y="546"/>
                  </a:lnTo>
                  <a:lnTo>
                    <a:pt x="1176" y="534"/>
                  </a:lnTo>
                  <a:lnTo>
                    <a:pt x="1176" y="528"/>
                  </a:lnTo>
                  <a:lnTo>
                    <a:pt x="1134" y="528"/>
                  </a:lnTo>
                  <a:lnTo>
                    <a:pt x="1122" y="516"/>
                  </a:lnTo>
                  <a:lnTo>
                    <a:pt x="1110" y="516"/>
                  </a:lnTo>
                  <a:lnTo>
                    <a:pt x="1092" y="510"/>
                  </a:lnTo>
                  <a:lnTo>
                    <a:pt x="1080" y="498"/>
                  </a:lnTo>
                  <a:lnTo>
                    <a:pt x="1080" y="468"/>
                  </a:lnTo>
                  <a:lnTo>
                    <a:pt x="1068" y="456"/>
                  </a:lnTo>
                  <a:lnTo>
                    <a:pt x="1068" y="420"/>
                  </a:lnTo>
                  <a:lnTo>
                    <a:pt x="1074" y="420"/>
                  </a:lnTo>
                  <a:lnTo>
                    <a:pt x="1080" y="414"/>
                  </a:lnTo>
                  <a:lnTo>
                    <a:pt x="1080" y="408"/>
                  </a:lnTo>
                  <a:lnTo>
                    <a:pt x="1068" y="396"/>
                  </a:lnTo>
                  <a:lnTo>
                    <a:pt x="1056" y="390"/>
                  </a:lnTo>
                  <a:lnTo>
                    <a:pt x="1050" y="384"/>
                  </a:lnTo>
                  <a:lnTo>
                    <a:pt x="1050" y="360"/>
                  </a:lnTo>
                  <a:lnTo>
                    <a:pt x="1038" y="354"/>
                  </a:lnTo>
                  <a:lnTo>
                    <a:pt x="1032" y="342"/>
                  </a:lnTo>
                  <a:lnTo>
                    <a:pt x="1032" y="330"/>
                  </a:lnTo>
                  <a:lnTo>
                    <a:pt x="1038" y="318"/>
                  </a:lnTo>
                  <a:lnTo>
                    <a:pt x="1038" y="294"/>
                  </a:lnTo>
                  <a:lnTo>
                    <a:pt x="1026" y="282"/>
                  </a:lnTo>
                  <a:lnTo>
                    <a:pt x="1020" y="270"/>
                  </a:lnTo>
                  <a:lnTo>
                    <a:pt x="1008" y="258"/>
                  </a:lnTo>
                  <a:lnTo>
                    <a:pt x="1002" y="246"/>
                  </a:lnTo>
                  <a:lnTo>
                    <a:pt x="996" y="240"/>
                  </a:lnTo>
                  <a:lnTo>
                    <a:pt x="990" y="228"/>
                  </a:lnTo>
                  <a:lnTo>
                    <a:pt x="948" y="228"/>
                  </a:lnTo>
                  <a:lnTo>
                    <a:pt x="930" y="222"/>
                  </a:lnTo>
                  <a:lnTo>
                    <a:pt x="930" y="228"/>
                  </a:lnTo>
                  <a:lnTo>
                    <a:pt x="912" y="228"/>
                  </a:lnTo>
                  <a:lnTo>
                    <a:pt x="900" y="240"/>
                  </a:lnTo>
                  <a:lnTo>
                    <a:pt x="888" y="264"/>
                  </a:lnTo>
                  <a:lnTo>
                    <a:pt x="876" y="276"/>
                  </a:lnTo>
                  <a:lnTo>
                    <a:pt x="852" y="288"/>
                  </a:lnTo>
                  <a:lnTo>
                    <a:pt x="840" y="288"/>
                  </a:lnTo>
                  <a:lnTo>
                    <a:pt x="822" y="276"/>
                  </a:lnTo>
                  <a:lnTo>
                    <a:pt x="810" y="270"/>
                  </a:lnTo>
                  <a:lnTo>
                    <a:pt x="780" y="240"/>
                  </a:lnTo>
                  <a:lnTo>
                    <a:pt x="780" y="228"/>
                  </a:lnTo>
                  <a:lnTo>
                    <a:pt x="786" y="216"/>
                  </a:lnTo>
                  <a:lnTo>
                    <a:pt x="786" y="174"/>
                  </a:lnTo>
                  <a:lnTo>
                    <a:pt x="780" y="162"/>
                  </a:lnTo>
                  <a:lnTo>
                    <a:pt x="768" y="150"/>
                  </a:lnTo>
                  <a:lnTo>
                    <a:pt x="756" y="144"/>
                  </a:lnTo>
                  <a:lnTo>
                    <a:pt x="744" y="144"/>
                  </a:lnTo>
                  <a:lnTo>
                    <a:pt x="738" y="114"/>
                  </a:lnTo>
                  <a:lnTo>
                    <a:pt x="708" y="102"/>
                  </a:lnTo>
                  <a:lnTo>
                    <a:pt x="708" y="78"/>
                  </a:lnTo>
                  <a:lnTo>
                    <a:pt x="696" y="66"/>
                  </a:lnTo>
                  <a:lnTo>
                    <a:pt x="582" y="66"/>
                  </a:lnTo>
                  <a:lnTo>
                    <a:pt x="576" y="72"/>
                  </a:lnTo>
                  <a:lnTo>
                    <a:pt x="576" y="90"/>
                  </a:lnTo>
                  <a:lnTo>
                    <a:pt x="570" y="102"/>
                  </a:lnTo>
                  <a:lnTo>
                    <a:pt x="570" y="108"/>
                  </a:lnTo>
                  <a:lnTo>
                    <a:pt x="366" y="108"/>
                  </a:lnTo>
                  <a:lnTo>
                    <a:pt x="156" y="12"/>
                  </a:lnTo>
                  <a:lnTo>
                    <a:pt x="150" y="12"/>
                  </a:lnTo>
                  <a:lnTo>
                    <a:pt x="150" y="6"/>
                  </a:lnTo>
                  <a:lnTo>
                    <a:pt x="156" y="0"/>
                  </a:lnTo>
                  <a:lnTo>
                    <a:pt x="12" y="6"/>
                  </a:lnTo>
                  <a:lnTo>
                    <a:pt x="6" y="0"/>
                  </a:lnTo>
                  <a:lnTo>
                    <a:pt x="0" y="18"/>
                  </a:lnTo>
                  <a:lnTo>
                    <a:pt x="0" y="48"/>
                  </a:lnTo>
                  <a:lnTo>
                    <a:pt x="6" y="60"/>
                  </a:lnTo>
                  <a:lnTo>
                    <a:pt x="12" y="66"/>
                  </a:lnTo>
                  <a:lnTo>
                    <a:pt x="18" y="78"/>
                  </a:lnTo>
                  <a:lnTo>
                    <a:pt x="0" y="90"/>
                  </a:lnTo>
                  <a:lnTo>
                    <a:pt x="12" y="114"/>
                  </a:lnTo>
                  <a:lnTo>
                    <a:pt x="6" y="126"/>
                  </a:lnTo>
                  <a:lnTo>
                    <a:pt x="24" y="144"/>
                  </a:lnTo>
                  <a:lnTo>
                    <a:pt x="6" y="174"/>
                  </a:lnTo>
                  <a:lnTo>
                    <a:pt x="18" y="180"/>
                  </a:lnTo>
                  <a:lnTo>
                    <a:pt x="18" y="210"/>
                  </a:lnTo>
                  <a:lnTo>
                    <a:pt x="24" y="228"/>
                  </a:lnTo>
                  <a:lnTo>
                    <a:pt x="24" y="240"/>
                  </a:lnTo>
                  <a:lnTo>
                    <a:pt x="30" y="252"/>
                  </a:lnTo>
                  <a:lnTo>
                    <a:pt x="42" y="264"/>
                  </a:lnTo>
                  <a:lnTo>
                    <a:pt x="60" y="264"/>
                  </a:lnTo>
                  <a:lnTo>
                    <a:pt x="60" y="270"/>
                  </a:lnTo>
                  <a:lnTo>
                    <a:pt x="66" y="276"/>
                  </a:lnTo>
                  <a:lnTo>
                    <a:pt x="72" y="288"/>
                  </a:lnTo>
                  <a:lnTo>
                    <a:pt x="84" y="300"/>
                  </a:lnTo>
                  <a:lnTo>
                    <a:pt x="90" y="318"/>
                  </a:lnTo>
                  <a:lnTo>
                    <a:pt x="96" y="330"/>
                  </a:lnTo>
                  <a:lnTo>
                    <a:pt x="96" y="342"/>
                  </a:lnTo>
                  <a:lnTo>
                    <a:pt x="78" y="378"/>
                  </a:lnTo>
                  <a:lnTo>
                    <a:pt x="72" y="384"/>
                  </a:lnTo>
                  <a:lnTo>
                    <a:pt x="72" y="390"/>
                  </a:lnTo>
                  <a:lnTo>
                    <a:pt x="84" y="396"/>
                  </a:lnTo>
                  <a:lnTo>
                    <a:pt x="72" y="414"/>
                  </a:lnTo>
                  <a:lnTo>
                    <a:pt x="60" y="396"/>
                  </a:lnTo>
                  <a:lnTo>
                    <a:pt x="12" y="390"/>
                  </a:lnTo>
                  <a:lnTo>
                    <a:pt x="36" y="414"/>
                  </a:lnTo>
                  <a:lnTo>
                    <a:pt x="42" y="438"/>
                  </a:lnTo>
                  <a:lnTo>
                    <a:pt x="66" y="444"/>
                  </a:lnTo>
                  <a:lnTo>
                    <a:pt x="78" y="456"/>
                  </a:lnTo>
                  <a:lnTo>
                    <a:pt x="84" y="468"/>
                  </a:lnTo>
                  <a:lnTo>
                    <a:pt x="90" y="474"/>
                  </a:lnTo>
                  <a:lnTo>
                    <a:pt x="96" y="474"/>
                  </a:lnTo>
                  <a:lnTo>
                    <a:pt x="102" y="468"/>
                  </a:lnTo>
                  <a:lnTo>
                    <a:pt x="108" y="468"/>
                  </a:lnTo>
                  <a:lnTo>
                    <a:pt x="120" y="462"/>
                  </a:lnTo>
                  <a:lnTo>
                    <a:pt x="126" y="456"/>
                  </a:lnTo>
                  <a:lnTo>
                    <a:pt x="126" y="480"/>
                  </a:lnTo>
                  <a:lnTo>
                    <a:pt x="144" y="516"/>
                  </a:lnTo>
                  <a:lnTo>
                    <a:pt x="156" y="528"/>
                  </a:lnTo>
                  <a:lnTo>
                    <a:pt x="168" y="552"/>
                  </a:lnTo>
                  <a:lnTo>
                    <a:pt x="168" y="564"/>
                  </a:lnTo>
                  <a:lnTo>
                    <a:pt x="156" y="588"/>
                  </a:lnTo>
                  <a:lnTo>
                    <a:pt x="150" y="606"/>
                  </a:lnTo>
                  <a:lnTo>
                    <a:pt x="150" y="618"/>
                  </a:lnTo>
                  <a:lnTo>
                    <a:pt x="180" y="648"/>
                  </a:lnTo>
                  <a:lnTo>
                    <a:pt x="192" y="666"/>
                  </a:lnTo>
                  <a:lnTo>
                    <a:pt x="222" y="696"/>
                  </a:lnTo>
                  <a:lnTo>
                    <a:pt x="234" y="714"/>
                  </a:lnTo>
                  <a:lnTo>
                    <a:pt x="264" y="744"/>
                  </a:lnTo>
                  <a:lnTo>
                    <a:pt x="258" y="750"/>
                  </a:lnTo>
                  <a:lnTo>
                    <a:pt x="258" y="762"/>
                  </a:lnTo>
                  <a:lnTo>
                    <a:pt x="252" y="768"/>
                  </a:lnTo>
                  <a:lnTo>
                    <a:pt x="252" y="780"/>
                  </a:lnTo>
                  <a:lnTo>
                    <a:pt x="258" y="786"/>
                  </a:lnTo>
                  <a:lnTo>
                    <a:pt x="276" y="786"/>
                  </a:lnTo>
                  <a:lnTo>
                    <a:pt x="288" y="780"/>
                  </a:lnTo>
                  <a:lnTo>
                    <a:pt x="294" y="768"/>
                  </a:lnTo>
                  <a:lnTo>
                    <a:pt x="306" y="762"/>
                  </a:lnTo>
                  <a:lnTo>
                    <a:pt x="312" y="756"/>
                  </a:lnTo>
                  <a:lnTo>
                    <a:pt x="306" y="738"/>
                  </a:lnTo>
                  <a:lnTo>
                    <a:pt x="306" y="732"/>
                  </a:lnTo>
                  <a:lnTo>
                    <a:pt x="300" y="726"/>
                  </a:lnTo>
                  <a:lnTo>
                    <a:pt x="300" y="708"/>
                  </a:lnTo>
                  <a:lnTo>
                    <a:pt x="288" y="684"/>
                  </a:lnTo>
                  <a:lnTo>
                    <a:pt x="282" y="678"/>
                  </a:lnTo>
                  <a:lnTo>
                    <a:pt x="258" y="678"/>
                  </a:lnTo>
                  <a:lnTo>
                    <a:pt x="240" y="648"/>
                  </a:lnTo>
                  <a:lnTo>
                    <a:pt x="240" y="576"/>
                  </a:lnTo>
                  <a:lnTo>
                    <a:pt x="222" y="546"/>
                  </a:lnTo>
                  <a:lnTo>
                    <a:pt x="228" y="534"/>
                  </a:lnTo>
                  <a:lnTo>
                    <a:pt x="228" y="528"/>
                  </a:lnTo>
                  <a:lnTo>
                    <a:pt x="234" y="516"/>
                  </a:lnTo>
                  <a:lnTo>
                    <a:pt x="234" y="492"/>
                  </a:lnTo>
                  <a:lnTo>
                    <a:pt x="228" y="486"/>
                  </a:lnTo>
                  <a:lnTo>
                    <a:pt x="216" y="480"/>
                  </a:lnTo>
                  <a:lnTo>
                    <a:pt x="210" y="474"/>
                  </a:lnTo>
                  <a:lnTo>
                    <a:pt x="198" y="474"/>
                  </a:lnTo>
                  <a:lnTo>
                    <a:pt x="198" y="432"/>
                  </a:lnTo>
                  <a:lnTo>
                    <a:pt x="168" y="396"/>
                  </a:lnTo>
                  <a:lnTo>
                    <a:pt x="174" y="336"/>
                  </a:lnTo>
                  <a:lnTo>
                    <a:pt x="168" y="330"/>
                  </a:lnTo>
                  <a:lnTo>
                    <a:pt x="162" y="318"/>
                  </a:lnTo>
                  <a:lnTo>
                    <a:pt x="144" y="300"/>
                  </a:lnTo>
                  <a:lnTo>
                    <a:pt x="138" y="288"/>
                  </a:lnTo>
                  <a:lnTo>
                    <a:pt x="138" y="276"/>
                  </a:lnTo>
                  <a:lnTo>
                    <a:pt x="132" y="264"/>
                  </a:lnTo>
                  <a:lnTo>
                    <a:pt x="132" y="246"/>
                  </a:lnTo>
                  <a:lnTo>
                    <a:pt x="126" y="240"/>
                  </a:lnTo>
                  <a:lnTo>
                    <a:pt x="120" y="228"/>
                  </a:lnTo>
                  <a:lnTo>
                    <a:pt x="108" y="216"/>
                  </a:lnTo>
                  <a:lnTo>
                    <a:pt x="102" y="204"/>
                  </a:lnTo>
                  <a:lnTo>
                    <a:pt x="96" y="198"/>
                  </a:lnTo>
                  <a:lnTo>
                    <a:pt x="96" y="192"/>
                  </a:lnTo>
                  <a:lnTo>
                    <a:pt x="102" y="186"/>
                  </a:lnTo>
                  <a:lnTo>
                    <a:pt x="114" y="162"/>
                  </a:lnTo>
                  <a:lnTo>
                    <a:pt x="114" y="114"/>
                  </a:lnTo>
                  <a:lnTo>
                    <a:pt x="120" y="108"/>
                  </a:lnTo>
                  <a:lnTo>
                    <a:pt x="126" y="96"/>
                  </a:lnTo>
                  <a:lnTo>
                    <a:pt x="126" y="60"/>
                  </a:lnTo>
                  <a:lnTo>
                    <a:pt x="132" y="66"/>
                  </a:lnTo>
                  <a:lnTo>
                    <a:pt x="144" y="72"/>
                  </a:lnTo>
                  <a:lnTo>
                    <a:pt x="150" y="84"/>
                  </a:lnTo>
                  <a:lnTo>
                    <a:pt x="162" y="90"/>
                  </a:lnTo>
                  <a:lnTo>
                    <a:pt x="180" y="90"/>
                  </a:lnTo>
                  <a:lnTo>
                    <a:pt x="186" y="84"/>
                  </a:lnTo>
                  <a:lnTo>
                    <a:pt x="198" y="84"/>
                  </a:lnTo>
                  <a:lnTo>
                    <a:pt x="198" y="102"/>
                  </a:lnTo>
                  <a:lnTo>
                    <a:pt x="204" y="108"/>
                  </a:lnTo>
                  <a:lnTo>
                    <a:pt x="216" y="114"/>
                  </a:lnTo>
                  <a:lnTo>
                    <a:pt x="234" y="114"/>
                  </a:lnTo>
                  <a:lnTo>
                    <a:pt x="234" y="120"/>
                  </a:lnTo>
                  <a:lnTo>
                    <a:pt x="228" y="126"/>
                  </a:lnTo>
                  <a:lnTo>
                    <a:pt x="228" y="186"/>
                  </a:lnTo>
                  <a:lnTo>
                    <a:pt x="240" y="258"/>
                  </a:lnTo>
                  <a:lnTo>
                    <a:pt x="240" y="270"/>
                  </a:lnTo>
                  <a:lnTo>
                    <a:pt x="246" y="282"/>
                  </a:lnTo>
                  <a:lnTo>
                    <a:pt x="252" y="306"/>
                  </a:lnTo>
                  <a:lnTo>
                    <a:pt x="264" y="342"/>
                  </a:lnTo>
                  <a:lnTo>
                    <a:pt x="276" y="372"/>
                  </a:lnTo>
                  <a:lnTo>
                    <a:pt x="282" y="384"/>
                  </a:lnTo>
                  <a:lnTo>
                    <a:pt x="324" y="384"/>
                  </a:lnTo>
                  <a:lnTo>
                    <a:pt x="318" y="390"/>
                  </a:lnTo>
                  <a:lnTo>
                    <a:pt x="306" y="414"/>
                  </a:lnTo>
                  <a:lnTo>
                    <a:pt x="318" y="438"/>
                  </a:lnTo>
                  <a:lnTo>
                    <a:pt x="330" y="444"/>
                  </a:lnTo>
                  <a:lnTo>
                    <a:pt x="336" y="450"/>
                  </a:lnTo>
                  <a:lnTo>
                    <a:pt x="348" y="450"/>
                  </a:lnTo>
                  <a:lnTo>
                    <a:pt x="354" y="474"/>
                  </a:lnTo>
                  <a:lnTo>
                    <a:pt x="384" y="474"/>
                  </a:lnTo>
                  <a:lnTo>
                    <a:pt x="390" y="516"/>
                  </a:lnTo>
                  <a:lnTo>
                    <a:pt x="384" y="516"/>
                  </a:lnTo>
                  <a:lnTo>
                    <a:pt x="378" y="522"/>
                  </a:lnTo>
                  <a:lnTo>
                    <a:pt x="366" y="528"/>
                  </a:lnTo>
                  <a:lnTo>
                    <a:pt x="360" y="534"/>
                  </a:lnTo>
                  <a:lnTo>
                    <a:pt x="354" y="546"/>
                  </a:lnTo>
                  <a:lnTo>
                    <a:pt x="354" y="558"/>
                  </a:lnTo>
                  <a:lnTo>
                    <a:pt x="360" y="564"/>
                  </a:lnTo>
                  <a:lnTo>
                    <a:pt x="372" y="570"/>
                  </a:lnTo>
                  <a:lnTo>
                    <a:pt x="384" y="558"/>
                  </a:lnTo>
                  <a:lnTo>
                    <a:pt x="384" y="564"/>
                  </a:lnTo>
                  <a:lnTo>
                    <a:pt x="396" y="576"/>
                  </a:lnTo>
                  <a:lnTo>
                    <a:pt x="396" y="588"/>
                  </a:lnTo>
                  <a:lnTo>
                    <a:pt x="402" y="594"/>
                  </a:lnTo>
                  <a:lnTo>
                    <a:pt x="414" y="594"/>
                  </a:lnTo>
                  <a:lnTo>
                    <a:pt x="426" y="600"/>
                  </a:lnTo>
                  <a:lnTo>
                    <a:pt x="432" y="600"/>
                  </a:lnTo>
                  <a:lnTo>
                    <a:pt x="438" y="606"/>
                  </a:lnTo>
                  <a:lnTo>
                    <a:pt x="438" y="624"/>
                  </a:lnTo>
                  <a:lnTo>
                    <a:pt x="432" y="630"/>
                  </a:lnTo>
                  <a:lnTo>
                    <a:pt x="432" y="636"/>
                  </a:lnTo>
                  <a:lnTo>
                    <a:pt x="426" y="648"/>
                  </a:lnTo>
                  <a:lnTo>
                    <a:pt x="426" y="654"/>
                  </a:lnTo>
                  <a:lnTo>
                    <a:pt x="468" y="654"/>
                  </a:lnTo>
                  <a:lnTo>
                    <a:pt x="468" y="684"/>
                  </a:lnTo>
                  <a:lnTo>
                    <a:pt x="504" y="720"/>
                  </a:lnTo>
                  <a:lnTo>
                    <a:pt x="510" y="732"/>
                  </a:lnTo>
                  <a:lnTo>
                    <a:pt x="528" y="750"/>
                  </a:lnTo>
                  <a:lnTo>
                    <a:pt x="534" y="768"/>
                  </a:lnTo>
                  <a:lnTo>
                    <a:pt x="546" y="780"/>
                  </a:lnTo>
                  <a:lnTo>
                    <a:pt x="552" y="798"/>
                  </a:lnTo>
                  <a:lnTo>
                    <a:pt x="558" y="810"/>
                  </a:lnTo>
                  <a:lnTo>
                    <a:pt x="558" y="870"/>
                  </a:lnTo>
                  <a:lnTo>
                    <a:pt x="564" y="882"/>
                  </a:lnTo>
                  <a:lnTo>
                    <a:pt x="576" y="894"/>
                  </a:lnTo>
                  <a:lnTo>
                    <a:pt x="576" y="906"/>
                  </a:lnTo>
                  <a:lnTo>
                    <a:pt x="570" y="918"/>
                  </a:lnTo>
                  <a:lnTo>
                    <a:pt x="552" y="936"/>
                  </a:lnTo>
                  <a:lnTo>
                    <a:pt x="546" y="948"/>
                  </a:lnTo>
                  <a:lnTo>
                    <a:pt x="546" y="954"/>
                  </a:lnTo>
                  <a:lnTo>
                    <a:pt x="552" y="960"/>
                  </a:lnTo>
                  <a:lnTo>
                    <a:pt x="564" y="966"/>
                  </a:lnTo>
                  <a:lnTo>
                    <a:pt x="540" y="966"/>
                  </a:lnTo>
                  <a:lnTo>
                    <a:pt x="528" y="972"/>
                  </a:lnTo>
                  <a:lnTo>
                    <a:pt x="528" y="1038"/>
                  </a:lnTo>
                  <a:lnTo>
                    <a:pt x="534" y="1056"/>
                  </a:lnTo>
                  <a:lnTo>
                    <a:pt x="540" y="1062"/>
                  </a:lnTo>
                  <a:lnTo>
                    <a:pt x="546" y="1074"/>
                  </a:lnTo>
                  <a:lnTo>
                    <a:pt x="558" y="1074"/>
                  </a:lnTo>
                  <a:lnTo>
                    <a:pt x="576" y="1080"/>
                  </a:lnTo>
                  <a:lnTo>
                    <a:pt x="600" y="1080"/>
                  </a:lnTo>
                  <a:lnTo>
                    <a:pt x="612" y="1086"/>
                  </a:lnTo>
                  <a:lnTo>
                    <a:pt x="636" y="1110"/>
                  </a:lnTo>
                  <a:lnTo>
                    <a:pt x="642" y="1122"/>
                  </a:lnTo>
                  <a:lnTo>
                    <a:pt x="648" y="1140"/>
                  </a:lnTo>
                  <a:lnTo>
                    <a:pt x="654" y="1152"/>
                  </a:lnTo>
                  <a:lnTo>
                    <a:pt x="666" y="1164"/>
                  </a:lnTo>
                  <a:lnTo>
                    <a:pt x="678" y="1170"/>
                  </a:lnTo>
                  <a:lnTo>
                    <a:pt x="732" y="1170"/>
                  </a:lnTo>
                  <a:lnTo>
                    <a:pt x="750" y="1176"/>
                  </a:lnTo>
                  <a:lnTo>
                    <a:pt x="762" y="1182"/>
                  </a:lnTo>
                  <a:lnTo>
                    <a:pt x="768" y="1188"/>
                  </a:lnTo>
                  <a:lnTo>
                    <a:pt x="774" y="1200"/>
                  </a:lnTo>
                  <a:lnTo>
                    <a:pt x="786" y="1218"/>
                  </a:lnTo>
                  <a:lnTo>
                    <a:pt x="810" y="1242"/>
                  </a:lnTo>
                  <a:lnTo>
                    <a:pt x="834" y="1254"/>
                  </a:lnTo>
                  <a:lnTo>
                    <a:pt x="870" y="1266"/>
                  </a:lnTo>
                  <a:lnTo>
                    <a:pt x="912" y="1272"/>
                  </a:lnTo>
                  <a:lnTo>
                    <a:pt x="942" y="1278"/>
                  </a:lnTo>
                  <a:lnTo>
                    <a:pt x="960" y="1290"/>
                  </a:lnTo>
                  <a:lnTo>
                    <a:pt x="966" y="1302"/>
                  </a:lnTo>
                  <a:lnTo>
                    <a:pt x="978" y="1314"/>
                  </a:lnTo>
                  <a:lnTo>
                    <a:pt x="990" y="1320"/>
                  </a:lnTo>
                  <a:lnTo>
                    <a:pt x="996" y="1320"/>
                  </a:lnTo>
                  <a:lnTo>
                    <a:pt x="1002" y="1326"/>
                  </a:lnTo>
                  <a:lnTo>
                    <a:pt x="1008" y="1338"/>
                  </a:lnTo>
                  <a:lnTo>
                    <a:pt x="1014" y="1344"/>
                  </a:lnTo>
                  <a:lnTo>
                    <a:pt x="1080" y="1344"/>
                  </a:lnTo>
                  <a:lnTo>
                    <a:pt x="1092" y="1356"/>
                  </a:lnTo>
                  <a:lnTo>
                    <a:pt x="1098" y="1368"/>
                  </a:lnTo>
                  <a:lnTo>
                    <a:pt x="1104" y="1374"/>
                  </a:lnTo>
                  <a:lnTo>
                    <a:pt x="1116" y="1374"/>
                  </a:lnTo>
                  <a:lnTo>
                    <a:pt x="1140" y="1362"/>
                  </a:lnTo>
                  <a:lnTo>
                    <a:pt x="1170" y="1350"/>
                  </a:lnTo>
                  <a:lnTo>
                    <a:pt x="1206" y="1332"/>
                  </a:lnTo>
                  <a:lnTo>
                    <a:pt x="1260" y="1314"/>
                  </a:lnTo>
                  <a:lnTo>
                    <a:pt x="1278" y="1326"/>
                  </a:lnTo>
                  <a:lnTo>
                    <a:pt x="1308" y="1350"/>
                  </a:lnTo>
                  <a:lnTo>
                    <a:pt x="1344" y="1374"/>
                  </a:lnTo>
                  <a:lnTo>
                    <a:pt x="1386" y="1416"/>
                  </a:lnTo>
                  <a:lnTo>
                    <a:pt x="1386" y="1428"/>
                  </a:lnTo>
                  <a:lnTo>
                    <a:pt x="1392" y="1446"/>
                  </a:lnTo>
                  <a:lnTo>
                    <a:pt x="1398" y="1458"/>
                  </a:lnTo>
                  <a:lnTo>
                    <a:pt x="1416" y="1458"/>
                  </a:lnTo>
                  <a:lnTo>
                    <a:pt x="1422" y="1452"/>
                  </a:lnTo>
                  <a:lnTo>
                    <a:pt x="1422" y="1440"/>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2" name="Jamaica" descr="© INSCALE GmbH, 05.05.2010&#10;http://www.presentationload.com/">
              <a:extLst>
                <a:ext uri="{FF2B5EF4-FFF2-40B4-BE49-F238E27FC236}">
                  <a16:creationId xmlns:a16="http://schemas.microsoft.com/office/drawing/2014/main" id="{B512A16A-CCC4-794B-AAAB-00A9FB980AE2}"/>
                </a:ext>
              </a:extLst>
            </p:cNvPr>
            <p:cNvSpPr>
              <a:spLocks/>
            </p:cNvSpPr>
            <p:nvPr/>
          </p:nvSpPr>
          <p:spPr bwMode="gray">
            <a:xfrm>
              <a:off x="3411937" y="3518765"/>
              <a:ext cx="65746" cy="21367"/>
            </a:xfrm>
            <a:custGeom>
              <a:avLst/>
              <a:gdLst>
                <a:gd name="T0" fmla="*/ 2147483647 w 156"/>
                <a:gd name="T1" fmla="*/ 2147483647 h 54"/>
                <a:gd name="T2" fmla="*/ 2147483647 w 156"/>
                <a:gd name="T3" fmla="*/ 2147483647 h 54"/>
                <a:gd name="T4" fmla="*/ 2147483647 w 156"/>
                <a:gd name="T5" fmla="*/ 2147483647 h 54"/>
                <a:gd name="T6" fmla="*/ 2147483647 w 156"/>
                <a:gd name="T7" fmla="*/ 2147483647 h 54"/>
                <a:gd name="T8" fmla="*/ 2147483647 w 156"/>
                <a:gd name="T9" fmla="*/ 2147483647 h 54"/>
                <a:gd name="T10" fmla="*/ 2147483647 w 156"/>
                <a:gd name="T11" fmla="*/ 2147483647 h 54"/>
                <a:gd name="T12" fmla="*/ 2147483647 w 156"/>
                <a:gd name="T13" fmla="*/ 2147483647 h 54"/>
                <a:gd name="T14" fmla="*/ 2147483647 w 156"/>
                <a:gd name="T15" fmla="*/ 2147483647 h 54"/>
                <a:gd name="T16" fmla="*/ 2147483647 w 156"/>
                <a:gd name="T17" fmla="*/ 0 h 54"/>
                <a:gd name="T18" fmla="*/ 2147483647 w 156"/>
                <a:gd name="T19" fmla="*/ 0 h 54"/>
                <a:gd name="T20" fmla="*/ 2147483647 w 156"/>
                <a:gd name="T21" fmla="*/ 2147483647 h 54"/>
                <a:gd name="T22" fmla="*/ 0 w 156"/>
                <a:gd name="T23" fmla="*/ 2147483647 h 54"/>
                <a:gd name="T24" fmla="*/ 2147483647 w 156"/>
                <a:gd name="T25" fmla="*/ 2147483647 h 54"/>
                <a:gd name="T26" fmla="*/ 2147483647 w 156"/>
                <a:gd name="T27" fmla="*/ 2147483647 h 54"/>
                <a:gd name="T28" fmla="*/ 2147483647 w 156"/>
                <a:gd name="T29" fmla="*/ 2147483647 h 54"/>
                <a:gd name="T30" fmla="*/ 2147483647 w 156"/>
                <a:gd name="T31" fmla="*/ 2147483647 h 54"/>
                <a:gd name="T32" fmla="*/ 2147483647 w 156"/>
                <a:gd name="T33" fmla="*/ 2147483647 h 54"/>
                <a:gd name="T34" fmla="*/ 2147483647 w 156"/>
                <a:gd name="T35" fmla="*/ 2147483647 h 54"/>
                <a:gd name="T36" fmla="*/ 2147483647 w 156"/>
                <a:gd name="T37" fmla="*/ 2147483647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6"/>
                <a:gd name="T58" fmla="*/ 0 h 54"/>
                <a:gd name="T59" fmla="*/ 156 w 156"/>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6" h="54">
                  <a:moveTo>
                    <a:pt x="108" y="54"/>
                  </a:moveTo>
                  <a:lnTo>
                    <a:pt x="114" y="36"/>
                  </a:lnTo>
                  <a:lnTo>
                    <a:pt x="156" y="48"/>
                  </a:lnTo>
                  <a:lnTo>
                    <a:pt x="156" y="42"/>
                  </a:lnTo>
                  <a:lnTo>
                    <a:pt x="150" y="36"/>
                  </a:lnTo>
                  <a:lnTo>
                    <a:pt x="144" y="24"/>
                  </a:lnTo>
                  <a:lnTo>
                    <a:pt x="126" y="6"/>
                  </a:lnTo>
                  <a:lnTo>
                    <a:pt x="84" y="6"/>
                  </a:lnTo>
                  <a:lnTo>
                    <a:pt x="66" y="0"/>
                  </a:lnTo>
                  <a:lnTo>
                    <a:pt x="24" y="0"/>
                  </a:lnTo>
                  <a:lnTo>
                    <a:pt x="12" y="6"/>
                  </a:lnTo>
                  <a:lnTo>
                    <a:pt x="0" y="6"/>
                  </a:lnTo>
                  <a:lnTo>
                    <a:pt x="6" y="18"/>
                  </a:lnTo>
                  <a:lnTo>
                    <a:pt x="18" y="24"/>
                  </a:lnTo>
                  <a:lnTo>
                    <a:pt x="24" y="36"/>
                  </a:lnTo>
                  <a:lnTo>
                    <a:pt x="36" y="42"/>
                  </a:lnTo>
                  <a:lnTo>
                    <a:pt x="60" y="42"/>
                  </a:lnTo>
                  <a:lnTo>
                    <a:pt x="78" y="48"/>
                  </a:lnTo>
                  <a:lnTo>
                    <a:pt x="108" y="54"/>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3" name="Honduras" descr="© INSCALE GmbH, 05.05.2010&#10;http://www.presentationload.com/">
              <a:extLst>
                <a:ext uri="{FF2B5EF4-FFF2-40B4-BE49-F238E27FC236}">
                  <a16:creationId xmlns:a16="http://schemas.microsoft.com/office/drawing/2014/main" id="{96E3E5DA-635C-044F-AC90-E33DD4B71635}"/>
                </a:ext>
              </a:extLst>
            </p:cNvPr>
            <p:cNvSpPr>
              <a:spLocks/>
            </p:cNvSpPr>
            <p:nvPr/>
          </p:nvSpPr>
          <p:spPr bwMode="gray">
            <a:xfrm>
              <a:off x="3076633" y="3599304"/>
              <a:ext cx="187376" cy="103549"/>
            </a:xfrm>
            <a:custGeom>
              <a:avLst/>
              <a:gdLst>
                <a:gd name="T0" fmla="*/ 2147483647 w 444"/>
                <a:gd name="T1" fmla="*/ 2147483647 h 246"/>
                <a:gd name="T2" fmla="*/ 2147483647 w 444"/>
                <a:gd name="T3" fmla="*/ 2147483647 h 246"/>
                <a:gd name="T4" fmla="*/ 2147483647 w 444"/>
                <a:gd name="T5" fmla="*/ 2147483647 h 246"/>
                <a:gd name="T6" fmla="*/ 2147483647 w 444"/>
                <a:gd name="T7" fmla="*/ 2147483647 h 246"/>
                <a:gd name="T8" fmla="*/ 2147483647 w 444"/>
                <a:gd name="T9" fmla="*/ 2147483647 h 246"/>
                <a:gd name="T10" fmla="*/ 2147483647 w 444"/>
                <a:gd name="T11" fmla="*/ 2147483647 h 246"/>
                <a:gd name="T12" fmla="*/ 2147483647 w 444"/>
                <a:gd name="T13" fmla="*/ 2147483647 h 246"/>
                <a:gd name="T14" fmla="*/ 2147483647 w 444"/>
                <a:gd name="T15" fmla="*/ 2147483647 h 246"/>
                <a:gd name="T16" fmla="*/ 2147483647 w 444"/>
                <a:gd name="T17" fmla="*/ 2147483647 h 246"/>
                <a:gd name="T18" fmla="*/ 2147483647 w 444"/>
                <a:gd name="T19" fmla="*/ 2147483647 h 246"/>
                <a:gd name="T20" fmla="*/ 2147483647 w 444"/>
                <a:gd name="T21" fmla="*/ 2147483647 h 246"/>
                <a:gd name="T22" fmla="*/ 2147483647 w 444"/>
                <a:gd name="T23" fmla="*/ 2147483647 h 246"/>
                <a:gd name="T24" fmla="*/ 2147483647 w 444"/>
                <a:gd name="T25" fmla="*/ 2147483647 h 246"/>
                <a:gd name="T26" fmla="*/ 2147483647 w 444"/>
                <a:gd name="T27" fmla="*/ 2147483647 h 246"/>
                <a:gd name="T28" fmla="*/ 2147483647 w 444"/>
                <a:gd name="T29" fmla="*/ 2147483647 h 246"/>
                <a:gd name="T30" fmla="*/ 2147483647 w 444"/>
                <a:gd name="T31" fmla="*/ 2147483647 h 246"/>
                <a:gd name="T32" fmla="*/ 2147483647 w 444"/>
                <a:gd name="T33" fmla="*/ 2147483647 h 246"/>
                <a:gd name="T34" fmla="*/ 2147483647 w 444"/>
                <a:gd name="T35" fmla="*/ 2147483647 h 246"/>
                <a:gd name="T36" fmla="*/ 2147483647 w 444"/>
                <a:gd name="T37" fmla="*/ 2147483647 h 246"/>
                <a:gd name="T38" fmla="*/ 2147483647 w 444"/>
                <a:gd name="T39" fmla="*/ 0 h 246"/>
                <a:gd name="T40" fmla="*/ 2147483647 w 444"/>
                <a:gd name="T41" fmla="*/ 2147483647 h 246"/>
                <a:gd name="T42" fmla="*/ 2147483647 w 444"/>
                <a:gd name="T43" fmla="*/ 2147483647 h 246"/>
                <a:gd name="T44" fmla="*/ 2147483647 w 444"/>
                <a:gd name="T45" fmla="*/ 0 h 246"/>
                <a:gd name="T46" fmla="*/ 2147483647 w 444"/>
                <a:gd name="T47" fmla="*/ 2147483647 h 246"/>
                <a:gd name="T48" fmla="*/ 2147483647 w 444"/>
                <a:gd name="T49" fmla="*/ 2147483647 h 246"/>
                <a:gd name="T50" fmla="*/ 2147483647 w 444"/>
                <a:gd name="T51" fmla="*/ 2147483647 h 246"/>
                <a:gd name="T52" fmla="*/ 2147483647 w 444"/>
                <a:gd name="T53" fmla="*/ 2147483647 h 246"/>
                <a:gd name="T54" fmla="*/ 2147483647 w 444"/>
                <a:gd name="T55" fmla="*/ 2147483647 h 246"/>
                <a:gd name="T56" fmla="*/ 2147483647 w 444"/>
                <a:gd name="T57" fmla="*/ 2147483647 h 246"/>
                <a:gd name="T58" fmla="*/ 2147483647 w 444"/>
                <a:gd name="T59" fmla="*/ 2147483647 h 246"/>
                <a:gd name="T60" fmla="*/ 2147483647 w 444"/>
                <a:gd name="T61" fmla="*/ 0 h 246"/>
                <a:gd name="T62" fmla="*/ 2147483647 w 444"/>
                <a:gd name="T63" fmla="*/ 2147483647 h 246"/>
                <a:gd name="T64" fmla="*/ 2147483647 w 444"/>
                <a:gd name="T65" fmla="*/ 2147483647 h 246"/>
                <a:gd name="T66" fmla="*/ 2147483647 w 444"/>
                <a:gd name="T67" fmla="*/ 2147483647 h 246"/>
                <a:gd name="T68" fmla="*/ 2147483647 w 444"/>
                <a:gd name="T69" fmla="*/ 2147483647 h 246"/>
                <a:gd name="T70" fmla="*/ 2147483647 w 444"/>
                <a:gd name="T71" fmla="*/ 2147483647 h 246"/>
                <a:gd name="T72" fmla="*/ 0 w 444"/>
                <a:gd name="T73" fmla="*/ 2147483647 h 246"/>
                <a:gd name="T74" fmla="*/ 2147483647 w 444"/>
                <a:gd name="T75" fmla="*/ 2147483647 h 246"/>
                <a:gd name="T76" fmla="*/ 2147483647 w 444"/>
                <a:gd name="T77" fmla="*/ 2147483647 h 246"/>
                <a:gd name="T78" fmla="*/ 2147483647 w 444"/>
                <a:gd name="T79" fmla="*/ 2147483647 h 246"/>
                <a:gd name="T80" fmla="*/ 2147483647 w 444"/>
                <a:gd name="T81" fmla="*/ 2147483647 h 246"/>
                <a:gd name="T82" fmla="*/ 2147483647 w 444"/>
                <a:gd name="T83" fmla="*/ 2147483647 h 246"/>
                <a:gd name="T84" fmla="*/ 2147483647 w 444"/>
                <a:gd name="T85" fmla="*/ 2147483647 h 246"/>
                <a:gd name="T86" fmla="*/ 2147483647 w 444"/>
                <a:gd name="T87" fmla="*/ 2147483647 h 2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44"/>
                <a:gd name="T133" fmla="*/ 0 h 246"/>
                <a:gd name="T134" fmla="*/ 444 w 444"/>
                <a:gd name="T135" fmla="*/ 246 h 2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44" h="246">
                  <a:moveTo>
                    <a:pt x="156" y="240"/>
                  </a:moveTo>
                  <a:lnTo>
                    <a:pt x="156" y="222"/>
                  </a:lnTo>
                  <a:lnTo>
                    <a:pt x="174" y="222"/>
                  </a:lnTo>
                  <a:lnTo>
                    <a:pt x="168" y="216"/>
                  </a:lnTo>
                  <a:lnTo>
                    <a:pt x="168" y="204"/>
                  </a:lnTo>
                  <a:lnTo>
                    <a:pt x="162" y="198"/>
                  </a:lnTo>
                  <a:lnTo>
                    <a:pt x="162" y="186"/>
                  </a:lnTo>
                  <a:lnTo>
                    <a:pt x="168" y="180"/>
                  </a:lnTo>
                  <a:lnTo>
                    <a:pt x="204" y="180"/>
                  </a:lnTo>
                  <a:lnTo>
                    <a:pt x="210" y="168"/>
                  </a:lnTo>
                  <a:lnTo>
                    <a:pt x="216" y="162"/>
                  </a:lnTo>
                  <a:lnTo>
                    <a:pt x="228" y="162"/>
                  </a:lnTo>
                  <a:lnTo>
                    <a:pt x="228" y="168"/>
                  </a:lnTo>
                  <a:lnTo>
                    <a:pt x="234" y="174"/>
                  </a:lnTo>
                  <a:lnTo>
                    <a:pt x="252" y="174"/>
                  </a:lnTo>
                  <a:lnTo>
                    <a:pt x="276" y="150"/>
                  </a:lnTo>
                  <a:lnTo>
                    <a:pt x="288" y="126"/>
                  </a:lnTo>
                  <a:lnTo>
                    <a:pt x="306" y="126"/>
                  </a:lnTo>
                  <a:lnTo>
                    <a:pt x="306" y="108"/>
                  </a:lnTo>
                  <a:lnTo>
                    <a:pt x="318" y="96"/>
                  </a:lnTo>
                  <a:lnTo>
                    <a:pt x="330" y="96"/>
                  </a:lnTo>
                  <a:lnTo>
                    <a:pt x="348" y="114"/>
                  </a:lnTo>
                  <a:lnTo>
                    <a:pt x="360" y="114"/>
                  </a:lnTo>
                  <a:lnTo>
                    <a:pt x="372" y="102"/>
                  </a:lnTo>
                  <a:lnTo>
                    <a:pt x="372" y="96"/>
                  </a:lnTo>
                  <a:lnTo>
                    <a:pt x="420" y="96"/>
                  </a:lnTo>
                  <a:lnTo>
                    <a:pt x="426" y="90"/>
                  </a:lnTo>
                  <a:lnTo>
                    <a:pt x="432" y="90"/>
                  </a:lnTo>
                  <a:lnTo>
                    <a:pt x="444" y="84"/>
                  </a:lnTo>
                  <a:lnTo>
                    <a:pt x="444" y="78"/>
                  </a:lnTo>
                  <a:lnTo>
                    <a:pt x="426" y="60"/>
                  </a:lnTo>
                  <a:lnTo>
                    <a:pt x="402" y="48"/>
                  </a:lnTo>
                  <a:lnTo>
                    <a:pt x="396" y="48"/>
                  </a:lnTo>
                  <a:lnTo>
                    <a:pt x="390" y="42"/>
                  </a:lnTo>
                  <a:lnTo>
                    <a:pt x="384" y="30"/>
                  </a:lnTo>
                  <a:lnTo>
                    <a:pt x="372" y="24"/>
                  </a:lnTo>
                  <a:lnTo>
                    <a:pt x="366" y="18"/>
                  </a:lnTo>
                  <a:lnTo>
                    <a:pt x="348" y="18"/>
                  </a:lnTo>
                  <a:lnTo>
                    <a:pt x="342" y="6"/>
                  </a:lnTo>
                  <a:lnTo>
                    <a:pt x="336" y="0"/>
                  </a:lnTo>
                  <a:lnTo>
                    <a:pt x="312" y="0"/>
                  </a:lnTo>
                  <a:lnTo>
                    <a:pt x="300" y="6"/>
                  </a:lnTo>
                  <a:lnTo>
                    <a:pt x="294" y="12"/>
                  </a:lnTo>
                  <a:lnTo>
                    <a:pt x="282" y="12"/>
                  </a:lnTo>
                  <a:lnTo>
                    <a:pt x="270" y="0"/>
                  </a:lnTo>
                  <a:lnTo>
                    <a:pt x="252" y="0"/>
                  </a:lnTo>
                  <a:lnTo>
                    <a:pt x="240" y="6"/>
                  </a:lnTo>
                  <a:lnTo>
                    <a:pt x="234" y="18"/>
                  </a:lnTo>
                  <a:lnTo>
                    <a:pt x="222" y="24"/>
                  </a:lnTo>
                  <a:lnTo>
                    <a:pt x="186" y="24"/>
                  </a:lnTo>
                  <a:lnTo>
                    <a:pt x="174" y="18"/>
                  </a:lnTo>
                  <a:lnTo>
                    <a:pt x="168" y="12"/>
                  </a:lnTo>
                  <a:lnTo>
                    <a:pt x="156" y="12"/>
                  </a:lnTo>
                  <a:lnTo>
                    <a:pt x="150" y="18"/>
                  </a:lnTo>
                  <a:lnTo>
                    <a:pt x="144" y="18"/>
                  </a:lnTo>
                  <a:lnTo>
                    <a:pt x="138" y="24"/>
                  </a:lnTo>
                  <a:lnTo>
                    <a:pt x="132" y="24"/>
                  </a:lnTo>
                  <a:lnTo>
                    <a:pt x="132" y="18"/>
                  </a:lnTo>
                  <a:lnTo>
                    <a:pt x="126" y="12"/>
                  </a:lnTo>
                  <a:lnTo>
                    <a:pt x="126" y="6"/>
                  </a:lnTo>
                  <a:lnTo>
                    <a:pt x="120" y="0"/>
                  </a:lnTo>
                  <a:lnTo>
                    <a:pt x="114" y="0"/>
                  </a:lnTo>
                  <a:lnTo>
                    <a:pt x="96" y="18"/>
                  </a:lnTo>
                  <a:lnTo>
                    <a:pt x="90" y="18"/>
                  </a:lnTo>
                  <a:lnTo>
                    <a:pt x="84" y="30"/>
                  </a:lnTo>
                  <a:lnTo>
                    <a:pt x="72" y="36"/>
                  </a:lnTo>
                  <a:lnTo>
                    <a:pt x="60" y="48"/>
                  </a:lnTo>
                  <a:lnTo>
                    <a:pt x="48" y="54"/>
                  </a:lnTo>
                  <a:lnTo>
                    <a:pt x="36" y="66"/>
                  </a:lnTo>
                  <a:lnTo>
                    <a:pt x="24" y="72"/>
                  </a:lnTo>
                  <a:lnTo>
                    <a:pt x="18" y="84"/>
                  </a:lnTo>
                  <a:lnTo>
                    <a:pt x="18" y="102"/>
                  </a:lnTo>
                  <a:lnTo>
                    <a:pt x="12" y="114"/>
                  </a:lnTo>
                  <a:lnTo>
                    <a:pt x="0" y="126"/>
                  </a:lnTo>
                  <a:lnTo>
                    <a:pt x="6" y="138"/>
                  </a:lnTo>
                  <a:lnTo>
                    <a:pt x="18" y="150"/>
                  </a:lnTo>
                  <a:lnTo>
                    <a:pt x="42" y="150"/>
                  </a:lnTo>
                  <a:lnTo>
                    <a:pt x="42" y="168"/>
                  </a:lnTo>
                  <a:lnTo>
                    <a:pt x="48" y="174"/>
                  </a:lnTo>
                  <a:lnTo>
                    <a:pt x="60" y="174"/>
                  </a:lnTo>
                  <a:lnTo>
                    <a:pt x="66" y="168"/>
                  </a:lnTo>
                  <a:lnTo>
                    <a:pt x="102" y="168"/>
                  </a:lnTo>
                  <a:lnTo>
                    <a:pt x="102" y="210"/>
                  </a:lnTo>
                  <a:lnTo>
                    <a:pt x="126" y="222"/>
                  </a:lnTo>
                  <a:lnTo>
                    <a:pt x="132" y="228"/>
                  </a:lnTo>
                  <a:lnTo>
                    <a:pt x="132" y="246"/>
                  </a:lnTo>
                  <a:lnTo>
                    <a:pt x="144" y="246"/>
                  </a:lnTo>
                  <a:lnTo>
                    <a:pt x="156" y="240"/>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4" name="Haiti" descr="© INSCALE GmbH, 05.05.2010&#10;http://www.presentationload.com/">
              <a:extLst>
                <a:ext uri="{FF2B5EF4-FFF2-40B4-BE49-F238E27FC236}">
                  <a16:creationId xmlns:a16="http://schemas.microsoft.com/office/drawing/2014/main" id="{23AA9DC8-EBCE-8C48-A886-F7284F130854}"/>
                </a:ext>
              </a:extLst>
            </p:cNvPr>
            <p:cNvSpPr>
              <a:spLocks/>
            </p:cNvSpPr>
            <p:nvPr/>
          </p:nvSpPr>
          <p:spPr bwMode="gray">
            <a:xfrm>
              <a:off x="3536853" y="3467812"/>
              <a:ext cx="82182" cy="65745"/>
            </a:xfrm>
            <a:custGeom>
              <a:avLst/>
              <a:gdLst>
                <a:gd name="T0" fmla="*/ 2147483647 w 198"/>
                <a:gd name="T1" fmla="*/ 2147483647 h 156"/>
                <a:gd name="T2" fmla="*/ 2147483647 w 198"/>
                <a:gd name="T3" fmla="*/ 2147483647 h 156"/>
                <a:gd name="T4" fmla="*/ 2147483647 w 198"/>
                <a:gd name="T5" fmla="*/ 2147483647 h 156"/>
                <a:gd name="T6" fmla="*/ 2147483647 w 198"/>
                <a:gd name="T7" fmla="*/ 2147483647 h 156"/>
                <a:gd name="T8" fmla="*/ 2147483647 w 198"/>
                <a:gd name="T9" fmla="*/ 2147483647 h 156"/>
                <a:gd name="T10" fmla="*/ 2147483647 w 198"/>
                <a:gd name="T11" fmla="*/ 2147483647 h 156"/>
                <a:gd name="T12" fmla="*/ 2147483647 w 198"/>
                <a:gd name="T13" fmla="*/ 2147483647 h 156"/>
                <a:gd name="T14" fmla="*/ 2147483647 w 198"/>
                <a:gd name="T15" fmla="*/ 2147483647 h 156"/>
                <a:gd name="T16" fmla="*/ 2147483647 w 198"/>
                <a:gd name="T17" fmla="*/ 2147483647 h 156"/>
                <a:gd name="T18" fmla="*/ 2147483647 w 198"/>
                <a:gd name="T19" fmla="*/ 2147483647 h 156"/>
                <a:gd name="T20" fmla="*/ 2147483647 w 198"/>
                <a:gd name="T21" fmla="*/ 2147483647 h 156"/>
                <a:gd name="T22" fmla="*/ 2147483647 w 198"/>
                <a:gd name="T23" fmla="*/ 2147483647 h 156"/>
                <a:gd name="T24" fmla="*/ 2147483647 w 198"/>
                <a:gd name="T25" fmla="*/ 2147483647 h 156"/>
                <a:gd name="T26" fmla="*/ 2147483647 w 198"/>
                <a:gd name="T27" fmla="*/ 2147483647 h 156"/>
                <a:gd name="T28" fmla="*/ 2147483647 w 198"/>
                <a:gd name="T29" fmla="*/ 2147483647 h 156"/>
                <a:gd name="T30" fmla="*/ 2147483647 w 198"/>
                <a:gd name="T31" fmla="*/ 2147483647 h 156"/>
                <a:gd name="T32" fmla="*/ 2147483647 w 198"/>
                <a:gd name="T33" fmla="*/ 2147483647 h 156"/>
                <a:gd name="T34" fmla="*/ 2147483647 w 198"/>
                <a:gd name="T35" fmla="*/ 0 h 156"/>
                <a:gd name="T36" fmla="*/ 2147483647 w 198"/>
                <a:gd name="T37" fmla="*/ 0 h 156"/>
                <a:gd name="T38" fmla="*/ 2147483647 w 198"/>
                <a:gd name="T39" fmla="*/ 2147483647 h 156"/>
                <a:gd name="T40" fmla="*/ 2147483647 w 198"/>
                <a:gd name="T41" fmla="*/ 2147483647 h 156"/>
                <a:gd name="T42" fmla="*/ 2147483647 w 198"/>
                <a:gd name="T43" fmla="*/ 2147483647 h 156"/>
                <a:gd name="T44" fmla="*/ 2147483647 w 198"/>
                <a:gd name="T45" fmla="*/ 2147483647 h 156"/>
                <a:gd name="T46" fmla="*/ 2147483647 w 198"/>
                <a:gd name="T47" fmla="*/ 2147483647 h 156"/>
                <a:gd name="T48" fmla="*/ 2147483647 w 198"/>
                <a:gd name="T49" fmla="*/ 2147483647 h 156"/>
                <a:gd name="T50" fmla="*/ 2147483647 w 198"/>
                <a:gd name="T51" fmla="*/ 2147483647 h 156"/>
                <a:gd name="T52" fmla="*/ 2147483647 w 198"/>
                <a:gd name="T53" fmla="*/ 2147483647 h 156"/>
                <a:gd name="T54" fmla="*/ 2147483647 w 198"/>
                <a:gd name="T55" fmla="*/ 2147483647 h 156"/>
                <a:gd name="T56" fmla="*/ 2147483647 w 198"/>
                <a:gd name="T57" fmla="*/ 2147483647 h 156"/>
                <a:gd name="T58" fmla="*/ 2147483647 w 198"/>
                <a:gd name="T59" fmla="*/ 2147483647 h 156"/>
                <a:gd name="T60" fmla="*/ 2147483647 w 198"/>
                <a:gd name="T61" fmla="*/ 2147483647 h 156"/>
                <a:gd name="T62" fmla="*/ 2147483647 w 198"/>
                <a:gd name="T63" fmla="*/ 2147483647 h 156"/>
                <a:gd name="T64" fmla="*/ 2147483647 w 198"/>
                <a:gd name="T65" fmla="*/ 2147483647 h 156"/>
                <a:gd name="T66" fmla="*/ 2147483647 w 198"/>
                <a:gd name="T67" fmla="*/ 2147483647 h 156"/>
                <a:gd name="T68" fmla="*/ 2147483647 w 198"/>
                <a:gd name="T69" fmla="*/ 2147483647 h 156"/>
                <a:gd name="T70" fmla="*/ 2147483647 w 198"/>
                <a:gd name="T71" fmla="*/ 2147483647 h 156"/>
                <a:gd name="T72" fmla="*/ 2147483647 w 198"/>
                <a:gd name="T73" fmla="*/ 2147483647 h 156"/>
                <a:gd name="T74" fmla="*/ 2147483647 w 198"/>
                <a:gd name="T75" fmla="*/ 2147483647 h 156"/>
                <a:gd name="T76" fmla="*/ 2147483647 w 198"/>
                <a:gd name="T77" fmla="*/ 2147483647 h 156"/>
                <a:gd name="T78" fmla="*/ 2147483647 w 198"/>
                <a:gd name="T79" fmla="*/ 2147483647 h 156"/>
                <a:gd name="T80" fmla="*/ 2147483647 w 198"/>
                <a:gd name="T81" fmla="*/ 2147483647 h 156"/>
                <a:gd name="T82" fmla="*/ 0 w 198"/>
                <a:gd name="T83" fmla="*/ 2147483647 h 156"/>
                <a:gd name="T84" fmla="*/ 0 w 198"/>
                <a:gd name="T85" fmla="*/ 2147483647 h 156"/>
                <a:gd name="T86" fmla="*/ 2147483647 w 198"/>
                <a:gd name="T87" fmla="*/ 2147483647 h 156"/>
                <a:gd name="T88" fmla="*/ 2147483647 w 198"/>
                <a:gd name="T89" fmla="*/ 2147483647 h 156"/>
                <a:gd name="T90" fmla="*/ 2147483647 w 198"/>
                <a:gd name="T91" fmla="*/ 2147483647 h 156"/>
                <a:gd name="T92" fmla="*/ 2147483647 w 198"/>
                <a:gd name="T93" fmla="*/ 2147483647 h 156"/>
                <a:gd name="T94" fmla="*/ 2147483647 w 198"/>
                <a:gd name="T95" fmla="*/ 2147483647 h 156"/>
                <a:gd name="T96" fmla="*/ 2147483647 w 198"/>
                <a:gd name="T97" fmla="*/ 2147483647 h 156"/>
                <a:gd name="T98" fmla="*/ 2147483647 w 198"/>
                <a:gd name="T99" fmla="*/ 2147483647 h 156"/>
                <a:gd name="T100" fmla="*/ 2147483647 w 198"/>
                <a:gd name="T101" fmla="*/ 2147483647 h 156"/>
                <a:gd name="T102" fmla="*/ 2147483647 w 198"/>
                <a:gd name="T103" fmla="*/ 2147483647 h 156"/>
                <a:gd name="T104" fmla="*/ 2147483647 w 198"/>
                <a:gd name="T105" fmla="*/ 2147483647 h 156"/>
                <a:gd name="T106" fmla="*/ 2147483647 w 198"/>
                <a:gd name="T107" fmla="*/ 2147483647 h 156"/>
                <a:gd name="T108" fmla="*/ 2147483647 w 198"/>
                <a:gd name="T109" fmla="*/ 2147483647 h 156"/>
                <a:gd name="T110" fmla="*/ 2147483647 w 198"/>
                <a:gd name="T111" fmla="*/ 2147483647 h 156"/>
                <a:gd name="T112" fmla="*/ 2147483647 w 198"/>
                <a:gd name="T113" fmla="*/ 2147483647 h 1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8"/>
                <a:gd name="T172" fmla="*/ 0 h 156"/>
                <a:gd name="T173" fmla="*/ 198 w 198"/>
                <a:gd name="T174" fmla="*/ 156 h 1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8" h="156">
                  <a:moveTo>
                    <a:pt x="168" y="114"/>
                  </a:moveTo>
                  <a:lnTo>
                    <a:pt x="168" y="108"/>
                  </a:lnTo>
                  <a:lnTo>
                    <a:pt x="174" y="102"/>
                  </a:lnTo>
                  <a:lnTo>
                    <a:pt x="180" y="90"/>
                  </a:lnTo>
                  <a:lnTo>
                    <a:pt x="180" y="78"/>
                  </a:lnTo>
                  <a:lnTo>
                    <a:pt x="186" y="72"/>
                  </a:lnTo>
                  <a:lnTo>
                    <a:pt x="192" y="60"/>
                  </a:lnTo>
                  <a:lnTo>
                    <a:pt x="198" y="54"/>
                  </a:lnTo>
                  <a:lnTo>
                    <a:pt x="198" y="42"/>
                  </a:lnTo>
                  <a:lnTo>
                    <a:pt x="186" y="6"/>
                  </a:lnTo>
                  <a:lnTo>
                    <a:pt x="180" y="12"/>
                  </a:lnTo>
                  <a:lnTo>
                    <a:pt x="180" y="18"/>
                  </a:lnTo>
                  <a:lnTo>
                    <a:pt x="174" y="18"/>
                  </a:lnTo>
                  <a:lnTo>
                    <a:pt x="168" y="12"/>
                  </a:lnTo>
                  <a:lnTo>
                    <a:pt x="156" y="12"/>
                  </a:lnTo>
                  <a:lnTo>
                    <a:pt x="144" y="6"/>
                  </a:lnTo>
                  <a:lnTo>
                    <a:pt x="126" y="6"/>
                  </a:lnTo>
                  <a:lnTo>
                    <a:pt x="114" y="0"/>
                  </a:lnTo>
                  <a:lnTo>
                    <a:pt x="84" y="0"/>
                  </a:lnTo>
                  <a:lnTo>
                    <a:pt x="72" y="6"/>
                  </a:lnTo>
                  <a:lnTo>
                    <a:pt x="66" y="12"/>
                  </a:lnTo>
                  <a:lnTo>
                    <a:pt x="66" y="18"/>
                  </a:lnTo>
                  <a:lnTo>
                    <a:pt x="72" y="24"/>
                  </a:lnTo>
                  <a:lnTo>
                    <a:pt x="108" y="24"/>
                  </a:lnTo>
                  <a:lnTo>
                    <a:pt x="114" y="30"/>
                  </a:lnTo>
                  <a:lnTo>
                    <a:pt x="120" y="42"/>
                  </a:lnTo>
                  <a:lnTo>
                    <a:pt x="126" y="48"/>
                  </a:lnTo>
                  <a:lnTo>
                    <a:pt x="114" y="54"/>
                  </a:lnTo>
                  <a:lnTo>
                    <a:pt x="108" y="60"/>
                  </a:lnTo>
                  <a:lnTo>
                    <a:pt x="108" y="72"/>
                  </a:lnTo>
                  <a:lnTo>
                    <a:pt x="114" y="84"/>
                  </a:lnTo>
                  <a:lnTo>
                    <a:pt x="114" y="96"/>
                  </a:lnTo>
                  <a:lnTo>
                    <a:pt x="120" y="102"/>
                  </a:lnTo>
                  <a:lnTo>
                    <a:pt x="114" y="108"/>
                  </a:lnTo>
                  <a:lnTo>
                    <a:pt x="96" y="108"/>
                  </a:lnTo>
                  <a:lnTo>
                    <a:pt x="78" y="102"/>
                  </a:lnTo>
                  <a:lnTo>
                    <a:pt x="66" y="102"/>
                  </a:lnTo>
                  <a:lnTo>
                    <a:pt x="54" y="96"/>
                  </a:lnTo>
                  <a:lnTo>
                    <a:pt x="36" y="96"/>
                  </a:lnTo>
                  <a:lnTo>
                    <a:pt x="24" y="102"/>
                  </a:lnTo>
                  <a:lnTo>
                    <a:pt x="6" y="102"/>
                  </a:lnTo>
                  <a:lnTo>
                    <a:pt x="0" y="108"/>
                  </a:lnTo>
                  <a:lnTo>
                    <a:pt x="0" y="114"/>
                  </a:lnTo>
                  <a:lnTo>
                    <a:pt x="6" y="120"/>
                  </a:lnTo>
                  <a:lnTo>
                    <a:pt x="12" y="132"/>
                  </a:lnTo>
                  <a:lnTo>
                    <a:pt x="24" y="138"/>
                  </a:lnTo>
                  <a:lnTo>
                    <a:pt x="30" y="150"/>
                  </a:lnTo>
                  <a:lnTo>
                    <a:pt x="36" y="156"/>
                  </a:lnTo>
                  <a:lnTo>
                    <a:pt x="42" y="156"/>
                  </a:lnTo>
                  <a:lnTo>
                    <a:pt x="48" y="150"/>
                  </a:lnTo>
                  <a:lnTo>
                    <a:pt x="54" y="138"/>
                  </a:lnTo>
                  <a:lnTo>
                    <a:pt x="60" y="132"/>
                  </a:lnTo>
                  <a:lnTo>
                    <a:pt x="138" y="132"/>
                  </a:lnTo>
                  <a:lnTo>
                    <a:pt x="156" y="126"/>
                  </a:lnTo>
                  <a:lnTo>
                    <a:pt x="168" y="126"/>
                  </a:lnTo>
                  <a:lnTo>
                    <a:pt x="180" y="144"/>
                  </a:lnTo>
                  <a:lnTo>
                    <a:pt x="168" y="114"/>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5" name="Guyane (French Guiana)" descr="© INSCALE GmbH, 05.05.2010&#10;http://www.presentationload.com/">
              <a:extLst>
                <a:ext uri="{FF2B5EF4-FFF2-40B4-BE49-F238E27FC236}">
                  <a16:creationId xmlns:a16="http://schemas.microsoft.com/office/drawing/2014/main" id="{19596B01-38BE-4145-8097-A7EBC905C547}"/>
                </a:ext>
              </a:extLst>
            </p:cNvPr>
            <p:cNvSpPr>
              <a:spLocks/>
            </p:cNvSpPr>
            <p:nvPr/>
          </p:nvSpPr>
          <p:spPr bwMode="gray">
            <a:xfrm>
              <a:off x="4089116" y="3946111"/>
              <a:ext cx="85469" cy="124916"/>
            </a:xfrm>
            <a:custGeom>
              <a:avLst/>
              <a:gdLst>
                <a:gd name="T0" fmla="*/ 2147483647 w 52"/>
                <a:gd name="T1" fmla="*/ 2147483647 h 76"/>
                <a:gd name="T2" fmla="*/ 2147483647 w 52"/>
                <a:gd name="T3" fmla="*/ 2147483647 h 76"/>
                <a:gd name="T4" fmla="*/ 2147483647 w 52"/>
                <a:gd name="T5" fmla="*/ 2147483647 h 76"/>
                <a:gd name="T6" fmla="*/ 2147483647 w 52"/>
                <a:gd name="T7" fmla="*/ 2147483647 h 76"/>
                <a:gd name="T8" fmla="*/ 2147483647 w 52"/>
                <a:gd name="T9" fmla="*/ 2147483647 h 76"/>
                <a:gd name="T10" fmla="*/ 2147483647 w 52"/>
                <a:gd name="T11" fmla="*/ 2147483647 h 76"/>
                <a:gd name="T12" fmla="*/ 2147483647 w 52"/>
                <a:gd name="T13" fmla="*/ 2147483647 h 76"/>
                <a:gd name="T14" fmla="*/ 2147483647 w 52"/>
                <a:gd name="T15" fmla="*/ 2147483647 h 76"/>
                <a:gd name="T16" fmla="*/ 2147483647 w 52"/>
                <a:gd name="T17" fmla="*/ 2147483647 h 76"/>
                <a:gd name="T18" fmla="*/ 2147483647 w 52"/>
                <a:gd name="T19" fmla="*/ 2147483647 h 76"/>
                <a:gd name="T20" fmla="*/ 2147483647 w 52"/>
                <a:gd name="T21" fmla="*/ 2147483647 h 76"/>
                <a:gd name="T22" fmla="*/ 2147483647 w 52"/>
                <a:gd name="T23" fmla="*/ 0 h 76"/>
                <a:gd name="T24" fmla="*/ 2147483647 w 52"/>
                <a:gd name="T25" fmla="*/ 2147483647 h 76"/>
                <a:gd name="T26" fmla="*/ 2147483647 w 52"/>
                <a:gd name="T27" fmla="*/ 2147483647 h 76"/>
                <a:gd name="T28" fmla="*/ 2147483647 w 52"/>
                <a:gd name="T29" fmla="*/ 2147483647 h 76"/>
                <a:gd name="T30" fmla="*/ 2147483647 w 52"/>
                <a:gd name="T31" fmla="*/ 2147483647 h 76"/>
                <a:gd name="T32" fmla="*/ 2147483647 w 52"/>
                <a:gd name="T33" fmla="*/ 2147483647 h 76"/>
                <a:gd name="T34" fmla="*/ 2147483647 w 52"/>
                <a:gd name="T35" fmla="*/ 2147483647 h 76"/>
                <a:gd name="T36" fmla="*/ 2147483647 w 52"/>
                <a:gd name="T37" fmla="*/ 2147483647 h 76"/>
                <a:gd name="T38" fmla="*/ 2147483647 w 52"/>
                <a:gd name="T39" fmla="*/ 2147483647 h 76"/>
                <a:gd name="T40" fmla="*/ 2147483647 w 52"/>
                <a:gd name="T41" fmla="*/ 2147483647 h 76"/>
                <a:gd name="T42" fmla="*/ 2147483647 w 52"/>
                <a:gd name="T43" fmla="*/ 2147483647 h 76"/>
                <a:gd name="T44" fmla="*/ 2147483647 w 52"/>
                <a:gd name="T45" fmla="*/ 2147483647 h 76"/>
                <a:gd name="T46" fmla="*/ 2147483647 w 52"/>
                <a:gd name="T47" fmla="*/ 2147483647 h 76"/>
                <a:gd name="T48" fmla="*/ 2147483647 w 52"/>
                <a:gd name="T49" fmla="*/ 2147483647 h 76"/>
                <a:gd name="T50" fmla="*/ 2147483647 w 52"/>
                <a:gd name="T51" fmla="*/ 2147483647 h 76"/>
                <a:gd name="T52" fmla="*/ 2147483647 w 52"/>
                <a:gd name="T53" fmla="*/ 2147483647 h 76"/>
                <a:gd name="T54" fmla="*/ 2147483647 w 52"/>
                <a:gd name="T55" fmla="*/ 2147483647 h 76"/>
                <a:gd name="T56" fmla="*/ 2147483647 w 52"/>
                <a:gd name="T57" fmla="*/ 2147483647 h 76"/>
                <a:gd name="T58" fmla="*/ 2147483647 w 52"/>
                <a:gd name="T59" fmla="*/ 2147483647 h 76"/>
                <a:gd name="T60" fmla="*/ 2147483647 w 52"/>
                <a:gd name="T61" fmla="*/ 2147483647 h 76"/>
                <a:gd name="T62" fmla="*/ 2147483647 w 52"/>
                <a:gd name="T63" fmla="*/ 2147483647 h 76"/>
                <a:gd name="T64" fmla="*/ 0 w 52"/>
                <a:gd name="T65" fmla="*/ 2147483647 h 76"/>
                <a:gd name="T66" fmla="*/ 0 w 52"/>
                <a:gd name="T67" fmla="*/ 2147483647 h 76"/>
                <a:gd name="T68" fmla="*/ 2147483647 w 52"/>
                <a:gd name="T69" fmla="*/ 2147483647 h 76"/>
                <a:gd name="T70" fmla="*/ 2147483647 w 52"/>
                <a:gd name="T71" fmla="*/ 2147483647 h 76"/>
                <a:gd name="T72" fmla="*/ 2147483647 w 52"/>
                <a:gd name="T73" fmla="*/ 2147483647 h 76"/>
                <a:gd name="T74" fmla="*/ 2147483647 w 52"/>
                <a:gd name="T75" fmla="*/ 2147483647 h 76"/>
                <a:gd name="T76" fmla="*/ 2147483647 w 52"/>
                <a:gd name="T77" fmla="*/ 2147483647 h 76"/>
                <a:gd name="T78" fmla="*/ 2147483647 w 52"/>
                <a:gd name="T79" fmla="*/ 2147483647 h 76"/>
                <a:gd name="T80" fmla="*/ 2147483647 w 52"/>
                <a:gd name="T81" fmla="*/ 2147483647 h 76"/>
                <a:gd name="T82" fmla="*/ 2147483647 w 52"/>
                <a:gd name="T83" fmla="*/ 2147483647 h 76"/>
                <a:gd name="T84" fmla="*/ 2147483647 w 52"/>
                <a:gd name="T85" fmla="*/ 2147483647 h 76"/>
                <a:gd name="T86" fmla="*/ 2147483647 w 52"/>
                <a:gd name="T87" fmla="*/ 2147483647 h 76"/>
                <a:gd name="T88" fmla="*/ 2147483647 w 52"/>
                <a:gd name="T89" fmla="*/ 2147483647 h 76"/>
                <a:gd name="T90" fmla="*/ 2147483647 w 52"/>
                <a:gd name="T91" fmla="*/ 2147483647 h 76"/>
                <a:gd name="T92" fmla="*/ 2147483647 w 52"/>
                <a:gd name="T93" fmla="*/ 2147483647 h 76"/>
                <a:gd name="T94" fmla="*/ 2147483647 w 52"/>
                <a:gd name="T95" fmla="*/ 2147483647 h 76"/>
                <a:gd name="T96" fmla="*/ 2147483647 w 52"/>
                <a:gd name="T97" fmla="*/ 2147483647 h 76"/>
                <a:gd name="T98" fmla="*/ 2147483647 w 52"/>
                <a:gd name="T99" fmla="*/ 2147483647 h 76"/>
                <a:gd name="T100" fmla="*/ 2147483647 w 52"/>
                <a:gd name="T101" fmla="*/ 2147483647 h 76"/>
                <a:gd name="T102" fmla="*/ 2147483647 w 52"/>
                <a:gd name="T103" fmla="*/ 2147483647 h 76"/>
                <a:gd name="T104" fmla="*/ 2147483647 w 52"/>
                <a:gd name="T105" fmla="*/ 2147483647 h 76"/>
                <a:gd name="T106" fmla="*/ 2147483647 w 52"/>
                <a:gd name="T107" fmla="*/ 2147483647 h 76"/>
                <a:gd name="T108" fmla="*/ 2147483647 w 52"/>
                <a:gd name="T109" fmla="*/ 2147483647 h 76"/>
                <a:gd name="T110" fmla="*/ 2147483647 w 52"/>
                <a:gd name="T111" fmla="*/ 2147483647 h 76"/>
                <a:gd name="T112" fmla="*/ 2147483647 w 52"/>
                <a:gd name="T113" fmla="*/ 2147483647 h 76"/>
                <a:gd name="T114" fmla="*/ 2147483647 w 52"/>
                <a:gd name="T115" fmla="*/ 2147483647 h 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2"/>
                <a:gd name="T175" fmla="*/ 0 h 76"/>
                <a:gd name="T176" fmla="*/ 52 w 52"/>
                <a:gd name="T177" fmla="*/ 76 h 7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2" h="76">
                  <a:moveTo>
                    <a:pt x="52" y="32"/>
                  </a:moveTo>
                  <a:lnTo>
                    <a:pt x="50" y="26"/>
                  </a:lnTo>
                  <a:lnTo>
                    <a:pt x="48" y="24"/>
                  </a:lnTo>
                  <a:lnTo>
                    <a:pt x="46" y="22"/>
                  </a:lnTo>
                  <a:lnTo>
                    <a:pt x="46" y="20"/>
                  </a:lnTo>
                  <a:lnTo>
                    <a:pt x="40" y="20"/>
                  </a:lnTo>
                  <a:lnTo>
                    <a:pt x="32" y="6"/>
                  </a:lnTo>
                  <a:lnTo>
                    <a:pt x="24" y="6"/>
                  </a:lnTo>
                  <a:lnTo>
                    <a:pt x="22" y="4"/>
                  </a:lnTo>
                  <a:lnTo>
                    <a:pt x="20" y="4"/>
                  </a:lnTo>
                  <a:lnTo>
                    <a:pt x="16" y="2"/>
                  </a:lnTo>
                  <a:lnTo>
                    <a:pt x="14" y="0"/>
                  </a:lnTo>
                  <a:lnTo>
                    <a:pt x="12" y="4"/>
                  </a:lnTo>
                  <a:lnTo>
                    <a:pt x="12" y="10"/>
                  </a:lnTo>
                  <a:lnTo>
                    <a:pt x="10" y="10"/>
                  </a:lnTo>
                  <a:lnTo>
                    <a:pt x="8" y="12"/>
                  </a:lnTo>
                  <a:lnTo>
                    <a:pt x="6" y="14"/>
                  </a:lnTo>
                  <a:lnTo>
                    <a:pt x="4" y="16"/>
                  </a:lnTo>
                  <a:lnTo>
                    <a:pt x="2" y="20"/>
                  </a:lnTo>
                  <a:lnTo>
                    <a:pt x="2" y="28"/>
                  </a:lnTo>
                  <a:lnTo>
                    <a:pt x="4" y="32"/>
                  </a:lnTo>
                  <a:lnTo>
                    <a:pt x="4" y="36"/>
                  </a:lnTo>
                  <a:lnTo>
                    <a:pt x="6" y="40"/>
                  </a:lnTo>
                  <a:lnTo>
                    <a:pt x="10" y="44"/>
                  </a:lnTo>
                  <a:lnTo>
                    <a:pt x="12" y="46"/>
                  </a:lnTo>
                  <a:lnTo>
                    <a:pt x="12" y="48"/>
                  </a:lnTo>
                  <a:lnTo>
                    <a:pt x="6" y="54"/>
                  </a:lnTo>
                  <a:lnTo>
                    <a:pt x="8" y="62"/>
                  </a:lnTo>
                  <a:lnTo>
                    <a:pt x="6" y="64"/>
                  </a:lnTo>
                  <a:lnTo>
                    <a:pt x="4" y="64"/>
                  </a:lnTo>
                  <a:lnTo>
                    <a:pt x="4" y="66"/>
                  </a:lnTo>
                  <a:lnTo>
                    <a:pt x="2" y="68"/>
                  </a:lnTo>
                  <a:lnTo>
                    <a:pt x="0" y="72"/>
                  </a:lnTo>
                  <a:lnTo>
                    <a:pt x="4" y="76"/>
                  </a:lnTo>
                  <a:lnTo>
                    <a:pt x="10" y="76"/>
                  </a:lnTo>
                  <a:lnTo>
                    <a:pt x="12" y="74"/>
                  </a:lnTo>
                  <a:lnTo>
                    <a:pt x="12" y="72"/>
                  </a:lnTo>
                  <a:lnTo>
                    <a:pt x="14" y="72"/>
                  </a:lnTo>
                  <a:lnTo>
                    <a:pt x="16" y="72"/>
                  </a:lnTo>
                  <a:lnTo>
                    <a:pt x="18" y="72"/>
                  </a:lnTo>
                  <a:lnTo>
                    <a:pt x="20" y="72"/>
                  </a:lnTo>
                  <a:lnTo>
                    <a:pt x="22" y="72"/>
                  </a:lnTo>
                  <a:lnTo>
                    <a:pt x="26" y="74"/>
                  </a:lnTo>
                  <a:lnTo>
                    <a:pt x="30" y="74"/>
                  </a:lnTo>
                  <a:lnTo>
                    <a:pt x="32" y="72"/>
                  </a:lnTo>
                  <a:lnTo>
                    <a:pt x="40" y="64"/>
                  </a:lnTo>
                  <a:lnTo>
                    <a:pt x="40" y="60"/>
                  </a:lnTo>
                  <a:lnTo>
                    <a:pt x="44" y="50"/>
                  </a:lnTo>
                  <a:lnTo>
                    <a:pt x="46" y="46"/>
                  </a:lnTo>
                  <a:lnTo>
                    <a:pt x="48" y="44"/>
                  </a:lnTo>
                  <a:lnTo>
                    <a:pt x="50" y="42"/>
                  </a:lnTo>
                  <a:lnTo>
                    <a:pt x="50" y="40"/>
                  </a:lnTo>
                  <a:lnTo>
                    <a:pt x="52" y="38"/>
                  </a:lnTo>
                  <a:lnTo>
                    <a:pt x="52" y="36"/>
                  </a:lnTo>
                  <a:lnTo>
                    <a:pt x="52" y="34"/>
                  </a:lnTo>
                  <a:lnTo>
                    <a:pt x="52" y="3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6" name="Guyana" descr="© INSCALE GmbH, 05.05.2010&#10;http://www.presentationload.com/">
              <a:extLst>
                <a:ext uri="{FF2B5EF4-FFF2-40B4-BE49-F238E27FC236}">
                  <a16:creationId xmlns:a16="http://schemas.microsoft.com/office/drawing/2014/main" id="{CE5815C1-B795-3A41-842A-0F21CC302E3A}"/>
                </a:ext>
              </a:extLst>
            </p:cNvPr>
            <p:cNvSpPr>
              <a:spLocks/>
            </p:cNvSpPr>
            <p:nvPr/>
          </p:nvSpPr>
          <p:spPr bwMode="gray">
            <a:xfrm>
              <a:off x="3888592" y="3855710"/>
              <a:ext cx="136423" cy="244902"/>
            </a:xfrm>
            <a:custGeom>
              <a:avLst/>
              <a:gdLst>
                <a:gd name="T0" fmla="*/ 2147483647 w 324"/>
                <a:gd name="T1" fmla="*/ 2147483647 h 582"/>
                <a:gd name="T2" fmla="*/ 2147483647 w 324"/>
                <a:gd name="T3" fmla="*/ 2147483647 h 582"/>
                <a:gd name="T4" fmla="*/ 2147483647 w 324"/>
                <a:gd name="T5" fmla="*/ 2147483647 h 582"/>
                <a:gd name="T6" fmla="*/ 2147483647 w 324"/>
                <a:gd name="T7" fmla="*/ 2147483647 h 582"/>
                <a:gd name="T8" fmla="*/ 2147483647 w 324"/>
                <a:gd name="T9" fmla="*/ 2147483647 h 582"/>
                <a:gd name="T10" fmla="*/ 2147483647 w 324"/>
                <a:gd name="T11" fmla="*/ 2147483647 h 582"/>
                <a:gd name="T12" fmla="*/ 2147483647 w 324"/>
                <a:gd name="T13" fmla="*/ 2147483647 h 582"/>
                <a:gd name="T14" fmla="*/ 2147483647 w 324"/>
                <a:gd name="T15" fmla="*/ 2147483647 h 582"/>
                <a:gd name="T16" fmla="*/ 0 w 324"/>
                <a:gd name="T17" fmla="*/ 2147483647 h 582"/>
                <a:gd name="T18" fmla="*/ 2147483647 w 324"/>
                <a:gd name="T19" fmla="*/ 2147483647 h 582"/>
                <a:gd name="T20" fmla="*/ 2147483647 w 324"/>
                <a:gd name="T21" fmla="*/ 2147483647 h 582"/>
                <a:gd name="T22" fmla="*/ 2147483647 w 324"/>
                <a:gd name="T23" fmla="*/ 2147483647 h 582"/>
                <a:gd name="T24" fmla="*/ 2147483647 w 324"/>
                <a:gd name="T25" fmla="*/ 2147483647 h 582"/>
                <a:gd name="T26" fmla="*/ 2147483647 w 324"/>
                <a:gd name="T27" fmla="*/ 2147483647 h 582"/>
                <a:gd name="T28" fmla="*/ 2147483647 w 324"/>
                <a:gd name="T29" fmla="*/ 2147483647 h 582"/>
                <a:gd name="T30" fmla="*/ 2147483647 w 324"/>
                <a:gd name="T31" fmla="*/ 2147483647 h 582"/>
                <a:gd name="T32" fmla="*/ 2147483647 w 324"/>
                <a:gd name="T33" fmla="*/ 2147483647 h 582"/>
                <a:gd name="T34" fmla="*/ 2147483647 w 324"/>
                <a:gd name="T35" fmla="*/ 2147483647 h 582"/>
                <a:gd name="T36" fmla="*/ 2147483647 w 324"/>
                <a:gd name="T37" fmla="*/ 2147483647 h 582"/>
                <a:gd name="T38" fmla="*/ 2147483647 w 324"/>
                <a:gd name="T39" fmla="*/ 2147483647 h 582"/>
                <a:gd name="T40" fmla="*/ 2147483647 w 324"/>
                <a:gd name="T41" fmla="*/ 2147483647 h 582"/>
                <a:gd name="T42" fmla="*/ 2147483647 w 324"/>
                <a:gd name="T43" fmla="*/ 2147483647 h 582"/>
                <a:gd name="T44" fmla="*/ 2147483647 w 324"/>
                <a:gd name="T45" fmla="*/ 2147483647 h 582"/>
                <a:gd name="T46" fmla="*/ 2147483647 w 324"/>
                <a:gd name="T47" fmla="*/ 2147483647 h 582"/>
                <a:gd name="T48" fmla="*/ 2147483647 w 324"/>
                <a:gd name="T49" fmla="*/ 2147483647 h 582"/>
                <a:gd name="T50" fmla="*/ 2147483647 w 324"/>
                <a:gd name="T51" fmla="*/ 2147483647 h 582"/>
                <a:gd name="T52" fmla="*/ 2147483647 w 324"/>
                <a:gd name="T53" fmla="*/ 2147483647 h 582"/>
                <a:gd name="T54" fmla="*/ 2147483647 w 324"/>
                <a:gd name="T55" fmla="*/ 2147483647 h 582"/>
                <a:gd name="T56" fmla="*/ 2147483647 w 324"/>
                <a:gd name="T57" fmla="*/ 2147483647 h 582"/>
                <a:gd name="T58" fmla="*/ 2147483647 w 324"/>
                <a:gd name="T59" fmla="*/ 2147483647 h 582"/>
                <a:gd name="T60" fmla="*/ 2147483647 w 324"/>
                <a:gd name="T61" fmla="*/ 2147483647 h 582"/>
                <a:gd name="T62" fmla="*/ 2147483647 w 324"/>
                <a:gd name="T63" fmla="*/ 2147483647 h 582"/>
                <a:gd name="T64" fmla="*/ 2147483647 w 324"/>
                <a:gd name="T65" fmla="*/ 2147483647 h 582"/>
                <a:gd name="T66" fmla="*/ 2147483647 w 324"/>
                <a:gd name="T67" fmla="*/ 2147483647 h 582"/>
                <a:gd name="T68" fmla="*/ 2147483647 w 324"/>
                <a:gd name="T69" fmla="*/ 2147483647 h 582"/>
                <a:gd name="T70" fmla="*/ 2147483647 w 324"/>
                <a:gd name="T71" fmla="*/ 2147483647 h 582"/>
                <a:gd name="T72" fmla="*/ 2147483647 w 324"/>
                <a:gd name="T73" fmla="*/ 2147483647 h 582"/>
                <a:gd name="T74" fmla="*/ 2147483647 w 324"/>
                <a:gd name="T75" fmla="*/ 2147483647 h 582"/>
                <a:gd name="T76" fmla="*/ 2147483647 w 324"/>
                <a:gd name="T77" fmla="*/ 2147483647 h 582"/>
                <a:gd name="T78" fmla="*/ 2147483647 w 324"/>
                <a:gd name="T79" fmla="*/ 2147483647 h 582"/>
                <a:gd name="T80" fmla="*/ 2147483647 w 324"/>
                <a:gd name="T81" fmla="*/ 2147483647 h 582"/>
                <a:gd name="T82" fmla="*/ 2147483647 w 324"/>
                <a:gd name="T83" fmla="*/ 2147483647 h 582"/>
                <a:gd name="T84" fmla="*/ 2147483647 w 324"/>
                <a:gd name="T85" fmla="*/ 2147483647 h 582"/>
                <a:gd name="T86" fmla="*/ 2147483647 w 324"/>
                <a:gd name="T87" fmla="*/ 2147483647 h 582"/>
                <a:gd name="T88" fmla="*/ 2147483647 w 324"/>
                <a:gd name="T89" fmla="*/ 2147483647 h 582"/>
                <a:gd name="T90" fmla="*/ 2147483647 w 324"/>
                <a:gd name="T91" fmla="*/ 2147483647 h 582"/>
                <a:gd name="T92" fmla="*/ 2147483647 w 324"/>
                <a:gd name="T93" fmla="*/ 2147483647 h 582"/>
                <a:gd name="T94" fmla="*/ 2147483647 w 324"/>
                <a:gd name="T95" fmla="*/ 2147483647 h 582"/>
                <a:gd name="T96" fmla="*/ 2147483647 w 324"/>
                <a:gd name="T97" fmla="*/ 2147483647 h 582"/>
                <a:gd name="T98" fmla="*/ 2147483647 w 324"/>
                <a:gd name="T99" fmla="*/ 2147483647 h 582"/>
                <a:gd name="T100" fmla="*/ 2147483647 w 324"/>
                <a:gd name="T101" fmla="*/ 2147483647 h 582"/>
                <a:gd name="T102" fmla="*/ 2147483647 w 324"/>
                <a:gd name="T103" fmla="*/ 2147483647 h 582"/>
                <a:gd name="T104" fmla="*/ 2147483647 w 324"/>
                <a:gd name="T105" fmla="*/ 2147483647 h 582"/>
                <a:gd name="T106" fmla="*/ 2147483647 w 324"/>
                <a:gd name="T107" fmla="*/ 2147483647 h 582"/>
                <a:gd name="T108" fmla="*/ 2147483647 w 324"/>
                <a:gd name="T109" fmla="*/ 2147483647 h 582"/>
                <a:gd name="T110" fmla="*/ 2147483647 w 324"/>
                <a:gd name="T111" fmla="*/ 2147483647 h 582"/>
                <a:gd name="T112" fmla="*/ 2147483647 w 324"/>
                <a:gd name="T113" fmla="*/ 2147483647 h 582"/>
                <a:gd name="T114" fmla="*/ 2147483647 w 324"/>
                <a:gd name="T115" fmla="*/ 2147483647 h 582"/>
                <a:gd name="T116" fmla="*/ 2147483647 w 324"/>
                <a:gd name="T117" fmla="*/ 2147483647 h 582"/>
                <a:gd name="T118" fmla="*/ 2147483647 w 324"/>
                <a:gd name="T119" fmla="*/ 2147483647 h 582"/>
                <a:gd name="T120" fmla="*/ 2147483647 w 324"/>
                <a:gd name="T121" fmla="*/ 2147483647 h 582"/>
                <a:gd name="T122" fmla="*/ 2147483647 w 324"/>
                <a:gd name="T123" fmla="*/ 0 h 582"/>
                <a:gd name="T124" fmla="*/ 2147483647 w 324"/>
                <a:gd name="T125" fmla="*/ 2147483647 h 58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4"/>
                <a:gd name="T190" fmla="*/ 0 h 582"/>
                <a:gd name="T191" fmla="*/ 324 w 324"/>
                <a:gd name="T192" fmla="*/ 582 h 58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4" h="582">
                  <a:moveTo>
                    <a:pt x="90" y="42"/>
                  </a:moveTo>
                  <a:lnTo>
                    <a:pt x="84" y="48"/>
                  </a:lnTo>
                  <a:lnTo>
                    <a:pt x="72" y="48"/>
                  </a:lnTo>
                  <a:lnTo>
                    <a:pt x="60" y="60"/>
                  </a:lnTo>
                  <a:lnTo>
                    <a:pt x="60" y="102"/>
                  </a:lnTo>
                  <a:lnTo>
                    <a:pt x="84" y="102"/>
                  </a:lnTo>
                  <a:lnTo>
                    <a:pt x="84" y="120"/>
                  </a:lnTo>
                  <a:lnTo>
                    <a:pt x="78" y="126"/>
                  </a:lnTo>
                  <a:lnTo>
                    <a:pt x="66" y="132"/>
                  </a:lnTo>
                  <a:lnTo>
                    <a:pt x="54" y="132"/>
                  </a:lnTo>
                  <a:lnTo>
                    <a:pt x="42" y="138"/>
                  </a:lnTo>
                  <a:lnTo>
                    <a:pt x="12" y="138"/>
                  </a:lnTo>
                  <a:lnTo>
                    <a:pt x="12" y="144"/>
                  </a:lnTo>
                  <a:lnTo>
                    <a:pt x="30" y="162"/>
                  </a:lnTo>
                  <a:lnTo>
                    <a:pt x="30" y="180"/>
                  </a:lnTo>
                  <a:lnTo>
                    <a:pt x="18" y="186"/>
                  </a:lnTo>
                  <a:lnTo>
                    <a:pt x="12" y="186"/>
                  </a:lnTo>
                  <a:lnTo>
                    <a:pt x="0" y="192"/>
                  </a:lnTo>
                  <a:lnTo>
                    <a:pt x="0" y="204"/>
                  </a:lnTo>
                  <a:lnTo>
                    <a:pt x="6" y="210"/>
                  </a:lnTo>
                  <a:lnTo>
                    <a:pt x="12" y="222"/>
                  </a:lnTo>
                  <a:lnTo>
                    <a:pt x="48" y="258"/>
                  </a:lnTo>
                  <a:lnTo>
                    <a:pt x="72" y="264"/>
                  </a:lnTo>
                  <a:lnTo>
                    <a:pt x="78" y="252"/>
                  </a:lnTo>
                  <a:lnTo>
                    <a:pt x="90" y="264"/>
                  </a:lnTo>
                  <a:lnTo>
                    <a:pt x="96" y="276"/>
                  </a:lnTo>
                  <a:lnTo>
                    <a:pt x="96" y="294"/>
                  </a:lnTo>
                  <a:lnTo>
                    <a:pt x="90" y="306"/>
                  </a:lnTo>
                  <a:lnTo>
                    <a:pt x="84" y="312"/>
                  </a:lnTo>
                  <a:lnTo>
                    <a:pt x="84" y="318"/>
                  </a:lnTo>
                  <a:lnTo>
                    <a:pt x="90" y="324"/>
                  </a:lnTo>
                  <a:lnTo>
                    <a:pt x="96" y="324"/>
                  </a:lnTo>
                  <a:lnTo>
                    <a:pt x="108" y="318"/>
                  </a:lnTo>
                  <a:lnTo>
                    <a:pt x="114" y="318"/>
                  </a:lnTo>
                  <a:lnTo>
                    <a:pt x="114" y="348"/>
                  </a:lnTo>
                  <a:lnTo>
                    <a:pt x="120" y="354"/>
                  </a:lnTo>
                  <a:lnTo>
                    <a:pt x="126" y="354"/>
                  </a:lnTo>
                  <a:lnTo>
                    <a:pt x="126" y="366"/>
                  </a:lnTo>
                  <a:lnTo>
                    <a:pt x="120" y="378"/>
                  </a:lnTo>
                  <a:lnTo>
                    <a:pt x="108" y="390"/>
                  </a:lnTo>
                  <a:lnTo>
                    <a:pt x="96" y="432"/>
                  </a:lnTo>
                  <a:lnTo>
                    <a:pt x="90" y="444"/>
                  </a:lnTo>
                  <a:lnTo>
                    <a:pt x="90" y="450"/>
                  </a:lnTo>
                  <a:lnTo>
                    <a:pt x="84" y="462"/>
                  </a:lnTo>
                  <a:lnTo>
                    <a:pt x="84" y="468"/>
                  </a:lnTo>
                  <a:lnTo>
                    <a:pt x="90" y="480"/>
                  </a:lnTo>
                  <a:lnTo>
                    <a:pt x="114" y="504"/>
                  </a:lnTo>
                  <a:lnTo>
                    <a:pt x="114" y="534"/>
                  </a:lnTo>
                  <a:lnTo>
                    <a:pt x="144" y="570"/>
                  </a:lnTo>
                  <a:lnTo>
                    <a:pt x="156" y="570"/>
                  </a:lnTo>
                  <a:lnTo>
                    <a:pt x="162" y="582"/>
                  </a:lnTo>
                  <a:lnTo>
                    <a:pt x="198" y="582"/>
                  </a:lnTo>
                  <a:lnTo>
                    <a:pt x="204" y="576"/>
                  </a:lnTo>
                  <a:lnTo>
                    <a:pt x="204" y="564"/>
                  </a:lnTo>
                  <a:lnTo>
                    <a:pt x="216" y="552"/>
                  </a:lnTo>
                  <a:lnTo>
                    <a:pt x="234" y="552"/>
                  </a:lnTo>
                  <a:lnTo>
                    <a:pt x="240" y="540"/>
                  </a:lnTo>
                  <a:lnTo>
                    <a:pt x="270" y="540"/>
                  </a:lnTo>
                  <a:lnTo>
                    <a:pt x="270" y="534"/>
                  </a:lnTo>
                  <a:lnTo>
                    <a:pt x="288" y="516"/>
                  </a:lnTo>
                  <a:lnTo>
                    <a:pt x="300" y="516"/>
                  </a:lnTo>
                  <a:lnTo>
                    <a:pt x="312" y="528"/>
                  </a:lnTo>
                  <a:lnTo>
                    <a:pt x="318" y="528"/>
                  </a:lnTo>
                  <a:lnTo>
                    <a:pt x="324" y="522"/>
                  </a:lnTo>
                  <a:lnTo>
                    <a:pt x="324" y="510"/>
                  </a:lnTo>
                  <a:lnTo>
                    <a:pt x="318" y="504"/>
                  </a:lnTo>
                  <a:lnTo>
                    <a:pt x="312" y="492"/>
                  </a:lnTo>
                  <a:lnTo>
                    <a:pt x="306" y="474"/>
                  </a:lnTo>
                  <a:lnTo>
                    <a:pt x="288" y="456"/>
                  </a:lnTo>
                  <a:lnTo>
                    <a:pt x="282" y="444"/>
                  </a:lnTo>
                  <a:lnTo>
                    <a:pt x="282" y="420"/>
                  </a:lnTo>
                  <a:lnTo>
                    <a:pt x="288" y="414"/>
                  </a:lnTo>
                  <a:lnTo>
                    <a:pt x="288" y="396"/>
                  </a:lnTo>
                  <a:lnTo>
                    <a:pt x="276" y="408"/>
                  </a:lnTo>
                  <a:lnTo>
                    <a:pt x="276" y="414"/>
                  </a:lnTo>
                  <a:lnTo>
                    <a:pt x="264" y="414"/>
                  </a:lnTo>
                  <a:lnTo>
                    <a:pt x="258" y="402"/>
                  </a:lnTo>
                  <a:lnTo>
                    <a:pt x="252" y="396"/>
                  </a:lnTo>
                  <a:lnTo>
                    <a:pt x="246" y="384"/>
                  </a:lnTo>
                  <a:lnTo>
                    <a:pt x="246" y="372"/>
                  </a:lnTo>
                  <a:lnTo>
                    <a:pt x="240" y="372"/>
                  </a:lnTo>
                  <a:lnTo>
                    <a:pt x="240" y="366"/>
                  </a:lnTo>
                  <a:lnTo>
                    <a:pt x="234" y="360"/>
                  </a:lnTo>
                  <a:lnTo>
                    <a:pt x="234" y="348"/>
                  </a:lnTo>
                  <a:lnTo>
                    <a:pt x="240" y="336"/>
                  </a:lnTo>
                  <a:lnTo>
                    <a:pt x="246" y="330"/>
                  </a:lnTo>
                  <a:lnTo>
                    <a:pt x="246" y="288"/>
                  </a:lnTo>
                  <a:lnTo>
                    <a:pt x="252" y="282"/>
                  </a:lnTo>
                  <a:lnTo>
                    <a:pt x="264" y="276"/>
                  </a:lnTo>
                  <a:lnTo>
                    <a:pt x="294" y="276"/>
                  </a:lnTo>
                  <a:lnTo>
                    <a:pt x="300" y="270"/>
                  </a:lnTo>
                  <a:lnTo>
                    <a:pt x="300" y="258"/>
                  </a:lnTo>
                  <a:lnTo>
                    <a:pt x="288" y="246"/>
                  </a:lnTo>
                  <a:lnTo>
                    <a:pt x="288" y="234"/>
                  </a:lnTo>
                  <a:lnTo>
                    <a:pt x="294" y="222"/>
                  </a:lnTo>
                  <a:lnTo>
                    <a:pt x="300" y="216"/>
                  </a:lnTo>
                  <a:lnTo>
                    <a:pt x="306" y="204"/>
                  </a:lnTo>
                  <a:lnTo>
                    <a:pt x="306" y="192"/>
                  </a:lnTo>
                  <a:lnTo>
                    <a:pt x="300" y="180"/>
                  </a:lnTo>
                  <a:lnTo>
                    <a:pt x="294" y="174"/>
                  </a:lnTo>
                  <a:lnTo>
                    <a:pt x="276" y="174"/>
                  </a:lnTo>
                  <a:lnTo>
                    <a:pt x="270" y="180"/>
                  </a:lnTo>
                  <a:lnTo>
                    <a:pt x="270" y="156"/>
                  </a:lnTo>
                  <a:lnTo>
                    <a:pt x="258" y="150"/>
                  </a:lnTo>
                  <a:lnTo>
                    <a:pt x="252" y="138"/>
                  </a:lnTo>
                  <a:lnTo>
                    <a:pt x="234" y="132"/>
                  </a:lnTo>
                  <a:lnTo>
                    <a:pt x="216" y="132"/>
                  </a:lnTo>
                  <a:lnTo>
                    <a:pt x="204" y="138"/>
                  </a:lnTo>
                  <a:lnTo>
                    <a:pt x="198" y="150"/>
                  </a:lnTo>
                  <a:lnTo>
                    <a:pt x="198" y="156"/>
                  </a:lnTo>
                  <a:lnTo>
                    <a:pt x="192" y="162"/>
                  </a:lnTo>
                  <a:lnTo>
                    <a:pt x="192" y="168"/>
                  </a:lnTo>
                  <a:lnTo>
                    <a:pt x="192" y="162"/>
                  </a:lnTo>
                  <a:lnTo>
                    <a:pt x="198" y="156"/>
                  </a:lnTo>
                  <a:lnTo>
                    <a:pt x="198" y="144"/>
                  </a:lnTo>
                  <a:lnTo>
                    <a:pt x="204" y="132"/>
                  </a:lnTo>
                  <a:lnTo>
                    <a:pt x="204" y="114"/>
                  </a:lnTo>
                  <a:lnTo>
                    <a:pt x="210" y="102"/>
                  </a:lnTo>
                  <a:lnTo>
                    <a:pt x="210" y="78"/>
                  </a:lnTo>
                  <a:lnTo>
                    <a:pt x="192" y="42"/>
                  </a:lnTo>
                  <a:lnTo>
                    <a:pt x="180" y="30"/>
                  </a:lnTo>
                  <a:lnTo>
                    <a:pt x="132" y="6"/>
                  </a:lnTo>
                  <a:lnTo>
                    <a:pt x="126" y="0"/>
                  </a:lnTo>
                  <a:lnTo>
                    <a:pt x="120" y="0"/>
                  </a:lnTo>
                  <a:lnTo>
                    <a:pt x="102" y="36"/>
                  </a:lnTo>
                  <a:lnTo>
                    <a:pt x="96" y="42"/>
                  </a:lnTo>
                  <a:lnTo>
                    <a:pt x="90" y="4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7" name="Guatemala" descr="© INSCALE GmbH, 05.05.2010&#10;http://www.presentationload.com/">
              <a:extLst>
                <a:ext uri="{FF2B5EF4-FFF2-40B4-BE49-F238E27FC236}">
                  <a16:creationId xmlns:a16="http://schemas.microsoft.com/office/drawing/2014/main" id="{5AF30B0C-FB00-224D-9776-9B3E75BBF678}"/>
                </a:ext>
              </a:extLst>
            </p:cNvPr>
            <p:cNvSpPr>
              <a:spLocks/>
            </p:cNvSpPr>
            <p:nvPr/>
          </p:nvSpPr>
          <p:spPr bwMode="gray">
            <a:xfrm>
              <a:off x="2989521" y="3535203"/>
              <a:ext cx="124916" cy="141354"/>
            </a:xfrm>
            <a:custGeom>
              <a:avLst/>
              <a:gdLst>
                <a:gd name="T0" fmla="*/ 2147483647 w 300"/>
                <a:gd name="T1" fmla="*/ 2147483647 h 336"/>
                <a:gd name="T2" fmla="*/ 2147483647 w 300"/>
                <a:gd name="T3" fmla="*/ 2147483647 h 336"/>
                <a:gd name="T4" fmla="*/ 2147483647 w 300"/>
                <a:gd name="T5" fmla="*/ 2147483647 h 336"/>
                <a:gd name="T6" fmla="*/ 2147483647 w 300"/>
                <a:gd name="T7" fmla="*/ 2147483647 h 336"/>
                <a:gd name="T8" fmla="*/ 2147483647 w 300"/>
                <a:gd name="T9" fmla="*/ 2147483647 h 336"/>
                <a:gd name="T10" fmla="*/ 2147483647 w 300"/>
                <a:gd name="T11" fmla="*/ 0 h 336"/>
                <a:gd name="T12" fmla="*/ 2147483647 w 300"/>
                <a:gd name="T13" fmla="*/ 2147483647 h 336"/>
                <a:gd name="T14" fmla="*/ 2147483647 w 300"/>
                <a:gd name="T15" fmla="*/ 2147483647 h 336"/>
                <a:gd name="T16" fmla="*/ 2147483647 w 300"/>
                <a:gd name="T17" fmla="*/ 2147483647 h 336"/>
                <a:gd name="T18" fmla="*/ 2147483647 w 300"/>
                <a:gd name="T19" fmla="*/ 2147483647 h 336"/>
                <a:gd name="T20" fmla="*/ 2147483647 w 300"/>
                <a:gd name="T21" fmla="*/ 2147483647 h 336"/>
                <a:gd name="T22" fmla="*/ 2147483647 w 300"/>
                <a:gd name="T23" fmla="*/ 2147483647 h 336"/>
                <a:gd name="T24" fmla="*/ 2147483647 w 300"/>
                <a:gd name="T25" fmla="*/ 2147483647 h 336"/>
                <a:gd name="T26" fmla="*/ 2147483647 w 300"/>
                <a:gd name="T27" fmla="*/ 2147483647 h 336"/>
                <a:gd name="T28" fmla="*/ 2147483647 w 300"/>
                <a:gd name="T29" fmla="*/ 2147483647 h 336"/>
                <a:gd name="T30" fmla="*/ 2147483647 w 300"/>
                <a:gd name="T31" fmla="*/ 2147483647 h 336"/>
                <a:gd name="T32" fmla="*/ 2147483647 w 300"/>
                <a:gd name="T33" fmla="*/ 2147483647 h 336"/>
                <a:gd name="T34" fmla="*/ 2147483647 w 300"/>
                <a:gd name="T35" fmla="*/ 2147483647 h 336"/>
                <a:gd name="T36" fmla="*/ 2147483647 w 300"/>
                <a:gd name="T37" fmla="*/ 2147483647 h 336"/>
                <a:gd name="T38" fmla="*/ 2147483647 w 300"/>
                <a:gd name="T39" fmla="*/ 2147483647 h 336"/>
                <a:gd name="T40" fmla="*/ 2147483647 w 300"/>
                <a:gd name="T41" fmla="*/ 2147483647 h 336"/>
                <a:gd name="T42" fmla="*/ 2147483647 w 300"/>
                <a:gd name="T43" fmla="*/ 2147483647 h 336"/>
                <a:gd name="T44" fmla="*/ 2147483647 w 300"/>
                <a:gd name="T45" fmla="*/ 2147483647 h 336"/>
                <a:gd name="T46" fmla="*/ 2147483647 w 300"/>
                <a:gd name="T47" fmla="*/ 2147483647 h 336"/>
                <a:gd name="T48" fmla="*/ 2147483647 w 300"/>
                <a:gd name="T49" fmla="*/ 2147483647 h 336"/>
                <a:gd name="T50" fmla="*/ 2147483647 w 300"/>
                <a:gd name="T51" fmla="*/ 2147483647 h 336"/>
                <a:gd name="T52" fmla="*/ 2147483647 w 300"/>
                <a:gd name="T53" fmla="*/ 2147483647 h 336"/>
                <a:gd name="T54" fmla="*/ 2147483647 w 300"/>
                <a:gd name="T55" fmla="*/ 2147483647 h 336"/>
                <a:gd name="T56" fmla="*/ 2147483647 w 300"/>
                <a:gd name="T57" fmla="*/ 2147483647 h 336"/>
                <a:gd name="T58" fmla="*/ 0 w 300"/>
                <a:gd name="T59" fmla="*/ 2147483647 h 336"/>
                <a:gd name="T60" fmla="*/ 2147483647 w 300"/>
                <a:gd name="T61" fmla="*/ 2147483647 h 336"/>
                <a:gd name="T62" fmla="*/ 2147483647 w 300"/>
                <a:gd name="T63" fmla="*/ 2147483647 h 336"/>
                <a:gd name="T64" fmla="*/ 2147483647 w 300"/>
                <a:gd name="T65" fmla="*/ 2147483647 h 336"/>
                <a:gd name="T66" fmla="*/ 2147483647 w 300"/>
                <a:gd name="T67" fmla="*/ 2147483647 h 336"/>
                <a:gd name="T68" fmla="*/ 2147483647 w 300"/>
                <a:gd name="T69" fmla="*/ 2147483647 h 336"/>
                <a:gd name="T70" fmla="*/ 2147483647 w 300"/>
                <a:gd name="T71" fmla="*/ 2147483647 h 336"/>
                <a:gd name="T72" fmla="*/ 2147483647 w 300"/>
                <a:gd name="T73" fmla="*/ 2147483647 h 336"/>
                <a:gd name="T74" fmla="*/ 2147483647 w 300"/>
                <a:gd name="T75" fmla="*/ 2147483647 h 336"/>
                <a:gd name="T76" fmla="*/ 2147483647 w 300"/>
                <a:gd name="T77" fmla="*/ 2147483647 h 336"/>
                <a:gd name="T78" fmla="*/ 2147483647 w 300"/>
                <a:gd name="T79" fmla="*/ 2147483647 h 336"/>
                <a:gd name="T80" fmla="*/ 2147483647 w 300"/>
                <a:gd name="T81" fmla="*/ 2147483647 h 336"/>
                <a:gd name="T82" fmla="*/ 2147483647 w 300"/>
                <a:gd name="T83" fmla="*/ 2147483647 h 336"/>
                <a:gd name="T84" fmla="*/ 2147483647 w 300"/>
                <a:gd name="T85" fmla="*/ 2147483647 h 336"/>
                <a:gd name="T86" fmla="*/ 2147483647 w 300"/>
                <a:gd name="T87" fmla="*/ 2147483647 h 336"/>
                <a:gd name="T88" fmla="*/ 2147483647 w 300"/>
                <a:gd name="T89" fmla="*/ 2147483647 h 336"/>
                <a:gd name="T90" fmla="*/ 2147483647 w 300"/>
                <a:gd name="T91" fmla="*/ 2147483647 h 336"/>
                <a:gd name="T92" fmla="*/ 2147483647 w 300"/>
                <a:gd name="T93" fmla="*/ 2147483647 h 336"/>
                <a:gd name="T94" fmla="*/ 2147483647 w 300"/>
                <a:gd name="T95" fmla="*/ 2147483647 h 336"/>
                <a:gd name="T96" fmla="*/ 2147483647 w 300"/>
                <a:gd name="T97" fmla="*/ 2147483647 h 336"/>
                <a:gd name="T98" fmla="*/ 2147483647 w 300"/>
                <a:gd name="T99" fmla="*/ 2147483647 h 336"/>
                <a:gd name="T100" fmla="*/ 2147483647 w 300"/>
                <a:gd name="T101" fmla="*/ 2147483647 h 336"/>
                <a:gd name="T102" fmla="*/ 2147483647 w 300"/>
                <a:gd name="T103" fmla="*/ 2147483647 h 336"/>
                <a:gd name="T104" fmla="*/ 2147483647 w 300"/>
                <a:gd name="T105" fmla="*/ 2147483647 h 336"/>
                <a:gd name="T106" fmla="*/ 2147483647 w 300"/>
                <a:gd name="T107" fmla="*/ 2147483647 h 336"/>
                <a:gd name="T108" fmla="*/ 2147483647 w 300"/>
                <a:gd name="T109" fmla="*/ 2147483647 h 336"/>
                <a:gd name="T110" fmla="*/ 2147483647 w 300"/>
                <a:gd name="T111" fmla="*/ 2147483647 h 336"/>
                <a:gd name="T112" fmla="*/ 2147483647 w 300"/>
                <a:gd name="T113" fmla="*/ 2147483647 h 336"/>
                <a:gd name="T114" fmla="*/ 2147483647 w 300"/>
                <a:gd name="T115" fmla="*/ 2147483647 h 336"/>
                <a:gd name="T116" fmla="*/ 2147483647 w 300"/>
                <a:gd name="T117" fmla="*/ 2147483647 h 336"/>
                <a:gd name="T118" fmla="*/ 2147483647 w 300"/>
                <a:gd name="T119" fmla="*/ 2147483647 h 336"/>
                <a:gd name="T120" fmla="*/ 2147483647 w 300"/>
                <a:gd name="T121" fmla="*/ 2147483647 h 3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36"/>
                <a:gd name="T185" fmla="*/ 300 w 300"/>
                <a:gd name="T186" fmla="*/ 336 h 3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36">
                  <a:moveTo>
                    <a:pt x="288" y="156"/>
                  </a:moveTo>
                  <a:lnTo>
                    <a:pt x="270" y="168"/>
                  </a:lnTo>
                  <a:lnTo>
                    <a:pt x="258" y="162"/>
                  </a:lnTo>
                  <a:lnTo>
                    <a:pt x="228" y="162"/>
                  </a:lnTo>
                  <a:lnTo>
                    <a:pt x="252" y="6"/>
                  </a:lnTo>
                  <a:lnTo>
                    <a:pt x="120" y="0"/>
                  </a:lnTo>
                  <a:lnTo>
                    <a:pt x="120" y="12"/>
                  </a:lnTo>
                  <a:lnTo>
                    <a:pt x="126" y="24"/>
                  </a:lnTo>
                  <a:lnTo>
                    <a:pt x="126" y="48"/>
                  </a:lnTo>
                  <a:lnTo>
                    <a:pt x="120" y="48"/>
                  </a:lnTo>
                  <a:lnTo>
                    <a:pt x="108" y="54"/>
                  </a:lnTo>
                  <a:lnTo>
                    <a:pt x="84" y="54"/>
                  </a:lnTo>
                  <a:lnTo>
                    <a:pt x="96" y="60"/>
                  </a:lnTo>
                  <a:lnTo>
                    <a:pt x="96" y="66"/>
                  </a:lnTo>
                  <a:lnTo>
                    <a:pt x="102" y="78"/>
                  </a:lnTo>
                  <a:lnTo>
                    <a:pt x="108" y="84"/>
                  </a:lnTo>
                  <a:lnTo>
                    <a:pt x="114" y="84"/>
                  </a:lnTo>
                  <a:lnTo>
                    <a:pt x="126" y="90"/>
                  </a:lnTo>
                  <a:lnTo>
                    <a:pt x="132" y="90"/>
                  </a:lnTo>
                  <a:lnTo>
                    <a:pt x="138" y="114"/>
                  </a:lnTo>
                  <a:lnTo>
                    <a:pt x="156" y="114"/>
                  </a:lnTo>
                  <a:lnTo>
                    <a:pt x="156" y="126"/>
                  </a:lnTo>
                  <a:lnTo>
                    <a:pt x="150" y="132"/>
                  </a:lnTo>
                  <a:lnTo>
                    <a:pt x="144" y="132"/>
                  </a:lnTo>
                  <a:lnTo>
                    <a:pt x="144" y="150"/>
                  </a:lnTo>
                  <a:lnTo>
                    <a:pt x="54" y="144"/>
                  </a:lnTo>
                  <a:lnTo>
                    <a:pt x="24" y="192"/>
                  </a:lnTo>
                  <a:lnTo>
                    <a:pt x="24" y="264"/>
                  </a:lnTo>
                  <a:lnTo>
                    <a:pt x="18" y="270"/>
                  </a:lnTo>
                  <a:lnTo>
                    <a:pt x="0" y="270"/>
                  </a:lnTo>
                  <a:lnTo>
                    <a:pt x="6" y="282"/>
                  </a:lnTo>
                  <a:lnTo>
                    <a:pt x="12" y="288"/>
                  </a:lnTo>
                  <a:lnTo>
                    <a:pt x="24" y="288"/>
                  </a:lnTo>
                  <a:lnTo>
                    <a:pt x="42" y="300"/>
                  </a:lnTo>
                  <a:lnTo>
                    <a:pt x="60" y="318"/>
                  </a:lnTo>
                  <a:lnTo>
                    <a:pt x="72" y="324"/>
                  </a:lnTo>
                  <a:lnTo>
                    <a:pt x="120" y="324"/>
                  </a:lnTo>
                  <a:lnTo>
                    <a:pt x="126" y="330"/>
                  </a:lnTo>
                  <a:lnTo>
                    <a:pt x="132" y="330"/>
                  </a:lnTo>
                  <a:lnTo>
                    <a:pt x="138" y="336"/>
                  </a:lnTo>
                  <a:lnTo>
                    <a:pt x="150" y="324"/>
                  </a:lnTo>
                  <a:lnTo>
                    <a:pt x="162" y="318"/>
                  </a:lnTo>
                  <a:lnTo>
                    <a:pt x="168" y="312"/>
                  </a:lnTo>
                  <a:lnTo>
                    <a:pt x="174" y="312"/>
                  </a:lnTo>
                  <a:lnTo>
                    <a:pt x="180" y="300"/>
                  </a:lnTo>
                  <a:lnTo>
                    <a:pt x="186" y="294"/>
                  </a:lnTo>
                  <a:lnTo>
                    <a:pt x="186" y="282"/>
                  </a:lnTo>
                  <a:lnTo>
                    <a:pt x="204" y="282"/>
                  </a:lnTo>
                  <a:lnTo>
                    <a:pt x="210" y="276"/>
                  </a:lnTo>
                  <a:lnTo>
                    <a:pt x="222" y="270"/>
                  </a:lnTo>
                  <a:lnTo>
                    <a:pt x="222" y="264"/>
                  </a:lnTo>
                  <a:lnTo>
                    <a:pt x="228" y="252"/>
                  </a:lnTo>
                  <a:lnTo>
                    <a:pt x="228" y="234"/>
                  </a:lnTo>
                  <a:lnTo>
                    <a:pt x="234" y="222"/>
                  </a:lnTo>
                  <a:lnTo>
                    <a:pt x="246" y="216"/>
                  </a:lnTo>
                  <a:lnTo>
                    <a:pt x="258" y="204"/>
                  </a:lnTo>
                  <a:lnTo>
                    <a:pt x="270" y="198"/>
                  </a:lnTo>
                  <a:lnTo>
                    <a:pt x="282" y="186"/>
                  </a:lnTo>
                  <a:lnTo>
                    <a:pt x="294" y="180"/>
                  </a:lnTo>
                  <a:lnTo>
                    <a:pt x="300" y="168"/>
                  </a:lnTo>
                  <a:lnTo>
                    <a:pt x="288" y="156"/>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8" name="Greenland" descr="© INSCALE GmbH, 05.05.2010&#10;http://www.presentationload.com/">
              <a:extLst>
                <a:ext uri="{FF2B5EF4-FFF2-40B4-BE49-F238E27FC236}">
                  <a16:creationId xmlns:a16="http://schemas.microsoft.com/office/drawing/2014/main" id="{43E3AFC7-7D1D-8640-88DA-D54F98BF0DAC}"/>
                </a:ext>
              </a:extLst>
            </p:cNvPr>
            <p:cNvSpPr>
              <a:spLocks noEditPoints="1"/>
            </p:cNvSpPr>
            <p:nvPr/>
          </p:nvSpPr>
          <p:spPr bwMode="gray">
            <a:xfrm>
              <a:off x="4439211" y="1498732"/>
              <a:ext cx="1178490" cy="641019"/>
            </a:xfrm>
            <a:custGeom>
              <a:avLst/>
              <a:gdLst>
                <a:gd name="T0" fmla="*/ 2147483647 w 732"/>
                <a:gd name="T1" fmla="*/ 2147483647 h 398"/>
                <a:gd name="T2" fmla="*/ 2147483647 w 732"/>
                <a:gd name="T3" fmla="*/ 2147483647 h 398"/>
                <a:gd name="T4" fmla="*/ 2147483647 w 732"/>
                <a:gd name="T5" fmla="*/ 2147483647 h 398"/>
                <a:gd name="T6" fmla="*/ 2147483647 w 732"/>
                <a:gd name="T7" fmla="*/ 2147483647 h 398"/>
                <a:gd name="T8" fmla="*/ 2147483647 w 732"/>
                <a:gd name="T9" fmla="*/ 2147483647 h 398"/>
                <a:gd name="T10" fmla="*/ 2147483647 w 732"/>
                <a:gd name="T11" fmla="*/ 2147483647 h 398"/>
                <a:gd name="T12" fmla="*/ 2147483647 w 732"/>
                <a:gd name="T13" fmla="*/ 2147483647 h 398"/>
                <a:gd name="T14" fmla="*/ 2147483647 w 732"/>
                <a:gd name="T15" fmla="*/ 2147483647 h 398"/>
                <a:gd name="T16" fmla="*/ 2147483647 w 732"/>
                <a:gd name="T17" fmla="*/ 2147483647 h 398"/>
                <a:gd name="T18" fmla="*/ 2147483647 w 732"/>
                <a:gd name="T19" fmla="*/ 2147483647 h 398"/>
                <a:gd name="T20" fmla="*/ 2147483647 w 732"/>
                <a:gd name="T21" fmla="*/ 2147483647 h 398"/>
                <a:gd name="T22" fmla="*/ 2147483647 w 732"/>
                <a:gd name="T23" fmla="*/ 2147483647 h 398"/>
                <a:gd name="T24" fmla="*/ 2147483647 w 732"/>
                <a:gd name="T25" fmla="*/ 2147483647 h 398"/>
                <a:gd name="T26" fmla="*/ 2147483647 w 732"/>
                <a:gd name="T27" fmla="*/ 2147483647 h 398"/>
                <a:gd name="T28" fmla="*/ 2147483647 w 732"/>
                <a:gd name="T29" fmla="*/ 2147483647 h 398"/>
                <a:gd name="T30" fmla="*/ 2147483647 w 732"/>
                <a:gd name="T31" fmla="*/ 2147483647 h 398"/>
                <a:gd name="T32" fmla="*/ 2147483647 w 732"/>
                <a:gd name="T33" fmla="*/ 2147483647 h 398"/>
                <a:gd name="T34" fmla="*/ 2147483647 w 732"/>
                <a:gd name="T35" fmla="*/ 2147483647 h 398"/>
                <a:gd name="T36" fmla="*/ 2147483647 w 732"/>
                <a:gd name="T37" fmla="*/ 2147483647 h 398"/>
                <a:gd name="T38" fmla="*/ 2147483647 w 732"/>
                <a:gd name="T39" fmla="*/ 2147483647 h 398"/>
                <a:gd name="T40" fmla="*/ 2147483647 w 732"/>
                <a:gd name="T41" fmla="*/ 2147483647 h 398"/>
                <a:gd name="T42" fmla="*/ 2147483647 w 732"/>
                <a:gd name="T43" fmla="*/ 2147483647 h 398"/>
                <a:gd name="T44" fmla="*/ 2147483647 w 732"/>
                <a:gd name="T45" fmla="*/ 2147483647 h 398"/>
                <a:gd name="T46" fmla="*/ 2147483647 w 732"/>
                <a:gd name="T47" fmla="*/ 2147483647 h 398"/>
                <a:gd name="T48" fmla="*/ 2147483647 w 732"/>
                <a:gd name="T49" fmla="*/ 2147483647 h 398"/>
                <a:gd name="T50" fmla="*/ 2147483647 w 732"/>
                <a:gd name="T51" fmla="*/ 2147483647 h 398"/>
                <a:gd name="T52" fmla="*/ 2147483647 w 732"/>
                <a:gd name="T53" fmla="*/ 2147483647 h 398"/>
                <a:gd name="T54" fmla="*/ 2147483647 w 732"/>
                <a:gd name="T55" fmla="*/ 2147483647 h 398"/>
                <a:gd name="T56" fmla="*/ 2147483647 w 732"/>
                <a:gd name="T57" fmla="*/ 2147483647 h 398"/>
                <a:gd name="T58" fmla="*/ 2147483647 w 732"/>
                <a:gd name="T59" fmla="*/ 2147483647 h 398"/>
                <a:gd name="T60" fmla="*/ 2147483647 w 732"/>
                <a:gd name="T61" fmla="*/ 2147483647 h 398"/>
                <a:gd name="T62" fmla="*/ 2147483647 w 732"/>
                <a:gd name="T63" fmla="*/ 2147483647 h 398"/>
                <a:gd name="T64" fmla="*/ 2147483647 w 732"/>
                <a:gd name="T65" fmla="*/ 2147483647 h 398"/>
                <a:gd name="T66" fmla="*/ 2147483647 w 732"/>
                <a:gd name="T67" fmla="*/ 2147483647 h 398"/>
                <a:gd name="T68" fmla="*/ 2147483647 w 732"/>
                <a:gd name="T69" fmla="*/ 2147483647 h 398"/>
                <a:gd name="T70" fmla="*/ 2147483647 w 732"/>
                <a:gd name="T71" fmla="*/ 2147483647 h 398"/>
                <a:gd name="T72" fmla="*/ 2147483647 w 732"/>
                <a:gd name="T73" fmla="*/ 2147483647 h 398"/>
                <a:gd name="T74" fmla="*/ 2147483647 w 732"/>
                <a:gd name="T75" fmla="*/ 2147483647 h 398"/>
                <a:gd name="T76" fmla="*/ 2147483647 w 732"/>
                <a:gd name="T77" fmla="*/ 2147483647 h 398"/>
                <a:gd name="T78" fmla="*/ 2147483647 w 732"/>
                <a:gd name="T79" fmla="*/ 2147483647 h 398"/>
                <a:gd name="T80" fmla="*/ 2147483647 w 732"/>
                <a:gd name="T81" fmla="*/ 2147483647 h 398"/>
                <a:gd name="T82" fmla="*/ 2147483647 w 732"/>
                <a:gd name="T83" fmla="*/ 2147483647 h 398"/>
                <a:gd name="T84" fmla="*/ 2147483647 w 732"/>
                <a:gd name="T85" fmla="*/ 2147483647 h 398"/>
                <a:gd name="T86" fmla="*/ 2147483647 w 732"/>
                <a:gd name="T87" fmla="*/ 2147483647 h 398"/>
                <a:gd name="T88" fmla="*/ 2147483647 w 732"/>
                <a:gd name="T89" fmla="*/ 2147483647 h 398"/>
                <a:gd name="T90" fmla="*/ 2147483647 w 732"/>
                <a:gd name="T91" fmla="*/ 2147483647 h 398"/>
                <a:gd name="T92" fmla="*/ 2147483647 w 732"/>
                <a:gd name="T93" fmla="*/ 2147483647 h 398"/>
                <a:gd name="T94" fmla="*/ 2147483647 w 732"/>
                <a:gd name="T95" fmla="*/ 2147483647 h 398"/>
                <a:gd name="T96" fmla="*/ 2147483647 w 732"/>
                <a:gd name="T97" fmla="*/ 2147483647 h 398"/>
                <a:gd name="T98" fmla="*/ 2147483647 w 732"/>
                <a:gd name="T99" fmla="*/ 2147483647 h 398"/>
                <a:gd name="T100" fmla="*/ 2147483647 w 732"/>
                <a:gd name="T101" fmla="*/ 2147483647 h 398"/>
                <a:gd name="T102" fmla="*/ 2147483647 w 732"/>
                <a:gd name="T103" fmla="*/ 2147483647 h 398"/>
                <a:gd name="T104" fmla="*/ 2147483647 w 732"/>
                <a:gd name="T105" fmla="*/ 2147483647 h 398"/>
                <a:gd name="T106" fmla="*/ 2147483647 w 732"/>
                <a:gd name="T107" fmla="*/ 2147483647 h 398"/>
                <a:gd name="T108" fmla="*/ 2147483647 w 732"/>
                <a:gd name="T109" fmla="*/ 2147483647 h 398"/>
                <a:gd name="T110" fmla="*/ 2147483647 w 732"/>
                <a:gd name="T111" fmla="*/ 2147483647 h 398"/>
                <a:gd name="T112" fmla="*/ 2147483647 w 732"/>
                <a:gd name="T113" fmla="*/ 2147483647 h 398"/>
                <a:gd name="T114" fmla="*/ 2147483647 w 732"/>
                <a:gd name="T115" fmla="*/ 2147483647 h 398"/>
                <a:gd name="T116" fmla="*/ 2147483647 w 732"/>
                <a:gd name="T117" fmla="*/ 2147483647 h 398"/>
                <a:gd name="T118" fmla="*/ 2147483647 w 732"/>
                <a:gd name="T119" fmla="*/ 2147483647 h 398"/>
                <a:gd name="T120" fmla="*/ 2147483647 w 732"/>
                <a:gd name="T121" fmla="*/ 2147483647 h 398"/>
                <a:gd name="T122" fmla="*/ 2147483647 w 732"/>
                <a:gd name="T123" fmla="*/ 2147483647 h 3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32"/>
                <a:gd name="T187" fmla="*/ 0 h 398"/>
                <a:gd name="T188" fmla="*/ 732 w 732"/>
                <a:gd name="T189" fmla="*/ 398 h 3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32" h="398">
                  <a:moveTo>
                    <a:pt x="730" y="24"/>
                  </a:moveTo>
                  <a:lnTo>
                    <a:pt x="728" y="24"/>
                  </a:lnTo>
                  <a:lnTo>
                    <a:pt x="723" y="24"/>
                  </a:lnTo>
                  <a:lnTo>
                    <a:pt x="718" y="22"/>
                  </a:lnTo>
                  <a:lnTo>
                    <a:pt x="678" y="22"/>
                  </a:lnTo>
                  <a:lnTo>
                    <a:pt x="678" y="24"/>
                  </a:lnTo>
                  <a:lnTo>
                    <a:pt x="670" y="26"/>
                  </a:lnTo>
                  <a:lnTo>
                    <a:pt x="659" y="26"/>
                  </a:lnTo>
                  <a:lnTo>
                    <a:pt x="651" y="24"/>
                  </a:lnTo>
                  <a:lnTo>
                    <a:pt x="637" y="24"/>
                  </a:lnTo>
                  <a:lnTo>
                    <a:pt x="623" y="29"/>
                  </a:lnTo>
                  <a:lnTo>
                    <a:pt x="616" y="34"/>
                  </a:lnTo>
                  <a:lnTo>
                    <a:pt x="611" y="34"/>
                  </a:lnTo>
                  <a:lnTo>
                    <a:pt x="606" y="34"/>
                  </a:lnTo>
                  <a:lnTo>
                    <a:pt x="604" y="36"/>
                  </a:lnTo>
                  <a:lnTo>
                    <a:pt x="602" y="36"/>
                  </a:lnTo>
                  <a:lnTo>
                    <a:pt x="597" y="38"/>
                  </a:lnTo>
                  <a:lnTo>
                    <a:pt x="592" y="38"/>
                  </a:lnTo>
                  <a:lnTo>
                    <a:pt x="599" y="34"/>
                  </a:lnTo>
                  <a:lnTo>
                    <a:pt x="609" y="31"/>
                  </a:lnTo>
                  <a:lnTo>
                    <a:pt x="621" y="26"/>
                  </a:lnTo>
                  <a:lnTo>
                    <a:pt x="623" y="24"/>
                  </a:lnTo>
                  <a:lnTo>
                    <a:pt x="618" y="19"/>
                  </a:lnTo>
                  <a:lnTo>
                    <a:pt x="606" y="19"/>
                  </a:lnTo>
                  <a:lnTo>
                    <a:pt x="604" y="22"/>
                  </a:lnTo>
                  <a:lnTo>
                    <a:pt x="602" y="22"/>
                  </a:lnTo>
                  <a:lnTo>
                    <a:pt x="597" y="24"/>
                  </a:lnTo>
                  <a:lnTo>
                    <a:pt x="594" y="24"/>
                  </a:lnTo>
                  <a:lnTo>
                    <a:pt x="566" y="26"/>
                  </a:lnTo>
                  <a:lnTo>
                    <a:pt x="566" y="29"/>
                  </a:lnTo>
                  <a:lnTo>
                    <a:pt x="563" y="29"/>
                  </a:lnTo>
                  <a:lnTo>
                    <a:pt x="566" y="26"/>
                  </a:lnTo>
                  <a:lnTo>
                    <a:pt x="568" y="26"/>
                  </a:lnTo>
                  <a:lnTo>
                    <a:pt x="573" y="26"/>
                  </a:lnTo>
                  <a:lnTo>
                    <a:pt x="578" y="24"/>
                  </a:lnTo>
                  <a:lnTo>
                    <a:pt x="580" y="24"/>
                  </a:lnTo>
                  <a:lnTo>
                    <a:pt x="582" y="24"/>
                  </a:lnTo>
                  <a:lnTo>
                    <a:pt x="585" y="22"/>
                  </a:lnTo>
                  <a:lnTo>
                    <a:pt x="578" y="19"/>
                  </a:lnTo>
                  <a:lnTo>
                    <a:pt x="552" y="19"/>
                  </a:lnTo>
                  <a:lnTo>
                    <a:pt x="542" y="22"/>
                  </a:lnTo>
                  <a:lnTo>
                    <a:pt x="525" y="19"/>
                  </a:lnTo>
                  <a:lnTo>
                    <a:pt x="523" y="19"/>
                  </a:lnTo>
                  <a:lnTo>
                    <a:pt x="523" y="22"/>
                  </a:lnTo>
                  <a:lnTo>
                    <a:pt x="518" y="22"/>
                  </a:lnTo>
                  <a:lnTo>
                    <a:pt x="514" y="24"/>
                  </a:lnTo>
                  <a:lnTo>
                    <a:pt x="511" y="24"/>
                  </a:lnTo>
                  <a:lnTo>
                    <a:pt x="509" y="24"/>
                  </a:lnTo>
                  <a:lnTo>
                    <a:pt x="506" y="24"/>
                  </a:lnTo>
                  <a:lnTo>
                    <a:pt x="509" y="22"/>
                  </a:lnTo>
                  <a:lnTo>
                    <a:pt x="518" y="19"/>
                  </a:lnTo>
                  <a:lnTo>
                    <a:pt x="530" y="19"/>
                  </a:lnTo>
                  <a:lnTo>
                    <a:pt x="563" y="19"/>
                  </a:lnTo>
                  <a:lnTo>
                    <a:pt x="580" y="17"/>
                  </a:lnTo>
                  <a:lnTo>
                    <a:pt x="625" y="17"/>
                  </a:lnTo>
                  <a:lnTo>
                    <a:pt x="632" y="14"/>
                  </a:lnTo>
                  <a:lnTo>
                    <a:pt x="628" y="12"/>
                  </a:lnTo>
                  <a:lnTo>
                    <a:pt x="618" y="10"/>
                  </a:lnTo>
                  <a:lnTo>
                    <a:pt x="592" y="10"/>
                  </a:lnTo>
                  <a:lnTo>
                    <a:pt x="594" y="10"/>
                  </a:lnTo>
                  <a:lnTo>
                    <a:pt x="597" y="7"/>
                  </a:lnTo>
                  <a:lnTo>
                    <a:pt x="594" y="5"/>
                  </a:lnTo>
                  <a:lnTo>
                    <a:pt x="585" y="5"/>
                  </a:lnTo>
                  <a:lnTo>
                    <a:pt x="582" y="7"/>
                  </a:lnTo>
                  <a:lnTo>
                    <a:pt x="568" y="7"/>
                  </a:lnTo>
                  <a:lnTo>
                    <a:pt x="566" y="5"/>
                  </a:lnTo>
                  <a:lnTo>
                    <a:pt x="571" y="5"/>
                  </a:lnTo>
                  <a:lnTo>
                    <a:pt x="573" y="5"/>
                  </a:lnTo>
                  <a:lnTo>
                    <a:pt x="578" y="5"/>
                  </a:lnTo>
                  <a:lnTo>
                    <a:pt x="578" y="2"/>
                  </a:lnTo>
                  <a:lnTo>
                    <a:pt x="575" y="2"/>
                  </a:lnTo>
                  <a:lnTo>
                    <a:pt x="571" y="0"/>
                  </a:lnTo>
                  <a:lnTo>
                    <a:pt x="537" y="0"/>
                  </a:lnTo>
                  <a:lnTo>
                    <a:pt x="528" y="2"/>
                  </a:lnTo>
                  <a:lnTo>
                    <a:pt x="518" y="2"/>
                  </a:lnTo>
                  <a:lnTo>
                    <a:pt x="509" y="0"/>
                  </a:lnTo>
                  <a:lnTo>
                    <a:pt x="483" y="0"/>
                  </a:lnTo>
                  <a:lnTo>
                    <a:pt x="478" y="2"/>
                  </a:lnTo>
                  <a:lnTo>
                    <a:pt x="454" y="2"/>
                  </a:lnTo>
                  <a:lnTo>
                    <a:pt x="452" y="0"/>
                  </a:lnTo>
                  <a:lnTo>
                    <a:pt x="447" y="0"/>
                  </a:lnTo>
                  <a:lnTo>
                    <a:pt x="445" y="2"/>
                  </a:lnTo>
                  <a:lnTo>
                    <a:pt x="442" y="2"/>
                  </a:lnTo>
                  <a:lnTo>
                    <a:pt x="442" y="5"/>
                  </a:lnTo>
                  <a:lnTo>
                    <a:pt x="445" y="5"/>
                  </a:lnTo>
                  <a:lnTo>
                    <a:pt x="447" y="5"/>
                  </a:lnTo>
                  <a:lnTo>
                    <a:pt x="442" y="7"/>
                  </a:lnTo>
                  <a:lnTo>
                    <a:pt x="428" y="7"/>
                  </a:lnTo>
                  <a:lnTo>
                    <a:pt x="409" y="5"/>
                  </a:lnTo>
                  <a:lnTo>
                    <a:pt x="378" y="5"/>
                  </a:lnTo>
                  <a:lnTo>
                    <a:pt x="373" y="5"/>
                  </a:lnTo>
                  <a:lnTo>
                    <a:pt x="371" y="5"/>
                  </a:lnTo>
                  <a:lnTo>
                    <a:pt x="368" y="7"/>
                  </a:lnTo>
                  <a:lnTo>
                    <a:pt x="366" y="7"/>
                  </a:lnTo>
                  <a:lnTo>
                    <a:pt x="366" y="10"/>
                  </a:lnTo>
                  <a:lnTo>
                    <a:pt x="368" y="10"/>
                  </a:lnTo>
                  <a:lnTo>
                    <a:pt x="378" y="10"/>
                  </a:lnTo>
                  <a:lnTo>
                    <a:pt x="387" y="10"/>
                  </a:lnTo>
                  <a:lnTo>
                    <a:pt x="399" y="12"/>
                  </a:lnTo>
                  <a:lnTo>
                    <a:pt x="404" y="12"/>
                  </a:lnTo>
                  <a:lnTo>
                    <a:pt x="426" y="14"/>
                  </a:lnTo>
                  <a:lnTo>
                    <a:pt x="399" y="14"/>
                  </a:lnTo>
                  <a:lnTo>
                    <a:pt x="395" y="14"/>
                  </a:lnTo>
                  <a:lnTo>
                    <a:pt x="392" y="14"/>
                  </a:lnTo>
                  <a:lnTo>
                    <a:pt x="387" y="12"/>
                  </a:lnTo>
                  <a:lnTo>
                    <a:pt x="378" y="12"/>
                  </a:lnTo>
                  <a:lnTo>
                    <a:pt x="380" y="14"/>
                  </a:lnTo>
                  <a:lnTo>
                    <a:pt x="383" y="14"/>
                  </a:lnTo>
                  <a:lnTo>
                    <a:pt x="385" y="14"/>
                  </a:lnTo>
                  <a:lnTo>
                    <a:pt x="376" y="14"/>
                  </a:lnTo>
                  <a:lnTo>
                    <a:pt x="373" y="17"/>
                  </a:lnTo>
                  <a:lnTo>
                    <a:pt x="373" y="19"/>
                  </a:lnTo>
                  <a:lnTo>
                    <a:pt x="371" y="22"/>
                  </a:lnTo>
                  <a:lnTo>
                    <a:pt x="371" y="24"/>
                  </a:lnTo>
                  <a:lnTo>
                    <a:pt x="368" y="24"/>
                  </a:lnTo>
                  <a:lnTo>
                    <a:pt x="366" y="24"/>
                  </a:lnTo>
                  <a:lnTo>
                    <a:pt x="364" y="24"/>
                  </a:lnTo>
                  <a:lnTo>
                    <a:pt x="359" y="24"/>
                  </a:lnTo>
                  <a:lnTo>
                    <a:pt x="357" y="22"/>
                  </a:lnTo>
                  <a:lnTo>
                    <a:pt x="345" y="19"/>
                  </a:lnTo>
                  <a:lnTo>
                    <a:pt x="330" y="14"/>
                  </a:lnTo>
                  <a:lnTo>
                    <a:pt x="309" y="14"/>
                  </a:lnTo>
                  <a:lnTo>
                    <a:pt x="309" y="24"/>
                  </a:lnTo>
                  <a:lnTo>
                    <a:pt x="297" y="24"/>
                  </a:lnTo>
                  <a:lnTo>
                    <a:pt x="292" y="22"/>
                  </a:lnTo>
                  <a:lnTo>
                    <a:pt x="288" y="22"/>
                  </a:lnTo>
                  <a:lnTo>
                    <a:pt x="285" y="19"/>
                  </a:lnTo>
                  <a:lnTo>
                    <a:pt x="278" y="19"/>
                  </a:lnTo>
                  <a:lnTo>
                    <a:pt x="273" y="22"/>
                  </a:lnTo>
                  <a:lnTo>
                    <a:pt x="273" y="24"/>
                  </a:lnTo>
                  <a:lnTo>
                    <a:pt x="269" y="24"/>
                  </a:lnTo>
                  <a:lnTo>
                    <a:pt x="271" y="19"/>
                  </a:lnTo>
                  <a:lnTo>
                    <a:pt x="269" y="17"/>
                  </a:lnTo>
                  <a:lnTo>
                    <a:pt x="238" y="17"/>
                  </a:lnTo>
                  <a:lnTo>
                    <a:pt x="228" y="19"/>
                  </a:lnTo>
                  <a:lnTo>
                    <a:pt x="209" y="19"/>
                  </a:lnTo>
                  <a:lnTo>
                    <a:pt x="214" y="22"/>
                  </a:lnTo>
                  <a:lnTo>
                    <a:pt x="223" y="26"/>
                  </a:lnTo>
                  <a:lnTo>
                    <a:pt x="226" y="29"/>
                  </a:lnTo>
                  <a:lnTo>
                    <a:pt x="223" y="29"/>
                  </a:lnTo>
                  <a:lnTo>
                    <a:pt x="223" y="26"/>
                  </a:lnTo>
                  <a:lnTo>
                    <a:pt x="214" y="24"/>
                  </a:lnTo>
                  <a:lnTo>
                    <a:pt x="207" y="24"/>
                  </a:lnTo>
                  <a:lnTo>
                    <a:pt x="202" y="22"/>
                  </a:lnTo>
                  <a:lnTo>
                    <a:pt x="197" y="22"/>
                  </a:lnTo>
                  <a:lnTo>
                    <a:pt x="192" y="19"/>
                  </a:lnTo>
                  <a:lnTo>
                    <a:pt x="190" y="19"/>
                  </a:lnTo>
                  <a:lnTo>
                    <a:pt x="188" y="22"/>
                  </a:lnTo>
                  <a:lnTo>
                    <a:pt x="185" y="24"/>
                  </a:lnTo>
                  <a:lnTo>
                    <a:pt x="183" y="26"/>
                  </a:lnTo>
                  <a:lnTo>
                    <a:pt x="178" y="29"/>
                  </a:lnTo>
                  <a:lnTo>
                    <a:pt x="176" y="29"/>
                  </a:lnTo>
                  <a:lnTo>
                    <a:pt x="171" y="31"/>
                  </a:lnTo>
                  <a:lnTo>
                    <a:pt x="150" y="31"/>
                  </a:lnTo>
                  <a:lnTo>
                    <a:pt x="143" y="34"/>
                  </a:lnTo>
                  <a:lnTo>
                    <a:pt x="133" y="36"/>
                  </a:lnTo>
                  <a:lnTo>
                    <a:pt x="124" y="38"/>
                  </a:lnTo>
                  <a:lnTo>
                    <a:pt x="119" y="38"/>
                  </a:lnTo>
                  <a:lnTo>
                    <a:pt x="102" y="41"/>
                  </a:lnTo>
                  <a:lnTo>
                    <a:pt x="97" y="43"/>
                  </a:lnTo>
                  <a:lnTo>
                    <a:pt x="100" y="46"/>
                  </a:lnTo>
                  <a:lnTo>
                    <a:pt x="105" y="48"/>
                  </a:lnTo>
                  <a:lnTo>
                    <a:pt x="126" y="48"/>
                  </a:lnTo>
                  <a:lnTo>
                    <a:pt x="116" y="50"/>
                  </a:lnTo>
                  <a:lnTo>
                    <a:pt x="112" y="55"/>
                  </a:lnTo>
                  <a:lnTo>
                    <a:pt x="109" y="55"/>
                  </a:lnTo>
                  <a:lnTo>
                    <a:pt x="93" y="60"/>
                  </a:lnTo>
                  <a:lnTo>
                    <a:pt x="88" y="60"/>
                  </a:lnTo>
                  <a:lnTo>
                    <a:pt x="66" y="60"/>
                  </a:lnTo>
                  <a:lnTo>
                    <a:pt x="57" y="62"/>
                  </a:lnTo>
                  <a:lnTo>
                    <a:pt x="47" y="65"/>
                  </a:lnTo>
                  <a:lnTo>
                    <a:pt x="45" y="67"/>
                  </a:lnTo>
                  <a:lnTo>
                    <a:pt x="40" y="67"/>
                  </a:lnTo>
                  <a:lnTo>
                    <a:pt x="38" y="65"/>
                  </a:lnTo>
                  <a:lnTo>
                    <a:pt x="31" y="70"/>
                  </a:lnTo>
                  <a:lnTo>
                    <a:pt x="9" y="70"/>
                  </a:lnTo>
                  <a:lnTo>
                    <a:pt x="7" y="70"/>
                  </a:lnTo>
                  <a:lnTo>
                    <a:pt x="2" y="70"/>
                  </a:lnTo>
                  <a:lnTo>
                    <a:pt x="0" y="74"/>
                  </a:lnTo>
                  <a:lnTo>
                    <a:pt x="2" y="74"/>
                  </a:lnTo>
                  <a:lnTo>
                    <a:pt x="9" y="79"/>
                  </a:lnTo>
                  <a:lnTo>
                    <a:pt x="12" y="82"/>
                  </a:lnTo>
                  <a:lnTo>
                    <a:pt x="14" y="84"/>
                  </a:lnTo>
                  <a:lnTo>
                    <a:pt x="24" y="79"/>
                  </a:lnTo>
                  <a:lnTo>
                    <a:pt x="24" y="84"/>
                  </a:lnTo>
                  <a:lnTo>
                    <a:pt x="28" y="86"/>
                  </a:lnTo>
                  <a:lnTo>
                    <a:pt x="33" y="86"/>
                  </a:lnTo>
                  <a:lnTo>
                    <a:pt x="36" y="84"/>
                  </a:lnTo>
                  <a:lnTo>
                    <a:pt x="38" y="84"/>
                  </a:lnTo>
                  <a:lnTo>
                    <a:pt x="40" y="82"/>
                  </a:lnTo>
                  <a:lnTo>
                    <a:pt x="40" y="84"/>
                  </a:lnTo>
                  <a:lnTo>
                    <a:pt x="43" y="86"/>
                  </a:lnTo>
                  <a:lnTo>
                    <a:pt x="45" y="86"/>
                  </a:lnTo>
                  <a:lnTo>
                    <a:pt x="47" y="84"/>
                  </a:lnTo>
                  <a:lnTo>
                    <a:pt x="52" y="84"/>
                  </a:lnTo>
                  <a:lnTo>
                    <a:pt x="57" y="84"/>
                  </a:lnTo>
                  <a:lnTo>
                    <a:pt x="59" y="82"/>
                  </a:lnTo>
                  <a:lnTo>
                    <a:pt x="64" y="82"/>
                  </a:lnTo>
                  <a:lnTo>
                    <a:pt x="64" y="84"/>
                  </a:lnTo>
                  <a:lnTo>
                    <a:pt x="64" y="86"/>
                  </a:lnTo>
                  <a:lnTo>
                    <a:pt x="62" y="86"/>
                  </a:lnTo>
                  <a:lnTo>
                    <a:pt x="57" y="91"/>
                  </a:lnTo>
                  <a:lnTo>
                    <a:pt x="55" y="91"/>
                  </a:lnTo>
                  <a:lnTo>
                    <a:pt x="52" y="89"/>
                  </a:lnTo>
                  <a:lnTo>
                    <a:pt x="40" y="89"/>
                  </a:lnTo>
                  <a:lnTo>
                    <a:pt x="36" y="91"/>
                  </a:lnTo>
                  <a:lnTo>
                    <a:pt x="33" y="91"/>
                  </a:lnTo>
                  <a:lnTo>
                    <a:pt x="21" y="89"/>
                  </a:lnTo>
                  <a:lnTo>
                    <a:pt x="19" y="89"/>
                  </a:lnTo>
                  <a:lnTo>
                    <a:pt x="14" y="86"/>
                  </a:lnTo>
                  <a:lnTo>
                    <a:pt x="7" y="86"/>
                  </a:lnTo>
                  <a:lnTo>
                    <a:pt x="2" y="89"/>
                  </a:lnTo>
                  <a:lnTo>
                    <a:pt x="2" y="93"/>
                  </a:lnTo>
                  <a:lnTo>
                    <a:pt x="2" y="96"/>
                  </a:lnTo>
                  <a:lnTo>
                    <a:pt x="7" y="98"/>
                  </a:lnTo>
                  <a:lnTo>
                    <a:pt x="19" y="98"/>
                  </a:lnTo>
                  <a:lnTo>
                    <a:pt x="17" y="101"/>
                  </a:lnTo>
                  <a:lnTo>
                    <a:pt x="14" y="101"/>
                  </a:lnTo>
                  <a:lnTo>
                    <a:pt x="9" y="101"/>
                  </a:lnTo>
                  <a:lnTo>
                    <a:pt x="12" y="103"/>
                  </a:lnTo>
                  <a:lnTo>
                    <a:pt x="19" y="105"/>
                  </a:lnTo>
                  <a:lnTo>
                    <a:pt x="21" y="105"/>
                  </a:lnTo>
                  <a:lnTo>
                    <a:pt x="24" y="108"/>
                  </a:lnTo>
                  <a:lnTo>
                    <a:pt x="33" y="108"/>
                  </a:lnTo>
                  <a:lnTo>
                    <a:pt x="33" y="105"/>
                  </a:lnTo>
                  <a:lnTo>
                    <a:pt x="36" y="105"/>
                  </a:lnTo>
                  <a:lnTo>
                    <a:pt x="38" y="105"/>
                  </a:lnTo>
                  <a:lnTo>
                    <a:pt x="43" y="108"/>
                  </a:lnTo>
                  <a:lnTo>
                    <a:pt x="52" y="105"/>
                  </a:lnTo>
                  <a:lnTo>
                    <a:pt x="52" y="108"/>
                  </a:lnTo>
                  <a:lnTo>
                    <a:pt x="57" y="108"/>
                  </a:lnTo>
                  <a:lnTo>
                    <a:pt x="62" y="105"/>
                  </a:lnTo>
                  <a:lnTo>
                    <a:pt x="64" y="105"/>
                  </a:lnTo>
                  <a:lnTo>
                    <a:pt x="69" y="103"/>
                  </a:lnTo>
                  <a:lnTo>
                    <a:pt x="76" y="105"/>
                  </a:lnTo>
                  <a:lnTo>
                    <a:pt x="81" y="105"/>
                  </a:lnTo>
                  <a:lnTo>
                    <a:pt x="83" y="105"/>
                  </a:lnTo>
                  <a:lnTo>
                    <a:pt x="85" y="103"/>
                  </a:lnTo>
                  <a:lnTo>
                    <a:pt x="88" y="103"/>
                  </a:lnTo>
                  <a:lnTo>
                    <a:pt x="93" y="105"/>
                  </a:lnTo>
                  <a:lnTo>
                    <a:pt x="97" y="105"/>
                  </a:lnTo>
                  <a:lnTo>
                    <a:pt x="112" y="105"/>
                  </a:lnTo>
                  <a:lnTo>
                    <a:pt x="121" y="110"/>
                  </a:lnTo>
                  <a:lnTo>
                    <a:pt x="124" y="110"/>
                  </a:lnTo>
                  <a:lnTo>
                    <a:pt x="128" y="115"/>
                  </a:lnTo>
                  <a:lnTo>
                    <a:pt x="135" y="115"/>
                  </a:lnTo>
                  <a:lnTo>
                    <a:pt x="133" y="117"/>
                  </a:lnTo>
                  <a:lnTo>
                    <a:pt x="133" y="120"/>
                  </a:lnTo>
                  <a:lnTo>
                    <a:pt x="133" y="125"/>
                  </a:lnTo>
                  <a:lnTo>
                    <a:pt x="138" y="125"/>
                  </a:lnTo>
                  <a:lnTo>
                    <a:pt x="140" y="125"/>
                  </a:lnTo>
                  <a:lnTo>
                    <a:pt x="145" y="127"/>
                  </a:lnTo>
                  <a:lnTo>
                    <a:pt x="147" y="129"/>
                  </a:lnTo>
                  <a:lnTo>
                    <a:pt x="143" y="134"/>
                  </a:lnTo>
                  <a:lnTo>
                    <a:pt x="145" y="141"/>
                  </a:lnTo>
                  <a:lnTo>
                    <a:pt x="152" y="144"/>
                  </a:lnTo>
                  <a:lnTo>
                    <a:pt x="145" y="149"/>
                  </a:lnTo>
                  <a:lnTo>
                    <a:pt x="150" y="151"/>
                  </a:lnTo>
                  <a:lnTo>
                    <a:pt x="147" y="151"/>
                  </a:lnTo>
                  <a:lnTo>
                    <a:pt x="145" y="153"/>
                  </a:lnTo>
                  <a:lnTo>
                    <a:pt x="145" y="156"/>
                  </a:lnTo>
                  <a:lnTo>
                    <a:pt x="150" y="161"/>
                  </a:lnTo>
                  <a:lnTo>
                    <a:pt x="152" y="161"/>
                  </a:lnTo>
                  <a:lnTo>
                    <a:pt x="152" y="163"/>
                  </a:lnTo>
                  <a:lnTo>
                    <a:pt x="147" y="165"/>
                  </a:lnTo>
                  <a:lnTo>
                    <a:pt x="145" y="168"/>
                  </a:lnTo>
                  <a:lnTo>
                    <a:pt x="143" y="168"/>
                  </a:lnTo>
                  <a:lnTo>
                    <a:pt x="147" y="170"/>
                  </a:lnTo>
                  <a:lnTo>
                    <a:pt x="143" y="170"/>
                  </a:lnTo>
                  <a:lnTo>
                    <a:pt x="140" y="170"/>
                  </a:lnTo>
                  <a:lnTo>
                    <a:pt x="138" y="170"/>
                  </a:lnTo>
                  <a:lnTo>
                    <a:pt x="133" y="173"/>
                  </a:lnTo>
                  <a:lnTo>
                    <a:pt x="131" y="173"/>
                  </a:lnTo>
                  <a:lnTo>
                    <a:pt x="131" y="175"/>
                  </a:lnTo>
                  <a:lnTo>
                    <a:pt x="143" y="175"/>
                  </a:lnTo>
                  <a:lnTo>
                    <a:pt x="138" y="180"/>
                  </a:lnTo>
                  <a:lnTo>
                    <a:pt x="126" y="180"/>
                  </a:lnTo>
                  <a:lnTo>
                    <a:pt x="124" y="180"/>
                  </a:lnTo>
                  <a:lnTo>
                    <a:pt x="124" y="182"/>
                  </a:lnTo>
                  <a:lnTo>
                    <a:pt x="133" y="189"/>
                  </a:lnTo>
                  <a:lnTo>
                    <a:pt x="138" y="189"/>
                  </a:lnTo>
                  <a:lnTo>
                    <a:pt x="145" y="184"/>
                  </a:lnTo>
                  <a:lnTo>
                    <a:pt x="147" y="184"/>
                  </a:lnTo>
                  <a:lnTo>
                    <a:pt x="152" y="184"/>
                  </a:lnTo>
                  <a:lnTo>
                    <a:pt x="154" y="182"/>
                  </a:lnTo>
                  <a:lnTo>
                    <a:pt x="157" y="182"/>
                  </a:lnTo>
                  <a:lnTo>
                    <a:pt x="157" y="180"/>
                  </a:lnTo>
                  <a:lnTo>
                    <a:pt x="157" y="175"/>
                  </a:lnTo>
                  <a:lnTo>
                    <a:pt x="159" y="173"/>
                  </a:lnTo>
                  <a:lnTo>
                    <a:pt x="159" y="180"/>
                  </a:lnTo>
                  <a:lnTo>
                    <a:pt x="166" y="175"/>
                  </a:lnTo>
                  <a:lnTo>
                    <a:pt x="164" y="177"/>
                  </a:lnTo>
                  <a:lnTo>
                    <a:pt x="164" y="180"/>
                  </a:lnTo>
                  <a:lnTo>
                    <a:pt x="166" y="180"/>
                  </a:lnTo>
                  <a:lnTo>
                    <a:pt x="169" y="182"/>
                  </a:lnTo>
                  <a:lnTo>
                    <a:pt x="176" y="182"/>
                  </a:lnTo>
                  <a:lnTo>
                    <a:pt x="171" y="187"/>
                  </a:lnTo>
                  <a:lnTo>
                    <a:pt x="171" y="189"/>
                  </a:lnTo>
                  <a:lnTo>
                    <a:pt x="173" y="192"/>
                  </a:lnTo>
                  <a:lnTo>
                    <a:pt x="176" y="194"/>
                  </a:lnTo>
                  <a:lnTo>
                    <a:pt x="178" y="196"/>
                  </a:lnTo>
                  <a:lnTo>
                    <a:pt x="181" y="199"/>
                  </a:lnTo>
                  <a:lnTo>
                    <a:pt x="178" y="201"/>
                  </a:lnTo>
                  <a:lnTo>
                    <a:pt x="173" y="201"/>
                  </a:lnTo>
                  <a:lnTo>
                    <a:pt x="173" y="204"/>
                  </a:lnTo>
                  <a:lnTo>
                    <a:pt x="166" y="204"/>
                  </a:lnTo>
                  <a:lnTo>
                    <a:pt x="164" y="201"/>
                  </a:lnTo>
                  <a:lnTo>
                    <a:pt x="162" y="201"/>
                  </a:lnTo>
                  <a:lnTo>
                    <a:pt x="159" y="201"/>
                  </a:lnTo>
                  <a:lnTo>
                    <a:pt x="157" y="199"/>
                  </a:lnTo>
                  <a:lnTo>
                    <a:pt x="143" y="199"/>
                  </a:lnTo>
                  <a:lnTo>
                    <a:pt x="140" y="196"/>
                  </a:lnTo>
                  <a:lnTo>
                    <a:pt x="138" y="194"/>
                  </a:lnTo>
                  <a:lnTo>
                    <a:pt x="131" y="194"/>
                  </a:lnTo>
                  <a:lnTo>
                    <a:pt x="128" y="199"/>
                  </a:lnTo>
                  <a:lnTo>
                    <a:pt x="128" y="201"/>
                  </a:lnTo>
                  <a:lnTo>
                    <a:pt x="133" y="201"/>
                  </a:lnTo>
                  <a:lnTo>
                    <a:pt x="133" y="204"/>
                  </a:lnTo>
                  <a:lnTo>
                    <a:pt x="140" y="204"/>
                  </a:lnTo>
                  <a:lnTo>
                    <a:pt x="143" y="206"/>
                  </a:lnTo>
                  <a:lnTo>
                    <a:pt x="145" y="206"/>
                  </a:lnTo>
                  <a:lnTo>
                    <a:pt x="147" y="206"/>
                  </a:lnTo>
                  <a:lnTo>
                    <a:pt x="152" y="211"/>
                  </a:lnTo>
                  <a:lnTo>
                    <a:pt x="162" y="211"/>
                  </a:lnTo>
                  <a:lnTo>
                    <a:pt x="164" y="211"/>
                  </a:lnTo>
                  <a:lnTo>
                    <a:pt x="166" y="211"/>
                  </a:lnTo>
                  <a:lnTo>
                    <a:pt x="173" y="213"/>
                  </a:lnTo>
                  <a:lnTo>
                    <a:pt x="178" y="208"/>
                  </a:lnTo>
                  <a:lnTo>
                    <a:pt x="178" y="216"/>
                  </a:lnTo>
                  <a:lnTo>
                    <a:pt x="176" y="213"/>
                  </a:lnTo>
                  <a:lnTo>
                    <a:pt x="173" y="213"/>
                  </a:lnTo>
                  <a:lnTo>
                    <a:pt x="171" y="213"/>
                  </a:lnTo>
                  <a:lnTo>
                    <a:pt x="171" y="216"/>
                  </a:lnTo>
                  <a:lnTo>
                    <a:pt x="173" y="220"/>
                  </a:lnTo>
                  <a:lnTo>
                    <a:pt x="169" y="220"/>
                  </a:lnTo>
                  <a:lnTo>
                    <a:pt x="166" y="220"/>
                  </a:lnTo>
                  <a:lnTo>
                    <a:pt x="164" y="220"/>
                  </a:lnTo>
                  <a:lnTo>
                    <a:pt x="164" y="223"/>
                  </a:lnTo>
                  <a:lnTo>
                    <a:pt x="164" y="225"/>
                  </a:lnTo>
                  <a:lnTo>
                    <a:pt x="173" y="225"/>
                  </a:lnTo>
                  <a:lnTo>
                    <a:pt x="171" y="225"/>
                  </a:lnTo>
                  <a:lnTo>
                    <a:pt x="171" y="228"/>
                  </a:lnTo>
                  <a:lnTo>
                    <a:pt x="169" y="230"/>
                  </a:lnTo>
                  <a:lnTo>
                    <a:pt x="162" y="225"/>
                  </a:lnTo>
                  <a:lnTo>
                    <a:pt x="159" y="225"/>
                  </a:lnTo>
                  <a:lnTo>
                    <a:pt x="159" y="228"/>
                  </a:lnTo>
                  <a:lnTo>
                    <a:pt x="159" y="230"/>
                  </a:lnTo>
                  <a:lnTo>
                    <a:pt x="162" y="232"/>
                  </a:lnTo>
                  <a:lnTo>
                    <a:pt x="157" y="232"/>
                  </a:lnTo>
                  <a:lnTo>
                    <a:pt x="157" y="237"/>
                  </a:lnTo>
                  <a:lnTo>
                    <a:pt x="154" y="237"/>
                  </a:lnTo>
                  <a:lnTo>
                    <a:pt x="152" y="240"/>
                  </a:lnTo>
                  <a:lnTo>
                    <a:pt x="152" y="242"/>
                  </a:lnTo>
                  <a:lnTo>
                    <a:pt x="157" y="247"/>
                  </a:lnTo>
                  <a:lnTo>
                    <a:pt x="159" y="247"/>
                  </a:lnTo>
                  <a:lnTo>
                    <a:pt x="159" y="252"/>
                  </a:lnTo>
                  <a:lnTo>
                    <a:pt x="157" y="252"/>
                  </a:lnTo>
                  <a:lnTo>
                    <a:pt x="154" y="252"/>
                  </a:lnTo>
                  <a:lnTo>
                    <a:pt x="152" y="249"/>
                  </a:lnTo>
                  <a:lnTo>
                    <a:pt x="150" y="244"/>
                  </a:lnTo>
                  <a:lnTo>
                    <a:pt x="147" y="242"/>
                  </a:lnTo>
                  <a:lnTo>
                    <a:pt x="147" y="240"/>
                  </a:lnTo>
                  <a:lnTo>
                    <a:pt x="145" y="237"/>
                  </a:lnTo>
                  <a:lnTo>
                    <a:pt x="143" y="235"/>
                  </a:lnTo>
                  <a:lnTo>
                    <a:pt x="140" y="235"/>
                  </a:lnTo>
                  <a:lnTo>
                    <a:pt x="135" y="235"/>
                  </a:lnTo>
                  <a:lnTo>
                    <a:pt x="133" y="235"/>
                  </a:lnTo>
                  <a:lnTo>
                    <a:pt x="128" y="240"/>
                  </a:lnTo>
                  <a:lnTo>
                    <a:pt x="128" y="242"/>
                  </a:lnTo>
                  <a:lnTo>
                    <a:pt x="133" y="244"/>
                  </a:lnTo>
                  <a:lnTo>
                    <a:pt x="138" y="244"/>
                  </a:lnTo>
                  <a:lnTo>
                    <a:pt x="140" y="247"/>
                  </a:lnTo>
                  <a:lnTo>
                    <a:pt x="135" y="249"/>
                  </a:lnTo>
                  <a:lnTo>
                    <a:pt x="131" y="249"/>
                  </a:lnTo>
                  <a:lnTo>
                    <a:pt x="128" y="247"/>
                  </a:lnTo>
                  <a:lnTo>
                    <a:pt x="121" y="247"/>
                  </a:lnTo>
                  <a:lnTo>
                    <a:pt x="119" y="249"/>
                  </a:lnTo>
                  <a:lnTo>
                    <a:pt x="116" y="249"/>
                  </a:lnTo>
                  <a:lnTo>
                    <a:pt x="114" y="249"/>
                  </a:lnTo>
                  <a:lnTo>
                    <a:pt x="112" y="252"/>
                  </a:lnTo>
                  <a:lnTo>
                    <a:pt x="109" y="252"/>
                  </a:lnTo>
                  <a:lnTo>
                    <a:pt x="121" y="252"/>
                  </a:lnTo>
                  <a:lnTo>
                    <a:pt x="126" y="252"/>
                  </a:lnTo>
                  <a:lnTo>
                    <a:pt x="140" y="252"/>
                  </a:lnTo>
                  <a:lnTo>
                    <a:pt x="143" y="252"/>
                  </a:lnTo>
                  <a:lnTo>
                    <a:pt x="131" y="252"/>
                  </a:lnTo>
                  <a:lnTo>
                    <a:pt x="112" y="256"/>
                  </a:lnTo>
                  <a:lnTo>
                    <a:pt x="107" y="256"/>
                  </a:lnTo>
                  <a:lnTo>
                    <a:pt x="105" y="259"/>
                  </a:lnTo>
                  <a:lnTo>
                    <a:pt x="107" y="259"/>
                  </a:lnTo>
                  <a:lnTo>
                    <a:pt x="107" y="261"/>
                  </a:lnTo>
                  <a:lnTo>
                    <a:pt x="114" y="261"/>
                  </a:lnTo>
                  <a:lnTo>
                    <a:pt x="119" y="259"/>
                  </a:lnTo>
                  <a:lnTo>
                    <a:pt x="124" y="259"/>
                  </a:lnTo>
                  <a:lnTo>
                    <a:pt x="128" y="256"/>
                  </a:lnTo>
                  <a:lnTo>
                    <a:pt x="138" y="256"/>
                  </a:lnTo>
                  <a:lnTo>
                    <a:pt x="140" y="259"/>
                  </a:lnTo>
                  <a:lnTo>
                    <a:pt x="138" y="261"/>
                  </a:lnTo>
                  <a:lnTo>
                    <a:pt x="114" y="261"/>
                  </a:lnTo>
                  <a:lnTo>
                    <a:pt x="112" y="261"/>
                  </a:lnTo>
                  <a:lnTo>
                    <a:pt x="102" y="261"/>
                  </a:lnTo>
                  <a:lnTo>
                    <a:pt x="102" y="264"/>
                  </a:lnTo>
                  <a:lnTo>
                    <a:pt x="107" y="264"/>
                  </a:lnTo>
                  <a:lnTo>
                    <a:pt x="107" y="266"/>
                  </a:lnTo>
                  <a:lnTo>
                    <a:pt x="112" y="266"/>
                  </a:lnTo>
                  <a:lnTo>
                    <a:pt x="114" y="266"/>
                  </a:lnTo>
                  <a:lnTo>
                    <a:pt x="109" y="266"/>
                  </a:lnTo>
                  <a:lnTo>
                    <a:pt x="107" y="268"/>
                  </a:lnTo>
                  <a:lnTo>
                    <a:pt x="107" y="271"/>
                  </a:lnTo>
                  <a:lnTo>
                    <a:pt x="105" y="273"/>
                  </a:lnTo>
                  <a:lnTo>
                    <a:pt x="102" y="273"/>
                  </a:lnTo>
                  <a:lnTo>
                    <a:pt x="100" y="275"/>
                  </a:lnTo>
                  <a:lnTo>
                    <a:pt x="97" y="275"/>
                  </a:lnTo>
                  <a:lnTo>
                    <a:pt x="107" y="278"/>
                  </a:lnTo>
                  <a:lnTo>
                    <a:pt x="97" y="280"/>
                  </a:lnTo>
                  <a:lnTo>
                    <a:pt x="97" y="283"/>
                  </a:lnTo>
                  <a:lnTo>
                    <a:pt x="100" y="285"/>
                  </a:lnTo>
                  <a:lnTo>
                    <a:pt x="105" y="285"/>
                  </a:lnTo>
                  <a:lnTo>
                    <a:pt x="107" y="285"/>
                  </a:lnTo>
                  <a:lnTo>
                    <a:pt x="114" y="285"/>
                  </a:lnTo>
                  <a:lnTo>
                    <a:pt x="112" y="285"/>
                  </a:lnTo>
                  <a:lnTo>
                    <a:pt x="109" y="285"/>
                  </a:lnTo>
                  <a:lnTo>
                    <a:pt x="107" y="287"/>
                  </a:lnTo>
                  <a:lnTo>
                    <a:pt x="102" y="290"/>
                  </a:lnTo>
                  <a:lnTo>
                    <a:pt x="102" y="292"/>
                  </a:lnTo>
                  <a:lnTo>
                    <a:pt x="105" y="295"/>
                  </a:lnTo>
                  <a:lnTo>
                    <a:pt x="107" y="295"/>
                  </a:lnTo>
                  <a:lnTo>
                    <a:pt x="109" y="292"/>
                  </a:lnTo>
                  <a:lnTo>
                    <a:pt x="114" y="290"/>
                  </a:lnTo>
                  <a:lnTo>
                    <a:pt x="112" y="295"/>
                  </a:lnTo>
                  <a:lnTo>
                    <a:pt x="109" y="295"/>
                  </a:lnTo>
                  <a:lnTo>
                    <a:pt x="107" y="299"/>
                  </a:lnTo>
                  <a:lnTo>
                    <a:pt x="107" y="304"/>
                  </a:lnTo>
                  <a:lnTo>
                    <a:pt x="109" y="304"/>
                  </a:lnTo>
                  <a:lnTo>
                    <a:pt x="109" y="302"/>
                  </a:lnTo>
                  <a:lnTo>
                    <a:pt x="114" y="302"/>
                  </a:lnTo>
                  <a:lnTo>
                    <a:pt x="109" y="307"/>
                  </a:lnTo>
                  <a:lnTo>
                    <a:pt x="107" y="307"/>
                  </a:lnTo>
                  <a:lnTo>
                    <a:pt x="105" y="309"/>
                  </a:lnTo>
                  <a:lnTo>
                    <a:pt x="102" y="311"/>
                  </a:lnTo>
                  <a:lnTo>
                    <a:pt x="102" y="316"/>
                  </a:lnTo>
                  <a:lnTo>
                    <a:pt x="105" y="316"/>
                  </a:lnTo>
                  <a:lnTo>
                    <a:pt x="107" y="314"/>
                  </a:lnTo>
                  <a:lnTo>
                    <a:pt x="114" y="307"/>
                  </a:lnTo>
                  <a:lnTo>
                    <a:pt x="124" y="307"/>
                  </a:lnTo>
                  <a:lnTo>
                    <a:pt x="126" y="304"/>
                  </a:lnTo>
                  <a:lnTo>
                    <a:pt x="128" y="304"/>
                  </a:lnTo>
                  <a:lnTo>
                    <a:pt x="128" y="307"/>
                  </a:lnTo>
                  <a:lnTo>
                    <a:pt x="133" y="304"/>
                  </a:lnTo>
                  <a:lnTo>
                    <a:pt x="128" y="311"/>
                  </a:lnTo>
                  <a:lnTo>
                    <a:pt x="135" y="311"/>
                  </a:lnTo>
                  <a:lnTo>
                    <a:pt x="128" y="311"/>
                  </a:lnTo>
                  <a:lnTo>
                    <a:pt x="124" y="314"/>
                  </a:lnTo>
                  <a:lnTo>
                    <a:pt x="124" y="316"/>
                  </a:lnTo>
                  <a:lnTo>
                    <a:pt x="119" y="316"/>
                  </a:lnTo>
                  <a:lnTo>
                    <a:pt x="116" y="316"/>
                  </a:lnTo>
                  <a:lnTo>
                    <a:pt x="114" y="319"/>
                  </a:lnTo>
                  <a:lnTo>
                    <a:pt x="114" y="321"/>
                  </a:lnTo>
                  <a:lnTo>
                    <a:pt x="112" y="321"/>
                  </a:lnTo>
                  <a:lnTo>
                    <a:pt x="107" y="323"/>
                  </a:lnTo>
                  <a:lnTo>
                    <a:pt x="105" y="326"/>
                  </a:lnTo>
                  <a:lnTo>
                    <a:pt x="109" y="326"/>
                  </a:lnTo>
                  <a:lnTo>
                    <a:pt x="107" y="326"/>
                  </a:lnTo>
                  <a:lnTo>
                    <a:pt x="107" y="328"/>
                  </a:lnTo>
                  <a:lnTo>
                    <a:pt x="107" y="331"/>
                  </a:lnTo>
                  <a:lnTo>
                    <a:pt x="109" y="331"/>
                  </a:lnTo>
                  <a:lnTo>
                    <a:pt x="107" y="333"/>
                  </a:lnTo>
                  <a:lnTo>
                    <a:pt x="107" y="335"/>
                  </a:lnTo>
                  <a:lnTo>
                    <a:pt x="116" y="335"/>
                  </a:lnTo>
                  <a:lnTo>
                    <a:pt x="112" y="343"/>
                  </a:lnTo>
                  <a:lnTo>
                    <a:pt x="116" y="340"/>
                  </a:lnTo>
                  <a:lnTo>
                    <a:pt x="119" y="340"/>
                  </a:lnTo>
                  <a:lnTo>
                    <a:pt x="116" y="340"/>
                  </a:lnTo>
                  <a:lnTo>
                    <a:pt x="114" y="343"/>
                  </a:lnTo>
                  <a:lnTo>
                    <a:pt x="114" y="345"/>
                  </a:lnTo>
                  <a:lnTo>
                    <a:pt x="112" y="347"/>
                  </a:lnTo>
                  <a:lnTo>
                    <a:pt x="112" y="352"/>
                  </a:lnTo>
                  <a:lnTo>
                    <a:pt x="114" y="352"/>
                  </a:lnTo>
                  <a:lnTo>
                    <a:pt x="121" y="352"/>
                  </a:lnTo>
                  <a:lnTo>
                    <a:pt x="116" y="359"/>
                  </a:lnTo>
                  <a:lnTo>
                    <a:pt x="126" y="357"/>
                  </a:lnTo>
                  <a:lnTo>
                    <a:pt x="121" y="362"/>
                  </a:lnTo>
                  <a:lnTo>
                    <a:pt x="124" y="366"/>
                  </a:lnTo>
                  <a:lnTo>
                    <a:pt x="128" y="366"/>
                  </a:lnTo>
                  <a:lnTo>
                    <a:pt x="126" y="366"/>
                  </a:lnTo>
                  <a:lnTo>
                    <a:pt x="126" y="369"/>
                  </a:lnTo>
                  <a:lnTo>
                    <a:pt x="128" y="371"/>
                  </a:lnTo>
                  <a:lnTo>
                    <a:pt x="133" y="371"/>
                  </a:lnTo>
                  <a:lnTo>
                    <a:pt x="128" y="376"/>
                  </a:lnTo>
                  <a:lnTo>
                    <a:pt x="135" y="376"/>
                  </a:lnTo>
                  <a:lnTo>
                    <a:pt x="133" y="381"/>
                  </a:lnTo>
                  <a:lnTo>
                    <a:pt x="145" y="378"/>
                  </a:lnTo>
                  <a:lnTo>
                    <a:pt x="147" y="381"/>
                  </a:lnTo>
                  <a:lnTo>
                    <a:pt x="150" y="381"/>
                  </a:lnTo>
                  <a:lnTo>
                    <a:pt x="152" y="378"/>
                  </a:lnTo>
                  <a:lnTo>
                    <a:pt x="162" y="374"/>
                  </a:lnTo>
                  <a:lnTo>
                    <a:pt x="164" y="371"/>
                  </a:lnTo>
                  <a:lnTo>
                    <a:pt x="164" y="374"/>
                  </a:lnTo>
                  <a:lnTo>
                    <a:pt x="162" y="376"/>
                  </a:lnTo>
                  <a:lnTo>
                    <a:pt x="169" y="378"/>
                  </a:lnTo>
                  <a:lnTo>
                    <a:pt x="171" y="376"/>
                  </a:lnTo>
                  <a:lnTo>
                    <a:pt x="173" y="376"/>
                  </a:lnTo>
                  <a:lnTo>
                    <a:pt x="169" y="378"/>
                  </a:lnTo>
                  <a:lnTo>
                    <a:pt x="164" y="381"/>
                  </a:lnTo>
                  <a:lnTo>
                    <a:pt x="162" y="383"/>
                  </a:lnTo>
                  <a:lnTo>
                    <a:pt x="162" y="386"/>
                  </a:lnTo>
                  <a:lnTo>
                    <a:pt x="169" y="386"/>
                  </a:lnTo>
                  <a:lnTo>
                    <a:pt x="173" y="386"/>
                  </a:lnTo>
                  <a:lnTo>
                    <a:pt x="176" y="386"/>
                  </a:lnTo>
                  <a:lnTo>
                    <a:pt x="173" y="386"/>
                  </a:lnTo>
                  <a:lnTo>
                    <a:pt x="171" y="388"/>
                  </a:lnTo>
                  <a:lnTo>
                    <a:pt x="169" y="390"/>
                  </a:lnTo>
                  <a:lnTo>
                    <a:pt x="169" y="393"/>
                  </a:lnTo>
                  <a:lnTo>
                    <a:pt x="169" y="395"/>
                  </a:lnTo>
                  <a:lnTo>
                    <a:pt x="176" y="395"/>
                  </a:lnTo>
                  <a:lnTo>
                    <a:pt x="178" y="393"/>
                  </a:lnTo>
                  <a:lnTo>
                    <a:pt x="178" y="395"/>
                  </a:lnTo>
                  <a:lnTo>
                    <a:pt x="183" y="398"/>
                  </a:lnTo>
                  <a:lnTo>
                    <a:pt x="188" y="398"/>
                  </a:lnTo>
                  <a:lnTo>
                    <a:pt x="192" y="395"/>
                  </a:lnTo>
                  <a:lnTo>
                    <a:pt x="195" y="393"/>
                  </a:lnTo>
                  <a:lnTo>
                    <a:pt x="192" y="390"/>
                  </a:lnTo>
                  <a:lnTo>
                    <a:pt x="192" y="388"/>
                  </a:lnTo>
                  <a:lnTo>
                    <a:pt x="197" y="388"/>
                  </a:lnTo>
                  <a:lnTo>
                    <a:pt x="200" y="386"/>
                  </a:lnTo>
                  <a:lnTo>
                    <a:pt x="200" y="378"/>
                  </a:lnTo>
                  <a:lnTo>
                    <a:pt x="202" y="381"/>
                  </a:lnTo>
                  <a:lnTo>
                    <a:pt x="207" y="381"/>
                  </a:lnTo>
                  <a:lnTo>
                    <a:pt x="207" y="376"/>
                  </a:lnTo>
                  <a:lnTo>
                    <a:pt x="207" y="374"/>
                  </a:lnTo>
                  <a:lnTo>
                    <a:pt x="207" y="371"/>
                  </a:lnTo>
                  <a:lnTo>
                    <a:pt x="207" y="374"/>
                  </a:lnTo>
                  <a:lnTo>
                    <a:pt x="209" y="376"/>
                  </a:lnTo>
                  <a:lnTo>
                    <a:pt x="212" y="376"/>
                  </a:lnTo>
                  <a:lnTo>
                    <a:pt x="214" y="374"/>
                  </a:lnTo>
                  <a:lnTo>
                    <a:pt x="214" y="371"/>
                  </a:lnTo>
                  <a:lnTo>
                    <a:pt x="209" y="366"/>
                  </a:lnTo>
                  <a:lnTo>
                    <a:pt x="216" y="366"/>
                  </a:lnTo>
                  <a:lnTo>
                    <a:pt x="216" y="364"/>
                  </a:lnTo>
                  <a:lnTo>
                    <a:pt x="214" y="362"/>
                  </a:lnTo>
                  <a:lnTo>
                    <a:pt x="223" y="362"/>
                  </a:lnTo>
                  <a:lnTo>
                    <a:pt x="219" y="357"/>
                  </a:lnTo>
                  <a:lnTo>
                    <a:pt x="223" y="355"/>
                  </a:lnTo>
                  <a:lnTo>
                    <a:pt x="219" y="352"/>
                  </a:lnTo>
                  <a:lnTo>
                    <a:pt x="216" y="350"/>
                  </a:lnTo>
                  <a:lnTo>
                    <a:pt x="219" y="350"/>
                  </a:lnTo>
                  <a:lnTo>
                    <a:pt x="221" y="350"/>
                  </a:lnTo>
                  <a:lnTo>
                    <a:pt x="216" y="343"/>
                  </a:lnTo>
                  <a:lnTo>
                    <a:pt x="221" y="347"/>
                  </a:lnTo>
                  <a:lnTo>
                    <a:pt x="223" y="347"/>
                  </a:lnTo>
                  <a:lnTo>
                    <a:pt x="228" y="343"/>
                  </a:lnTo>
                  <a:lnTo>
                    <a:pt x="235" y="343"/>
                  </a:lnTo>
                  <a:lnTo>
                    <a:pt x="235" y="340"/>
                  </a:lnTo>
                  <a:lnTo>
                    <a:pt x="233" y="338"/>
                  </a:lnTo>
                  <a:lnTo>
                    <a:pt x="238" y="338"/>
                  </a:lnTo>
                  <a:lnTo>
                    <a:pt x="242" y="331"/>
                  </a:lnTo>
                  <a:lnTo>
                    <a:pt x="245" y="331"/>
                  </a:lnTo>
                  <a:lnTo>
                    <a:pt x="252" y="331"/>
                  </a:lnTo>
                  <a:lnTo>
                    <a:pt x="252" y="326"/>
                  </a:lnTo>
                  <a:lnTo>
                    <a:pt x="257" y="331"/>
                  </a:lnTo>
                  <a:lnTo>
                    <a:pt x="259" y="326"/>
                  </a:lnTo>
                  <a:lnTo>
                    <a:pt x="259" y="319"/>
                  </a:lnTo>
                  <a:lnTo>
                    <a:pt x="252" y="316"/>
                  </a:lnTo>
                  <a:lnTo>
                    <a:pt x="257" y="316"/>
                  </a:lnTo>
                  <a:lnTo>
                    <a:pt x="264" y="311"/>
                  </a:lnTo>
                  <a:lnTo>
                    <a:pt x="266" y="307"/>
                  </a:lnTo>
                  <a:lnTo>
                    <a:pt x="259" y="304"/>
                  </a:lnTo>
                  <a:lnTo>
                    <a:pt x="264" y="299"/>
                  </a:lnTo>
                  <a:lnTo>
                    <a:pt x="278" y="299"/>
                  </a:lnTo>
                  <a:lnTo>
                    <a:pt x="280" y="297"/>
                  </a:lnTo>
                  <a:lnTo>
                    <a:pt x="280" y="292"/>
                  </a:lnTo>
                  <a:lnTo>
                    <a:pt x="288" y="290"/>
                  </a:lnTo>
                  <a:lnTo>
                    <a:pt x="292" y="290"/>
                  </a:lnTo>
                  <a:lnTo>
                    <a:pt x="295" y="292"/>
                  </a:lnTo>
                  <a:lnTo>
                    <a:pt x="302" y="292"/>
                  </a:lnTo>
                  <a:lnTo>
                    <a:pt x="311" y="283"/>
                  </a:lnTo>
                  <a:lnTo>
                    <a:pt x="311" y="280"/>
                  </a:lnTo>
                  <a:lnTo>
                    <a:pt x="314" y="280"/>
                  </a:lnTo>
                  <a:lnTo>
                    <a:pt x="316" y="278"/>
                  </a:lnTo>
                  <a:lnTo>
                    <a:pt x="319" y="278"/>
                  </a:lnTo>
                  <a:lnTo>
                    <a:pt x="319" y="280"/>
                  </a:lnTo>
                  <a:lnTo>
                    <a:pt x="316" y="283"/>
                  </a:lnTo>
                  <a:lnTo>
                    <a:pt x="314" y="285"/>
                  </a:lnTo>
                  <a:lnTo>
                    <a:pt x="311" y="290"/>
                  </a:lnTo>
                  <a:lnTo>
                    <a:pt x="319" y="290"/>
                  </a:lnTo>
                  <a:lnTo>
                    <a:pt x="319" y="285"/>
                  </a:lnTo>
                  <a:lnTo>
                    <a:pt x="323" y="285"/>
                  </a:lnTo>
                  <a:lnTo>
                    <a:pt x="326" y="283"/>
                  </a:lnTo>
                  <a:lnTo>
                    <a:pt x="328" y="283"/>
                  </a:lnTo>
                  <a:lnTo>
                    <a:pt x="328" y="285"/>
                  </a:lnTo>
                  <a:lnTo>
                    <a:pt x="333" y="285"/>
                  </a:lnTo>
                  <a:lnTo>
                    <a:pt x="335" y="285"/>
                  </a:lnTo>
                  <a:lnTo>
                    <a:pt x="342" y="283"/>
                  </a:lnTo>
                  <a:lnTo>
                    <a:pt x="347" y="278"/>
                  </a:lnTo>
                  <a:lnTo>
                    <a:pt x="349" y="275"/>
                  </a:lnTo>
                  <a:lnTo>
                    <a:pt x="359" y="275"/>
                  </a:lnTo>
                  <a:lnTo>
                    <a:pt x="366" y="275"/>
                  </a:lnTo>
                  <a:lnTo>
                    <a:pt x="371" y="271"/>
                  </a:lnTo>
                  <a:lnTo>
                    <a:pt x="373" y="268"/>
                  </a:lnTo>
                  <a:lnTo>
                    <a:pt x="376" y="266"/>
                  </a:lnTo>
                  <a:lnTo>
                    <a:pt x="383" y="259"/>
                  </a:lnTo>
                  <a:lnTo>
                    <a:pt x="385" y="256"/>
                  </a:lnTo>
                  <a:lnTo>
                    <a:pt x="390" y="254"/>
                  </a:lnTo>
                  <a:lnTo>
                    <a:pt x="399" y="252"/>
                  </a:lnTo>
                  <a:lnTo>
                    <a:pt x="402" y="252"/>
                  </a:lnTo>
                  <a:lnTo>
                    <a:pt x="404" y="249"/>
                  </a:lnTo>
                  <a:lnTo>
                    <a:pt x="407" y="249"/>
                  </a:lnTo>
                  <a:lnTo>
                    <a:pt x="407" y="247"/>
                  </a:lnTo>
                  <a:lnTo>
                    <a:pt x="407" y="244"/>
                  </a:lnTo>
                  <a:lnTo>
                    <a:pt x="407" y="240"/>
                  </a:lnTo>
                  <a:lnTo>
                    <a:pt x="407" y="235"/>
                  </a:lnTo>
                  <a:lnTo>
                    <a:pt x="414" y="242"/>
                  </a:lnTo>
                  <a:lnTo>
                    <a:pt x="416" y="244"/>
                  </a:lnTo>
                  <a:lnTo>
                    <a:pt x="418" y="244"/>
                  </a:lnTo>
                  <a:lnTo>
                    <a:pt x="437" y="244"/>
                  </a:lnTo>
                  <a:lnTo>
                    <a:pt x="447" y="242"/>
                  </a:lnTo>
                  <a:lnTo>
                    <a:pt x="454" y="240"/>
                  </a:lnTo>
                  <a:lnTo>
                    <a:pt x="459" y="240"/>
                  </a:lnTo>
                  <a:lnTo>
                    <a:pt x="468" y="237"/>
                  </a:lnTo>
                  <a:lnTo>
                    <a:pt x="480" y="235"/>
                  </a:lnTo>
                  <a:lnTo>
                    <a:pt x="487" y="235"/>
                  </a:lnTo>
                  <a:lnTo>
                    <a:pt x="492" y="230"/>
                  </a:lnTo>
                  <a:lnTo>
                    <a:pt x="499" y="230"/>
                  </a:lnTo>
                  <a:lnTo>
                    <a:pt x="502" y="228"/>
                  </a:lnTo>
                  <a:lnTo>
                    <a:pt x="509" y="228"/>
                  </a:lnTo>
                  <a:lnTo>
                    <a:pt x="516" y="220"/>
                  </a:lnTo>
                  <a:lnTo>
                    <a:pt x="518" y="220"/>
                  </a:lnTo>
                  <a:lnTo>
                    <a:pt x="518" y="218"/>
                  </a:lnTo>
                  <a:lnTo>
                    <a:pt x="523" y="218"/>
                  </a:lnTo>
                  <a:lnTo>
                    <a:pt x="525" y="216"/>
                  </a:lnTo>
                  <a:lnTo>
                    <a:pt x="528" y="216"/>
                  </a:lnTo>
                  <a:lnTo>
                    <a:pt x="542" y="213"/>
                  </a:lnTo>
                  <a:lnTo>
                    <a:pt x="552" y="211"/>
                  </a:lnTo>
                  <a:lnTo>
                    <a:pt x="552" y="206"/>
                  </a:lnTo>
                  <a:lnTo>
                    <a:pt x="549" y="206"/>
                  </a:lnTo>
                  <a:lnTo>
                    <a:pt x="547" y="208"/>
                  </a:lnTo>
                  <a:lnTo>
                    <a:pt x="537" y="208"/>
                  </a:lnTo>
                  <a:lnTo>
                    <a:pt x="530" y="206"/>
                  </a:lnTo>
                  <a:lnTo>
                    <a:pt x="525" y="206"/>
                  </a:lnTo>
                  <a:lnTo>
                    <a:pt x="521" y="204"/>
                  </a:lnTo>
                  <a:lnTo>
                    <a:pt x="509" y="204"/>
                  </a:lnTo>
                  <a:lnTo>
                    <a:pt x="499" y="206"/>
                  </a:lnTo>
                  <a:lnTo>
                    <a:pt x="490" y="206"/>
                  </a:lnTo>
                  <a:lnTo>
                    <a:pt x="487" y="211"/>
                  </a:lnTo>
                  <a:lnTo>
                    <a:pt x="471" y="211"/>
                  </a:lnTo>
                  <a:lnTo>
                    <a:pt x="485" y="206"/>
                  </a:lnTo>
                  <a:lnTo>
                    <a:pt x="494" y="204"/>
                  </a:lnTo>
                  <a:lnTo>
                    <a:pt x="499" y="204"/>
                  </a:lnTo>
                  <a:lnTo>
                    <a:pt x="502" y="201"/>
                  </a:lnTo>
                  <a:lnTo>
                    <a:pt x="506" y="201"/>
                  </a:lnTo>
                  <a:lnTo>
                    <a:pt x="511" y="199"/>
                  </a:lnTo>
                  <a:lnTo>
                    <a:pt x="514" y="199"/>
                  </a:lnTo>
                  <a:lnTo>
                    <a:pt x="516" y="199"/>
                  </a:lnTo>
                  <a:lnTo>
                    <a:pt x="514" y="196"/>
                  </a:lnTo>
                  <a:lnTo>
                    <a:pt x="509" y="194"/>
                  </a:lnTo>
                  <a:lnTo>
                    <a:pt x="506" y="194"/>
                  </a:lnTo>
                  <a:lnTo>
                    <a:pt x="504" y="194"/>
                  </a:lnTo>
                  <a:lnTo>
                    <a:pt x="497" y="196"/>
                  </a:lnTo>
                  <a:lnTo>
                    <a:pt x="483" y="201"/>
                  </a:lnTo>
                  <a:lnTo>
                    <a:pt x="468" y="201"/>
                  </a:lnTo>
                  <a:lnTo>
                    <a:pt x="478" y="196"/>
                  </a:lnTo>
                  <a:lnTo>
                    <a:pt x="485" y="192"/>
                  </a:lnTo>
                  <a:lnTo>
                    <a:pt x="487" y="192"/>
                  </a:lnTo>
                  <a:lnTo>
                    <a:pt x="492" y="194"/>
                  </a:lnTo>
                  <a:lnTo>
                    <a:pt x="497" y="194"/>
                  </a:lnTo>
                  <a:lnTo>
                    <a:pt x="499" y="192"/>
                  </a:lnTo>
                  <a:lnTo>
                    <a:pt x="504" y="192"/>
                  </a:lnTo>
                  <a:lnTo>
                    <a:pt x="506" y="189"/>
                  </a:lnTo>
                  <a:lnTo>
                    <a:pt x="516" y="189"/>
                  </a:lnTo>
                  <a:lnTo>
                    <a:pt x="518" y="189"/>
                  </a:lnTo>
                  <a:lnTo>
                    <a:pt x="516" y="187"/>
                  </a:lnTo>
                  <a:lnTo>
                    <a:pt x="514" y="187"/>
                  </a:lnTo>
                  <a:lnTo>
                    <a:pt x="509" y="184"/>
                  </a:lnTo>
                  <a:lnTo>
                    <a:pt x="485" y="184"/>
                  </a:lnTo>
                  <a:lnTo>
                    <a:pt x="492" y="182"/>
                  </a:lnTo>
                  <a:lnTo>
                    <a:pt x="485" y="180"/>
                  </a:lnTo>
                  <a:lnTo>
                    <a:pt x="485" y="175"/>
                  </a:lnTo>
                  <a:lnTo>
                    <a:pt x="487" y="175"/>
                  </a:lnTo>
                  <a:lnTo>
                    <a:pt x="490" y="177"/>
                  </a:lnTo>
                  <a:lnTo>
                    <a:pt x="492" y="180"/>
                  </a:lnTo>
                  <a:lnTo>
                    <a:pt x="497" y="182"/>
                  </a:lnTo>
                  <a:lnTo>
                    <a:pt x="504" y="182"/>
                  </a:lnTo>
                  <a:lnTo>
                    <a:pt x="506" y="184"/>
                  </a:lnTo>
                  <a:lnTo>
                    <a:pt x="509" y="184"/>
                  </a:lnTo>
                  <a:lnTo>
                    <a:pt x="514" y="184"/>
                  </a:lnTo>
                  <a:lnTo>
                    <a:pt x="518" y="184"/>
                  </a:lnTo>
                  <a:lnTo>
                    <a:pt x="518" y="187"/>
                  </a:lnTo>
                  <a:lnTo>
                    <a:pt x="523" y="187"/>
                  </a:lnTo>
                  <a:lnTo>
                    <a:pt x="523" y="184"/>
                  </a:lnTo>
                  <a:lnTo>
                    <a:pt x="528" y="184"/>
                  </a:lnTo>
                  <a:lnTo>
                    <a:pt x="528" y="187"/>
                  </a:lnTo>
                  <a:lnTo>
                    <a:pt x="528" y="189"/>
                  </a:lnTo>
                  <a:lnTo>
                    <a:pt x="528" y="192"/>
                  </a:lnTo>
                  <a:lnTo>
                    <a:pt x="528" y="196"/>
                  </a:lnTo>
                  <a:lnTo>
                    <a:pt x="528" y="199"/>
                  </a:lnTo>
                  <a:lnTo>
                    <a:pt x="533" y="199"/>
                  </a:lnTo>
                  <a:lnTo>
                    <a:pt x="537" y="201"/>
                  </a:lnTo>
                  <a:lnTo>
                    <a:pt x="542" y="201"/>
                  </a:lnTo>
                  <a:lnTo>
                    <a:pt x="547" y="201"/>
                  </a:lnTo>
                  <a:lnTo>
                    <a:pt x="549" y="201"/>
                  </a:lnTo>
                  <a:lnTo>
                    <a:pt x="552" y="199"/>
                  </a:lnTo>
                  <a:lnTo>
                    <a:pt x="554" y="199"/>
                  </a:lnTo>
                  <a:lnTo>
                    <a:pt x="554" y="204"/>
                  </a:lnTo>
                  <a:lnTo>
                    <a:pt x="559" y="204"/>
                  </a:lnTo>
                  <a:lnTo>
                    <a:pt x="561" y="201"/>
                  </a:lnTo>
                  <a:lnTo>
                    <a:pt x="563" y="201"/>
                  </a:lnTo>
                  <a:lnTo>
                    <a:pt x="563" y="194"/>
                  </a:lnTo>
                  <a:lnTo>
                    <a:pt x="561" y="194"/>
                  </a:lnTo>
                  <a:lnTo>
                    <a:pt x="563" y="189"/>
                  </a:lnTo>
                  <a:lnTo>
                    <a:pt x="563" y="187"/>
                  </a:lnTo>
                  <a:lnTo>
                    <a:pt x="559" y="187"/>
                  </a:lnTo>
                  <a:lnTo>
                    <a:pt x="556" y="182"/>
                  </a:lnTo>
                  <a:lnTo>
                    <a:pt x="552" y="180"/>
                  </a:lnTo>
                  <a:lnTo>
                    <a:pt x="552" y="175"/>
                  </a:lnTo>
                  <a:lnTo>
                    <a:pt x="533" y="170"/>
                  </a:lnTo>
                  <a:lnTo>
                    <a:pt x="523" y="170"/>
                  </a:lnTo>
                  <a:lnTo>
                    <a:pt x="521" y="170"/>
                  </a:lnTo>
                  <a:lnTo>
                    <a:pt x="528" y="168"/>
                  </a:lnTo>
                  <a:lnTo>
                    <a:pt x="530" y="165"/>
                  </a:lnTo>
                  <a:lnTo>
                    <a:pt x="528" y="165"/>
                  </a:lnTo>
                  <a:lnTo>
                    <a:pt x="525" y="163"/>
                  </a:lnTo>
                  <a:lnTo>
                    <a:pt x="514" y="163"/>
                  </a:lnTo>
                  <a:lnTo>
                    <a:pt x="509" y="161"/>
                  </a:lnTo>
                  <a:lnTo>
                    <a:pt x="504" y="161"/>
                  </a:lnTo>
                  <a:lnTo>
                    <a:pt x="509" y="156"/>
                  </a:lnTo>
                  <a:lnTo>
                    <a:pt x="523" y="156"/>
                  </a:lnTo>
                  <a:lnTo>
                    <a:pt x="528" y="153"/>
                  </a:lnTo>
                  <a:lnTo>
                    <a:pt x="533" y="153"/>
                  </a:lnTo>
                  <a:lnTo>
                    <a:pt x="547" y="156"/>
                  </a:lnTo>
                  <a:lnTo>
                    <a:pt x="552" y="156"/>
                  </a:lnTo>
                  <a:lnTo>
                    <a:pt x="554" y="156"/>
                  </a:lnTo>
                  <a:lnTo>
                    <a:pt x="556" y="158"/>
                  </a:lnTo>
                  <a:lnTo>
                    <a:pt x="559" y="161"/>
                  </a:lnTo>
                  <a:lnTo>
                    <a:pt x="563" y="165"/>
                  </a:lnTo>
                  <a:lnTo>
                    <a:pt x="568" y="165"/>
                  </a:lnTo>
                  <a:lnTo>
                    <a:pt x="568" y="163"/>
                  </a:lnTo>
                  <a:lnTo>
                    <a:pt x="568" y="158"/>
                  </a:lnTo>
                  <a:lnTo>
                    <a:pt x="559" y="156"/>
                  </a:lnTo>
                  <a:lnTo>
                    <a:pt x="552" y="153"/>
                  </a:lnTo>
                  <a:lnTo>
                    <a:pt x="540" y="151"/>
                  </a:lnTo>
                  <a:lnTo>
                    <a:pt x="544" y="149"/>
                  </a:lnTo>
                  <a:lnTo>
                    <a:pt x="547" y="149"/>
                  </a:lnTo>
                  <a:lnTo>
                    <a:pt x="552" y="151"/>
                  </a:lnTo>
                  <a:lnTo>
                    <a:pt x="556" y="151"/>
                  </a:lnTo>
                  <a:lnTo>
                    <a:pt x="559" y="153"/>
                  </a:lnTo>
                  <a:lnTo>
                    <a:pt x="578" y="153"/>
                  </a:lnTo>
                  <a:lnTo>
                    <a:pt x="594" y="151"/>
                  </a:lnTo>
                  <a:lnTo>
                    <a:pt x="594" y="144"/>
                  </a:lnTo>
                  <a:lnTo>
                    <a:pt x="582" y="141"/>
                  </a:lnTo>
                  <a:lnTo>
                    <a:pt x="578" y="146"/>
                  </a:lnTo>
                  <a:lnTo>
                    <a:pt x="573" y="141"/>
                  </a:lnTo>
                  <a:lnTo>
                    <a:pt x="573" y="139"/>
                  </a:lnTo>
                  <a:lnTo>
                    <a:pt x="587" y="139"/>
                  </a:lnTo>
                  <a:lnTo>
                    <a:pt x="599" y="137"/>
                  </a:lnTo>
                  <a:lnTo>
                    <a:pt x="602" y="139"/>
                  </a:lnTo>
                  <a:lnTo>
                    <a:pt x="609" y="139"/>
                  </a:lnTo>
                  <a:lnTo>
                    <a:pt x="616" y="134"/>
                  </a:lnTo>
                  <a:lnTo>
                    <a:pt x="618" y="134"/>
                  </a:lnTo>
                  <a:lnTo>
                    <a:pt x="618" y="132"/>
                  </a:lnTo>
                  <a:lnTo>
                    <a:pt x="599" y="132"/>
                  </a:lnTo>
                  <a:lnTo>
                    <a:pt x="599" y="129"/>
                  </a:lnTo>
                  <a:lnTo>
                    <a:pt x="597" y="129"/>
                  </a:lnTo>
                  <a:lnTo>
                    <a:pt x="597" y="127"/>
                  </a:lnTo>
                  <a:lnTo>
                    <a:pt x="592" y="127"/>
                  </a:lnTo>
                  <a:lnTo>
                    <a:pt x="587" y="125"/>
                  </a:lnTo>
                  <a:lnTo>
                    <a:pt x="592" y="125"/>
                  </a:lnTo>
                  <a:lnTo>
                    <a:pt x="594" y="125"/>
                  </a:lnTo>
                  <a:lnTo>
                    <a:pt x="594" y="122"/>
                  </a:lnTo>
                  <a:lnTo>
                    <a:pt x="592" y="120"/>
                  </a:lnTo>
                  <a:lnTo>
                    <a:pt x="590" y="120"/>
                  </a:lnTo>
                  <a:lnTo>
                    <a:pt x="582" y="117"/>
                  </a:lnTo>
                  <a:lnTo>
                    <a:pt x="592" y="117"/>
                  </a:lnTo>
                  <a:lnTo>
                    <a:pt x="594" y="120"/>
                  </a:lnTo>
                  <a:lnTo>
                    <a:pt x="597" y="120"/>
                  </a:lnTo>
                  <a:lnTo>
                    <a:pt x="602" y="120"/>
                  </a:lnTo>
                  <a:lnTo>
                    <a:pt x="606" y="120"/>
                  </a:lnTo>
                  <a:lnTo>
                    <a:pt x="609" y="125"/>
                  </a:lnTo>
                  <a:lnTo>
                    <a:pt x="613" y="125"/>
                  </a:lnTo>
                  <a:lnTo>
                    <a:pt x="618" y="120"/>
                  </a:lnTo>
                  <a:lnTo>
                    <a:pt x="618" y="113"/>
                  </a:lnTo>
                  <a:lnTo>
                    <a:pt x="616" y="110"/>
                  </a:lnTo>
                  <a:lnTo>
                    <a:pt x="613" y="110"/>
                  </a:lnTo>
                  <a:lnTo>
                    <a:pt x="611" y="108"/>
                  </a:lnTo>
                  <a:lnTo>
                    <a:pt x="609" y="105"/>
                  </a:lnTo>
                  <a:lnTo>
                    <a:pt x="592" y="103"/>
                  </a:lnTo>
                  <a:lnTo>
                    <a:pt x="587" y="101"/>
                  </a:lnTo>
                  <a:lnTo>
                    <a:pt x="587" y="98"/>
                  </a:lnTo>
                  <a:lnTo>
                    <a:pt x="590" y="98"/>
                  </a:lnTo>
                  <a:lnTo>
                    <a:pt x="599" y="98"/>
                  </a:lnTo>
                  <a:lnTo>
                    <a:pt x="611" y="96"/>
                  </a:lnTo>
                  <a:lnTo>
                    <a:pt x="618" y="96"/>
                  </a:lnTo>
                  <a:lnTo>
                    <a:pt x="623" y="98"/>
                  </a:lnTo>
                  <a:lnTo>
                    <a:pt x="632" y="98"/>
                  </a:lnTo>
                  <a:lnTo>
                    <a:pt x="637" y="96"/>
                  </a:lnTo>
                  <a:lnTo>
                    <a:pt x="642" y="93"/>
                  </a:lnTo>
                  <a:lnTo>
                    <a:pt x="642" y="91"/>
                  </a:lnTo>
                  <a:lnTo>
                    <a:pt x="642" y="89"/>
                  </a:lnTo>
                  <a:lnTo>
                    <a:pt x="632" y="89"/>
                  </a:lnTo>
                  <a:lnTo>
                    <a:pt x="625" y="86"/>
                  </a:lnTo>
                  <a:lnTo>
                    <a:pt x="616" y="86"/>
                  </a:lnTo>
                  <a:lnTo>
                    <a:pt x="613" y="84"/>
                  </a:lnTo>
                  <a:lnTo>
                    <a:pt x="623" y="84"/>
                  </a:lnTo>
                  <a:lnTo>
                    <a:pt x="621" y="82"/>
                  </a:lnTo>
                  <a:lnTo>
                    <a:pt x="618" y="79"/>
                  </a:lnTo>
                  <a:lnTo>
                    <a:pt x="618" y="77"/>
                  </a:lnTo>
                  <a:lnTo>
                    <a:pt x="613" y="77"/>
                  </a:lnTo>
                  <a:lnTo>
                    <a:pt x="611" y="79"/>
                  </a:lnTo>
                  <a:lnTo>
                    <a:pt x="611" y="84"/>
                  </a:lnTo>
                  <a:lnTo>
                    <a:pt x="606" y="84"/>
                  </a:lnTo>
                  <a:lnTo>
                    <a:pt x="604" y="84"/>
                  </a:lnTo>
                  <a:lnTo>
                    <a:pt x="602" y="82"/>
                  </a:lnTo>
                  <a:lnTo>
                    <a:pt x="599" y="79"/>
                  </a:lnTo>
                  <a:lnTo>
                    <a:pt x="602" y="79"/>
                  </a:lnTo>
                  <a:lnTo>
                    <a:pt x="606" y="77"/>
                  </a:lnTo>
                  <a:lnTo>
                    <a:pt x="609" y="74"/>
                  </a:lnTo>
                  <a:lnTo>
                    <a:pt x="613" y="70"/>
                  </a:lnTo>
                  <a:lnTo>
                    <a:pt x="616" y="67"/>
                  </a:lnTo>
                  <a:lnTo>
                    <a:pt x="618" y="65"/>
                  </a:lnTo>
                  <a:lnTo>
                    <a:pt x="621" y="65"/>
                  </a:lnTo>
                  <a:lnTo>
                    <a:pt x="623" y="65"/>
                  </a:lnTo>
                  <a:lnTo>
                    <a:pt x="628" y="65"/>
                  </a:lnTo>
                  <a:lnTo>
                    <a:pt x="630" y="65"/>
                  </a:lnTo>
                  <a:lnTo>
                    <a:pt x="632" y="62"/>
                  </a:lnTo>
                  <a:lnTo>
                    <a:pt x="637" y="60"/>
                  </a:lnTo>
                  <a:lnTo>
                    <a:pt x="635" y="55"/>
                  </a:lnTo>
                  <a:lnTo>
                    <a:pt x="637" y="53"/>
                  </a:lnTo>
                  <a:lnTo>
                    <a:pt x="640" y="50"/>
                  </a:lnTo>
                  <a:lnTo>
                    <a:pt x="642" y="50"/>
                  </a:lnTo>
                  <a:lnTo>
                    <a:pt x="647" y="50"/>
                  </a:lnTo>
                  <a:lnTo>
                    <a:pt x="649" y="50"/>
                  </a:lnTo>
                  <a:lnTo>
                    <a:pt x="651" y="53"/>
                  </a:lnTo>
                  <a:lnTo>
                    <a:pt x="656" y="53"/>
                  </a:lnTo>
                  <a:lnTo>
                    <a:pt x="659" y="50"/>
                  </a:lnTo>
                  <a:lnTo>
                    <a:pt x="661" y="50"/>
                  </a:lnTo>
                  <a:lnTo>
                    <a:pt x="663" y="48"/>
                  </a:lnTo>
                  <a:lnTo>
                    <a:pt x="644" y="48"/>
                  </a:lnTo>
                  <a:lnTo>
                    <a:pt x="642" y="48"/>
                  </a:lnTo>
                  <a:lnTo>
                    <a:pt x="637" y="48"/>
                  </a:lnTo>
                  <a:lnTo>
                    <a:pt x="635" y="50"/>
                  </a:lnTo>
                  <a:lnTo>
                    <a:pt x="630" y="50"/>
                  </a:lnTo>
                  <a:lnTo>
                    <a:pt x="630" y="48"/>
                  </a:lnTo>
                  <a:lnTo>
                    <a:pt x="640" y="43"/>
                  </a:lnTo>
                  <a:lnTo>
                    <a:pt x="670" y="43"/>
                  </a:lnTo>
                  <a:lnTo>
                    <a:pt x="675" y="43"/>
                  </a:lnTo>
                  <a:lnTo>
                    <a:pt x="678" y="43"/>
                  </a:lnTo>
                  <a:lnTo>
                    <a:pt x="682" y="41"/>
                  </a:lnTo>
                  <a:lnTo>
                    <a:pt x="678" y="41"/>
                  </a:lnTo>
                  <a:lnTo>
                    <a:pt x="673" y="38"/>
                  </a:lnTo>
                  <a:lnTo>
                    <a:pt x="656" y="38"/>
                  </a:lnTo>
                  <a:lnTo>
                    <a:pt x="651" y="41"/>
                  </a:lnTo>
                  <a:lnTo>
                    <a:pt x="635" y="41"/>
                  </a:lnTo>
                  <a:lnTo>
                    <a:pt x="635" y="38"/>
                  </a:lnTo>
                  <a:lnTo>
                    <a:pt x="637" y="38"/>
                  </a:lnTo>
                  <a:lnTo>
                    <a:pt x="642" y="38"/>
                  </a:lnTo>
                  <a:lnTo>
                    <a:pt x="687" y="38"/>
                  </a:lnTo>
                  <a:lnTo>
                    <a:pt x="692" y="36"/>
                  </a:lnTo>
                  <a:lnTo>
                    <a:pt x="699" y="34"/>
                  </a:lnTo>
                  <a:lnTo>
                    <a:pt x="701" y="31"/>
                  </a:lnTo>
                  <a:lnTo>
                    <a:pt x="718" y="31"/>
                  </a:lnTo>
                  <a:lnTo>
                    <a:pt x="723" y="29"/>
                  </a:lnTo>
                  <a:lnTo>
                    <a:pt x="725" y="29"/>
                  </a:lnTo>
                  <a:lnTo>
                    <a:pt x="730" y="29"/>
                  </a:lnTo>
                  <a:lnTo>
                    <a:pt x="732" y="26"/>
                  </a:lnTo>
                  <a:lnTo>
                    <a:pt x="730" y="24"/>
                  </a:lnTo>
                  <a:close/>
                  <a:moveTo>
                    <a:pt x="119" y="268"/>
                  </a:moveTo>
                  <a:lnTo>
                    <a:pt x="116" y="266"/>
                  </a:lnTo>
                  <a:lnTo>
                    <a:pt x="119" y="268"/>
                  </a:lnTo>
                  <a:close/>
                  <a:moveTo>
                    <a:pt x="128" y="223"/>
                  </a:moveTo>
                  <a:lnTo>
                    <a:pt x="135" y="223"/>
                  </a:lnTo>
                  <a:lnTo>
                    <a:pt x="138" y="220"/>
                  </a:lnTo>
                  <a:lnTo>
                    <a:pt x="145" y="220"/>
                  </a:lnTo>
                  <a:lnTo>
                    <a:pt x="147" y="220"/>
                  </a:lnTo>
                  <a:lnTo>
                    <a:pt x="147" y="216"/>
                  </a:lnTo>
                  <a:lnTo>
                    <a:pt x="150" y="216"/>
                  </a:lnTo>
                  <a:lnTo>
                    <a:pt x="147" y="213"/>
                  </a:lnTo>
                  <a:lnTo>
                    <a:pt x="145" y="211"/>
                  </a:lnTo>
                  <a:lnTo>
                    <a:pt x="143" y="211"/>
                  </a:lnTo>
                  <a:lnTo>
                    <a:pt x="138" y="211"/>
                  </a:lnTo>
                  <a:lnTo>
                    <a:pt x="135" y="206"/>
                  </a:lnTo>
                  <a:lnTo>
                    <a:pt x="119" y="206"/>
                  </a:lnTo>
                  <a:lnTo>
                    <a:pt x="119" y="213"/>
                  </a:lnTo>
                  <a:lnTo>
                    <a:pt x="116" y="216"/>
                  </a:lnTo>
                  <a:lnTo>
                    <a:pt x="114" y="216"/>
                  </a:lnTo>
                  <a:lnTo>
                    <a:pt x="114" y="218"/>
                  </a:lnTo>
                  <a:lnTo>
                    <a:pt x="116" y="220"/>
                  </a:lnTo>
                  <a:lnTo>
                    <a:pt x="119" y="220"/>
                  </a:lnTo>
                  <a:lnTo>
                    <a:pt x="119" y="225"/>
                  </a:lnTo>
                  <a:lnTo>
                    <a:pt x="128" y="223"/>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59" name="El Salvador" descr="© INSCALE GmbH, 05.05.2010&#10;http://www.presentationload.com/">
              <a:extLst>
                <a:ext uri="{FF2B5EF4-FFF2-40B4-BE49-F238E27FC236}">
                  <a16:creationId xmlns:a16="http://schemas.microsoft.com/office/drawing/2014/main" id="{42058601-E6AA-794D-B9AF-1851CCB7CA1D}"/>
                </a:ext>
              </a:extLst>
            </p:cNvPr>
            <p:cNvSpPr>
              <a:spLocks/>
            </p:cNvSpPr>
            <p:nvPr/>
          </p:nvSpPr>
          <p:spPr bwMode="gray">
            <a:xfrm>
              <a:off x="3047049" y="3651900"/>
              <a:ext cx="72320" cy="47666"/>
            </a:xfrm>
            <a:custGeom>
              <a:avLst/>
              <a:gdLst>
                <a:gd name="T0" fmla="*/ 2147483647 w 174"/>
                <a:gd name="T1" fmla="*/ 2147483647 h 114"/>
                <a:gd name="T2" fmla="*/ 2147483647 w 174"/>
                <a:gd name="T3" fmla="*/ 2147483647 h 114"/>
                <a:gd name="T4" fmla="*/ 2147483647 w 174"/>
                <a:gd name="T5" fmla="*/ 2147483647 h 114"/>
                <a:gd name="T6" fmla="*/ 2147483647 w 174"/>
                <a:gd name="T7" fmla="*/ 2147483647 h 114"/>
                <a:gd name="T8" fmla="*/ 2147483647 w 174"/>
                <a:gd name="T9" fmla="*/ 2147483647 h 114"/>
                <a:gd name="T10" fmla="*/ 2147483647 w 174"/>
                <a:gd name="T11" fmla="*/ 2147483647 h 114"/>
                <a:gd name="T12" fmla="*/ 2147483647 w 174"/>
                <a:gd name="T13" fmla="*/ 2147483647 h 114"/>
                <a:gd name="T14" fmla="*/ 2147483647 w 174"/>
                <a:gd name="T15" fmla="*/ 2147483647 h 114"/>
                <a:gd name="T16" fmla="*/ 2147483647 w 174"/>
                <a:gd name="T17" fmla="*/ 2147483647 h 114"/>
                <a:gd name="T18" fmla="*/ 2147483647 w 174"/>
                <a:gd name="T19" fmla="*/ 0 h 114"/>
                <a:gd name="T20" fmla="*/ 2147483647 w 174"/>
                <a:gd name="T21" fmla="*/ 2147483647 h 114"/>
                <a:gd name="T22" fmla="*/ 2147483647 w 174"/>
                <a:gd name="T23" fmla="*/ 2147483647 h 114"/>
                <a:gd name="T24" fmla="*/ 2147483647 w 174"/>
                <a:gd name="T25" fmla="*/ 2147483647 h 114"/>
                <a:gd name="T26" fmla="*/ 2147483647 w 174"/>
                <a:gd name="T27" fmla="*/ 2147483647 h 114"/>
                <a:gd name="T28" fmla="*/ 2147483647 w 174"/>
                <a:gd name="T29" fmla="*/ 2147483647 h 114"/>
                <a:gd name="T30" fmla="*/ 2147483647 w 174"/>
                <a:gd name="T31" fmla="*/ 2147483647 h 114"/>
                <a:gd name="T32" fmla="*/ 2147483647 w 174"/>
                <a:gd name="T33" fmla="*/ 2147483647 h 114"/>
                <a:gd name="T34" fmla="*/ 2147483647 w 174"/>
                <a:gd name="T35" fmla="*/ 2147483647 h 114"/>
                <a:gd name="T36" fmla="*/ 0 w 174"/>
                <a:gd name="T37" fmla="*/ 2147483647 h 114"/>
                <a:gd name="T38" fmla="*/ 2147483647 w 174"/>
                <a:gd name="T39" fmla="*/ 2147483647 h 114"/>
                <a:gd name="T40" fmla="*/ 2147483647 w 174"/>
                <a:gd name="T41" fmla="*/ 2147483647 h 114"/>
                <a:gd name="T42" fmla="*/ 2147483647 w 174"/>
                <a:gd name="T43" fmla="*/ 2147483647 h 114"/>
                <a:gd name="T44" fmla="*/ 2147483647 w 174"/>
                <a:gd name="T45" fmla="*/ 2147483647 h 114"/>
                <a:gd name="T46" fmla="*/ 2147483647 w 174"/>
                <a:gd name="T47" fmla="*/ 2147483647 h 114"/>
                <a:gd name="T48" fmla="*/ 2147483647 w 174"/>
                <a:gd name="T49" fmla="*/ 2147483647 h 114"/>
                <a:gd name="T50" fmla="*/ 2147483647 w 174"/>
                <a:gd name="T51" fmla="*/ 2147483647 h 114"/>
                <a:gd name="T52" fmla="*/ 2147483647 w 174"/>
                <a:gd name="T53" fmla="*/ 2147483647 h 114"/>
                <a:gd name="T54" fmla="*/ 2147483647 w 174"/>
                <a:gd name="T55" fmla="*/ 2147483647 h 114"/>
                <a:gd name="T56" fmla="*/ 2147483647 w 174"/>
                <a:gd name="T57" fmla="*/ 2147483647 h 1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4"/>
                <a:gd name="T88" fmla="*/ 0 h 114"/>
                <a:gd name="T89" fmla="*/ 174 w 174"/>
                <a:gd name="T90" fmla="*/ 114 h 1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4" h="114">
                  <a:moveTo>
                    <a:pt x="174" y="84"/>
                  </a:moveTo>
                  <a:lnTo>
                    <a:pt x="174" y="42"/>
                  </a:lnTo>
                  <a:lnTo>
                    <a:pt x="138" y="42"/>
                  </a:lnTo>
                  <a:lnTo>
                    <a:pt x="132" y="48"/>
                  </a:lnTo>
                  <a:lnTo>
                    <a:pt x="120" y="48"/>
                  </a:lnTo>
                  <a:lnTo>
                    <a:pt x="114" y="42"/>
                  </a:lnTo>
                  <a:lnTo>
                    <a:pt x="114" y="24"/>
                  </a:lnTo>
                  <a:lnTo>
                    <a:pt x="90" y="24"/>
                  </a:lnTo>
                  <a:lnTo>
                    <a:pt x="78" y="12"/>
                  </a:lnTo>
                  <a:lnTo>
                    <a:pt x="72" y="0"/>
                  </a:lnTo>
                  <a:lnTo>
                    <a:pt x="60" y="6"/>
                  </a:lnTo>
                  <a:lnTo>
                    <a:pt x="48" y="6"/>
                  </a:lnTo>
                  <a:lnTo>
                    <a:pt x="48" y="18"/>
                  </a:lnTo>
                  <a:lnTo>
                    <a:pt x="42" y="24"/>
                  </a:lnTo>
                  <a:lnTo>
                    <a:pt x="36" y="36"/>
                  </a:lnTo>
                  <a:lnTo>
                    <a:pt x="30" y="36"/>
                  </a:lnTo>
                  <a:lnTo>
                    <a:pt x="24" y="42"/>
                  </a:lnTo>
                  <a:lnTo>
                    <a:pt x="12" y="48"/>
                  </a:lnTo>
                  <a:lnTo>
                    <a:pt x="0" y="60"/>
                  </a:lnTo>
                  <a:lnTo>
                    <a:pt x="6" y="66"/>
                  </a:lnTo>
                  <a:lnTo>
                    <a:pt x="18" y="72"/>
                  </a:lnTo>
                  <a:lnTo>
                    <a:pt x="24" y="78"/>
                  </a:lnTo>
                  <a:lnTo>
                    <a:pt x="72" y="78"/>
                  </a:lnTo>
                  <a:lnTo>
                    <a:pt x="96" y="102"/>
                  </a:lnTo>
                  <a:lnTo>
                    <a:pt x="132" y="96"/>
                  </a:lnTo>
                  <a:lnTo>
                    <a:pt x="150" y="114"/>
                  </a:lnTo>
                  <a:lnTo>
                    <a:pt x="168" y="84"/>
                  </a:lnTo>
                  <a:lnTo>
                    <a:pt x="174" y="90"/>
                  </a:lnTo>
                  <a:lnTo>
                    <a:pt x="174" y="84"/>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0" name="Ecuador" descr="© INSCALE GmbH, 05.05.2010&#10;http://www.presentationload.com/">
              <a:extLst>
                <a:ext uri="{FF2B5EF4-FFF2-40B4-BE49-F238E27FC236}">
                  <a16:creationId xmlns:a16="http://schemas.microsoft.com/office/drawing/2014/main" id="{C88E179A-E8EE-0342-9060-14DFBF77ECB0}"/>
                </a:ext>
              </a:extLst>
            </p:cNvPr>
            <p:cNvSpPr>
              <a:spLocks noEditPoints="1"/>
            </p:cNvSpPr>
            <p:nvPr/>
          </p:nvSpPr>
          <p:spPr bwMode="gray">
            <a:xfrm>
              <a:off x="3296881" y="4087465"/>
              <a:ext cx="174226" cy="221891"/>
            </a:xfrm>
            <a:custGeom>
              <a:avLst/>
              <a:gdLst>
                <a:gd name="T0" fmla="*/ 2147483647 w 414"/>
                <a:gd name="T1" fmla="*/ 2147483647 h 528"/>
                <a:gd name="T2" fmla="*/ 2147483647 w 414"/>
                <a:gd name="T3" fmla="*/ 2147483647 h 528"/>
                <a:gd name="T4" fmla="*/ 2147483647 w 414"/>
                <a:gd name="T5" fmla="*/ 2147483647 h 528"/>
                <a:gd name="T6" fmla="*/ 2147483647 w 414"/>
                <a:gd name="T7" fmla="*/ 2147483647 h 528"/>
                <a:gd name="T8" fmla="*/ 2147483647 w 414"/>
                <a:gd name="T9" fmla="*/ 2147483647 h 528"/>
                <a:gd name="T10" fmla="*/ 2147483647 w 414"/>
                <a:gd name="T11" fmla="*/ 2147483647 h 528"/>
                <a:gd name="T12" fmla="*/ 2147483647 w 414"/>
                <a:gd name="T13" fmla="*/ 2147483647 h 528"/>
                <a:gd name="T14" fmla="*/ 2147483647 w 414"/>
                <a:gd name="T15" fmla="*/ 2147483647 h 528"/>
                <a:gd name="T16" fmla="*/ 2147483647 w 414"/>
                <a:gd name="T17" fmla="*/ 2147483647 h 528"/>
                <a:gd name="T18" fmla="*/ 2147483647 w 414"/>
                <a:gd name="T19" fmla="*/ 2147483647 h 528"/>
                <a:gd name="T20" fmla="*/ 2147483647 w 414"/>
                <a:gd name="T21" fmla="*/ 2147483647 h 528"/>
                <a:gd name="T22" fmla="*/ 2147483647 w 414"/>
                <a:gd name="T23" fmla="*/ 2147483647 h 528"/>
                <a:gd name="T24" fmla="*/ 2147483647 w 414"/>
                <a:gd name="T25" fmla="*/ 2147483647 h 528"/>
                <a:gd name="T26" fmla="*/ 2147483647 w 414"/>
                <a:gd name="T27" fmla="*/ 2147483647 h 528"/>
                <a:gd name="T28" fmla="*/ 2147483647 w 414"/>
                <a:gd name="T29" fmla="*/ 2147483647 h 528"/>
                <a:gd name="T30" fmla="*/ 2147483647 w 414"/>
                <a:gd name="T31" fmla="*/ 2147483647 h 528"/>
                <a:gd name="T32" fmla="*/ 2147483647 w 414"/>
                <a:gd name="T33" fmla="*/ 2147483647 h 528"/>
                <a:gd name="T34" fmla="*/ 2147483647 w 414"/>
                <a:gd name="T35" fmla="*/ 2147483647 h 528"/>
                <a:gd name="T36" fmla="*/ 2147483647 w 414"/>
                <a:gd name="T37" fmla="*/ 2147483647 h 528"/>
                <a:gd name="T38" fmla="*/ 2147483647 w 414"/>
                <a:gd name="T39" fmla="*/ 2147483647 h 528"/>
                <a:gd name="T40" fmla="*/ 2147483647 w 414"/>
                <a:gd name="T41" fmla="*/ 2147483647 h 528"/>
                <a:gd name="T42" fmla="*/ 2147483647 w 414"/>
                <a:gd name="T43" fmla="*/ 2147483647 h 528"/>
                <a:gd name="T44" fmla="*/ 2147483647 w 414"/>
                <a:gd name="T45" fmla="*/ 2147483647 h 528"/>
                <a:gd name="T46" fmla="*/ 2147483647 w 414"/>
                <a:gd name="T47" fmla="*/ 2147483647 h 528"/>
                <a:gd name="T48" fmla="*/ 2147483647 w 414"/>
                <a:gd name="T49" fmla="*/ 2147483647 h 528"/>
                <a:gd name="T50" fmla="*/ 2147483647 w 414"/>
                <a:gd name="T51" fmla="*/ 2147483647 h 528"/>
                <a:gd name="T52" fmla="*/ 2147483647 w 414"/>
                <a:gd name="T53" fmla="*/ 2147483647 h 528"/>
                <a:gd name="T54" fmla="*/ 2147483647 w 414"/>
                <a:gd name="T55" fmla="*/ 2147483647 h 528"/>
                <a:gd name="T56" fmla="*/ 2147483647 w 414"/>
                <a:gd name="T57" fmla="*/ 2147483647 h 528"/>
                <a:gd name="T58" fmla="*/ 2147483647 w 414"/>
                <a:gd name="T59" fmla="*/ 2147483647 h 528"/>
                <a:gd name="T60" fmla="*/ 2147483647 w 414"/>
                <a:gd name="T61" fmla="*/ 2147483647 h 528"/>
                <a:gd name="T62" fmla="*/ 2147483647 w 414"/>
                <a:gd name="T63" fmla="*/ 2147483647 h 528"/>
                <a:gd name="T64" fmla="*/ 2147483647 w 414"/>
                <a:gd name="T65" fmla="*/ 2147483647 h 528"/>
                <a:gd name="T66" fmla="*/ 2147483647 w 414"/>
                <a:gd name="T67" fmla="*/ 2147483647 h 528"/>
                <a:gd name="T68" fmla="*/ 2147483647 w 414"/>
                <a:gd name="T69" fmla="*/ 2147483647 h 528"/>
                <a:gd name="T70" fmla="*/ 2147483647 w 414"/>
                <a:gd name="T71" fmla="*/ 2147483647 h 528"/>
                <a:gd name="T72" fmla="*/ 2147483647 w 414"/>
                <a:gd name="T73" fmla="*/ 2147483647 h 528"/>
                <a:gd name="T74" fmla="*/ 2147483647 w 414"/>
                <a:gd name="T75" fmla="*/ 2147483647 h 528"/>
                <a:gd name="T76" fmla="*/ 2147483647 w 414"/>
                <a:gd name="T77" fmla="*/ 2147483647 h 528"/>
                <a:gd name="T78" fmla="*/ 2147483647 w 414"/>
                <a:gd name="T79" fmla="*/ 2147483647 h 528"/>
                <a:gd name="T80" fmla="*/ 2147483647 w 414"/>
                <a:gd name="T81" fmla="*/ 2147483647 h 528"/>
                <a:gd name="T82" fmla="*/ 2147483647 w 414"/>
                <a:gd name="T83" fmla="*/ 2147483647 h 528"/>
                <a:gd name="T84" fmla="*/ 2147483647 w 414"/>
                <a:gd name="T85" fmla="*/ 2147483647 h 528"/>
                <a:gd name="T86" fmla="*/ 2147483647 w 414"/>
                <a:gd name="T87" fmla="*/ 2147483647 h 528"/>
                <a:gd name="T88" fmla="*/ 2147483647 w 414"/>
                <a:gd name="T89" fmla="*/ 2147483647 h 5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4"/>
                <a:gd name="T136" fmla="*/ 0 h 528"/>
                <a:gd name="T137" fmla="*/ 414 w 414"/>
                <a:gd name="T138" fmla="*/ 528 h 5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4" h="528">
                  <a:moveTo>
                    <a:pt x="60" y="372"/>
                  </a:moveTo>
                  <a:lnTo>
                    <a:pt x="72" y="366"/>
                  </a:lnTo>
                  <a:lnTo>
                    <a:pt x="78" y="360"/>
                  </a:lnTo>
                  <a:lnTo>
                    <a:pt x="78" y="342"/>
                  </a:lnTo>
                  <a:lnTo>
                    <a:pt x="72" y="342"/>
                  </a:lnTo>
                  <a:lnTo>
                    <a:pt x="54" y="360"/>
                  </a:lnTo>
                  <a:lnTo>
                    <a:pt x="54" y="372"/>
                  </a:lnTo>
                  <a:lnTo>
                    <a:pt x="60" y="372"/>
                  </a:lnTo>
                  <a:close/>
                  <a:moveTo>
                    <a:pt x="414" y="174"/>
                  </a:moveTo>
                  <a:lnTo>
                    <a:pt x="390" y="156"/>
                  </a:lnTo>
                  <a:lnTo>
                    <a:pt x="396" y="156"/>
                  </a:lnTo>
                  <a:lnTo>
                    <a:pt x="396" y="150"/>
                  </a:lnTo>
                  <a:lnTo>
                    <a:pt x="402" y="150"/>
                  </a:lnTo>
                  <a:lnTo>
                    <a:pt x="402" y="126"/>
                  </a:lnTo>
                  <a:lnTo>
                    <a:pt x="372" y="126"/>
                  </a:lnTo>
                  <a:lnTo>
                    <a:pt x="360" y="114"/>
                  </a:lnTo>
                  <a:lnTo>
                    <a:pt x="360" y="108"/>
                  </a:lnTo>
                  <a:lnTo>
                    <a:pt x="354" y="102"/>
                  </a:lnTo>
                  <a:lnTo>
                    <a:pt x="354" y="96"/>
                  </a:lnTo>
                  <a:lnTo>
                    <a:pt x="342" y="90"/>
                  </a:lnTo>
                  <a:lnTo>
                    <a:pt x="336" y="90"/>
                  </a:lnTo>
                  <a:lnTo>
                    <a:pt x="330" y="96"/>
                  </a:lnTo>
                  <a:lnTo>
                    <a:pt x="330" y="108"/>
                  </a:lnTo>
                  <a:lnTo>
                    <a:pt x="306" y="108"/>
                  </a:lnTo>
                  <a:lnTo>
                    <a:pt x="300" y="102"/>
                  </a:lnTo>
                  <a:lnTo>
                    <a:pt x="288" y="96"/>
                  </a:lnTo>
                  <a:lnTo>
                    <a:pt x="282" y="102"/>
                  </a:lnTo>
                  <a:lnTo>
                    <a:pt x="270" y="102"/>
                  </a:lnTo>
                  <a:lnTo>
                    <a:pt x="258" y="96"/>
                  </a:lnTo>
                  <a:lnTo>
                    <a:pt x="252" y="90"/>
                  </a:lnTo>
                  <a:lnTo>
                    <a:pt x="252" y="84"/>
                  </a:lnTo>
                  <a:lnTo>
                    <a:pt x="246" y="72"/>
                  </a:lnTo>
                  <a:lnTo>
                    <a:pt x="240" y="66"/>
                  </a:lnTo>
                  <a:lnTo>
                    <a:pt x="228" y="60"/>
                  </a:lnTo>
                  <a:lnTo>
                    <a:pt x="210" y="60"/>
                  </a:lnTo>
                  <a:lnTo>
                    <a:pt x="204" y="48"/>
                  </a:lnTo>
                  <a:lnTo>
                    <a:pt x="168" y="30"/>
                  </a:lnTo>
                  <a:lnTo>
                    <a:pt x="162" y="18"/>
                  </a:lnTo>
                  <a:lnTo>
                    <a:pt x="150" y="12"/>
                  </a:lnTo>
                  <a:lnTo>
                    <a:pt x="144" y="0"/>
                  </a:lnTo>
                  <a:lnTo>
                    <a:pt x="144" y="12"/>
                  </a:lnTo>
                  <a:lnTo>
                    <a:pt x="150" y="18"/>
                  </a:lnTo>
                  <a:lnTo>
                    <a:pt x="150" y="36"/>
                  </a:lnTo>
                  <a:lnTo>
                    <a:pt x="144" y="42"/>
                  </a:lnTo>
                  <a:lnTo>
                    <a:pt x="120" y="54"/>
                  </a:lnTo>
                  <a:lnTo>
                    <a:pt x="102" y="54"/>
                  </a:lnTo>
                  <a:lnTo>
                    <a:pt x="96" y="42"/>
                  </a:lnTo>
                  <a:lnTo>
                    <a:pt x="90" y="42"/>
                  </a:lnTo>
                  <a:lnTo>
                    <a:pt x="78" y="54"/>
                  </a:lnTo>
                  <a:lnTo>
                    <a:pt x="66" y="60"/>
                  </a:lnTo>
                  <a:lnTo>
                    <a:pt x="60" y="72"/>
                  </a:lnTo>
                  <a:lnTo>
                    <a:pt x="60" y="84"/>
                  </a:lnTo>
                  <a:lnTo>
                    <a:pt x="66" y="90"/>
                  </a:lnTo>
                  <a:lnTo>
                    <a:pt x="72" y="102"/>
                  </a:lnTo>
                  <a:lnTo>
                    <a:pt x="72" y="120"/>
                  </a:lnTo>
                  <a:lnTo>
                    <a:pt x="66" y="126"/>
                  </a:lnTo>
                  <a:lnTo>
                    <a:pt x="54" y="132"/>
                  </a:lnTo>
                  <a:lnTo>
                    <a:pt x="42" y="144"/>
                  </a:lnTo>
                  <a:lnTo>
                    <a:pt x="42" y="162"/>
                  </a:lnTo>
                  <a:lnTo>
                    <a:pt x="48" y="168"/>
                  </a:lnTo>
                  <a:lnTo>
                    <a:pt x="54" y="180"/>
                  </a:lnTo>
                  <a:lnTo>
                    <a:pt x="36" y="180"/>
                  </a:lnTo>
                  <a:lnTo>
                    <a:pt x="36" y="198"/>
                  </a:lnTo>
                  <a:lnTo>
                    <a:pt x="0" y="216"/>
                  </a:lnTo>
                  <a:lnTo>
                    <a:pt x="24" y="228"/>
                  </a:lnTo>
                  <a:lnTo>
                    <a:pt x="12" y="258"/>
                  </a:lnTo>
                  <a:lnTo>
                    <a:pt x="24" y="270"/>
                  </a:lnTo>
                  <a:lnTo>
                    <a:pt x="24" y="282"/>
                  </a:lnTo>
                  <a:lnTo>
                    <a:pt x="6" y="300"/>
                  </a:lnTo>
                  <a:lnTo>
                    <a:pt x="0" y="300"/>
                  </a:lnTo>
                  <a:lnTo>
                    <a:pt x="12" y="312"/>
                  </a:lnTo>
                  <a:lnTo>
                    <a:pt x="6" y="318"/>
                  </a:lnTo>
                  <a:lnTo>
                    <a:pt x="6" y="324"/>
                  </a:lnTo>
                  <a:lnTo>
                    <a:pt x="18" y="336"/>
                  </a:lnTo>
                  <a:lnTo>
                    <a:pt x="30" y="342"/>
                  </a:lnTo>
                  <a:lnTo>
                    <a:pt x="60" y="342"/>
                  </a:lnTo>
                  <a:lnTo>
                    <a:pt x="72" y="330"/>
                  </a:lnTo>
                  <a:lnTo>
                    <a:pt x="72" y="324"/>
                  </a:lnTo>
                  <a:lnTo>
                    <a:pt x="96" y="330"/>
                  </a:lnTo>
                  <a:lnTo>
                    <a:pt x="102" y="342"/>
                  </a:lnTo>
                  <a:lnTo>
                    <a:pt x="102" y="348"/>
                  </a:lnTo>
                  <a:lnTo>
                    <a:pt x="96" y="366"/>
                  </a:lnTo>
                  <a:lnTo>
                    <a:pt x="90" y="372"/>
                  </a:lnTo>
                  <a:lnTo>
                    <a:pt x="90" y="384"/>
                  </a:lnTo>
                  <a:lnTo>
                    <a:pt x="84" y="396"/>
                  </a:lnTo>
                  <a:lnTo>
                    <a:pt x="72" y="402"/>
                  </a:lnTo>
                  <a:lnTo>
                    <a:pt x="66" y="402"/>
                  </a:lnTo>
                  <a:lnTo>
                    <a:pt x="60" y="408"/>
                  </a:lnTo>
                  <a:lnTo>
                    <a:pt x="54" y="408"/>
                  </a:lnTo>
                  <a:lnTo>
                    <a:pt x="60" y="408"/>
                  </a:lnTo>
                  <a:lnTo>
                    <a:pt x="72" y="414"/>
                  </a:lnTo>
                  <a:lnTo>
                    <a:pt x="78" y="414"/>
                  </a:lnTo>
                  <a:lnTo>
                    <a:pt x="78" y="420"/>
                  </a:lnTo>
                  <a:lnTo>
                    <a:pt x="72" y="426"/>
                  </a:lnTo>
                  <a:lnTo>
                    <a:pt x="66" y="438"/>
                  </a:lnTo>
                  <a:lnTo>
                    <a:pt x="54" y="444"/>
                  </a:lnTo>
                  <a:lnTo>
                    <a:pt x="48" y="456"/>
                  </a:lnTo>
                  <a:lnTo>
                    <a:pt x="42" y="462"/>
                  </a:lnTo>
                  <a:lnTo>
                    <a:pt x="54" y="474"/>
                  </a:lnTo>
                  <a:lnTo>
                    <a:pt x="42" y="486"/>
                  </a:lnTo>
                  <a:lnTo>
                    <a:pt x="48" y="492"/>
                  </a:lnTo>
                  <a:lnTo>
                    <a:pt x="54" y="492"/>
                  </a:lnTo>
                  <a:lnTo>
                    <a:pt x="66" y="486"/>
                  </a:lnTo>
                  <a:lnTo>
                    <a:pt x="78" y="474"/>
                  </a:lnTo>
                  <a:lnTo>
                    <a:pt x="90" y="486"/>
                  </a:lnTo>
                  <a:lnTo>
                    <a:pt x="120" y="486"/>
                  </a:lnTo>
                  <a:lnTo>
                    <a:pt x="120" y="492"/>
                  </a:lnTo>
                  <a:lnTo>
                    <a:pt x="126" y="498"/>
                  </a:lnTo>
                  <a:lnTo>
                    <a:pt x="126" y="516"/>
                  </a:lnTo>
                  <a:lnTo>
                    <a:pt x="132" y="528"/>
                  </a:lnTo>
                  <a:lnTo>
                    <a:pt x="150" y="528"/>
                  </a:lnTo>
                  <a:lnTo>
                    <a:pt x="150" y="522"/>
                  </a:lnTo>
                  <a:lnTo>
                    <a:pt x="156" y="516"/>
                  </a:lnTo>
                  <a:lnTo>
                    <a:pt x="156" y="510"/>
                  </a:lnTo>
                  <a:lnTo>
                    <a:pt x="162" y="504"/>
                  </a:lnTo>
                  <a:lnTo>
                    <a:pt x="180" y="504"/>
                  </a:lnTo>
                  <a:lnTo>
                    <a:pt x="180" y="474"/>
                  </a:lnTo>
                  <a:lnTo>
                    <a:pt x="186" y="462"/>
                  </a:lnTo>
                  <a:lnTo>
                    <a:pt x="186" y="438"/>
                  </a:lnTo>
                  <a:lnTo>
                    <a:pt x="198" y="426"/>
                  </a:lnTo>
                  <a:lnTo>
                    <a:pt x="198" y="408"/>
                  </a:lnTo>
                  <a:lnTo>
                    <a:pt x="210" y="402"/>
                  </a:lnTo>
                  <a:lnTo>
                    <a:pt x="210" y="396"/>
                  </a:lnTo>
                  <a:lnTo>
                    <a:pt x="228" y="378"/>
                  </a:lnTo>
                  <a:lnTo>
                    <a:pt x="246" y="366"/>
                  </a:lnTo>
                  <a:lnTo>
                    <a:pt x="264" y="360"/>
                  </a:lnTo>
                  <a:lnTo>
                    <a:pt x="324" y="330"/>
                  </a:lnTo>
                  <a:lnTo>
                    <a:pt x="342" y="318"/>
                  </a:lnTo>
                  <a:lnTo>
                    <a:pt x="354" y="300"/>
                  </a:lnTo>
                  <a:lnTo>
                    <a:pt x="366" y="288"/>
                  </a:lnTo>
                  <a:lnTo>
                    <a:pt x="372" y="276"/>
                  </a:lnTo>
                  <a:lnTo>
                    <a:pt x="384" y="264"/>
                  </a:lnTo>
                  <a:lnTo>
                    <a:pt x="390" y="252"/>
                  </a:lnTo>
                  <a:lnTo>
                    <a:pt x="402" y="210"/>
                  </a:lnTo>
                  <a:lnTo>
                    <a:pt x="414" y="204"/>
                  </a:lnTo>
                  <a:lnTo>
                    <a:pt x="414" y="174"/>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1" name="Dominican Republic" descr="© INSCALE GmbH, 05.05.2010&#10;http://www.presentationload.com/">
              <a:extLst>
                <a:ext uri="{FF2B5EF4-FFF2-40B4-BE49-F238E27FC236}">
                  <a16:creationId xmlns:a16="http://schemas.microsoft.com/office/drawing/2014/main" id="{93E7B25F-96BE-D64B-9A77-2080804D7504}"/>
                </a:ext>
              </a:extLst>
            </p:cNvPr>
            <p:cNvSpPr>
              <a:spLocks/>
            </p:cNvSpPr>
            <p:nvPr/>
          </p:nvSpPr>
          <p:spPr bwMode="gray">
            <a:xfrm>
              <a:off x="3607529" y="3467812"/>
              <a:ext cx="105193" cy="70677"/>
            </a:xfrm>
            <a:custGeom>
              <a:avLst/>
              <a:gdLst>
                <a:gd name="T0" fmla="*/ 2147483647 w 252"/>
                <a:gd name="T1" fmla="*/ 2147483647 h 168"/>
                <a:gd name="T2" fmla="*/ 2147483647 w 252"/>
                <a:gd name="T3" fmla="*/ 2147483647 h 168"/>
                <a:gd name="T4" fmla="*/ 2147483647 w 252"/>
                <a:gd name="T5" fmla="*/ 2147483647 h 168"/>
                <a:gd name="T6" fmla="*/ 2147483647 w 252"/>
                <a:gd name="T7" fmla="*/ 2147483647 h 168"/>
                <a:gd name="T8" fmla="*/ 2147483647 w 252"/>
                <a:gd name="T9" fmla="*/ 2147483647 h 168"/>
                <a:gd name="T10" fmla="*/ 2147483647 w 252"/>
                <a:gd name="T11" fmla="*/ 2147483647 h 168"/>
                <a:gd name="T12" fmla="*/ 2147483647 w 252"/>
                <a:gd name="T13" fmla="*/ 2147483647 h 168"/>
                <a:gd name="T14" fmla="*/ 2147483647 w 252"/>
                <a:gd name="T15" fmla="*/ 2147483647 h 168"/>
                <a:gd name="T16" fmla="*/ 2147483647 w 252"/>
                <a:gd name="T17" fmla="*/ 2147483647 h 168"/>
                <a:gd name="T18" fmla="*/ 2147483647 w 252"/>
                <a:gd name="T19" fmla="*/ 2147483647 h 168"/>
                <a:gd name="T20" fmla="*/ 2147483647 w 252"/>
                <a:gd name="T21" fmla="*/ 0 h 168"/>
                <a:gd name="T22" fmla="*/ 2147483647 w 252"/>
                <a:gd name="T23" fmla="*/ 0 h 168"/>
                <a:gd name="T24" fmla="*/ 2147483647 w 252"/>
                <a:gd name="T25" fmla="*/ 2147483647 h 168"/>
                <a:gd name="T26" fmla="*/ 2147483647 w 252"/>
                <a:gd name="T27" fmla="*/ 2147483647 h 168"/>
                <a:gd name="T28" fmla="*/ 2147483647 w 252"/>
                <a:gd name="T29" fmla="*/ 2147483647 h 168"/>
                <a:gd name="T30" fmla="*/ 2147483647 w 252"/>
                <a:gd name="T31" fmla="*/ 2147483647 h 168"/>
                <a:gd name="T32" fmla="*/ 2147483647 w 252"/>
                <a:gd name="T33" fmla="*/ 2147483647 h 168"/>
                <a:gd name="T34" fmla="*/ 2147483647 w 252"/>
                <a:gd name="T35" fmla="*/ 2147483647 h 168"/>
                <a:gd name="T36" fmla="*/ 2147483647 w 252"/>
                <a:gd name="T37" fmla="*/ 2147483647 h 168"/>
                <a:gd name="T38" fmla="*/ 2147483647 w 252"/>
                <a:gd name="T39" fmla="*/ 2147483647 h 168"/>
                <a:gd name="T40" fmla="*/ 2147483647 w 252"/>
                <a:gd name="T41" fmla="*/ 2147483647 h 168"/>
                <a:gd name="T42" fmla="*/ 0 w 252"/>
                <a:gd name="T43" fmla="*/ 2147483647 h 168"/>
                <a:gd name="T44" fmla="*/ 0 w 252"/>
                <a:gd name="T45" fmla="*/ 2147483647 h 168"/>
                <a:gd name="T46" fmla="*/ 2147483647 w 252"/>
                <a:gd name="T47" fmla="*/ 2147483647 h 168"/>
                <a:gd name="T48" fmla="*/ 0 w 252"/>
                <a:gd name="T49" fmla="*/ 2147483647 h 168"/>
                <a:gd name="T50" fmla="*/ 2147483647 w 252"/>
                <a:gd name="T51" fmla="*/ 2147483647 h 168"/>
                <a:gd name="T52" fmla="*/ 2147483647 w 252"/>
                <a:gd name="T53" fmla="*/ 2147483647 h 168"/>
                <a:gd name="T54" fmla="*/ 2147483647 w 252"/>
                <a:gd name="T55" fmla="*/ 2147483647 h 168"/>
                <a:gd name="T56" fmla="*/ 2147483647 w 252"/>
                <a:gd name="T57" fmla="*/ 2147483647 h 168"/>
                <a:gd name="T58" fmla="*/ 2147483647 w 252"/>
                <a:gd name="T59" fmla="*/ 2147483647 h 168"/>
                <a:gd name="T60" fmla="*/ 2147483647 w 252"/>
                <a:gd name="T61" fmla="*/ 2147483647 h 168"/>
                <a:gd name="T62" fmla="*/ 2147483647 w 252"/>
                <a:gd name="T63" fmla="*/ 2147483647 h 168"/>
                <a:gd name="T64" fmla="*/ 2147483647 w 252"/>
                <a:gd name="T65" fmla="*/ 2147483647 h 168"/>
                <a:gd name="T66" fmla="*/ 2147483647 w 252"/>
                <a:gd name="T67" fmla="*/ 2147483647 h 1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52"/>
                <a:gd name="T103" fmla="*/ 0 h 168"/>
                <a:gd name="T104" fmla="*/ 252 w 252"/>
                <a:gd name="T105" fmla="*/ 168 h 1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52" h="168">
                  <a:moveTo>
                    <a:pt x="246" y="102"/>
                  </a:moveTo>
                  <a:lnTo>
                    <a:pt x="234" y="96"/>
                  </a:lnTo>
                  <a:lnTo>
                    <a:pt x="216" y="78"/>
                  </a:lnTo>
                  <a:lnTo>
                    <a:pt x="192" y="66"/>
                  </a:lnTo>
                  <a:lnTo>
                    <a:pt x="156" y="54"/>
                  </a:lnTo>
                  <a:lnTo>
                    <a:pt x="132" y="42"/>
                  </a:lnTo>
                  <a:lnTo>
                    <a:pt x="126" y="30"/>
                  </a:lnTo>
                  <a:lnTo>
                    <a:pt x="108" y="12"/>
                  </a:lnTo>
                  <a:lnTo>
                    <a:pt x="96" y="6"/>
                  </a:lnTo>
                  <a:lnTo>
                    <a:pt x="84" y="6"/>
                  </a:lnTo>
                  <a:lnTo>
                    <a:pt x="60" y="0"/>
                  </a:lnTo>
                  <a:lnTo>
                    <a:pt x="30" y="0"/>
                  </a:lnTo>
                  <a:lnTo>
                    <a:pt x="24" y="6"/>
                  </a:lnTo>
                  <a:lnTo>
                    <a:pt x="18" y="6"/>
                  </a:lnTo>
                  <a:lnTo>
                    <a:pt x="30" y="42"/>
                  </a:lnTo>
                  <a:lnTo>
                    <a:pt x="30" y="54"/>
                  </a:lnTo>
                  <a:lnTo>
                    <a:pt x="24" y="60"/>
                  </a:lnTo>
                  <a:lnTo>
                    <a:pt x="18" y="72"/>
                  </a:lnTo>
                  <a:lnTo>
                    <a:pt x="12" y="78"/>
                  </a:lnTo>
                  <a:lnTo>
                    <a:pt x="12" y="90"/>
                  </a:lnTo>
                  <a:lnTo>
                    <a:pt x="6" y="102"/>
                  </a:lnTo>
                  <a:lnTo>
                    <a:pt x="0" y="108"/>
                  </a:lnTo>
                  <a:lnTo>
                    <a:pt x="0" y="114"/>
                  </a:lnTo>
                  <a:lnTo>
                    <a:pt x="12" y="144"/>
                  </a:lnTo>
                  <a:lnTo>
                    <a:pt x="0" y="126"/>
                  </a:lnTo>
                  <a:lnTo>
                    <a:pt x="30" y="168"/>
                  </a:lnTo>
                  <a:lnTo>
                    <a:pt x="78" y="132"/>
                  </a:lnTo>
                  <a:lnTo>
                    <a:pt x="174" y="132"/>
                  </a:lnTo>
                  <a:lnTo>
                    <a:pt x="186" y="138"/>
                  </a:lnTo>
                  <a:lnTo>
                    <a:pt x="240" y="138"/>
                  </a:lnTo>
                  <a:lnTo>
                    <a:pt x="246" y="132"/>
                  </a:lnTo>
                  <a:lnTo>
                    <a:pt x="252" y="120"/>
                  </a:lnTo>
                  <a:lnTo>
                    <a:pt x="252" y="114"/>
                  </a:lnTo>
                  <a:lnTo>
                    <a:pt x="246" y="10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2" name="Cuba" descr="© INSCALE GmbH, 05.05.2010&#10;http://www.presentationload.com/">
              <a:extLst>
                <a:ext uri="{FF2B5EF4-FFF2-40B4-BE49-F238E27FC236}">
                  <a16:creationId xmlns:a16="http://schemas.microsoft.com/office/drawing/2014/main" id="{E2A8D964-5D4D-5E44-AD46-7109FCA00537}"/>
                </a:ext>
              </a:extLst>
            </p:cNvPr>
            <p:cNvSpPr>
              <a:spLocks noEditPoints="1"/>
            </p:cNvSpPr>
            <p:nvPr/>
          </p:nvSpPr>
          <p:spPr bwMode="gray">
            <a:xfrm>
              <a:off x="3240998" y="3354402"/>
              <a:ext cx="310647" cy="113411"/>
            </a:xfrm>
            <a:custGeom>
              <a:avLst/>
              <a:gdLst>
                <a:gd name="T0" fmla="*/ 2147483647 w 738"/>
                <a:gd name="T1" fmla="*/ 2147483647 h 270"/>
                <a:gd name="T2" fmla="*/ 2147483647 w 738"/>
                <a:gd name="T3" fmla="*/ 2147483647 h 270"/>
                <a:gd name="T4" fmla="*/ 2147483647 w 738"/>
                <a:gd name="T5" fmla="*/ 2147483647 h 270"/>
                <a:gd name="T6" fmla="*/ 2147483647 w 738"/>
                <a:gd name="T7" fmla="*/ 2147483647 h 270"/>
                <a:gd name="T8" fmla="*/ 2147483647 w 738"/>
                <a:gd name="T9" fmla="*/ 2147483647 h 270"/>
                <a:gd name="T10" fmla="*/ 2147483647 w 738"/>
                <a:gd name="T11" fmla="*/ 2147483647 h 270"/>
                <a:gd name="T12" fmla="*/ 2147483647 w 738"/>
                <a:gd name="T13" fmla="*/ 2147483647 h 270"/>
                <a:gd name="T14" fmla="*/ 2147483647 w 738"/>
                <a:gd name="T15" fmla="*/ 2147483647 h 270"/>
                <a:gd name="T16" fmla="*/ 2147483647 w 738"/>
                <a:gd name="T17" fmla="*/ 2147483647 h 270"/>
                <a:gd name="T18" fmla="*/ 2147483647 w 738"/>
                <a:gd name="T19" fmla="*/ 2147483647 h 270"/>
                <a:gd name="T20" fmla="*/ 2147483647 w 738"/>
                <a:gd name="T21" fmla="*/ 2147483647 h 270"/>
                <a:gd name="T22" fmla="*/ 2147483647 w 738"/>
                <a:gd name="T23" fmla="*/ 2147483647 h 270"/>
                <a:gd name="T24" fmla="*/ 2147483647 w 738"/>
                <a:gd name="T25" fmla="*/ 2147483647 h 270"/>
                <a:gd name="T26" fmla="*/ 2147483647 w 738"/>
                <a:gd name="T27" fmla="*/ 2147483647 h 270"/>
                <a:gd name="T28" fmla="*/ 2147483647 w 738"/>
                <a:gd name="T29" fmla="*/ 2147483647 h 270"/>
                <a:gd name="T30" fmla="*/ 2147483647 w 738"/>
                <a:gd name="T31" fmla="*/ 2147483647 h 270"/>
                <a:gd name="T32" fmla="*/ 2147483647 w 738"/>
                <a:gd name="T33" fmla="*/ 2147483647 h 270"/>
                <a:gd name="T34" fmla="*/ 2147483647 w 738"/>
                <a:gd name="T35" fmla="*/ 2147483647 h 270"/>
                <a:gd name="T36" fmla="*/ 2147483647 w 738"/>
                <a:gd name="T37" fmla="*/ 0 h 270"/>
                <a:gd name="T38" fmla="*/ 2147483647 w 738"/>
                <a:gd name="T39" fmla="*/ 2147483647 h 270"/>
                <a:gd name="T40" fmla="*/ 2147483647 w 738"/>
                <a:gd name="T41" fmla="*/ 2147483647 h 270"/>
                <a:gd name="T42" fmla="*/ 2147483647 w 738"/>
                <a:gd name="T43" fmla="*/ 2147483647 h 270"/>
                <a:gd name="T44" fmla="*/ 2147483647 w 738"/>
                <a:gd name="T45" fmla="*/ 2147483647 h 270"/>
                <a:gd name="T46" fmla="*/ 2147483647 w 738"/>
                <a:gd name="T47" fmla="*/ 2147483647 h 270"/>
                <a:gd name="T48" fmla="*/ 2147483647 w 738"/>
                <a:gd name="T49" fmla="*/ 2147483647 h 270"/>
                <a:gd name="T50" fmla="*/ 2147483647 w 738"/>
                <a:gd name="T51" fmla="*/ 2147483647 h 270"/>
                <a:gd name="T52" fmla="*/ 2147483647 w 738"/>
                <a:gd name="T53" fmla="*/ 2147483647 h 270"/>
                <a:gd name="T54" fmla="*/ 2147483647 w 738"/>
                <a:gd name="T55" fmla="*/ 2147483647 h 270"/>
                <a:gd name="T56" fmla="*/ 2147483647 w 738"/>
                <a:gd name="T57" fmla="*/ 2147483647 h 270"/>
                <a:gd name="T58" fmla="*/ 2147483647 w 738"/>
                <a:gd name="T59" fmla="*/ 2147483647 h 270"/>
                <a:gd name="T60" fmla="*/ 2147483647 w 738"/>
                <a:gd name="T61" fmla="*/ 2147483647 h 270"/>
                <a:gd name="T62" fmla="*/ 2147483647 w 738"/>
                <a:gd name="T63" fmla="*/ 2147483647 h 270"/>
                <a:gd name="T64" fmla="*/ 2147483647 w 738"/>
                <a:gd name="T65" fmla="*/ 2147483647 h 270"/>
                <a:gd name="T66" fmla="*/ 2147483647 w 738"/>
                <a:gd name="T67" fmla="*/ 2147483647 h 270"/>
                <a:gd name="T68" fmla="*/ 2147483647 w 738"/>
                <a:gd name="T69" fmla="*/ 2147483647 h 270"/>
                <a:gd name="T70" fmla="*/ 2147483647 w 738"/>
                <a:gd name="T71" fmla="*/ 2147483647 h 270"/>
                <a:gd name="T72" fmla="*/ 2147483647 w 738"/>
                <a:gd name="T73" fmla="*/ 2147483647 h 270"/>
                <a:gd name="T74" fmla="*/ 2147483647 w 738"/>
                <a:gd name="T75" fmla="*/ 2147483647 h 270"/>
                <a:gd name="T76" fmla="*/ 2147483647 w 738"/>
                <a:gd name="T77" fmla="*/ 2147483647 h 270"/>
                <a:gd name="T78" fmla="*/ 2147483647 w 738"/>
                <a:gd name="T79" fmla="*/ 2147483647 h 270"/>
                <a:gd name="T80" fmla="*/ 2147483647 w 738"/>
                <a:gd name="T81" fmla="*/ 2147483647 h 270"/>
                <a:gd name="T82" fmla="*/ 2147483647 w 738"/>
                <a:gd name="T83" fmla="*/ 2147483647 h 270"/>
                <a:gd name="T84" fmla="*/ 2147483647 w 738"/>
                <a:gd name="T85" fmla="*/ 2147483647 h 270"/>
                <a:gd name="T86" fmla="*/ 2147483647 w 738"/>
                <a:gd name="T87" fmla="*/ 2147483647 h 270"/>
                <a:gd name="T88" fmla="*/ 2147483647 w 738"/>
                <a:gd name="T89" fmla="*/ 2147483647 h 270"/>
                <a:gd name="T90" fmla="*/ 2147483647 w 738"/>
                <a:gd name="T91" fmla="*/ 2147483647 h 270"/>
                <a:gd name="T92" fmla="*/ 2147483647 w 738"/>
                <a:gd name="T93" fmla="*/ 2147483647 h 270"/>
                <a:gd name="T94" fmla="*/ 2147483647 w 738"/>
                <a:gd name="T95" fmla="*/ 2147483647 h 270"/>
                <a:gd name="T96" fmla="*/ 2147483647 w 738"/>
                <a:gd name="T97" fmla="*/ 2147483647 h 270"/>
                <a:gd name="T98" fmla="*/ 2147483647 w 738"/>
                <a:gd name="T99" fmla="*/ 2147483647 h 270"/>
                <a:gd name="T100" fmla="*/ 2147483647 w 738"/>
                <a:gd name="T101" fmla="*/ 2147483647 h 270"/>
                <a:gd name="T102" fmla="*/ 2147483647 w 738"/>
                <a:gd name="T103" fmla="*/ 2147483647 h 270"/>
                <a:gd name="T104" fmla="*/ 2147483647 w 738"/>
                <a:gd name="T105" fmla="*/ 2147483647 h 270"/>
                <a:gd name="T106" fmla="*/ 2147483647 w 738"/>
                <a:gd name="T107" fmla="*/ 2147483647 h 270"/>
                <a:gd name="T108" fmla="*/ 2147483647 w 738"/>
                <a:gd name="T109" fmla="*/ 2147483647 h 270"/>
                <a:gd name="T110" fmla="*/ 2147483647 w 738"/>
                <a:gd name="T111" fmla="*/ 2147483647 h 270"/>
                <a:gd name="T112" fmla="*/ 2147483647 w 738"/>
                <a:gd name="T113" fmla="*/ 2147483647 h 270"/>
                <a:gd name="T114" fmla="*/ 2147483647 w 738"/>
                <a:gd name="T115" fmla="*/ 2147483647 h 2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38"/>
                <a:gd name="T175" fmla="*/ 0 h 270"/>
                <a:gd name="T176" fmla="*/ 738 w 738"/>
                <a:gd name="T177" fmla="*/ 270 h 2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38" h="270">
                  <a:moveTo>
                    <a:pt x="708" y="228"/>
                  </a:moveTo>
                  <a:lnTo>
                    <a:pt x="690" y="222"/>
                  </a:lnTo>
                  <a:lnTo>
                    <a:pt x="666" y="222"/>
                  </a:lnTo>
                  <a:lnTo>
                    <a:pt x="666" y="204"/>
                  </a:lnTo>
                  <a:lnTo>
                    <a:pt x="660" y="198"/>
                  </a:lnTo>
                  <a:lnTo>
                    <a:pt x="648" y="192"/>
                  </a:lnTo>
                  <a:lnTo>
                    <a:pt x="600" y="192"/>
                  </a:lnTo>
                  <a:lnTo>
                    <a:pt x="624" y="168"/>
                  </a:lnTo>
                  <a:lnTo>
                    <a:pt x="612" y="168"/>
                  </a:lnTo>
                  <a:lnTo>
                    <a:pt x="600" y="162"/>
                  </a:lnTo>
                  <a:lnTo>
                    <a:pt x="558" y="162"/>
                  </a:lnTo>
                  <a:lnTo>
                    <a:pt x="534" y="150"/>
                  </a:lnTo>
                  <a:lnTo>
                    <a:pt x="528" y="144"/>
                  </a:lnTo>
                  <a:lnTo>
                    <a:pt x="522" y="144"/>
                  </a:lnTo>
                  <a:lnTo>
                    <a:pt x="528" y="138"/>
                  </a:lnTo>
                  <a:lnTo>
                    <a:pt x="528" y="132"/>
                  </a:lnTo>
                  <a:lnTo>
                    <a:pt x="534" y="126"/>
                  </a:lnTo>
                  <a:lnTo>
                    <a:pt x="534" y="120"/>
                  </a:lnTo>
                  <a:lnTo>
                    <a:pt x="522" y="120"/>
                  </a:lnTo>
                  <a:lnTo>
                    <a:pt x="510" y="114"/>
                  </a:lnTo>
                  <a:lnTo>
                    <a:pt x="504" y="114"/>
                  </a:lnTo>
                  <a:lnTo>
                    <a:pt x="474" y="84"/>
                  </a:lnTo>
                  <a:lnTo>
                    <a:pt x="462" y="78"/>
                  </a:lnTo>
                  <a:lnTo>
                    <a:pt x="450" y="66"/>
                  </a:lnTo>
                  <a:lnTo>
                    <a:pt x="432" y="66"/>
                  </a:lnTo>
                  <a:lnTo>
                    <a:pt x="432" y="84"/>
                  </a:lnTo>
                  <a:lnTo>
                    <a:pt x="444" y="96"/>
                  </a:lnTo>
                  <a:lnTo>
                    <a:pt x="450" y="96"/>
                  </a:lnTo>
                  <a:lnTo>
                    <a:pt x="378" y="60"/>
                  </a:lnTo>
                  <a:lnTo>
                    <a:pt x="372" y="54"/>
                  </a:lnTo>
                  <a:lnTo>
                    <a:pt x="360" y="48"/>
                  </a:lnTo>
                  <a:lnTo>
                    <a:pt x="354" y="36"/>
                  </a:lnTo>
                  <a:lnTo>
                    <a:pt x="342" y="30"/>
                  </a:lnTo>
                  <a:lnTo>
                    <a:pt x="330" y="18"/>
                  </a:lnTo>
                  <a:lnTo>
                    <a:pt x="270" y="18"/>
                  </a:lnTo>
                  <a:lnTo>
                    <a:pt x="258" y="12"/>
                  </a:lnTo>
                  <a:lnTo>
                    <a:pt x="228" y="6"/>
                  </a:lnTo>
                  <a:lnTo>
                    <a:pt x="174" y="0"/>
                  </a:lnTo>
                  <a:lnTo>
                    <a:pt x="126" y="6"/>
                  </a:lnTo>
                  <a:lnTo>
                    <a:pt x="96" y="18"/>
                  </a:lnTo>
                  <a:lnTo>
                    <a:pt x="72" y="42"/>
                  </a:lnTo>
                  <a:lnTo>
                    <a:pt x="60" y="48"/>
                  </a:lnTo>
                  <a:lnTo>
                    <a:pt x="42" y="60"/>
                  </a:lnTo>
                  <a:lnTo>
                    <a:pt x="24" y="66"/>
                  </a:lnTo>
                  <a:lnTo>
                    <a:pt x="12" y="72"/>
                  </a:lnTo>
                  <a:lnTo>
                    <a:pt x="6" y="78"/>
                  </a:lnTo>
                  <a:lnTo>
                    <a:pt x="0" y="78"/>
                  </a:lnTo>
                  <a:lnTo>
                    <a:pt x="72" y="72"/>
                  </a:lnTo>
                  <a:lnTo>
                    <a:pt x="72" y="60"/>
                  </a:lnTo>
                  <a:lnTo>
                    <a:pt x="150" y="54"/>
                  </a:lnTo>
                  <a:lnTo>
                    <a:pt x="174" y="42"/>
                  </a:lnTo>
                  <a:lnTo>
                    <a:pt x="198" y="42"/>
                  </a:lnTo>
                  <a:lnTo>
                    <a:pt x="222" y="54"/>
                  </a:lnTo>
                  <a:lnTo>
                    <a:pt x="222" y="60"/>
                  </a:lnTo>
                  <a:lnTo>
                    <a:pt x="216" y="60"/>
                  </a:lnTo>
                  <a:lnTo>
                    <a:pt x="210" y="66"/>
                  </a:lnTo>
                  <a:lnTo>
                    <a:pt x="198" y="66"/>
                  </a:lnTo>
                  <a:lnTo>
                    <a:pt x="192" y="72"/>
                  </a:lnTo>
                  <a:lnTo>
                    <a:pt x="186" y="72"/>
                  </a:lnTo>
                  <a:lnTo>
                    <a:pt x="204" y="78"/>
                  </a:lnTo>
                  <a:lnTo>
                    <a:pt x="210" y="78"/>
                  </a:lnTo>
                  <a:lnTo>
                    <a:pt x="216" y="84"/>
                  </a:lnTo>
                  <a:lnTo>
                    <a:pt x="228" y="90"/>
                  </a:lnTo>
                  <a:lnTo>
                    <a:pt x="246" y="96"/>
                  </a:lnTo>
                  <a:lnTo>
                    <a:pt x="258" y="102"/>
                  </a:lnTo>
                  <a:lnTo>
                    <a:pt x="276" y="102"/>
                  </a:lnTo>
                  <a:lnTo>
                    <a:pt x="282" y="96"/>
                  </a:lnTo>
                  <a:lnTo>
                    <a:pt x="282" y="90"/>
                  </a:lnTo>
                  <a:lnTo>
                    <a:pt x="294" y="96"/>
                  </a:lnTo>
                  <a:lnTo>
                    <a:pt x="300" y="102"/>
                  </a:lnTo>
                  <a:lnTo>
                    <a:pt x="318" y="114"/>
                  </a:lnTo>
                  <a:lnTo>
                    <a:pt x="342" y="126"/>
                  </a:lnTo>
                  <a:lnTo>
                    <a:pt x="372" y="126"/>
                  </a:lnTo>
                  <a:lnTo>
                    <a:pt x="390" y="120"/>
                  </a:lnTo>
                  <a:lnTo>
                    <a:pt x="402" y="120"/>
                  </a:lnTo>
                  <a:lnTo>
                    <a:pt x="390" y="144"/>
                  </a:lnTo>
                  <a:lnTo>
                    <a:pt x="450" y="168"/>
                  </a:lnTo>
                  <a:lnTo>
                    <a:pt x="474" y="204"/>
                  </a:lnTo>
                  <a:lnTo>
                    <a:pt x="480" y="210"/>
                  </a:lnTo>
                  <a:lnTo>
                    <a:pt x="492" y="216"/>
                  </a:lnTo>
                  <a:lnTo>
                    <a:pt x="498" y="222"/>
                  </a:lnTo>
                  <a:lnTo>
                    <a:pt x="498" y="228"/>
                  </a:lnTo>
                  <a:lnTo>
                    <a:pt x="474" y="252"/>
                  </a:lnTo>
                  <a:lnTo>
                    <a:pt x="474" y="258"/>
                  </a:lnTo>
                  <a:lnTo>
                    <a:pt x="480" y="264"/>
                  </a:lnTo>
                  <a:lnTo>
                    <a:pt x="492" y="258"/>
                  </a:lnTo>
                  <a:lnTo>
                    <a:pt x="504" y="258"/>
                  </a:lnTo>
                  <a:lnTo>
                    <a:pt x="528" y="246"/>
                  </a:lnTo>
                  <a:lnTo>
                    <a:pt x="558" y="246"/>
                  </a:lnTo>
                  <a:lnTo>
                    <a:pt x="558" y="252"/>
                  </a:lnTo>
                  <a:lnTo>
                    <a:pt x="552" y="252"/>
                  </a:lnTo>
                  <a:lnTo>
                    <a:pt x="546" y="258"/>
                  </a:lnTo>
                  <a:lnTo>
                    <a:pt x="546" y="264"/>
                  </a:lnTo>
                  <a:lnTo>
                    <a:pt x="558" y="264"/>
                  </a:lnTo>
                  <a:lnTo>
                    <a:pt x="564" y="270"/>
                  </a:lnTo>
                  <a:lnTo>
                    <a:pt x="612" y="270"/>
                  </a:lnTo>
                  <a:lnTo>
                    <a:pt x="636" y="264"/>
                  </a:lnTo>
                  <a:lnTo>
                    <a:pt x="684" y="258"/>
                  </a:lnTo>
                  <a:lnTo>
                    <a:pt x="720" y="252"/>
                  </a:lnTo>
                  <a:lnTo>
                    <a:pt x="738" y="246"/>
                  </a:lnTo>
                  <a:lnTo>
                    <a:pt x="738" y="240"/>
                  </a:lnTo>
                  <a:lnTo>
                    <a:pt x="732" y="234"/>
                  </a:lnTo>
                  <a:lnTo>
                    <a:pt x="720" y="228"/>
                  </a:lnTo>
                  <a:lnTo>
                    <a:pt x="708" y="228"/>
                  </a:lnTo>
                  <a:close/>
                  <a:moveTo>
                    <a:pt x="114" y="126"/>
                  </a:moveTo>
                  <a:lnTo>
                    <a:pt x="114" y="132"/>
                  </a:lnTo>
                  <a:lnTo>
                    <a:pt x="120" y="138"/>
                  </a:lnTo>
                  <a:lnTo>
                    <a:pt x="132" y="144"/>
                  </a:lnTo>
                  <a:lnTo>
                    <a:pt x="144" y="138"/>
                  </a:lnTo>
                  <a:lnTo>
                    <a:pt x="150" y="138"/>
                  </a:lnTo>
                  <a:lnTo>
                    <a:pt x="156" y="126"/>
                  </a:lnTo>
                  <a:lnTo>
                    <a:pt x="156" y="120"/>
                  </a:lnTo>
                  <a:lnTo>
                    <a:pt x="150" y="114"/>
                  </a:lnTo>
                  <a:lnTo>
                    <a:pt x="138" y="114"/>
                  </a:lnTo>
                  <a:lnTo>
                    <a:pt x="126" y="120"/>
                  </a:lnTo>
                  <a:lnTo>
                    <a:pt x="120" y="120"/>
                  </a:lnTo>
                  <a:lnTo>
                    <a:pt x="114" y="126"/>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3" name="Costa Rica" descr="© INSCALE GmbH, 05.05.2010&#10;http://www.presentationload.com/">
              <a:extLst>
                <a:ext uri="{FF2B5EF4-FFF2-40B4-BE49-F238E27FC236}">
                  <a16:creationId xmlns:a16="http://schemas.microsoft.com/office/drawing/2014/main" id="{ACA66F34-4B8D-0B43-807D-5672B798726B}"/>
                </a:ext>
              </a:extLst>
            </p:cNvPr>
            <p:cNvSpPr>
              <a:spLocks/>
            </p:cNvSpPr>
            <p:nvPr/>
          </p:nvSpPr>
          <p:spPr bwMode="gray">
            <a:xfrm>
              <a:off x="3163746" y="3762024"/>
              <a:ext cx="100262" cy="96975"/>
            </a:xfrm>
            <a:custGeom>
              <a:avLst/>
              <a:gdLst>
                <a:gd name="T0" fmla="*/ 2147483647 w 240"/>
                <a:gd name="T1" fmla="*/ 2147483647 h 228"/>
                <a:gd name="T2" fmla="*/ 2147483647 w 240"/>
                <a:gd name="T3" fmla="*/ 2147483647 h 228"/>
                <a:gd name="T4" fmla="*/ 2147483647 w 240"/>
                <a:gd name="T5" fmla="*/ 2147483647 h 228"/>
                <a:gd name="T6" fmla="*/ 2147483647 w 240"/>
                <a:gd name="T7" fmla="*/ 2147483647 h 228"/>
                <a:gd name="T8" fmla="*/ 2147483647 w 240"/>
                <a:gd name="T9" fmla="*/ 2147483647 h 228"/>
                <a:gd name="T10" fmla="*/ 2147483647 w 240"/>
                <a:gd name="T11" fmla="*/ 2147483647 h 228"/>
                <a:gd name="T12" fmla="*/ 2147483647 w 240"/>
                <a:gd name="T13" fmla="*/ 2147483647 h 228"/>
                <a:gd name="T14" fmla="*/ 2147483647 w 240"/>
                <a:gd name="T15" fmla="*/ 2147483647 h 228"/>
                <a:gd name="T16" fmla="*/ 2147483647 w 240"/>
                <a:gd name="T17" fmla="*/ 2147483647 h 228"/>
                <a:gd name="T18" fmla="*/ 2147483647 w 240"/>
                <a:gd name="T19" fmla="*/ 2147483647 h 228"/>
                <a:gd name="T20" fmla="*/ 2147483647 w 240"/>
                <a:gd name="T21" fmla="*/ 2147483647 h 228"/>
                <a:gd name="T22" fmla="*/ 2147483647 w 240"/>
                <a:gd name="T23" fmla="*/ 2147483647 h 228"/>
                <a:gd name="T24" fmla="*/ 2147483647 w 240"/>
                <a:gd name="T25" fmla="*/ 2147483647 h 228"/>
                <a:gd name="T26" fmla="*/ 2147483647 w 240"/>
                <a:gd name="T27" fmla="*/ 2147483647 h 228"/>
                <a:gd name="T28" fmla="*/ 2147483647 w 240"/>
                <a:gd name="T29" fmla="*/ 2147483647 h 228"/>
                <a:gd name="T30" fmla="*/ 2147483647 w 240"/>
                <a:gd name="T31" fmla="*/ 0 h 228"/>
                <a:gd name="T32" fmla="*/ 2147483647 w 240"/>
                <a:gd name="T33" fmla="*/ 2147483647 h 228"/>
                <a:gd name="T34" fmla="*/ 2147483647 w 240"/>
                <a:gd name="T35" fmla="*/ 2147483647 h 228"/>
                <a:gd name="T36" fmla="*/ 0 w 240"/>
                <a:gd name="T37" fmla="*/ 2147483647 h 228"/>
                <a:gd name="T38" fmla="*/ 2147483647 w 240"/>
                <a:gd name="T39" fmla="*/ 2147483647 h 228"/>
                <a:gd name="T40" fmla="*/ 2147483647 w 240"/>
                <a:gd name="T41" fmla="*/ 2147483647 h 228"/>
                <a:gd name="T42" fmla="*/ 2147483647 w 240"/>
                <a:gd name="T43" fmla="*/ 2147483647 h 228"/>
                <a:gd name="T44" fmla="*/ 2147483647 w 240"/>
                <a:gd name="T45" fmla="*/ 2147483647 h 228"/>
                <a:gd name="T46" fmla="*/ 2147483647 w 240"/>
                <a:gd name="T47" fmla="*/ 2147483647 h 228"/>
                <a:gd name="T48" fmla="*/ 2147483647 w 240"/>
                <a:gd name="T49" fmla="*/ 2147483647 h 228"/>
                <a:gd name="T50" fmla="*/ 2147483647 w 240"/>
                <a:gd name="T51" fmla="*/ 2147483647 h 228"/>
                <a:gd name="T52" fmla="*/ 2147483647 w 240"/>
                <a:gd name="T53" fmla="*/ 2147483647 h 228"/>
                <a:gd name="T54" fmla="*/ 2147483647 w 240"/>
                <a:gd name="T55" fmla="*/ 2147483647 h 228"/>
                <a:gd name="T56" fmla="*/ 2147483647 w 240"/>
                <a:gd name="T57" fmla="*/ 2147483647 h 228"/>
                <a:gd name="T58" fmla="*/ 2147483647 w 240"/>
                <a:gd name="T59" fmla="*/ 2147483647 h 228"/>
                <a:gd name="T60" fmla="*/ 2147483647 w 240"/>
                <a:gd name="T61" fmla="*/ 2147483647 h 228"/>
                <a:gd name="T62" fmla="*/ 2147483647 w 240"/>
                <a:gd name="T63" fmla="*/ 2147483647 h 228"/>
                <a:gd name="T64" fmla="*/ 2147483647 w 240"/>
                <a:gd name="T65" fmla="*/ 2147483647 h 228"/>
                <a:gd name="T66" fmla="*/ 2147483647 w 240"/>
                <a:gd name="T67" fmla="*/ 2147483647 h 2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0"/>
                <a:gd name="T103" fmla="*/ 0 h 228"/>
                <a:gd name="T104" fmla="*/ 240 w 240"/>
                <a:gd name="T105" fmla="*/ 228 h 2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0" h="228">
                  <a:moveTo>
                    <a:pt x="210" y="198"/>
                  </a:moveTo>
                  <a:lnTo>
                    <a:pt x="216" y="198"/>
                  </a:lnTo>
                  <a:lnTo>
                    <a:pt x="234" y="180"/>
                  </a:lnTo>
                  <a:lnTo>
                    <a:pt x="228" y="174"/>
                  </a:lnTo>
                  <a:lnTo>
                    <a:pt x="210" y="174"/>
                  </a:lnTo>
                  <a:lnTo>
                    <a:pt x="210" y="168"/>
                  </a:lnTo>
                  <a:lnTo>
                    <a:pt x="204" y="162"/>
                  </a:lnTo>
                  <a:lnTo>
                    <a:pt x="204" y="144"/>
                  </a:lnTo>
                  <a:lnTo>
                    <a:pt x="210" y="138"/>
                  </a:lnTo>
                  <a:lnTo>
                    <a:pt x="222" y="138"/>
                  </a:lnTo>
                  <a:lnTo>
                    <a:pt x="228" y="132"/>
                  </a:lnTo>
                  <a:lnTo>
                    <a:pt x="240" y="132"/>
                  </a:lnTo>
                  <a:lnTo>
                    <a:pt x="228" y="126"/>
                  </a:lnTo>
                  <a:lnTo>
                    <a:pt x="210" y="108"/>
                  </a:lnTo>
                  <a:lnTo>
                    <a:pt x="198" y="84"/>
                  </a:lnTo>
                  <a:lnTo>
                    <a:pt x="192" y="78"/>
                  </a:lnTo>
                  <a:lnTo>
                    <a:pt x="186" y="66"/>
                  </a:lnTo>
                  <a:lnTo>
                    <a:pt x="180" y="60"/>
                  </a:lnTo>
                  <a:lnTo>
                    <a:pt x="174" y="36"/>
                  </a:lnTo>
                  <a:lnTo>
                    <a:pt x="138" y="36"/>
                  </a:lnTo>
                  <a:lnTo>
                    <a:pt x="126" y="24"/>
                  </a:lnTo>
                  <a:lnTo>
                    <a:pt x="126" y="18"/>
                  </a:lnTo>
                  <a:lnTo>
                    <a:pt x="120" y="18"/>
                  </a:lnTo>
                  <a:lnTo>
                    <a:pt x="114" y="12"/>
                  </a:lnTo>
                  <a:lnTo>
                    <a:pt x="84" y="12"/>
                  </a:lnTo>
                  <a:lnTo>
                    <a:pt x="84" y="18"/>
                  </a:lnTo>
                  <a:lnTo>
                    <a:pt x="78" y="18"/>
                  </a:lnTo>
                  <a:lnTo>
                    <a:pt x="72" y="12"/>
                  </a:lnTo>
                  <a:lnTo>
                    <a:pt x="60" y="6"/>
                  </a:lnTo>
                  <a:lnTo>
                    <a:pt x="48" y="6"/>
                  </a:lnTo>
                  <a:lnTo>
                    <a:pt x="42" y="0"/>
                  </a:lnTo>
                  <a:lnTo>
                    <a:pt x="24" y="0"/>
                  </a:lnTo>
                  <a:lnTo>
                    <a:pt x="6" y="30"/>
                  </a:lnTo>
                  <a:lnTo>
                    <a:pt x="18" y="42"/>
                  </a:lnTo>
                  <a:lnTo>
                    <a:pt x="24" y="42"/>
                  </a:lnTo>
                  <a:lnTo>
                    <a:pt x="24" y="48"/>
                  </a:lnTo>
                  <a:lnTo>
                    <a:pt x="6" y="66"/>
                  </a:lnTo>
                  <a:lnTo>
                    <a:pt x="0" y="78"/>
                  </a:lnTo>
                  <a:lnTo>
                    <a:pt x="6" y="90"/>
                  </a:lnTo>
                  <a:lnTo>
                    <a:pt x="18" y="102"/>
                  </a:lnTo>
                  <a:lnTo>
                    <a:pt x="30" y="108"/>
                  </a:lnTo>
                  <a:lnTo>
                    <a:pt x="42" y="108"/>
                  </a:lnTo>
                  <a:lnTo>
                    <a:pt x="60" y="126"/>
                  </a:lnTo>
                  <a:lnTo>
                    <a:pt x="72" y="126"/>
                  </a:lnTo>
                  <a:lnTo>
                    <a:pt x="72" y="102"/>
                  </a:lnTo>
                  <a:lnTo>
                    <a:pt x="66" y="96"/>
                  </a:lnTo>
                  <a:lnTo>
                    <a:pt x="54" y="90"/>
                  </a:lnTo>
                  <a:lnTo>
                    <a:pt x="42" y="78"/>
                  </a:lnTo>
                  <a:lnTo>
                    <a:pt x="42" y="72"/>
                  </a:lnTo>
                  <a:lnTo>
                    <a:pt x="48" y="72"/>
                  </a:lnTo>
                  <a:lnTo>
                    <a:pt x="60" y="78"/>
                  </a:lnTo>
                  <a:lnTo>
                    <a:pt x="66" y="84"/>
                  </a:lnTo>
                  <a:lnTo>
                    <a:pt x="90" y="96"/>
                  </a:lnTo>
                  <a:lnTo>
                    <a:pt x="96" y="102"/>
                  </a:lnTo>
                  <a:lnTo>
                    <a:pt x="96" y="132"/>
                  </a:lnTo>
                  <a:lnTo>
                    <a:pt x="114" y="132"/>
                  </a:lnTo>
                  <a:lnTo>
                    <a:pt x="126" y="138"/>
                  </a:lnTo>
                  <a:lnTo>
                    <a:pt x="138" y="138"/>
                  </a:lnTo>
                  <a:lnTo>
                    <a:pt x="156" y="180"/>
                  </a:lnTo>
                  <a:lnTo>
                    <a:pt x="150" y="186"/>
                  </a:lnTo>
                  <a:lnTo>
                    <a:pt x="150" y="198"/>
                  </a:lnTo>
                  <a:lnTo>
                    <a:pt x="168" y="216"/>
                  </a:lnTo>
                  <a:lnTo>
                    <a:pt x="180" y="222"/>
                  </a:lnTo>
                  <a:lnTo>
                    <a:pt x="192" y="222"/>
                  </a:lnTo>
                  <a:lnTo>
                    <a:pt x="174" y="198"/>
                  </a:lnTo>
                  <a:lnTo>
                    <a:pt x="204" y="228"/>
                  </a:lnTo>
                  <a:lnTo>
                    <a:pt x="210" y="222"/>
                  </a:lnTo>
                  <a:lnTo>
                    <a:pt x="210" y="198"/>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4" name="Colombia" descr="© INSCALE GmbH, 05.05.2010&#10;http://www.presentationload.com/">
              <a:extLst>
                <a:ext uri="{FF2B5EF4-FFF2-40B4-BE49-F238E27FC236}">
                  <a16:creationId xmlns:a16="http://schemas.microsoft.com/office/drawing/2014/main" id="{70A43DA6-BA6A-214E-9318-6519FAD45B5E}"/>
                </a:ext>
              </a:extLst>
            </p:cNvPr>
            <p:cNvSpPr>
              <a:spLocks/>
            </p:cNvSpPr>
            <p:nvPr/>
          </p:nvSpPr>
          <p:spPr bwMode="gray">
            <a:xfrm>
              <a:off x="3357696" y="3719290"/>
              <a:ext cx="364887" cy="565412"/>
            </a:xfrm>
            <a:custGeom>
              <a:avLst/>
              <a:gdLst>
                <a:gd name="T0" fmla="*/ 2147483647 w 870"/>
                <a:gd name="T1" fmla="*/ 2147483647 h 1344"/>
                <a:gd name="T2" fmla="*/ 2147483647 w 870"/>
                <a:gd name="T3" fmla="*/ 2147483647 h 1344"/>
                <a:gd name="T4" fmla="*/ 2147483647 w 870"/>
                <a:gd name="T5" fmla="*/ 2147483647 h 1344"/>
                <a:gd name="T6" fmla="*/ 2147483647 w 870"/>
                <a:gd name="T7" fmla="*/ 2147483647 h 1344"/>
                <a:gd name="T8" fmla="*/ 2147483647 w 870"/>
                <a:gd name="T9" fmla="*/ 2147483647 h 1344"/>
                <a:gd name="T10" fmla="*/ 2147483647 w 870"/>
                <a:gd name="T11" fmla="*/ 2147483647 h 1344"/>
                <a:gd name="T12" fmla="*/ 2147483647 w 870"/>
                <a:gd name="T13" fmla="*/ 2147483647 h 1344"/>
                <a:gd name="T14" fmla="*/ 2147483647 w 870"/>
                <a:gd name="T15" fmla="*/ 2147483647 h 1344"/>
                <a:gd name="T16" fmla="*/ 2147483647 w 870"/>
                <a:gd name="T17" fmla="*/ 2147483647 h 1344"/>
                <a:gd name="T18" fmla="*/ 2147483647 w 870"/>
                <a:gd name="T19" fmla="*/ 2147483647 h 1344"/>
                <a:gd name="T20" fmla="*/ 2147483647 w 870"/>
                <a:gd name="T21" fmla="*/ 2147483647 h 1344"/>
                <a:gd name="T22" fmla="*/ 2147483647 w 870"/>
                <a:gd name="T23" fmla="*/ 2147483647 h 1344"/>
                <a:gd name="T24" fmla="*/ 2147483647 w 870"/>
                <a:gd name="T25" fmla="*/ 2147483647 h 1344"/>
                <a:gd name="T26" fmla="*/ 2147483647 w 870"/>
                <a:gd name="T27" fmla="*/ 2147483647 h 1344"/>
                <a:gd name="T28" fmla="*/ 2147483647 w 870"/>
                <a:gd name="T29" fmla="*/ 2147483647 h 1344"/>
                <a:gd name="T30" fmla="*/ 2147483647 w 870"/>
                <a:gd name="T31" fmla="*/ 2147483647 h 1344"/>
                <a:gd name="T32" fmla="*/ 2147483647 w 870"/>
                <a:gd name="T33" fmla="*/ 2147483647 h 1344"/>
                <a:gd name="T34" fmla="*/ 2147483647 w 870"/>
                <a:gd name="T35" fmla="*/ 2147483647 h 1344"/>
                <a:gd name="T36" fmla="*/ 2147483647 w 870"/>
                <a:gd name="T37" fmla="*/ 2147483647 h 1344"/>
                <a:gd name="T38" fmla="*/ 2147483647 w 870"/>
                <a:gd name="T39" fmla="*/ 2147483647 h 1344"/>
                <a:gd name="T40" fmla="*/ 2147483647 w 870"/>
                <a:gd name="T41" fmla="*/ 2147483647 h 1344"/>
                <a:gd name="T42" fmla="*/ 2147483647 w 870"/>
                <a:gd name="T43" fmla="*/ 2147483647 h 1344"/>
                <a:gd name="T44" fmla="*/ 2147483647 w 870"/>
                <a:gd name="T45" fmla="*/ 2147483647 h 1344"/>
                <a:gd name="T46" fmla="*/ 2147483647 w 870"/>
                <a:gd name="T47" fmla="*/ 2147483647 h 1344"/>
                <a:gd name="T48" fmla="*/ 2147483647 w 870"/>
                <a:gd name="T49" fmla="*/ 2147483647 h 1344"/>
                <a:gd name="T50" fmla="*/ 2147483647 w 870"/>
                <a:gd name="T51" fmla="*/ 2147483647 h 1344"/>
                <a:gd name="T52" fmla="*/ 2147483647 w 870"/>
                <a:gd name="T53" fmla="*/ 2147483647 h 1344"/>
                <a:gd name="T54" fmla="*/ 2147483647 w 870"/>
                <a:gd name="T55" fmla="*/ 2147483647 h 1344"/>
                <a:gd name="T56" fmla="*/ 2147483647 w 870"/>
                <a:gd name="T57" fmla="*/ 2147483647 h 1344"/>
                <a:gd name="T58" fmla="*/ 2147483647 w 870"/>
                <a:gd name="T59" fmla="*/ 2147483647 h 1344"/>
                <a:gd name="T60" fmla="*/ 2147483647 w 870"/>
                <a:gd name="T61" fmla="*/ 2147483647 h 1344"/>
                <a:gd name="T62" fmla="*/ 2147483647 w 870"/>
                <a:gd name="T63" fmla="*/ 2147483647 h 1344"/>
                <a:gd name="T64" fmla="*/ 2147483647 w 870"/>
                <a:gd name="T65" fmla="*/ 2147483647 h 1344"/>
                <a:gd name="T66" fmla="*/ 2147483647 w 870"/>
                <a:gd name="T67" fmla="*/ 2147483647 h 1344"/>
                <a:gd name="T68" fmla="*/ 2147483647 w 870"/>
                <a:gd name="T69" fmla="*/ 2147483647 h 1344"/>
                <a:gd name="T70" fmla="*/ 2147483647 w 870"/>
                <a:gd name="T71" fmla="*/ 2147483647 h 1344"/>
                <a:gd name="T72" fmla="*/ 2147483647 w 870"/>
                <a:gd name="T73" fmla="*/ 0 h 1344"/>
                <a:gd name="T74" fmla="*/ 2147483647 w 870"/>
                <a:gd name="T75" fmla="*/ 2147483647 h 1344"/>
                <a:gd name="T76" fmla="*/ 2147483647 w 870"/>
                <a:gd name="T77" fmla="*/ 2147483647 h 1344"/>
                <a:gd name="T78" fmla="*/ 2147483647 w 870"/>
                <a:gd name="T79" fmla="*/ 2147483647 h 1344"/>
                <a:gd name="T80" fmla="*/ 2147483647 w 870"/>
                <a:gd name="T81" fmla="*/ 2147483647 h 1344"/>
                <a:gd name="T82" fmla="*/ 2147483647 w 870"/>
                <a:gd name="T83" fmla="*/ 2147483647 h 1344"/>
                <a:gd name="T84" fmla="*/ 2147483647 w 870"/>
                <a:gd name="T85" fmla="*/ 2147483647 h 1344"/>
                <a:gd name="T86" fmla="*/ 2147483647 w 870"/>
                <a:gd name="T87" fmla="*/ 2147483647 h 1344"/>
                <a:gd name="T88" fmla="*/ 2147483647 w 870"/>
                <a:gd name="T89" fmla="*/ 2147483647 h 1344"/>
                <a:gd name="T90" fmla="*/ 2147483647 w 870"/>
                <a:gd name="T91" fmla="*/ 2147483647 h 1344"/>
                <a:gd name="T92" fmla="*/ 2147483647 w 870"/>
                <a:gd name="T93" fmla="*/ 2147483647 h 1344"/>
                <a:gd name="T94" fmla="*/ 2147483647 w 870"/>
                <a:gd name="T95" fmla="*/ 2147483647 h 1344"/>
                <a:gd name="T96" fmla="*/ 2147483647 w 870"/>
                <a:gd name="T97" fmla="*/ 2147483647 h 1344"/>
                <a:gd name="T98" fmla="*/ 2147483647 w 870"/>
                <a:gd name="T99" fmla="*/ 2147483647 h 1344"/>
                <a:gd name="T100" fmla="*/ 2147483647 w 870"/>
                <a:gd name="T101" fmla="*/ 2147483647 h 1344"/>
                <a:gd name="T102" fmla="*/ 2147483647 w 870"/>
                <a:gd name="T103" fmla="*/ 2147483647 h 1344"/>
                <a:gd name="T104" fmla="*/ 2147483647 w 870"/>
                <a:gd name="T105" fmla="*/ 2147483647 h 1344"/>
                <a:gd name="T106" fmla="*/ 2147483647 w 870"/>
                <a:gd name="T107" fmla="*/ 2147483647 h 134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70"/>
                <a:gd name="T163" fmla="*/ 0 h 1344"/>
                <a:gd name="T164" fmla="*/ 870 w 870"/>
                <a:gd name="T165" fmla="*/ 1344 h 134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70" h="1344">
                  <a:moveTo>
                    <a:pt x="36" y="912"/>
                  </a:moveTo>
                  <a:lnTo>
                    <a:pt x="60" y="924"/>
                  </a:lnTo>
                  <a:lnTo>
                    <a:pt x="66" y="936"/>
                  </a:lnTo>
                  <a:lnTo>
                    <a:pt x="84" y="936"/>
                  </a:lnTo>
                  <a:lnTo>
                    <a:pt x="96" y="942"/>
                  </a:lnTo>
                  <a:lnTo>
                    <a:pt x="102" y="948"/>
                  </a:lnTo>
                  <a:lnTo>
                    <a:pt x="108" y="960"/>
                  </a:lnTo>
                  <a:lnTo>
                    <a:pt x="108" y="966"/>
                  </a:lnTo>
                  <a:lnTo>
                    <a:pt x="114" y="972"/>
                  </a:lnTo>
                  <a:lnTo>
                    <a:pt x="126" y="978"/>
                  </a:lnTo>
                  <a:lnTo>
                    <a:pt x="138" y="978"/>
                  </a:lnTo>
                  <a:lnTo>
                    <a:pt x="144" y="972"/>
                  </a:lnTo>
                  <a:lnTo>
                    <a:pt x="156" y="978"/>
                  </a:lnTo>
                  <a:lnTo>
                    <a:pt x="162" y="984"/>
                  </a:lnTo>
                  <a:lnTo>
                    <a:pt x="186" y="984"/>
                  </a:lnTo>
                  <a:lnTo>
                    <a:pt x="186" y="972"/>
                  </a:lnTo>
                  <a:lnTo>
                    <a:pt x="192" y="966"/>
                  </a:lnTo>
                  <a:lnTo>
                    <a:pt x="198" y="966"/>
                  </a:lnTo>
                  <a:lnTo>
                    <a:pt x="210" y="972"/>
                  </a:lnTo>
                  <a:lnTo>
                    <a:pt x="210" y="978"/>
                  </a:lnTo>
                  <a:lnTo>
                    <a:pt x="216" y="984"/>
                  </a:lnTo>
                  <a:lnTo>
                    <a:pt x="216" y="990"/>
                  </a:lnTo>
                  <a:lnTo>
                    <a:pt x="228" y="1002"/>
                  </a:lnTo>
                  <a:lnTo>
                    <a:pt x="264" y="1002"/>
                  </a:lnTo>
                  <a:lnTo>
                    <a:pt x="276" y="1008"/>
                  </a:lnTo>
                  <a:lnTo>
                    <a:pt x="282" y="1014"/>
                  </a:lnTo>
                  <a:lnTo>
                    <a:pt x="294" y="1020"/>
                  </a:lnTo>
                  <a:lnTo>
                    <a:pt x="312" y="1038"/>
                  </a:lnTo>
                  <a:lnTo>
                    <a:pt x="324" y="1044"/>
                  </a:lnTo>
                  <a:lnTo>
                    <a:pt x="330" y="1050"/>
                  </a:lnTo>
                  <a:lnTo>
                    <a:pt x="342" y="1086"/>
                  </a:lnTo>
                  <a:lnTo>
                    <a:pt x="360" y="1086"/>
                  </a:lnTo>
                  <a:lnTo>
                    <a:pt x="372" y="1104"/>
                  </a:lnTo>
                  <a:lnTo>
                    <a:pt x="384" y="1104"/>
                  </a:lnTo>
                  <a:lnTo>
                    <a:pt x="390" y="1110"/>
                  </a:lnTo>
                  <a:lnTo>
                    <a:pt x="390" y="1134"/>
                  </a:lnTo>
                  <a:lnTo>
                    <a:pt x="396" y="1140"/>
                  </a:lnTo>
                  <a:lnTo>
                    <a:pt x="396" y="1146"/>
                  </a:lnTo>
                  <a:lnTo>
                    <a:pt x="408" y="1146"/>
                  </a:lnTo>
                  <a:lnTo>
                    <a:pt x="420" y="1152"/>
                  </a:lnTo>
                  <a:lnTo>
                    <a:pt x="426" y="1158"/>
                  </a:lnTo>
                  <a:lnTo>
                    <a:pt x="426" y="1164"/>
                  </a:lnTo>
                  <a:lnTo>
                    <a:pt x="420" y="1170"/>
                  </a:lnTo>
                  <a:lnTo>
                    <a:pt x="420" y="1194"/>
                  </a:lnTo>
                  <a:lnTo>
                    <a:pt x="432" y="1200"/>
                  </a:lnTo>
                  <a:lnTo>
                    <a:pt x="456" y="1206"/>
                  </a:lnTo>
                  <a:lnTo>
                    <a:pt x="492" y="1206"/>
                  </a:lnTo>
                  <a:lnTo>
                    <a:pt x="492" y="1194"/>
                  </a:lnTo>
                  <a:lnTo>
                    <a:pt x="504" y="1182"/>
                  </a:lnTo>
                  <a:lnTo>
                    <a:pt x="528" y="1182"/>
                  </a:lnTo>
                  <a:lnTo>
                    <a:pt x="534" y="1188"/>
                  </a:lnTo>
                  <a:lnTo>
                    <a:pt x="540" y="1188"/>
                  </a:lnTo>
                  <a:lnTo>
                    <a:pt x="546" y="1194"/>
                  </a:lnTo>
                  <a:lnTo>
                    <a:pt x="558" y="1194"/>
                  </a:lnTo>
                  <a:lnTo>
                    <a:pt x="570" y="1188"/>
                  </a:lnTo>
                  <a:lnTo>
                    <a:pt x="576" y="1182"/>
                  </a:lnTo>
                  <a:lnTo>
                    <a:pt x="588" y="1182"/>
                  </a:lnTo>
                  <a:lnTo>
                    <a:pt x="588" y="1188"/>
                  </a:lnTo>
                  <a:lnTo>
                    <a:pt x="594" y="1200"/>
                  </a:lnTo>
                  <a:lnTo>
                    <a:pt x="600" y="1206"/>
                  </a:lnTo>
                  <a:lnTo>
                    <a:pt x="624" y="1206"/>
                  </a:lnTo>
                  <a:lnTo>
                    <a:pt x="636" y="1212"/>
                  </a:lnTo>
                  <a:lnTo>
                    <a:pt x="642" y="1218"/>
                  </a:lnTo>
                  <a:lnTo>
                    <a:pt x="642" y="1236"/>
                  </a:lnTo>
                  <a:lnTo>
                    <a:pt x="636" y="1248"/>
                  </a:lnTo>
                  <a:lnTo>
                    <a:pt x="630" y="1254"/>
                  </a:lnTo>
                  <a:lnTo>
                    <a:pt x="624" y="1254"/>
                  </a:lnTo>
                  <a:lnTo>
                    <a:pt x="618" y="1260"/>
                  </a:lnTo>
                  <a:lnTo>
                    <a:pt x="618" y="1266"/>
                  </a:lnTo>
                  <a:lnTo>
                    <a:pt x="606" y="1290"/>
                  </a:lnTo>
                  <a:lnTo>
                    <a:pt x="606" y="1308"/>
                  </a:lnTo>
                  <a:lnTo>
                    <a:pt x="612" y="1314"/>
                  </a:lnTo>
                  <a:lnTo>
                    <a:pt x="630" y="1314"/>
                  </a:lnTo>
                  <a:lnTo>
                    <a:pt x="642" y="1332"/>
                  </a:lnTo>
                  <a:lnTo>
                    <a:pt x="660" y="1344"/>
                  </a:lnTo>
                  <a:lnTo>
                    <a:pt x="660" y="1308"/>
                  </a:lnTo>
                  <a:lnTo>
                    <a:pt x="666" y="1236"/>
                  </a:lnTo>
                  <a:lnTo>
                    <a:pt x="684" y="1188"/>
                  </a:lnTo>
                  <a:lnTo>
                    <a:pt x="678" y="1140"/>
                  </a:lnTo>
                  <a:lnTo>
                    <a:pt x="690" y="1128"/>
                  </a:lnTo>
                  <a:lnTo>
                    <a:pt x="696" y="1116"/>
                  </a:lnTo>
                  <a:lnTo>
                    <a:pt x="696" y="1104"/>
                  </a:lnTo>
                  <a:lnTo>
                    <a:pt x="690" y="1092"/>
                  </a:lnTo>
                  <a:lnTo>
                    <a:pt x="678" y="1080"/>
                  </a:lnTo>
                  <a:lnTo>
                    <a:pt x="678" y="1074"/>
                  </a:lnTo>
                  <a:lnTo>
                    <a:pt x="672" y="1068"/>
                  </a:lnTo>
                  <a:lnTo>
                    <a:pt x="672" y="1044"/>
                  </a:lnTo>
                  <a:lnTo>
                    <a:pt x="666" y="1038"/>
                  </a:lnTo>
                  <a:lnTo>
                    <a:pt x="654" y="1032"/>
                  </a:lnTo>
                  <a:lnTo>
                    <a:pt x="642" y="1020"/>
                  </a:lnTo>
                  <a:lnTo>
                    <a:pt x="636" y="1020"/>
                  </a:lnTo>
                  <a:lnTo>
                    <a:pt x="642" y="954"/>
                  </a:lnTo>
                  <a:lnTo>
                    <a:pt x="672" y="948"/>
                  </a:lnTo>
                  <a:lnTo>
                    <a:pt x="678" y="954"/>
                  </a:lnTo>
                  <a:lnTo>
                    <a:pt x="708" y="954"/>
                  </a:lnTo>
                  <a:lnTo>
                    <a:pt x="714" y="948"/>
                  </a:lnTo>
                  <a:lnTo>
                    <a:pt x="714" y="942"/>
                  </a:lnTo>
                  <a:lnTo>
                    <a:pt x="708" y="936"/>
                  </a:lnTo>
                  <a:lnTo>
                    <a:pt x="708" y="930"/>
                  </a:lnTo>
                  <a:lnTo>
                    <a:pt x="696" y="918"/>
                  </a:lnTo>
                  <a:lnTo>
                    <a:pt x="684" y="924"/>
                  </a:lnTo>
                  <a:lnTo>
                    <a:pt x="660" y="912"/>
                  </a:lnTo>
                  <a:lnTo>
                    <a:pt x="660" y="900"/>
                  </a:lnTo>
                  <a:lnTo>
                    <a:pt x="654" y="888"/>
                  </a:lnTo>
                  <a:lnTo>
                    <a:pt x="654" y="876"/>
                  </a:lnTo>
                  <a:lnTo>
                    <a:pt x="660" y="864"/>
                  </a:lnTo>
                  <a:lnTo>
                    <a:pt x="666" y="858"/>
                  </a:lnTo>
                  <a:lnTo>
                    <a:pt x="684" y="858"/>
                  </a:lnTo>
                  <a:lnTo>
                    <a:pt x="696" y="870"/>
                  </a:lnTo>
                  <a:lnTo>
                    <a:pt x="762" y="864"/>
                  </a:lnTo>
                  <a:lnTo>
                    <a:pt x="762" y="846"/>
                  </a:lnTo>
                  <a:lnTo>
                    <a:pt x="768" y="840"/>
                  </a:lnTo>
                  <a:lnTo>
                    <a:pt x="774" y="840"/>
                  </a:lnTo>
                  <a:lnTo>
                    <a:pt x="798" y="864"/>
                  </a:lnTo>
                  <a:lnTo>
                    <a:pt x="828" y="834"/>
                  </a:lnTo>
                  <a:lnTo>
                    <a:pt x="834" y="834"/>
                  </a:lnTo>
                  <a:lnTo>
                    <a:pt x="834" y="846"/>
                  </a:lnTo>
                  <a:lnTo>
                    <a:pt x="840" y="852"/>
                  </a:lnTo>
                  <a:lnTo>
                    <a:pt x="840" y="864"/>
                  </a:lnTo>
                  <a:lnTo>
                    <a:pt x="846" y="876"/>
                  </a:lnTo>
                  <a:lnTo>
                    <a:pt x="846" y="906"/>
                  </a:lnTo>
                  <a:lnTo>
                    <a:pt x="870" y="906"/>
                  </a:lnTo>
                  <a:lnTo>
                    <a:pt x="864" y="900"/>
                  </a:lnTo>
                  <a:lnTo>
                    <a:pt x="864" y="882"/>
                  </a:lnTo>
                  <a:lnTo>
                    <a:pt x="858" y="870"/>
                  </a:lnTo>
                  <a:lnTo>
                    <a:pt x="858" y="852"/>
                  </a:lnTo>
                  <a:lnTo>
                    <a:pt x="852" y="846"/>
                  </a:lnTo>
                  <a:lnTo>
                    <a:pt x="852" y="828"/>
                  </a:lnTo>
                  <a:lnTo>
                    <a:pt x="846" y="822"/>
                  </a:lnTo>
                  <a:lnTo>
                    <a:pt x="846" y="798"/>
                  </a:lnTo>
                  <a:lnTo>
                    <a:pt x="834" y="798"/>
                  </a:lnTo>
                  <a:lnTo>
                    <a:pt x="822" y="786"/>
                  </a:lnTo>
                  <a:lnTo>
                    <a:pt x="798" y="774"/>
                  </a:lnTo>
                  <a:lnTo>
                    <a:pt x="804" y="774"/>
                  </a:lnTo>
                  <a:lnTo>
                    <a:pt x="834" y="744"/>
                  </a:lnTo>
                  <a:lnTo>
                    <a:pt x="840" y="732"/>
                  </a:lnTo>
                  <a:lnTo>
                    <a:pt x="840" y="726"/>
                  </a:lnTo>
                  <a:lnTo>
                    <a:pt x="834" y="714"/>
                  </a:lnTo>
                  <a:lnTo>
                    <a:pt x="822" y="708"/>
                  </a:lnTo>
                  <a:lnTo>
                    <a:pt x="816" y="696"/>
                  </a:lnTo>
                  <a:lnTo>
                    <a:pt x="816" y="672"/>
                  </a:lnTo>
                  <a:lnTo>
                    <a:pt x="804" y="672"/>
                  </a:lnTo>
                  <a:lnTo>
                    <a:pt x="798" y="666"/>
                  </a:lnTo>
                  <a:lnTo>
                    <a:pt x="798" y="654"/>
                  </a:lnTo>
                  <a:lnTo>
                    <a:pt x="804" y="642"/>
                  </a:lnTo>
                  <a:lnTo>
                    <a:pt x="804" y="612"/>
                  </a:lnTo>
                  <a:lnTo>
                    <a:pt x="798" y="600"/>
                  </a:lnTo>
                  <a:lnTo>
                    <a:pt x="798" y="576"/>
                  </a:lnTo>
                  <a:lnTo>
                    <a:pt x="810" y="564"/>
                  </a:lnTo>
                  <a:lnTo>
                    <a:pt x="816" y="564"/>
                  </a:lnTo>
                  <a:lnTo>
                    <a:pt x="822" y="558"/>
                  </a:lnTo>
                  <a:lnTo>
                    <a:pt x="822" y="534"/>
                  </a:lnTo>
                  <a:lnTo>
                    <a:pt x="840" y="516"/>
                  </a:lnTo>
                  <a:lnTo>
                    <a:pt x="840" y="504"/>
                  </a:lnTo>
                  <a:lnTo>
                    <a:pt x="834" y="498"/>
                  </a:lnTo>
                  <a:lnTo>
                    <a:pt x="816" y="498"/>
                  </a:lnTo>
                  <a:lnTo>
                    <a:pt x="804" y="504"/>
                  </a:lnTo>
                  <a:lnTo>
                    <a:pt x="798" y="510"/>
                  </a:lnTo>
                  <a:lnTo>
                    <a:pt x="774" y="504"/>
                  </a:lnTo>
                  <a:lnTo>
                    <a:pt x="768" y="510"/>
                  </a:lnTo>
                  <a:lnTo>
                    <a:pt x="744" y="510"/>
                  </a:lnTo>
                  <a:lnTo>
                    <a:pt x="738" y="504"/>
                  </a:lnTo>
                  <a:lnTo>
                    <a:pt x="720" y="504"/>
                  </a:lnTo>
                  <a:lnTo>
                    <a:pt x="720" y="510"/>
                  </a:lnTo>
                  <a:lnTo>
                    <a:pt x="696" y="510"/>
                  </a:lnTo>
                  <a:lnTo>
                    <a:pt x="672" y="486"/>
                  </a:lnTo>
                  <a:lnTo>
                    <a:pt x="666" y="468"/>
                  </a:lnTo>
                  <a:lnTo>
                    <a:pt x="660" y="456"/>
                  </a:lnTo>
                  <a:lnTo>
                    <a:pt x="654" y="450"/>
                  </a:lnTo>
                  <a:lnTo>
                    <a:pt x="654" y="444"/>
                  </a:lnTo>
                  <a:lnTo>
                    <a:pt x="630" y="444"/>
                  </a:lnTo>
                  <a:lnTo>
                    <a:pt x="618" y="438"/>
                  </a:lnTo>
                  <a:lnTo>
                    <a:pt x="612" y="432"/>
                  </a:lnTo>
                  <a:lnTo>
                    <a:pt x="600" y="432"/>
                  </a:lnTo>
                  <a:lnTo>
                    <a:pt x="600" y="438"/>
                  </a:lnTo>
                  <a:lnTo>
                    <a:pt x="594" y="444"/>
                  </a:lnTo>
                  <a:lnTo>
                    <a:pt x="582" y="444"/>
                  </a:lnTo>
                  <a:lnTo>
                    <a:pt x="570" y="438"/>
                  </a:lnTo>
                  <a:lnTo>
                    <a:pt x="564" y="438"/>
                  </a:lnTo>
                  <a:lnTo>
                    <a:pt x="552" y="432"/>
                  </a:lnTo>
                  <a:lnTo>
                    <a:pt x="540" y="432"/>
                  </a:lnTo>
                  <a:lnTo>
                    <a:pt x="534" y="438"/>
                  </a:lnTo>
                  <a:lnTo>
                    <a:pt x="510" y="438"/>
                  </a:lnTo>
                  <a:lnTo>
                    <a:pt x="504" y="432"/>
                  </a:lnTo>
                  <a:lnTo>
                    <a:pt x="498" y="420"/>
                  </a:lnTo>
                  <a:lnTo>
                    <a:pt x="498" y="408"/>
                  </a:lnTo>
                  <a:lnTo>
                    <a:pt x="486" y="408"/>
                  </a:lnTo>
                  <a:lnTo>
                    <a:pt x="486" y="366"/>
                  </a:lnTo>
                  <a:lnTo>
                    <a:pt x="498" y="342"/>
                  </a:lnTo>
                  <a:lnTo>
                    <a:pt x="498" y="330"/>
                  </a:lnTo>
                  <a:lnTo>
                    <a:pt x="492" y="324"/>
                  </a:lnTo>
                  <a:lnTo>
                    <a:pt x="480" y="318"/>
                  </a:lnTo>
                  <a:lnTo>
                    <a:pt x="474" y="312"/>
                  </a:lnTo>
                  <a:lnTo>
                    <a:pt x="474" y="276"/>
                  </a:lnTo>
                  <a:lnTo>
                    <a:pt x="468" y="264"/>
                  </a:lnTo>
                  <a:lnTo>
                    <a:pt x="456" y="252"/>
                  </a:lnTo>
                  <a:lnTo>
                    <a:pt x="450" y="252"/>
                  </a:lnTo>
                  <a:lnTo>
                    <a:pt x="438" y="264"/>
                  </a:lnTo>
                  <a:lnTo>
                    <a:pt x="438" y="270"/>
                  </a:lnTo>
                  <a:lnTo>
                    <a:pt x="432" y="264"/>
                  </a:lnTo>
                  <a:lnTo>
                    <a:pt x="432" y="252"/>
                  </a:lnTo>
                  <a:lnTo>
                    <a:pt x="438" y="240"/>
                  </a:lnTo>
                  <a:lnTo>
                    <a:pt x="462" y="216"/>
                  </a:lnTo>
                  <a:lnTo>
                    <a:pt x="462" y="192"/>
                  </a:lnTo>
                  <a:lnTo>
                    <a:pt x="468" y="186"/>
                  </a:lnTo>
                  <a:lnTo>
                    <a:pt x="468" y="168"/>
                  </a:lnTo>
                  <a:lnTo>
                    <a:pt x="480" y="132"/>
                  </a:lnTo>
                  <a:lnTo>
                    <a:pt x="504" y="108"/>
                  </a:lnTo>
                  <a:lnTo>
                    <a:pt x="522" y="102"/>
                  </a:lnTo>
                  <a:lnTo>
                    <a:pt x="534" y="90"/>
                  </a:lnTo>
                  <a:lnTo>
                    <a:pt x="540" y="78"/>
                  </a:lnTo>
                  <a:lnTo>
                    <a:pt x="540" y="72"/>
                  </a:lnTo>
                  <a:lnTo>
                    <a:pt x="546" y="66"/>
                  </a:lnTo>
                  <a:lnTo>
                    <a:pt x="558" y="66"/>
                  </a:lnTo>
                  <a:lnTo>
                    <a:pt x="564" y="60"/>
                  </a:lnTo>
                  <a:lnTo>
                    <a:pt x="570" y="60"/>
                  </a:lnTo>
                  <a:lnTo>
                    <a:pt x="576" y="54"/>
                  </a:lnTo>
                  <a:lnTo>
                    <a:pt x="582" y="54"/>
                  </a:lnTo>
                  <a:lnTo>
                    <a:pt x="600" y="36"/>
                  </a:lnTo>
                  <a:lnTo>
                    <a:pt x="600" y="12"/>
                  </a:lnTo>
                  <a:lnTo>
                    <a:pt x="594" y="6"/>
                  </a:lnTo>
                  <a:lnTo>
                    <a:pt x="582" y="0"/>
                  </a:lnTo>
                  <a:lnTo>
                    <a:pt x="570" y="6"/>
                  </a:lnTo>
                  <a:lnTo>
                    <a:pt x="546" y="6"/>
                  </a:lnTo>
                  <a:lnTo>
                    <a:pt x="540" y="12"/>
                  </a:lnTo>
                  <a:lnTo>
                    <a:pt x="534" y="12"/>
                  </a:lnTo>
                  <a:lnTo>
                    <a:pt x="522" y="24"/>
                  </a:lnTo>
                  <a:lnTo>
                    <a:pt x="522" y="36"/>
                  </a:lnTo>
                  <a:lnTo>
                    <a:pt x="516" y="48"/>
                  </a:lnTo>
                  <a:lnTo>
                    <a:pt x="504" y="60"/>
                  </a:lnTo>
                  <a:lnTo>
                    <a:pt x="492" y="60"/>
                  </a:lnTo>
                  <a:lnTo>
                    <a:pt x="480" y="54"/>
                  </a:lnTo>
                  <a:lnTo>
                    <a:pt x="474" y="54"/>
                  </a:lnTo>
                  <a:lnTo>
                    <a:pt x="444" y="84"/>
                  </a:lnTo>
                  <a:lnTo>
                    <a:pt x="444" y="90"/>
                  </a:lnTo>
                  <a:lnTo>
                    <a:pt x="408" y="102"/>
                  </a:lnTo>
                  <a:lnTo>
                    <a:pt x="402" y="96"/>
                  </a:lnTo>
                  <a:lnTo>
                    <a:pt x="390" y="90"/>
                  </a:lnTo>
                  <a:lnTo>
                    <a:pt x="384" y="90"/>
                  </a:lnTo>
                  <a:lnTo>
                    <a:pt x="378" y="102"/>
                  </a:lnTo>
                  <a:lnTo>
                    <a:pt x="378" y="120"/>
                  </a:lnTo>
                  <a:lnTo>
                    <a:pt x="372" y="132"/>
                  </a:lnTo>
                  <a:lnTo>
                    <a:pt x="366" y="138"/>
                  </a:lnTo>
                  <a:lnTo>
                    <a:pt x="354" y="138"/>
                  </a:lnTo>
                  <a:lnTo>
                    <a:pt x="354" y="132"/>
                  </a:lnTo>
                  <a:lnTo>
                    <a:pt x="360" y="126"/>
                  </a:lnTo>
                  <a:lnTo>
                    <a:pt x="354" y="120"/>
                  </a:lnTo>
                  <a:lnTo>
                    <a:pt x="342" y="120"/>
                  </a:lnTo>
                  <a:lnTo>
                    <a:pt x="330" y="126"/>
                  </a:lnTo>
                  <a:lnTo>
                    <a:pt x="318" y="126"/>
                  </a:lnTo>
                  <a:lnTo>
                    <a:pt x="312" y="132"/>
                  </a:lnTo>
                  <a:lnTo>
                    <a:pt x="306" y="132"/>
                  </a:lnTo>
                  <a:lnTo>
                    <a:pt x="300" y="144"/>
                  </a:lnTo>
                  <a:lnTo>
                    <a:pt x="288" y="150"/>
                  </a:lnTo>
                  <a:lnTo>
                    <a:pt x="282" y="162"/>
                  </a:lnTo>
                  <a:lnTo>
                    <a:pt x="276" y="168"/>
                  </a:lnTo>
                  <a:lnTo>
                    <a:pt x="276" y="186"/>
                  </a:lnTo>
                  <a:lnTo>
                    <a:pt x="282" y="192"/>
                  </a:lnTo>
                  <a:lnTo>
                    <a:pt x="264" y="222"/>
                  </a:lnTo>
                  <a:lnTo>
                    <a:pt x="276" y="246"/>
                  </a:lnTo>
                  <a:lnTo>
                    <a:pt x="252" y="246"/>
                  </a:lnTo>
                  <a:lnTo>
                    <a:pt x="240" y="252"/>
                  </a:lnTo>
                  <a:lnTo>
                    <a:pt x="228" y="264"/>
                  </a:lnTo>
                  <a:lnTo>
                    <a:pt x="228" y="276"/>
                  </a:lnTo>
                  <a:lnTo>
                    <a:pt x="222" y="288"/>
                  </a:lnTo>
                  <a:lnTo>
                    <a:pt x="216" y="294"/>
                  </a:lnTo>
                  <a:lnTo>
                    <a:pt x="204" y="294"/>
                  </a:lnTo>
                  <a:lnTo>
                    <a:pt x="198" y="300"/>
                  </a:lnTo>
                  <a:lnTo>
                    <a:pt x="192" y="300"/>
                  </a:lnTo>
                  <a:lnTo>
                    <a:pt x="174" y="306"/>
                  </a:lnTo>
                  <a:lnTo>
                    <a:pt x="186" y="330"/>
                  </a:lnTo>
                  <a:lnTo>
                    <a:pt x="186" y="366"/>
                  </a:lnTo>
                  <a:lnTo>
                    <a:pt x="168" y="366"/>
                  </a:lnTo>
                  <a:lnTo>
                    <a:pt x="168" y="360"/>
                  </a:lnTo>
                  <a:lnTo>
                    <a:pt x="174" y="354"/>
                  </a:lnTo>
                  <a:lnTo>
                    <a:pt x="174" y="342"/>
                  </a:lnTo>
                  <a:lnTo>
                    <a:pt x="144" y="312"/>
                  </a:lnTo>
                  <a:lnTo>
                    <a:pt x="138" y="312"/>
                  </a:lnTo>
                  <a:lnTo>
                    <a:pt x="132" y="318"/>
                  </a:lnTo>
                  <a:lnTo>
                    <a:pt x="132" y="336"/>
                  </a:lnTo>
                  <a:lnTo>
                    <a:pt x="138" y="348"/>
                  </a:lnTo>
                  <a:lnTo>
                    <a:pt x="150" y="354"/>
                  </a:lnTo>
                  <a:lnTo>
                    <a:pt x="150" y="366"/>
                  </a:lnTo>
                  <a:lnTo>
                    <a:pt x="138" y="390"/>
                  </a:lnTo>
                  <a:lnTo>
                    <a:pt x="132" y="396"/>
                  </a:lnTo>
                  <a:lnTo>
                    <a:pt x="120" y="390"/>
                  </a:lnTo>
                  <a:lnTo>
                    <a:pt x="114" y="384"/>
                  </a:lnTo>
                  <a:lnTo>
                    <a:pt x="102" y="414"/>
                  </a:lnTo>
                  <a:lnTo>
                    <a:pt x="114" y="438"/>
                  </a:lnTo>
                  <a:lnTo>
                    <a:pt x="114" y="450"/>
                  </a:lnTo>
                  <a:lnTo>
                    <a:pt x="126" y="462"/>
                  </a:lnTo>
                  <a:lnTo>
                    <a:pt x="132" y="474"/>
                  </a:lnTo>
                  <a:lnTo>
                    <a:pt x="132" y="480"/>
                  </a:lnTo>
                  <a:lnTo>
                    <a:pt x="120" y="492"/>
                  </a:lnTo>
                  <a:lnTo>
                    <a:pt x="114" y="492"/>
                  </a:lnTo>
                  <a:lnTo>
                    <a:pt x="132" y="516"/>
                  </a:lnTo>
                  <a:lnTo>
                    <a:pt x="138" y="552"/>
                  </a:lnTo>
                  <a:lnTo>
                    <a:pt x="114" y="558"/>
                  </a:lnTo>
                  <a:lnTo>
                    <a:pt x="132" y="576"/>
                  </a:lnTo>
                  <a:lnTo>
                    <a:pt x="132" y="636"/>
                  </a:lnTo>
                  <a:lnTo>
                    <a:pt x="120" y="642"/>
                  </a:lnTo>
                  <a:lnTo>
                    <a:pt x="114" y="654"/>
                  </a:lnTo>
                  <a:lnTo>
                    <a:pt x="114" y="678"/>
                  </a:lnTo>
                  <a:lnTo>
                    <a:pt x="138" y="702"/>
                  </a:lnTo>
                  <a:lnTo>
                    <a:pt x="138" y="720"/>
                  </a:lnTo>
                  <a:lnTo>
                    <a:pt x="132" y="732"/>
                  </a:lnTo>
                  <a:lnTo>
                    <a:pt x="120" y="738"/>
                  </a:lnTo>
                  <a:lnTo>
                    <a:pt x="114" y="750"/>
                  </a:lnTo>
                  <a:lnTo>
                    <a:pt x="102" y="756"/>
                  </a:lnTo>
                  <a:lnTo>
                    <a:pt x="96" y="762"/>
                  </a:lnTo>
                  <a:lnTo>
                    <a:pt x="114" y="774"/>
                  </a:lnTo>
                  <a:lnTo>
                    <a:pt x="84" y="798"/>
                  </a:lnTo>
                  <a:lnTo>
                    <a:pt x="66" y="798"/>
                  </a:lnTo>
                  <a:lnTo>
                    <a:pt x="54" y="804"/>
                  </a:lnTo>
                  <a:lnTo>
                    <a:pt x="36" y="810"/>
                  </a:lnTo>
                  <a:lnTo>
                    <a:pt x="30" y="822"/>
                  </a:lnTo>
                  <a:lnTo>
                    <a:pt x="30" y="846"/>
                  </a:lnTo>
                  <a:lnTo>
                    <a:pt x="36" y="852"/>
                  </a:lnTo>
                  <a:lnTo>
                    <a:pt x="36" y="858"/>
                  </a:lnTo>
                  <a:lnTo>
                    <a:pt x="6" y="858"/>
                  </a:lnTo>
                  <a:lnTo>
                    <a:pt x="0" y="864"/>
                  </a:lnTo>
                  <a:lnTo>
                    <a:pt x="0" y="876"/>
                  </a:lnTo>
                  <a:lnTo>
                    <a:pt x="6" y="888"/>
                  </a:lnTo>
                  <a:lnTo>
                    <a:pt x="18" y="894"/>
                  </a:lnTo>
                  <a:lnTo>
                    <a:pt x="24" y="906"/>
                  </a:lnTo>
                  <a:lnTo>
                    <a:pt x="36" y="91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5" name="Chile" descr="© INSCALE GmbH, 05.05.2010&#10;http://www.presentationload.com/">
              <a:extLst>
                <a:ext uri="{FF2B5EF4-FFF2-40B4-BE49-F238E27FC236}">
                  <a16:creationId xmlns:a16="http://schemas.microsoft.com/office/drawing/2014/main" id="{B26BF615-6E4F-5146-BFCF-5800025E10FF}"/>
                </a:ext>
              </a:extLst>
            </p:cNvPr>
            <p:cNvSpPr>
              <a:spLocks noEditPoints="1"/>
            </p:cNvSpPr>
            <p:nvPr/>
          </p:nvSpPr>
          <p:spPr bwMode="gray">
            <a:xfrm>
              <a:off x="3651908" y="4738346"/>
              <a:ext cx="486517" cy="1273820"/>
            </a:xfrm>
            <a:custGeom>
              <a:avLst/>
              <a:gdLst>
                <a:gd name="T0" fmla="*/ 2147483647 w 1158"/>
                <a:gd name="T1" fmla="*/ 2147483647 h 3030"/>
                <a:gd name="T2" fmla="*/ 2147483647 w 1158"/>
                <a:gd name="T3" fmla="*/ 2147483647 h 3030"/>
                <a:gd name="T4" fmla="*/ 2147483647 w 1158"/>
                <a:gd name="T5" fmla="*/ 2147483647 h 3030"/>
                <a:gd name="T6" fmla="*/ 2147483647 w 1158"/>
                <a:gd name="T7" fmla="*/ 2147483647 h 3030"/>
                <a:gd name="T8" fmla="*/ 2147483647 w 1158"/>
                <a:gd name="T9" fmla="*/ 2147483647 h 3030"/>
                <a:gd name="T10" fmla="*/ 2147483647 w 1158"/>
                <a:gd name="T11" fmla="*/ 2147483647 h 3030"/>
                <a:gd name="T12" fmla="*/ 2147483647 w 1158"/>
                <a:gd name="T13" fmla="*/ 2147483647 h 3030"/>
                <a:gd name="T14" fmla="*/ 2147483647 w 1158"/>
                <a:gd name="T15" fmla="*/ 2147483647 h 3030"/>
                <a:gd name="T16" fmla="*/ 2147483647 w 1158"/>
                <a:gd name="T17" fmla="*/ 2147483647 h 3030"/>
                <a:gd name="T18" fmla="*/ 2147483647 w 1158"/>
                <a:gd name="T19" fmla="*/ 2147483647 h 3030"/>
                <a:gd name="T20" fmla="*/ 2147483647 w 1158"/>
                <a:gd name="T21" fmla="*/ 2147483647 h 3030"/>
                <a:gd name="T22" fmla="*/ 2147483647 w 1158"/>
                <a:gd name="T23" fmla="*/ 2147483647 h 3030"/>
                <a:gd name="T24" fmla="*/ 2147483647 w 1158"/>
                <a:gd name="T25" fmla="*/ 2147483647 h 3030"/>
                <a:gd name="T26" fmla="*/ 2147483647 w 1158"/>
                <a:gd name="T27" fmla="*/ 2147483647 h 3030"/>
                <a:gd name="T28" fmla="*/ 2147483647 w 1158"/>
                <a:gd name="T29" fmla="*/ 2147483647 h 3030"/>
                <a:gd name="T30" fmla="*/ 2147483647 w 1158"/>
                <a:gd name="T31" fmla="*/ 2147483647 h 3030"/>
                <a:gd name="T32" fmla="*/ 2147483647 w 1158"/>
                <a:gd name="T33" fmla="*/ 2147483647 h 3030"/>
                <a:gd name="T34" fmla="*/ 2147483647 w 1158"/>
                <a:gd name="T35" fmla="*/ 2147483647 h 3030"/>
                <a:gd name="T36" fmla="*/ 2147483647 w 1158"/>
                <a:gd name="T37" fmla="*/ 2147483647 h 3030"/>
                <a:gd name="T38" fmla="*/ 2147483647 w 1158"/>
                <a:gd name="T39" fmla="*/ 2147483647 h 3030"/>
                <a:gd name="T40" fmla="*/ 2147483647 w 1158"/>
                <a:gd name="T41" fmla="*/ 2147483647 h 3030"/>
                <a:gd name="T42" fmla="*/ 2147483647 w 1158"/>
                <a:gd name="T43" fmla="*/ 2147483647 h 3030"/>
                <a:gd name="T44" fmla="*/ 2147483647 w 1158"/>
                <a:gd name="T45" fmla="*/ 2147483647 h 3030"/>
                <a:gd name="T46" fmla="*/ 2147483647 w 1158"/>
                <a:gd name="T47" fmla="*/ 2147483647 h 3030"/>
                <a:gd name="T48" fmla="*/ 2147483647 w 1158"/>
                <a:gd name="T49" fmla="*/ 2147483647 h 3030"/>
                <a:gd name="T50" fmla="*/ 2147483647 w 1158"/>
                <a:gd name="T51" fmla="*/ 2147483647 h 3030"/>
                <a:gd name="T52" fmla="*/ 2147483647 w 1158"/>
                <a:gd name="T53" fmla="*/ 2147483647 h 3030"/>
                <a:gd name="T54" fmla="*/ 2147483647 w 1158"/>
                <a:gd name="T55" fmla="*/ 2147483647 h 3030"/>
                <a:gd name="T56" fmla="*/ 2147483647 w 1158"/>
                <a:gd name="T57" fmla="*/ 2147483647 h 3030"/>
                <a:gd name="T58" fmla="*/ 2147483647 w 1158"/>
                <a:gd name="T59" fmla="*/ 2147483647 h 3030"/>
                <a:gd name="T60" fmla="*/ 2147483647 w 1158"/>
                <a:gd name="T61" fmla="*/ 2147483647 h 3030"/>
                <a:gd name="T62" fmla="*/ 2147483647 w 1158"/>
                <a:gd name="T63" fmla="*/ 2147483647 h 3030"/>
                <a:gd name="T64" fmla="*/ 2147483647 w 1158"/>
                <a:gd name="T65" fmla="*/ 2147483647 h 3030"/>
                <a:gd name="T66" fmla="*/ 2147483647 w 1158"/>
                <a:gd name="T67" fmla="*/ 2147483647 h 3030"/>
                <a:gd name="T68" fmla="*/ 2147483647 w 1158"/>
                <a:gd name="T69" fmla="*/ 2147483647 h 3030"/>
                <a:gd name="T70" fmla="*/ 2147483647 w 1158"/>
                <a:gd name="T71" fmla="*/ 2147483647 h 3030"/>
                <a:gd name="T72" fmla="*/ 2147483647 w 1158"/>
                <a:gd name="T73" fmla="*/ 2147483647 h 3030"/>
                <a:gd name="T74" fmla="*/ 2147483647 w 1158"/>
                <a:gd name="T75" fmla="*/ 2147483647 h 3030"/>
                <a:gd name="T76" fmla="*/ 2147483647 w 1158"/>
                <a:gd name="T77" fmla="*/ 2147483647 h 3030"/>
                <a:gd name="T78" fmla="*/ 0 w 1158"/>
                <a:gd name="T79" fmla="*/ 2147483647 h 3030"/>
                <a:gd name="T80" fmla="*/ 2147483647 w 1158"/>
                <a:gd name="T81" fmla="*/ 2147483647 h 3030"/>
                <a:gd name="T82" fmla="*/ 2147483647 w 1158"/>
                <a:gd name="T83" fmla="*/ 2147483647 h 3030"/>
                <a:gd name="T84" fmla="*/ 2147483647 w 1158"/>
                <a:gd name="T85" fmla="*/ 2147483647 h 3030"/>
                <a:gd name="T86" fmla="*/ 2147483647 w 1158"/>
                <a:gd name="T87" fmla="*/ 2147483647 h 3030"/>
                <a:gd name="T88" fmla="*/ 2147483647 w 1158"/>
                <a:gd name="T89" fmla="*/ 2147483647 h 3030"/>
                <a:gd name="T90" fmla="*/ 2147483647 w 1158"/>
                <a:gd name="T91" fmla="*/ 2147483647 h 3030"/>
                <a:gd name="T92" fmla="*/ 2147483647 w 1158"/>
                <a:gd name="T93" fmla="*/ 2147483647 h 3030"/>
                <a:gd name="T94" fmla="*/ 2147483647 w 1158"/>
                <a:gd name="T95" fmla="*/ 2147483647 h 3030"/>
                <a:gd name="T96" fmla="*/ 2147483647 w 1158"/>
                <a:gd name="T97" fmla="*/ 2147483647 h 3030"/>
                <a:gd name="T98" fmla="*/ 2147483647 w 1158"/>
                <a:gd name="T99" fmla="*/ 2147483647 h 3030"/>
                <a:gd name="T100" fmla="*/ 2147483647 w 1158"/>
                <a:gd name="T101" fmla="*/ 2147483647 h 3030"/>
                <a:gd name="T102" fmla="*/ 2147483647 w 1158"/>
                <a:gd name="T103" fmla="*/ 2147483647 h 3030"/>
                <a:gd name="T104" fmla="*/ 2147483647 w 1158"/>
                <a:gd name="T105" fmla="*/ 2147483647 h 3030"/>
                <a:gd name="T106" fmla="*/ 2147483647 w 1158"/>
                <a:gd name="T107" fmla="*/ 2147483647 h 3030"/>
                <a:gd name="T108" fmla="*/ 2147483647 w 1158"/>
                <a:gd name="T109" fmla="*/ 2147483647 h 3030"/>
                <a:gd name="T110" fmla="*/ 2147483647 w 1158"/>
                <a:gd name="T111" fmla="*/ 2147483647 h 3030"/>
                <a:gd name="T112" fmla="*/ 2147483647 w 1158"/>
                <a:gd name="T113" fmla="*/ 2147483647 h 3030"/>
                <a:gd name="T114" fmla="*/ 2147483647 w 1158"/>
                <a:gd name="T115" fmla="*/ 2147483647 h 3030"/>
                <a:gd name="T116" fmla="*/ 2147483647 w 1158"/>
                <a:gd name="T117" fmla="*/ 2147483647 h 3030"/>
                <a:gd name="T118" fmla="*/ 2147483647 w 1158"/>
                <a:gd name="T119" fmla="*/ 2147483647 h 3030"/>
                <a:gd name="T120" fmla="*/ 2147483647 w 1158"/>
                <a:gd name="T121" fmla="*/ 2147483647 h 3030"/>
                <a:gd name="T122" fmla="*/ 2147483647 w 1158"/>
                <a:gd name="T123" fmla="*/ 2147483647 h 30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58"/>
                <a:gd name="T187" fmla="*/ 0 h 3030"/>
                <a:gd name="T188" fmla="*/ 1158 w 1158"/>
                <a:gd name="T189" fmla="*/ 3030 h 303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58" h="3030">
                  <a:moveTo>
                    <a:pt x="1014" y="2910"/>
                  </a:moveTo>
                  <a:lnTo>
                    <a:pt x="984" y="2898"/>
                  </a:lnTo>
                  <a:lnTo>
                    <a:pt x="966" y="2880"/>
                  </a:lnTo>
                  <a:lnTo>
                    <a:pt x="948" y="2874"/>
                  </a:lnTo>
                  <a:lnTo>
                    <a:pt x="942" y="2862"/>
                  </a:lnTo>
                  <a:lnTo>
                    <a:pt x="936" y="2856"/>
                  </a:lnTo>
                  <a:lnTo>
                    <a:pt x="936" y="2850"/>
                  </a:lnTo>
                  <a:lnTo>
                    <a:pt x="906" y="2850"/>
                  </a:lnTo>
                  <a:lnTo>
                    <a:pt x="912" y="2832"/>
                  </a:lnTo>
                  <a:lnTo>
                    <a:pt x="870" y="2796"/>
                  </a:lnTo>
                  <a:lnTo>
                    <a:pt x="840" y="2802"/>
                  </a:lnTo>
                  <a:lnTo>
                    <a:pt x="828" y="2796"/>
                  </a:lnTo>
                  <a:lnTo>
                    <a:pt x="816" y="2808"/>
                  </a:lnTo>
                  <a:lnTo>
                    <a:pt x="792" y="2814"/>
                  </a:lnTo>
                  <a:lnTo>
                    <a:pt x="798" y="2832"/>
                  </a:lnTo>
                  <a:lnTo>
                    <a:pt x="780" y="2832"/>
                  </a:lnTo>
                  <a:lnTo>
                    <a:pt x="780" y="2862"/>
                  </a:lnTo>
                  <a:lnTo>
                    <a:pt x="786" y="2868"/>
                  </a:lnTo>
                  <a:lnTo>
                    <a:pt x="798" y="2868"/>
                  </a:lnTo>
                  <a:lnTo>
                    <a:pt x="810" y="2862"/>
                  </a:lnTo>
                  <a:lnTo>
                    <a:pt x="816" y="2856"/>
                  </a:lnTo>
                  <a:lnTo>
                    <a:pt x="828" y="2850"/>
                  </a:lnTo>
                  <a:lnTo>
                    <a:pt x="834" y="2844"/>
                  </a:lnTo>
                  <a:lnTo>
                    <a:pt x="858" y="2856"/>
                  </a:lnTo>
                  <a:lnTo>
                    <a:pt x="858" y="2874"/>
                  </a:lnTo>
                  <a:lnTo>
                    <a:pt x="846" y="2880"/>
                  </a:lnTo>
                  <a:lnTo>
                    <a:pt x="828" y="2898"/>
                  </a:lnTo>
                  <a:lnTo>
                    <a:pt x="822" y="2898"/>
                  </a:lnTo>
                  <a:lnTo>
                    <a:pt x="828" y="2904"/>
                  </a:lnTo>
                  <a:lnTo>
                    <a:pt x="882" y="2922"/>
                  </a:lnTo>
                  <a:lnTo>
                    <a:pt x="912" y="2928"/>
                  </a:lnTo>
                  <a:lnTo>
                    <a:pt x="924" y="2934"/>
                  </a:lnTo>
                  <a:lnTo>
                    <a:pt x="906" y="2958"/>
                  </a:lnTo>
                  <a:lnTo>
                    <a:pt x="906" y="2952"/>
                  </a:lnTo>
                  <a:lnTo>
                    <a:pt x="894" y="2940"/>
                  </a:lnTo>
                  <a:lnTo>
                    <a:pt x="876" y="2940"/>
                  </a:lnTo>
                  <a:lnTo>
                    <a:pt x="870" y="2946"/>
                  </a:lnTo>
                  <a:lnTo>
                    <a:pt x="870" y="2952"/>
                  </a:lnTo>
                  <a:lnTo>
                    <a:pt x="852" y="2928"/>
                  </a:lnTo>
                  <a:lnTo>
                    <a:pt x="834" y="2934"/>
                  </a:lnTo>
                  <a:lnTo>
                    <a:pt x="846" y="2946"/>
                  </a:lnTo>
                  <a:lnTo>
                    <a:pt x="816" y="2940"/>
                  </a:lnTo>
                  <a:lnTo>
                    <a:pt x="822" y="2946"/>
                  </a:lnTo>
                  <a:lnTo>
                    <a:pt x="828" y="2958"/>
                  </a:lnTo>
                  <a:lnTo>
                    <a:pt x="834" y="2964"/>
                  </a:lnTo>
                  <a:lnTo>
                    <a:pt x="894" y="2964"/>
                  </a:lnTo>
                  <a:lnTo>
                    <a:pt x="906" y="2970"/>
                  </a:lnTo>
                  <a:lnTo>
                    <a:pt x="1050" y="2970"/>
                  </a:lnTo>
                  <a:lnTo>
                    <a:pt x="1074" y="2982"/>
                  </a:lnTo>
                  <a:lnTo>
                    <a:pt x="1080" y="2988"/>
                  </a:lnTo>
                  <a:lnTo>
                    <a:pt x="1086" y="2988"/>
                  </a:lnTo>
                  <a:lnTo>
                    <a:pt x="1122" y="2970"/>
                  </a:lnTo>
                  <a:lnTo>
                    <a:pt x="1140" y="2976"/>
                  </a:lnTo>
                  <a:lnTo>
                    <a:pt x="1152" y="2976"/>
                  </a:lnTo>
                  <a:lnTo>
                    <a:pt x="1158" y="2952"/>
                  </a:lnTo>
                  <a:lnTo>
                    <a:pt x="1140" y="2952"/>
                  </a:lnTo>
                  <a:lnTo>
                    <a:pt x="1086" y="2940"/>
                  </a:lnTo>
                  <a:lnTo>
                    <a:pt x="1014" y="2910"/>
                  </a:lnTo>
                  <a:close/>
                  <a:moveTo>
                    <a:pt x="990" y="2988"/>
                  </a:moveTo>
                  <a:lnTo>
                    <a:pt x="1014" y="3000"/>
                  </a:lnTo>
                  <a:lnTo>
                    <a:pt x="1068" y="3006"/>
                  </a:lnTo>
                  <a:lnTo>
                    <a:pt x="1038" y="2982"/>
                  </a:lnTo>
                  <a:lnTo>
                    <a:pt x="990" y="2988"/>
                  </a:lnTo>
                  <a:close/>
                  <a:moveTo>
                    <a:pt x="960" y="2994"/>
                  </a:moveTo>
                  <a:lnTo>
                    <a:pt x="966" y="2982"/>
                  </a:lnTo>
                  <a:lnTo>
                    <a:pt x="888" y="2982"/>
                  </a:lnTo>
                  <a:lnTo>
                    <a:pt x="906" y="3012"/>
                  </a:lnTo>
                  <a:lnTo>
                    <a:pt x="936" y="3018"/>
                  </a:lnTo>
                  <a:lnTo>
                    <a:pt x="930" y="3006"/>
                  </a:lnTo>
                  <a:lnTo>
                    <a:pt x="936" y="3000"/>
                  </a:lnTo>
                  <a:lnTo>
                    <a:pt x="948" y="3012"/>
                  </a:lnTo>
                  <a:lnTo>
                    <a:pt x="996" y="3012"/>
                  </a:lnTo>
                  <a:lnTo>
                    <a:pt x="1008" y="3030"/>
                  </a:lnTo>
                  <a:lnTo>
                    <a:pt x="1026" y="3030"/>
                  </a:lnTo>
                  <a:lnTo>
                    <a:pt x="996" y="3000"/>
                  </a:lnTo>
                  <a:lnTo>
                    <a:pt x="960" y="2994"/>
                  </a:lnTo>
                  <a:close/>
                  <a:moveTo>
                    <a:pt x="804" y="2946"/>
                  </a:moveTo>
                  <a:lnTo>
                    <a:pt x="744" y="2940"/>
                  </a:lnTo>
                  <a:lnTo>
                    <a:pt x="750" y="2958"/>
                  </a:lnTo>
                  <a:lnTo>
                    <a:pt x="792" y="2958"/>
                  </a:lnTo>
                  <a:lnTo>
                    <a:pt x="804" y="2976"/>
                  </a:lnTo>
                  <a:lnTo>
                    <a:pt x="864" y="3000"/>
                  </a:lnTo>
                  <a:lnTo>
                    <a:pt x="828" y="2970"/>
                  </a:lnTo>
                  <a:lnTo>
                    <a:pt x="804" y="2946"/>
                  </a:lnTo>
                  <a:close/>
                  <a:moveTo>
                    <a:pt x="804" y="2880"/>
                  </a:moveTo>
                  <a:lnTo>
                    <a:pt x="786" y="2898"/>
                  </a:lnTo>
                  <a:lnTo>
                    <a:pt x="792" y="2928"/>
                  </a:lnTo>
                  <a:lnTo>
                    <a:pt x="816" y="2922"/>
                  </a:lnTo>
                  <a:lnTo>
                    <a:pt x="804" y="2880"/>
                  </a:lnTo>
                  <a:close/>
                  <a:moveTo>
                    <a:pt x="774" y="2928"/>
                  </a:moveTo>
                  <a:lnTo>
                    <a:pt x="768" y="2910"/>
                  </a:lnTo>
                  <a:lnTo>
                    <a:pt x="720" y="2898"/>
                  </a:lnTo>
                  <a:lnTo>
                    <a:pt x="708" y="2916"/>
                  </a:lnTo>
                  <a:lnTo>
                    <a:pt x="708" y="2934"/>
                  </a:lnTo>
                  <a:lnTo>
                    <a:pt x="744" y="2922"/>
                  </a:lnTo>
                  <a:lnTo>
                    <a:pt x="774" y="2928"/>
                  </a:lnTo>
                  <a:close/>
                  <a:moveTo>
                    <a:pt x="612" y="2772"/>
                  </a:moveTo>
                  <a:lnTo>
                    <a:pt x="606" y="2766"/>
                  </a:lnTo>
                  <a:lnTo>
                    <a:pt x="594" y="2766"/>
                  </a:lnTo>
                  <a:lnTo>
                    <a:pt x="588" y="2760"/>
                  </a:lnTo>
                  <a:lnTo>
                    <a:pt x="570" y="2760"/>
                  </a:lnTo>
                  <a:lnTo>
                    <a:pt x="570" y="2766"/>
                  </a:lnTo>
                  <a:lnTo>
                    <a:pt x="564" y="2778"/>
                  </a:lnTo>
                  <a:lnTo>
                    <a:pt x="564" y="2808"/>
                  </a:lnTo>
                  <a:lnTo>
                    <a:pt x="570" y="2808"/>
                  </a:lnTo>
                  <a:lnTo>
                    <a:pt x="576" y="2802"/>
                  </a:lnTo>
                  <a:lnTo>
                    <a:pt x="588" y="2802"/>
                  </a:lnTo>
                  <a:lnTo>
                    <a:pt x="594" y="2796"/>
                  </a:lnTo>
                  <a:lnTo>
                    <a:pt x="600" y="2820"/>
                  </a:lnTo>
                  <a:lnTo>
                    <a:pt x="630" y="2808"/>
                  </a:lnTo>
                  <a:lnTo>
                    <a:pt x="612" y="2790"/>
                  </a:lnTo>
                  <a:lnTo>
                    <a:pt x="618" y="2772"/>
                  </a:lnTo>
                  <a:lnTo>
                    <a:pt x="612" y="2772"/>
                  </a:lnTo>
                  <a:close/>
                  <a:moveTo>
                    <a:pt x="552" y="2826"/>
                  </a:moveTo>
                  <a:lnTo>
                    <a:pt x="516" y="2808"/>
                  </a:lnTo>
                  <a:lnTo>
                    <a:pt x="546" y="2832"/>
                  </a:lnTo>
                  <a:lnTo>
                    <a:pt x="588" y="2844"/>
                  </a:lnTo>
                  <a:lnTo>
                    <a:pt x="606" y="2850"/>
                  </a:lnTo>
                  <a:lnTo>
                    <a:pt x="588" y="2832"/>
                  </a:lnTo>
                  <a:lnTo>
                    <a:pt x="552" y="2826"/>
                  </a:lnTo>
                  <a:close/>
                  <a:moveTo>
                    <a:pt x="552" y="2748"/>
                  </a:moveTo>
                  <a:lnTo>
                    <a:pt x="534" y="2730"/>
                  </a:lnTo>
                  <a:lnTo>
                    <a:pt x="528" y="2766"/>
                  </a:lnTo>
                  <a:lnTo>
                    <a:pt x="504" y="2772"/>
                  </a:lnTo>
                  <a:lnTo>
                    <a:pt x="546" y="2784"/>
                  </a:lnTo>
                  <a:lnTo>
                    <a:pt x="552" y="2748"/>
                  </a:lnTo>
                  <a:close/>
                  <a:moveTo>
                    <a:pt x="444" y="2736"/>
                  </a:moveTo>
                  <a:lnTo>
                    <a:pt x="480" y="2772"/>
                  </a:lnTo>
                  <a:lnTo>
                    <a:pt x="492" y="2760"/>
                  </a:lnTo>
                  <a:lnTo>
                    <a:pt x="462" y="2724"/>
                  </a:lnTo>
                  <a:lnTo>
                    <a:pt x="444" y="2736"/>
                  </a:lnTo>
                  <a:close/>
                  <a:moveTo>
                    <a:pt x="516" y="2724"/>
                  </a:moveTo>
                  <a:lnTo>
                    <a:pt x="504" y="2718"/>
                  </a:lnTo>
                  <a:lnTo>
                    <a:pt x="492" y="2730"/>
                  </a:lnTo>
                  <a:lnTo>
                    <a:pt x="504" y="2748"/>
                  </a:lnTo>
                  <a:lnTo>
                    <a:pt x="516" y="2724"/>
                  </a:lnTo>
                  <a:close/>
                  <a:moveTo>
                    <a:pt x="456" y="2706"/>
                  </a:moveTo>
                  <a:lnTo>
                    <a:pt x="462" y="2676"/>
                  </a:lnTo>
                  <a:lnTo>
                    <a:pt x="456" y="2640"/>
                  </a:lnTo>
                  <a:lnTo>
                    <a:pt x="438" y="2634"/>
                  </a:lnTo>
                  <a:lnTo>
                    <a:pt x="438" y="2652"/>
                  </a:lnTo>
                  <a:lnTo>
                    <a:pt x="408" y="2646"/>
                  </a:lnTo>
                  <a:lnTo>
                    <a:pt x="432" y="2682"/>
                  </a:lnTo>
                  <a:lnTo>
                    <a:pt x="426" y="2724"/>
                  </a:lnTo>
                  <a:lnTo>
                    <a:pt x="456" y="2706"/>
                  </a:lnTo>
                  <a:close/>
                  <a:moveTo>
                    <a:pt x="366" y="2622"/>
                  </a:moveTo>
                  <a:lnTo>
                    <a:pt x="384" y="2628"/>
                  </a:lnTo>
                  <a:lnTo>
                    <a:pt x="390" y="2658"/>
                  </a:lnTo>
                  <a:lnTo>
                    <a:pt x="396" y="2628"/>
                  </a:lnTo>
                  <a:lnTo>
                    <a:pt x="402" y="2604"/>
                  </a:lnTo>
                  <a:lnTo>
                    <a:pt x="372" y="2598"/>
                  </a:lnTo>
                  <a:lnTo>
                    <a:pt x="366" y="2622"/>
                  </a:lnTo>
                  <a:close/>
                  <a:moveTo>
                    <a:pt x="372" y="2586"/>
                  </a:moveTo>
                  <a:lnTo>
                    <a:pt x="378" y="2586"/>
                  </a:lnTo>
                  <a:lnTo>
                    <a:pt x="378" y="2580"/>
                  </a:lnTo>
                  <a:lnTo>
                    <a:pt x="384" y="2574"/>
                  </a:lnTo>
                  <a:lnTo>
                    <a:pt x="414" y="2598"/>
                  </a:lnTo>
                  <a:lnTo>
                    <a:pt x="414" y="2574"/>
                  </a:lnTo>
                  <a:lnTo>
                    <a:pt x="384" y="2544"/>
                  </a:lnTo>
                  <a:lnTo>
                    <a:pt x="378" y="2532"/>
                  </a:lnTo>
                  <a:lnTo>
                    <a:pt x="372" y="2526"/>
                  </a:lnTo>
                  <a:lnTo>
                    <a:pt x="360" y="2502"/>
                  </a:lnTo>
                  <a:lnTo>
                    <a:pt x="360" y="2490"/>
                  </a:lnTo>
                  <a:lnTo>
                    <a:pt x="342" y="2454"/>
                  </a:lnTo>
                  <a:lnTo>
                    <a:pt x="330" y="2448"/>
                  </a:lnTo>
                  <a:lnTo>
                    <a:pt x="324" y="2442"/>
                  </a:lnTo>
                  <a:lnTo>
                    <a:pt x="318" y="2442"/>
                  </a:lnTo>
                  <a:lnTo>
                    <a:pt x="312" y="2448"/>
                  </a:lnTo>
                  <a:lnTo>
                    <a:pt x="312" y="2454"/>
                  </a:lnTo>
                  <a:lnTo>
                    <a:pt x="294" y="2448"/>
                  </a:lnTo>
                  <a:lnTo>
                    <a:pt x="288" y="2454"/>
                  </a:lnTo>
                  <a:lnTo>
                    <a:pt x="288" y="2466"/>
                  </a:lnTo>
                  <a:lnTo>
                    <a:pt x="282" y="2472"/>
                  </a:lnTo>
                  <a:lnTo>
                    <a:pt x="282" y="2490"/>
                  </a:lnTo>
                  <a:lnTo>
                    <a:pt x="330" y="2490"/>
                  </a:lnTo>
                  <a:lnTo>
                    <a:pt x="312" y="2532"/>
                  </a:lnTo>
                  <a:lnTo>
                    <a:pt x="324" y="2532"/>
                  </a:lnTo>
                  <a:lnTo>
                    <a:pt x="348" y="2508"/>
                  </a:lnTo>
                  <a:lnTo>
                    <a:pt x="342" y="2532"/>
                  </a:lnTo>
                  <a:lnTo>
                    <a:pt x="342" y="2538"/>
                  </a:lnTo>
                  <a:lnTo>
                    <a:pt x="348" y="2544"/>
                  </a:lnTo>
                  <a:lnTo>
                    <a:pt x="366" y="2580"/>
                  </a:lnTo>
                  <a:lnTo>
                    <a:pt x="366" y="2586"/>
                  </a:lnTo>
                  <a:lnTo>
                    <a:pt x="372" y="2586"/>
                  </a:lnTo>
                  <a:close/>
                  <a:moveTo>
                    <a:pt x="246" y="2082"/>
                  </a:moveTo>
                  <a:lnTo>
                    <a:pt x="246" y="2034"/>
                  </a:lnTo>
                  <a:lnTo>
                    <a:pt x="216" y="2004"/>
                  </a:lnTo>
                  <a:lnTo>
                    <a:pt x="234" y="1992"/>
                  </a:lnTo>
                  <a:lnTo>
                    <a:pt x="210" y="1968"/>
                  </a:lnTo>
                  <a:lnTo>
                    <a:pt x="174" y="1956"/>
                  </a:lnTo>
                  <a:lnTo>
                    <a:pt x="174" y="1986"/>
                  </a:lnTo>
                  <a:lnTo>
                    <a:pt x="180" y="1998"/>
                  </a:lnTo>
                  <a:lnTo>
                    <a:pt x="180" y="2004"/>
                  </a:lnTo>
                  <a:lnTo>
                    <a:pt x="192" y="2016"/>
                  </a:lnTo>
                  <a:lnTo>
                    <a:pt x="198" y="2028"/>
                  </a:lnTo>
                  <a:lnTo>
                    <a:pt x="204" y="2034"/>
                  </a:lnTo>
                  <a:lnTo>
                    <a:pt x="204" y="2046"/>
                  </a:lnTo>
                  <a:lnTo>
                    <a:pt x="198" y="2064"/>
                  </a:lnTo>
                  <a:lnTo>
                    <a:pt x="246" y="2082"/>
                  </a:lnTo>
                  <a:close/>
                  <a:moveTo>
                    <a:pt x="246" y="2178"/>
                  </a:moveTo>
                  <a:lnTo>
                    <a:pt x="258" y="2190"/>
                  </a:lnTo>
                  <a:lnTo>
                    <a:pt x="282" y="2190"/>
                  </a:lnTo>
                  <a:lnTo>
                    <a:pt x="294" y="2172"/>
                  </a:lnTo>
                  <a:lnTo>
                    <a:pt x="264" y="2178"/>
                  </a:lnTo>
                  <a:lnTo>
                    <a:pt x="246" y="2178"/>
                  </a:lnTo>
                  <a:close/>
                  <a:moveTo>
                    <a:pt x="282" y="2220"/>
                  </a:moveTo>
                  <a:lnTo>
                    <a:pt x="282" y="2238"/>
                  </a:lnTo>
                  <a:lnTo>
                    <a:pt x="306" y="2256"/>
                  </a:lnTo>
                  <a:lnTo>
                    <a:pt x="306" y="2232"/>
                  </a:lnTo>
                  <a:lnTo>
                    <a:pt x="294" y="2208"/>
                  </a:lnTo>
                  <a:lnTo>
                    <a:pt x="258" y="2208"/>
                  </a:lnTo>
                  <a:lnTo>
                    <a:pt x="282" y="2220"/>
                  </a:lnTo>
                  <a:close/>
                  <a:moveTo>
                    <a:pt x="318" y="2190"/>
                  </a:moveTo>
                  <a:lnTo>
                    <a:pt x="324" y="2184"/>
                  </a:lnTo>
                  <a:lnTo>
                    <a:pt x="336" y="2178"/>
                  </a:lnTo>
                  <a:lnTo>
                    <a:pt x="348" y="2166"/>
                  </a:lnTo>
                  <a:lnTo>
                    <a:pt x="336" y="2154"/>
                  </a:lnTo>
                  <a:lnTo>
                    <a:pt x="324" y="2154"/>
                  </a:lnTo>
                  <a:lnTo>
                    <a:pt x="312" y="2160"/>
                  </a:lnTo>
                  <a:lnTo>
                    <a:pt x="306" y="2166"/>
                  </a:lnTo>
                  <a:lnTo>
                    <a:pt x="306" y="2184"/>
                  </a:lnTo>
                  <a:lnTo>
                    <a:pt x="312" y="2190"/>
                  </a:lnTo>
                  <a:lnTo>
                    <a:pt x="318" y="2190"/>
                  </a:lnTo>
                  <a:close/>
                  <a:moveTo>
                    <a:pt x="252" y="2112"/>
                  </a:moveTo>
                  <a:lnTo>
                    <a:pt x="240" y="2118"/>
                  </a:lnTo>
                  <a:lnTo>
                    <a:pt x="240" y="2136"/>
                  </a:lnTo>
                  <a:lnTo>
                    <a:pt x="252" y="2136"/>
                  </a:lnTo>
                  <a:lnTo>
                    <a:pt x="264" y="2124"/>
                  </a:lnTo>
                  <a:lnTo>
                    <a:pt x="264" y="2106"/>
                  </a:lnTo>
                  <a:lnTo>
                    <a:pt x="258" y="2106"/>
                  </a:lnTo>
                  <a:lnTo>
                    <a:pt x="252" y="2112"/>
                  </a:lnTo>
                  <a:close/>
                  <a:moveTo>
                    <a:pt x="234" y="2154"/>
                  </a:moveTo>
                  <a:lnTo>
                    <a:pt x="216" y="2154"/>
                  </a:lnTo>
                  <a:lnTo>
                    <a:pt x="228" y="2178"/>
                  </a:lnTo>
                  <a:lnTo>
                    <a:pt x="234" y="2154"/>
                  </a:lnTo>
                  <a:close/>
                  <a:moveTo>
                    <a:pt x="714" y="2874"/>
                  </a:moveTo>
                  <a:lnTo>
                    <a:pt x="726" y="2874"/>
                  </a:lnTo>
                  <a:lnTo>
                    <a:pt x="726" y="2886"/>
                  </a:lnTo>
                  <a:lnTo>
                    <a:pt x="768" y="2886"/>
                  </a:lnTo>
                  <a:lnTo>
                    <a:pt x="774" y="2880"/>
                  </a:lnTo>
                  <a:lnTo>
                    <a:pt x="774" y="2874"/>
                  </a:lnTo>
                  <a:lnTo>
                    <a:pt x="744" y="2844"/>
                  </a:lnTo>
                  <a:lnTo>
                    <a:pt x="744" y="2808"/>
                  </a:lnTo>
                  <a:lnTo>
                    <a:pt x="786" y="2802"/>
                  </a:lnTo>
                  <a:lnTo>
                    <a:pt x="780" y="2790"/>
                  </a:lnTo>
                  <a:lnTo>
                    <a:pt x="804" y="2790"/>
                  </a:lnTo>
                  <a:lnTo>
                    <a:pt x="816" y="2772"/>
                  </a:lnTo>
                  <a:lnTo>
                    <a:pt x="792" y="2754"/>
                  </a:lnTo>
                  <a:lnTo>
                    <a:pt x="696" y="2754"/>
                  </a:lnTo>
                  <a:lnTo>
                    <a:pt x="684" y="2760"/>
                  </a:lnTo>
                  <a:lnTo>
                    <a:pt x="672" y="2760"/>
                  </a:lnTo>
                  <a:lnTo>
                    <a:pt x="654" y="2742"/>
                  </a:lnTo>
                  <a:lnTo>
                    <a:pt x="618" y="2724"/>
                  </a:lnTo>
                  <a:lnTo>
                    <a:pt x="606" y="2706"/>
                  </a:lnTo>
                  <a:lnTo>
                    <a:pt x="588" y="2682"/>
                  </a:lnTo>
                  <a:lnTo>
                    <a:pt x="588" y="2658"/>
                  </a:lnTo>
                  <a:lnTo>
                    <a:pt x="576" y="2646"/>
                  </a:lnTo>
                  <a:lnTo>
                    <a:pt x="564" y="2640"/>
                  </a:lnTo>
                  <a:lnTo>
                    <a:pt x="546" y="2640"/>
                  </a:lnTo>
                  <a:lnTo>
                    <a:pt x="534" y="2652"/>
                  </a:lnTo>
                  <a:lnTo>
                    <a:pt x="528" y="2652"/>
                  </a:lnTo>
                  <a:lnTo>
                    <a:pt x="516" y="2646"/>
                  </a:lnTo>
                  <a:lnTo>
                    <a:pt x="510" y="2640"/>
                  </a:lnTo>
                  <a:lnTo>
                    <a:pt x="510" y="2628"/>
                  </a:lnTo>
                  <a:lnTo>
                    <a:pt x="504" y="2622"/>
                  </a:lnTo>
                  <a:lnTo>
                    <a:pt x="504" y="2616"/>
                  </a:lnTo>
                  <a:lnTo>
                    <a:pt x="474" y="2610"/>
                  </a:lnTo>
                  <a:lnTo>
                    <a:pt x="474" y="2574"/>
                  </a:lnTo>
                  <a:lnTo>
                    <a:pt x="468" y="2568"/>
                  </a:lnTo>
                  <a:lnTo>
                    <a:pt x="462" y="2556"/>
                  </a:lnTo>
                  <a:lnTo>
                    <a:pt x="462" y="2544"/>
                  </a:lnTo>
                  <a:lnTo>
                    <a:pt x="474" y="2538"/>
                  </a:lnTo>
                  <a:lnTo>
                    <a:pt x="474" y="2514"/>
                  </a:lnTo>
                  <a:lnTo>
                    <a:pt x="480" y="2514"/>
                  </a:lnTo>
                  <a:lnTo>
                    <a:pt x="486" y="2508"/>
                  </a:lnTo>
                  <a:lnTo>
                    <a:pt x="492" y="2508"/>
                  </a:lnTo>
                  <a:lnTo>
                    <a:pt x="498" y="2502"/>
                  </a:lnTo>
                  <a:lnTo>
                    <a:pt x="498" y="2496"/>
                  </a:lnTo>
                  <a:lnTo>
                    <a:pt x="474" y="2472"/>
                  </a:lnTo>
                  <a:lnTo>
                    <a:pt x="480" y="2466"/>
                  </a:lnTo>
                  <a:lnTo>
                    <a:pt x="492" y="2460"/>
                  </a:lnTo>
                  <a:lnTo>
                    <a:pt x="498" y="2460"/>
                  </a:lnTo>
                  <a:lnTo>
                    <a:pt x="498" y="2454"/>
                  </a:lnTo>
                  <a:lnTo>
                    <a:pt x="474" y="2430"/>
                  </a:lnTo>
                  <a:lnTo>
                    <a:pt x="468" y="2430"/>
                  </a:lnTo>
                  <a:lnTo>
                    <a:pt x="474" y="2388"/>
                  </a:lnTo>
                  <a:lnTo>
                    <a:pt x="486" y="2382"/>
                  </a:lnTo>
                  <a:lnTo>
                    <a:pt x="474" y="2358"/>
                  </a:lnTo>
                  <a:lnTo>
                    <a:pt x="480" y="2322"/>
                  </a:lnTo>
                  <a:lnTo>
                    <a:pt x="456" y="2298"/>
                  </a:lnTo>
                  <a:lnTo>
                    <a:pt x="462" y="2274"/>
                  </a:lnTo>
                  <a:lnTo>
                    <a:pt x="438" y="2256"/>
                  </a:lnTo>
                  <a:lnTo>
                    <a:pt x="450" y="2244"/>
                  </a:lnTo>
                  <a:lnTo>
                    <a:pt x="456" y="2232"/>
                  </a:lnTo>
                  <a:lnTo>
                    <a:pt x="462" y="2226"/>
                  </a:lnTo>
                  <a:lnTo>
                    <a:pt x="438" y="2202"/>
                  </a:lnTo>
                  <a:lnTo>
                    <a:pt x="426" y="2202"/>
                  </a:lnTo>
                  <a:lnTo>
                    <a:pt x="420" y="2196"/>
                  </a:lnTo>
                  <a:lnTo>
                    <a:pt x="408" y="2190"/>
                  </a:lnTo>
                  <a:lnTo>
                    <a:pt x="402" y="2190"/>
                  </a:lnTo>
                  <a:lnTo>
                    <a:pt x="396" y="2184"/>
                  </a:lnTo>
                  <a:lnTo>
                    <a:pt x="414" y="2184"/>
                  </a:lnTo>
                  <a:lnTo>
                    <a:pt x="426" y="2178"/>
                  </a:lnTo>
                  <a:lnTo>
                    <a:pt x="438" y="2178"/>
                  </a:lnTo>
                  <a:lnTo>
                    <a:pt x="444" y="2172"/>
                  </a:lnTo>
                  <a:lnTo>
                    <a:pt x="444" y="2166"/>
                  </a:lnTo>
                  <a:lnTo>
                    <a:pt x="432" y="2160"/>
                  </a:lnTo>
                  <a:lnTo>
                    <a:pt x="402" y="2160"/>
                  </a:lnTo>
                  <a:lnTo>
                    <a:pt x="390" y="2148"/>
                  </a:lnTo>
                  <a:lnTo>
                    <a:pt x="390" y="2118"/>
                  </a:lnTo>
                  <a:lnTo>
                    <a:pt x="384" y="2106"/>
                  </a:lnTo>
                  <a:lnTo>
                    <a:pt x="384" y="2100"/>
                  </a:lnTo>
                  <a:lnTo>
                    <a:pt x="378" y="2094"/>
                  </a:lnTo>
                  <a:lnTo>
                    <a:pt x="366" y="2088"/>
                  </a:lnTo>
                  <a:lnTo>
                    <a:pt x="360" y="2088"/>
                  </a:lnTo>
                  <a:lnTo>
                    <a:pt x="366" y="2058"/>
                  </a:lnTo>
                  <a:lnTo>
                    <a:pt x="342" y="2046"/>
                  </a:lnTo>
                  <a:lnTo>
                    <a:pt x="336" y="2040"/>
                  </a:lnTo>
                  <a:lnTo>
                    <a:pt x="336" y="2028"/>
                  </a:lnTo>
                  <a:lnTo>
                    <a:pt x="330" y="2016"/>
                  </a:lnTo>
                  <a:lnTo>
                    <a:pt x="330" y="1998"/>
                  </a:lnTo>
                  <a:lnTo>
                    <a:pt x="324" y="1986"/>
                  </a:lnTo>
                  <a:lnTo>
                    <a:pt x="324" y="1974"/>
                  </a:lnTo>
                  <a:lnTo>
                    <a:pt x="330" y="1968"/>
                  </a:lnTo>
                  <a:lnTo>
                    <a:pt x="342" y="1962"/>
                  </a:lnTo>
                  <a:lnTo>
                    <a:pt x="348" y="1962"/>
                  </a:lnTo>
                  <a:lnTo>
                    <a:pt x="336" y="1950"/>
                  </a:lnTo>
                  <a:lnTo>
                    <a:pt x="324" y="1944"/>
                  </a:lnTo>
                  <a:lnTo>
                    <a:pt x="306" y="1926"/>
                  </a:lnTo>
                  <a:lnTo>
                    <a:pt x="300" y="1914"/>
                  </a:lnTo>
                  <a:lnTo>
                    <a:pt x="300" y="1890"/>
                  </a:lnTo>
                  <a:lnTo>
                    <a:pt x="294" y="1878"/>
                  </a:lnTo>
                  <a:lnTo>
                    <a:pt x="288" y="1872"/>
                  </a:lnTo>
                  <a:lnTo>
                    <a:pt x="288" y="1842"/>
                  </a:lnTo>
                  <a:lnTo>
                    <a:pt x="294" y="1836"/>
                  </a:lnTo>
                  <a:lnTo>
                    <a:pt x="294" y="1824"/>
                  </a:lnTo>
                  <a:lnTo>
                    <a:pt x="276" y="1812"/>
                  </a:lnTo>
                  <a:lnTo>
                    <a:pt x="276" y="1806"/>
                  </a:lnTo>
                  <a:lnTo>
                    <a:pt x="282" y="1794"/>
                  </a:lnTo>
                  <a:lnTo>
                    <a:pt x="282" y="1788"/>
                  </a:lnTo>
                  <a:lnTo>
                    <a:pt x="264" y="1770"/>
                  </a:lnTo>
                  <a:lnTo>
                    <a:pt x="282" y="1758"/>
                  </a:lnTo>
                  <a:lnTo>
                    <a:pt x="270" y="1716"/>
                  </a:lnTo>
                  <a:lnTo>
                    <a:pt x="276" y="1716"/>
                  </a:lnTo>
                  <a:lnTo>
                    <a:pt x="282" y="1710"/>
                  </a:lnTo>
                  <a:lnTo>
                    <a:pt x="294" y="1704"/>
                  </a:lnTo>
                  <a:lnTo>
                    <a:pt x="300" y="1692"/>
                  </a:lnTo>
                  <a:lnTo>
                    <a:pt x="300" y="1686"/>
                  </a:lnTo>
                  <a:lnTo>
                    <a:pt x="282" y="1668"/>
                  </a:lnTo>
                  <a:lnTo>
                    <a:pt x="276" y="1668"/>
                  </a:lnTo>
                  <a:lnTo>
                    <a:pt x="276" y="1650"/>
                  </a:lnTo>
                  <a:lnTo>
                    <a:pt x="246" y="1626"/>
                  </a:lnTo>
                  <a:lnTo>
                    <a:pt x="246" y="1578"/>
                  </a:lnTo>
                  <a:lnTo>
                    <a:pt x="240" y="1566"/>
                  </a:lnTo>
                  <a:lnTo>
                    <a:pt x="234" y="1548"/>
                  </a:lnTo>
                  <a:lnTo>
                    <a:pt x="234" y="1536"/>
                  </a:lnTo>
                  <a:lnTo>
                    <a:pt x="228" y="1530"/>
                  </a:lnTo>
                  <a:lnTo>
                    <a:pt x="228" y="1524"/>
                  </a:lnTo>
                  <a:lnTo>
                    <a:pt x="252" y="1518"/>
                  </a:lnTo>
                  <a:lnTo>
                    <a:pt x="258" y="1500"/>
                  </a:lnTo>
                  <a:lnTo>
                    <a:pt x="258" y="1494"/>
                  </a:lnTo>
                  <a:lnTo>
                    <a:pt x="264" y="1482"/>
                  </a:lnTo>
                  <a:lnTo>
                    <a:pt x="264" y="1470"/>
                  </a:lnTo>
                  <a:lnTo>
                    <a:pt x="258" y="1464"/>
                  </a:lnTo>
                  <a:lnTo>
                    <a:pt x="252" y="1452"/>
                  </a:lnTo>
                  <a:lnTo>
                    <a:pt x="246" y="1446"/>
                  </a:lnTo>
                  <a:lnTo>
                    <a:pt x="240" y="1434"/>
                  </a:lnTo>
                  <a:lnTo>
                    <a:pt x="234" y="1428"/>
                  </a:lnTo>
                  <a:lnTo>
                    <a:pt x="246" y="1428"/>
                  </a:lnTo>
                  <a:lnTo>
                    <a:pt x="246" y="1398"/>
                  </a:lnTo>
                  <a:lnTo>
                    <a:pt x="252" y="1380"/>
                  </a:lnTo>
                  <a:lnTo>
                    <a:pt x="252" y="1356"/>
                  </a:lnTo>
                  <a:lnTo>
                    <a:pt x="270" y="1338"/>
                  </a:lnTo>
                  <a:lnTo>
                    <a:pt x="270" y="1332"/>
                  </a:lnTo>
                  <a:lnTo>
                    <a:pt x="264" y="1320"/>
                  </a:lnTo>
                  <a:lnTo>
                    <a:pt x="258" y="1314"/>
                  </a:lnTo>
                  <a:lnTo>
                    <a:pt x="252" y="1302"/>
                  </a:lnTo>
                  <a:lnTo>
                    <a:pt x="246" y="1260"/>
                  </a:lnTo>
                  <a:lnTo>
                    <a:pt x="222" y="1260"/>
                  </a:lnTo>
                  <a:lnTo>
                    <a:pt x="210" y="1248"/>
                  </a:lnTo>
                  <a:lnTo>
                    <a:pt x="210" y="1236"/>
                  </a:lnTo>
                  <a:lnTo>
                    <a:pt x="216" y="1230"/>
                  </a:lnTo>
                  <a:lnTo>
                    <a:pt x="210" y="1218"/>
                  </a:lnTo>
                  <a:lnTo>
                    <a:pt x="198" y="1188"/>
                  </a:lnTo>
                  <a:lnTo>
                    <a:pt x="180" y="1170"/>
                  </a:lnTo>
                  <a:lnTo>
                    <a:pt x="180" y="1164"/>
                  </a:lnTo>
                  <a:lnTo>
                    <a:pt x="186" y="1158"/>
                  </a:lnTo>
                  <a:lnTo>
                    <a:pt x="186" y="1146"/>
                  </a:lnTo>
                  <a:lnTo>
                    <a:pt x="168" y="1128"/>
                  </a:lnTo>
                  <a:lnTo>
                    <a:pt x="156" y="1122"/>
                  </a:lnTo>
                  <a:lnTo>
                    <a:pt x="156" y="1116"/>
                  </a:lnTo>
                  <a:lnTo>
                    <a:pt x="150" y="1110"/>
                  </a:lnTo>
                  <a:lnTo>
                    <a:pt x="150" y="1086"/>
                  </a:lnTo>
                  <a:lnTo>
                    <a:pt x="156" y="1086"/>
                  </a:lnTo>
                  <a:lnTo>
                    <a:pt x="168" y="1080"/>
                  </a:lnTo>
                  <a:lnTo>
                    <a:pt x="162" y="1026"/>
                  </a:lnTo>
                  <a:lnTo>
                    <a:pt x="186" y="1026"/>
                  </a:lnTo>
                  <a:lnTo>
                    <a:pt x="186" y="1020"/>
                  </a:lnTo>
                  <a:lnTo>
                    <a:pt x="180" y="1008"/>
                  </a:lnTo>
                  <a:lnTo>
                    <a:pt x="168" y="972"/>
                  </a:lnTo>
                  <a:lnTo>
                    <a:pt x="156" y="948"/>
                  </a:lnTo>
                  <a:lnTo>
                    <a:pt x="156" y="936"/>
                  </a:lnTo>
                  <a:lnTo>
                    <a:pt x="168" y="924"/>
                  </a:lnTo>
                  <a:lnTo>
                    <a:pt x="168" y="858"/>
                  </a:lnTo>
                  <a:lnTo>
                    <a:pt x="174" y="852"/>
                  </a:lnTo>
                  <a:lnTo>
                    <a:pt x="180" y="840"/>
                  </a:lnTo>
                  <a:lnTo>
                    <a:pt x="192" y="828"/>
                  </a:lnTo>
                  <a:lnTo>
                    <a:pt x="192" y="816"/>
                  </a:lnTo>
                  <a:lnTo>
                    <a:pt x="198" y="804"/>
                  </a:lnTo>
                  <a:lnTo>
                    <a:pt x="198" y="792"/>
                  </a:lnTo>
                  <a:lnTo>
                    <a:pt x="204" y="774"/>
                  </a:lnTo>
                  <a:lnTo>
                    <a:pt x="204" y="762"/>
                  </a:lnTo>
                  <a:lnTo>
                    <a:pt x="222" y="762"/>
                  </a:lnTo>
                  <a:lnTo>
                    <a:pt x="228" y="756"/>
                  </a:lnTo>
                  <a:lnTo>
                    <a:pt x="240" y="750"/>
                  </a:lnTo>
                  <a:lnTo>
                    <a:pt x="240" y="738"/>
                  </a:lnTo>
                  <a:lnTo>
                    <a:pt x="234" y="726"/>
                  </a:lnTo>
                  <a:lnTo>
                    <a:pt x="210" y="714"/>
                  </a:lnTo>
                  <a:lnTo>
                    <a:pt x="204" y="708"/>
                  </a:lnTo>
                  <a:lnTo>
                    <a:pt x="198" y="708"/>
                  </a:lnTo>
                  <a:lnTo>
                    <a:pt x="204" y="708"/>
                  </a:lnTo>
                  <a:lnTo>
                    <a:pt x="216" y="696"/>
                  </a:lnTo>
                  <a:lnTo>
                    <a:pt x="222" y="684"/>
                  </a:lnTo>
                  <a:lnTo>
                    <a:pt x="228" y="678"/>
                  </a:lnTo>
                  <a:lnTo>
                    <a:pt x="222" y="666"/>
                  </a:lnTo>
                  <a:lnTo>
                    <a:pt x="210" y="654"/>
                  </a:lnTo>
                  <a:lnTo>
                    <a:pt x="198" y="648"/>
                  </a:lnTo>
                  <a:lnTo>
                    <a:pt x="192" y="642"/>
                  </a:lnTo>
                  <a:lnTo>
                    <a:pt x="192" y="624"/>
                  </a:lnTo>
                  <a:lnTo>
                    <a:pt x="216" y="600"/>
                  </a:lnTo>
                  <a:lnTo>
                    <a:pt x="216" y="594"/>
                  </a:lnTo>
                  <a:lnTo>
                    <a:pt x="204" y="594"/>
                  </a:lnTo>
                  <a:lnTo>
                    <a:pt x="192" y="588"/>
                  </a:lnTo>
                  <a:lnTo>
                    <a:pt x="186" y="582"/>
                  </a:lnTo>
                  <a:lnTo>
                    <a:pt x="186" y="576"/>
                  </a:lnTo>
                  <a:lnTo>
                    <a:pt x="192" y="570"/>
                  </a:lnTo>
                  <a:lnTo>
                    <a:pt x="198" y="558"/>
                  </a:lnTo>
                  <a:lnTo>
                    <a:pt x="210" y="552"/>
                  </a:lnTo>
                  <a:lnTo>
                    <a:pt x="222" y="540"/>
                  </a:lnTo>
                  <a:lnTo>
                    <a:pt x="240" y="534"/>
                  </a:lnTo>
                  <a:lnTo>
                    <a:pt x="252" y="528"/>
                  </a:lnTo>
                  <a:lnTo>
                    <a:pt x="258" y="522"/>
                  </a:lnTo>
                  <a:lnTo>
                    <a:pt x="264" y="522"/>
                  </a:lnTo>
                  <a:lnTo>
                    <a:pt x="276" y="438"/>
                  </a:lnTo>
                  <a:lnTo>
                    <a:pt x="264" y="420"/>
                  </a:lnTo>
                  <a:lnTo>
                    <a:pt x="222" y="420"/>
                  </a:lnTo>
                  <a:lnTo>
                    <a:pt x="216" y="408"/>
                  </a:lnTo>
                  <a:lnTo>
                    <a:pt x="216" y="384"/>
                  </a:lnTo>
                  <a:lnTo>
                    <a:pt x="192" y="360"/>
                  </a:lnTo>
                  <a:lnTo>
                    <a:pt x="192" y="294"/>
                  </a:lnTo>
                  <a:lnTo>
                    <a:pt x="186" y="288"/>
                  </a:lnTo>
                  <a:lnTo>
                    <a:pt x="174" y="282"/>
                  </a:lnTo>
                  <a:lnTo>
                    <a:pt x="168" y="276"/>
                  </a:lnTo>
                  <a:lnTo>
                    <a:pt x="156" y="270"/>
                  </a:lnTo>
                  <a:lnTo>
                    <a:pt x="150" y="264"/>
                  </a:lnTo>
                  <a:lnTo>
                    <a:pt x="144" y="264"/>
                  </a:lnTo>
                  <a:lnTo>
                    <a:pt x="144" y="240"/>
                  </a:lnTo>
                  <a:lnTo>
                    <a:pt x="138" y="234"/>
                  </a:lnTo>
                  <a:lnTo>
                    <a:pt x="132" y="222"/>
                  </a:lnTo>
                  <a:lnTo>
                    <a:pt x="132" y="210"/>
                  </a:lnTo>
                  <a:lnTo>
                    <a:pt x="138" y="204"/>
                  </a:lnTo>
                  <a:lnTo>
                    <a:pt x="144" y="192"/>
                  </a:lnTo>
                  <a:lnTo>
                    <a:pt x="150" y="186"/>
                  </a:lnTo>
                  <a:lnTo>
                    <a:pt x="132" y="168"/>
                  </a:lnTo>
                  <a:lnTo>
                    <a:pt x="144" y="156"/>
                  </a:lnTo>
                  <a:lnTo>
                    <a:pt x="150" y="144"/>
                  </a:lnTo>
                  <a:lnTo>
                    <a:pt x="150" y="138"/>
                  </a:lnTo>
                  <a:lnTo>
                    <a:pt x="144" y="126"/>
                  </a:lnTo>
                  <a:lnTo>
                    <a:pt x="120" y="114"/>
                  </a:lnTo>
                  <a:lnTo>
                    <a:pt x="114" y="114"/>
                  </a:lnTo>
                  <a:lnTo>
                    <a:pt x="102" y="108"/>
                  </a:lnTo>
                  <a:lnTo>
                    <a:pt x="90" y="30"/>
                  </a:lnTo>
                  <a:lnTo>
                    <a:pt x="66" y="30"/>
                  </a:lnTo>
                  <a:lnTo>
                    <a:pt x="48" y="0"/>
                  </a:lnTo>
                  <a:lnTo>
                    <a:pt x="36" y="6"/>
                  </a:lnTo>
                  <a:lnTo>
                    <a:pt x="42" y="18"/>
                  </a:lnTo>
                  <a:lnTo>
                    <a:pt x="42" y="36"/>
                  </a:lnTo>
                  <a:lnTo>
                    <a:pt x="36" y="42"/>
                  </a:lnTo>
                  <a:lnTo>
                    <a:pt x="0" y="66"/>
                  </a:lnTo>
                  <a:lnTo>
                    <a:pt x="0" y="108"/>
                  </a:lnTo>
                  <a:lnTo>
                    <a:pt x="24" y="156"/>
                  </a:lnTo>
                  <a:lnTo>
                    <a:pt x="30" y="174"/>
                  </a:lnTo>
                  <a:lnTo>
                    <a:pt x="36" y="228"/>
                  </a:lnTo>
                  <a:lnTo>
                    <a:pt x="36" y="282"/>
                  </a:lnTo>
                  <a:lnTo>
                    <a:pt x="48" y="318"/>
                  </a:lnTo>
                  <a:lnTo>
                    <a:pt x="48" y="360"/>
                  </a:lnTo>
                  <a:lnTo>
                    <a:pt x="54" y="384"/>
                  </a:lnTo>
                  <a:lnTo>
                    <a:pt x="54" y="432"/>
                  </a:lnTo>
                  <a:lnTo>
                    <a:pt x="30" y="444"/>
                  </a:lnTo>
                  <a:lnTo>
                    <a:pt x="36" y="474"/>
                  </a:lnTo>
                  <a:lnTo>
                    <a:pt x="54" y="486"/>
                  </a:lnTo>
                  <a:lnTo>
                    <a:pt x="48" y="582"/>
                  </a:lnTo>
                  <a:lnTo>
                    <a:pt x="72" y="624"/>
                  </a:lnTo>
                  <a:lnTo>
                    <a:pt x="54" y="642"/>
                  </a:lnTo>
                  <a:lnTo>
                    <a:pt x="60" y="702"/>
                  </a:lnTo>
                  <a:lnTo>
                    <a:pt x="66" y="708"/>
                  </a:lnTo>
                  <a:lnTo>
                    <a:pt x="78" y="732"/>
                  </a:lnTo>
                  <a:lnTo>
                    <a:pt x="78" y="744"/>
                  </a:lnTo>
                  <a:lnTo>
                    <a:pt x="72" y="756"/>
                  </a:lnTo>
                  <a:lnTo>
                    <a:pt x="66" y="762"/>
                  </a:lnTo>
                  <a:lnTo>
                    <a:pt x="60" y="762"/>
                  </a:lnTo>
                  <a:lnTo>
                    <a:pt x="60" y="792"/>
                  </a:lnTo>
                  <a:lnTo>
                    <a:pt x="72" y="810"/>
                  </a:lnTo>
                  <a:lnTo>
                    <a:pt x="60" y="822"/>
                  </a:lnTo>
                  <a:lnTo>
                    <a:pt x="48" y="846"/>
                  </a:lnTo>
                  <a:lnTo>
                    <a:pt x="48" y="852"/>
                  </a:lnTo>
                  <a:lnTo>
                    <a:pt x="60" y="852"/>
                  </a:lnTo>
                  <a:lnTo>
                    <a:pt x="60" y="864"/>
                  </a:lnTo>
                  <a:lnTo>
                    <a:pt x="66" y="870"/>
                  </a:lnTo>
                  <a:lnTo>
                    <a:pt x="66" y="888"/>
                  </a:lnTo>
                  <a:lnTo>
                    <a:pt x="54" y="900"/>
                  </a:lnTo>
                  <a:lnTo>
                    <a:pt x="54" y="906"/>
                  </a:lnTo>
                  <a:lnTo>
                    <a:pt x="48" y="912"/>
                  </a:lnTo>
                  <a:lnTo>
                    <a:pt x="48" y="936"/>
                  </a:lnTo>
                  <a:lnTo>
                    <a:pt x="54" y="948"/>
                  </a:lnTo>
                  <a:lnTo>
                    <a:pt x="60" y="954"/>
                  </a:lnTo>
                  <a:lnTo>
                    <a:pt x="66" y="954"/>
                  </a:lnTo>
                  <a:lnTo>
                    <a:pt x="78" y="966"/>
                  </a:lnTo>
                  <a:lnTo>
                    <a:pt x="78" y="1020"/>
                  </a:lnTo>
                  <a:lnTo>
                    <a:pt x="60" y="1020"/>
                  </a:lnTo>
                  <a:lnTo>
                    <a:pt x="60" y="1044"/>
                  </a:lnTo>
                  <a:lnTo>
                    <a:pt x="66" y="1056"/>
                  </a:lnTo>
                  <a:lnTo>
                    <a:pt x="90" y="1128"/>
                  </a:lnTo>
                  <a:lnTo>
                    <a:pt x="96" y="1140"/>
                  </a:lnTo>
                  <a:lnTo>
                    <a:pt x="102" y="1146"/>
                  </a:lnTo>
                  <a:lnTo>
                    <a:pt x="102" y="1164"/>
                  </a:lnTo>
                  <a:lnTo>
                    <a:pt x="108" y="1170"/>
                  </a:lnTo>
                  <a:lnTo>
                    <a:pt x="114" y="1182"/>
                  </a:lnTo>
                  <a:lnTo>
                    <a:pt x="120" y="1188"/>
                  </a:lnTo>
                  <a:lnTo>
                    <a:pt x="120" y="1236"/>
                  </a:lnTo>
                  <a:lnTo>
                    <a:pt x="114" y="1266"/>
                  </a:lnTo>
                  <a:lnTo>
                    <a:pt x="138" y="1290"/>
                  </a:lnTo>
                  <a:lnTo>
                    <a:pt x="138" y="1296"/>
                  </a:lnTo>
                  <a:lnTo>
                    <a:pt x="132" y="1302"/>
                  </a:lnTo>
                  <a:lnTo>
                    <a:pt x="126" y="1314"/>
                  </a:lnTo>
                  <a:lnTo>
                    <a:pt x="126" y="1326"/>
                  </a:lnTo>
                  <a:lnTo>
                    <a:pt x="120" y="1338"/>
                  </a:lnTo>
                  <a:lnTo>
                    <a:pt x="120" y="1416"/>
                  </a:lnTo>
                  <a:lnTo>
                    <a:pt x="102" y="1452"/>
                  </a:lnTo>
                  <a:lnTo>
                    <a:pt x="114" y="1464"/>
                  </a:lnTo>
                  <a:lnTo>
                    <a:pt x="114" y="1470"/>
                  </a:lnTo>
                  <a:lnTo>
                    <a:pt x="108" y="1476"/>
                  </a:lnTo>
                  <a:lnTo>
                    <a:pt x="108" y="1536"/>
                  </a:lnTo>
                  <a:lnTo>
                    <a:pt x="102" y="1554"/>
                  </a:lnTo>
                  <a:lnTo>
                    <a:pt x="102" y="1578"/>
                  </a:lnTo>
                  <a:lnTo>
                    <a:pt x="84" y="1584"/>
                  </a:lnTo>
                  <a:lnTo>
                    <a:pt x="84" y="1608"/>
                  </a:lnTo>
                  <a:lnTo>
                    <a:pt x="108" y="1650"/>
                  </a:lnTo>
                  <a:lnTo>
                    <a:pt x="108" y="1692"/>
                  </a:lnTo>
                  <a:lnTo>
                    <a:pt x="114" y="1704"/>
                  </a:lnTo>
                  <a:lnTo>
                    <a:pt x="144" y="1734"/>
                  </a:lnTo>
                  <a:lnTo>
                    <a:pt x="156" y="1758"/>
                  </a:lnTo>
                  <a:lnTo>
                    <a:pt x="156" y="1800"/>
                  </a:lnTo>
                  <a:lnTo>
                    <a:pt x="150" y="1812"/>
                  </a:lnTo>
                  <a:lnTo>
                    <a:pt x="150" y="1824"/>
                  </a:lnTo>
                  <a:lnTo>
                    <a:pt x="162" y="1836"/>
                  </a:lnTo>
                  <a:lnTo>
                    <a:pt x="162" y="1896"/>
                  </a:lnTo>
                  <a:lnTo>
                    <a:pt x="168" y="1908"/>
                  </a:lnTo>
                  <a:lnTo>
                    <a:pt x="174" y="1914"/>
                  </a:lnTo>
                  <a:lnTo>
                    <a:pt x="186" y="1920"/>
                  </a:lnTo>
                  <a:lnTo>
                    <a:pt x="192" y="1926"/>
                  </a:lnTo>
                  <a:lnTo>
                    <a:pt x="198" y="1926"/>
                  </a:lnTo>
                  <a:lnTo>
                    <a:pt x="192" y="1944"/>
                  </a:lnTo>
                  <a:lnTo>
                    <a:pt x="234" y="1944"/>
                  </a:lnTo>
                  <a:lnTo>
                    <a:pt x="234" y="1914"/>
                  </a:lnTo>
                  <a:lnTo>
                    <a:pt x="246" y="1926"/>
                  </a:lnTo>
                  <a:lnTo>
                    <a:pt x="258" y="1932"/>
                  </a:lnTo>
                  <a:lnTo>
                    <a:pt x="270" y="1932"/>
                  </a:lnTo>
                  <a:lnTo>
                    <a:pt x="276" y="1926"/>
                  </a:lnTo>
                  <a:lnTo>
                    <a:pt x="276" y="1914"/>
                  </a:lnTo>
                  <a:lnTo>
                    <a:pt x="288" y="1932"/>
                  </a:lnTo>
                  <a:lnTo>
                    <a:pt x="282" y="1938"/>
                  </a:lnTo>
                  <a:lnTo>
                    <a:pt x="270" y="1944"/>
                  </a:lnTo>
                  <a:lnTo>
                    <a:pt x="264" y="1956"/>
                  </a:lnTo>
                  <a:lnTo>
                    <a:pt x="258" y="1962"/>
                  </a:lnTo>
                  <a:lnTo>
                    <a:pt x="258" y="1968"/>
                  </a:lnTo>
                  <a:lnTo>
                    <a:pt x="288" y="1968"/>
                  </a:lnTo>
                  <a:lnTo>
                    <a:pt x="294" y="1974"/>
                  </a:lnTo>
                  <a:lnTo>
                    <a:pt x="294" y="1992"/>
                  </a:lnTo>
                  <a:lnTo>
                    <a:pt x="270" y="1986"/>
                  </a:lnTo>
                  <a:lnTo>
                    <a:pt x="288" y="2010"/>
                  </a:lnTo>
                  <a:lnTo>
                    <a:pt x="276" y="2022"/>
                  </a:lnTo>
                  <a:lnTo>
                    <a:pt x="294" y="2046"/>
                  </a:lnTo>
                  <a:lnTo>
                    <a:pt x="276" y="2064"/>
                  </a:lnTo>
                  <a:lnTo>
                    <a:pt x="270" y="2076"/>
                  </a:lnTo>
                  <a:lnTo>
                    <a:pt x="270" y="2082"/>
                  </a:lnTo>
                  <a:lnTo>
                    <a:pt x="276" y="2088"/>
                  </a:lnTo>
                  <a:lnTo>
                    <a:pt x="282" y="2088"/>
                  </a:lnTo>
                  <a:lnTo>
                    <a:pt x="306" y="2100"/>
                  </a:lnTo>
                  <a:lnTo>
                    <a:pt x="318" y="2100"/>
                  </a:lnTo>
                  <a:lnTo>
                    <a:pt x="300" y="2118"/>
                  </a:lnTo>
                  <a:lnTo>
                    <a:pt x="300" y="2130"/>
                  </a:lnTo>
                  <a:lnTo>
                    <a:pt x="312" y="2136"/>
                  </a:lnTo>
                  <a:lnTo>
                    <a:pt x="318" y="2142"/>
                  </a:lnTo>
                  <a:lnTo>
                    <a:pt x="330" y="2148"/>
                  </a:lnTo>
                  <a:lnTo>
                    <a:pt x="354" y="2148"/>
                  </a:lnTo>
                  <a:lnTo>
                    <a:pt x="360" y="2184"/>
                  </a:lnTo>
                  <a:lnTo>
                    <a:pt x="354" y="2184"/>
                  </a:lnTo>
                  <a:lnTo>
                    <a:pt x="324" y="2214"/>
                  </a:lnTo>
                  <a:lnTo>
                    <a:pt x="324" y="2220"/>
                  </a:lnTo>
                  <a:lnTo>
                    <a:pt x="330" y="2226"/>
                  </a:lnTo>
                  <a:lnTo>
                    <a:pt x="354" y="2226"/>
                  </a:lnTo>
                  <a:lnTo>
                    <a:pt x="366" y="2232"/>
                  </a:lnTo>
                  <a:lnTo>
                    <a:pt x="378" y="2244"/>
                  </a:lnTo>
                  <a:lnTo>
                    <a:pt x="348" y="2244"/>
                  </a:lnTo>
                  <a:lnTo>
                    <a:pt x="342" y="2238"/>
                  </a:lnTo>
                  <a:lnTo>
                    <a:pt x="330" y="2238"/>
                  </a:lnTo>
                  <a:lnTo>
                    <a:pt x="324" y="2244"/>
                  </a:lnTo>
                  <a:lnTo>
                    <a:pt x="324" y="2250"/>
                  </a:lnTo>
                  <a:lnTo>
                    <a:pt x="354" y="2256"/>
                  </a:lnTo>
                  <a:lnTo>
                    <a:pt x="330" y="2268"/>
                  </a:lnTo>
                  <a:lnTo>
                    <a:pt x="336" y="2292"/>
                  </a:lnTo>
                  <a:lnTo>
                    <a:pt x="348" y="2292"/>
                  </a:lnTo>
                  <a:lnTo>
                    <a:pt x="348" y="2316"/>
                  </a:lnTo>
                  <a:lnTo>
                    <a:pt x="336" y="2328"/>
                  </a:lnTo>
                  <a:lnTo>
                    <a:pt x="336" y="2322"/>
                  </a:lnTo>
                  <a:lnTo>
                    <a:pt x="330" y="2316"/>
                  </a:lnTo>
                  <a:lnTo>
                    <a:pt x="324" y="2304"/>
                  </a:lnTo>
                  <a:lnTo>
                    <a:pt x="324" y="2298"/>
                  </a:lnTo>
                  <a:lnTo>
                    <a:pt x="288" y="2298"/>
                  </a:lnTo>
                  <a:lnTo>
                    <a:pt x="306" y="2292"/>
                  </a:lnTo>
                  <a:lnTo>
                    <a:pt x="282" y="2268"/>
                  </a:lnTo>
                  <a:lnTo>
                    <a:pt x="276" y="2268"/>
                  </a:lnTo>
                  <a:lnTo>
                    <a:pt x="276" y="2280"/>
                  </a:lnTo>
                  <a:lnTo>
                    <a:pt x="270" y="2268"/>
                  </a:lnTo>
                  <a:lnTo>
                    <a:pt x="228" y="2280"/>
                  </a:lnTo>
                  <a:lnTo>
                    <a:pt x="264" y="2286"/>
                  </a:lnTo>
                  <a:lnTo>
                    <a:pt x="258" y="2292"/>
                  </a:lnTo>
                  <a:lnTo>
                    <a:pt x="252" y="2304"/>
                  </a:lnTo>
                  <a:lnTo>
                    <a:pt x="246" y="2310"/>
                  </a:lnTo>
                  <a:lnTo>
                    <a:pt x="234" y="2316"/>
                  </a:lnTo>
                  <a:lnTo>
                    <a:pt x="228" y="2328"/>
                  </a:lnTo>
                  <a:lnTo>
                    <a:pt x="222" y="2334"/>
                  </a:lnTo>
                  <a:lnTo>
                    <a:pt x="222" y="2340"/>
                  </a:lnTo>
                  <a:lnTo>
                    <a:pt x="228" y="2346"/>
                  </a:lnTo>
                  <a:lnTo>
                    <a:pt x="240" y="2352"/>
                  </a:lnTo>
                  <a:lnTo>
                    <a:pt x="252" y="2352"/>
                  </a:lnTo>
                  <a:lnTo>
                    <a:pt x="252" y="2346"/>
                  </a:lnTo>
                  <a:lnTo>
                    <a:pt x="240" y="2334"/>
                  </a:lnTo>
                  <a:lnTo>
                    <a:pt x="264" y="2328"/>
                  </a:lnTo>
                  <a:lnTo>
                    <a:pt x="282" y="2346"/>
                  </a:lnTo>
                  <a:lnTo>
                    <a:pt x="324" y="2346"/>
                  </a:lnTo>
                  <a:lnTo>
                    <a:pt x="336" y="2352"/>
                  </a:lnTo>
                  <a:lnTo>
                    <a:pt x="342" y="2364"/>
                  </a:lnTo>
                  <a:lnTo>
                    <a:pt x="354" y="2370"/>
                  </a:lnTo>
                  <a:lnTo>
                    <a:pt x="354" y="2376"/>
                  </a:lnTo>
                  <a:lnTo>
                    <a:pt x="336" y="2394"/>
                  </a:lnTo>
                  <a:lnTo>
                    <a:pt x="342" y="2406"/>
                  </a:lnTo>
                  <a:lnTo>
                    <a:pt x="360" y="2406"/>
                  </a:lnTo>
                  <a:lnTo>
                    <a:pt x="360" y="2418"/>
                  </a:lnTo>
                  <a:lnTo>
                    <a:pt x="378" y="2424"/>
                  </a:lnTo>
                  <a:lnTo>
                    <a:pt x="384" y="2406"/>
                  </a:lnTo>
                  <a:lnTo>
                    <a:pt x="402" y="2424"/>
                  </a:lnTo>
                  <a:lnTo>
                    <a:pt x="408" y="2424"/>
                  </a:lnTo>
                  <a:lnTo>
                    <a:pt x="420" y="2430"/>
                  </a:lnTo>
                  <a:lnTo>
                    <a:pt x="426" y="2436"/>
                  </a:lnTo>
                  <a:lnTo>
                    <a:pt x="426" y="2448"/>
                  </a:lnTo>
                  <a:lnTo>
                    <a:pt x="414" y="2460"/>
                  </a:lnTo>
                  <a:lnTo>
                    <a:pt x="408" y="2454"/>
                  </a:lnTo>
                  <a:lnTo>
                    <a:pt x="396" y="2454"/>
                  </a:lnTo>
                  <a:lnTo>
                    <a:pt x="384" y="2448"/>
                  </a:lnTo>
                  <a:lnTo>
                    <a:pt x="378" y="2442"/>
                  </a:lnTo>
                  <a:lnTo>
                    <a:pt x="366" y="2442"/>
                  </a:lnTo>
                  <a:lnTo>
                    <a:pt x="366" y="2454"/>
                  </a:lnTo>
                  <a:lnTo>
                    <a:pt x="372" y="2460"/>
                  </a:lnTo>
                  <a:lnTo>
                    <a:pt x="378" y="2460"/>
                  </a:lnTo>
                  <a:lnTo>
                    <a:pt x="390" y="2472"/>
                  </a:lnTo>
                  <a:lnTo>
                    <a:pt x="402" y="2496"/>
                  </a:lnTo>
                  <a:lnTo>
                    <a:pt x="402" y="2508"/>
                  </a:lnTo>
                  <a:lnTo>
                    <a:pt x="384" y="2508"/>
                  </a:lnTo>
                  <a:lnTo>
                    <a:pt x="396" y="2526"/>
                  </a:lnTo>
                  <a:lnTo>
                    <a:pt x="414" y="2562"/>
                  </a:lnTo>
                  <a:lnTo>
                    <a:pt x="426" y="2520"/>
                  </a:lnTo>
                  <a:lnTo>
                    <a:pt x="426" y="2550"/>
                  </a:lnTo>
                  <a:lnTo>
                    <a:pt x="444" y="2574"/>
                  </a:lnTo>
                  <a:lnTo>
                    <a:pt x="420" y="2574"/>
                  </a:lnTo>
                  <a:lnTo>
                    <a:pt x="426" y="2592"/>
                  </a:lnTo>
                  <a:lnTo>
                    <a:pt x="450" y="2592"/>
                  </a:lnTo>
                  <a:lnTo>
                    <a:pt x="432" y="2604"/>
                  </a:lnTo>
                  <a:lnTo>
                    <a:pt x="462" y="2616"/>
                  </a:lnTo>
                  <a:lnTo>
                    <a:pt x="444" y="2628"/>
                  </a:lnTo>
                  <a:lnTo>
                    <a:pt x="474" y="2640"/>
                  </a:lnTo>
                  <a:lnTo>
                    <a:pt x="462" y="2652"/>
                  </a:lnTo>
                  <a:lnTo>
                    <a:pt x="480" y="2658"/>
                  </a:lnTo>
                  <a:lnTo>
                    <a:pt x="480" y="2652"/>
                  </a:lnTo>
                  <a:lnTo>
                    <a:pt x="486" y="2640"/>
                  </a:lnTo>
                  <a:lnTo>
                    <a:pt x="486" y="2634"/>
                  </a:lnTo>
                  <a:lnTo>
                    <a:pt x="492" y="2634"/>
                  </a:lnTo>
                  <a:lnTo>
                    <a:pt x="498" y="2640"/>
                  </a:lnTo>
                  <a:lnTo>
                    <a:pt x="504" y="2652"/>
                  </a:lnTo>
                  <a:lnTo>
                    <a:pt x="498" y="2658"/>
                  </a:lnTo>
                  <a:lnTo>
                    <a:pt x="498" y="2664"/>
                  </a:lnTo>
                  <a:lnTo>
                    <a:pt x="492" y="2664"/>
                  </a:lnTo>
                  <a:lnTo>
                    <a:pt x="480" y="2676"/>
                  </a:lnTo>
                  <a:lnTo>
                    <a:pt x="480" y="2682"/>
                  </a:lnTo>
                  <a:lnTo>
                    <a:pt x="486" y="2688"/>
                  </a:lnTo>
                  <a:lnTo>
                    <a:pt x="516" y="2688"/>
                  </a:lnTo>
                  <a:lnTo>
                    <a:pt x="516" y="2700"/>
                  </a:lnTo>
                  <a:lnTo>
                    <a:pt x="540" y="2724"/>
                  </a:lnTo>
                  <a:lnTo>
                    <a:pt x="552" y="2730"/>
                  </a:lnTo>
                  <a:lnTo>
                    <a:pt x="558" y="2736"/>
                  </a:lnTo>
                  <a:lnTo>
                    <a:pt x="558" y="2700"/>
                  </a:lnTo>
                  <a:lnTo>
                    <a:pt x="564" y="2700"/>
                  </a:lnTo>
                  <a:lnTo>
                    <a:pt x="570" y="2706"/>
                  </a:lnTo>
                  <a:lnTo>
                    <a:pt x="582" y="2712"/>
                  </a:lnTo>
                  <a:lnTo>
                    <a:pt x="600" y="2718"/>
                  </a:lnTo>
                  <a:lnTo>
                    <a:pt x="624" y="2742"/>
                  </a:lnTo>
                  <a:lnTo>
                    <a:pt x="618" y="2748"/>
                  </a:lnTo>
                  <a:lnTo>
                    <a:pt x="618" y="2754"/>
                  </a:lnTo>
                  <a:lnTo>
                    <a:pt x="612" y="2760"/>
                  </a:lnTo>
                  <a:lnTo>
                    <a:pt x="630" y="2766"/>
                  </a:lnTo>
                  <a:lnTo>
                    <a:pt x="630" y="2790"/>
                  </a:lnTo>
                  <a:lnTo>
                    <a:pt x="684" y="2790"/>
                  </a:lnTo>
                  <a:lnTo>
                    <a:pt x="696" y="2802"/>
                  </a:lnTo>
                  <a:lnTo>
                    <a:pt x="666" y="2802"/>
                  </a:lnTo>
                  <a:lnTo>
                    <a:pt x="654" y="2814"/>
                  </a:lnTo>
                  <a:lnTo>
                    <a:pt x="630" y="2814"/>
                  </a:lnTo>
                  <a:lnTo>
                    <a:pt x="618" y="2832"/>
                  </a:lnTo>
                  <a:lnTo>
                    <a:pt x="648" y="2832"/>
                  </a:lnTo>
                  <a:lnTo>
                    <a:pt x="636" y="2850"/>
                  </a:lnTo>
                  <a:lnTo>
                    <a:pt x="666" y="2844"/>
                  </a:lnTo>
                  <a:lnTo>
                    <a:pt x="666" y="2826"/>
                  </a:lnTo>
                  <a:lnTo>
                    <a:pt x="690" y="2838"/>
                  </a:lnTo>
                  <a:lnTo>
                    <a:pt x="696" y="2826"/>
                  </a:lnTo>
                  <a:lnTo>
                    <a:pt x="702" y="2820"/>
                  </a:lnTo>
                  <a:lnTo>
                    <a:pt x="714" y="2814"/>
                  </a:lnTo>
                  <a:lnTo>
                    <a:pt x="720" y="2808"/>
                  </a:lnTo>
                  <a:lnTo>
                    <a:pt x="732" y="2808"/>
                  </a:lnTo>
                  <a:lnTo>
                    <a:pt x="732" y="2820"/>
                  </a:lnTo>
                  <a:lnTo>
                    <a:pt x="726" y="2832"/>
                  </a:lnTo>
                  <a:lnTo>
                    <a:pt x="702" y="2856"/>
                  </a:lnTo>
                  <a:lnTo>
                    <a:pt x="696" y="2850"/>
                  </a:lnTo>
                  <a:lnTo>
                    <a:pt x="678" y="2850"/>
                  </a:lnTo>
                  <a:lnTo>
                    <a:pt x="678" y="2868"/>
                  </a:lnTo>
                  <a:lnTo>
                    <a:pt x="642" y="2868"/>
                  </a:lnTo>
                  <a:lnTo>
                    <a:pt x="630" y="2880"/>
                  </a:lnTo>
                  <a:lnTo>
                    <a:pt x="642" y="2886"/>
                  </a:lnTo>
                  <a:lnTo>
                    <a:pt x="648" y="2916"/>
                  </a:lnTo>
                  <a:lnTo>
                    <a:pt x="678" y="2898"/>
                  </a:lnTo>
                  <a:lnTo>
                    <a:pt x="684" y="2910"/>
                  </a:lnTo>
                  <a:lnTo>
                    <a:pt x="684" y="2916"/>
                  </a:lnTo>
                  <a:lnTo>
                    <a:pt x="690" y="2916"/>
                  </a:lnTo>
                  <a:lnTo>
                    <a:pt x="696" y="2910"/>
                  </a:lnTo>
                  <a:lnTo>
                    <a:pt x="702" y="2898"/>
                  </a:lnTo>
                  <a:lnTo>
                    <a:pt x="702" y="2892"/>
                  </a:lnTo>
                  <a:lnTo>
                    <a:pt x="708" y="2880"/>
                  </a:lnTo>
                  <a:lnTo>
                    <a:pt x="714" y="2874"/>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6" name="Canada" descr="© INSCALE GmbH, 05.05.2010&#10;http://www.presentationload.com/">
              <a:extLst>
                <a:ext uri="{FF2B5EF4-FFF2-40B4-BE49-F238E27FC236}">
                  <a16:creationId xmlns:a16="http://schemas.microsoft.com/office/drawing/2014/main" id="{BD5FA6AB-9112-3541-A3EA-E58A3D250DED}"/>
                </a:ext>
              </a:extLst>
            </p:cNvPr>
            <p:cNvSpPr>
              <a:spLocks noEditPoints="1"/>
            </p:cNvSpPr>
            <p:nvPr/>
          </p:nvSpPr>
          <p:spPr bwMode="gray">
            <a:xfrm>
              <a:off x="2404386" y="1508594"/>
              <a:ext cx="2342187" cy="1213006"/>
            </a:xfrm>
            <a:custGeom>
              <a:avLst/>
              <a:gdLst>
                <a:gd name="T0" fmla="*/ 2147483647 w 5574"/>
                <a:gd name="T1" fmla="*/ 2147483647 h 2886"/>
                <a:gd name="T2" fmla="*/ 2147483647 w 5574"/>
                <a:gd name="T3" fmla="*/ 2147483647 h 2886"/>
                <a:gd name="T4" fmla="*/ 2147483647 w 5574"/>
                <a:gd name="T5" fmla="*/ 2147483647 h 2886"/>
                <a:gd name="T6" fmla="*/ 2147483647 w 5574"/>
                <a:gd name="T7" fmla="*/ 2147483647 h 2886"/>
                <a:gd name="T8" fmla="*/ 2147483647 w 5574"/>
                <a:gd name="T9" fmla="*/ 2147483647 h 2886"/>
                <a:gd name="T10" fmla="*/ 2147483647 w 5574"/>
                <a:gd name="T11" fmla="*/ 2147483647 h 2886"/>
                <a:gd name="T12" fmla="*/ 2147483647 w 5574"/>
                <a:gd name="T13" fmla="*/ 2147483647 h 2886"/>
                <a:gd name="T14" fmla="*/ 2147483647 w 5574"/>
                <a:gd name="T15" fmla="*/ 2147483647 h 2886"/>
                <a:gd name="T16" fmla="*/ 2147483647 w 5574"/>
                <a:gd name="T17" fmla="*/ 2147483647 h 2886"/>
                <a:gd name="T18" fmla="*/ 2147483647 w 5574"/>
                <a:gd name="T19" fmla="*/ 2147483647 h 2886"/>
                <a:gd name="T20" fmla="*/ 2147483647 w 5574"/>
                <a:gd name="T21" fmla="*/ 2147483647 h 2886"/>
                <a:gd name="T22" fmla="*/ 2147483647 w 5574"/>
                <a:gd name="T23" fmla="*/ 2147483647 h 2886"/>
                <a:gd name="T24" fmla="*/ 2147483647 w 5574"/>
                <a:gd name="T25" fmla="*/ 2147483647 h 2886"/>
                <a:gd name="T26" fmla="*/ 2147483647 w 5574"/>
                <a:gd name="T27" fmla="*/ 2147483647 h 2886"/>
                <a:gd name="T28" fmla="*/ 2147483647 w 5574"/>
                <a:gd name="T29" fmla="*/ 2147483647 h 2886"/>
                <a:gd name="T30" fmla="*/ 2147483647 w 5574"/>
                <a:gd name="T31" fmla="*/ 2147483647 h 2886"/>
                <a:gd name="T32" fmla="*/ 2147483647 w 5574"/>
                <a:gd name="T33" fmla="*/ 2147483647 h 2886"/>
                <a:gd name="T34" fmla="*/ 2147483647 w 5574"/>
                <a:gd name="T35" fmla="*/ 2147483647 h 2886"/>
                <a:gd name="T36" fmla="*/ 2147483647 w 5574"/>
                <a:gd name="T37" fmla="*/ 2147483647 h 2886"/>
                <a:gd name="T38" fmla="*/ 2147483647 w 5574"/>
                <a:gd name="T39" fmla="*/ 2147483647 h 2886"/>
                <a:gd name="T40" fmla="*/ 2147483647 w 5574"/>
                <a:gd name="T41" fmla="*/ 2147483647 h 2886"/>
                <a:gd name="T42" fmla="*/ 2147483647 w 5574"/>
                <a:gd name="T43" fmla="*/ 2147483647 h 2886"/>
                <a:gd name="T44" fmla="*/ 2147483647 w 5574"/>
                <a:gd name="T45" fmla="*/ 2147483647 h 2886"/>
                <a:gd name="T46" fmla="*/ 2147483647 w 5574"/>
                <a:gd name="T47" fmla="*/ 2147483647 h 2886"/>
                <a:gd name="T48" fmla="*/ 2147483647 w 5574"/>
                <a:gd name="T49" fmla="*/ 2147483647 h 2886"/>
                <a:gd name="T50" fmla="*/ 2147483647 w 5574"/>
                <a:gd name="T51" fmla="*/ 2147483647 h 2886"/>
                <a:gd name="T52" fmla="*/ 2147483647 w 5574"/>
                <a:gd name="T53" fmla="*/ 2147483647 h 2886"/>
                <a:gd name="T54" fmla="*/ 2147483647 w 5574"/>
                <a:gd name="T55" fmla="*/ 2147483647 h 2886"/>
                <a:gd name="T56" fmla="*/ 2147483647 w 5574"/>
                <a:gd name="T57" fmla="*/ 2147483647 h 2886"/>
                <a:gd name="T58" fmla="*/ 2147483647 w 5574"/>
                <a:gd name="T59" fmla="*/ 2147483647 h 2886"/>
                <a:gd name="T60" fmla="*/ 2147483647 w 5574"/>
                <a:gd name="T61" fmla="*/ 2147483647 h 2886"/>
                <a:gd name="T62" fmla="*/ 2147483647 w 5574"/>
                <a:gd name="T63" fmla="*/ 2147483647 h 2886"/>
                <a:gd name="T64" fmla="*/ 2147483647 w 5574"/>
                <a:gd name="T65" fmla="*/ 2147483647 h 2886"/>
                <a:gd name="T66" fmla="*/ 2147483647 w 5574"/>
                <a:gd name="T67" fmla="*/ 2147483647 h 2886"/>
                <a:gd name="T68" fmla="*/ 2147483647 w 5574"/>
                <a:gd name="T69" fmla="*/ 2147483647 h 2886"/>
                <a:gd name="T70" fmla="*/ 2147483647 w 5574"/>
                <a:gd name="T71" fmla="*/ 2147483647 h 2886"/>
                <a:gd name="T72" fmla="*/ 2147483647 w 5574"/>
                <a:gd name="T73" fmla="*/ 2147483647 h 2886"/>
                <a:gd name="T74" fmla="*/ 2147483647 w 5574"/>
                <a:gd name="T75" fmla="*/ 2147483647 h 2886"/>
                <a:gd name="T76" fmla="*/ 2147483647 w 5574"/>
                <a:gd name="T77" fmla="*/ 2147483647 h 2886"/>
                <a:gd name="T78" fmla="*/ 2147483647 w 5574"/>
                <a:gd name="T79" fmla="*/ 2147483647 h 2886"/>
                <a:gd name="T80" fmla="*/ 2147483647 w 5574"/>
                <a:gd name="T81" fmla="*/ 2147483647 h 2886"/>
                <a:gd name="T82" fmla="*/ 2147483647 w 5574"/>
                <a:gd name="T83" fmla="*/ 2147483647 h 2886"/>
                <a:gd name="T84" fmla="*/ 2147483647 w 5574"/>
                <a:gd name="T85" fmla="*/ 2147483647 h 2886"/>
                <a:gd name="T86" fmla="*/ 2147483647 w 5574"/>
                <a:gd name="T87" fmla="*/ 2147483647 h 2886"/>
                <a:gd name="T88" fmla="*/ 2147483647 w 5574"/>
                <a:gd name="T89" fmla="*/ 2147483647 h 2886"/>
                <a:gd name="T90" fmla="*/ 2147483647 w 5574"/>
                <a:gd name="T91" fmla="*/ 2147483647 h 2886"/>
                <a:gd name="T92" fmla="*/ 2147483647 w 5574"/>
                <a:gd name="T93" fmla="*/ 2147483647 h 2886"/>
                <a:gd name="T94" fmla="*/ 2147483647 w 5574"/>
                <a:gd name="T95" fmla="*/ 2147483647 h 2886"/>
                <a:gd name="T96" fmla="*/ 2147483647 w 5574"/>
                <a:gd name="T97" fmla="*/ 2147483647 h 2886"/>
                <a:gd name="T98" fmla="*/ 2147483647 w 5574"/>
                <a:gd name="T99" fmla="*/ 2147483647 h 2886"/>
                <a:gd name="T100" fmla="*/ 2147483647 w 5574"/>
                <a:gd name="T101" fmla="*/ 2147483647 h 2886"/>
                <a:gd name="T102" fmla="*/ 2147483647 w 5574"/>
                <a:gd name="T103" fmla="*/ 2147483647 h 2886"/>
                <a:gd name="T104" fmla="*/ 2147483647 w 5574"/>
                <a:gd name="T105" fmla="*/ 2147483647 h 2886"/>
                <a:gd name="T106" fmla="*/ 2147483647 w 5574"/>
                <a:gd name="T107" fmla="*/ 2147483647 h 2886"/>
                <a:gd name="T108" fmla="*/ 2147483647 w 5574"/>
                <a:gd name="T109" fmla="*/ 2147483647 h 2886"/>
                <a:gd name="T110" fmla="*/ 2147483647 w 5574"/>
                <a:gd name="T111" fmla="*/ 2147483647 h 2886"/>
                <a:gd name="T112" fmla="*/ 2147483647 w 5574"/>
                <a:gd name="T113" fmla="*/ 2147483647 h 2886"/>
                <a:gd name="T114" fmla="*/ 2147483647 w 5574"/>
                <a:gd name="T115" fmla="*/ 2147483647 h 2886"/>
                <a:gd name="T116" fmla="*/ 2147483647 w 5574"/>
                <a:gd name="T117" fmla="*/ 2147483647 h 2886"/>
                <a:gd name="T118" fmla="*/ 2147483647 w 5574"/>
                <a:gd name="T119" fmla="*/ 2147483647 h 2886"/>
                <a:gd name="T120" fmla="*/ 2147483647 w 5574"/>
                <a:gd name="T121" fmla="*/ 2147483647 h 2886"/>
                <a:gd name="T122" fmla="*/ 2147483647 w 5574"/>
                <a:gd name="T123" fmla="*/ 2147483647 h 2886"/>
                <a:gd name="T124" fmla="*/ 2147483647 w 5574"/>
                <a:gd name="T125" fmla="*/ 2147483647 h 28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574"/>
                <a:gd name="T190" fmla="*/ 0 h 2886"/>
                <a:gd name="T191" fmla="*/ 5574 w 5574"/>
                <a:gd name="T192" fmla="*/ 2886 h 28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574" h="2886">
                  <a:moveTo>
                    <a:pt x="3114" y="252"/>
                  </a:moveTo>
                  <a:lnTo>
                    <a:pt x="3138" y="252"/>
                  </a:lnTo>
                  <a:lnTo>
                    <a:pt x="3150" y="258"/>
                  </a:lnTo>
                  <a:lnTo>
                    <a:pt x="3168" y="258"/>
                  </a:lnTo>
                  <a:lnTo>
                    <a:pt x="3174" y="252"/>
                  </a:lnTo>
                  <a:lnTo>
                    <a:pt x="3174" y="246"/>
                  </a:lnTo>
                  <a:lnTo>
                    <a:pt x="3168" y="234"/>
                  </a:lnTo>
                  <a:lnTo>
                    <a:pt x="3156" y="228"/>
                  </a:lnTo>
                  <a:lnTo>
                    <a:pt x="3108" y="228"/>
                  </a:lnTo>
                  <a:lnTo>
                    <a:pt x="3066" y="234"/>
                  </a:lnTo>
                  <a:lnTo>
                    <a:pt x="3036" y="246"/>
                  </a:lnTo>
                  <a:lnTo>
                    <a:pt x="3018" y="246"/>
                  </a:lnTo>
                  <a:lnTo>
                    <a:pt x="3060" y="246"/>
                  </a:lnTo>
                  <a:lnTo>
                    <a:pt x="3096" y="252"/>
                  </a:lnTo>
                  <a:lnTo>
                    <a:pt x="3114" y="252"/>
                  </a:lnTo>
                  <a:close/>
                  <a:moveTo>
                    <a:pt x="2988" y="318"/>
                  </a:moveTo>
                  <a:lnTo>
                    <a:pt x="3036" y="318"/>
                  </a:lnTo>
                  <a:lnTo>
                    <a:pt x="3048" y="312"/>
                  </a:lnTo>
                  <a:lnTo>
                    <a:pt x="3060" y="312"/>
                  </a:lnTo>
                  <a:lnTo>
                    <a:pt x="3072" y="300"/>
                  </a:lnTo>
                  <a:lnTo>
                    <a:pt x="3072" y="294"/>
                  </a:lnTo>
                  <a:lnTo>
                    <a:pt x="3066" y="282"/>
                  </a:lnTo>
                  <a:lnTo>
                    <a:pt x="3138" y="270"/>
                  </a:lnTo>
                  <a:lnTo>
                    <a:pt x="3120" y="264"/>
                  </a:lnTo>
                  <a:lnTo>
                    <a:pt x="3054" y="264"/>
                  </a:lnTo>
                  <a:lnTo>
                    <a:pt x="3042" y="276"/>
                  </a:lnTo>
                  <a:lnTo>
                    <a:pt x="3030" y="276"/>
                  </a:lnTo>
                  <a:lnTo>
                    <a:pt x="2994" y="270"/>
                  </a:lnTo>
                  <a:lnTo>
                    <a:pt x="2958" y="270"/>
                  </a:lnTo>
                  <a:lnTo>
                    <a:pt x="2940" y="282"/>
                  </a:lnTo>
                  <a:lnTo>
                    <a:pt x="2940" y="294"/>
                  </a:lnTo>
                  <a:lnTo>
                    <a:pt x="2946" y="300"/>
                  </a:lnTo>
                  <a:lnTo>
                    <a:pt x="2970" y="312"/>
                  </a:lnTo>
                  <a:lnTo>
                    <a:pt x="2976" y="318"/>
                  </a:lnTo>
                  <a:lnTo>
                    <a:pt x="2988" y="318"/>
                  </a:lnTo>
                  <a:close/>
                  <a:moveTo>
                    <a:pt x="2682" y="384"/>
                  </a:moveTo>
                  <a:lnTo>
                    <a:pt x="2628" y="408"/>
                  </a:lnTo>
                  <a:lnTo>
                    <a:pt x="2634" y="408"/>
                  </a:lnTo>
                  <a:lnTo>
                    <a:pt x="2646" y="414"/>
                  </a:lnTo>
                  <a:lnTo>
                    <a:pt x="2652" y="414"/>
                  </a:lnTo>
                  <a:lnTo>
                    <a:pt x="2658" y="420"/>
                  </a:lnTo>
                  <a:lnTo>
                    <a:pt x="2658" y="426"/>
                  </a:lnTo>
                  <a:lnTo>
                    <a:pt x="2622" y="426"/>
                  </a:lnTo>
                  <a:lnTo>
                    <a:pt x="2586" y="432"/>
                  </a:lnTo>
                  <a:lnTo>
                    <a:pt x="2556" y="438"/>
                  </a:lnTo>
                  <a:lnTo>
                    <a:pt x="2544" y="438"/>
                  </a:lnTo>
                  <a:lnTo>
                    <a:pt x="2520" y="456"/>
                  </a:lnTo>
                  <a:lnTo>
                    <a:pt x="2580" y="450"/>
                  </a:lnTo>
                  <a:lnTo>
                    <a:pt x="2586" y="450"/>
                  </a:lnTo>
                  <a:lnTo>
                    <a:pt x="2592" y="456"/>
                  </a:lnTo>
                  <a:lnTo>
                    <a:pt x="2610" y="456"/>
                  </a:lnTo>
                  <a:lnTo>
                    <a:pt x="2628" y="462"/>
                  </a:lnTo>
                  <a:lnTo>
                    <a:pt x="2658" y="462"/>
                  </a:lnTo>
                  <a:lnTo>
                    <a:pt x="2694" y="450"/>
                  </a:lnTo>
                  <a:lnTo>
                    <a:pt x="2730" y="444"/>
                  </a:lnTo>
                  <a:lnTo>
                    <a:pt x="2742" y="438"/>
                  </a:lnTo>
                  <a:lnTo>
                    <a:pt x="2742" y="450"/>
                  </a:lnTo>
                  <a:lnTo>
                    <a:pt x="2760" y="450"/>
                  </a:lnTo>
                  <a:lnTo>
                    <a:pt x="2796" y="444"/>
                  </a:lnTo>
                  <a:lnTo>
                    <a:pt x="2856" y="444"/>
                  </a:lnTo>
                  <a:lnTo>
                    <a:pt x="2850" y="444"/>
                  </a:lnTo>
                  <a:lnTo>
                    <a:pt x="2844" y="450"/>
                  </a:lnTo>
                  <a:lnTo>
                    <a:pt x="2832" y="450"/>
                  </a:lnTo>
                  <a:lnTo>
                    <a:pt x="2790" y="456"/>
                  </a:lnTo>
                  <a:lnTo>
                    <a:pt x="2730" y="468"/>
                  </a:lnTo>
                  <a:lnTo>
                    <a:pt x="2706" y="468"/>
                  </a:lnTo>
                  <a:lnTo>
                    <a:pt x="2688" y="474"/>
                  </a:lnTo>
                  <a:lnTo>
                    <a:pt x="2670" y="474"/>
                  </a:lnTo>
                  <a:lnTo>
                    <a:pt x="2652" y="480"/>
                  </a:lnTo>
                  <a:lnTo>
                    <a:pt x="2646" y="486"/>
                  </a:lnTo>
                  <a:lnTo>
                    <a:pt x="2640" y="486"/>
                  </a:lnTo>
                  <a:lnTo>
                    <a:pt x="2658" y="486"/>
                  </a:lnTo>
                  <a:lnTo>
                    <a:pt x="2694" y="492"/>
                  </a:lnTo>
                  <a:lnTo>
                    <a:pt x="2760" y="498"/>
                  </a:lnTo>
                  <a:lnTo>
                    <a:pt x="2808" y="492"/>
                  </a:lnTo>
                  <a:lnTo>
                    <a:pt x="2850" y="480"/>
                  </a:lnTo>
                  <a:lnTo>
                    <a:pt x="2874" y="474"/>
                  </a:lnTo>
                  <a:lnTo>
                    <a:pt x="2886" y="468"/>
                  </a:lnTo>
                  <a:lnTo>
                    <a:pt x="2958" y="450"/>
                  </a:lnTo>
                  <a:lnTo>
                    <a:pt x="3000" y="450"/>
                  </a:lnTo>
                  <a:lnTo>
                    <a:pt x="3054" y="444"/>
                  </a:lnTo>
                  <a:lnTo>
                    <a:pt x="3096" y="438"/>
                  </a:lnTo>
                  <a:lnTo>
                    <a:pt x="3120" y="432"/>
                  </a:lnTo>
                  <a:lnTo>
                    <a:pt x="3138" y="420"/>
                  </a:lnTo>
                  <a:lnTo>
                    <a:pt x="3156" y="414"/>
                  </a:lnTo>
                  <a:lnTo>
                    <a:pt x="3168" y="408"/>
                  </a:lnTo>
                  <a:lnTo>
                    <a:pt x="3168" y="396"/>
                  </a:lnTo>
                  <a:lnTo>
                    <a:pt x="3156" y="384"/>
                  </a:lnTo>
                  <a:lnTo>
                    <a:pt x="3144" y="378"/>
                  </a:lnTo>
                  <a:lnTo>
                    <a:pt x="3120" y="378"/>
                  </a:lnTo>
                  <a:lnTo>
                    <a:pt x="3114" y="384"/>
                  </a:lnTo>
                  <a:lnTo>
                    <a:pt x="3108" y="384"/>
                  </a:lnTo>
                  <a:lnTo>
                    <a:pt x="3108" y="396"/>
                  </a:lnTo>
                  <a:lnTo>
                    <a:pt x="3072" y="396"/>
                  </a:lnTo>
                  <a:lnTo>
                    <a:pt x="3078" y="390"/>
                  </a:lnTo>
                  <a:lnTo>
                    <a:pt x="3078" y="378"/>
                  </a:lnTo>
                  <a:lnTo>
                    <a:pt x="3102" y="354"/>
                  </a:lnTo>
                  <a:lnTo>
                    <a:pt x="3102" y="342"/>
                  </a:lnTo>
                  <a:lnTo>
                    <a:pt x="3096" y="342"/>
                  </a:lnTo>
                  <a:lnTo>
                    <a:pt x="3054" y="348"/>
                  </a:lnTo>
                  <a:lnTo>
                    <a:pt x="2988" y="372"/>
                  </a:lnTo>
                  <a:lnTo>
                    <a:pt x="2976" y="378"/>
                  </a:lnTo>
                  <a:lnTo>
                    <a:pt x="3024" y="378"/>
                  </a:lnTo>
                  <a:lnTo>
                    <a:pt x="3018" y="408"/>
                  </a:lnTo>
                  <a:lnTo>
                    <a:pt x="2898" y="420"/>
                  </a:lnTo>
                  <a:lnTo>
                    <a:pt x="2898" y="414"/>
                  </a:lnTo>
                  <a:lnTo>
                    <a:pt x="2892" y="408"/>
                  </a:lnTo>
                  <a:lnTo>
                    <a:pt x="2892" y="372"/>
                  </a:lnTo>
                  <a:lnTo>
                    <a:pt x="2886" y="366"/>
                  </a:lnTo>
                  <a:lnTo>
                    <a:pt x="2874" y="366"/>
                  </a:lnTo>
                  <a:lnTo>
                    <a:pt x="2856" y="360"/>
                  </a:lnTo>
                  <a:lnTo>
                    <a:pt x="2814" y="360"/>
                  </a:lnTo>
                  <a:lnTo>
                    <a:pt x="2682" y="384"/>
                  </a:lnTo>
                  <a:close/>
                  <a:moveTo>
                    <a:pt x="2832" y="342"/>
                  </a:moveTo>
                  <a:lnTo>
                    <a:pt x="2844" y="330"/>
                  </a:lnTo>
                  <a:lnTo>
                    <a:pt x="2844" y="318"/>
                  </a:lnTo>
                  <a:lnTo>
                    <a:pt x="2838" y="312"/>
                  </a:lnTo>
                  <a:lnTo>
                    <a:pt x="2814" y="312"/>
                  </a:lnTo>
                  <a:lnTo>
                    <a:pt x="2802" y="318"/>
                  </a:lnTo>
                  <a:lnTo>
                    <a:pt x="2796" y="324"/>
                  </a:lnTo>
                  <a:lnTo>
                    <a:pt x="2796" y="330"/>
                  </a:lnTo>
                  <a:lnTo>
                    <a:pt x="2802" y="336"/>
                  </a:lnTo>
                  <a:lnTo>
                    <a:pt x="2814" y="336"/>
                  </a:lnTo>
                  <a:lnTo>
                    <a:pt x="2820" y="342"/>
                  </a:lnTo>
                  <a:lnTo>
                    <a:pt x="2832" y="342"/>
                  </a:lnTo>
                  <a:close/>
                  <a:moveTo>
                    <a:pt x="3012" y="564"/>
                  </a:moveTo>
                  <a:lnTo>
                    <a:pt x="2988" y="540"/>
                  </a:lnTo>
                  <a:lnTo>
                    <a:pt x="2958" y="540"/>
                  </a:lnTo>
                  <a:lnTo>
                    <a:pt x="2952" y="534"/>
                  </a:lnTo>
                  <a:lnTo>
                    <a:pt x="2946" y="534"/>
                  </a:lnTo>
                  <a:lnTo>
                    <a:pt x="2934" y="528"/>
                  </a:lnTo>
                  <a:lnTo>
                    <a:pt x="2916" y="528"/>
                  </a:lnTo>
                  <a:lnTo>
                    <a:pt x="2898" y="534"/>
                  </a:lnTo>
                  <a:lnTo>
                    <a:pt x="2892" y="540"/>
                  </a:lnTo>
                  <a:lnTo>
                    <a:pt x="2892" y="552"/>
                  </a:lnTo>
                  <a:lnTo>
                    <a:pt x="2928" y="570"/>
                  </a:lnTo>
                  <a:lnTo>
                    <a:pt x="2934" y="576"/>
                  </a:lnTo>
                  <a:lnTo>
                    <a:pt x="2946" y="582"/>
                  </a:lnTo>
                  <a:lnTo>
                    <a:pt x="3012" y="564"/>
                  </a:lnTo>
                  <a:close/>
                  <a:moveTo>
                    <a:pt x="2460" y="414"/>
                  </a:moveTo>
                  <a:lnTo>
                    <a:pt x="2442" y="420"/>
                  </a:lnTo>
                  <a:lnTo>
                    <a:pt x="2430" y="426"/>
                  </a:lnTo>
                  <a:lnTo>
                    <a:pt x="2430" y="438"/>
                  </a:lnTo>
                  <a:lnTo>
                    <a:pt x="2442" y="438"/>
                  </a:lnTo>
                  <a:lnTo>
                    <a:pt x="2472" y="432"/>
                  </a:lnTo>
                  <a:lnTo>
                    <a:pt x="2490" y="426"/>
                  </a:lnTo>
                  <a:lnTo>
                    <a:pt x="2502" y="420"/>
                  </a:lnTo>
                  <a:lnTo>
                    <a:pt x="2502" y="414"/>
                  </a:lnTo>
                  <a:lnTo>
                    <a:pt x="2496" y="408"/>
                  </a:lnTo>
                  <a:lnTo>
                    <a:pt x="2484" y="408"/>
                  </a:lnTo>
                  <a:lnTo>
                    <a:pt x="2460" y="414"/>
                  </a:lnTo>
                  <a:close/>
                  <a:moveTo>
                    <a:pt x="2970" y="858"/>
                  </a:moveTo>
                  <a:lnTo>
                    <a:pt x="2988" y="858"/>
                  </a:lnTo>
                  <a:lnTo>
                    <a:pt x="3006" y="864"/>
                  </a:lnTo>
                  <a:lnTo>
                    <a:pt x="3018" y="870"/>
                  </a:lnTo>
                  <a:lnTo>
                    <a:pt x="3036" y="876"/>
                  </a:lnTo>
                  <a:lnTo>
                    <a:pt x="3060" y="882"/>
                  </a:lnTo>
                  <a:lnTo>
                    <a:pt x="3096" y="882"/>
                  </a:lnTo>
                  <a:lnTo>
                    <a:pt x="3126" y="876"/>
                  </a:lnTo>
                  <a:lnTo>
                    <a:pt x="3138" y="876"/>
                  </a:lnTo>
                  <a:lnTo>
                    <a:pt x="3120" y="810"/>
                  </a:lnTo>
                  <a:lnTo>
                    <a:pt x="3018" y="792"/>
                  </a:lnTo>
                  <a:lnTo>
                    <a:pt x="2988" y="828"/>
                  </a:lnTo>
                  <a:lnTo>
                    <a:pt x="2958" y="828"/>
                  </a:lnTo>
                  <a:lnTo>
                    <a:pt x="2952" y="834"/>
                  </a:lnTo>
                  <a:lnTo>
                    <a:pt x="2952" y="846"/>
                  </a:lnTo>
                  <a:lnTo>
                    <a:pt x="2958" y="852"/>
                  </a:lnTo>
                  <a:lnTo>
                    <a:pt x="2970" y="858"/>
                  </a:lnTo>
                  <a:close/>
                  <a:moveTo>
                    <a:pt x="168" y="2034"/>
                  </a:moveTo>
                  <a:lnTo>
                    <a:pt x="168" y="2040"/>
                  </a:lnTo>
                  <a:lnTo>
                    <a:pt x="174" y="2046"/>
                  </a:lnTo>
                  <a:lnTo>
                    <a:pt x="192" y="2046"/>
                  </a:lnTo>
                  <a:lnTo>
                    <a:pt x="186" y="2070"/>
                  </a:lnTo>
                  <a:lnTo>
                    <a:pt x="216" y="2052"/>
                  </a:lnTo>
                  <a:lnTo>
                    <a:pt x="216" y="2028"/>
                  </a:lnTo>
                  <a:lnTo>
                    <a:pt x="174" y="2028"/>
                  </a:lnTo>
                  <a:lnTo>
                    <a:pt x="168" y="2034"/>
                  </a:lnTo>
                  <a:close/>
                  <a:moveTo>
                    <a:pt x="252" y="2298"/>
                  </a:moveTo>
                  <a:lnTo>
                    <a:pt x="252" y="2292"/>
                  </a:lnTo>
                  <a:lnTo>
                    <a:pt x="246" y="2286"/>
                  </a:lnTo>
                  <a:lnTo>
                    <a:pt x="246" y="2268"/>
                  </a:lnTo>
                  <a:lnTo>
                    <a:pt x="252" y="2256"/>
                  </a:lnTo>
                  <a:lnTo>
                    <a:pt x="252" y="2238"/>
                  </a:lnTo>
                  <a:lnTo>
                    <a:pt x="246" y="2226"/>
                  </a:lnTo>
                  <a:lnTo>
                    <a:pt x="228" y="2226"/>
                  </a:lnTo>
                  <a:lnTo>
                    <a:pt x="216" y="2220"/>
                  </a:lnTo>
                  <a:lnTo>
                    <a:pt x="204" y="2220"/>
                  </a:lnTo>
                  <a:lnTo>
                    <a:pt x="192" y="2214"/>
                  </a:lnTo>
                  <a:lnTo>
                    <a:pt x="186" y="2208"/>
                  </a:lnTo>
                  <a:lnTo>
                    <a:pt x="174" y="2202"/>
                  </a:lnTo>
                  <a:lnTo>
                    <a:pt x="150" y="2178"/>
                  </a:lnTo>
                  <a:lnTo>
                    <a:pt x="138" y="2172"/>
                  </a:lnTo>
                  <a:lnTo>
                    <a:pt x="126" y="2172"/>
                  </a:lnTo>
                  <a:lnTo>
                    <a:pt x="102" y="2184"/>
                  </a:lnTo>
                  <a:lnTo>
                    <a:pt x="96" y="2196"/>
                  </a:lnTo>
                  <a:lnTo>
                    <a:pt x="96" y="2202"/>
                  </a:lnTo>
                  <a:lnTo>
                    <a:pt x="108" y="2208"/>
                  </a:lnTo>
                  <a:lnTo>
                    <a:pt x="114" y="2214"/>
                  </a:lnTo>
                  <a:lnTo>
                    <a:pt x="120" y="2214"/>
                  </a:lnTo>
                  <a:lnTo>
                    <a:pt x="132" y="2202"/>
                  </a:lnTo>
                  <a:lnTo>
                    <a:pt x="144" y="2208"/>
                  </a:lnTo>
                  <a:lnTo>
                    <a:pt x="132" y="2220"/>
                  </a:lnTo>
                  <a:lnTo>
                    <a:pt x="120" y="2220"/>
                  </a:lnTo>
                  <a:lnTo>
                    <a:pt x="114" y="2226"/>
                  </a:lnTo>
                  <a:lnTo>
                    <a:pt x="102" y="2232"/>
                  </a:lnTo>
                  <a:lnTo>
                    <a:pt x="102" y="2244"/>
                  </a:lnTo>
                  <a:lnTo>
                    <a:pt x="108" y="2250"/>
                  </a:lnTo>
                  <a:lnTo>
                    <a:pt x="126" y="2250"/>
                  </a:lnTo>
                  <a:lnTo>
                    <a:pt x="138" y="2244"/>
                  </a:lnTo>
                  <a:lnTo>
                    <a:pt x="132" y="2262"/>
                  </a:lnTo>
                  <a:lnTo>
                    <a:pt x="150" y="2262"/>
                  </a:lnTo>
                  <a:lnTo>
                    <a:pt x="132" y="2280"/>
                  </a:lnTo>
                  <a:lnTo>
                    <a:pt x="168" y="2274"/>
                  </a:lnTo>
                  <a:lnTo>
                    <a:pt x="156" y="2280"/>
                  </a:lnTo>
                  <a:lnTo>
                    <a:pt x="144" y="2292"/>
                  </a:lnTo>
                  <a:lnTo>
                    <a:pt x="138" y="2292"/>
                  </a:lnTo>
                  <a:lnTo>
                    <a:pt x="138" y="2298"/>
                  </a:lnTo>
                  <a:lnTo>
                    <a:pt x="150" y="2298"/>
                  </a:lnTo>
                  <a:lnTo>
                    <a:pt x="162" y="2286"/>
                  </a:lnTo>
                  <a:lnTo>
                    <a:pt x="168" y="2286"/>
                  </a:lnTo>
                  <a:lnTo>
                    <a:pt x="174" y="2292"/>
                  </a:lnTo>
                  <a:lnTo>
                    <a:pt x="174" y="2304"/>
                  </a:lnTo>
                  <a:lnTo>
                    <a:pt x="162" y="2316"/>
                  </a:lnTo>
                  <a:lnTo>
                    <a:pt x="162" y="2328"/>
                  </a:lnTo>
                  <a:lnTo>
                    <a:pt x="210" y="2328"/>
                  </a:lnTo>
                  <a:lnTo>
                    <a:pt x="228" y="2316"/>
                  </a:lnTo>
                  <a:lnTo>
                    <a:pt x="210" y="2340"/>
                  </a:lnTo>
                  <a:lnTo>
                    <a:pt x="192" y="2340"/>
                  </a:lnTo>
                  <a:lnTo>
                    <a:pt x="186" y="2346"/>
                  </a:lnTo>
                  <a:lnTo>
                    <a:pt x="186" y="2352"/>
                  </a:lnTo>
                  <a:lnTo>
                    <a:pt x="210" y="2364"/>
                  </a:lnTo>
                  <a:lnTo>
                    <a:pt x="216" y="2364"/>
                  </a:lnTo>
                  <a:lnTo>
                    <a:pt x="228" y="2370"/>
                  </a:lnTo>
                  <a:lnTo>
                    <a:pt x="234" y="2376"/>
                  </a:lnTo>
                  <a:lnTo>
                    <a:pt x="246" y="2376"/>
                  </a:lnTo>
                  <a:lnTo>
                    <a:pt x="258" y="2382"/>
                  </a:lnTo>
                  <a:lnTo>
                    <a:pt x="270" y="2376"/>
                  </a:lnTo>
                  <a:lnTo>
                    <a:pt x="288" y="2358"/>
                  </a:lnTo>
                  <a:lnTo>
                    <a:pt x="294" y="2346"/>
                  </a:lnTo>
                  <a:lnTo>
                    <a:pt x="294" y="2340"/>
                  </a:lnTo>
                  <a:lnTo>
                    <a:pt x="288" y="2334"/>
                  </a:lnTo>
                  <a:lnTo>
                    <a:pt x="282" y="2322"/>
                  </a:lnTo>
                  <a:lnTo>
                    <a:pt x="270" y="2316"/>
                  </a:lnTo>
                  <a:lnTo>
                    <a:pt x="264" y="2304"/>
                  </a:lnTo>
                  <a:lnTo>
                    <a:pt x="252" y="2298"/>
                  </a:lnTo>
                  <a:close/>
                  <a:moveTo>
                    <a:pt x="2304" y="372"/>
                  </a:moveTo>
                  <a:lnTo>
                    <a:pt x="2316" y="372"/>
                  </a:lnTo>
                  <a:lnTo>
                    <a:pt x="2328" y="366"/>
                  </a:lnTo>
                  <a:lnTo>
                    <a:pt x="2376" y="366"/>
                  </a:lnTo>
                  <a:lnTo>
                    <a:pt x="2388" y="378"/>
                  </a:lnTo>
                  <a:lnTo>
                    <a:pt x="2388" y="390"/>
                  </a:lnTo>
                  <a:lnTo>
                    <a:pt x="2424" y="390"/>
                  </a:lnTo>
                  <a:lnTo>
                    <a:pt x="2442" y="384"/>
                  </a:lnTo>
                  <a:lnTo>
                    <a:pt x="2454" y="384"/>
                  </a:lnTo>
                  <a:lnTo>
                    <a:pt x="2466" y="390"/>
                  </a:lnTo>
                  <a:lnTo>
                    <a:pt x="2472" y="396"/>
                  </a:lnTo>
                  <a:lnTo>
                    <a:pt x="2490" y="396"/>
                  </a:lnTo>
                  <a:lnTo>
                    <a:pt x="2514" y="384"/>
                  </a:lnTo>
                  <a:lnTo>
                    <a:pt x="2520" y="372"/>
                  </a:lnTo>
                  <a:lnTo>
                    <a:pt x="2520" y="354"/>
                  </a:lnTo>
                  <a:lnTo>
                    <a:pt x="2550" y="354"/>
                  </a:lnTo>
                  <a:lnTo>
                    <a:pt x="2616" y="336"/>
                  </a:lnTo>
                  <a:lnTo>
                    <a:pt x="2580" y="366"/>
                  </a:lnTo>
                  <a:lnTo>
                    <a:pt x="2634" y="378"/>
                  </a:lnTo>
                  <a:lnTo>
                    <a:pt x="2688" y="354"/>
                  </a:lnTo>
                  <a:lnTo>
                    <a:pt x="2784" y="312"/>
                  </a:lnTo>
                  <a:lnTo>
                    <a:pt x="2778" y="312"/>
                  </a:lnTo>
                  <a:lnTo>
                    <a:pt x="2772" y="306"/>
                  </a:lnTo>
                  <a:lnTo>
                    <a:pt x="2754" y="300"/>
                  </a:lnTo>
                  <a:lnTo>
                    <a:pt x="2736" y="300"/>
                  </a:lnTo>
                  <a:lnTo>
                    <a:pt x="2724" y="294"/>
                  </a:lnTo>
                  <a:lnTo>
                    <a:pt x="2706" y="288"/>
                  </a:lnTo>
                  <a:lnTo>
                    <a:pt x="2676" y="288"/>
                  </a:lnTo>
                  <a:lnTo>
                    <a:pt x="2646" y="282"/>
                  </a:lnTo>
                  <a:lnTo>
                    <a:pt x="2604" y="282"/>
                  </a:lnTo>
                  <a:lnTo>
                    <a:pt x="2526" y="294"/>
                  </a:lnTo>
                  <a:lnTo>
                    <a:pt x="2526" y="318"/>
                  </a:lnTo>
                  <a:lnTo>
                    <a:pt x="2406" y="324"/>
                  </a:lnTo>
                  <a:lnTo>
                    <a:pt x="2400" y="324"/>
                  </a:lnTo>
                  <a:lnTo>
                    <a:pt x="2394" y="318"/>
                  </a:lnTo>
                  <a:lnTo>
                    <a:pt x="2334" y="318"/>
                  </a:lnTo>
                  <a:lnTo>
                    <a:pt x="2322" y="324"/>
                  </a:lnTo>
                  <a:lnTo>
                    <a:pt x="2310" y="324"/>
                  </a:lnTo>
                  <a:lnTo>
                    <a:pt x="2304" y="330"/>
                  </a:lnTo>
                  <a:lnTo>
                    <a:pt x="2304" y="372"/>
                  </a:lnTo>
                  <a:close/>
                  <a:moveTo>
                    <a:pt x="150" y="1980"/>
                  </a:moveTo>
                  <a:lnTo>
                    <a:pt x="162" y="2004"/>
                  </a:lnTo>
                  <a:lnTo>
                    <a:pt x="174" y="2010"/>
                  </a:lnTo>
                  <a:lnTo>
                    <a:pt x="186" y="1980"/>
                  </a:lnTo>
                  <a:lnTo>
                    <a:pt x="180" y="1974"/>
                  </a:lnTo>
                  <a:lnTo>
                    <a:pt x="174" y="1974"/>
                  </a:lnTo>
                  <a:lnTo>
                    <a:pt x="162" y="1968"/>
                  </a:lnTo>
                  <a:lnTo>
                    <a:pt x="156" y="1968"/>
                  </a:lnTo>
                  <a:lnTo>
                    <a:pt x="150" y="1974"/>
                  </a:lnTo>
                  <a:lnTo>
                    <a:pt x="150" y="1980"/>
                  </a:lnTo>
                  <a:close/>
                  <a:moveTo>
                    <a:pt x="126" y="1932"/>
                  </a:moveTo>
                  <a:lnTo>
                    <a:pt x="120" y="1932"/>
                  </a:lnTo>
                  <a:lnTo>
                    <a:pt x="108" y="1938"/>
                  </a:lnTo>
                  <a:lnTo>
                    <a:pt x="96" y="1938"/>
                  </a:lnTo>
                  <a:lnTo>
                    <a:pt x="84" y="1944"/>
                  </a:lnTo>
                  <a:lnTo>
                    <a:pt x="78" y="1944"/>
                  </a:lnTo>
                  <a:lnTo>
                    <a:pt x="78" y="1950"/>
                  </a:lnTo>
                  <a:lnTo>
                    <a:pt x="72" y="1962"/>
                  </a:lnTo>
                  <a:lnTo>
                    <a:pt x="66" y="1968"/>
                  </a:lnTo>
                  <a:lnTo>
                    <a:pt x="48" y="1968"/>
                  </a:lnTo>
                  <a:lnTo>
                    <a:pt x="42" y="1962"/>
                  </a:lnTo>
                  <a:lnTo>
                    <a:pt x="48" y="1956"/>
                  </a:lnTo>
                  <a:lnTo>
                    <a:pt x="60" y="1956"/>
                  </a:lnTo>
                  <a:lnTo>
                    <a:pt x="66" y="1950"/>
                  </a:lnTo>
                  <a:lnTo>
                    <a:pt x="72" y="1950"/>
                  </a:lnTo>
                  <a:lnTo>
                    <a:pt x="78" y="1944"/>
                  </a:lnTo>
                  <a:lnTo>
                    <a:pt x="84" y="1944"/>
                  </a:lnTo>
                  <a:lnTo>
                    <a:pt x="78" y="1938"/>
                  </a:lnTo>
                  <a:lnTo>
                    <a:pt x="54" y="1938"/>
                  </a:lnTo>
                  <a:lnTo>
                    <a:pt x="48" y="1944"/>
                  </a:lnTo>
                  <a:lnTo>
                    <a:pt x="48" y="1932"/>
                  </a:lnTo>
                  <a:lnTo>
                    <a:pt x="36" y="1932"/>
                  </a:lnTo>
                  <a:lnTo>
                    <a:pt x="24" y="1944"/>
                  </a:lnTo>
                  <a:lnTo>
                    <a:pt x="6" y="1980"/>
                  </a:lnTo>
                  <a:lnTo>
                    <a:pt x="6" y="2004"/>
                  </a:lnTo>
                  <a:lnTo>
                    <a:pt x="12" y="2004"/>
                  </a:lnTo>
                  <a:lnTo>
                    <a:pt x="12" y="2010"/>
                  </a:lnTo>
                  <a:lnTo>
                    <a:pt x="18" y="2016"/>
                  </a:lnTo>
                  <a:lnTo>
                    <a:pt x="0" y="2022"/>
                  </a:lnTo>
                  <a:lnTo>
                    <a:pt x="12" y="2076"/>
                  </a:lnTo>
                  <a:lnTo>
                    <a:pt x="12" y="2082"/>
                  </a:lnTo>
                  <a:lnTo>
                    <a:pt x="6" y="2082"/>
                  </a:lnTo>
                  <a:lnTo>
                    <a:pt x="12" y="2088"/>
                  </a:lnTo>
                  <a:lnTo>
                    <a:pt x="12" y="2094"/>
                  </a:lnTo>
                  <a:lnTo>
                    <a:pt x="30" y="2094"/>
                  </a:lnTo>
                  <a:lnTo>
                    <a:pt x="30" y="2070"/>
                  </a:lnTo>
                  <a:lnTo>
                    <a:pt x="24" y="2058"/>
                  </a:lnTo>
                  <a:lnTo>
                    <a:pt x="24" y="2040"/>
                  </a:lnTo>
                  <a:lnTo>
                    <a:pt x="36" y="2028"/>
                  </a:lnTo>
                  <a:lnTo>
                    <a:pt x="42" y="2028"/>
                  </a:lnTo>
                  <a:lnTo>
                    <a:pt x="48" y="2016"/>
                  </a:lnTo>
                  <a:lnTo>
                    <a:pt x="54" y="2010"/>
                  </a:lnTo>
                  <a:lnTo>
                    <a:pt x="54" y="1986"/>
                  </a:lnTo>
                  <a:lnTo>
                    <a:pt x="84" y="1956"/>
                  </a:lnTo>
                  <a:lnTo>
                    <a:pt x="108" y="1944"/>
                  </a:lnTo>
                  <a:lnTo>
                    <a:pt x="114" y="1944"/>
                  </a:lnTo>
                  <a:lnTo>
                    <a:pt x="126" y="1938"/>
                  </a:lnTo>
                  <a:lnTo>
                    <a:pt x="126" y="1932"/>
                  </a:lnTo>
                  <a:close/>
                  <a:moveTo>
                    <a:pt x="1896" y="678"/>
                  </a:moveTo>
                  <a:lnTo>
                    <a:pt x="1896" y="690"/>
                  </a:lnTo>
                  <a:lnTo>
                    <a:pt x="1884" y="702"/>
                  </a:lnTo>
                  <a:lnTo>
                    <a:pt x="1884" y="714"/>
                  </a:lnTo>
                  <a:lnTo>
                    <a:pt x="1902" y="714"/>
                  </a:lnTo>
                  <a:lnTo>
                    <a:pt x="1926" y="708"/>
                  </a:lnTo>
                  <a:lnTo>
                    <a:pt x="1944" y="708"/>
                  </a:lnTo>
                  <a:lnTo>
                    <a:pt x="1980" y="696"/>
                  </a:lnTo>
                  <a:lnTo>
                    <a:pt x="1986" y="690"/>
                  </a:lnTo>
                  <a:lnTo>
                    <a:pt x="1992" y="690"/>
                  </a:lnTo>
                  <a:lnTo>
                    <a:pt x="2034" y="702"/>
                  </a:lnTo>
                  <a:lnTo>
                    <a:pt x="2112" y="642"/>
                  </a:lnTo>
                  <a:lnTo>
                    <a:pt x="2244" y="600"/>
                  </a:lnTo>
                  <a:lnTo>
                    <a:pt x="2370" y="564"/>
                  </a:lnTo>
                  <a:lnTo>
                    <a:pt x="2466" y="546"/>
                  </a:lnTo>
                  <a:lnTo>
                    <a:pt x="2454" y="540"/>
                  </a:lnTo>
                  <a:lnTo>
                    <a:pt x="2448" y="528"/>
                  </a:lnTo>
                  <a:lnTo>
                    <a:pt x="2436" y="522"/>
                  </a:lnTo>
                  <a:lnTo>
                    <a:pt x="2424" y="510"/>
                  </a:lnTo>
                  <a:lnTo>
                    <a:pt x="2412" y="504"/>
                  </a:lnTo>
                  <a:lnTo>
                    <a:pt x="2400" y="492"/>
                  </a:lnTo>
                  <a:lnTo>
                    <a:pt x="2352" y="492"/>
                  </a:lnTo>
                  <a:lnTo>
                    <a:pt x="2340" y="498"/>
                  </a:lnTo>
                  <a:lnTo>
                    <a:pt x="2328" y="498"/>
                  </a:lnTo>
                  <a:lnTo>
                    <a:pt x="2262" y="504"/>
                  </a:lnTo>
                  <a:lnTo>
                    <a:pt x="2226" y="480"/>
                  </a:lnTo>
                  <a:lnTo>
                    <a:pt x="2142" y="486"/>
                  </a:lnTo>
                  <a:lnTo>
                    <a:pt x="2094" y="504"/>
                  </a:lnTo>
                  <a:lnTo>
                    <a:pt x="2076" y="522"/>
                  </a:lnTo>
                  <a:lnTo>
                    <a:pt x="2064" y="552"/>
                  </a:lnTo>
                  <a:lnTo>
                    <a:pt x="2010" y="564"/>
                  </a:lnTo>
                  <a:lnTo>
                    <a:pt x="1944" y="588"/>
                  </a:lnTo>
                  <a:lnTo>
                    <a:pt x="1962" y="600"/>
                  </a:lnTo>
                  <a:lnTo>
                    <a:pt x="1842" y="654"/>
                  </a:lnTo>
                  <a:lnTo>
                    <a:pt x="1854" y="654"/>
                  </a:lnTo>
                  <a:lnTo>
                    <a:pt x="1890" y="672"/>
                  </a:lnTo>
                  <a:lnTo>
                    <a:pt x="1896" y="678"/>
                  </a:lnTo>
                  <a:close/>
                  <a:moveTo>
                    <a:pt x="198" y="1968"/>
                  </a:moveTo>
                  <a:lnTo>
                    <a:pt x="192" y="1992"/>
                  </a:lnTo>
                  <a:lnTo>
                    <a:pt x="192" y="2010"/>
                  </a:lnTo>
                  <a:lnTo>
                    <a:pt x="216" y="1998"/>
                  </a:lnTo>
                  <a:lnTo>
                    <a:pt x="198" y="1968"/>
                  </a:lnTo>
                  <a:close/>
                  <a:moveTo>
                    <a:pt x="4182" y="600"/>
                  </a:moveTo>
                  <a:lnTo>
                    <a:pt x="4194" y="606"/>
                  </a:lnTo>
                  <a:lnTo>
                    <a:pt x="4206" y="600"/>
                  </a:lnTo>
                  <a:lnTo>
                    <a:pt x="4218" y="600"/>
                  </a:lnTo>
                  <a:lnTo>
                    <a:pt x="4242" y="588"/>
                  </a:lnTo>
                  <a:lnTo>
                    <a:pt x="4308" y="588"/>
                  </a:lnTo>
                  <a:lnTo>
                    <a:pt x="4314" y="594"/>
                  </a:lnTo>
                  <a:lnTo>
                    <a:pt x="4350" y="594"/>
                  </a:lnTo>
                  <a:lnTo>
                    <a:pt x="4356" y="588"/>
                  </a:lnTo>
                  <a:lnTo>
                    <a:pt x="4356" y="582"/>
                  </a:lnTo>
                  <a:lnTo>
                    <a:pt x="4344" y="558"/>
                  </a:lnTo>
                  <a:lnTo>
                    <a:pt x="4338" y="552"/>
                  </a:lnTo>
                  <a:lnTo>
                    <a:pt x="4326" y="546"/>
                  </a:lnTo>
                  <a:lnTo>
                    <a:pt x="4230" y="546"/>
                  </a:lnTo>
                  <a:lnTo>
                    <a:pt x="4224" y="540"/>
                  </a:lnTo>
                  <a:lnTo>
                    <a:pt x="4212" y="540"/>
                  </a:lnTo>
                  <a:lnTo>
                    <a:pt x="4200" y="534"/>
                  </a:lnTo>
                  <a:lnTo>
                    <a:pt x="4188" y="534"/>
                  </a:lnTo>
                  <a:lnTo>
                    <a:pt x="4176" y="540"/>
                  </a:lnTo>
                  <a:lnTo>
                    <a:pt x="4158" y="558"/>
                  </a:lnTo>
                  <a:lnTo>
                    <a:pt x="4158" y="564"/>
                  </a:lnTo>
                  <a:lnTo>
                    <a:pt x="4176" y="576"/>
                  </a:lnTo>
                  <a:lnTo>
                    <a:pt x="4170" y="582"/>
                  </a:lnTo>
                  <a:lnTo>
                    <a:pt x="4170" y="594"/>
                  </a:lnTo>
                  <a:lnTo>
                    <a:pt x="4176" y="594"/>
                  </a:lnTo>
                  <a:lnTo>
                    <a:pt x="4182" y="600"/>
                  </a:lnTo>
                  <a:close/>
                  <a:moveTo>
                    <a:pt x="3708" y="516"/>
                  </a:moveTo>
                  <a:lnTo>
                    <a:pt x="3678" y="516"/>
                  </a:lnTo>
                  <a:lnTo>
                    <a:pt x="3624" y="510"/>
                  </a:lnTo>
                  <a:lnTo>
                    <a:pt x="3564" y="504"/>
                  </a:lnTo>
                  <a:lnTo>
                    <a:pt x="3468" y="504"/>
                  </a:lnTo>
                  <a:lnTo>
                    <a:pt x="3468" y="516"/>
                  </a:lnTo>
                  <a:lnTo>
                    <a:pt x="3462" y="522"/>
                  </a:lnTo>
                  <a:lnTo>
                    <a:pt x="3426" y="540"/>
                  </a:lnTo>
                  <a:lnTo>
                    <a:pt x="3396" y="546"/>
                  </a:lnTo>
                  <a:lnTo>
                    <a:pt x="3378" y="552"/>
                  </a:lnTo>
                  <a:lnTo>
                    <a:pt x="3372" y="552"/>
                  </a:lnTo>
                  <a:lnTo>
                    <a:pt x="3372" y="558"/>
                  </a:lnTo>
                  <a:lnTo>
                    <a:pt x="3384" y="570"/>
                  </a:lnTo>
                  <a:lnTo>
                    <a:pt x="3390" y="582"/>
                  </a:lnTo>
                  <a:lnTo>
                    <a:pt x="3390" y="594"/>
                  </a:lnTo>
                  <a:lnTo>
                    <a:pt x="3372" y="618"/>
                  </a:lnTo>
                  <a:lnTo>
                    <a:pt x="3402" y="636"/>
                  </a:lnTo>
                  <a:lnTo>
                    <a:pt x="3480" y="606"/>
                  </a:lnTo>
                  <a:lnTo>
                    <a:pt x="3474" y="600"/>
                  </a:lnTo>
                  <a:lnTo>
                    <a:pt x="3468" y="600"/>
                  </a:lnTo>
                  <a:lnTo>
                    <a:pt x="3468" y="594"/>
                  </a:lnTo>
                  <a:lnTo>
                    <a:pt x="3474" y="588"/>
                  </a:lnTo>
                  <a:lnTo>
                    <a:pt x="3486" y="582"/>
                  </a:lnTo>
                  <a:lnTo>
                    <a:pt x="3522" y="582"/>
                  </a:lnTo>
                  <a:lnTo>
                    <a:pt x="3546" y="594"/>
                  </a:lnTo>
                  <a:lnTo>
                    <a:pt x="3552" y="600"/>
                  </a:lnTo>
                  <a:lnTo>
                    <a:pt x="3606" y="594"/>
                  </a:lnTo>
                  <a:lnTo>
                    <a:pt x="3600" y="570"/>
                  </a:lnTo>
                  <a:lnTo>
                    <a:pt x="3630" y="570"/>
                  </a:lnTo>
                  <a:lnTo>
                    <a:pt x="3648" y="564"/>
                  </a:lnTo>
                  <a:lnTo>
                    <a:pt x="3666" y="564"/>
                  </a:lnTo>
                  <a:lnTo>
                    <a:pt x="3690" y="552"/>
                  </a:lnTo>
                  <a:lnTo>
                    <a:pt x="3696" y="546"/>
                  </a:lnTo>
                  <a:lnTo>
                    <a:pt x="3702" y="534"/>
                  </a:lnTo>
                  <a:lnTo>
                    <a:pt x="3714" y="522"/>
                  </a:lnTo>
                  <a:lnTo>
                    <a:pt x="3720" y="522"/>
                  </a:lnTo>
                  <a:lnTo>
                    <a:pt x="3714" y="516"/>
                  </a:lnTo>
                  <a:lnTo>
                    <a:pt x="3708" y="516"/>
                  </a:lnTo>
                  <a:close/>
                  <a:moveTo>
                    <a:pt x="3792" y="150"/>
                  </a:moveTo>
                  <a:lnTo>
                    <a:pt x="3738" y="156"/>
                  </a:lnTo>
                  <a:lnTo>
                    <a:pt x="3756" y="180"/>
                  </a:lnTo>
                  <a:lnTo>
                    <a:pt x="3792" y="150"/>
                  </a:lnTo>
                  <a:close/>
                  <a:moveTo>
                    <a:pt x="3612" y="480"/>
                  </a:moveTo>
                  <a:lnTo>
                    <a:pt x="3636" y="468"/>
                  </a:lnTo>
                  <a:lnTo>
                    <a:pt x="3642" y="456"/>
                  </a:lnTo>
                  <a:lnTo>
                    <a:pt x="3654" y="450"/>
                  </a:lnTo>
                  <a:lnTo>
                    <a:pt x="3660" y="438"/>
                  </a:lnTo>
                  <a:lnTo>
                    <a:pt x="3660" y="432"/>
                  </a:lnTo>
                  <a:lnTo>
                    <a:pt x="3654" y="426"/>
                  </a:lnTo>
                  <a:lnTo>
                    <a:pt x="3642" y="426"/>
                  </a:lnTo>
                  <a:lnTo>
                    <a:pt x="3630" y="420"/>
                  </a:lnTo>
                  <a:lnTo>
                    <a:pt x="3588" y="420"/>
                  </a:lnTo>
                  <a:lnTo>
                    <a:pt x="3570" y="426"/>
                  </a:lnTo>
                  <a:lnTo>
                    <a:pt x="3552" y="426"/>
                  </a:lnTo>
                  <a:lnTo>
                    <a:pt x="3534" y="438"/>
                  </a:lnTo>
                  <a:lnTo>
                    <a:pt x="3516" y="444"/>
                  </a:lnTo>
                  <a:lnTo>
                    <a:pt x="3504" y="450"/>
                  </a:lnTo>
                  <a:lnTo>
                    <a:pt x="3504" y="462"/>
                  </a:lnTo>
                  <a:lnTo>
                    <a:pt x="3528" y="468"/>
                  </a:lnTo>
                  <a:lnTo>
                    <a:pt x="3600" y="480"/>
                  </a:lnTo>
                  <a:lnTo>
                    <a:pt x="3612" y="480"/>
                  </a:lnTo>
                  <a:close/>
                  <a:moveTo>
                    <a:pt x="3954" y="180"/>
                  </a:moveTo>
                  <a:lnTo>
                    <a:pt x="3900" y="192"/>
                  </a:lnTo>
                  <a:lnTo>
                    <a:pt x="3936" y="210"/>
                  </a:lnTo>
                  <a:lnTo>
                    <a:pt x="3924" y="216"/>
                  </a:lnTo>
                  <a:lnTo>
                    <a:pt x="3918" y="222"/>
                  </a:lnTo>
                  <a:lnTo>
                    <a:pt x="3918" y="228"/>
                  </a:lnTo>
                  <a:lnTo>
                    <a:pt x="3924" y="234"/>
                  </a:lnTo>
                  <a:lnTo>
                    <a:pt x="3936" y="240"/>
                  </a:lnTo>
                  <a:lnTo>
                    <a:pt x="3966" y="240"/>
                  </a:lnTo>
                  <a:lnTo>
                    <a:pt x="3942" y="252"/>
                  </a:lnTo>
                  <a:lnTo>
                    <a:pt x="3954" y="252"/>
                  </a:lnTo>
                  <a:lnTo>
                    <a:pt x="4002" y="276"/>
                  </a:lnTo>
                  <a:lnTo>
                    <a:pt x="4014" y="276"/>
                  </a:lnTo>
                  <a:lnTo>
                    <a:pt x="4026" y="270"/>
                  </a:lnTo>
                  <a:lnTo>
                    <a:pt x="4032" y="264"/>
                  </a:lnTo>
                  <a:lnTo>
                    <a:pt x="4044" y="258"/>
                  </a:lnTo>
                  <a:lnTo>
                    <a:pt x="4050" y="252"/>
                  </a:lnTo>
                  <a:lnTo>
                    <a:pt x="4074" y="246"/>
                  </a:lnTo>
                  <a:lnTo>
                    <a:pt x="4086" y="258"/>
                  </a:lnTo>
                  <a:lnTo>
                    <a:pt x="4092" y="270"/>
                  </a:lnTo>
                  <a:lnTo>
                    <a:pt x="4098" y="276"/>
                  </a:lnTo>
                  <a:lnTo>
                    <a:pt x="4104" y="270"/>
                  </a:lnTo>
                  <a:lnTo>
                    <a:pt x="4116" y="270"/>
                  </a:lnTo>
                  <a:lnTo>
                    <a:pt x="4128" y="264"/>
                  </a:lnTo>
                  <a:lnTo>
                    <a:pt x="4134" y="258"/>
                  </a:lnTo>
                  <a:lnTo>
                    <a:pt x="4146" y="258"/>
                  </a:lnTo>
                  <a:lnTo>
                    <a:pt x="4152" y="252"/>
                  </a:lnTo>
                  <a:lnTo>
                    <a:pt x="4158" y="252"/>
                  </a:lnTo>
                  <a:lnTo>
                    <a:pt x="4170" y="246"/>
                  </a:lnTo>
                  <a:lnTo>
                    <a:pt x="4176" y="234"/>
                  </a:lnTo>
                  <a:lnTo>
                    <a:pt x="4182" y="228"/>
                  </a:lnTo>
                  <a:lnTo>
                    <a:pt x="4194" y="246"/>
                  </a:lnTo>
                  <a:lnTo>
                    <a:pt x="4218" y="222"/>
                  </a:lnTo>
                  <a:lnTo>
                    <a:pt x="4218" y="216"/>
                  </a:lnTo>
                  <a:lnTo>
                    <a:pt x="4236" y="210"/>
                  </a:lnTo>
                  <a:lnTo>
                    <a:pt x="4326" y="210"/>
                  </a:lnTo>
                  <a:lnTo>
                    <a:pt x="4332" y="204"/>
                  </a:lnTo>
                  <a:lnTo>
                    <a:pt x="4332" y="192"/>
                  </a:lnTo>
                  <a:lnTo>
                    <a:pt x="4266" y="186"/>
                  </a:lnTo>
                  <a:lnTo>
                    <a:pt x="4302" y="174"/>
                  </a:lnTo>
                  <a:lnTo>
                    <a:pt x="4302" y="132"/>
                  </a:lnTo>
                  <a:lnTo>
                    <a:pt x="4278" y="132"/>
                  </a:lnTo>
                  <a:lnTo>
                    <a:pt x="4266" y="138"/>
                  </a:lnTo>
                  <a:lnTo>
                    <a:pt x="4260" y="144"/>
                  </a:lnTo>
                  <a:lnTo>
                    <a:pt x="4248" y="150"/>
                  </a:lnTo>
                  <a:lnTo>
                    <a:pt x="4242" y="126"/>
                  </a:lnTo>
                  <a:lnTo>
                    <a:pt x="4194" y="132"/>
                  </a:lnTo>
                  <a:lnTo>
                    <a:pt x="4194" y="120"/>
                  </a:lnTo>
                  <a:lnTo>
                    <a:pt x="4176" y="84"/>
                  </a:lnTo>
                  <a:lnTo>
                    <a:pt x="4140" y="84"/>
                  </a:lnTo>
                  <a:lnTo>
                    <a:pt x="4122" y="90"/>
                  </a:lnTo>
                  <a:lnTo>
                    <a:pt x="4110" y="96"/>
                  </a:lnTo>
                  <a:lnTo>
                    <a:pt x="4104" y="102"/>
                  </a:lnTo>
                  <a:lnTo>
                    <a:pt x="4098" y="102"/>
                  </a:lnTo>
                  <a:lnTo>
                    <a:pt x="4020" y="108"/>
                  </a:lnTo>
                  <a:lnTo>
                    <a:pt x="4044" y="126"/>
                  </a:lnTo>
                  <a:lnTo>
                    <a:pt x="3996" y="126"/>
                  </a:lnTo>
                  <a:lnTo>
                    <a:pt x="3984" y="132"/>
                  </a:lnTo>
                  <a:lnTo>
                    <a:pt x="3972" y="132"/>
                  </a:lnTo>
                  <a:lnTo>
                    <a:pt x="3966" y="138"/>
                  </a:lnTo>
                  <a:lnTo>
                    <a:pt x="3984" y="156"/>
                  </a:lnTo>
                  <a:lnTo>
                    <a:pt x="3972" y="156"/>
                  </a:lnTo>
                  <a:lnTo>
                    <a:pt x="3936" y="150"/>
                  </a:lnTo>
                  <a:lnTo>
                    <a:pt x="3906" y="156"/>
                  </a:lnTo>
                  <a:lnTo>
                    <a:pt x="3888" y="168"/>
                  </a:lnTo>
                  <a:lnTo>
                    <a:pt x="3888" y="174"/>
                  </a:lnTo>
                  <a:lnTo>
                    <a:pt x="3894" y="180"/>
                  </a:lnTo>
                  <a:lnTo>
                    <a:pt x="3954" y="180"/>
                  </a:lnTo>
                  <a:close/>
                  <a:moveTo>
                    <a:pt x="3972" y="294"/>
                  </a:moveTo>
                  <a:lnTo>
                    <a:pt x="3954" y="300"/>
                  </a:lnTo>
                  <a:lnTo>
                    <a:pt x="3942" y="306"/>
                  </a:lnTo>
                  <a:lnTo>
                    <a:pt x="3936" y="312"/>
                  </a:lnTo>
                  <a:lnTo>
                    <a:pt x="3936" y="318"/>
                  </a:lnTo>
                  <a:lnTo>
                    <a:pt x="3966" y="324"/>
                  </a:lnTo>
                  <a:lnTo>
                    <a:pt x="3972" y="324"/>
                  </a:lnTo>
                  <a:lnTo>
                    <a:pt x="3990" y="306"/>
                  </a:lnTo>
                  <a:lnTo>
                    <a:pt x="3990" y="300"/>
                  </a:lnTo>
                  <a:lnTo>
                    <a:pt x="3984" y="294"/>
                  </a:lnTo>
                  <a:lnTo>
                    <a:pt x="3972" y="294"/>
                  </a:lnTo>
                  <a:close/>
                  <a:moveTo>
                    <a:pt x="3738" y="336"/>
                  </a:moveTo>
                  <a:lnTo>
                    <a:pt x="3726" y="336"/>
                  </a:lnTo>
                  <a:lnTo>
                    <a:pt x="3720" y="330"/>
                  </a:lnTo>
                  <a:lnTo>
                    <a:pt x="3672" y="330"/>
                  </a:lnTo>
                  <a:lnTo>
                    <a:pt x="3636" y="336"/>
                  </a:lnTo>
                  <a:lnTo>
                    <a:pt x="3624" y="342"/>
                  </a:lnTo>
                  <a:lnTo>
                    <a:pt x="3642" y="360"/>
                  </a:lnTo>
                  <a:lnTo>
                    <a:pt x="3654" y="360"/>
                  </a:lnTo>
                  <a:lnTo>
                    <a:pt x="3660" y="378"/>
                  </a:lnTo>
                  <a:lnTo>
                    <a:pt x="3768" y="378"/>
                  </a:lnTo>
                  <a:lnTo>
                    <a:pt x="3768" y="390"/>
                  </a:lnTo>
                  <a:lnTo>
                    <a:pt x="3762" y="396"/>
                  </a:lnTo>
                  <a:lnTo>
                    <a:pt x="3762" y="408"/>
                  </a:lnTo>
                  <a:lnTo>
                    <a:pt x="3708" y="450"/>
                  </a:lnTo>
                  <a:lnTo>
                    <a:pt x="3732" y="456"/>
                  </a:lnTo>
                  <a:lnTo>
                    <a:pt x="3720" y="468"/>
                  </a:lnTo>
                  <a:lnTo>
                    <a:pt x="3714" y="468"/>
                  </a:lnTo>
                  <a:lnTo>
                    <a:pt x="3708" y="474"/>
                  </a:lnTo>
                  <a:lnTo>
                    <a:pt x="3708" y="480"/>
                  </a:lnTo>
                  <a:lnTo>
                    <a:pt x="3726" y="480"/>
                  </a:lnTo>
                  <a:lnTo>
                    <a:pt x="3738" y="474"/>
                  </a:lnTo>
                  <a:lnTo>
                    <a:pt x="3744" y="474"/>
                  </a:lnTo>
                  <a:lnTo>
                    <a:pt x="3756" y="468"/>
                  </a:lnTo>
                  <a:lnTo>
                    <a:pt x="3756" y="480"/>
                  </a:lnTo>
                  <a:lnTo>
                    <a:pt x="3792" y="480"/>
                  </a:lnTo>
                  <a:lnTo>
                    <a:pt x="3810" y="474"/>
                  </a:lnTo>
                  <a:lnTo>
                    <a:pt x="3822" y="468"/>
                  </a:lnTo>
                  <a:lnTo>
                    <a:pt x="3840" y="468"/>
                  </a:lnTo>
                  <a:lnTo>
                    <a:pt x="3846" y="462"/>
                  </a:lnTo>
                  <a:lnTo>
                    <a:pt x="3852" y="462"/>
                  </a:lnTo>
                  <a:lnTo>
                    <a:pt x="3858" y="486"/>
                  </a:lnTo>
                  <a:lnTo>
                    <a:pt x="3924" y="480"/>
                  </a:lnTo>
                  <a:lnTo>
                    <a:pt x="4002" y="498"/>
                  </a:lnTo>
                  <a:lnTo>
                    <a:pt x="4098" y="486"/>
                  </a:lnTo>
                  <a:lnTo>
                    <a:pt x="4128" y="468"/>
                  </a:lnTo>
                  <a:lnTo>
                    <a:pt x="4122" y="474"/>
                  </a:lnTo>
                  <a:lnTo>
                    <a:pt x="4122" y="486"/>
                  </a:lnTo>
                  <a:lnTo>
                    <a:pt x="4260" y="486"/>
                  </a:lnTo>
                  <a:lnTo>
                    <a:pt x="4272" y="468"/>
                  </a:lnTo>
                  <a:lnTo>
                    <a:pt x="4338" y="438"/>
                  </a:lnTo>
                  <a:lnTo>
                    <a:pt x="4320" y="432"/>
                  </a:lnTo>
                  <a:lnTo>
                    <a:pt x="4320" y="420"/>
                  </a:lnTo>
                  <a:lnTo>
                    <a:pt x="4314" y="420"/>
                  </a:lnTo>
                  <a:lnTo>
                    <a:pt x="4308" y="414"/>
                  </a:lnTo>
                  <a:lnTo>
                    <a:pt x="4290" y="414"/>
                  </a:lnTo>
                  <a:lnTo>
                    <a:pt x="4278" y="408"/>
                  </a:lnTo>
                  <a:lnTo>
                    <a:pt x="4260" y="408"/>
                  </a:lnTo>
                  <a:lnTo>
                    <a:pt x="4242" y="402"/>
                  </a:lnTo>
                  <a:lnTo>
                    <a:pt x="4206" y="402"/>
                  </a:lnTo>
                  <a:lnTo>
                    <a:pt x="4164" y="414"/>
                  </a:lnTo>
                  <a:lnTo>
                    <a:pt x="4116" y="420"/>
                  </a:lnTo>
                  <a:lnTo>
                    <a:pt x="4074" y="426"/>
                  </a:lnTo>
                  <a:lnTo>
                    <a:pt x="4038" y="438"/>
                  </a:lnTo>
                  <a:lnTo>
                    <a:pt x="4026" y="438"/>
                  </a:lnTo>
                  <a:lnTo>
                    <a:pt x="4014" y="432"/>
                  </a:lnTo>
                  <a:lnTo>
                    <a:pt x="4008" y="426"/>
                  </a:lnTo>
                  <a:lnTo>
                    <a:pt x="3996" y="420"/>
                  </a:lnTo>
                  <a:lnTo>
                    <a:pt x="3984" y="420"/>
                  </a:lnTo>
                  <a:lnTo>
                    <a:pt x="3972" y="426"/>
                  </a:lnTo>
                  <a:lnTo>
                    <a:pt x="3960" y="426"/>
                  </a:lnTo>
                  <a:lnTo>
                    <a:pt x="3948" y="432"/>
                  </a:lnTo>
                  <a:lnTo>
                    <a:pt x="3942" y="438"/>
                  </a:lnTo>
                  <a:lnTo>
                    <a:pt x="3936" y="438"/>
                  </a:lnTo>
                  <a:lnTo>
                    <a:pt x="3912" y="414"/>
                  </a:lnTo>
                  <a:lnTo>
                    <a:pt x="3894" y="426"/>
                  </a:lnTo>
                  <a:lnTo>
                    <a:pt x="3864" y="420"/>
                  </a:lnTo>
                  <a:lnTo>
                    <a:pt x="3894" y="408"/>
                  </a:lnTo>
                  <a:lnTo>
                    <a:pt x="3876" y="396"/>
                  </a:lnTo>
                  <a:lnTo>
                    <a:pt x="3822" y="408"/>
                  </a:lnTo>
                  <a:lnTo>
                    <a:pt x="3858" y="396"/>
                  </a:lnTo>
                  <a:lnTo>
                    <a:pt x="3858" y="390"/>
                  </a:lnTo>
                  <a:lnTo>
                    <a:pt x="3924" y="384"/>
                  </a:lnTo>
                  <a:lnTo>
                    <a:pt x="3888" y="372"/>
                  </a:lnTo>
                  <a:lnTo>
                    <a:pt x="3870" y="372"/>
                  </a:lnTo>
                  <a:lnTo>
                    <a:pt x="3876" y="366"/>
                  </a:lnTo>
                  <a:lnTo>
                    <a:pt x="3876" y="360"/>
                  </a:lnTo>
                  <a:lnTo>
                    <a:pt x="3870" y="354"/>
                  </a:lnTo>
                  <a:lnTo>
                    <a:pt x="3840" y="354"/>
                  </a:lnTo>
                  <a:lnTo>
                    <a:pt x="3822" y="360"/>
                  </a:lnTo>
                  <a:lnTo>
                    <a:pt x="3804" y="360"/>
                  </a:lnTo>
                  <a:lnTo>
                    <a:pt x="3786" y="366"/>
                  </a:lnTo>
                  <a:lnTo>
                    <a:pt x="3774" y="354"/>
                  </a:lnTo>
                  <a:lnTo>
                    <a:pt x="3762" y="348"/>
                  </a:lnTo>
                  <a:lnTo>
                    <a:pt x="3756" y="342"/>
                  </a:lnTo>
                  <a:lnTo>
                    <a:pt x="3744" y="336"/>
                  </a:lnTo>
                  <a:lnTo>
                    <a:pt x="3738" y="336"/>
                  </a:lnTo>
                  <a:close/>
                  <a:moveTo>
                    <a:pt x="3264" y="420"/>
                  </a:moveTo>
                  <a:lnTo>
                    <a:pt x="3282" y="420"/>
                  </a:lnTo>
                  <a:lnTo>
                    <a:pt x="3300" y="426"/>
                  </a:lnTo>
                  <a:lnTo>
                    <a:pt x="3318" y="426"/>
                  </a:lnTo>
                  <a:lnTo>
                    <a:pt x="3330" y="432"/>
                  </a:lnTo>
                  <a:lnTo>
                    <a:pt x="3342" y="432"/>
                  </a:lnTo>
                  <a:lnTo>
                    <a:pt x="3330" y="444"/>
                  </a:lnTo>
                  <a:lnTo>
                    <a:pt x="3324" y="444"/>
                  </a:lnTo>
                  <a:lnTo>
                    <a:pt x="3324" y="456"/>
                  </a:lnTo>
                  <a:lnTo>
                    <a:pt x="3438" y="456"/>
                  </a:lnTo>
                  <a:lnTo>
                    <a:pt x="3462" y="444"/>
                  </a:lnTo>
                  <a:lnTo>
                    <a:pt x="3462" y="432"/>
                  </a:lnTo>
                  <a:lnTo>
                    <a:pt x="3468" y="426"/>
                  </a:lnTo>
                  <a:lnTo>
                    <a:pt x="3480" y="426"/>
                  </a:lnTo>
                  <a:lnTo>
                    <a:pt x="3492" y="420"/>
                  </a:lnTo>
                  <a:lnTo>
                    <a:pt x="3504" y="420"/>
                  </a:lnTo>
                  <a:lnTo>
                    <a:pt x="3510" y="414"/>
                  </a:lnTo>
                  <a:lnTo>
                    <a:pt x="3510" y="408"/>
                  </a:lnTo>
                  <a:lnTo>
                    <a:pt x="3522" y="396"/>
                  </a:lnTo>
                  <a:lnTo>
                    <a:pt x="3534" y="390"/>
                  </a:lnTo>
                  <a:lnTo>
                    <a:pt x="3540" y="384"/>
                  </a:lnTo>
                  <a:lnTo>
                    <a:pt x="3552" y="378"/>
                  </a:lnTo>
                  <a:lnTo>
                    <a:pt x="3552" y="372"/>
                  </a:lnTo>
                  <a:lnTo>
                    <a:pt x="3546" y="366"/>
                  </a:lnTo>
                  <a:lnTo>
                    <a:pt x="3534" y="360"/>
                  </a:lnTo>
                  <a:lnTo>
                    <a:pt x="3510" y="360"/>
                  </a:lnTo>
                  <a:lnTo>
                    <a:pt x="3504" y="366"/>
                  </a:lnTo>
                  <a:lnTo>
                    <a:pt x="3492" y="366"/>
                  </a:lnTo>
                  <a:lnTo>
                    <a:pt x="3486" y="360"/>
                  </a:lnTo>
                  <a:lnTo>
                    <a:pt x="3474" y="360"/>
                  </a:lnTo>
                  <a:lnTo>
                    <a:pt x="3462" y="354"/>
                  </a:lnTo>
                  <a:lnTo>
                    <a:pt x="3450" y="354"/>
                  </a:lnTo>
                  <a:lnTo>
                    <a:pt x="3432" y="348"/>
                  </a:lnTo>
                  <a:lnTo>
                    <a:pt x="3426" y="354"/>
                  </a:lnTo>
                  <a:lnTo>
                    <a:pt x="3420" y="354"/>
                  </a:lnTo>
                  <a:lnTo>
                    <a:pt x="3414" y="366"/>
                  </a:lnTo>
                  <a:lnTo>
                    <a:pt x="3414" y="396"/>
                  </a:lnTo>
                  <a:lnTo>
                    <a:pt x="3396" y="378"/>
                  </a:lnTo>
                  <a:lnTo>
                    <a:pt x="3384" y="372"/>
                  </a:lnTo>
                  <a:lnTo>
                    <a:pt x="3366" y="372"/>
                  </a:lnTo>
                  <a:lnTo>
                    <a:pt x="3354" y="384"/>
                  </a:lnTo>
                  <a:lnTo>
                    <a:pt x="3348" y="396"/>
                  </a:lnTo>
                  <a:lnTo>
                    <a:pt x="3330" y="414"/>
                  </a:lnTo>
                  <a:lnTo>
                    <a:pt x="3324" y="414"/>
                  </a:lnTo>
                  <a:lnTo>
                    <a:pt x="3300" y="366"/>
                  </a:lnTo>
                  <a:lnTo>
                    <a:pt x="3288" y="360"/>
                  </a:lnTo>
                  <a:lnTo>
                    <a:pt x="3258" y="360"/>
                  </a:lnTo>
                  <a:lnTo>
                    <a:pt x="3246" y="366"/>
                  </a:lnTo>
                  <a:lnTo>
                    <a:pt x="3240" y="372"/>
                  </a:lnTo>
                  <a:lnTo>
                    <a:pt x="3240" y="396"/>
                  </a:lnTo>
                  <a:lnTo>
                    <a:pt x="3246" y="408"/>
                  </a:lnTo>
                  <a:lnTo>
                    <a:pt x="3258" y="414"/>
                  </a:lnTo>
                  <a:lnTo>
                    <a:pt x="3264" y="420"/>
                  </a:lnTo>
                  <a:close/>
                  <a:moveTo>
                    <a:pt x="3720" y="288"/>
                  </a:moveTo>
                  <a:lnTo>
                    <a:pt x="3726" y="288"/>
                  </a:lnTo>
                  <a:lnTo>
                    <a:pt x="3732" y="294"/>
                  </a:lnTo>
                  <a:lnTo>
                    <a:pt x="3738" y="306"/>
                  </a:lnTo>
                  <a:lnTo>
                    <a:pt x="3768" y="306"/>
                  </a:lnTo>
                  <a:lnTo>
                    <a:pt x="3780" y="300"/>
                  </a:lnTo>
                  <a:lnTo>
                    <a:pt x="3834" y="300"/>
                  </a:lnTo>
                  <a:lnTo>
                    <a:pt x="3834" y="294"/>
                  </a:lnTo>
                  <a:lnTo>
                    <a:pt x="3828" y="294"/>
                  </a:lnTo>
                  <a:lnTo>
                    <a:pt x="3822" y="288"/>
                  </a:lnTo>
                  <a:lnTo>
                    <a:pt x="3810" y="288"/>
                  </a:lnTo>
                  <a:lnTo>
                    <a:pt x="3804" y="282"/>
                  </a:lnTo>
                  <a:lnTo>
                    <a:pt x="3792" y="282"/>
                  </a:lnTo>
                  <a:lnTo>
                    <a:pt x="3804" y="270"/>
                  </a:lnTo>
                  <a:lnTo>
                    <a:pt x="3816" y="264"/>
                  </a:lnTo>
                  <a:lnTo>
                    <a:pt x="3822" y="264"/>
                  </a:lnTo>
                  <a:lnTo>
                    <a:pt x="3828" y="258"/>
                  </a:lnTo>
                  <a:lnTo>
                    <a:pt x="3822" y="258"/>
                  </a:lnTo>
                  <a:lnTo>
                    <a:pt x="3810" y="252"/>
                  </a:lnTo>
                  <a:lnTo>
                    <a:pt x="3738" y="228"/>
                  </a:lnTo>
                  <a:lnTo>
                    <a:pt x="3732" y="228"/>
                  </a:lnTo>
                  <a:lnTo>
                    <a:pt x="3726" y="234"/>
                  </a:lnTo>
                  <a:lnTo>
                    <a:pt x="3714" y="240"/>
                  </a:lnTo>
                  <a:lnTo>
                    <a:pt x="3702" y="240"/>
                  </a:lnTo>
                  <a:lnTo>
                    <a:pt x="3690" y="252"/>
                  </a:lnTo>
                  <a:lnTo>
                    <a:pt x="3690" y="258"/>
                  </a:lnTo>
                  <a:lnTo>
                    <a:pt x="3696" y="264"/>
                  </a:lnTo>
                  <a:lnTo>
                    <a:pt x="3702" y="276"/>
                  </a:lnTo>
                  <a:lnTo>
                    <a:pt x="3714" y="282"/>
                  </a:lnTo>
                  <a:lnTo>
                    <a:pt x="3720" y="288"/>
                  </a:lnTo>
                  <a:close/>
                  <a:moveTo>
                    <a:pt x="3288" y="504"/>
                  </a:moveTo>
                  <a:lnTo>
                    <a:pt x="3270" y="504"/>
                  </a:lnTo>
                  <a:lnTo>
                    <a:pt x="3234" y="510"/>
                  </a:lnTo>
                  <a:lnTo>
                    <a:pt x="3186" y="516"/>
                  </a:lnTo>
                  <a:lnTo>
                    <a:pt x="3144" y="528"/>
                  </a:lnTo>
                  <a:lnTo>
                    <a:pt x="3132" y="534"/>
                  </a:lnTo>
                  <a:lnTo>
                    <a:pt x="3126" y="540"/>
                  </a:lnTo>
                  <a:lnTo>
                    <a:pt x="3132" y="540"/>
                  </a:lnTo>
                  <a:lnTo>
                    <a:pt x="3150" y="558"/>
                  </a:lnTo>
                  <a:lnTo>
                    <a:pt x="3156" y="570"/>
                  </a:lnTo>
                  <a:lnTo>
                    <a:pt x="3156" y="576"/>
                  </a:lnTo>
                  <a:lnTo>
                    <a:pt x="3138" y="582"/>
                  </a:lnTo>
                  <a:lnTo>
                    <a:pt x="3120" y="570"/>
                  </a:lnTo>
                  <a:lnTo>
                    <a:pt x="3090" y="564"/>
                  </a:lnTo>
                  <a:lnTo>
                    <a:pt x="3048" y="570"/>
                  </a:lnTo>
                  <a:lnTo>
                    <a:pt x="3066" y="606"/>
                  </a:lnTo>
                  <a:lnTo>
                    <a:pt x="3072" y="612"/>
                  </a:lnTo>
                  <a:lnTo>
                    <a:pt x="3084" y="618"/>
                  </a:lnTo>
                  <a:lnTo>
                    <a:pt x="3102" y="624"/>
                  </a:lnTo>
                  <a:lnTo>
                    <a:pt x="3114" y="630"/>
                  </a:lnTo>
                  <a:lnTo>
                    <a:pt x="3120" y="642"/>
                  </a:lnTo>
                  <a:lnTo>
                    <a:pt x="3120" y="654"/>
                  </a:lnTo>
                  <a:lnTo>
                    <a:pt x="3126" y="666"/>
                  </a:lnTo>
                  <a:lnTo>
                    <a:pt x="3126" y="678"/>
                  </a:lnTo>
                  <a:lnTo>
                    <a:pt x="3144" y="678"/>
                  </a:lnTo>
                  <a:lnTo>
                    <a:pt x="3228" y="666"/>
                  </a:lnTo>
                  <a:lnTo>
                    <a:pt x="3264" y="660"/>
                  </a:lnTo>
                  <a:lnTo>
                    <a:pt x="3276" y="654"/>
                  </a:lnTo>
                  <a:lnTo>
                    <a:pt x="3282" y="642"/>
                  </a:lnTo>
                  <a:lnTo>
                    <a:pt x="3288" y="624"/>
                  </a:lnTo>
                  <a:lnTo>
                    <a:pt x="3300" y="600"/>
                  </a:lnTo>
                  <a:lnTo>
                    <a:pt x="3300" y="588"/>
                  </a:lnTo>
                  <a:lnTo>
                    <a:pt x="3228" y="576"/>
                  </a:lnTo>
                  <a:lnTo>
                    <a:pt x="3240" y="570"/>
                  </a:lnTo>
                  <a:lnTo>
                    <a:pt x="3348" y="534"/>
                  </a:lnTo>
                  <a:lnTo>
                    <a:pt x="3360" y="528"/>
                  </a:lnTo>
                  <a:lnTo>
                    <a:pt x="3354" y="522"/>
                  </a:lnTo>
                  <a:lnTo>
                    <a:pt x="3342" y="516"/>
                  </a:lnTo>
                  <a:lnTo>
                    <a:pt x="3324" y="510"/>
                  </a:lnTo>
                  <a:lnTo>
                    <a:pt x="3312" y="510"/>
                  </a:lnTo>
                  <a:lnTo>
                    <a:pt x="3300" y="504"/>
                  </a:lnTo>
                  <a:lnTo>
                    <a:pt x="3288" y="504"/>
                  </a:lnTo>
                  <a:close/>
                  <a:moveTo>
                    <a:pt x="2898" y="744"/>
                  </a:moveTo>
                  <a:lnTo>
                    <a:pt x="2880" y="738"/>
                  </a:lnTo>
                  <a:lnTo>
                    <a:pt x="2796" y="738"/>
                  </a:lnTo>
                  <a:lnTo>
                    <a:pt x="2874" y="696"/>
                  </a:lnTo>
                  <a:lnTo>
                    <a:pt x="2880" y="684"/>
                  </a:lnTo>
                  <a:lnTo>
                    <a:pt x="2886" y="654"/>
                  </a:lnTo>
                  <a:lnTo>
                    <a:pt x="2898" y="624"/>
                  </a:lnTo>
                  <a:lnTo>
                    <a:pt x="2898" y="588"/>
                  </a:lnTo>
                  <a:lnTo>
                    <a:pt x="2880" y="570"/>
                  </a:lnTo>
                  <a:lnTo>
                    <a:pt x="2850" y="570"/>
                  </a:lnTo>
                  <a:lnTo>
                    <a:pt x="2814" y="576"/>
                  </a:lnTo>
                  <a:lnTo>
                    <a:pt x="2796" y="582"/>
                  </a:lnTo>
                  <a:lnTo>
                    <a:pt x="2784" y="588"/>
                  </a:lnTo>
                  <a:lnTo>
                    <a:pt x="2784" y="594"/>
                  </a:lnTo>
                  <a:lnTo>
                    <a:pt x="2766" y="612"/>
                  </a:lnTo>
                  <a:lnTo>
                    <a:pt x="2760" y="630"/>
                  </a:lnTo>
                  <a:lnTo>
                    <a:pt x="2736" y="654"/>
                  </a:lnTo>
                  <a:lnTo>
                    <a:pt x="2718" y="666"/>
                  </a:lnTo>
                  <a:lnTo>
                    <a:pt x="2706" y="672"/>
                  </a:lnTo>
                  <a:lnTo>
                    <a:pt x="2700" y="672"/>
                  </a:lnTo>
                  <a:lnTo>
                    <a:pt x="2694" y="666"/>
                  </a:lnTo>
                  <a:lnTo>
                    <a:pt x="2694" y="660"/>
                  </a:lnTo>
                  <a:lnTo>
                    <a:pt x="2700" y="654"/>
                  </a:lnTo>
                  <a:lnTo>
                    <a:pt x="2706" y="642"/>
                  </a:lnTo>
                  <a:lnTo>
                    <a:pt x="2712" y="636"/>
                  </a:lnTo>
                  <a:lnTo>
                    <a:pt x="2718" y="624"/>
                  </a:lnTo>
                  <a:lnTo>
                    <a:pt x="2718" y="612"/>
                  </a:lnTo>
                  <a:lnTo>
                    <a:pt x="2724" y="606"/>
                  </a:lnTo>
                  <a:lnTo>
                    <a:pt x="2724" y="600"/>
                  </a:lnTo>
                  <a:lnTo>
                    <a:pt x="2706" y="594"/>
                  </a:lnTo>
                  <a:lnTo>
                    <a:pt x="2676" y="588"/>
                  </a:lnTo>
                  <a:lnTo>
                    <a:pt x="2628" y="588"/>
                  </a:lnTo>
                  <a:lnTo>
                    <a:pt x="2622" y="606"/>
                  </a:lnTo>
                  <a:lnTo>
                    <a:pt x="2610" y="612"/>
                  </a:lnTo>
                  <a:lnTo>
                    <a:pt x="2586" y="618"/>
                  </a:lnTo>
                  <a:lnTo>
                    <a:pt x="2550" y="624"/>
                  </a:lnTo>
                  <a:lnTo>
                    <a:pt x="2508" y="630"/>
                  </a:lnTo>
                  <a:lnTo>
                    <a:pt x="2490" y="630"/>
                  </a:lnTo>
                  <a:lnTo>
                    <a:pt x="2496" y="624"/>
                  </a:lnTo>
                  <a:lnTo>
                    <a:pt x="2508" y="618"/>
                  </a:lnTo>
                  <a:lnTo>
                    <a:pt x="2520" y="618"/>
                  </a:lnTo>
                  <a:lnTo>
                    <a:pt x="2538" y="612"/>
                  </a:lnTo>
                  <a:lnTo>
                    <a:pt x="2550" y="606"/>
                  </a:lnTo>
                  <a:lnTo>
                    <a:pt x="2586" y="594"/>
                  </a:lnTo>
                  <a:lnTo>
                    <a:pt x="2598" y="588"/>
                  </a:lnTo>
                  <a:lnTo>
                    <a:pt x="2604" y="588"/>
                  </a:lnTo>
                  <a:lnTo>
                    <a:pt x="2604" y="582"/>
                  </a:lnTo>
                  <a:lnTo>
                    <a:pt x="2592" y="576"/>
                  </a:lnTo>
                  <a:lnTo>
                    <a:pt x="2556" y="576"/>
                  </a:lnTo>
                  <a:lnTo>
                    <a:pt x="2496" y="594"/>
                  </a:lnTo>
                  <a:lnTo>
                    <a:pt x="2460" y="600"/>
                  </a:lnTo>
                  <a:lnTo>
                    <a:pt x="2466" y="594"/>
                  </a:lnTo>
                  <a:lnTo>
                    <a:pt x="2478" y="588"/>
                  </a:lnTo>
                  <a:lnTo>
                    <a:pt x="2490" y="576"/>
                  </a:lnTo>
                  <a:lnTo>
                    <a:pt x="2502" y="570"/>
                  </a:lnTo>
                  <a:lnTo>
                    <a:pt x="2514" y="558"/>
                  </a:lnTo>
                  <a:lnTo>
                    <a:pt x="2508" y="558"/>
                  </a:lnTo>
                  <a:lnTo>
                    <a:pt x="2508" y="552"/>
                  </a:lnTo>
                  <a:lnTo>
                    <a:pt x="2496" y="552"/>
                  </a:lnTo>
                  <a:lnTo>
                    <a:pt x="2346" y="600"/>
                  </a:lnTo>
                  <a:lnTo>
                    <a:pt x="2328" y="600"/>
                  </a:lnTo>
                  <a:lnTo>
                    <a:pt x="2244" y="624"/>
                  </a:lnTo>
                  <a:lnTo>
                    <a:pt x="2250" y="642"/>
                  </a:lnTo>
                  <a:lnTo>
                    <a:pt x="2190" y="660"/>
                  </a:lnTo>
                  <a:lnTo>
                    <a:pt x="2172" y="678"/>
                  </a:lnTo>
                  <a:lnTo>
                    <a:pt x="2202" y="690"/>
                  </a:lnTo>
                  <a:lnTo>
                    <a:pt x="2208" y="684"/>
                  </a:lnTo>
                  <a:lnTo>
                    <a:pt x="2220" y="678"/>
                  </a:lnTo>
                  <a:lnTo>
                    <a:pt x="2238" y="678"/>
                  </a:lnTo>
                  <a:lnTo>
                    <a:pt x="2244" y="684"/>
                  </a:lnTo>
                  <a:lnTo>
                    <a:pt x="2244" y="690"/>
                  </a:lnTo>
                  <a:lnTo>
                    <a:pt x="2238" y="696"/>
                  </a:lnTo>
                  <a:lnTo>
                    <a:pt x="2226" y="696"/>
                  </a:lnTo>
                  <a:lnTo>
                    <a:pt x="2208" y="702"/>
                  </a:lnTo>
                  <a:lnTo>
                    <a:pt x="2196" y="702"/>
                  </a:lnTo>
                  <a:lnTo>
                    <a:pt x="2160" y="720"/>
                  </a:lnTo>
                  <a:lnTo>
                    <a:pt x="2166" y="732"/>
                  </a:lnTo>
                  <a:lnTo>
                    <a:pt x="2196" y="732"/>
                  </a:lnTo>
                  <a:lnTo>
                    <a:pt x="2238" y="738"/>
                  </a:lnTo>
                  <a:lnTo>
                    <a:pt x="2322" y="738"/>
                  </a:lnTo>
                  <a:lnTo>
                    <a:pt x="2352" y="744"/>
                  </a:lnTo>
                  <a:lnTo>
                    <a:pt x="2352" y="750"/>
                  </a:lnTo>
                  <a:lnTo>
                    <a:pt x="2322" y="762"/>
                  </a:lnTo>
                  <a:lnTo>
                    <a:pt x="2280" y="762"/>
                  </a:lnTo>
                  <a:lnTo>
                    <a:pt x="2172" y="774"/>
                  </a:lnTo>
                  <a:lnTo>
                    <a:pt x="2136" y="774"/>
                  </a:lnTo>
                  <a:lnTo>
                    <a:pt x="2112" y="786"/>
                  </a:lnTo>
                  <a:lnTo>
                    <a:pt x="2106" y="792"/>
                  </a:lnTo>
                  <a:lnTo>
                    <a:pt x="2118" y="804"/>
                  </a:lnTo>
                  <a:lnTo>
                    <a:pt x="2130" y="810"/>
                  </a:lnTo>
                  <a:lnTo>
                    <a:pt x="2148" y="810"/>
                  </a:lnTo>
                  <a:lnTo>
                    <a:pt x="2160" y="816"/>
                  </a:lnTo>
                  <a:lnTo>
                    <a:pt x="2178" y="822"/>
                  </a:lnTo>
                  <a:lnTo>
                    <a:pt x="2190" y="828"/>
                  </a:lnTo>
                  <a:lnTo>
                    <a:pt x="2190" y="834"/>
                  </a:lnTo>
                  <a:lnTo>
                    <a:pt x="2184" y="840"/>
                  </a:lnTo>
                  <a:lnTo>
                    <a:pt x="2172" y="840"/>
                  </a:lnTo>
                  <a:lnTo>
                    <a:pt x="2154" y="858"/>
                  </a:lnTo>
                  <a:lnTo>
                    <a:pt x="2166" y="870"/>
                  </a:lnTo>
                  <a:lnTo>
                    <a:pt x="2322" y="870"/>
                  </a:lnTo>
                  <a:lnTo>
                    <a:pt x="2370" y="864"/>
                  </a:lnTo>
                  <a:lnTo>
                    <a:pt x="2436" y="858"/>
                  </a:lnTo>
                  <a:lnTo>
                    <a:pt x="2508" y="846"/>
                  </a:lnTo>
                  <a:lnTo>
                    <a:pt x="2574" y="840"/>
                  </a:lnTo>
                  <a:lnTo>
                    <a:pt x="2616" y="828"/>
                  </a:lnTo>
                  <a:lnTo>
                    <a:pt x="2652" y="828"/>
                  </a:lnTo>
                  <a:lnTo>
                    <a:pt x="2736" y="864"/>
                  </a:lnTo>
                  <a:lnTo>
                    <a:pt x="2778" y="876"/>
                  </a:lnTo>
                  <a:lnTo>
                    <a:pt x="2796" y="876"/>
                  </a:lnTo>
                  <a:lnTo>
                    <a:pt x="2814" y="870"/>
                  </a:lnTo>
                  <a:lnTo>
                    <a:pt x="2832" y="852"/>
                  </a:lnTo>
                  <a:lnTo>
                    <a:pt x="2838" y="840"/>
                  </a:lnTo>
                  <a:lnTo>
                    <a:pt x="2844" y="834"/>
                  </a:lnTo>
                  <a:lnTo>
                    <a:pt x="2844" y="822"/>
                  </a:lnTo>
                  <a:lnTo>
                    <a:pt x="2766" y="822"/>
                  </a:lnTo>
                  <a:lnTo>
                    <a:pt x="2802" y="798"/>
                  </a:lnTo>
                  <a:lnTo>
                    <a:pt x="2850" y="798"/>
                  </a:lnTo>
                  <a:lnTo>
                    <a:pt x="2898" y="792"/>
                  </a:lnTo>
                  <a:lnTo>
                    <a:pt x="2910" y="786"/>
                  </a:lnTo>
                  <a:lnTo>
                    <a:pt x="2916" y="786"/>
                  </a:lnTo>
                  <a:lnTo>
                    <a:pt x="2922" y="780"/>
                  </a:lnTo>
                  <a:lnTo>
                    <a:pt x="2916" y="768"/>
                  </a:lnTo>
                  <a:lnTo>
                    <a:pt x="2898" y="750"/>
                  </a:lnTo>
                  <a:lnTo>
                    <a:pt x="2898" y="744"/>
                  </a:lnTo>
                  <a:close/>
                  <a:moveTo>
                    <a:pt x="2868" y="882"/>
                  </a:moveTo>
                  <a:lnTo>
                    <a:pt x="2886" y="882"/>
                  </a:lnTo>
                  <a:lnTo>
                    <a:pt x="2904" y="876"/>
                  </a:lnTo>
                  <a:lnTo>
                    <a:pt x="2910" y="870"/>
                  </a:lnTo>
                  <a:lnTo>
                    <a:pt x="2910" y="864"/>
                  </a:lnTo>
                  <a:lnTo>
                    <a:pt x="2904" y="858"/>
                  </a:lnTo>
                  <a:lnTo>
                    <a:pt x="2880" y="858"/>
                  </a:lnTo>
                  <a:lnTo>
                    <a:pt x="2868" y="870"/>
                  </a:lnTo>
                  <a:lnTo>
                    <a:pt x="2868" y="882"/>
                  </a:lnTo>
                  <a:close/>
                  <a:moveTo>
                    <a:pt x="3276" y="330"/>
                  </a:moveTo>
                  <a:lnTo>
                    <a:pt x="3288" y="330"/>
                  </a:lnTo>
                  <a:lnTo>
                    <a:pt x="3294" y="324"/>
                  </a:lnTo>
                  <a:lnTo>
                    <a:pt x="3300" y="312"/>
                  </a:lnTo>
                  <a:lnTo>
                    <a:pt x="3300" y="306"/>
                  </a:lnTo>
                  <a:lnTo>
                    <a:pt x="3294" y="294"/>
                  </a:lnTo>
                  <a:lnTo>
                    <a:pt x="3288" y="288"/>
                  </a:lnTo>
                  <a:lnTo>
                    <a:pt x="3276" y="288"/>
                  </a:lnTo>
                  <a:lnTo>
                    <a:pt x="3270" y="300"/>
                  </a:lnTo>
                  <a:lnTo>
                    <a:pt x="3264" y="306"/>
                  </a:lnTo>
                  <a:lnTo>
                    <a:pt x="3264" y="324"/>
                  </a:lnTo>
                  <a:lnTo>
                    <a:pt x="3270" y="330"/>
                  </a:lnTo>
                  <a:lnTo>
                    <a:pt x="3276" y="330"/>
                  </a:lnTo>
                  <a:close/>
                  <a:moveTo>
                    <a:pt x="3462" y="228"/>
                  </a:moveTo>
                  <a:lnTo>
                    <a:pt x="3450" y="240"/>
                  </a:lnTo>
                  <a:lnTo>
                    <a:pt x="3450" y="252"/>
                  </a:lnTo>
                  <a:lnTo>
                    <a:pt x="3456" y="258"/>
                  </a:lnTo>
                  <a:lnTo>
                    <a:pt x="3528" y="258"/>
                  </a:lnTo>
                  <a:lnTo>
                    <a:pt x="3546" y="276"/>
                  </a:lnTo>
                  <a:lnTo>
                    <a:pt x="3558" y="282"/>
                  </a:lnTo>
                  <a:lnTo>
                    <a:pt x="3588" y="282"/>
                  </a:lnTo>
                  <a:lnTo>
                    <a:pt x="3612" y="270"/>
                  </a:lnTo>
                  <a:lnTo>
                    <a:pt x="3618" y="264"/>
                  </a:lnTo>
                  <a:lnTo>
                    <a:pt x="3606" y="252"/>
                  </a:lnTo>
                  <a:lnTo>
                    <a:pt x="3636" y="246"/>
                  </a:lnTo>
                  <a:lnTo>
                    <a:pt x="3594" y="210"/>
                  </a:lnTo>
                  <a:lnTo>
                    <a:pt x="3552" y="216"/>
                  </a:lnTo>
                  <a:lnTo>
                    <a:pt x="3534" y="198"/>
                  </a:lnTo>
                  <a:lnTo>
                    <a:pt x="3450" y="198"/>
                  </a:lnTo>
                  <a:lnTo>
                    <a:pt x="3438" y="204"/>
                  </a:lnTo>
                  <a:lnTo>
                    <a:pt x="3426" y="204"/>
                  </a:lnTo>
                  <a:lnTo>
                    <a:pt x="3420" y="210"/>
                  </a:lnTo>
                  <a:lnTo>
                    <a:pt x="3438" y="228"/>
                  </a:lnTo>
                  <a:lnTo>
                    <a:pt x="3462" y="228"/>
                  </a:lnTo>
                  <a:close/>
                  <a:moveTo>
                    <a:pt x="3432" y="1302"/>
                  </a:moveTo>
                  <a:lnTo>
                    <a:pt x="3408" y="1326"/>
                  </a:lnTo>
                  <a:lnTo>
                    <a:pt x="3408" y="1344"/>
                  </a:lnTo>
                  <a:lnTo>
                    <a:pt x="3438" y="1344"/>
                  </a:lnTo>
                  <a:lnTo>
                    <a:pt x="3462" y="1332"/>
                  </a:lnTo>
                  <a:lnTo>
                    <a:pt x="3468" y="1332"/>
                  </a:lnTo>
                  <a:lnTo>
                    <a:pt x="3480" y="1326"/>
                  </a:lnTo>
                  <a:lnTo>
                    <a:pt x="3486" y="1326"/>
                  </a:lnTo>
                  <a:lnTo>
                    <a:pt x="3504" y="1308"/>
                  </a:lnTo>
                  <a:lnTo>
                    <a:pt x="3516" y="1290"/>
                  </a:lnTo>
                  <a:lnTo>
                    <a:pt x="3516" y="1266"/>
                  </a:lnTo>
                  <a:lnTo>
                    <a:pt x="3510" y="1260"/>
                  </a:lnTo>
                  <a:lnTo>
                    <a:pt x="3498" y="1260"/>
                  </a:lnTo>
                  <a:lnTo>
                    <a:pt x="3480" y="1266"/>
                  </a:lnTo>
                  <a:lnTo>
                    <a:pt x="3432" y="1302"/>
                  </a:lnTo>
                  <a:close/>
                  <a:moveTo>
                    <a:pt x="4416" y="1392"/>
                  </a:moveTo>
                  <a:lnTo>
                    <a:pt x="4428" y="1380"/>
                  </a:lnTo>
                  <a:lnTo>
                    <a:pt x="4428" y="1374"/>
                  </a:lnTo>
                  <a:lnTo>
                    <a:pt x="4386" y="1374"/>
                  </a:lnTo>
                  <a:lnTo>
                    <a:pt x="4386" y="1380"/>
                  </a:lnTo>
                  <a:lnTo>
                    <a:pt x="4404" y="1398"/>
                  </a:lnTo>
                  <a:lnTo>
                    <a:pt x="4416" y="1392"/>
                  </a:lnTo>
                  <a:close/>
                  <a:moveTo>
                    <a:pt x="3120" y="2034"/>
                  </a:moveTo>
                  <a:lnTo>
                    <a:pt x="3132" y="2034"/>
                  </a:lnTo>
                  <a:lnTo>
                    <a:pt x="3138" y="2028"/>
                  </a:lnTo>
                  <a:lnTo>
                    <a:pt x="3132" y="2022"/>
                  </a:lnTo>
                  <a:lnTo>
                    <a:pt x="3120" y="2016"/>
                  </a:lnTo>
                  <a:lnTo>
                    <a:pt x="3114" y="2010"/>
                  </a:lnTo>
                  <a:lnTo>
                    <a:pt x="3108" y="2010"/>
                  </a:lnTo>
                  <a:lnTo>
                    <a:pt x="3090" y="2016"/>
                  </a:lnTo>
                  <a:lnTo>
                    <a:pt x="3078" y="2022"/>
                  </a:lnTo>
                  <a:lnTo>
                    <a:pt x="3072" y="2022"/>
                  </a:lnTo>
                  <a:lnTo>
                    <a:pt x="3072" y="2028"/>
                  </a:lnTo>
                  <a:lnTo>
                    <a:pt x="3078" y="2034"/>
                  </a:lnTo>
                  <a:lnTo>
                    <a:pt x="3120" y="2034"/>
                  </a:lnTo>
                  <a:close/>
                  <a:moveTo>
                    <a:pt x="4758" y="996"/>
                  </a:moveTo>
                  <a:lnTo>
                    <a:pt x="4746" y="996"/>
                  </a:lnTo>
                  <a:lnTo>
                    <a:pt x="4734" y="984"/>
                  </a:lnTo>
                  <a:lnTo>
                    <a:pt x="4704" y="1008"/>
                  </a:lnTo>
                  <a:lnTo>
                    <a:pt x="4704" y="978"/>
                  </a:lnTo>
                  <a:lnTo>
                    <a:pt x="4662" y="978"/>
                  </a:lnTo>
                  <a:lnTo>
                    <a:pt x="4668" y="978"/>
                  </a:lnTo>
                  <a:lnTo>
                    <a:pt x="4674" y="972"/>
                  </a:lnTo>
                  <a:lnTo>
                    <a:pt x="4686" y="972"/>
                  </a:lnTo>
                  <a:lnTo>
                    <a:pt x="4698" y="966"/>
                  </a:lnTo>
                  <a:lnTo>
                    <a:pt x="4704" y="954"/>
                  </a:lnTo>
                  <a:lnTo>
                    <a:pt x="4704" y="948"/>
                  </a:lnTo>
                  <a:lnTo>
                    <a:pt x="4698" y="942"/>
                  </a:lnTo>
                  <a:lnTo>
                    <a:pt x="4680" y="942"/>
                  </a:lnTo>
                  <a:lnTo>
                    <a:pt x="4668" y="936"/>
                  </a:lnTo>
                  <a:lnTo>
                    <a:pt x="4650" y="936"/>
                  </a:lnTo>
                  <a:lnTo>
                    <a:pt x="4632" y="930"/>
                  </a:lnTo>
                  <a:lnTo>
                    <a:pt x="4620" y="930"/>
                  </a:lnTo>
                  <a:lnTo>
                    <a:pt x="4614" y="918"/>
                  </a:lnTo>
                  <a:lnTo>
                    <a:pt x="4566" y="912"/>
                  </a:lnTo>
                  <a:lnTo>
                    <a:pt x="4500" y="870"/>
                  </a:lnTo>
                  <a:lnTo>
                    <a:pt x="4566" y="864"/>
                  </a:lnTo>
                  <a:lnTo>
                    <a:pt x="4536" y="840"/>
                  </a:lnTo>
                  <a:lnTo>
                    <a:pt x="4542" y="840"/>
                  </a:lnTo>
                  <a:lnTo>
                    <a:pt x="4548" y="834"/>
                  </a:lnTo>
                  <a:lnTo>
                    <a:pt x="4584" y="834"/>
                  </a:lnTo>
                  <a:lnTo>
                    <a:pt x="4596" y="840"/>
                  </a:lnTo>
                  <a:lnTo>
                    <a:pt x="4638" y="840"/>
                  </a:lnTo>
                  <a:lnTo>
                    <a:pt x="4638" y="834"/>
                  </a:lnTo>
                  <a:lnTo>
                    <a:pt x="4632" y="828"/>
                  </a:lnTo>
                  <a:lnTo>
                    <a:pt x="4614" y="822"/>
                  </a:lnTo>
                  <a:lnTo>
                    <a:pt x="4596" y="822"/>
                  </a:lnTo>
                  <a:lnTo>
                    <a:pt x="4578" y="816"/>
                  </a:lnTo>
                  <a:lnTo>
                    <a:pt x="4518" y="816"/>
                  </a:lnTo>
                  <a:lnTo>
                    <a:pt x="4536" y="816"/>
                  </a:lnTo>
                  <a:lnTo>
                    <a:pt x="4620" y="804"/>
                  </a:lnTo>
                  <a:lnTo>
                    <a:pt x="4638" y="798"/>
                  </a:lnTo>
                  <a:lnTo>
                    <a:pt x="4638" y="792"/>
                  </a:lnTo>
                  <a:lnTo>
                    <a:pt x="4632" y="792"/>
                  </a:lnTo>
                  <a:lnTo>
                    <a:pt x="4626" y="786"/>
                  </a:lnTo>
                  <a:lnTo>
                    <a:pt x="4608" y="786"/>
                  </a:lnTo>
                  <a:lnTo>
                    <a:pt x="4500" y="798"/>
                  </a:lnTo>
                  <a:lnTo>
                    <a:pt x="4560" y="762"/>
                  </a:lnTo>
                  <a:lnTo>
                    <a:pt x="4620" y="762"/>
                  </a:lnTo>
                  <a:lnTo>
                    <a:pt x="4626" y="756"/>
                  </a:lnTo>
                  <a:lnTo>
                    <a:pt x="4620" y="750"/>
                  </a:lnTo>
                  <a:lnTo>
                    <a:pt x="4584" y="738"/>
                  </a:lnTo>
                  <a:lnTo>
                    <a:pt x="4572" y="732"/>
                  </a:lnTo>
                  <a:lnTo>
                    <a:pt x="4554" y="732"/>
                  </a:lnTo>
                  <a:lnTo>
                    <a:pt x="4518" y="750"/>
                  </a:lnTo>
                  <a:lnTo>
                    <a:pt x="4500" y="744"/>
                  </a:lnTo>
                  <a:lnTo>
                    <a:pt x="4458" y="774"/>
                  </a:lnTo>
                  <a:lnTo>
                    <a:pt x="4464" y="756"/>
                  </a:lnTo>
                  <a:lnTo>
                    <a:pt x="4440" y="774"/>
                  </a:lnTo>
                  <a:lnTo>
                    <a:pt x="4464" y="744"/>
                  </a:lnTo>
                  <a:lnTo>
                    <a:pt x="4500" y="744"/>
                  </a:lnTo>
                  <a:lnTo>
                    <a:pt x="4506" y="738"/>
                  </a:lnTo>
                  <a:lnTo>
                    <a:pt x="4518" y="714"/>
                  </a:lnTo>
                  <a:lnTo>
                    <a:pt x="4518" y="708"/>
                  </a:lnTo>
                  <a:lnTo>
                    <a:pt x="4512" y="702"/>
                  </a:lnTo>
                  <a:lnTo>
                    <a:pt x="4506" y="708"/>
                  </a:lnTo>
                  <a:lnTo>
                    <a:pt x="4494" y="714"/>
                  </a:lnTo>
                  <a:lnTo>
                    <a:pt x="4488" y="726"/>
                  </a:lnTo>
                  <a:lnTo>
                    <a:pt x="4452" y="726"/>
                  </a:lnTo>
                  <a:lnTo>
                    <a:pt x="4428" y="738"/>
                  </a:lnTo>
                  <a:lnTo>
                    <a:pt x="4452" y="708"/>
                  </a:lnTo>
                  <a:lnTo>
                    <a:pt x="4482" y="708"/>
                  </a:lnTo>
                  <a:lnTo>
                    <a:pt x="4494" y="702"/>
                  </a:lnTo>
                  <a:lnTo>
                    <a:pt x="4500" y="702"/>
                  </a:lnTo>
                  <a:lnTo>
                    <a:pt x="4506" y="696"/>
                  </a:lnTo>
                  <a:lnTo>
                    <a:pt x="4506" y="690"/>
                  </a:lnTo>
                  <a:lnTo>
                    <a:pt x="4500" y="684"/>
                  </a:lnTo>
                  <a:lnTo>
                    <a:pt x="4458" y="684"/>
                  </a:lnTo>
                  <a:lnTo>
                    <a:pt x="4446" y="690"/>
                  </a:lnTo>
                  <a:lnTo>
                    <a:pt x="4428" y="696"/>
                  </a:lnTo>
                  <a:lnTo>
                    <a:pt x="4422" y="702"/>
                  </a:lnTo>
                  <a:lnTo>
                    <a:pt x="4416" y="702"/>
                  </a:lnTo>
                  <a:lnTo>
                    <a:pt x="4404" y="684"/>
                  </a:lnTo>
                  <a:lnTo>
                    <a:pt x="4380" y="702"/>
                  </a:lnTo>
                  <a:lnTo>
                    <a:pt x="4398" y="672"/>
                  </a:lnTo>
                  <a:lnTo>
                    <a:pt x="4344" y="696"/>
                  </a:lnTo>
                  <a:lnTo>
                    <a:pt x="4344" y="672"/>
                  </a:lnTo>
                  <a:lnTo>
                    <a:pt x="4350" y="672"/>
                  </a:lnTo>
                  <a:lnTo>
                    <a:pt x="4356" y="666"/>
                  </a:lnTo>
                  <a:lnTo>
                    <a:pt x="4368" y="666"/>
                  </a:lnTo>
                  <a:lnTo>
                    <a:pt x="4386" y="660"/>
                  </a:lnTo>
                  <a:lnTo>
                    <a:pt x="4392" y="660"/>
                  </a:lnTo>
                  <a:lnTo>
                    <a:pt x="4398" y="654"/>
                  </a:lnTo>
                  <a:lnTo>
                    <a:pt x="4356" y="654"/>
                  </a:lnTo>
                  <a:lnTo>
                    <a:pt x="4338" y="660"/>
                  </a:lnTo>
                  <a:lnTo>
                    <a:pt x="4326" y="660"/>
                  </a:lnTo>
                  <a:lnTo>
                    <a:pt x="4320" y="648"/>
                  </a:lnTo>
                  <a:lnTo>
                    <a:pt x="4332" y="648"/>
                  </a:lnTo>
                  <a:lnTo>
                    <a:pt x="4356" y="636"/>
                  </a:lnTo>
                  <a:lnTo>
                    <a:pt x="4368" y="636"/>
                  </a:lnTo>
                  <a:lnTo>
                    <a:pt x="4380" y="630"/>
                  </a:lnTo>
                  <a:lnTo>
                    <a:pt x="4386" y="624"/>
                  </a:lnTo>
                  <a:lnTo>
                    <a:pt x="4368" y="618"/>
                  </a:lnTo>
                  <a:lnTo>
                    <a:pt x="4326" y="612"/>
                  </a:lnTo>
                  <a:lnTo>
                    <a:pt x="4290" y="612"/>
                  </a:lnTo>
                  <a:lnTo>
                    <a:pt x="4266" y="606"/>
                  </a:lnTo>
                  <a:lnTo>
                    <a:pt x="4236" y="606"/>
                  </a:lnTo>
                  <a:lnTo>
                    <a:pt x="4230" y="612"/>
                  </a:lnTo>
                  <a:lnTo>
                    <a:pt x="4230" y="618"/>
                  </a:lnTo>
                  <a:lnTo>
                    <a:pt x="4236" y="624"/>
                  </a:lnTo>
                  <a:lnTo>
                    <a:pt x="4242" y="636"/>
                  </a:lnTo>
                  <a:lnTo>
                    <a:pt x="4206" y="630"/>
                  </a:lnTo>
                  <a:lnTo>
                    <a:pt x="4212" y="660"/>
                  </a:lnTo>
                  <a:lnTo>
                    <a:pt x="4194" y="636"/>
                  </a:lnTo>
                  <a:lnTo>
                    <a:pt x="4152" y="660"/>
                  </a:lnTo>
                  <a:lnTo>
                    <a:pt x="4158" y="654"/>
                  </a:lnTo>
                  <a:lnTo>
                    <a:pt x="4158" y="636"/>
                  </a:lnTo>
                  <a:lnTo>
                    <a:pt x="4152" y="630"/>
                  </a:lnTo>
                  <a:lnTo>
                    <a:pt x="4140" y="630"/>
                  </a:lnTo>
                  <a:lnTo>
                    <a:pt x="4122" y="636"/>
                  </a:lnTo>
                  <a:lnTo>
                    <a:pt x="4110" y="642"/>
                  </a:lnTo>
                  <a:lnTo>
                    <a:pt x="4098" y="642"/>
                  </a:lnTo>
                  <a:lnTo>
                    <a:pt x="4086" y="648"/>
                  </a:lnTo>
                  <a:lnTo>
                    <a:pt x="4080" y="654"/>
                  </a:lnTo>
                  <a:lnTo>
                    <a:pt x="4074" y="654"/>
                  </a:lnTo>
                  <a:lnTo>
                    <a:pt x="4092" y="618"/>
                  </a:lnTo>
                  <a:lnTo>
                    <a:pt x="4110" y="618"/>
                  </a:lnTo>
                  <a:lnTo>
                    <a:pt x="4122" y="612"/>
                  </a:lnTo>
                  <a:lnTo>
                    <a:pt x="4134" y="612"/>
                  </a:lnTo>
                  <a:lnTo>
                    <a:pt x="4146" y="606"/>
                  </a:lnTo>
                  <a:lnTo>
                    <a:pt x="4152" y="600"/>
                  </a:lnTo>
                  <a:lnTo>
                    <a:pt x="4152" y="594"/>
                  </a:lnTo>
                  <a:lnTo>
                    <a:pt x="4146" y="582"/>
                  </a:lnTo>
                  <a:lnTo>
                    <a:pt x="4134" y="570"/>
                  </a:lnTo>
                  <a:lnTo>
                    <a:pt x="4152" y="552"/>
                  </a:lnTo>
                  <a:lnTo>
                    <a:pt x="4152" y="540"/>
                  </a:lnTo>
                  <a:lnTo>
                    <a:pt x="4050" y="540"/>
                  </a:lnTo>
                  <a:lnTo>
                    <a:pt x="4026" y="558"/>
                  </a:lnTo>
                  <a:lnTo>
                    <a:pt x="3942" y="558"/>
                  </a:lnTo>
                  <a:lnTo>
                    <a:pt x="3948" y="576"/>
                  </a:lnTo>
                  <a:lnTo>
                    <a:pt x="3978" y="588"/>
                  </a:lnTo>
                  <a:lnTo>
                    <a:pt x="3936" y="576"/>
                  </a:lnTo>
                  <a:lnTo>
                    <a:pt x="3948" y="600"/>
                  </a:lnTo>
                  <a:lnTo>
                    <a:pt x="3936" y="594"/>
                  </a:lnTo>
                  <a:lnTo>
                    <a:pt x="3930" y="594"/>
                  </a:lnTo>
                  <a:lnTo>
                    <a:pt x="3918" y="588"/>
                  </a:lnTo>
                  <a:lnTo>
                    <a:pt x="3894" y="588"/>
                  </a:lnTo>
                  <a:lnTo>
                    <a:pt x="3882" y="594"/>
                  </a:lnTo>
                  <a:lnTo>
                    <a:pt x="3876" y="606"/>
                  </a:lnTo>
                  <a:lnTo>
                    <a:pt x="3882" y="612"/>
                  </a:lnTo>
                  <a:lnTo>
                    <a:pt x="3888" y="624"/>
                  </a:lnTo>
                  <a:lnTo>
                    <a:pt x="3894" y="630"/>
                  </a:lnTo>
                  <a:lnTo>
                    <a:pt x="3900" y="660"/>
                  </a:lnTo>
                  <a:lnTo>
                    <a:pt x="3894" y="660"/>
                  </a:lnTo>
                  <a:lnTo>
                    <a:pt x="3888" y="654"/>
                  </a:lnTo>
                  <a:lnTo>
                    <a:pt x="3864" y="642"/>
                  </a:lnTo>
                  <a:lnTo>
                    <a:pt x="3852" y="642"/>
                  </a:lnTo>
                  <a:lnTo>
                    <a:pt x="3828" y="666"/>
                  </a:lnTo>
                  <a:lnTo>
                    <a:pt x="3828" y="678"/>
                  </a:lnTo>
                  <a:lnTo>
                    <a:pt x="3846" y="678"/>
                  </a:lnTo>
                  <a:lnTo>
                    <a:pt x="3858" y="690"/>
                  </a:lnTo>
                  <a:lnTo>
                    <a:pt x="3810" y="714"/>
                  </a:lnTo>
                  <a:lnTo>
                    <a:pt x="3750" y="720"/>
                  </a:lnTo>
                  <a:lnTo>
                    <a:pt x="3762" y="720"/>
                  </a:lnTo>
                  <a:lnTo>
                    <a:pt x="3798" y="702"/>
                  </a:lnTo>
                  <a:lnTo>
                    <a:pt x="3810" y="690"/>
                  </a:lnTo>
                  <a:lnTo>
                    <a:pt x="3810" y="684"/>
                  </a:lnTo>
                  <a:lnTo>
                    <a:pt x="3804" y="684"/>
                  </a:lnTo>
                  <a:lnTo>
                    <a:pt x="3792" y="672"/>
                  </a:lnTo>
                  <a:lnTo>
                    <a:pt x="3786" y="672"/>
                  </a:lnTo>
                  <a:lnTo>
                    <a:pt x="3786" y="660"/>
                  </a:lnTo>
                  <a:lnTo>
                    <a:pt x="3804" y="642"/>
                  </a:lnTo>
                  <a:lnTo>
                    <a:pt x="3816" y="636"/>
                  </a:lnTo>
                  <a:lnTo>
                    <a:pt x="3828" y="636"/>
                  </a:lnTo>
                  <a:lnTo>
                    <a:pt x="3828" y="606"/>
                  </a:lnTo>
                  <a:lnTo>
                    <a:pt x="3840" y="600"/>
                  </a:lnTo>
                  <a:lnTo>
                    <a:pt x="3858" y="582"/>
                  </a:lnTo>
                  <a:lnTo>
                    <a:pt x="3876" y="576"/>
                  </a:lnTo>
                  <a:lnTo>
                    <a:pt x="3882" y="570"/>
                  </a:lnTo>
                  <a:lnTo>
                    <a:pt x="3894" y="564"/>
                  </a:lnTo>
                  <a:lnTo>
                    <a:pt x="3906" y="564"/>
                  </a:lnTo>
                  <a:lnTo>
                    <a:pt x="3918" y="558"/>
                  </a:lnTo>
                  <a:lnTo>
                    <a:pt x="3936" y="552"/>
                  </a:lnTo>
                  <a:lnTo>
                    <a:pt x="3954" y="552"/>
                  </a:lnTo>
                  <a:lnTo>
                    <a:pt x="3966" y="546"/>
                  </a:lnTo>
                  <a:lnTo>
                    <a:pt x="3972" y="540"/>
                  </a:lnTo>
                  <a:lnTo>
                    <a:pt x="3942" y="534"/>
                  </a:lnTo>
                  <a:lnTo>
                    <a:pt x="3852" y="534"/>
                  </a:lnTo>
                  <a:lnTo>
                    <a:pt x="3822" y="540"/>
                  </a:lnTo>
                  <a:lnTo>
                    <a:pt x="3786" y="558"/>
                  </a:lnTo>
                  <a:lnTo>
                    <a:pt x="3744" y="576"/>
                  </a:lnTo>
                  <a:lnTo>
                    <a:pt x="3720" y="594"/>
                  </a:lnTo>
                  <a:lnTo>
                    <a:pt x="3708" y="600"/>
                  </a:lnTo>
                  <a:lnTo>
                    <a:pt x="3702" y="600"/>
                  </a:lnTo>
                  <a:lnTo>
                    <a:pt x="3696" y="606"/>
                  </a:lnTo>
                  <a:lnTo>
                    <a:pt x="3684" y="606"/>
                  </a:lnTo>
                  <a:lnTo>
                    <a:pt x="3660" y="618"/>
                  </a:lnTo>
                  <a:lnTo>
                    <a:pt x="3654" y="618"/>
                  </a:lnTo>
                  <a:lnTo>
                    <a:pt x="3642" y="624"/>
                  </a:lnTo>
                  <a:lnTo>
                    <a:pt x="3630" y="636"/>
                  </a:lnTo>
                  <a:lnTo>
                    <a:pt x="3618" y="642"/>
                  </a:lnTo>
                  <a:lnTo>
                    <a:pt x="3600" y="660"/>
                  </a:lnTo>
                  <a:lnTo>
                    <a:pt x="3588" y="666"/>
                  </a:lnTo>
                  <a:lnTo>
                    <a:pt x="3582" y="678"/>
                  </a:lnTo>
                  <a:lnTo>
                    <a:pt x="3582" y="684"/>
                  </a:lnTo>
                  <a:lnTo>
                    <a:pt x="3588" y="690"/>
                  </a:lnTo>
                  <a:lnTo>
                    <a:pt x="3612" y="690"/>
                  </a:lnTo>
                  <a:lnTo>
                    <a:pt x="3648" y="696"/>
                  </a:lnTo>
                  <a:lnTo>
                    <a:pt x="3672" y="696"/>
                  </a:lnTo>
                  <a:lnTo>
                    <a:pt x="3684" y="708"/>
                  </a:lnTo>
                  <a:lnTo>
                    <a:pt x="3666" y="714"/>
                  </a:lnTo>
                  <a:lnTo>
                    <a:pt x="3594" y="726"/>
                  </a:lnTo>
                  <a:lnTo>
                    <a:pt x="3570" y="732"/>
                  </a:lnTo>
                  <a:lnTo>
                    <a:pt x="3576" y="738"/>
                  </a:lnTo>
                  <a:lnTo>
                    <a:pt x="3594" y="750"/>
                  </a:lnTo>
                  <a:lnTo>
                    <a:pt x="3630" y="762"/>
                  </a:lnTo>
                  <a:lnTo>
                    <a:pt x="3642" y="768"/>
                  </a:lnTo>
                  <a:lnTo>
                    <a:pt x="3648" y="768"/>
                  </a:lnTo>
                  <a:lnTo>
                    <a:pt x="3690" y="750"/>
                  </a:lnTo>
                  <a:lnTo>
                    <a:pt x="3690" y="762"/>
                  </a:lnTo>
                  <a:lnTo>
                    <a:pt x="3702" y="774"/>
                  </a:lnTo>
                  <a:lnTo>
                    <a:pt x="3744" y="774"/>
                  </a:lnTo>
                  <a:lnTo>
                    <a:pt x="3786" y="780"/>
                  </a:lnTo>
                  <a:lnTo>
                    <a:pt x="3834" y="786"/>
                  </a:lnTo>
                  <a:lnTo>
                    <a:pt x="3876" y="792"/>
                  </a:lnTo>
                  <a:lnTo>
                    <a:pt x="3894" y="792"/>
                  </a:lnTo>
                  <a:lnTo>
                    <a:pt x="3900" y="786"/>
                  </a:lnTo>
                  <a:lnTo>
                    <a:pt x="3894" y="780"/>
                  </a:lnTo>
                  <a:lnTo>
                    <a:pt x="3882" y="774"/>
                  </a:lnTo>
                  <a:lnTo>
                    <a:pt x="3876" y="768"/>
                  </a:lnTo>
                  <a:lnTo>
                    <a:pt x="3894" y="768"/>
                  </a:lnTo>
                  <a:lnTo>
                    <a:pt x="3930" y="774"/>
                  </a:lnTo>
                  <a:lnTo>
                    <a:pt x="3966" y="774"/>
                  </a:lnTo>
                  <a:lnTo>
                    <a:pt x="3990" y="780"/>
                  </a:lnTo>
                  <a:lnTo>
                    <a:pt x="4002" y="780"/>
                  </a:lnTo>
                  <a:lnTo>
                    <a:pt x="4020" y="786"/>
                  </a:lnTo>
                  <a:lnTo>
                    <a:pt x="4032" y="792"/>
                  </a:lnTo>
                  <a:lnTo>
                    <a:pt x="4050" y="792"/>
                  </a:lnTo>
                  <a:lnTo>
                    <a:pt x="4062" y="786"/>
                  </a:lnTo>
                  <a:lnTo>
                    <a:pt x="4062" y="774"/>
                  </a:lnTo>
                  <a:lnTo>
                    <a:pt x="4056" y="768"/>
                  </a:lnTo>
                  <a:lnTo>
                    <a:pt x="4050" y="756"/>
                  </a:lnTo>
                  <a:lnTo>
                    <a:pt x="4044" y="750"/>
                  </a:lnTo>
                  <a:lnTo>
                    <a:pt x="4092" y="738"/>
                  </a:lnTo>
                  <a:lnTo>
                    <a:pt x="4092" y="744"/>
                  </a:lnTo>
                  <a:lnTo>
                    <a:pt x="4098" y="750"/>
                  </a:lnTo>
                  <a:lnTo>
                    <a:pt x="4104" y="762"/>
                  </a:lnTo>
                  <a:lnTo>
                    <a:pt x="4104" y="768"/>
                  </a:lnTo>
                  <a:lnTo>
                    <a:pt x="4110" y="774"/>
                  </a:lnTo>
                  <a:lnTo>
                    <a:pt x="4116" y="774"/>
                  </a:lnTo>
                  <a:lnTo>
                    <a:pt x="4122" y="780"/>
                  </a:lnTo>
                  <a:lnTo>
                    <a:pt x="4134" y="786"/>
                  </a:lnTo>
                  <a:lnTo>
                    <a:pt x="4140" y="792"/>
                  </a:lnTo>
                  <a:lnTo>
                    <a:pt x="4170" y="786"/>
                  </a:lnTo>
                  <a:lnTo>
                    <a:pt x="4170" y="792"/>
                  </a:lnTo>
                  <a:lnTo>
                    <a:pt x="4164" y="798"/>
                  </a:lnTo>
                  <a:lnTo>
                    <a:pt x="4164" y="816"/>
                  </a:lnTo>
                  <a:lnTo>
                    <a:pt x="4170" y="816"/>
                  </a:lnTo>
                  <a:lnTo>
                    <a:pt x="4182" y="822"/>
                  </a:lnTo>
                  <a:lnTo>
                    <a:pt x="4200" y="822"/>
                  </a:lnTo>
                  <a:lnTo>
                    <a:pt x="4206" y="828"/>
                  </a:lnTo>
                  <a:lnTo>
                    <a:pt x="4212" y="828"/>
                  </a:lnTo>
                  <a:lnTo>
                    <a:pt x="4194" y="846"/>
                  </a:lnTo>
                  <a:lnTo>
                    <a:pt x="4194" y="858"/>
                  </a:lnTo>
                  <a:lnTo>
                    <a:pt x="4230" y="858"/>
                  </a:lnTo>
                  <a:lnTo>
                    <a:pt x="4224" y="882"/>
                  </a:lnTo>
                  <a:lnTo>
                    <a:pt x="4236" y="882"/>
                  </a:lnTo>
                  <a:lnTo>
                    <a:pt x="4248" y="888"/>
                  </a:lnTo>
                  <a:lnTo>
                    <a:pt x="4254" y="888"/>
                  </a:lnTo>
                  <a:lnTo>
                    <a:pt x="4278" y="900"/>
                  </a:lnTo>
                  <a:lnTo>
                    <a:pt x="4278" y="924"/>
                  </a:lnTo>
                  <a:lnTo>
                    <a:pt x="4266" y="948"/>
                  </a:lnTo>
                  <a:lnTo>
                    <a:pt x="4254" y="966"/>
                  </a:lnTo>
                  <a:lnTo>
                    <a:pt x="4248" y="978"/>
                  </a:lnTo>
                  <a:lnTo>
                    <a:pt x="4236" y="990"/>
                  </a:lnTo>
                  <a:lnTo>
                    <a:pt x="4218" y="996"/>
                  </a:lnTo>
                  <a:lnTo>
                    <a:pt x="4182" y="1014"/>
                  </a:lnTo>
                  <a:lnTo>
                    <a:pt x="4140" y="1026"/>
                  </a:lnTo>
                  <a:lnTo>
                    <a:pt x="4092" y="1050"/>
                  </a:lnTo>
                  <a:lnTo>
                    <a:pt x="4098" y="1056"/>
                  </a:lnTo>
                  <a:lnTo>
                    <a:pt x="4110" y="1062"/>
                  </a:lnTo>
                  <a:lnTo>
                    <a:pt x="4122" y="1074"/>
                  </a:lnTo>
                  <a:lnTo>
                    <a:pt x="4122" y="1080"/>
                  </a:lnTo>
                  <a:lnTo>
                    <a:pt x="4116" y="1086"/>
                  </a:lnTo>
                  <a:lnTo>
                    <a:pt x="4080" y="1098"/>
                  </a:lnTo>
                  <a:lnTo>
                    <a:pt x="4062" y="1098"/>
                  </a:lnTo>
                  <a:lnTo>
                    <a:pt x="3984" y="1110"/>
                  </a:lnTo>
                  <a:lnTo>
                    <a:pt x="3978" y="1128"/>
                  </a:lnTo>
                  <a:lnTo>
                    <a:pt x="3960" y="1110"/>
                  </a:lnTo>
                  <a:lnTo>
                    <a:pt x="3954" y="1110"/>
                  </a:lnTo>
                  <a:lnTo>
                    <a:pt x="3948" y="1104"/>
                  </a:lnTo>
                  <a:lnTo>
                    <a:pt x="3930" y="1104"/>
                  </a:lnTo>
                  <a:lnTo>
                    <a:pt x="3918" y="1098"/>
                  </a:lnTo>
                  <a:lnTo>
                    <a:pt x="3900" y="1098"/>
                  </a:lnTo>
                  <a:lnTo>
                    <a:pt x="3888" y="1104"/>
                  </a:lnTo>
                  <a:lnTo>
                    <a:pt x="3882" y="1110"/>
                  </a:lnTo>
                  <a:lnTo>
                    <a:pt x="3882" y="1122"/>
                  </a:lnTo>
                  <a:lnTo>
                    <a:pt x="3870" y="1122"/>
                  </a:lnTo>
                  <a:lnTo>
                    <a:pt x="3858" y="1128"/>
                  </a:lnTo>
                  <a:lnTo>
                    <a:pt x="3840" y="1134"/>
                  </a:lnTo>
                  <a:lnTo>
                    <a:pt x="3828" y="1140"/>
                  </a:lnTo>
                  <a:lnTo>
                    <a:pt x="3822" y="1146"/>
                  </a:lnTo>
                  <a:lnTo>
                    <a:pt x="3816" y="1158"/>
                  </a:lnTo>
                  <a:lnTo>
                    <a:pt x="3816" y="1170"/>
                  </a:lnTo>
                  <a:lnTo>
                    <a:pt x="3822" y="1182"/>
                  </a:lnTo>
                  <a:lnTo>
                    <a:pt x="3834" y="1188"/>
                  </a:lnTo>
                  <a:lnTo>
                    <a:pt x="3864" y="1188"/>
                  </a:lnTo>
                  <a:lnTo>
                    <a:pt x="3876" y="1182"/>
                  </a:lnTo>
                  <a:lnTo>
                    <a:pt x="3894" y="1182"/>
                  </a:lnTo>
                  <a:lnTo>
                    <a:pt x="3906" y="1176"/>
                  </a:lnTo>
                  <a:lnTo>
                    <a:pt x="3924" y="1170"/>
                  </a:lnTo>
                  <a:lnTo>
                    <a:pt x="3936" y="1164"/>
                  </a:lnTo>
                  <a:lnTo>
                    <a:pt x="3966" y="1164"/>
                  </a:lnTo>
                  <a:lnTo>
                    <a:pt x="3978" y="1176"/>
                  </a:lnTo>
                  <a:lnTo>
                    <a:pt x="3996" y="1176"/>
                  </a:lnTo>
                  <a:lnTo>
                    <a:pt x="4002" y="1170"/>
                  </a:lnTo>
                  <a:lnTo>
                    <a:pt x="4002" y="1152"/>
                  </a:lnTo>
                  <a:lnTo>
                    <a:pt x="4026" y="1128"/>
                  </a:lnTo>
                  <a:lnTo>
                    <a:pt x="4014" y="1140"/>
                  </a:lnTo>
                  <a:lnTo>
                    <a:pt x="4014" y="1146"/>
                  </a:lnTo>
                  <a:lnTo>
                    <a:pt x="4020" y="1152"/>
                  </a:lnTo>
                  <a:lnTo>
                    <a:pt x="4086" y="1152"/>
                  </a:lnTo>
                  <a:lnTo>
                    <a:pt x="4080" y="1158"/>
                  </a:lnTo>
                  <a:lnTo>
                    <a:pt x="4068" y="1164"/>
                  </a:lnTo>
                  <a:lnTo>
                    <a:pt x="4062" y="1170"/>
                  </a:lnTo>
                  <a:lnTo>
                    <a:pt x="4062" y="1176"/>
                  </a:lnTo>
                  <a:lnTo>
                    <a:pt x="4068" y="1182"/>
                  </a:lnTo>
                  <a:lnTo>
                    <a:pt x="4080" y="1182"/>
                  </a:lnTo>
                  <a:lnTo>
                    <a:pt x="4086" y="1188"/>
                  </a:lnTo>
                  <a:lnTo>
                    <a:pt x="4098" y="1188"/>
                  </a:lnTo>
                  <a:lnTo>
                    <a:pt x="4086" y="1200"/>
                  </a:lnTo>
                  <a:lnTo>
                    <a:pt x="4086" y="1206"/>
                  </a:lnTo>
                  <a:lnTo>
                    <a:pt x="4092" y="1212"/>
                  </a:lnTo>
                  <a:lnTo>
                    <a:pt x="4116" y="1224"/>
                  </a:lnTo>
                  <a:lnTo>
                    <a:pt x="4146" y="1224"/>
                  </a:lnTo>
                  <a:lnTo>
                    <a:pt x="4098" y="1242"/>
                  </a:lnTo>
                  <a:lnTo>
                    <a:pt x="4098" y="1248"/>
                  </a:lnTo>
                  <a:lnTo>
                    <a:pt x="4110" y="1260"/>
                  </a:lnTo>
                  <a:lnTo>
                    <a:pt x="4110" y="1266"/>
                  </a:lnTo>
                  <a:lnTo>
                    <a:pt x="4116" y="1272"/>
                  </a:lnTo>
                  <a:lnTo>
                    <a:pt x="4122" y="1266"/>
                  </a:lnTo>
                  <a:lnTo>
                    <a:pt x="4128" y="1266"/>
                  </a:lnTo>
                  <a:lnTo>
                    <a:pt x="4140" y="1260"/>
                  </a:lnTo>
                  <a:lnTo>
                    <a:pt x="4146" y="1272"/>
                  </a:lnTo>
                  <a:lnTo>
                    <a:pt x="4158" y="1284"/>
                  </a:lnTo>
                  <a:lnTo>
                    <a:pt x="4182" y="1284"/>
                  </a:lnTo>
                  <a:lnTo>
                    <a:pt x="4194" y="1290"/>
                  </a:lnTo>
                  <a:lnTo>
                    <a:pt x="4206" y="1290"/>
                  </a:lnTo>
                  <a:lnTo>
                    <a:pt x="4206" y="1308"/>
                  </a:lnTo>
                  <a:lnTo>
                    <a:pt x="4212" y="1314"/>
                  </a:lnTo>
                  <a:lnTo>
                    <a:pt x="4224" y="1320"/>
                  </a:lnTo>
                  <a:lnTo>
                    <a:pt x="4272" y="1320"/>
                  </a:lnTo>
                  <a:lnTo>
                    <a:pt x="4290" y="1326"/>
                  </a:lnTo>
                  <a:lnTo>
                    <a:pt x="4350" y="1356"/>
                  </a:lnTo>
                  <a:lnTo>
                    <a:pt x="4356" y="1362"/>
                  </a:lnTo>
                  <a:lnTo>
                    <a:pt x="4362" y="1362"/>
                  </a:lnTo>
                  <a:lnTo>
                    <a:pt x="4362" y="1356"/>
                  </a:lnTo>
                  <a:lnTo>
                    <a:pt x="4368" y="1350"/>
                  </a:lnTo>
                  <a:lnTo>
                    <a:pt x="4368" y="1320"/>
                  </a:lnTo>
                  <a:lnTo>
                    <a:pt x="4362" y="1308"/>
                  </a:lnTo>
                  <a:lnTo>
                    <a:pt x="4350" y="1296"/>
                  </a:lnTo>
                  <a:lnTo>
                    <a:pt x="4338" y="1290"/>
                  </a:lnTo>
                  <a:lnTo>
                    <a:pt x="4320" y="1272"/>
                  </a:lnTo>
                  <a:lnTo>
                    <a:pt x="4314" y="1272"/>
                  </a:lnTo>
                  <a:lnTo>
                    <a:pt x="4308" y="1260"/>
                  </a:lnTo>
                  <a:lnTo>
                    <a:pt x="4302" y="1254"/>
                  </a:lnTo>
                  <a:lnTo>
                    <a:pt x="4290" y="1230"/>
                  </a:lnTo>
                  <a:lnTo>
                    <a:pt x="4290" y="1224"/>
                  </a:lnTo>
                  <a:lnTo>
                    <a:pt x="4308" y="1224"/>
                  </a:lnTo>
                  <a:lnTo>
                    <a:pt x="4314" y="1230"/>
                  </a:lnTo>
                  <a:lnTo>
                    <a:pt x="4326" y="1236"/>
                  </a:lnTo>
                  <a:lnTo>
                    <a:pt x="4332" y="1242"/>
                  </a:lnTo>
                  <a:lnTo>
                    <a:pt x="4332" y="1212"/>
                  </a:lnTo>
                  <a:lnTo>
                    <a:pt x="4332" y="1218"/>
                  </a:lnTo>
                  <a:lnTo>
                    <a:pt x="4344" y="1230"/>
                  </a:lnTo>
                  <a:lnTo>
                    <a:pt x="4350" y="1242"/>
                  </a:lnTo>
                  <a:lnTo>
                    <a:pt x="4362" y="1254"/>
                  </a:lnTo>
                  <a:lnTo>
                    <a:pt x="4374" y="1254"/>
                  </a:lnTo>
                  <a:lnTo>
                    <a:pt x="4386" y="1248"/>
                  </a:lnTo>
                  <a:lnTo>
                    <a:pt x="4398" y="1248"/>
                  </a:lnTo>
                  <a:lnTo>
                    <a:pt x="4398" y="1272"/>
                  </a:lnTo>
                  <a:lnTo>
                    <a:pt x="4404" y="1278"/>
                  </a:lnTo>
                  <a:lnTo>
                    <a:pt x="4416" y="1278"/>
                  </a:lnTo>
                  <a:lnTo>
                    <a:pt x="4428" y="1290"/>
                  </a:lnTo>
                  <a:lnTo>
                    <a:pt x="4452" y="1272"/>
                  </a:lnTo>
                  <a:lnTo>
                    <a:pt x="4464" y="1284"/>
                  </a:lnTo>
                  <a:lnTo>
                    <a:pt x="4470" y="1284"/>
                  </a:lnTo>
                  <a:lnTo>
                    <a:pt x="4476" y="1278"/>
                  </a:lnTo>
                  <a:lnTo>
                    <a:pt x="4476" y="1260"/>
                  </a:lnTo>
                  <a:lnTo>
                    <a:pt x="4470" y="1254"/>
                  </a:lnTo>
                  <a:lnTo>
                    <a:pt x="4488" y="1212"/>
                  </a:lnTo>
                  <a:lnTo>
                    <a:pt x="4488" y="1236"/>
                  </a:lnTo>
                  <a:lnTo>
                    <a:pt x="4500" y="1248"/>
                  </a:lnTo>
                  <a:lnTo>
                    <a:pt x="4512" y="1236"/>
                  </a:lnTo>
                  <a:lnTo>
                    <a:pt x="4518" y="1218"/>
                  </a:lnTo>
                  <a:lnTo>
                    <a:pt x="4518" y="1206"/>
                  </a:lnTo>
                  <a:lnTo>
                    <a:pt x="4494" y="1182"/>
                  </a:lnTo>
                  <a:lnTo>
                    <a:pt x="4518" y="1176"/>
                  </a:lnTo>
                  <a:lnTo>
                    <a:pt x="4500" y="1164"/>
                  </a:lnTo>
                  <a:lnTo>
                    <a:pt x="4500" y="1146"/>
                  </a:lnTo>
                  <a:lnTo>
                    <a:pt x="4470" y="1146"/>
                  </a:lnTo>
                  <a:lnTo>
                    <a:pt x="4470" y="1134"/>
                  </a:lnTo>
                  <a:lnTo>
                    <a:pt x="4446" y="1134"/>
                  </a:lnTo>
                  <a:lnTo>
                    <a:pt x="4446" y="1080"/>
                  </a:lnTo>
                  <a:lnTo>
                    <a:pt x="4416" y="1086"/>
                  </a:lnTo>
                  <a:lnTo>
                    <a:pt x="4410" y="1080"/>
                  </a:lnTo>
                  <a:lnTo>
                    <a:pt x="4410" y="1056"/>
                  </a:lnTo>
                  <a:lnTo>
                    <a:pt x="4416" y="1050"/>
                  </a:lnTo>
                  <a:lnTo>
                    <a:pt x="4428" y="1050"/>
                  </a:lnTo>
                  <a:lnTo>
                    <a:pt x="4434" y="1056"/>
                  </a:lnTo>
                  <a:lnTo>
                    <a:pt x="4446" y="1062"/>
                  </a:lnTo>
                  <a:lnTo>
                    <a:pt x="4452" y="1068"/>
                  </a:lnTo>
                  <a:lnTo>
                    <a:pt x="4458" y="1068"/>
                  </a:lnTo>
                  <a:lnTo>
                    <a:pt x="4464" y="1062"/>
                  </a:lnTo>
                  <a:lnTo>
                    <a:pt x="4464" y="1026"/>
                  </a:lnTo>
                  <a:lnTo>
                    <a:pt x="4488" y="1032"/>
                  </a:lnTo>
                  <a:lnTo>
                    <a:pt x="4524" y="1014"/>
                  </a:lnTo>
                  <a:lnTo>
                    <a:pt x="4524" y="1026"/>
                  </a:lnTo>
                  <a:lnTo>
                    <a:pt x="4530" y="1038"/>
                  </a:lnTo>
                  <a:lnTo>
                    <a:pt x="4530" y="1044"/>
                  </a:lnTo>
                  <a:lnTo>
                    <a:pt x="4536" y="1050"/>
                  </a:lnTo>
                  <a:lnTo>
                    <a:pt x="4548" y="1044"/>
                  </a:lnTo>
                  <a:lnTo>
                    <a:pt x="4566" y="1044"/>
                  </a:lnTo>
                  <a:lnTo>
                    <a:pt x="4554" y="1062"/>
                  </a:lnTo>
                  <a:lnTo>
                    <a:pt x="4578" y="1062"/>
                  </a:lnTo>
                  <a:lnTo>
                    <a:pt x="4566" y="1092"/>
                  </a:lnTo>
                  <a:lnTo>
                    <a:pt x="4566" y="1098"/>
                  </a:lnTo>
                  <a:lnTo>
                    <a:pt x="4584" y="1116"/>
                  </a:lnTo>
                  <a:lnTo>
                    <a:pt x="4590" y="1128"/>
                  </a:lnTo>
                  <a:lnTo>
                    <a:pt x="4614" y="1140"/>
                  </a:lnTo>
                  <a:lnTo>
                    <a:pt x="4626" y="1134"/>
                  </a:lnTo>
                  <a:lnTo>
                    <a:pt x="4638" y="1122"/>
                  </a:lnTo>
                  <a:lnTo>
                    <a:pt x="4656" y="1086"/>
                  </a:lnTo>
                  <a:lnTo>
                    <a:pt x="4656" y="1080"/>
                  </a:lnTo>
                  <a:lnTo>
                    <a:pt x="4662" y="1068"/>
                  </a:lnTo>
                  <a:lnTo>
                    <a:pt x="4668" y="1074"/>
                  </a:lnTo>
                  <a:lnTo>
                    <a:pt x="4680" y="1080"/>
                  </a:lnTo>
                  <a:lnTo>
                    <a:pt x="4692" y="1080"/>
                  </a:lnTo>
                  <a:lnTo>
                    <a:pt x="4698" y="1086"/>
                  </a:lnTo>
                  <a:lnTo>
                    <a:pt x="4710" y="1080"/>
                  </a:lnTo>
                  <a:lnTo>
                    <a:pt x="4722" y="1068"/>
                  </a:lnTo>
                  <a:lnTo>
                    <a:pt x="4728" y="1056"/>
                  </a:lnTo>
                  <a:lnTo>
                    <a:pt x="4728" y="1038"/>
                  </a:lnTo>
                  <a:lnTo>
                    <a:pt x="4794" y="1038"/>
                  </a:lnTo>
                  <a:lnTo>
                    <a:pt x="4806" y="1026"/>
                  </a:lnTo>
                  <a:lnTo>
                    <a:pt x="4812" y="1014"/>
                  </a:lnTo>
                  <a:lnTo>
                    <a:pt x="4800" y="1002"/>
                  </a:lnTo>
                  <a:lnTo>
                    <a:pt x="4788" y="996"/>
                  </a:lnTo>
                  <a:lnTo>
                    <a:pt x="4758" y="996"/>
                  </a:lnTo>
                  <a:close/>
                  <a:moveTo>
                    <a:pt x="4476" y="1308"/>
                  </a:moveTo>
                  <a:lnTo>
                    <a:pt x="4446" y="1308"/>
                  </a:lnTo>
                  <a:lnTo>
                    <a:pt x="4440" y="1326"/>
                  </a:lnTo>
                  <a:lnTo>
                    <a:pt x="4476" y="1320"/>
                  </a:lnTo>
                  <a:lnTo>
                    <a:pt x="4476" y="1308"/>
                  </a:lnTo>
                  <a:close/>
                  <a:moveTo>
                    <a:pt x="4140" y="1290"/>
                  </a:moveTo>
                  <a:lnTo>
                    <a:pt x="4134" y="1290"/>
                  </a:lnTo>
                  <a:lnTo>
                    <a:pt x="4128" y="1296"/>
                  </a:lnTo>
                  <a:lnTo>
                    <a:pt x="4128" y="1308"/>
                  </a:lnTo>
                  <a:lnTo>
                    <a:pt x="4134" y="1314"/>
                  </a:lnTo>
                  <a:lnTo>
                    <a:pt x="4158" y="1314"/>
                  </a:lnTo>
                  <a:lnTo>
                    <a:pt x="4164" y="1308"/>
                  </a:lnTo>
                  <a:lnTo>
                    <a:pt x="4164" y="1296"/>
                  </a:lnTo>
                  <a:lnTo>
                    <a:pt x="4158" y="1290"/>
                  </a:lnTo>
                  <a:lnTo>
                    <a:pt x="4140" y="1290"/>
                  </a:lnTo>
                  <a:close/>
                  <a:moveTo>
                    <a:pt x="3834" y="1242"/>
                  </a:moveTo>
                  <a:lnTo>
                    <a:pt x="3840" y="1236"/>
                  </a:lnTo>
                  <a:lnTo>
                    <a:pt x="3834" y="1230"/>
                  </a:lnTo>
                  <a:lnTo>
                    <a:pt x="3828" y="1230"/>
                  </a:lnTo>
                  <a:lnTo>
                    <a:pt x="3822" y="1224"/>
                  </a:lnTo>
                  <a:lnTo>
                    <a:pt x="3810" y="1224"/>
                  </a:lnTo>
                  <a:lnTo>
                    <a:pt x="3810" y="1236"/>
                  </a:lnTo>
                  <a:lnTo>
                    <a:pt x="3816" y="1242"/>
                  </a:lnTo>
                  <a:lnTo>
                    <a:pt x="3816" y="1248"/>
                  </a:lnTo>
                  <a:lnTo>
                    <a:pt x="3828" y="1248"/>
                  </a:lnTo>
                  <a:lnTo>
                    <a:pt x="3834" y="1242"/>
                  </a:lnTo>
                  <a:close/>
                  <a:moveTo>
                    <a:pt x="4206" y="1452"/>
                  </a:moveTo>
                  <a:lnTo>
                    <a:pt x="4170" y="1452"/>
                  </a:lnTo>
                  <a:lnTo>
                    <a:pt x="4206" y="1476"/>
                  </a:lnTo>
                  <a:lnTo>
                    <a:pt x="4218" y="1470"/>
                  </a:lnTo>
                  <a:lnTo>
                    <a:pt x="4218" y="1458"/>
                  </a:lnTo>
                  <a:lnTo>
                    <a:pt x="4212" y="1458"/>
                  </a:lnTo>
                  <a:lnTo>
                    <a:pt x="4206" y="1452"/>
                  </a:lnTo>
                  <a:close/>
                  <a:moveTo>
                    <a:pt x="4170" y="870"/>
                  </a:moveTo>
                  <a:lnTo>
                    <a:pt x="4152" y="870"/>
                  </a:lnTo>
                  <a:lnTo>
                    <a:pt x="4152" y="876"/>
                  </a:lnTo>
                  <a:lnTo>
                    <a:pt x="4158" y="882"/>
                  </a:lnTo>
                  <a:lnTo>
                    <a:pt x="4164" y="882"/>
                  </a:lnTo>
                  <a:lnTo>
                    <a:pt x="4170" y="888"/>
                  </a:lnTo>
                  <a:lnTo>
                    <a:pt x="4182" y="882"/>
                  </a:lnTo>
                  <a:lnTo>
                    <a:pt x="4188" y="882"/>
                  </a:lnTo>
                  <a:lnTo>
                    <a:pt x="4194" y="876"/>
                  </a:lnTo>
                  <a:lnTo>
                    <a:pt x="4188" y="870"/>
                  </a:lnTo>
                  <a:lnTo>
                    <a:pt x="4170" y="870"/>
                  </a:lnTo>
                  <a:close/>
                  <a:moveTo>
                    <a:pt x="4170" y="936"/>
                  </a:moveTo>
                  <a:lnTo>
                    <a:pt x="4236" y="936"/>
                  </a:lnTo>
                  <a:lnTo>
                    <a:pt x="4236" y="918"/>
                  </a:lnTo>
                  <a:lnTo>
                    <a:pt x="4188" y="918"/>
                  </a:lnTo>
                  <a:lnTo>
                    <a:pt x="4170" y="936"/>
                  </a:lnTo>
                  <a:close/>
                  <a:moveTo>
                    <a:pt x="5574" y="36"/>
                  </a:moveTo>
                  <a:lnTo>
                    <a:pt x="5490" y="36"/>
                  </a:lnTo>
                  <a:lnTo>
                    <a:pt x="5496" y="24"/>
                  </a:lnTo>
                  <a:lnTo>
                    <a:pt x="5490" y="24"/>
                  </a:lnTo>
                  <a:lnTo>
                    <a:pt x="5484" y="18"/>
                  </a:lnTo>
                  <a:lnTo>
                    <a:pt x="5448" y="18"/>
                  </a:lnTo>
                  <a:lnTo>
                    <a:pt x="5430" y="12"/>
                  </a:lnTo>
                  <a:lnTo>
                    <a:pt x="5400" y="12"/>
                  </a:lnTo>
                  <a:lnTo>
                    <a:pt x="5364" y="18"/>
                  </a:lnTo>
                  <a:lnTo>
                    <a:pt x="5334" y="30"/>
                  </a:lnTo>
                  <a:lnTo>
                    <a:pt x="5304" y="36"/>
                  </a:lnTo>
                  <a:lnTo>
                    <a:pt x="5292" y="36"/>
                  </a:lnTo>
                  <a:lnTo>
                    <a:pt x="5346" y="12"/>
                  </a:lnTo>
                  <a:lnTo>
                    <a:pt x="5274" y="18"/>
                  </a:lnTo>
                  <a:lnTo>
                    <a:pt x="5268" y="18"/>
                  </a:lnTo>
                  <a:lnTo>
                    <a:pt x="5262" y="12"/>
                  </a:lnTo>
                  <a:lnTo>
                    <a:pt x="5250" y="12"/>
                  </a:lnTo>
                  <a:lnTo>
                    <a:pt x="5226" y="0"/>
                  </a:lnTo>
                  <a:lnTo>
                    <a:pt x="5196" y="0"/>
                  </a:lnTo>
                  <a:lnTo>
                    <a:pt x="5190" y="6"/>
                  </a:lnTo>
                  <a:lnTo>
                    <a:pt x="5184" y="18"/>
                  </a:lnTo>
                  <a:lnTo>
                    <a:pt x="5178" y="18"/>
                  </a:lnTo>
                  <a:lnTo>
                    <a:pt x="5172" y="12"/>
                  </a:lnTo>
                  <a:lnTo>
                    <a:pt x="5160" y="6"/>
                  </a:lnTo>
                  <a:lnTo>
                    <a:pt x="5148" y="6"/>
                  </a:lnTo>
                  <a:lnTo>
                    <a:pt x="5136" y="0"/>
                  </a:lnTo>
                  <a:lnTo>
                    <a:pt x="5124" y="0"/>
                  </a:lnTo>
                  <a:lnTo>
                    <a:pt x="5112" y="6"/>
                  </a:lnTo>
                  <a:lnTo>
                    <a:pt x="5106" y="12"/>
                  </a:lnTo>
                  <a:lnTo>
                    <a:pt x="5094" y="18"/>
                  </a:lnTo>
                  <a:lnTo>
                    <a:pt x="5088" y="24"/>
                  </a:lnTo>
                  <a:lnTo>
                    <a:pt x="5046" y="12"/>
                  </a:lnTo>
                  <a:lnTo>
                    <a:pt x="4938" y="6"/>
                  </a:lnTo>
                  <a:lnTo>
                    <a:pt x="4968" y="36"/>
                  </a:lnTo>
                  <a:lnTo>
                    <a:pt x="4902" y="12"/>
                  </a:lnTo>
                  <a:lnTo>
                    <a:pt x="4842" y="24"/>
                  </a:lnTo>
                  <a:lnTo>
                    <a:pt x="4830" y="24"/>
                  </a:lnTo>
                  <a:lnTo>
                    <a:pt x="4812" y="18"/>
                  </a:lnTo>
                  <a:lnTo>
                    <a:pt x="4746" y="18"/>
                  </a:lnTo>
                  <a:lnTo>
                    <a:pt x="4710" y="24"/>
                  </a:lnTo>
                  <a:lnTo>
                    <a:pt x="4686" y="36"/>
                  </a:lnTo>
                  <a:lnTo>
                    <a:pt x="4674" y="36"/>
                  </a:lnTo>
                  <a:lnTo>
                    <a:pt x="4764" y="60"/>
                  </a:lnTo>
                  <a:lnTo>
                    <a:pt x="4674" y="48"/>
                  </a:lnTo>
                  <a:lnTo>
                    <a:pt x="4662" y="48"/>
                  </a:lnTo>
                  <a:lnTo>
                    <a:pt x="4590" y="36"/>
                  </a:lnTo>
                  <a:lnTo>
                    <a:pt x="4542" y="36"/>
                  </a:lnTo>
                  <a:lnTo>
                    <a:pt x="4530" y="48"/>
                  </a:lnTo>
                  <a:lnTo>
                    <a:pt x="4530" y="60"/>
                  </a:lnTo>
                  <a:lnTo>
                    <a:pt x="4512" y="60"/>
                  </a:lnTo>
                  <a:lnTo>
                    <a:pt x="4482" y="54"/>
                  </a:lnTo>
                  <a:lnTo>
                    <a:pt x="4392" y="54"/>
                  </a:lnTo>
                  <a:lnTo>
                    <a:pt x="4350" y="60"/>
                  </a:lnTo>
                  <a:lnTo>
                    <a:pt x="4302" y="66"/>
                  </a:lnTo>
                  <a:lnTo>
                    <a:pt x="4260" y="66"/>
                  </a:lnTo>
                  <a:lnTo>
                    <a:pt x="4242" y="72"/>
                  </a:lnTo>
                  <a:lnTo>
                    <a:pt x="4260" y="72"/>
                  </a:lnTo>
                  <a:lnTo>
                    <a:pt x="4266" y="78"/>
                  </a:lnTo>
                  <a:lnTo>
                    <a:pt x="4278" y="78"/>
                  </a:lnTo>
                  <a:lnTo>
                    <a:pt x="4362" y="84"/>
                  </a:lnTo>
                  <a:lnTo>
                    <a:pt x="4278" y="96"/>
                  </a:lnTo>
                  <a:lnTo>
                    <a:pt x="4284" y="96"/>
                  </a:lnTo>
                  <a:lnTo>
                    <a:pt x="4290" y="102"/>
                  </a:lnTo>
                  <a:lnTo>
                    <a:pt x="4314" y="114"/>
                  </a:lnTo>
                  <a:lnTo>
                    <a:pt x="4338" y="114"/>
                  </a:lnTo>
                  <a:lnTo>
                    <a:pt x="4356" y="108"/>
                  </a:lnTo>
                  <a:lnTo>
                    <a:pt x="4392" y="108"/>
                  </a:lnTo>
                  <a:lnTo>
                    <a:pt x="4398" y="102"/>
                  </a:lnTo>
                  <a:lnTo>
                    <a:pt x="4410" y="102"/>
                  </a:lnTo>
                  <a:lnTo>
                    <a:pt x="4416" y="96"/>
                  </a:lnTo>
                  <a:lnTo>
                    <a:pt x="4440" y="96"/>
                  </a:lnTo>
                  <a:lnTo>
                    <a:pt x="4458" y="90"/>
                  </a:lnTo>
                  <a:lnTo>
                    <a:pt x="4500" y="90"/>
                  </a:lnTo>
                  <a:lnTo>
                    <a:pt x="4518" y="96"/>
                  </a:lnTo>
                  <a:lnTo>
                    <a:pt x="4536" y="96"/>
                  </a:lnTo>
                  <a:lnTo>
                    <a:pt x="4548" y="102"/>
                  </a:lnTo>
                  <a:lnTo>
                    <a:pt x="4560" y="102"/>
                  </a:lnTo>
                  <a:lnTo>
                    <a:pt x="4494" y="102"/>
                  </a:lnTo>
                  <a:lnTo>
                    <a:pt x="4482" y="108"/>
                  </a:lnTo>
                  <a:lnTo>
                    <a:pt x="4458" y="108"/>
                  </a:lnTo>
                  <a:lnTo>
                    <a:pt x="4446" y="114"/>
                  </a:lnTo>
                  <a:lnTo>
                    <a:pt x="4434" y="114"/>
                  </a:lnTo>
                  <a:lnTo>
                    <a:pt x="4422" y="120"/>
                  </a:lnTo>
                  <a:lnTo>
                    <a:pt x="4410" y="120"/>
                  </a:lnTo>
                  <a:lnTo>
                    <a:pt x="4404" y="126"/>
                  </a:lnTo>
                  <a:lnTo>
                    <a:pt x="4398" y="126"/>
                  </a:lnTo>
                  <a:lnTo>
                    <a:pt x="4434" y="126"/>
                  </a:lnTo>
                  <a:lnTo>
                    <a:pt x="4452" y="132"/>
                  </a:lnTo>
                  <a:lnTo>
                    <a:pt x="4488" y="132"/>
                  </a:lnTo>
                  <a:lnTo>
                    <a:pt x="4500" y="126"/>
                  </a:lnTo>
                  <a:lnTo>
                    <a:pt x="4506" y="126"/>
                  </a:lnTo>
                  <a:lnTo>
                    <a:pt x="4512" y="120"/>
                  </a:lnTo>
                  <a:lnTo>
                    <a:pt x="4638" y="120"/>
                  </a:lnTo>
                  <a:lnTo>
                    <a:pt x="4656" y="114"/>
                  </a:lnTo>
                  <a:lnTo>
                    <a:pt x="4680" y="114"/>
                  </a:lnTo>
                  <a:lnTo>
                    <a:pt x="4698" y="108"/>
                  </a:lnTo>
                  <a:lnTo>
                    <a:pt x="4710" y="108"/>
                  </a:lnTo>
                  <a:lnTo>
                    <a:pt x="4722" y="96"/>
                  </a:lnTo>
                  <a:lnTo>
                    <a:pt x="4734" y="96"/>
                  </a:lnTo>
                  <a:lnTo>
                    <a:pt x="4752" y="90"/>
                  </a:lnTo>
                  <a:lnTo>
                    <a:pt x="4770" y="90"/>
                  </a:lnTo>
                  <a:lnTo>
                    <a:pt x="4782" y="84"/>
                  </a:lnTo>
                  <a:lnTo>
                    <a:pt x="4830" y="84"/>
                  </a:lnTo>
                  <a:lnTo>
                    <a:pt x="4746" y="114"/>
                  </a:lnTo>
                  <a:lnTo>
                    <a:pt x="4782" y="114"/>
                  </a:lnTo>
                  <a:lnTo>
                    <a:pt x="4734" y="126"/>
                  </a:lnTo>
                  <a:lnTo>
                    <a:pt x="4716" y="126"/>
                  </a:lnTo>
                  <a:lnTo>
                    <a:pt x="4674" y="132"/>
                  </a:lnTo>
                  <a:lnTo>
                    <a:pt x="4620" y="132"/>
                  </a:lnTo>
                  <a:lnTo>
                    <a:pt x="4566" y="138"/>
                  </a:lnTo>
                  <a:lnTo>
                    <a:pt x="4536" y="138"/>
                  </a:lnTo>
                  <a:lnTo>
                    <a:pt x="4524" y="150"/>
                  </a:lnTo>
                  <a:lnTo>
                    <a:pt x="4524" y="156"/>
                  </a:lnTo>
                  <a:lnTo>
                    <a:pt x="4602" y="174"/>
                  </a:lnTo>
                  <a:lnTo>
                    <a:pt x="4596" y="174"/>
                  </a:lnTo>
                  <a:lnTo>
                    <a:pt x="4590" y="180"/>
                  </a:lnTo>
                  <a:lnTo>
                    <a:pt x="4578" y="180"/>
                  </a:lnTo>
                  <a:lnTo>
                    <a:pt x="4566" y="186"/>
                  </a:lnTo>
                  <a:lnTo>
                    <a:pt x="4542" y="186"/>
                  </a:lnTo>
                  <a:lnTo>
                    <a:pt x="4518" y="174"/>
                  </a:lnTo>
                  <a:lnTo>
                    <a:pt x="4500" y="162"/>
                  </a:lnTo>
                  <a:lnTo>
                    <a:pt x="4476" y="150"/>
                  </a:lnTo>
                  <a:lnTo>
                    <a:pt x="4470" y="144"/>
                  </a:lnTo>
                  <a:lnTo>
                    <a:pt x="4356" y="144"/>
                  </a:lnTo>
                  <a:lnTo>
                    <a:pt x="4350" y="150"/>
                  </a:lnTo>
                  <a:lnTo>
                    <a:pt x="4344" y="162"/>
                  </a:lnTo>
                  <a:lnTo>
                    <a:pt x="4338" y="168"/>
                  </a:lnTo>
                  <a:lnTo>
                    <a:pt x="4368" y="186"/>
                  </a:lnTo>
                  <a:lnTo>
                    <a:pt x="4386" y="204"/>
                  </a:lnTo>
                  <a:lnTo>
                    <a:pt x="4410" y="216"/>
                  </a:lnTo>
                  <a:lnTo>
                    <a:pt x="4458" y="216"/>
                  </a:lnTo>
                  <a:lnTo>
                    <a:pt x="4476" y="210"/>
                  </a:lnTo>
                  <a:lnTo>
                    <a:pt x="4488" y="210"/>
                  </a:lnTo>
                  <a:lnTo>
                    <a:pt x="4476" y="216"/>
                  </a:lnTo>
                  <a:lnTo>
                    <a:pt x="4470" y="228"/>
                  </a:lnTo>
                  <a:lnTo>
                    <a:pt x="4398" y="228"/>
                  </a:lnTo>
                  <a:lnTo>
                    <a:pt x="4380" y="222"/>
                  </a:lnTo>
                  <a:lnTo>
                    <a:pt x="4350" y="222"/>
                  </a:lnTo>
                  <a:lnTo>
                    <a:pt x="4314" y="228"/>
                  </a:lnTo>
                  <a:lnTo>
                    <a:pt x="4272" y="234"/>
                  </a:lnTo>
                  <a:lnTo>
                    <a:pt x="4230" y="234"/>
                  </a:lnTo>
                  <a:lnTo>
                    <a:pt x="4218" y="240"/>
                  </a:lnTo>
                  <a:lnTo>
                    <a:pt x="4200" y="246"/>
                  </a:lnTo>
                  <a:lnTo>
                    <a:pt x="4188" y="258"/>
                  </a:lnTo>
                  <a:lnTo>
                    <a:pt x="4176" y="264"/>
                  </a:lnTo>
                  <a:lnTo>
                    <a:pt x="4170" y="270"/>
                  </a:lnTo>
                  <a:lnTo>
                    <a:pt x="4164" y="270"/>
                  </a:lnTo>
                  <a:lnTo>
                    <a:pt x="4236" y="258"/>
                  </a:lnTo>
                  <a:lnTo>
                    <a:pt x="4236" y="276"/>
                  </a:lnTo>
                  <a:lnTo>
                    <a:pt x="4296" y="258"/>
                  </a:lnTo>
                  <a:lnTo>
                    <a:pt x="4224" y="288"/>
                  </a:lnTo>
                  <a:lnTo>
                    <a:pt x="4230" y="288"/>
                  </a:lnTo>
                  <a:lnTo>
                    <a:pt x="4236" y="294"/>
                  </a:lnTo>
                  <a:lnTo>
                    <a:pt x="4248" y="300"/>
                  </a:lnTo>
                  <a:lnTo>
                    <a:pt x="4278" y="300"/>
                  </a:lnTo>
                  <a:lnTo>
                    <a:pt x="4314" y="288"/>
                  </a:lnTo>
                  <a:lnTo>
                    <a:pt x="4326" y="288"/>
                  </a:lnTo>
                  <a:lnTo>
                    <a:pt x="4344" y="282"/>
                  </a:lnTo>
                  <a:lnTo>
                    <a:pt x="4350" y="276"/>
                  </a:lnTo>
                  <a:lnTo>
                    <a:pt x="4356" y="276"/>
                  </a:lnTo>
                  <a:lnTo>
                    <a:pt x="4254" y="312"/>
                  </a:lnTo>
                  <a:lnTo>
                    <a:pt x="4188" y="312"/>
                  </a:lnTo>
                  <a:lnTo>
                    <a:pt x="4176" y="288"/>
                  </a:lnTo>
                  <a:lnTo>
                    <a:pt x="4164" y="288"/>
                  </a:lnTo>
                  <a:lnTo>
                    <a:pt x="4146" y="282"/>
                  </a:lnTo>
                  <a:lnTo>
                    <a:pt x="4110" y="282"/>
                  </a:lnTo>
                  <a:lnTo>
                    <a:pt x="4104" y="288"/>
                  </a:lnTo>
                  <a:lnTo>
                    <a:pt x="4104" y="300"/>
                  </a:lnTo>
                  <a:lnTo>
                    <a:pt x="4110" y="312"/>
                  </a:lnTo>
                  <a:lnTo>
                    <a:pt x="4110" y="318"/>
                  </a:lnTo>
                  <a:lnTo>
                    <a:pt x="4116" y="324"/>
                  </a:lnTo>
                  <a:lnTo>
                    <a:pt x="4092" y="324"/>
                  </a:lnTo>
                  <a:lnTo>
                    <a:pt x="4074" y="330"/>
                  </a:lnTo>
                  <a:lnTo>
                    <a:pt x="4032" y="330"/>
                  </a:lnTo>
                  <a:lnTo>
                    <a:pt x="4020" y="336"/>
                  </a:lnTo>
                  <a:lnTo>
                    <a:pt x="4002" y="342"/>
                  </a:lnTo>
                  <a:lnTo>
                    <a:pt x="3990" y="348"/>
                  </a:lnTo>
                  <a:lnTo>
                    <a:pt x="3972" y="354"/>
                  </a:lnTo>
                  <a:lnTo>
                    <a:pt x="3936" y="354"/>
                  </a:lnTo>
                  <a:lnTo>
                    <a:pt x="3924" y="360"/>
                  </a:lnTo>
                  <a:lnTo>
                    <a:pt x="3918" y="360"/>
                  </a:lnTo>
                  <a:lnTo>
                    <a:pt x="3924" y="360"/>
                  </a:lnTo>
                  <a:lnTo>
                    <a:pt x="3936" y="366"/>
                  </a:lnTo>
                  <a:lnTo>
                    <a:pt x="3978" y="366"/>
                  </a:lnTo>
                  <a:lnTo>
                    <a:pt x="3990" y="360"/>
                  </a:lnTo>
                  <a:lnTo>
                    <a:pt x="3996" y="354"/>
                  </a:lnTo>
                  <a:lnTo>
                    <a:pt x="3984" y="372"/>
                  </a:lnTo>
                  <a:lnTo>
                    <a:pt x="4020" y="366"/>
                  </a:lnTo>
                  <a:lnTo>
                    <a:pt x="4044" y="354"/>
                  </a:lnTo>
                  <a:lnTo>
                    <a:pt x="4044" y="372"/>
                  </a:lnTo>
                  <a:lnTo>
                    <a:pt x="4074" y="366"/>
                  </a:lnTo>
                  <a:lnTo>
                    <a:pt x="4098" y="366"/>
                  </a:lnTo>
                  <a:lnTo>
                    <a:pt x="4098" y="372"/>
                  </a:lnTo>
                  <a:lnTo>
                    <a:pt x="4104" y="378"/>
                  </a:lnTo>
                  <a:lnTo>
                    <a:pt x="4122" y="378"/>
                  </a:lnTo>
                  <a:lnTo>
                    <a:pt x="4146" y="366"/>
                  </a:lnTo>
                  <a:lnTo>
                    <a:pt x="4152" y="366"/>
                  </a:lnTo>
                  <a:lnTo>
                    <a:pt x="4164" y="360"/>
                  </a:lnTo>
                  <a:lnTo>
                    <a:pt x="4170" y="372"/>
                  </a:lnTo>
                  <a:lnTo>
                    <a:pt x="4200" y="354"/>
                  </a:lnTo>
                  <a:lnTo>
                    <a:pt x="4206" y="360"/>
                  </a:lnTo>
                  <a:lnTo>
                    <a:pt x="4212" y="372"/>
                  </a:lnTo>
                  <a:lnTo>
                    <a:pt x="4224" y="372"/>
                  </a:lnTo>
                  <a:lnTo>
                    <a:pt x="4236" y="366"/>
                  </a:lnTo>
                  <a:lnTo>
                    <a:pt x="4242" y="360"/>
                  </a:lnTo>
                  <a:lnTo>
                    <a:pt x="4248" y="360"/>
                  </a:lnTo>
                  <a:lnTo>
                    <a:pt x="4254" y="366"/>
                  </a:lnTo>
                  <a:lnTo>
                    <a:pt x="4266" y="372"/>
                  </a:lnTo>
                  <a:lnTo>
                    <a:pt x="4284" y="372"/>
                  </a:lnTo>
                  <a:lnTo>
                    <a:pt x="4290" y="366"/>
                  </a:lnTo>
                  <a:lnTo>
                    <a:pt x="4290" y="360"/>
                  </a:lnTo>
                  <a:lnTo>
                    <a:pt x="4284" y="354"/>
                  </a:lnTo>
                  <a:lnTo>
                    <a:pt x="4338" y="372"/>
                  </a:lnTo>
                  <a:lnTo>
                    <a:pt x="4344" y="378"/>
                  </a:lnTo>
                  <a:lnTo>
                    <a:pt x="4350" y="390"/>
                  </a:lnTo>
                  <a:lnTo>
                    <a:pt x="4374" y="390"/>
                  </a:lnTo>
                  <a:lnTo>
                    <a:pt x="4410" y="378"/>
                  </a:lnTo>
                  <a:lnTo>
                    <a:pt x="4440" y="372"/>
                  </a:lnTo>
                  <a:lnTo>
                    <a:pt x="4476" y="372"/>
                  </a:lnTo>
                  <a:lnTo>
                    <a:pt x="4494" y="366"/>
                  </a:lnTo>
                  <a:lnTo>
                    <a:pt x="4506" y="360"/>
                  </a:lnTo>
                  <a:lnTo>
                    <a:pt x="4524" y="342"/>
                  </a:lnTo>
                  <a:lnTo>
                    <a:pt x="4464" y="342"/>
                  </a:lnTo>
                  <a:lnTo>
                    <a:pt x="4470" y="336"/>
                  </a:lnTo>
                  <a:lnTo>
                    <a:pt x="4470" y="330"/>
                  </a:lnTo>
                  <a:lnTo>
                    <a:pt x="4416" y="330"/>
                  </a:lnTo>
                  <a:lnTo>
                    <a:pt x="4362" y="318"/>
                  </a:lnTo>
                  <a:lnTo>
                    <a:pt x="4380" y="300"/>
                  </a:lnTo>
                  <a:lnTo>
                    <a:pt x="4440" y="318"/>
                  </a:lnTo>
                  <a:lnTo>
                    <a:pt x="4452" y="318"/>
                  </a:lnTo>
                  <a:lnTo>
                    <a:pt x="4488" y="312"/>
                  </a:lnTo>
                  <a:lnTo>
                    <a:pt x="4566" y="312"/>
                  </a:lnTo>
                  <a:lnTo>
                    <a:pt x="4578" y="300"/>
                  </a:lnTo>
                  <a:lnTo>
                    <a:pt x="4578" y="288"/>
                  </a:lnTo>
                  <a:lnTo>
                    <a:pt x="4584" y="288"/>
                  </a:lnTo>
                  <a:lnTo>
                    <a:pt x="4590" y="282"/>
                  </a:lnTo>
                  <a:lnTo>
                    <a:pt x="4608" y="282"/>
                  </a:lnTo>
                  <a:lnTo>
                    <a:pt x="4626" y="276"/>
                  </a:lnTo>
                  <a:lnTo>
                    <a:pt x="4662" y="276"/>
                  </a:lnTo>
                  <a:lnTo>
                    <a:pt x="4680" y="270"/>
                  </a:lnTo>
                  <a:lnTo>
                    <a:pt x="4710" y="270"/>
                  </a:lnTo>
                  <a:lnTo>
                    <a:pt x="4722" y="264"/>
                  </a:lnTo>
                  <a:lnTo>
                    <a:pt x="4728" y="264"/>
                  </a:lnTo>
                  <a:lnTo>
                    <a:pt x="4704" y="246"/>
                  </a:lnTo>
                  <a:lnTo>
                    <a:pt x="4746" y="246"/>
                  </a:lnTo>
                  <a:lnTo>
                    <a:pt x="4770" y="240"/>
                  </a:lnTo>
                  <a:lnTo>
                    <a:pt x="4782" y="234"/>
                  </a:lnTo>
                  <a:lnTo>
                    <a:pt x="4776" y="228"/>
                  </a:lnTo>
                  <a:lnTo>
                    <a:pt x="4770" y="228"/>
                  </a:lnTo>
                  <a:lnTo>
                    <a:pt x="4758" y="222"/>
                  </a:lnTo>
                  <a:lnTo>
                    <a:pt x="4746" y="222"/>
                  </a:lnTo>
                  <a:lnTo>
                    <a:pt x="4734" y="216"/>
                  </a:lnTo>
                  <a:lnTo>
                    <a:pt x="4686" y="216"/>
                  </a:lnTo>
                  <a:lnTo>
                    <a:pt x="4674" y="210"/>
                  </a:lnTo>
                  <a:lnTo>
                    <a:pt x="4662" y="210"/>
                  </a:lnTo>
                  <a:lnTo>
                    <a:pt x="4662" y="204"/>
                  </a:lnTo>
                  <a:lnTo>
                    <a:pt x="4674" y="198"/>
                  </a:lnTo>
                  <a:lnTo>
                    <a:pt x="4686" y="198"/>
                  </a:lnTo>
                  <a:lnTo>
                    <a:pt x="4704" y="192"/>
                  </a:lnTo>
                  <a:lnTo>
                    <a:pt x="4716" y="186"/>
                  </a:lnTo>
                  <a:lnTo>
                    <a:pt x="4764" y="186"/>
                  </a:lnTo>
                  <a:lnTo>
                    <a:pt x="4782" y="192"/>
                  </a:lnTo>
                  <a:lnTo>
                    <a:pt x="4860" y="192"/>
                  </a:lnTo>
                  <a:lnTo>
                    <a:pt x="4878" y="186"/>
                  </a:lnTo>
                  <a:lnTo>
                    <a:pt x="4902" y="186"/>
                  </a:lnTo>
                  <a:lnTo>
                    <a:pt x="4896" y="180"/>
                  </a:lnTo>
                  <a:lnTo>
                    <a:pt x="4878" y="180"/>
                  </a:lnTo>
                  <a:lnTo>
                    <a:pt x="4866" y="174"/>
                  </a:lnTo>
                  <a:lnTo>
                    <a:pt x="4872" y="168"/>
                  </a:lnTo>
                  <a:lnTo>
                    <a:pt x="4902" y="162"/>
                  </a:lnTo>
                  <a:lnTo>
                    <a:pt x="4944" y="168"/>
                  </a:lnTo>
                  <a:lnTo>
                    <a:pt x="4974" y="174"/>
                  </a:lnTo>
                  <a:lnTo>
                    <a:pt x="4986" y="174"/>
                  </a:lnTo>
                  <a:lnTo>
                    <a:pt x="4992" y="168"/>
                  </a:lnTo>
                  <a:lnTo>
                    <a:pt x="4992" y="150"/>
                  </a:lnTo>
                  <a:lnTo>
                    <a:pt x="5070" y="156"/>
                  </a:lnTo>
                  <a:lnTo>
                    <a:pt x="5070" y="132"/>
                  </a:lnTo>
                  <a:lnTo>
                    <a:pt x="5082" y="132"/>
                  </a:lnTo>
                  <a:lnTo>
                    <a:pt x="5094" y="138"/>
                  </a:lnTo>
                  <a:lnTo>
                    <a:pt x="5112" y="138"/>
                  </a:lnTo>
                  <a:lnTo>
                    <a:pt x="5136" y="126"/>
                  </a:lnTo>
                  <a:lnTo>
                    <a:pt x="5148" y="126"/>
                  </a:lnTo>
                  <a:lnTo>
                    <a:pt x="5154" y="120"/>
                  </a:lnTo>
                  <a:lnTo>
                    <a:pt x="5172" y="120"/>
                  </a:lnTo>
                  <a:lnTo>
                    <a:pt x="5208" y="114"/>
                  </a:lnTo>
                  <a:lnTo>
                    <a:pt x="5256" y="102"/>
                  </a:lnTo>
                  <a:lnTo>
                    <a:pt x="5298" y="96"/>
                  </a:lnTo>
                  <a:lnTo>
                    <a:pt x="5322" y="90"/>
                  </a:lnTo>
                  <a:lnTo>
                    <a:pt x="5340" y="90"/>
                  </a:lnTo>
                  <a:lnTo>
                    <a:pt x="5346" y="84"/>
                  </a:lnTo>
                  <a:lnTo>
                    <a:pt x="5238" y="84"/>
                  </a:lnTo>
                  <a:lnTo>
                    <a:pt x="5214" y="96"/>
                  </a:lnTo>
                  <a:lnTo>
                    <a:pt x="5142" y="96"/>
                  </a:lnTo>
                  <a:lnTo>
                    <a:pt x="5226" y="90"/>
                  </a:lnTo>
                  <a:lnTo>
                    <a:pt x="5220" y="78"/>
                  </a:lnTo>
                  <a:lnTo>
                    <a:pt x="5268" y="84"/>
                  </a:lnTo>
                  <a:lnTo>
                    <a:pt x="5274" y="78"/>
                  </a:lnTo>
                  <a:lnTo>
                    <a:pt x="5286" y="72"/>
                  </a:lnTo>
                  <a:lnTo>
                    <a:pt x="5358" y="72"/>
                  </a:lnTo>
                  <a:lnTo>
                    <a:pt x="5406" y="66"/>
                  </a:lnTo>
                  <a:lnTo>
                    <a:pt x="5454" y="66"/>
                  </a:lnTo>
                  <a:lnTo>
                    <a:pt x="5484" y="60"/>
                  </a:lnTo>
                  <a:lnTo>
                    <a:pt x="5496" y="60"/>
                  </a:lnTo>
                  <a:lnTo>
                    <a:pt x="5514" y="54"/>
                  </a:lnTo>
                  <a:lnTo>
                    <a:pt x="5532" y="54"/>
                  </a:lnTo>
                  <a:lnTo>
                    <a:pt x="5550" y="48"/>
                  </a:lnTo>
                  <a:lnTo>
                    <a:pt x="5562" y="42"/>
                  </a:lnTo>
                  <a:lnTo>
                    <a:pt x="5574" y="42"/>
                  </a:lnTo>
                  <a:lnTo>
                    <a:pt x="5574" y="36"/>
                  </a:lnTo>
                  <a:close/>
                  <a:moveTo>
                    <a:pt x="4032" y="966"/>
                  </a:moveTo>
                  <a:lnTo>
                    <a:pt x="4086" y="966"/>
                  </a:lnTo>
                  <a:lnTo>
                    <a:pt x="4134" y="942"/>
                  </a:lnTo>
                  <a:lnTo>
                    <a:pt x="4140" y="930"/>
                  </a:lnTo>
                  <a:lnTo>
                    <a:pt x="4134" y="918"/>
                  </a:lnTo>
                  <a:lnTo>
                    <a:pt x="4134" y="912"/>
                  </a:lnTo>
                  <a:lnTo>
                    <a:pt x="4122" y="906"/>
                  </a:lnTo>
                  <a:lnTo>
                    <a:pt x="4074" y="906"/>
                  </a:lnTo>
                  <a:lnTo>
                    <a:pt x="4062" y="912"/>
                  </a:lnTo>
                  <a:lnTo>
                    <a:pt x="4050" y="912"/>
                  </a:lnTo>
                  <a:lnTo>
                    <a:pt x="4026" y="924"/>
                  </a:lnTo>
                  <a:lnTo>
                    <a:pt x="4014" y="936"/>
                  </a:lnTo>
                  <a:lnTo>
                    <a:pt x="4002" y="942"/>
                  </a:lnTo>
                  <a:lnTo>
                    <a:pt x="4002" y="954"/>
                  </a:lnTo>
                  <a:lnTo>
                    <a:pt x="4014" y="960"/>
                  </a:lnTo>
                  <a:lnTo>
                    <a:pt x="4032" y="966"/>
                  </a:lnTo>
                  <a:close/>
                  <a:moveTo>
                    <a:pt x="4014" y="840"/>
                  </a:moveTo>
                  <a:lnTo>
                    <a:pt x="4002" y="840"/>
                  </a:lnTo>
                  <a:lnTo>
                    <a:pt x="3990" y="846"/>
                  </a:lnTo>
                  <a:lnTo>
                    <a:pt x="3984" y="852"/>
                  </a:lnTo>
                  <a:lnTo>
                    <a:pt x="3972" y="852"/>
                  </a:lnTo>
                  <a:lnTo>
                    <a:pt x="3990" y="852"/>
                  </a:lnTo>
                  <a:lnTo>
                    <a:pt x="4008" y="846"/>
                  </a:lnTo>
                  <a:lnTo>
                    <a:pt x="4026" y="846"/>
                  </a:lnTo>
                  <a:lnTo>
                    <a:pt x="4044" y="840"/>
                  </a:lnTo>
                  <a:lnTo>
                    <a:pt x="4050" y="834"/>
                  </a:lnTo>
                  <a:lnTo>
                    <a:pt x="4056" y="834"/>
                  </a:lnTo>
                  <a:lnTo>
                    <a:pt x="4068" y="822"/>
                  </a:lnTo>
                  <a:lnTo>
                    <a:pt x="4050" y="822"/>
                  </a:lnTo>
                  <a:lnTo>
                    <a:pt x="4044" y="828"/>
                  </a:lnTo>
                  <a:lnTo>
                    <a:pt x="4032" y="828"/>
                  </a:lnTo>
                  <a:lnTo>
                    <a:pt x="4020" y="834"/>
                  </a:lnTo>
                  <a:lnTo>
                    <a:pt x="4014" y="840"/>
                  </a:lnTo>
                  <a:close/>
                  <a:moveTo>
                    <a:pt x="4122" y="822"/>
                  </a:moveTo>
                  <a:lnTo>
                    <a:pt x="4104" y="822"/>
                  </a:lnTo>
                  <a:lnTo>
                    <a:pt x="4098" y="828"/>
                  </a:lnTo>
                  <a:lnTo>
                    <a:pt x="4098" y="840"/>
                  </a:lnTo>
                  <a:lnTo>
                    <a:pt x="4104" y="846"/>
                  </a:lnTo>
                  <a:lnTo>
                    <a:pt x="4110" y="840"/>
                  </a:lnTo>
                  <a:lnTo>
                    <a:pt x="4116" y="840"/>
                  </a:lnTo>
                  <a:lnTo>
                    <a:pt x="4128" y="828"/>
                  </a:lnTo>
                  <a:lnTo>
                    <a:pt x="4122" y="822"/>
                  </a:lnTo>
                  <a:close/>
                  <a:moveTo>
                    <a:pt x="3528" y="1062"/>
                  </a:moveTo>
                  <a:lnTo>
                    <a:pt x="3522" y="1062"/>
                  </a:lnTo>
                  <a:lnTo>
                    <a:pt x="3504" y="1080"/>
                  </a:lnTo>
                  <a:lnTo>
                    <a:pt x="3504" y="1086"/>
                  </a:lnTo>
                  <a:lnTo>
                    <a:pt x="3510" y="1092"/>
                  </a:lnTo>
                  <a:lnTo>
                    <a:pt x="3528" y="1092"/>
                  </a:lnTo>
                  <a:lnTo>
                    <a:pt x="3534" y="1086"/>
                  </a:lnTo>
                  <a:lnTo>
                    <a:pt x="3540" y="1074"/>
                  </a:lnTo>
                  <a:lnTo>
                    <a:pt x="3540" y="1068"/>
                  </a:lnTo>
                  <a:lnTo>
                    <a:pt x="3534" y="1062"/>
                  </a:lnTo>
                  <a:lnTo>
                    <a:pt x="3528" y="1062"/>
                  </a:lnTo>
                  <a:close/>
                  <a:moveTo>
                    <a:pt x="3588" y="1062"/>
                  </a:moveTo>
                  <a:lnTo>
                    <a:pt x="3582" y="1062"/>
                  </a:lnTo>
                  <a:lnTo>
                    <a:pt x="3576" y="1068"/>
                  </a:lnTo>
                  <a:lnTo>
                    <a:pt x="3576" y="1080"/>
                  </a:lnTo>
                  <a:lnTo>
                    <a:pt x="3582" y="1086"/>
                  </a:lnTo>
                  <a:lnTo>
                    <a:pt x="3594" y="1086"/>
                  </a:lnTo>
                  <a:lnTo>
                    <a:pt x="3600" y="1080"/>
                  </a:lnTo>
                  <a:lnTo>
                    <a:pt x="3600" y="1068"/>
                  </a:lnTo>
                  <a:lnTo>
                    <a:pt x="3588" y="1062"/>
                  </a:lnTo>
                  <a:close/>
                  <a:moveTo>
                    <a:pt x="3756" y="1242"/>
                  </a:moveTo>
                  <a:lnTo>
                    <a:pt x="3744" y="1248"/>
                  </a:lnTo>
                  <a:lnTo>
                    <a:pt x="3744" y="1260"/>
                  </a:lnTo>
                  <a:lnTo>
                    <a:pt x="3750" y="1266"/>
                  </a:lnTo>
                  <a:lnTo>
                    <a:pt x="3762" y="1272"/>
                  </a:lnTo>
                  <a:lnTo>
                    <a:pt x="3768" y="1272"/>
                  </a:lnTo>
                  <a:lnTo>
                    <a:pt x="3786" y="1254"/>
                  </a:lnTo>
                  <a:lnTo>
                    <a:pt x="3786" y="1242"/>
                  </a:lnTo>
                  <a:lnTo>
                    <a:pt x="3780" y="1236"/>
                  </a:lnTo>
                  <a:lnTo>
                    <a:pt x="3768" y="1236"/>
                  </a:lnTo>
                  <a:lnTo>
                    <a:pt x="3756" y="1242"/>
                  </a:lnTo>
                  <a:close/>
                  <a:moveTo>
                    <a:pt x="3984" y="2532"/>
                  </a:moveTo>
                  <a:lnTo>
                    <a:pt x="3948" y="2520"/>
                  </a:lnTo>
                  <a:lnTo>
                    <a:pt x="3942" y="2514"/>
                  </a:lnTo>
                  <a:lnTo>
                    <a:pt x="3936" y="2514"/>
                  </a:lnTo>
                  <a:lnTo>
                    <a:pt x="3924" y="2526"/>
                  </a:lnTo>
                  <a:lnTo>
                    <a:pt x="3930" y="2532"/>
                  </a:lnTo>
                  <a:lnTo>
                    <a:pt x="3942" y="2538"/>
                  </a:lnTo>
                  <a:lnTo>
                    <a:pt x="3948" y="2544"/>
                  </a:lnTo>
                  <a:lnTo>
                    <a:pt x="3954" y="2544"/>
                  </a:lnTo>
                  <a:lnTo>
                    <a:pt x="3960" y="2550"/>
                  </a:lnTo>
                  <a:lnTo>
                    <a:pt x="3996" y="2550"/>
                  </a:lnTo>
                  <a:lnTo>
                    <a:pt x="4008" y="2556"/>
                  </a:lnTo>
                  <a:lnTo>
                    <a:pt x="4020" y="2556"/>
                  </a:lnTo>
                  <a:lnTo>
                    <a:pt x="4038" y="2538"/>
                  </a:lnTo>
                  <a:lnTo>
                    <a:pt x="4008" y="2538"/>
                  </a:lnTo>
                  <a:lnTo>
                    <a:pt x="3984" y="2532"/>
                  </a:lnTo>
                  <a:close/>
                  <a:moveTo>
                    <a:pt x="4098" y="2280"/>
                  </a:moveTo>
                  <a:lnTo>
                    <a:pt x="4092" y="2280"/>
                  </a:lnTo>
                  <a:lnTo>
                    <a:pt x="4086" y="2274"/>
                  </a:lnTo>
                  <a:lnTo>
                    <a:pt x="4050" y="2274"/>
                  </a:lnTo>
                  <a:lnTo>
                    <a:pt x="4032" y="2268"/>
                  </a:lnTo>
                  <a:lnTo>
                    <a:pt x="3996" y="2268"/>
                  </a:lnTo>
                  <a:lnTo>
                    <a:pt x="4002" y="2274"/>
                  </a:lnTo>
                  <a:lnTo>
                    <a:pt x="4008" y="2274"/>
                  </a:lnTo>
                  <a:lnTo>
                    <a:pt x="4014" y="2280"/>
                  </a:lnTo>
                  <a:lnTo>
                    <a:pt x="4026" y="2286"/>
                  </a:lnTo>
                  <a:lnTo>
                    <a:pt x="4032" y="2286"/>
                  </a:lnTo>
                  <a:lnTo>
                    <a:pt x="4032" y="2304"/>
                  </a:lnTo>
                  <a:lnTo>
                    <a:pt x="4044" y="2304"/>
                  </a:lnTo>
                  <a:lnTo>
                    <a:pt x="4080" y="2310"/>
                  </a:lnTo>
                  <a:lnTo>
                    <a:pt x="4128" y="2316"/>
                  </a:lnTo>
                  <a:lnTo>
                    <a:pt x="4164" y="2316"/>
                  </a:lnTo>
                  <a:lnTo>
                    <a:pt x="4170" y="2310"/>
                  </a:lnTo>
                  <a:lnTo>
                    <a:pt x="4170" y="2304"/>
                  </a:lnTo>
                  <a:lnTo>
                    <a:pt x="4164" y="2304"/>
                  </a:lnTo>
                  <a:lnTo>
                    <a:pt x="4152" y="2292"/>
                  </a:lnTo>
                  <a:lnTo>
                    <a:pt x="4128" y="2286"/>
                  </a:lnTo>
                  <a:lnTo>
                    <a:pt x="4098" y="2280"/>
                  </a:lnTo>
                  <a:close/>
                  <a:moveTo>
                    <a:pt x="4194" y="2550"/>
                  </a:moveTo>
                  <a:lnTo>
                    <a:pt x="4164" y="2550"/>
                  </a:lnTo>
                  <a:lnTo>
                    <a:pt x="4152" y="2556"/>
                  </a:lnTo>
                  <a:lnTo>
                    <a:pt x="4146" y="2562"/>
                  </a:lnTo>
                  <a:lnTo>
                    <a:pt x="4182" y="2526"/>
                  </a:lnTo>
                  <a:lnTo>
                    <a:pt x="4176" y="2520"/>
                  </a:lnTo>
                  <a:lnTo>
                    <a:pt x="4152" y="2520"/>
                  </a:lnTo>
                  <a:lnTo>
                    <a:pt x="4140" y="2526"/>
                  </a:lnTo>
                  <a:lnTo>
                    <a:pt x="4128" y="2538"/>
                  </a:lnTo>
                  <a:lnTo>
                    <a:pt x="4104" y="2574"/>
                  </a:lnTo>
                  <a:lnTo>
                    <a:pt x="4164" y="2568"/>
                  </a:lnTo>
                  <a:lnTo>
                    <a:pt x="4176" y="2568"/>
                  </a:lnTo>
                  <a:lnTo>
                    <a:pt x="4182" y="2562"/>
                  </a:lnTo>
                  <a:lnTo>
                    <a:pt x="4194" y="2562"/>
                  </a:lnTo>
                  <a:lnTo>
                    <a:pt x="4200" y="2556"/>
                  </a:lnTo>
                  <a:lnTo>
                    <a:pt x="4200" y="2550"/>
                  </a:lnTo>
                  <a:lnTo>
                    <a:pt x="4194" y="2550"/>
                  </a:lnTo>
                  <a:close/>
                  <a:moveTo>
                    <a:pt x="4590" y="1962"/>
                  </a:moveTo>
                  <a:lnTo>
                    <a:pt x="4578" y="1974"/>
                  </a:lnTo>
                  <a:lnTo>
                    <a:pt x="4578" y="1980"/>
                  </a:lnTo>
                  <a:lnTo>
                    <a:pt x="4572" y="1986"/>
                  </a:lnTo>
                  <a:lnTo>
                    <a:pt x="4566" y="1986"/>
                  </a:lnTo>
                  <a:lnTo>
                    <a:pt x="4554" y="1974"/>
                  </a:lnTo>
                  <a:lnTo>
                    <a:pt x="4554" y="1962"/>
                  </a:lnTo>
                  <a:lnTo>
                    <a:pt x="4566" y="1962"/>
                  </a:lnTo>
                  <a:lnTo>
                    <a:pt x="4572" y="1956"/>
                  </a:lnTo>
                  <a:lnTo>
                    <a:pt x="4566" y="1932"/>
                  </a:lnTo>
                  <a:lnTo>
                    <a:pt x="4536" y="1926"/>
                  </a:lnTo>
                  <a:lnTo>
                    <a:pt x="4530" y="1926"/>
                  </a:lnTo>
                  <a:lnTo>
                    <a:pt x="4524" y="1932"/>
                  </a:lnTo>
                  <a:lnTo>
                    <a:pt x="4512" y="1938"/>
                  </a:lnTo>
                  <a:lnTo>
                    <a:pt x="4494" y="1944"/>
                  </a:lnTo>
                  <a:lnTo>
                    <a:pt x="4470" y="1956"/>
                  </a:lnTo>
                  <a:lnTo>
                    <a:pt x="4464" y="1962"/>
                  </a:lnTo>
                  <a:lnTo>
                    <a:pt x="4458" y="1962"/>
                  </a:lnTo>
                  <a:lnTo>
                    <a:pt x="4446" y="1968"/>
                  </a:lnTo>
                  <a:lnTo>
                    <a:pt x="4434" y="1968"/>
                  </a:lnTo>
                  <a:lnTo>
                    <a:pt x="4416" y="1974"/>
                  </a:lnTo>
                  <a:lnTo>
                    <a:pt x="4404" y="1974"/>
                  </a:lnTo>
                  <a:lnTo>
                    <a:pt x="4374" y="1998"/>
                  </a:lnTo>
                  <a:lnTo>
                    <a:pt x="4386" y="1974"/>
                  </a:lnTo>
                  <a:lnTo>
                    <a:pt x="4362" y="1956"/>
                  </a:lnTo>
                  <a:lnTo>
                    <a:pt x="4398" y="1968"/>
                  </a:lnTo>
                  <a:lnTo>
                    <a:pt x="4410" y="1956"/>
                  </a:lnTo>
                  <a:lnTo>
                    <a:pt x="4440" y="1950"/>
                  </a:lnTo>
                  <a:lnTo>
                    <a:pt x="4440" y="1932"/>
                  </a:lnTo>
                  <a:lnTo>
                    <a:pt x="4494" y="1932"/>
                  </a:lnTo>
                  <a:lnTo>
                    <a:pt x="4518" y="1920"/>
                  </a:lnTo>
                  <a:lnTo>
                    <a:pt x="4524" y="1914"/>
                  </a:lnTo>
                  <a:lnTo>
                    <a:pt x="4536" y="1908"/>
                  </a:lnTo>
                  <a:lnTo>
                    <a:pt x="4608" y="1908"/>
                  </a:lnTo>
                  <a:lnTo>
                    <a:pt x="4602" y="1902"/>
                  </a:lnTo>
                  <a:lnTo>
                    <a:pt x="4596" y="1902"/>
                  </a:lnTo>
                  <a:lnTo>
                    <a:pt x="4584" y="1896"/>
                  </a:lnTo>
                  <a:lnTo>
                    <a:pt x="4578" y="1890"/>
                  </a:lnTo>
                  <a:lnTo>
                    <a:pt x="4578" y="1866"/>
                  </a:lnTo>
                  <a:lnTo>
                    <a:pt x="4572" y="1866"/>
                  </a:lnTo>
                  <a:lnTo>
                    <a:pt x="4566" y="1872"/>
                  </a:lnTo>
                  <a:lnTo>
                    <a:pt x="4542" y="1872"/>
                  </a:lnTo>
                  <a:lnTo>
                    <a:pt x="4530" y="1878"/>
                  </a:lnTo>
                  <a:lnTo>
                    <a:pt x="4518" y="1878"/>
                  </a:lnTo>
                  <a:lnTo>
                    <a:pt x="4518" y="1866"/>
                  </a:lnTo>
                  <a:lnTo>
                    <a:pt x="4512" y="1860"/>
                  </a:lnTo>
                  <a:lnTo>
                    <a:pt x="4452" y="1878"/>
                  </a:lnTo>
                  <a:lnTo>
                    <a:pt x="4458" y="1848"/>
                  </a:lnTo>
                  <a:lnTo>
                    <a:pt x="4410" y="1860"/>
                  </a:lnTo>
                  <a:lnTo>
                    <a:pt x="4416" y="1854"/>
                  </a:lnTo>
                  <a:lnTo>
                    <a:pt x="4422" y="1842"/>
                  </a:lnTo>
                  <a:lnTo>
                    <a:pt x="4440" y="1824"/>
                  </a:lnTo>
                  <a:lnTo>
                    <a:pt x="4446" y="1812"/>
                  </a:lnTo>
                  <a:lnTo>
                    <a:pt x="4446" y="1800"/>
                  </a:lnTo>
                  <a:lnTo>
                    <a:pt x="4434" y="1800"/>
                  </a:lnTo>
                  <a:lnTo>
                    <a:pt x="4422" y="1794"/>
                  </a:lnTo>
                  <a:lnTo>
                    <a:pt x="4398" y="1794"/>
                  </a:lnTo>
                  <a:lnTo>
                    <a:pt x="4404" y="1770"/>
                  </a:lnTo>
                  <a:lnTo>
                    <a:pt x="4368" y="1770"/>
                  </a:lnTo>
                  <a:lnTo>
                    <a:pt x="4380" y="1752"/>
                  </a:lnTo>
                  <a:lnTo>
                    <a:pt x="4356" y="1728"/>
                  </a:lnTo>
                  <a:lnTo>
                    <a:pt x="4368" y="1728"/>
                  </a:lnTo>
                  <a:lnTo>
                    <a:pt x="4380" y="1734"/>
                  </a:lnTo>
                  <a:lnTo>
                    <a:pt x="4404" y="1734"/>
                  </a:lnTo>
                  <a:lnTo>
                    <a:pt x="4410" y="1728"/>
                  </a:lnTo>
                  <a:lnTo>
                    <a:pt x="4422" y="1722"/>
                  </a:lnTo>
                  <a:lnTo>
                    <a:pt x="4434" y="1710"/>
                  </a:lnTo>
                  <a:lnTo>
                    <a:pt x="4440" y="1710"/>
                  </a:lnTo>
                  <a:lnTo>
                    <a:pt x="4398" y="1686"/>
                  </a:lnTo>
                  <a:lnTo>
                    <a:pt x="4446" y="1656"/>
                  </a:lnTo>
                  <a:lnTo>
                    <a:pt x="4398" y="1632"/>
                  </a:lnTo>
                  <a:lnTo>
                    <a:pt x="4350" y="1638"/>
                  </a:lnTo>
                  <a:lnTo>
                    <a:pt x="4404" y="1614"/>
                  </a:lnTo>
                  <a:lnTo>
                    <a:pt x="4368" y="1608"/>
                  </a:lnTo>
                  <a:lnTo>
                    <a:pt x="4410" y="1584"/>
                  </a:lnTo>
                  <a:lnTo>
                    <a:pt x="4404" y="1560"/>
                  </a:lnTo>
                  <a:lnTo>
                    <a:pt x="4374" y="1560"/>
                  </a:lnTo>
                  <a:lnTo>
                    <a:pt x="4380" y="1554"/>
                  </a:lnTo>
                  <a:lnTo>
                    <a:pt x="4392" y="1530"/>
                  </a:lnTo>
                  <a:lnTo>
                    <a:pt x="4374" y="1494"/>
                  </a:lnTo>
                  <a:lnTo>
                    <a:pt x="4362" y="1494"/>
                  </a:lnTo>
                  <a:lnTo>
                    <a:pt x="4374" y="1470"/>
                  </a:lnTo>
                  <a:lnTo>
                    <a:pt x="4362" y="1476"/>
                  </a:lnTo>
                  <a:lnTo>
                    <a:pt x="4356" y="1482"/>
                  </a:lnTo>
                  <a:lnTo>
                    <a:pt x="4344" y="1488"/>
                  </a:lnTo>
                  <a:lnTo>
                    <a:pt x="4332" y="1500"/>
                  </a:lnTo>
                  <a:lnTo>
                    <a:pt x="4332" y="1518"/>
                  </a:lnTo>
                  <a:lnTo>
                    <a:pt x="4302" y="1506"/>
                  </a:lnTo>
                  <a:lnTo>
                    <a:pt x="4308" y="1542"/>
                  </a:lnTo>
                  <a:lnTo>
                    <a:pt x="4284" y="1542"/>
                  </a:lnTo>
                  <a:lnTo>
                    <a:pt x="4272" y="1560"/>
                  </a:lnTo>
                  <a:lnTo>
                    <a:pt x="4278" y="1572"/>
                  </a:lnTo>
                  <a:lnTo>
                    <a:pt x="4254" y="1572"/>
                  </a:lnTo>
                  <a:lnTo>
                    <a:pt x="4230" y="1614"/>
                  </a:lnTo>
                  <a:lnTo>
                    <a:pt x="4218" y="1614"/>
                  </a:lnTo>
                  <a:lnTo>
                    <a:pt x="4236" y="1578"/>
                  </a:lnTo>
                  <a:lnTo>
                    <a:pt x="4224" y="1566"/>
                  </a:lnTo>
                  <a:lnTo>
                    <a:pt x="4212" y="1566"/>
                  </a:lnTo>
                  <a:lnTo>
                    <a:pt x="4194" y="1584"/>
                  </a:lnTo>
                  <a:lnTo>
                    <a:pt x="4182" y="1590"/>
                  </a:lnTo>
                  <a:lnTo>
                    <a:pt x="4176" y="1596"/>
                  </a:lnTo>
                  <a:lnTo>
                    <a:pt x="4164" y="1602"/>
                  </a:lnTo>
                  <a:lnTo>
                    <a:pt x="4158" y="1608"/>
                  </a:lnTo>
                  <a:lnTo>
                    <a:pt x="4146" y="1614"/>
                  </a:lnTo>
                  <a:lnTo>
                    <a:pt x="4140" y="1620"/>
                  </a:lnTo>
                  <a:lnTo>
                    <a:pt x="4116" y="1632"/>
                  </a:lnTo>
                  <a:lnTo>
                    <a:pt x="4110" y="1638"/>
                  </a:lnTo>
                  <a:lnTo>
                    <a:pt x="4116" y="1614"/>
                  </a:lnTo>
                  <a:lnTo>
                    <a:pt x="4116" y="1596"/>
                  </a:lnTo>
                  <a:lnTo>
                    <a:pt x="4080" y="1632"/>
                  </a:lnTo>
                  <a:lnTo>
                    <a:pt x="4014" y="1644"/>
                  </a:lnTo>
                  <a:lnTo>
                    <a:pt x="4074" y="1626"/>
                  </a:lnTo>
                  <a:lnTo>
                    <a:pt x="4080" y="1620"/>
                  </a:lnTo>
                  <a:lnTo>
                    <a:pt x="4092" y="1596"/>
                  </a:lnTo>
                  <a:lnTo>
                    <a:pt x="4098" y="1590"/>
                  </a:lnTo>
                  <a:lnTo>
                    <a:pt x="4098" y="1578"/>
                  </a:lnTo>
                  <a:lnTo>
                    <a:pt x="4092" y="1572"/>
                  </a:lnTo>
                  <a:lnTo>
                    <a:pt x="4050" y="1572"/>
                  </a:lnTo>
                  <a:lnTo>
                    <a:pt x="4038" y="1578"/>
                  </a:lnTo>
                  <a:lnTo>
                    <a:pt x="4032" y="1578"/>
                  </a:lnTo>
                  <a:lnTo>
                    <a:pt x="4020" y="1584"/>
                  </a:lnTo>
                  <a:lnTo>
                    <a:pt x="4002" y="1584"/>
                  </a:lnTo>
                  <a:lnTo>
                    <a:pt x="4002" y="1578"/>
                  </a:lnTo>
                  <a:lnTo>
                    <a:pt x="4008" y="1572"/>
                  </a:lnTo>
                  <a:lnTo>
                    <a:pt x="4020" y="1566"/>
                  </a:lnTo>
                  <a:lnTo>
                    <a:pt x="4026" y="1560"/>
                  </a:lnTo>
                  <a:lnTo>
                    <a:pt x="4032" y="1560"/>
                  </a:lnTo>
                  <a:lnTo>
                    <a:pt x="4032" y="1572"/>
                  </a:lnTo>
                  <a:lnTo>
                    <a:pt x="4050" y="1560"/>
                  </a:lnTo>
                  <a:lnTo>
                    <a:pt x="4044" y="1536"/>
                  </a:lnTo>
                  <a:lnTo>
                    <a:pt x="4050" y="1530"/>
                  </a:lnTo>
                  <a:lnTo>
                    <a:pt x="4062" y="1524"/>
                  </a:lnTo>
                  <a:lnTo>
                    <a:pt x="4074" y="1512"/>
                  </a:lnTo>
                  <a:lnTo>
                    <a:pt x="4074" y="1506"/>
                  </a:lnTo>
                  <a:lnTo>
                    <a:pt x="4068" y="1500"/>
                  </a:lnTo>
                  <a:lnTo>
                    <a:pt x="4056" y="1494"/>
                  </a:lnTo>
                  <a:lnTo>
                    <a:pt x="4044" y="1494"/>
                  </a:lnTo>
                  <a:lnTo>
                    <a:pt x="4032" y="1488"/>
                  </a:lnTo>
                  <a:lnTo>
                    <a:pt x="4014" y="1488"/>
                  </a:lnTo>
                  <a:lnTo>
                    <a:pt x="4044" y="1488"/>
                  </a:lnTo>
                  <a:lnTo>
                    <a:pt x="4056" y="1482"/>
                  </a:lnTo>
                  <a:lnTo>
                    <a:pt x="4074" y="1482"/>
                  </a:lnTo>
                  <a:lnTo>
                    <a:pt x="4086" y="1470"/>
                  </a:lnTo>
                  <a:lnTo>
                    <a:pt x="4098" y="1446"/>
                  </a:lnTo>
                  <a:lnTo>
                    <a:pt x="4104" y="1440"/>
                  </a:lnTo>
                  <a:lnTo>
                    <a:pt x="4110" y="1440"/>
                  </a:lnTo>
                  <a:lnTo>
                    <a:pt x="4122" y="1434"/>
                  </a:lnTo>
                  <a:lnTo>
                    <a:pt x="4128" y="1434"/>
                  </a:lnTo>
                  <a:lnTo>
                    <a:pt x="4134" y="1428"/>
                  </a:lnTo>
                  <a:lnTo>
                    <a:pt x="4122" y="1416"/>
                  </a:lnTo>
                  <a:lnTo>
                    <a:pt x="4110" y="1422"/>
                  </a:lnTo>
                  <a:lnTo>
                    <a:pt x="4098" y="1434"/>
                  </a:lnTo>
                  <a:lnTo>
                    <a:pt x="4092" y="1404"/>
                  </a:lnTo>
                  <a:lnTo>
                    <a:pt x="4068" y="1404"/>
                  </a:lnTo>
                  <a:lnTo>
                    <a:pt x="4050" y="1410"/>
                  </a:lnTo>
                  <a:lnTo>
                    <a:pt x="4026" y="1410"/>
                  </a:lnTo>
                  <a:lnTo>
                    <a:pt x="4020" y="1404"/>
                  </a:lnTo>
                  <a:lnTo>
                    <a:pt x="4020" y="1386"/>
                  </a:lnTo>
                  <a:lnTo>
                    <a:pt x="4038" y="1368"/>
                  </a:lnTo>
                  <a:lnTo>
                    <a:pt x="4032" y="1362"/>
                  </a:lnTo>
                  <a:lnTo>
                    <a:pt x="4014" y="1362"/>
                  </a:lnTo>
                  <a:lnTo>
                    <a:pt x="4008" y="1368"/>
                  </a:lnTo>
                  <a:lnTo>
                    <a:pt x="4020" y="1344"/>
                  </a:lnTo>
                  <a:lnTo>
                    <a:pt x="3984" y="1350"/>
                  </a:lnTo>
                  <a:lnTo>
                    <a:pt x="3984" y="1326"/>
                  </a:lnTo>
                  <a:lnTo>
                    <a:pt x="3978" y="1314"/>
                  </a:lnTo>
                  <a:lnTo>
                    <a:pt x="3972" y="1308"/>
                  </a:lnTo>
                  <a:lnTo>
                    <a:pt x="3948" y="1308"/>
                  </a:lnTo>
                  <a:lnTo>
                    <a:pt x="3930" y="1314"/>
                  </a:lnTo>
                  <a:lnTo>
                    <a:pt x="3906" y="1326"/>
                  </a:lnTo>
                  <a:lnTo>
                    <a:pt x="3900" y="1332"/>
                  </a:lnTo>
                  <a:lnTo>
                    <a:pt x="3894" y="1332"/>
                  </a:lnTo>
                  <a:lnTo>
                    <a:pt x="3888" y="1326"/>
                  </a:lnTo>
                  <a:lnTo>
                    <a:pt x="3876" y="1320"/>
                  </a:lnTo>
                  <a:lnTo>
                    <a:pt x="3864" y="1320"/>
                  </a:lnTo>
                  <a:lnTo>
                    <a:pt x="3852" y="1326"/>
                  </a:lnTo>
                  <a:lnTo>
                    <a:pt x="3846" y="1326"/>
                  </a:lnTo>
                  <a:lnTo>
                    <a:pt x="3834" y="1332"/>
                  </a:lnTo>
                  <a:lnTo>
                    <a:pt x="3822" y="1326"/>
                  </a:lnTo>
                  <a:lnTo>
                    <a:pt x="3762" y="1302"/>
                  </a:lnTo>
                  <a:lnTo>
                    <a:pt x="3738" y="1302"/>
                  </a:lnTo>
                  <a:lnTo>
                    <a:pt x="3714" y="1314"/>
                  </a:lnTo>
                  <a:lnTo>
                    <a:pt x="3708" y="1326"/>
                  </a:lnTo>
                  <a:lnTo>
                    <a:pt x="3702" y="1326"/>
                  </a:lnTo>
                  <a:lnTo>
                    <a:pt x="3684" y="1344"/>
                  </a:lnTo>
                  <a:lnTo>
                    <a:pt x="3684" y="1350"/>
                  </a:lnTo>
                  <a:lnTo>
                    <a:pt x="3696" y="1356"/>
                  </a:lnTo>
                  <a:lnTo>
                    <a:pt x="3702" y="1362"/>
                  </a:lnTo>
                  <a:lnTo>
                    <a:pt x="3708" y="1374"/>
                  </a:lnTo>
                  <a:lnTo>
                    <a:pt x="3708" y="1380"/>
                  </a:lnTo>
                  <a:lnTo>
                    <a:pt x="3702" y="1386"/>
                  </a:lnTo>
                  <a:lnTo>
                    <a:pt x="3690" y="1392"/>
                  </a:lnTo>
                  <a:lnTo>
                    <a:pt x="3672" y="1410"/>
                  </a:lnTo>
                  <a:lnTo>
                    <a:pt x="3660" y="1416"/>
                  </a:lnTo>
                  <a:lnTo>
                    <a:pt x="3636" y="1422"/>
                  </a:lnTo>
                  <a:lnTo>
                    <a:pt x="3660" y="1440"/>
                  </a:lnTo>
                  <a:lnTo>
                    <a:pt x="3654" y="1446"/>
                  </a:lnTo>
                  <a:lnTo>
                    <a:pt x="3642" y="1446"/>
                  </a:lnTo>
                  <a:lnTo>
                    <a:pt x="3636" y="1452"/>
                  </a:lnTo>
                  <a:lnTo>
                    <a:pt x="3636" y="1470"/>
                  </a:lnTo>
                  <a:lnTo>
                    <a:pt x="3642" y="1482"/>
                  </a:lnTo>
                  <a:lnTo>
                    <a:pt x="3642" y="1488"/>
                  </a:lnTo>
                  <a:lnTo>
                    <a:pt x="3636" y="1500"/>
                  </a:lnTo>
                  <a:lnTo>
                    <a:pt x="3624" y="1506"/>
                  </a:lnTo>
                  <a:lnTo>
                    <a:pt x="3618" y="1512"/>
                  </a:lnTo>
                  <a:lnTo>
                    <a:pt x="3606" y="1512"/>
                  </a:lnTo>
                  <a:lnTo>
                    <a:pt x="3582" y="1524"/>
                  </a:lnTo>
                  <a:lnTo>
                    <a:pt x="3576" y="1536"/>
                  </a:lnTo>
                  <a:lnTo>
                    <a:pt x="3576" y="1548"/>
                  </a:lnTo>
                  <a:lnTo>
                    <a:pt x="3570" y="1548"/>
                  </a:lnTo>
                  <a:lnTo>
                    <a:pt x="3564" y="1554"/>
                  </a:lnTo>
                  <a:lnTo>
                    <a:pt x="3552" y="1554"/>
                  </a:lnTo>
                  <a:lnTo>
                    <a:pt x="3540" y="1560"/>
                  </a:lnTo>
                  <a:lnTo>
                    <a:pt x="3534" y="1566"/>
                  </a:lnTo>
                  <a:lnTo>
                    <a:pt x="3522" y="1572"/>
                  </a:lnTo>
                  <a:lnTo>
                    <a:pt x="3504" y="1590"/>
                  </a:lnTo>
                  <a:lnTo>
                    <a:pt x="3510" y="1596"/>
                  </a:lnTo>
                  <a:lnTo>
                    <a:pt x="3522" y="1602"/>
                  </a:lnTo>
                  <a:lnTo>
                    <a:pt x="3534" y="1614"/>
                  </a:lnTo>
                  <a:lnTo>
                    <a:pt x="3552" y="1620"/>
                  </a:lnTo>
                  <a:lnTo>
                    <a:pt x="3558" y="1632"/>
                  </a:lnTo>
                  <a:lnTo>
                    <a:pt x="3564" y="1638"/>
                  </a:lnTo>
                  <a:lnTo>
                    <a:pt x="3564" y="1662"/>
                  </a:lnTo>
                  <a:lnTo>
                    <a:pt x="3558" y="1698"/>
                  </a:lnTo>
                  <a:lnTo>
                    <a:pt x="3540" y="1746"/>
                  </a:lnTo>
                  <a:lnTo>
                    <a:pt x="3510" y="1776"/>
                  </a:lnTo>
                  <a:lnTo>
                    <a:pt x="3468" y="1800"/>
                  </a:lnTo>
                  <a:lnTo>
                    <a:pt x="3426" y="1830"/>
                  </a:lnTo>
                  <a:lnTo>
                    <a:pt x="3390" y="1854"/>
                  </a:lnTo>
                  <a:lnTo>
                    <a:pt x="3366" y="1860"/>
                  </a:lnTo>
                  <a:lnTo>
                    <a:pt x="3336" y="1860"/>
                  </a:lnTo>
                  <a:lnTo>
                    <a:pt x="3300" y="1866"/>
                  </a:lnTo>
                  <a:lnTo>
                    <a:pt x="3276" y="1872"/>
                  </a:lnTo>
                  <a:lnTo>
                    <a:pt x="3258" y="1878"/>
                  </a:lnTo>
                  <a:lnTo>
                    <a:pt x="3258" y="1902"/>
                  </a:lnTo>
                  <a:lnTo>
                    <a:pt x="3264" y="1914"/>
                  </a:lnTo>
                  <a:lnTo>
                    <a:pt x="3264" y="1926"/>
                  </a:lnTo>
                  <a:lnTo>
                    <a:pt x="3270" y="1938"/>
                  </a:lnTo>
                  <a:lnTo>
                    <a:pt x="3270" y="1950"/>
                  </a:lnTo>
                  <a:lnTo>
                    <a:pt x="3252" y="1968"/>
                  </a:lnTo>
                  <a:lnTo>
                    <a:pt x="3234" y="2004"/>
                  </a:lnTo>
                  <a:lnTo>
                    <a:pt x="3234" y="2076"/>
                  </a:lnTo>
                  <a:lnTo>
                    <a:pt x="3210" y="2088"/>
                  </a:lnTo>
                  <a:lnTo>
                    <a:pt x="3204" y="2094"/>
                  </a:lnTo>
                  <a:lnTo>
                    <a:pt x="3180" y="2106"/>
                  </a:lnTo>
                  <a:lnTo>
                    <a:pt x="3180" y="2142"/>
                  </a:lnTo>
                  <a:lnTo>
                    <a:pt x="3156" y="2166"/>
                  </a:lnTo>
                  <a:lnTo>
                    <a:pt x="3156" y="2154"/>
                  </a:lnTo>
                  <a:lnTo>
                    <a:pt x="3162" y="2148"/>
                  </a:lnTo>
                  <a:lnTo>
                    <a:pt x="3162" y="2142"/>
                  </a:lnTo>
                  <a:lnTo>
                    <a:pt x="3156" y="2130"/>
                  </a:lnTo>
                  <a:lnTo>
                    <a:pt x="3138" y="2130"/>
                  </a:lnTo>
                  <a:lnTo>
                    <a:pt x="3126" y="2136"/>
                  </a:lnTo>
                  <a:lnTo>
                    <a:pt x="3108" y="2154"/>
                  </a:lnTo>
                  <a:lnTo>
                    <a:pt x="3108" y="2166"/>
                  </a:lnTo>
                  <a:lnTo>
                    <a:pt x="3114" y="2178"/>
                  </a:lnTo>
                  <a:lnTo>
                    <a:pt x="3114" y="2190"/>
                  </a:lnTo>
                  <a:lnTo>
                    <a:pt x="3108" y="2196"/>
                  </a:lnTo>
                  <a:lnTo>
                    <a:pt x="3108" y="2178"/>
                  </a:lnTo>
                  <a:lnTo>
                    <a:pt x="3102" y="2166"/>
                  </a:lnTo>
                  <a:lnTo>
                    <a:pt x="3090" y="2154"/>
                  </a:lnTo>
                  <a:lnTo>
                    <a:pt x="3078" y="2154"/>
                  </a:lnTo>
                  <a:lnTo>
                    <a:pt x="3066" y="2160"/>
                  </a:lnTo>
                  <a:lnTo>
                    <a:pt x="3042" y="2160"/>
                  </a:lnTo>
                  <a:lnTo>
                    <a:pt x="3036" y="2166"/>
                  </a:lnTo>
                  <a:lnTo>
                    <a:pt x="3030" y="2166"/>
                  </a:lnTo>
                  <a:lnTo>
                    <a:pt x="3042" y="2160"/>
                  </a:lnTo>
                  <a:lnTo>
                    <a:pt x="3060" y="2142"/>
                  </a:lnTo>
                  <a:lnTo>
                    <a:pt x="3072" y="2136"/>
                  </a:lnTo>
                  <a:lnTo>
                    <a:pt x="3078" y="2124"/>
                  </a:lnTo>
                  <a:lnTo>
                    <a:pt x="3078" y="2118"/>
                  </a:lnTo>
                  <a:lnTo>
                    <a:pt x="3072" y="2106"/>
                  </a:lnTo>
                  <a:lnTo>
                    <a:pt x="3060" y="2100"/>
                  </a:lnTo>
                  <a:lnTo>
                    <a:pt x="3048" y="2088"/>
                  </a:lnTo>
                  <a:lnTo>
                    <a:pt x="3030" y="2088"/>
                  </a:lnTo>
                  <a:lnTo>
                    <a:pt x="3024" y="2082"/>
                  </a:lnTo>
                  <a:lnTo>
                    <a:pt x="3018" y="2082"/>
                  </a:lnTo>
                  <a:lnTo>
                    <a:pt x="3024" y="2082"/>
                  </a:lnTo>
                  <a:lnTo>
                    <a:pt x="3042" y="2064"/>
                  </a:lnTo>
                  <a:lnTo>
                    <a:pt x="3042" y="2058"/>
                  </a:lnTo>
                  <a:lnTo>
                    <a:pt x="3030" y="2034"/>
                  </a:lnTo>
                  <a:lnTo>
                    <a:pt x="3030" y="2028"/>
                  </a:lnTo>
                  <a:lnTo>
                    <a:pt x="3024" y="2016"/>
                  </a:lnTo>
                  <a:lnTo>
                    <a:pt x="3060" y="1992"/>
                  </a:lnTo>
                  <a:lnTo>
                    <a:pt x="3060" y="1968"/>
                  </a:lnTo>
                  <a:lnTo>
                    <a:pt x="3084" y="1956"/>
                  </a:lnTo>
                  <a:lnTo>
                    <a:pt x="3084" y="1914"/>
                  </a:lnTo>
                  <a:lnTo>
                    <a:pt x="3090" y="1914"/>
                  </a:lnTo>
                  <a:lnTo>
                    <a:pt x="3102" y="1902"/>
                  </a:lnTo>
                  <a:lnTo>
                    <a:pt x="3114" y="1896"/>
                  </a:lnTo>
                  <a:lnTo>
                    <a:pt x="3132" y="1878"/>
                  </a:lnTo>
                  <a:lnTo>
                    <a:pt x="3126" y="1866"/>
                  </a:lnTo>
                  <a:lnTo>
                    <a:pt x="3120" y="1860"/>
                  </a:lnTo>
                  <a:lnTo>
                    <a:pt x="3084" y="1848"/>
                  </a:lnTo>
                  <a:lnTo>
                    <a:pt x="2976" y="1848"/>
                  </a:lnTo>
                  <a:lnTo>
                    <a:pt x="2940" y="1860"/>
                  </a:lnTo>
                  <a:lnTo>
                    <a:pt x="2946" y="1848"/>
                  </a:lnTo>
                  <a:lnTo>
                    <a:pt x="2952" y="1842"/>
                  </a:lnTo>
                  <a:lnTo>
                    <a:pt x="2952" y="1830"/>
                  </a:lnTo>
                  <a:lnTo>
                    <a:pt x="2958" y="1824"/>
                  </a:lnTo>
                  <a:lnTo>
                    <a:pt x="2952" y="1818"/>
                  </a:lnTo>
                  <a:lnTo>
                    <a:pt x="2940" y="1812"/>
                  </a:lnTo>
                  <a:lnTo>
                    <a:pt x="2928" y="1812"/>
                  </a:lnTo>
                  <a:lnTo>
                    <a:pt x="2892" y="1800"/>
                  </a:lnTo>
                  <a:lnTo>
                    <a:pt x="2874" y="1800"/>
                  </a:lnTo>
                  <a:lnTo>
                    <a:pt x="2868" y="1794"/>
                  </a:lnTo>
                  <a:lnTo>
                    <a:pt x="2862" y="1794"/>
                  </a:lnTo>
                  <a:lnTo>
                    <a:pt x="2862" y="1770"/>
                  </a:lnTo>
                  <a:lnTo>
                    <a:pt x="2856" y="1752"/>
                  </a:lnTo>
                  <a:lnTo>
                    <a:pt x="2844" y="1740"/>
                  </a:lnTo>
                  <a:lnTo>
                    <a:pt x="2790" y="1722"/>
                  </a:lnTo>
                  <a:lnTo>
                    <a:pt x="2778" y="1722"/>
                  </a:lnTo>
                  <a:lnTo>
                    <a:pt x="2778" y="1716"/>
                  </a:lnTo>
                  <a:lnTo>
                    <a:pt x="2766" y="1704"/>
                  </a:lnTo>
                  <a:lnTo>
                    <a:pt x="2754" y="1704"/>
                  </a:lnTo>
                  <a:lnTo>
                    <a:pt x="2736" y="1698"/>
                  </a:lnTo>
                  <a:lnTo>
                    <a:pt x="2694" y="1698"/>
                  </a:lnTo>
                  <a:lnTo>
                    <a:pt x="2646" y="1704"/>
                  </a:lnTo>
                  <a:lnTo>
                    <a:pt x="2610" y="1716"/>
                  </a:lnTo>
                  <a:lnTo>
                    <a:pt x="2592" y="1716"/>
                  </a:lnTo>
                  <a:lnTo>
                    <a:pt x="2598" y="1716"/>
                  </a:lnTo>
                  <a:lnTo>
                    <a:pt x="2604" y="1710"/>
                  </a:lnTo>
                  <a:lnTo>
                    <a:pt x="2616" y="1710"/>
                  </a:lnTo>
                  <a:lnTo>
                    <a:pt x="2628" y="1704"/>
                  </a:lnTo>
                  <a:lnTo>
                    <a:pt x="2634" y="1692"/>
                  </a:lnTo>
                  <a:lnTo>
                    <a:pt x="2640" y="1686"/>
                  </a:lnTo>
                  <a:lnTo>
                    <a:pt x="2646" y="1662"/>
                  </a:lnTo>
                  <a:lnTo>
                    <a:pt x="2658" y="1632"/>
                  </a:lnTo>
                  <a:lnTo>
                    <a:pt x="2664" y="1602"/>
                  </a:lnTo>
                  <a:lnTo>
                    <a:pt x="2670" y="1590"/>
                  </a:lnTo>
                  <a:lnTo>
                    <a:pt x="2658" y="1590"/>
                  </a:lnTo>
                  <a:lnTo>
                    <a:pt x="2646" y="1584"/>
                  </a:lnTo>
                  <a:lnTo>
                    <a:pt x="2616" y="1584"/>
                  </a:lnTo>
                  <a:lnTo>
                    <a:pt x="2610" y="1590"/>
                  </a:lnTo>
                  <a:lnTo>
                    <a:pt x="2598" y="1596"/>
                  </a:lnTo>
                  <a:lnTo>
                    <a:pt x="2592" y="1602"/>
                  </a:lnTo>
                  <a:lnTo>
                    <a:pt x="2580" y="1608"/>
                  </a:lnTo>
                  <a:lnTo>
                    <a:pt x="2598" y="1578"/>
                  </a:lnTo>
                  <a:lnTo>
                    <a:pt x="2592" y="1560"/>
                  </a:lnTo>
                  <a:lnTo>
                    <a:pt x="2610" y="1542"/>
                  </a:lnTo>
                  <a:lnTo>
                    <a:pt x="2616" y="1530"/>
                  </a:lnTo>
                  <a:lnTo>
                    <a:pt x="2640" y="1506"/>
                  </a:lnTo>
                  <a:lnTo>
                    <a:pt x="2646" y="1494"/>
                  </a:lnTo>
                  <a:lnTo>
                    <a:pt x="2664" y="1476"/>
                  </a:lnTo>
                  <a:lnTo>
                    <a:pt x="2694" y="1452"/>
                  </a:lnTo>
                  <a:lnTo>
                    <a:pt x="2730" y="1428"/>
                  </a:lnTo>
                  <a:lnTo>
                    <a:pt x="2754" y="1410"/>
                  </a:lnTo>
                  <a:lnTo>
                    <a:pt x="2766" y="1404"/>
                  </a:lnTo>
                  <a:lnTo>
                    <a:pt x="2760" y="1392"/>
                  </a:lnTo>
                  <a:lnTo>
                    <a:pt x="2826" y="1368"/>
                  </a:lnTo>
                  <a:lnTo>
                    <a:pt x="2826" y="1350"/>
                  </a:lnTo>
                  <a:lnTo>
                    <a:pt x="2868" y="1344"/>
                  </a:lnTo>
                  <a:lnTo>
                    <a:pt x="2868" y="1326"/>
                  </a:lnTo>
                  <a:lnTo>
                    <a:pt x="2898" y="1320"/>
                  </a:lnTo>
                  <a:lnTo>
                    <a:pt x="2952" y="1284"/>
                  </a:lnTo>
                  <a:lnTo>
                    <a:pt x="3006" y="1284"/>
                  </a:lnTo>
                  <a:lnTo>
                    <a:pt x="3042" y="1278"/>
                  </a:lnTo>
                  <a:lnTo>
                    <a:pt x="3060" y="1266"/>
                  </a:lnTo>
                  <a:lnTo>
                    <a:pt x="3060" y="1254"/>
                  </a:lnTo>
                  <a:lnTo>
                    <a:pt x="3030" y="1224"/>
                  </a:lnTo>
                  <a:lnTo>
                    <a:pt x="2970" y="1230"/>
                  </a:lnTo>
                  <a:lnTo>
                    <a:pt x="2982" y="1218"/>
                  </a:lnTo>
                  <a:lnTo>
                    <a:pt x="2928" y="1194"/>
                  </a:lnTo>
                  <a:lnTo>
                    <a:pt x="2952" y="1188"/>
                  </a:lnTo>
                  <a:lnTo>
                    <a:pt x="3036" y="1212"/>
                  </a:lnTo>
                  <a:lnTo>
                    <a:pt x="3054" y="1230"/>
                  </a:lnTo>
                  <a:lnTo>
                    <a:pt x="3066" y="1236"/>
                  </a:lnTo>
                  <a:lnTo>
                    <a:pt x="3096" y="1236"/>
                  </a:lnTo>
                  <a:lnTo>
                    <a:pt x="3108" y="1230"/>
                  </a:lnTo>
                  <a:lnTo>
                    <a:pt x="3114" y="1218"/>
                  </a:lnTo>
                  <a:lnTo>
                    <a:pt x="3126" y="1206"/>
                  </a:lnTo>
                  <a:lnTo>
                    <a:pt x="3132" y="1194"/>
                  </a:lnTo>
                  <a:lnTo>
                    <a:pt x="3144" y="1188"/>
                  </a:lnTo>
                  <a:lnTo>
                    <a:pt x="3150" y="1182"/>
                  </a:lnTo>
                  <a:lnTo>
                    <a:pt x="3156" y="1182"/>
                  </a:lnTo>
                  <a:lnTo>
                    <a:pt x="3180" y="1194"/>
                  </a:lnTo>
                  <a:lnTo>
                    <a:pt x="3198" y="1200"/>
                  </a:lnTo>
                  <a:lnTo>
                    <a:pt x="3210" y="1200"/>
                  </a:lnTo>
                  <a:lnTo>
                    <a:pt x="3246" y="1182"/>
                  </a:lnTo>
                  <a:lnTo>
                    <a:pt x="3282" y="1170"/>
                  </a:lnTo>
                  <a:lnTo>
                    <a:pt x="3318" y="1152"/>
                  </a:lnTo>
                  <a:lnTo>
                    <a:pt x="3336" y="1146"/>
                  </a:lnTo>
                  <a:lnTo>
                    <a:pt x="3360" y="1134"/>
                  </a:lnTo>
                  <a:lnTo>
                    <a:pt x="3372" y="1122"/>
                  </a:lnTo>
                  <a:lnTo>
                    <a:pt x="3366" y="1116"/>
                  </a:lnTo>
                  <a:lnTo>
                    <a:pt x="3342" y="1110"/>
                  </a:lnTo>
                  <a:lnTo>
                    <a:pt x="3264" y="1110"/>
                  </a:lnTo>
                  <a:lnTo>
                    <a:pt x="3258" y="1086"/>
                  </a:lnTo>
                  <a:lnTo>
                    <a:pt x="3174" y="1056"/>
                  </a:lnTo>
                  <a:lnTo>
                    <a:pt x="3186" y="1056"/>
                  </a:lnTo>
                  <a:lnTo>
                    <a:pt x="3216" y="1050"/>
                  </a:lnTo>
                  <a:lnTo>
                    <a:pt x="3252" y="1050"/>
                  </a:lnTo>
                  <a:lnTo>
                    <a:pt x="3282" y="1056"/>
                  </a:lnTo>
                  <a:lnTo>
                    <a:pt x="3294" y="1062"/>
                  </a:lnTo>
                  <a:lnTo>
                    <a:pt x="3306" y="1074"/>
                  </a:lnTo>
                  <a:lnTo>
                    <a:pt x="3324" y="1086"/>
                  </a:lnTo>
                  <a:lnTo>
                    <a:pt x="3336" y="1098"/>
                  </a:lnTo>
                  <a:lnTo>
                    <a:pt x="3348" y="1104"/>
                  </a:lnTo>
                  <a:lnTo>
                    <a:pt x="3372" y="1098"/>
                  </a:lnTo>
                  <a:lnTo>
                    <a:pt x="3408" y="1080"/>
                  </a:lnTo>
                  <a:lnTo>
                    <a:pt x="3444" y="1068"/>
                  </a:lnTo>
                  <a:lnTo>
                    <a:pt x="3474" y="1050"/>
                  </a:lnTo>
                  <a:lnTo>
                    <a:pt x="3486" y="1044"/>
                  </a:lnTo>
                  <a:lnTo>
                    <a:pt x="3462" y="1032"/>
                  </a:lnTo>
                  <a:lnTo>
                    <a:pt x="3468" y="1026"/>
                  </a:lnTo>
                  <a:lnTo>
                    <a:pt x="3492" y="1014"/>
                  </a:lnTo>
                  <a:lnTo>
                    <a:pt x="3522" y="1014"/>
                  </a:lnTo>
                  <a:lnTo>
                    <a:pt x="3528" y="1020"/>
                  </a:lnTo>
                  <a:lnTo>
                    <a:pt x="3534" y="1032"/>
                  </a:lnTo>
                  <a:lnTo>
                    <a:pt x="3540" y="1038"/>
                  </a:lnTo>
                  <a:lnTo>
                    <a:pt x="3570" y="1050"/>
                  </a:lnTo>
                  <a:lnTo>
                    <a:pt x="3576" y="1026"/>
                  </a:lnTo>
                  <a:lnTo>
                    <a:pt x="3594" y="1044"/>
                  </a:lnTo>
                  <a:lnTo>
                    <a:pt x="3600" y="1038"/>
                  </a:lnTo>
                  <a:lnTo>
                    <a:pt x="3600" y="1026"/>
                  </a:lnTo>
                  <a:lnTo>
                    <a:pt x="3594" y="1014"/>
                  </a:lnTo>
                  <a:lnTo>
                    <a:pt x="3582" y="1002"/>
                  </a:lnTo>
                  <a:lnTo>
                    <a:pt x="3564" y="990"/>
                  </a:lnTo>
                  <a:lnTo>
                    <a:pt x="3606" y="984"/>
                  </a:lnTo>
                  <a:lnTo>
                    <a:pt x="3606" y="990"/>
                  </a:lnTo>
                  <a:lnTo>
                    <a:pt x="3612" y="996"/>
                  </a:lnTo>
                  <a:lnTo>
                    <a:pt x="3612" y="1008"/>
                  </a:lnTo>
                  <a:lnTo>
                    <a:pt x="3624" y="1032"/>
                  </a:lnTo>
                  <a:lnTo>
                    <a:pt x="3630" y="1038"/>
                  </a:lnTo>
                  <a:lnTo>
                    <a:pt x="3636" y="1038"/>
                  </a:lnTo>
                  <a:lnTo>
                    <a:pt x="3654" y="1032"/>
                  </a:lnTo>
                  <a:lnTo>
                    <a:pt x="3690" y="1026"/>
                  </a:lnTo>
                  <a:lnTo>
                    <a:pt x="3732" y="1008"/>
                  </a:lnTo>
                  <a:lnTo>
                    <a:pt x="3768" y="990"/>
                  </a:lnTo>
                  <a:lnTo>
                    <a:pt x="3798" y="972"/>
                  </a:lnTo>
                  <a:lnTo>
                    <a:pt x="3798" y="960"/>
                  </a:lnTo>
                  <a:lnTo>
                    <a:pt x="3786" y="942"/>
                  </a:lnTo>
                  <a:lnTo>
                    <a:pt x="3780" y="930"/>
                  </a:lnTo>
                  <a:lnTo>
                    <a:pt x="3774" y="912"/>
                  </a:lnTo>
                  <a:lnTo>
                    <a:pt x="3774" y="900"/>
                  </a:lnTo>
                  <a:lnTo>
                    <a:pt x="3780" y="894"/>
                  </a:lnTo>
                  <a:lnTo>
                    <a:pt x="3792" y="894"/>
                  </a:lnTo>
                  <a:lnTo>
                    <a:pt x="3804" y="888"/>
                  </a:lnTo>
                  <a:lnTo>
                    <a:pt x="3822" y="888"/>
                  </a:lnTo>
                  <a:lnTo>
                    <a:pt x="3840" y="882"/>
                  </a:lnTo>
                  <a:lnTo>
                    <a:pt x="3858" y="882"/>
                  </a:lnTo>
                  <a:lnTo>
                    <a:pt x="3864" y="876"/>
                  </a:lnTo>
                  <a:lnTo>
                    <a:pt x="3870" y="876"/>
                  </a:lnTo>
                  <a:lnTo>
                    <a:pt x="3870" y="858"/>
                  </a:lnTo>
                  <a:lnTo>
                    <a:pt x="3864" y="846"/>
                  </a:lnTo>
                  <a:lnTo>
                    <a:pt x="3864" y="840"/>
                  </a:lnTo>
                  <a:lnTo>
                    <a:pt x="3858" y="828"/>
                  </a:lnTo>
                  <a:lnTo>
                    <a:pt x="3840" y="804"/>
                  </a:lnTo>
                  <a:lnTo>
                    <a:pt x="3822" y="798"/>
                  </a:lnTo>
                  <a:lnTo>
                    <a:pt x="3786" y="792"/>
                  </a:lnTo>
                  <a:lnTo>
                    <a:pt x="3744" y="792"/>
                  </a:lnTo>
                  <a:lnTo>
                    <a:pt x="3708" y="804"/>
                  </a:lnTo>
                  <a:lnTo>
                    <a:pt x="3690" y="822"/>
                  </a:lnTo>
                  <a:lnTo>
                    <a:pt x="3690" y="840"/>
                  </a:lnTo>
                  <a:lnTo>
                    <a:pt x="3696" y="840"/>
                  </a:lnTo>
                  <a:lnTo>
                    <a:pt x="3702" y="846"/>
                  </a:lnTo>
                  <a:lnTo>
                    <a:pt x="3666" y="870"/>
                  </a:lnTo>
                  <a:lnTo>
                    <a:pt x="3642" y="870"/>
                  </a:lnTo>
                  <a:lnTo>
                    <a:pt x="3576" y="918"/>
                  </a:lnTo>
                  <a:lnTo>
                    <a:pt x="3552" y="930"/>
                  </a:lnTo>
                  <a:lnTo>
                    <a:pt x="3546" y="936"/>
                  </a:lnTo>
                  <a:lnTo>
                    <a:pt x="3540" y="948"/>
                  </a:lnTo>
                  <a:lnTo>
                    <a:pt x="3522" y="966"/>
                  </a:lnTo>
                  <a:lnTo>
                    <a:pt x="3492" y="966"/>
                  </a:lnTo>
                  <a:lnTo>
                    <a:pt x="3456" y="984"/>
                  </a:lnTo>
                  <a:lnTo>
                    <a:pt x="3456" y="972"/>
                  </a:lnTo>
                  <a:lnTo>
                    <a:pt x="3450" y="954"/>
                  </a:lnTo>
                  <a:lnTo>
                    <a:pt x="3450" y="918"/>
                  </a:lnTo>
                  <a:lnTo>
                    <a:pt x="3456" y="912"/>
                  </a:lnTo>
                  <a:lnTo>
                    <a:pt x="3480" y="900"/>
                  </a:lnTo>
                  <a:lnTo>
                    <a:pt x="3498" y="900"/>
                  </a:lnTo>
                  <a:lnTo>
                    <a:pt x="3510" y="894"/>
                  </a:lnTo>
                  <a:lnTo>
                    <a:pt x="3516" y="882"/>
                  </a:lnTo>
                  <a:lnTo>
                    <a:pt x="3516" y="870"/>
                  </a:lnTo>
                  <a:lnTo>
                    <a:pt x="3510" y="852"/>
                  </a:lnTo>
                  <a:lnTo>
                    <a:pt x="3504" y="846"/>
                  </a:lnTo>
                  <a:lnTo>
                    <a:pt x="3498" y="834"/>
                  </a:lnTo>
                  <a:lnTo>
                    <a:pt x="3486" y="834"/>
                  </a:lnTo>
                  <a:lnTo>
                    <a:pt x="3450" y="852"/>
                  </a:lnTo>
                  <a:lnTo>
                    <a:pt x="3432" y="858"/>
                  </a:lnTo>
                  <a:lnTo>
                    <a:pt x="3420" y="864"/>
                  </a:lnTo>
                  <a:lnTo>
                    <a:pt x="3414" y="870"/>
                  </a:lnTo>
                  <a:lnTo>
                    <a:pt x="3408" y="870"/>
                  </a:lnTo>
                  <a:lnTo>
                    <a:pt x="3378" y="900"/>
                  </a:lnTo>
                  <a:lnTo>
                    <a:pt x="3372" y="888"/>
                  </a:lnTo>
                  <a:lnTo>
                    <a:pt x="3396" y="858"/>
                  </a:lnTo>
                  <a:lnTo>
                    <a:pt x="3396" y="840"/>
                  </a:lnTo>
                  <a:lnTo>
                    <a:pt x="3438" y="822"/>
                  </a:lnTo>
                  <a:lnTo>
                    <a:pt x="3402" y="816"/>
                  </a:lnTo>
                  <a:lnTo>
                    <a:pt x="3408" y="804"/>
                  </a:lnTo>
                  <a:lnTo>
                    <a:pt x="3360" y="816"/>
                  </a:lnTo>
                  <a:lnTo>
                    <a:pt x="3336" y="804"/>
                  </a:lnTo>
                  <a:lnTo>
                    <a:pt x="3378" y="792"/>
                  </a:lnTo>
                  <a:lnTo>
                    <a:pt x="3378" y="774"/>
                  </a:lnTo>
                  <a:lnTo>
                    <a:pt x="3390" y="774"/>
                  </a:lnTo>
                  <a:lnTo>
                    <a:pt x="3396" y="780"/>
                  </a:lnTo>
                  <a:lnTo>
                    <a:pt x="3420" y="780"/>
                  </a:lnTo>
                  <a:lnTo>
                    <a:pt x="3426" y="774"/>
                  </a:lnTo>
                  <a:lnTo>
                    <a:pt x="3426" y="762"/>
                  </a:lnTo>
                  <a:lnTo>
                    <a:pt x="3420" y="756"/>
                  </a:lnTo>
                  <a:lnTo>
                    <a:pt x="3408" y="756"/>
                  </a:lnTo>
                  <a:lnTo>
                    <a:pt x="3396" y="744"/>
                  </a:lnTo>
                  <a:lnTo>
                    <a:pt x="3396" y="738"/>
                  </a:lnTo>
                  <a:lnTo>
                    <a:pt x="3420" y="690"/>
                  </a:lnTo>
                  <a:lnTo>
                    <a:pt x="3426" y="684"/>
                  </a:lnTo>
                  <a:lnTo>
                    <a:pt x="3426" y="672"/>
                  </a:lnTo>
                  <a:lnTo>
                    <a:pt x="3420" y="666"/>
                  </a:lnTo>
                  <a:lnTo>
                    <a:pt x="3414" y="666"/>
                  </a:lnTo>
                  <a:lnTo>
                    <a:pt x="3372" y="648"/>
                  </a:lnTo>
                  <a:lnTo>
                    <a:pt x="3348" y="660"/>
                  </a:lnTo>
                  <a:lnTo>
                    <a:pt x="3336" y="660"/>
                  </a:lnTo>
                  <a:lnTo>
                    <a:pt x="3318" y="666"/>
                  </a:lnTo>
                  <a:lnTo>
                    <a:pt x="3312" y="666"/>
                  </a:lnTo>
                  <a:lnTo>
                    <a:pt x="3306" y="672"/>
                  </a:lnTo>
                  <a:lnTo>
                    <a:pt x="3306" y="690"/>
                  </a:lnTo>
                  <a:lnTo>
                    <a:pt x="3240" y="690"/>
                  </a:lnTo>
                  <a:lnTo>
                    <a:pt x="3228" y="696"/>
                  </a:lnTo>
                  <a:lnTo>
                    <a:pt x="3222" y="702"/>
                  </a:lnTo>
                  <a:lnTo>
                    <a:pt x="3210" y="708"/>
                  </a:lnTo>
                  <a:lnTo>
                    <a:pt x="3198" y="720"/>
                  </a:lnTo>
                  <a:lnTo>
                    <a:pt x="3204" y="726"/>
                  </a:lnTo>
                  <a:lnTo>
                    <a:pt x="3216" y="732"/>
                  </a:lnTo>
                  <a:lnTo>
                    <a:pt x="3228" y="732"/>
                  </a:lnTo>
                  <a:lnTo>
                    <a:pt x="3234" y="738"/>
                  </a:lnTo>
                  <a:lnTo>
                    <a:pt x="3228" y="738"/>
                  </a:lnTo>
                  <a:lnTo>
                    <a:pt x="3222" y="744"/>
                  </a:lnTo>
                  <a:lnTo>
                    <a:pt x="3204" y="744"/>
                  </a:lnTo>
                  <a:lnTo>
                    <a:pt x="3180" y="756"/>
                  </a:lnTo>
                  <a:lnTo>
                    <a:pt x="3168" y="768"/>
                  </a:lnTo>
                  <a:lnTo>
                    <a:pt x="3168" y="774"/>
                  </a:lnTo>
                  <a:lnTo>
                    <a:pt x="3174" y="786"/>
                  </a:lnTo>
                  <a:lnTo>
                    <a:pt x="3186" y="798"/>
                  </a:lnTo>
                  <a:lnTo>
                    <a:pt x="3198" y="804"/>
                  </a:lnTo>
                  <a:lnTo>
                    <a:pt x="3204" y="810"/>
                  </a:lnTo>
                  <a:lnTo>
                    <a:pt x="3210" y="810"/>
                  </a:lnTo>
                  <a:lnTo>
                    <a:pt x="3234" y="798"/>
                  </a:lnTo>
                  <a:lnTo>
                    <a:pt x="3234" y="822"/>
                  </a:lnTo>
                  <a:lnTo>
                    <a:pt x="3240" y="828"/>
                  </a:lnTo>
                  <a:lnTo>
                    <a:pt x="3246" y="828"/>
                  </a:lnTo>
                  <a:lnTo>
                    <a:pt x="3258" y="822"/>
                  </a:lnTo>
                  <a:lnTo>
                    <a:pt x="3282" y="822"/>
                  </a:lnTo>
                  <a:lnTo>
                    <a:pt x="3276" y="828"/>
                  </a:lnTo>
                  <a:lnTo>
                    <a:pt x="3252" y="840"/>
                  </a:lnTo>
                  <a:lnTo>
                    <a:pt x="3246" y="840"/>
                  </a:lnTo>
                  <a:lnTo>
                    <a:pt x="3228" y="828"/>
                  </a:lnTo>
                  <a:lnTo>
                    <a:pt x="3222" y="846"/>
                  </a:lnTo>
                  <a:lnTo>
                    <a:pt x="3204" y="846"/>
                  </a:lnTo>
                  <a:lnTo>
                    <a:pt x="3192" y="852"/>
                  </a:lnTo>
                  <a:lnTo>
                    <a:pt x="3186" y="852"/>
                  </a:lnTo>
                  <a:lnTo>
                    <a:pt x="3180" y="858"/>
                  </a:lnTo>
                  <a:lnTo>
                    <a:pt x="3204" y="858"/>
                  </a:lnTo>
                  <a:lnTo>
                    <a:pt x="3228" y="846"/>
                  </a:lnTo>
                  <a:lnTo>
                    <a:pt x="3240" y="846"/>
                  </a:lnTo>
                  <a:lnTo>
                    <a:pt x="3240" y="852"/>
                  </a:lnTo>
                  <a:lnTo>
                    <a:pt x="3228" y="870"/>
                  </a:lnTo>
                  <a:lnTo>
                    <a:pt x="3210" y="882"/>
                  </a:lnTo>
                  <a:lnTo>
                    <a:pt x="3198" y="888"/>
                  </a:lnTo>
                  <a:lnTo>
                    <a:pt x="3180" y="894"/>
                  </a:lnTo>
                  <a:lnTo>
                    <a:pt x="3168" y="900"/>
                  </a:lnTo>
                  <a:lnTo>
                    <a:pt x="3162" y="906"/>
                  </a:lnTo>
                  <a:lnTo>
                    <a:pt x="3138" y="918"/>
                  </a:lnTo>
                  <a:lnTo>
                    <a:pt x="3132" y="924"/>
                  </a:lnTo>
                  <a:lnTo>
                    <a:pt x="3120" y="918"/>
                  </a:lnTo>
                  <a:lnTo>
                    <a:pt x="3114" y="918"/>
                  </a:lnTo>
                  <a:lnTo>
                    <a:pt x="3102" y="912"/>
                  </a:lnTo>
                  <a:lnTo>
                    <a:pt x="3090" y="912"/>
                  </a:lnTo>
                  <a:lnTo>
                    <a:pt x="3072" y="930"/>
                  </a:lnTo>
                  <a:lnTo>
                    <a:pt x="3060" y="936"/>
                  </a:lnTo>
                  <a:lnTo>
                    <a:pt x="3054" y="948"/>
                  </a:lnTo>
                  <a:lnTo>
                    <a:pt x="3054" y="972"/>
                  </a:lnTo>
                  <a:lnTo>
                    <a:pt x="3048" y="978"/>
                  </a:lnTo>
                  <a:lnTo>
                    <a:pt x="3042" y="966"/>
                  </a:lnTo>
                  <a:lnTo>
                    <a:pt x="3030" y="966"/>
                  </a:lnTo>
                  <a:lnTo>
                    <a:pt x="3018" y="960"/>
                  </a:lnTo>
                  <a:lnTo>
                    <a:pt x="3012" y="960"/>
                  </a:lnTo>
                  <a:lnTo>
                    <a:pt x="3006" y="954"/>
                  </a:lnTo>
                  <a:lnTo>
                    <a:pt x="3030" y="930"/>
                  </a:lnTo>
                  <a:lnTo>
                    <a:pt x="3042" y="924"/>
                  </a:lnTo>
                  <a:lnTo>
                    <a:pt x="3060" y="906"/>
                  </a:lnTo>
                  <a:lnTo>
                    <a:pt x="3072" y="900"/>
                  </a:lnTo>
                  <a:lnTo>
                    <a:pt x="3036" y="900"/>
                  </a:lnTo>
                  <a:lnTo>
                    <a:pt x="3030" y="888"/>
                  </a:lnTo>
                  <a:lnTo>
                    <a:pt x="3018" y="882"/>
                  </a:lnTo>
                  <a:lnTo>
                    <a:pt x="2994" y="882"/>
                  </a:lnTo>
                  <a:lnTo>
                    <a:pt x="2988" y="888"/>
                  </a:lnTo>
                  <a:lnTo>
                    <a:pt x="2946" y="888"/>
                  </a:lnTo>
                  <a:lnTo>
                    <a:pt x="2946" y="894"/>
                  </a:lnTo>
                  <a:lnTo>
                    <a:pt x="2940" y="906"/>
                  </a:lnTo>
                  <a:lnTo>
                    <a:pt x="2940" y="918"/>
                  </a:lnTo>
                  <a:lnTo>
                    <a:pt x="2946" y="918"/>
                  </a:lnTo>
                  <a:lnTo>
                    <a:pt x="2952" y="924"/>
                  </a:lnTo>
                  <a:lnTo>
                    <a:pt x="2964" y="924"/>
                  </a:lnTo>
                  <a:lnTo>
                    <a:pt x="2976" y="936"/>
                  </a:lnTo>
                  <a:lnTo>
                    <a:pt x="2982" y="936"/>
                  </a:lnTo>
                  <a:lnTo>
                    <a:pt x="2976" y="942"/>
                  </a:lnTo>
                  <a:lnTo>
                    <a:pt x="2958" y="942"/>
                  </a:lnTo>
                  <a:lnTo>
                    <a:pt x="2952" y="936"/>
                  </a:lnTo>
                  <a:lnTo>
                    <a:pt x="2940" y="930"/>
                  </a:lnTo>
                  <a:lnTo>
                    <a:pt x="2934" y="924"/>
                  </a:lnTo>
                  <a:lnTo>
                    <a:pt x="2916" y="912"/>
                  </a:lnTo>
                  <a:lnTo>
                    <a:pt x="2910" y="942"/>
                  </a:lnTo>
                  <a:lnTo>
                    <a:pt x="2904" y="942"/>
                  </a:lnTo>
                  <a:lnTo>
                    <a:pt x="2898" y="948"/>
                  </a:lnTo>
                  <a:lnTo>
                    <a:pt x="2862" y="948"/>
                  </a:lnTo>
                  <a:lnTo>
                    <a:pt x="2844" y="942"/>
                  </a:lnTo>
                  <a:lnTo>
                    <a:pt x="2826" y="942"/>
                  </a:lnTo>
                  <a:lnTo>
                    <a:pt x="2808" y="936"/>
                  </a:lnTo>
                  <a:lnTo>
                    <a:pt x="2718" y="936"/>
                  </a:lnTo>
                  <a:lnTo>
                    <a:pt x="2706" y="930"/>
                  </a:lnTo>
                  <a:lnTo>
                    <a:pt x="2700" y="918"/>
                  </a:lnTo>
                  <a:lnTo>
                    <a:pt x="2688" y="912"/>
                  </a:lnTo>
                  <a:lnTo>
                    <a:pt x="2628" y="918"/>
                  </a:lnTo>
                  <a:lnTo>
                    <a:pt x="2622" y="912"/>
                  </a:lnTo>
                  <a:lnTo>
                    <a:pt x="2616" y="900"/>
                  </a:lnTo>
                  <a:lnTo>
                    <a:pt x="2604" y="894"/>
                  </a:lnTo>
                  <a:lnTo>
                    <a:pt x="2598" y="894"/>
                  </a:lnTo>
                  <a:lnTo>
                    <a:pt x="2586" y="888"/>
                  </a:lnTo>
                  <a:lnTo>
                    <a:pt x="2568" y="888"/>
                  </a:lnTo>
                  <a:lnTo>
                    <a:pt x="2556" y="894"/>
                  </a:lnTo>
                  <a:lnTo>
                    <a:pt x="2538" y="900"/>
                  </a:lnTo>
                  <a:lnTo>
                    <a:pt x="2532" y="906"/>
                  </a:lnTo>
                  <a:lnTo>
                    <a:pt x="2526" y="906"/>
                  </a:lnTo>
                  <a:lnTo>
                    <a:pt x="2526" y="912"/>
                  </a:lnTo>
                  <a:lnTo>
                    <a:pt x="2484" y="912"/>
                  </a:lnTo>
                  <a:lnTo>
                    <a:pt x="2472" y="906"/>
                  </a:lnTo>
                  <a:lnTo>
                    <a:pt x="2442" y="906"/>
                  </a:lnTo>
                  <a:lnTo>
                    <a:pt x="2430" y="918"/>
                  </a:lnTo>
                  <a:lnTo>
                    <a:pt x="2430" y="930"/>
                  </a:lnTo>
                  <a:lnTo>
                    <a:pt x="2418" y="954"/>
                  </a:lnTo>
                  <a:lnTo>
                    <a:pt x="2412" y="960"/>
                  </a:lnTo>
                  <a:lnTo>
                    <a:pt x="2412" y="966"/>
                  </a:lnTo>
                  <a:lnTo>
                    <a:pt x="2400" y="996"/>
                  </a:lnTo>
                  <a:lnTo>
                    <a:pt x="2364" y="996"/>
                  </a:lnTo>
                  <a:lnTo>
                    <a:pt x="2358" y="1026"/>
                  </a:lnTo>
                  <a:lnTo>
                    <a:pt x="2334" y="978"/>
                  </a:lnTo>
                  <a:lnTo>
                    <a:pt x="2340" y="978"/>
                  </a:lnTo>
                  <a:lnTo>
                    <a:pt x="2352" y="984"/>
                  </a:lnTo>
                  <a:lnTo>
                    <a:pt x="2376" y="984"/>
                  </a:lnTo>
                  <a:lnTo>
                    <a:pt x="2388" y="972"/>
                  </a:lnTo>
                  <a:lnTo>
                    <a:pt x="2358" y="942"/>
                  </a:lnTo>
                  <a:lnTo>
                    <a:pt x="2340" y="942"/>
                  </a:lnTo>
                  <a:lnTo>
                    <a:pt x="2328" y="936"/>
                  </a:lnTo>
                  <a:lnTo>
                    <a:pt x="2316" y="936"/>
                  </a:lnTo>
                  <a:lnTo>
                    <a:pt x="2322" y="918"/>
                  </a:lnTo>
                  <a:lnTo>
                    <a:pt x="2304" y="924"/>
                  </a:lnTo>
                  <a:lnTo>
                    <a:pt x="2262" y="930"/>
                  </a:lnTo>
                  <a:lnTo>
                    <a:pt x="2208" y="936"/>
                  </a:lnTo>
                  <a:lnTo>
                    <a:pt x="2160" y="942"/>
                  </a:lnTo>
                  <a:lnTo>
                    <a:pt x="2112" y="942"/>
                  </a:lnTo>
                  <a:lnTo>
                    <a:pt x="2064" y="936"/>
                  </a:lnTo>
                  <a:lnTo>
                    <a:pt x="2034" y="930"/>
                  </a:lnTo>
                  <a:lnTo>
                    <a:pt x="2028" y="924"/>
                  </a:lnTo>
                  <a:lnTo>
                    <a:pt x="2052" y="918"/>
                  </a:lnTo>
                  <a:lnTo>
                    <a:pt x="2082" y="918"/>
                  </a:lnTo>
                  <a:lnTo>
                    <a:pt x="2118" y="912"/>
                  </a:lnTo>
                  <a:lnTo>
                    <a:pt x="2142" y="900"/>
                  </a:lnTo>
                  <a:lnTo>
                    <a:pt x="2142" y="888"/>
                  </a:lnTo>
                  <a:lnTo>
                    <a:pt x="2112" y="864"/>
                  </a:lnTo>
                  <a:lnTo>
                    <a:pt x="2082" y="852"/>
                  </a:lnTo>
                  <a:lnTo>
                    <a:pt x="2004" y="852"/>
                  </a:lnTo>
                  <a:lnTo>
                    <a:pt x="1968" y="840"/>
                  </a:lnTo>
                  <a:lnTo>
                    <a:pt x="1944" y="834"/>
                  </a:lnTo>
                  <a:lnTo>
                    <a:pt x="1938" y="828"/>
                  </a:lnTo>
                  <a:lnTo>
                    <a:pt x="1908" y="828"/>
                  </a:lnTo>
                  <a:lnTo>
                    <a:pt x="1896" y="822"/>
                  </a:lnTo>
                  <a:lnTo>
                    <a:pt x="1866" y="804"/>
                  </a:lnTo>
                  <a:lnTo>
                    <a:pt x="1836" y="792"/>
                  </a:lnTo>
                  <a:lnTo>
                    <a:pt x="1812" y="786"/>
                  </a:lnTo>
                  <a:lnTo>
                    <a:pt x="1800" y="792"/>
                  </a:lnTo>
                  <a:lnTo>
                    <a:pt x="1782" y="798"/>
                  </a:lnTo>
                  <a:lnTo>
                    <a:pt x="1770" y="804"/>
                  </a:lnTo>
                  <a:lnTo>
                    <a:pt x="1758" y="816"/>
                  </a:lnTo>
                  <a:lnTo>
                    <a:pt x="1734" y="828"/>
                  </a:lnTo>
                  <a:lnTo>
                    <a:pt x="1680" y="828"/>
                  </a:lnTo>
                  <a:lnTo>
                    <a:pt x="1710" y="810"/>
                  </a:lnTo>
                  <a:lnTo>
                    <a:pt x="1710" y="798"/>
                  </a:lnTo>
                  <a:lnTo>
                    <a:pt x="1734" y="768"/>
                  </a:lnTo>
                  <a:lnTo>
                    <a:pt x="1728" y="768"/>
                  </a:lnTo>
                  <a:lnTo>
                    <a:pt x="1722" y="774"/>
                  </a:lnTo>
                  <a:lnTo>
                    <a:pt x="1674" y="798"/>
                  </a:lnTo>
                  <a:lnTo>
                    <a:pt x="1650" y="822"/>
                  </a:lnTo>
                  <a:lnTo>
                    <a:pt x="1638" y="828"/>
                  </a:lnTo>
                  <a:lnTo>
                    <a:pt x="1620" y="834"/>
                  </a:lnTo>
                  <a:lnTo>
                    <a:pt x="1608" y="828"/>
                  </a:lnTo>
                  <a:lnTo>
                    <a:pt x="1602" y="816"/>
                  </a:lnTo>
                  <a:lnTo>
                    <a:pt x="1602" y="798"/>
                  </a:lnTo>
                  <a:lnTo>
                    <a:pt x="1614" y="774"/>
                  </a:lnTo>
                  <a:lnTo>
                    <a:pt x="1614" y="762"/>
                  </a:lnTo>
                  <a:lnTo>
                    <a:pt x="1608" y="750"/>
                  </a:lnTo>
                  <a:lnTo>
                    <a:pt x="1596" y="744"/>
                  </a:lnTo>
                  <a:lnTo>
                    <a:pt x="1590" y="738"/>
                  </a:lnTo>
                  <a:lnTo>
                    <a:pt x="1578" y="738"/>
                  </a:lnTo>
                  <a:lnTo>
                    <a:pt x="1572" y="744"/>
                  </a:lnTo>
                  <a:lnTo>
                    <a:pt x="1572" y="750"/>
                  </a:lnTo>
                  <a:lnTo>
                    <a:pt x="1578" y="762"/>
                  </a:lnTo>
                  <a:lnTo>
                    <a:pt x="1584" y="768"/>
                  </a:lnTo>
                  <a:lnTo>
                    <a:pt x="1542" y="768"/>
                  </a:lnTo>
                  <a:lnTo>
                    <a:pt x="1530" y="774"/>
                  </a:lnTo>
                  <a:lnTo>
                    <a:pt x="1512" y="780"/>
                  </a:lnTo>
                  <a:lnTo>
                    <a:pt x="1494" y="798"/>
                  </a:lnTo>
                  <a:lnTo>
                    <a:pt x="1446" y="798"/>
                  </a:lnTo>
                  <a:lnTo>
                    <a:pt x="1428" y="804"/>
                  </a:lnTo>
                  <a:lnTo>
                    <a:pt x="1416" y="804"/>
                  </a:lnTo>
                  <a:lnTo>
                    <a:pt x="1398" y="810"/>
                  </a:lnTo>
                  <a:lnTo>
                    <a:pt x="1380" y="810"/>
                  </a:lnTo>
                  <a:lnTo>
                    <a:pt x="1374" y="816"/>
                  </a:lnTo>
                  <a:lnTo>
                    <a:pt x="1368" y="816"/>
                  </a:lnTo>
                  <a:lnTo>
                    <a:pt x="1356" y="822"/>
                  </a:lnTo>
                  <a:lnTo>
                    <a:pt x="1350" y="828"/>
                  </a:lnTo>
                  <a:lnTo>
                    <a:pt x="1338" y="834"/>
                  </a:lnTo>
                  <a:lnTo>
                    <a:pt x="1314" y="816"/>
                  </a:lnTo>
                  <a:lnTo>
                    <a:pt x="1302" y="822"/>
                  </a:lnTo>
                  <a:lnTo>
                    <a:pt x="1296" y="828"/>
                  </a:lnTo>
                  <a:lnTo>
                    <a:pt x="1272" y="840"/>
                  </a:lnTo>
                  <a:lnTo>
                    <a:pt x="1260" y="840"/>
                  </a:lnTo>
                  <a:lnTo>
                    <a:pt x="1254" y="846"/>
                  </a:lnTo>
                  <a:lnTo>
                    <a:pt x="1242" y="846"/>
                  </a:lnTo>
                  <a:lnTo>
                    <a:pt x="1230" y="852"/>
                  </a:lnTo>
                  <a:lnTo>
                    <a:pt x="1224" y="858"/>
                  </a:lnTo>
                  <a:lnTo>
                    <a:pt x="1212" y="864"/>
                  </a:lnTo>
                  <a:lnTo>
                    <a:pt x="1176" y="864"/>
                  </a:lnTo>
                  <a:lnTo>
                    <a:pt x="1188" y="858"/>
                  </a:lnTo>
                  <a:lnTo>
                    <a:pt x="1194" y="846"/>
                  </a:lnTo>
                  <a:lnTo>
                    <a:pt x="1212" y="840"/>
                  </a:lnTo>
                  <a:lnTo>
                    <a:pt x="1236" y="828"/>
                  </a:lnTo>
                  <a:lnTo>
                    <a:pt x="1254" y="828"/>
                  </a:lnTo>
                  <a:lnTo>
                    <a:pt x="1266" y="822"/>
                  </a:lnTo>
                  <a:lnTo>
                    <a:pt x="1284" y="816"/>
                  </a:lnTo>
                  <a:lnTo>
                    <a:pt x="1290" y="810"/>
                  </a:lnTo>
                  <a:lnTo>
                    <a:pt x="1362" y="810"/>
                  </a:lnTo>
                  <a:lnTo>
                    <a:pt x="1386" y="798"/>
                  </a:lnTo>
                  <a:lnTo>
                    <a:pt x="1422" y="792"/>
                  </a:lnTo>
                  <a:lnTo>
                    <a:pt x="1458" y="780"/>
                  </a:lnTo>
                  <a:lnTo>
                    <a:pt x="1470" y="780"/>
                  </a:lnTo>
                  <a:lnTo>
                    <a:pt x="1476" y="774"/>
                  </a:lnTo>
                  <a:lnTo>
                    <a:pt x="1482" y="774"/>
                  </a:lnTo>
                  <a:lnTo>
                    <a:pt x="1476" y="768"/>
                  </a:lnTo>
                  <a:lnTo>
                    <a:pt x="1410" y="768"/>
                  </a:lnTo>
                  <a:lnTo>
                    <a:pt x="1398" y="774"/>
                  </a:lnTo>
                  <a:lnTo>
                    <a:pt x="1392" y="774"/>
                  </a:lnTo>
                  <a:lnTo>
                    <a:pt x="1380" y="780"/>
                  </a:lnTo>
                  <a:lnTo>
                    <a:pt x="1374" y="786"/>
                  </a:lnTo>
                  <a:lnTo>
                    <a:pt x="1368" y="786"/>
                  </a:lnTo>
                  <a:lnTo>
                    <a:pt x="1362" y="792"/>
                  </a:lnTo>
                  <a:lnTo>
                    <a:pt x="1278" y="792"/>
                  </a:lnTo>
                  <a:lnTo>
                    <a:pt x="1254" y="804"/>
                  </a:lnTo>
                  <a:lnTo>
                    <a:pt x="1248" y="810"/>
                  </a:lnTo>
                  <a:lnTo>
                    <a:pt x="1236" y="816"/>
                  </a:lnTo>
                  <a:lnTo>
                    <a:pt x="1230" y="822"/>
                  </a:lnTo>
                  <a:lnTo>
                    <a:pt x="1212" y="822"/>
                  </a:lnTo>
                  <a:lnTo>
                    <a:pt x="1158" y="846"/>
                  </a:lnTo>
                  <a:lnTo>
                    <a:pt x="1140" y="846"/>
                  </a:lnTo>
                  <a:lnTo>
                    <a:pt x="1128" y="858"/>
                  </a:lnTo>
                  <a:lnTo>
                    <a:pt x="1122" y="870"/>
                  </a:lnTo>
                  <a:lnTo>
                    <a:pt x="1122" y="876"/>
                  </a:lnTo>
                  <a:lnTo>
                    <a:pt x="1116" y="876"/>
                  </a:lnTo>
                  <a:lnTo>
                    <a:pt x="1110" y="870"/>
                  </a:lnTo>
                  <a:lnTo>
                    <a:pt x="1110" y="846"/>
                  </a:lnTo>
                  <a:lnTo>
                    <a:pt x="1116" y="846"/>
                  </a:lnTo>
                  <a:lnTo>
                    <a:pt x="1152" y="834"/>
                  </a:lnTo>
                  <a:lnTo>
                    <a:pt x="1176" y="822"/>
                  </a:lnTo>
                  <a:lnTo>
                    <a:pt x="1194" y="816"/>
                  </a:lnTo>
                  <a:lnTo>
                    <a:pt x="1188" y="810"/>
                  </a:lnTo>
                  <a:lnTo>
                    <a:pt x="1176" y="810"/>
                  </a:lnTo>
                  <a:lnTo>
                    <a:pt x="1164" y="804"/>
                  </a:lnTo>
                  <a:lnTo>
                    <a:pt x="1140" y="804"/>
                  </a:lnTo>
                  <a:lnTo>
                    <a:pt x="1122" y="822"/>
                  </a:lnTo>
                  <a:lnTo>
                    <a:pt x="1110" y="828"/>
                  </a:lnTo>
                  <a:lnTo>
                    <a:pt x="1092" y="828"/>
                  </a:lnTo>
                  <a:lnTo>
                    <a:pt x="1080" y="834"/>
                  </a:lnTo>
                  <a:lnTo>
                    <a:pt x="1068" y="834"/>
                  </a:lnTo>
                  <a:lnTo>
                    <a:pt x="1068" y="840"/>
                  </a:lnTo>
                  <a:lnTo>
                    <a:pt x="1062" y="846"/>
                  </a:lnTo>
                  <a:lnTo>
                    <a:pt x="1062" y="876"/>
                  </a:lnTo>
                  <a:lnTo>
                    <a:pt x="1038" y="858"/>
                  </a:lnTo>
                  <a:lnTo>
                    <a:pt x="972" y="852"/>
                  </a:lnTo>
                  <a:lnTo>
                    <a:pt x="960" y="846"/>
                  </a:lnTo>
                  <a:lnTo>
                    <a:pt x="948" y="834"/>
                  </a:lnTo>
                  <a:lnTo>
                    <a:pt x="936" y="834"/>
                  </a:lnTo>
                  <a:lnTo>
                    <a:pt x="936" y="828"/>
                  </a:lnTo>
                  <a:lnTo>
                    <a:pt x="942" y="822"/>
                  </a:lnTo>
                  <a:lnTo>
                    <a:pt x="942" y="810"/>
                  </a:lnTo>
                  <a:lnTo>
                    <a:pt x="948" y="804"/>
                  </a:lnTo>
                  <a:lnTo>
                    <a:pt x="834" y="804"/>
                  </a:lnTo>
                  <a:lnTo>
                    <a:pt x="852" y="804"/>
                  </a:lnTo>
                  <a:lnTo>
                    <a:pt x="78" y="1440"/>
                  </a:lnTo>
                  <a:lnTo>
                    <a:pt x="72" y="1446"/>
                  </a:lnTo>
                  <a:lnTo>
                    <a:pt x="60" y="1452"/>
                  </a:lnTo>
                  <a:lnTo>
                    <a:pt x="54" y="1464"/>
                  </a:lnTo>
                  <a:lnTo>
                    <a:pt x="54" y="1476"/>
                  </a:lnTo>
                  <a:lnTo>
                    <a:pt x="108" y="1476"/>
                  </a:lnTo>
                  <a:lnTo>
                    <a:pt x="120" y="1464"/>
                  </a:lnTo>
                  <a:lnTo>
                    <a:pt x="156" y="1464"/>
                  </a:lnTo>
                  <a:lnTo>
                    <a:pt x="132" y="1488"/>
                  </a:lnTo>
                  <a:lnTo>
                    <a:pt x="132" y="1494"/>
                  </a:lnTo>
                  <a:lnTo>
                    <a:pt x="138" y="1506"/>
                  </a:lnTo>
                  <a:lnTo>
                    <a:pt x="138" y="1524"/>
                  </a:lnTo>
                  <a:lnTo>
                    <a:pt x="144" y="1530"/>
                  </a:lnTo>
                  <a:lnTo>
                    <a:pt x="156" y="1536"/>
                  </a:lnTo>
                  <a:lnTo>
                    <a:pt x="162" y="1542"/>
                  </a:lnTo>
                  <a:lnTo>
                    <a:pt x="144" y="1560"/>
                  </a:lnTo>
                  <a:lnTo>
                    <a:pt x="144" y="1572"/>
                  </a:lnTo>
                  <a:lnTo>
                    <a:pt x="150" y="1572"/>
                  </a:lnTo>
                  <a:lnTo>
                    <a:pt x="156" y="1566"/>
                  </a:lnTo>
                  <a:lnTo>
                    <a:pt x="168" y="1560"/>
                  </a:lnTo>
                  <a:lnTo>
                    <a:pt x="174" y="1554"/>
                  </a:lnTo>
                  <a:lnTo>
                    <a:pt x="180" y="1554"/>
                  </a:lnTo>
                  <a:lnTo>
                    <a:pt x="186" y="1548"/>
                  </a:lnTo>
                  <a:lnTo>
                    <a:pt x="198" y="1548"/>
                  </a:lnTo>
                  <a:lnTo>
                    <a:pt x="210" y="1542"/>
                  </a:lnTo>
                  <a:lnTo>
                    <a:pt x="222" y="1542"/>
                  </a:lnTo>
                  <a:lnTo>
                    <a:pt x="234" y="1536"/>
                  </a:lnTo>
                  <a:lnTo>
                    <a:pt x="240" y="1530"/>
                  </a:lnTo>
                  <a:lnTo>
                    <a:pt x="258" y="1530"/>
                  </a:lnTo>
                  <a:lnTo>
                    <a:pt x="258" y="1518"/>
                  </a:lnTo>
                  <a:lnTo>
                    <a:pt x="264" y="1518"/>
                  </a:lnTo>
                  <a:lnTo>
                    <a:pt x="270" y="1512"/>
                  </a:lnTo>
                  <a:lnTo>
                    <a:pt x="282" y="1512"/>
                  </a:lnTo>
                  <a:lnTo>
                    <a:pt x="300" y="1506"/>
                  </a:lnTo>
                  <a:lnTo>
                    <a:pt x="312" y="1506"/>
                  </a:lnTo>
                  <a:lnTo>
                    <a:pt x="330" y="1512"/>
                  </a:lnTo>
                  <a:lnTo>
                    <a:pt x="336" y="1518"/>
                  </a:lnTo>
                  <a:lnTo>
                    <a:pt x="330" y="1524"/>
                  </a:lnTo>
                  <a:lnTo>
                    <a:pt x="324" y="1524"/>
                  </a:lnTo>
                  <a:lnTo>
                    <a:pt x="318" y="1530"/>
                  </a:lnTo>
                  <a:lnTo>
                    <a:pt x="318" y="1560"/>
                  </a:lnTo>
                  <a:lnTo>
                    <a:pt x="306" y="1572"/>
                  </a:lnTo>
                  <a:lnTo>
                    <a:pt x="324" y="1590"/>
                  </a:lnTo>
                  <a:lnTo>
                    <a:pt x="330" y="1602"/>
                  </a:lnTo>
                  <a:lnTo>
                    <a:pt x="330" y="1620"/>
                  </a:lnTo>
                  <a:lnTo>
                    <a:pt x="312" y="1656"/>
                  </a:lnTo>
                  <a:lnTo>
                    <a:pt x="312" y="1698"/>
                  </a:lnTo>
                  <a:lnTo>
                    <a:pt x="306" y="1704"/>
                  </a:lnTo>
                  <a:lnTo>
                    <a:pt x="300" y="1716"/>
                  </a:lnTo>
                  <a:lnTo>
                    <a:pt x="300" y="1728"/>
                  </a:lnTo>
                  <a:lnTo>
                    <a:pt x="294" y="1740"/>
                  </a:lnTo>
                  <a:lnTo>
                    <a:pt x="294" y="1746"/>
                  </a:lnTo>
                  <a:lnTo>
                    <a:pt x="300" y="1752"/>
                  </a:lnTo>
                  <a:lnTo>
                    <a:pt x="312" y="1758"/>
                  </a:lnTo>
                  <a:lnTo>
                    <a:pt x="318" y="1764"/>
                  </a:lnTo>
                  <a:lnTo>
                    <a:pt x="324" y="1764"/>
                  </a:lnTo>
                  <a:lnTo>
                    <a:pt x="330" y="1770"/>
                  </a:lnTo>
                  <a:lnTo>
                    <a:pt x="330" y="1776"/>
                  </a:lnTo>
                  <a:lnTo>
                    <a:pt x="348" y="1776"/>
                  </a:lnTo>
                  <a:lnTo>
                    <a:pt x="354" y="1782"/>
                  </a:lnTo>
                  <a:lnTo>
                    <a:pt x="354" y="1794"/>
                  </a:lnTo>
                  <a:lnTo>
                    <a:pt x="342" y="1800"/>
                  </a:lnTo>
                  <a:lnTo>
                    <a:pt x="330" y="1812"/>
                  </a:lnTo>
                  <a:lnTo>
                    <a:pt x="318" y="1818"/>
                  </a:lnTo>
                  <a:lnTo>
                    <a:pt x="318" y="1830"/>
                  </a:lnTo>
                  <a:lnTo>
                    <a:pt x="312" y="1842"/>
                  </a:lnTo>
                  <a:lnTo>
                    <a:pt x="294" y="1860"/>
                  </a:lnTo>
                  <a:lnTo>
                    <a:pt x="282" y="1866"/>
                  </a:lnTo>
                  <a:lnTo>
                    <a:pt x="270" y="1878"/>
                  </a:lnTo>
                  <a:lnTo>
                    <a:pt x="252" y="1884"/>
                  </a:lnTo>
                  <a:lnTo>
                    <a:pt x="234" y="1896"/>
                  </a:lnTo>
                  <a:lnTo>
                    <a:pt x="228" y="1902"/>
                  </a:lnTo>
                  <a:lnTo>
                    <a:pt x="222" y="1914"/>
                  </a:lnTo>
                  <a:lnTo>
                    <a:pt x="222" y="1926"/>
                  </a:lnTo>
                  <a:lnTo>
                    <a:pt x="216" y="1932"/>
                  </a:lnTo>
                  <a:lnTo>
                    <a:pt x="216" y="1944"/>
                  </a:lnTo>
                  <a:lnTo>
                    <a:pt x="204" y="1956"/>
                  </a:lnTo>
                  <a:lnTo>
                    <a:pt x="210" y="1962"/>
                  </a:lnTo>
                  <a:lnTo>
                    <a:pt x="216" y="1962"/>
                  </a:lnTo>
                  <a:lnTo>
                    <a:pt x="216" y="1974"/>
                  </a:lnTo>
                  <a:lnTo>
                    <a:pt x="228" y="1986"/>
                  </a:lnTo>
                  <a:lnTo>
                    <a:pt x="240" y="1980"/>
                  </a:lnTo>
                  <a:lnTo>
                    <a:pt x="246" y="1968"/>
                  </a:lnTo>
                  <a:lnTo>
                    <a:pt x="258" y="1962"/>
                  </a:lnTo>
                  <a:lnTo>
                    <a:pt x="276" y="1956"/>
                  </a:lnTo>
                  <a:lnTo>
                    <a:pt x="294" y="1938"/>
                  </a:lnTo>
                  <a:lnTo>
                    <a:pt x="306" y="1938"/>
                  </a:lnTo>
                  <a:lnTo>
                    <a:pt x="306" y="1944"/>
                  </a:lnTo>
                  <a:lnTo>
                    <a:pt x="300" y="1950"/>
                  </a:lnTo>
                  <a:lnTo>
                    <a:pt x="288" y="1956"/>
                  </a:lnTo>
                  <a:lnTo>
                    <a:pt x="282" y="1956"/>
                  </a:lnTo>
                  <a:lnTo>
                    <a:pt x="276" y="1962"/>
                  </a:lnTo>
                  <a:lnTo>
                    <a:pt x="276" y="1974"/>
                  </a:lnTo>
                  <a:lnTo>
                    <a:pt x="282" y="1986"/>
                  </a:lnTo>
                  <a:lnTo>
                    <a:pt x="294" y="1998"/>
                  </a:lnTo>
                  <a:lnTo>
                    <a:pt x="252" y="1992"/>
                  </a:lnTo>
                  <a:lnTo>
                    <a:pt x="246" y="1998"/>
                  </a:lnTo>
                  <a:lnTo>
                    <a:pt x="240" y="2010"/>
                  </a:lnTo>
                  <a:lnTo>
                    <a:pt x="234" y="2016"/>
                  </a:lnTo>
                  <a:lnTo>
                    <a:pt x="228" y="2028"/>
                  </a:lnTo>
                  <a:lnTo>
                    <a:pt x="228" y="2034"/>
                  </a:lnTo>
                  <a:lnTo>
                    <a:pt x="234" y="2034"/>
                  </a:lnTo>
                  <a:lnTo>
                    <a:pt x="240" y="2040"/>
                  </a:lnTo>
                  <a:lnTo>
                    <a:pt x="252" y="2040"/>
                  </a:lnTo>
                  <a:lnTo>
                    <a:pt x="258" y="2046"/>
                  </a:lnTo>
                  <a:lnTo>
                    <a:pt x="252" y="2052"/>
                  </a:lnTo>
                  <a:lnTo>
                    <a:pt x="252" y="2058"/>
                  </a:lnTo>
                  <a:lnTo>
                    <a:pt x="246" y="2070"/>
                  </a:lnTo>
                  <a:lnTo>
                    <a:pt x="246" y="2076"/>
                  </a:lnTo>
                  <a:lnTo>
                    <a:pt x="252" y="2070"/>
                  </a:lnTo>
                  <a:lnTo>
                    <a:pt x="288" y="2052"/>
                  </a:lnTo>
                  <a:lnTo>
                    <a:pt x="306" y="2034"/>
                  </a:lnTo>
                  <a:lnTo>
                    <a:pt x="318" y="2028"/>
                  </a:lnTo>
                  <a:lnTo>
                    <a:pt x="318" y="2040"/>
                  </a:lnTo>
                  <a:lnTo>
                    <a:pt x="288" y="2058"/>
                  </a:lnTo>
                  <a:lnTo>
                    <a:pt x="312" y="2064"/>
                  </a:lnTo>
                  <a:lnTo>
                    <a:pt x="312" y="2076"/>
                  </a:lnTo>
                  <a:lnTo>
                    <a:pt x="294" y="2094"/>
                  </a:lnTo>
                  <a:lnTo>
                    <a:pt x="276" y="2076"/>
                  </a:lnTo>
                  <a:lnTo>
                    <a:pt x="270" y="2076"/>
                  </a:lnTo>
                  <a:lnTo>
                    <a:pt x="264" y="2082"/>
                  </a:lnTo>
                  <a:lnTo>
                    <a:pt x="240" y="2094"/>
                  </a:lnTo>
                  <a:lnTo>
                    <a:pt x="228" y="2094"/>
                  </a:lnTo>
                  <a:lnTo>
                    <a:pt x="216" y="2106"/>
                  </a:lnTo>
                  <a:lnTo>
                    <a:pt x="210" y="2118"/>
                  </a:lnTo>
                  <a:lnTo>
                    <a:pt x="204" y="2124"/>
                  </a:lnTo>
                  <a:lnTo>
                    <a:pt x="210" y="2118"/>
                  </a:lnTo>
                  <a:lnTo>
                    <a:pt x="222" y="2118"/>
                  </a:lnTo>
                  <a:lnTo>
                    <a:pt x="228" y="2112"/>
                  </a:lnTo>
                  <a:lnTo>
                    <a:pt x="276" y="2112"/>
                  </a:lnTo>
                  <a:lnTo>
                    <a:pt x="270" y="2112"/>
                  </a:lnTo>
                  <a:lnTo>
                    <a:pt x="264" y="2118"/>
                  </a:lnTo>
                  <a:lnTo>
                    <a:pt x="252" y="2118"/>
                  </a:lnTo>
                  <a:lnTo>
                    <a:pt x="240" y="2124"/>
                  </a:lnTo>
                  <a:lnTo>
                    <a:pt x="228" y="2124"/>
                  </a:lnTo>
                  <a:lnTo>
                    <a:pt x="216" y="2130"/>
                  </a:lnTo>
                  <a:lnTo>
                    <a:pt x="210" y="2130"/>
                  </a:lnTo>
                  <a:lnTo>
                    <a:pt x="210" y="2148"/>
                  </a:lnTo>
                  <a:lnTo>
                    <a:pt x="204" y="2148"/>
                  </a:lnTo>
                  <a:lnTo>
                    <a:pt x="198" y="2142"/>
                  </a:lnTo>
                  <a:lnTo>
                    <a:pt x="174" y="2142"/>
                  </a:lnTo>
                  <a:lnTo>
                    <a:pt x="174" y="2154"/>
                  </a:lnTo>
                  <a:lnTo>
                    <a:pt x="180" y="2166"/>
                  </a:lnTo>
                  <a:lnTo>
                    <a:pt x="192" y="2172"/>
                  </a:lnTo>
                  <a:lnTo>
                    <a:pt x="198" y="2178"/>
                  </a:lnTo>
                  <a:lnTo>
                    <a:pt x="246" y="2160"/>
                  </a:lnTo>
                  <a:lnTo>
                    <a:pt x="264" y="2184"/>
                  </a:lnTo>
                  <a:lnTo>
                    <a:pt x="300" y="2166"/>
                  </a:lnTo>
                  <a:lnTo>
                    <a:pt x="294" y="2172"/>
                  </a:lnTo>
                  <a:lnTo>
                    <a:pt x="288" y="2184"/>
                  </a:lnTo>
                  <a:lnTo>
                    <a:pt x="276" y="2190"/>
                  </a:lnTo>
                  <a:lnTo>
                    <a:pt x="270" y="2196"/>
                  </a:lnTo>
                  <a:lnTo>
                    <a:pt x="264" y="2208"/>
                  </a:lnTo>
                  <a:lnTo>
                    <a:pt x="264" y="2214"/>
                  </a:lnTo>
                  <a:lnTo>
                    <a:pt x="276" y="2214"/>
                  </a:lnTo>
                  <a:lnTo>
                    <a:pt x="282" y="2208"/>
                  </a:lnTo>
                  <a:lnTo>
                    <a:pt x="300" y="2202"/>
                  </a:lnTo>
                  <a:lnTo>
                    <a:pt x="318" y="2184"/>
                  </a:lnTo>
                  <a:lnTo>
                    <a:pt x="330" y="2178"/>
                  </a:lnTo>
                  <a:lnTo>
                    <a:pt x="306" y="2202"/>
                  </a:lnTo>
                  <a:lnTo>
                    <a:pt x="300" y="2214"/>
                  </a:lnTo>
                  <a:lnTo>
                    <a:pt x="294" y="2220"/>
                  </a:lnTo>
                  <a:lnTo>
                    <a:pt x="300" y="2220"/>
                  </a:lnTo>
                  <a:lnTo>
                    <a:pt x="312" y="2214"/>
                  </a:lnTo>
                  <a:lnTo>
                    <a:pt x="324" y="2214"/>
                  </a:lnTo>
                  <a:lnTo>
                    <a:pt x="318" y="2220"/>
                  </a:lnTo>
                  <a:lnTo>
                    <a:pt x="306" y="2226"/>
                  </a:lnTo>
                  <a:lnTo>
                    <a:pt x="300" y="2238"/>
                  </a:lnTo>
                  <a:lnTo>
                    <a:pt x="282" y="2256"/>
                  </a:lnTo>
                  <a:lnTo>
                    <a:pt x="288" y="2262"/>
                  </a:lnTo>
                  <a:lnTo>
                    <a:pt x="294" y="2262"/>
                  </a:lnTo>
                  <a:lnTo>
                    <a:pt x="342" y="2238"/>
                  </a:lnTo>
                  <a:lnTo>
                    <a:pt x="348" y="2232"/>
                  </a:lnTo>
                  <a:lnTo>
                    <a:pt x="324" y="2256"/>
                  </a:lnTo>
                  <a:lnTo>
                    <a:pt x="318" y="2268"/>
                  </a:lnTo>
                  <a:lnTo>
                    <a:pt x="318" y="2274"/>
                  </a:lnTo>
                  <a:lnTo>
                    <a:pt x="330" y="2280"/>
                  </a:lnTo>
                  <a:lnTo>
                    <a:pt x="342" y="2280"/>
                  </a:lnTo>
                  <a:lnTo>
                    <a:pt x="354" y="2292"/>
                  </a:lnTo>
                  <a:lnTo>
                    <a:pt x="354" y="2298"/>
                  </a:lnTo>
                  <a:lnTo>
                    <a:pt x="348" y="2304"/>
                  </a:lnTo>
                  <a:lnTo>
                    <a:pt x="348" y="2340"/>
                  </a:lnTo>
                  <a:lnTo>
                    <a:pt x="2058" y="2340"/>
                  </a:lnTo>
                  <a:lnTo>
                    <a:pt x="2064" y="2328"/>
                  </a:lnTo>
                  <a:lnTo>
                    <a:pt x="2064" y="2322"/>
                  </a:lnTo>
                  <a:lnTo>
                    <a:pt x="2070" y="2310"/>
                  </a:lnTo>
                  <a:lnTo>
                    <a:pt x="2076" y="2304"/>
                  </a:lnTo>
                  <a:lnTo>
                    <a:pt x="2088" y="2298"/>
                  </a:lnTo>
                  <a:lnTo>
                    <a:pt x="2100" y="2310"/>
                  </a:lnTo>
                  <a:lnTo>
                    <a:pt x="2088" y="2322"/>
                  </a:lnTo>
                  <a:lnTo>
                    <a:pt x="2082" y="2334"/>
                  </a:lnTo>
                  <a:lnTo>
                    <a:pt x="2082" y="2346"/>
                  </a:lnTo>
                  <a:lnTo>
                    <a:pt x="2094" y="2352"/>
                  </a:lnTo>
                  <a:lnTo>
                    <a:pt x="2112" y="2358"/>
                  </a:lnTo>
                  <a:lnTo>
                    <a:pt x="2124" y="2358"/>
                  </a:lnTo>
                  <a:lnTo>
                    <a:pt x="2142" y="2376"/>
                  </a:lnTo>
                  <a:lnTo>
                    <a:pt x="2154" y="2376"/>
                  </a:lnTo>
                  <a:lnTo>
                    <a:pt x="2154" y="2370"/>
                  </a:lnTo>
                  <a:lnTo>
                    <a:pt x="2166" y="2358"/>
                  </a:lnTo>
                  <a:lnTo>
                    <a:pt x="2178" y="2358"/>
                  </a:lnTo>
                  <a:lnTo>
                    <a:pt x="2190" y="2364"/>
                  </a:lnTo>
                  <a:lnTo>
                    <a:pt x="2202" y="2376"/>
                  </a:lnTo>
                  <a:lnTo>
                    <a:pt x="2202" y="2382"/>
                  </a:lnTo>
                  <a:lnTo>
                    <a:pt x="2208" y="2388"/>
                  </a:lnTo>
                  <a:lnTo>
                    <a:pt x="2238" y="2388"/>
                  </a:lnTo>
                  <a:lnTo>
                    <a:pt x="2256" y="2406"/>
                  </a:lnTo>
                  <a:lnTo>
                    <a:pt x="2268" y="2406"/>
                  </a:lnTo>
                  <a:lnTo>
                    <a:pt x="2280" y="2394"/>
                  </a:lnTo>
                  <a:lnTo>
                    <a:pt x="2292" y="2388"/>
                  </a:lnTo>
                  <a:lnTo>
                    <a:pt x="2298" y="2382"/>
                  </a:lnTo>
                  <a:lnTo>
                    <a:pt x="2298" y="2400"/>
                  </a:lnTo>
                  <a:lnTo>
                    <a:pt x="2346" y="2394"/>
                  </a:lnTo>
                  <a:lnTo>
                    <a:pt x="2346" y="2400"/>
                  </a:lnTo>
                  <a:lnTo>
                    <a:pt x="2352" y="2400"/>
                  </a:lnTo>
                  <a:lnTo>
                    <a:pt x="2364" y="2406"/>
                  </a:lnTo>
                  <a:lnTo>
                    <a:pt x="2382" y="2406"/>
                  </a:lnTo>
                  <a:lnTo>
                    <a:pt x="2394" y="2394"/>
                  </a:lnTo>
                  <a:lnTo>
                    <a:pt x="2406" y="2388"/>
                  </a:lnTo>
                  <a:lnTo>
                    <a:pt x="2412" y="2376"/>
                  </a:lnTo>
                  <a:lnTo>
                    <a:pt x="2412" y="2370"/>
                  </a:lnTo>
                  <a:lnTo>
                    <a:pt x="2430" y="2370"/>
                  </a:lnTo>
                  <a:lnTo>
                    <a:pt x="2436" y="2376"/>
                  </a:lnTo>
                  <a:lnTo>
                    <a:pt x="2442" y="2376"/>
                  </a:lnTo>
                  <a:lnTo>
                    <a:pt x="2454" y="2364"/>
                  </a:lnTo>
                  <a:lnTo>
                    <a:pt x="2460" y="2352"/>
                  </a:lnTo>
                  <a:lnTo>
                    <a:pt x="2466" y="2346"/>
                  </a:lnTo>
                  <a:lnTo>
                    <a:pt x="2472" y="2346"/>
                  </a:lnTo>
                  <a:lnTo>
                    <a:pt x="2472" y="2352"/>
                  </a:lnTo>
                  <a:lnTo>
                    <a:pt x="2478" y="2358"/>
                  </a:lnTo>
                  <a:lnTo>
                    <a:pt x="2502" y="2352"/>
                  </a:lnTo>
                  <a:lnTo>
                    <a:pt x="2496" y="2346"/>
                  </a:lnTo>
                  <a:lnTo>
                    <a:pt x="2496" y="2334"/>
                  </a:lnTo>
                  <a:lnTo>
                    <a:pt x="2502" y="2328"/>
                  </a:lnTo>
                  <a:lnTo>
                    <a:pt x="2514" y="2322"/>
                  </a:lnTo>
                  <a:lnTo>
                    <a:pt x="2532" y="2340"/>
                  </a:lnTo>
                  <a:lnTo>
                    <a:pt x="2556" y="2340"/>
                  </a:lnTo>
                  <a:lnTo>
                    <a:pt x="2562" y="2346"/>
                  </a:lnTo>
                  <a:lnTo>
                    <a:pt x="2580" y="2346"/>
                  </a:lnTo>
                  <a:lnTo>
                    <a:pt x="2604" y="2358"/>
                  </a:lnTo>
                  <a:lnTo>
                    <a:pt x="2604" y="2370"/>
                  </a:lnTo>
                  <a:lnTo>
                    <a:pt x="2598" y="2382"/>
                  </a:lnTo>
                  <a:lnTo>
                    <a:pt x="2598" y="2388"/>
                  </a:lnTo>
                  <a:lnTo>
                    <a:pt x="2592" y="2400"/>
                  </a:lnTo>
                  <a:lnTo>
                    <a:pt x="2604" y="2412"/>
                  </a:lnTo>
                  <a:lnTo>
                    <a:pt x="2592" y="2436"/>
                  </a:lnTo>
                  <a:lnTo>
                    <a:pt x="2598" y="2436"/>
                  </a:lnTo>
                  <a:lnTo>
                    <a:pt x="2604" y="2430"/>
                  </a:lnTo>
                  <a:lnTo>
                    <a:pt x="2616" y="2424"/>
                  </a:lnTo>
                  <a:lnTo>
                    <a:pt x="2634" y="2418"/>
                  </a:lnTo>
                  <a:lnTo>
                    <a:pt x="2646" y="2412"/>
                  </a:lnTo>
                  <a:lnTo>
                    <a:pt x="2670" y="2412"/>
                  </a:lnTo>
                  <a:lnTo>
                    <a:pt x="2670" y="2424"/>
                  </a:lnTo>
                  <a:lnTo>
                    <a:pt x="2658" y="2430"/>
                  </a:lnTo>
                  <a:lnTo>
                    <a:pt x="2652" y="2436"/>
                  </a:lnTo>
                  <a:lnTo>
                    <a:pt x="2646" y="2436"/>
                  </a:lnTo>
                  <a:lnTo>
                    <a:pt x="2640" y="2442"/>
                  </a:lnTo>
                  <a:lnTo>
                    <a:pt x="2646" y="2448"/>
                  </a:lnTo>
                  <a:lnTo>
                    <a:pt x="2652" y="2448"/>
                  </a:lnTo>
                  <a:lnTo>
                    <a:pt x="2664" y="2460"/>
                  </a:lnTo>
                  <a:lnTo>
                    <a:pt x="2640" y="2484"/>
                  </a:lnTo>
                  <a:lnTo>
                    <a:pt x="2640" y="2490"/>
                  </a:lnTo>
                  <a:lnTo>
                    <a:pt x="2652" y="2490"/>
                  </a:lnTo>
                  <a:lnTo>
                    <a:pt x="2652" y="2502"/>
                  </a:lnTo>
                  <a:lnTo>
                    <a:pt x="2640" y="2514"/>
                  </a:lnTo>
                  <a:lnTo>
                    <a:pt x="2640" y="2526"/>
                  </a:lnTo>
                  <a:lnTo>
                    <a:pt x="2658" y="2526"/>
                  </a:lnTo>
                  <a:lnTo>
                    <a:pt x="2652" y="2544"/>
                  </a:lnTo>
                  <a:lnTo>
                    <a:pt x="2658" y="2544"/>
                  </a:lnTo>
                  <a:lnTo>
                    <a:pt x="2670" y="2550"/>
                  </a:lnTo>
                  <a:lnTo>
                    <a:pt x="2754" y="2550"/>
                  </a:lnTo>
                  <a:lnTo>
                    <a:pt x="2766" y="2556"/>
                  </a:lnTo>
                  <a:lnTo>
                    <a:pt x="2784" y="2568"/>
                  </a:lnTo>
                  <a:lnTo>
                    <a:pt x="2838" y="2568"/>
                  </a:lnTo>
                  <a:lnTo>
                    <a:pt x="2850" y="2574"/>
                  </a:lnTo>
                  <a:lnTo>
                    <a:pt x="2856" y="2580"/>
                  </a:lnTo>
                  <a:lnTo>
                    <a:pt x="2856" y="2610"/>
                  </a:lnTo>
                  <a:lnTo>
                    <a:pt x="2874" y="2610"/>
                  </a:lnTo>
                  <a:lnTo>
                    <a:pt x="2874" y="2628"/>
                  </a:lnTo>
                  <a:lnTo>
                    <a:pt x="2862" y="2640"/>
                  </a:lnTo>
                  <a:lnTo>
                    <a:pt x="2862" y="2652"/>
                  </a:lnTo>
                  <a:lnTo>
                    <a:pt x="2874" y="2664"/>
                  </a:lnTo>
                  <a:lnTo>
                    <a:pt x="2880" y="2664"/>
                  </a:lnTo>
                  <a:lnTo>
                    <a:pt x="2856" y="2658"/>
                  </a:lnTo>
                  <a:lnTo>
                    <a:pt x="2856" y="2670"/>
                  </a:lnTo>
                  <a:lnTo>
                    <a:pt x="2850" y="2676"/>
                  </a:lnTo>
                  <a:lnTo>
                    <a:pt x="2844" y="2688"/>
                  </a:lnTo>
                  <a:lnTo>
                    <a:pt x="2838" y="2694"/>
                  </a:lnTo>
                  <a:lnTo>
                    <a:pt x="2832" y="2688"/>
                  </a:lnTo>
                  <a:lnTo>
                    <a:pt x="2820" y="2682"/>
                  </a:lnTo>
                  <a:lnTo>
                    <a:pt x="2802" y="2670"/>
                  </a:lnTo>
                  <a:lnTo>
                    <a:pt x="2790" y="2664"/>
                  </a:lnTo>
                  <a:lnTo>
                    <a:pt x="2784" y="2652"/>
                  </a:lnTo>
                  <a:lnTo>
                    <a:pt x="2784" y="2628"/>
                  </a:lnTo>
                  <a:lnTo>
                    <a:pt x="2766" y="2622"/>
                  </a:lnTo>
                  <a:lnTo>
                    <a:pt x="2772" y="2640"/>
                  </a:lnTo>
                  <a:lnTo>
                    <a:pt x="2772" y="2646"/>
                  </a:lnTo>
                  <a:lnTo>
                    <a:pt x="2778" y="2652"/>
                  </a:lnTo>
                  <a:lnTo>
                    <a:pt x="2778" y="2664"/>
                  </a:lnTo>
                  <a:lnTo>
                    <a:pt x="2772" y="2676"/>
                  </a:lnTo>
                  <a:lnTo>
                    <a:pt x="2760" y="2688"/>
                  </a:lnTo>
                  <a:lnTo>
                    <a:pt x="2754" y="2700"/>
                  </a:lnTo>
                  <a:lnTo>
                    <a:pt x="2736" y="2706"/>
                  </a:lnTo>
                  <a:lnTo>
                    <a:pt x="2718" y="2724"/>
                  </a:lnTo>
                  <a:lnTo>
                    <a:pt x="2712" y="2742"/>
                  </a:lnTo>
                  <a:lnTo>
                    <a:pt x="2700" y="2760"/>
                  </a:lnTo>
                  <a:lnTo>
                    <a:pt x="2694" y="2778"/>
                  </a:lnTo>
                  <a:lnTo>
                    <a:pt x="2688" y="2784"/>
                  </a:lnTo>
                  <a:lnTo>
                    <a:pt x="2664" y="2796"/>
                  </a:lnTo>
                  <a:lnTo>
                    <a:pt x="2652" y="2796"/>
                  </a:lnTo>
                  <a:lnTo>
                    <a:pt x="2646" y="2790"/>
                  </a:lnTo>
                  <a:lnTo>
                    <a:pt x="2640" y="2802"/>
                  </a:lnTo>
                  <a:lnTo>
                    <a:pt x="2634" y="2808"/>
                  </a:lnTo>
                  <a:lnTo>
                    <a:pt x="2634" y="2832"/>
                  </a:lnTo>
                  <a:lnTo>
                    <a:pt x="2628" y="2838"/>
                  </a:lnTo>
                  <a:lnTo>
                    <a:pt x="2622" y="2838"/>
                  </a:lnTo>
                  <a:lnTo>
                    <a:pt x="2586" y="2856"/>
                  </a:lnTo>
                  <a:lnTo>
                    <a:pt x="2562" y="2880"/>
                  </a:lnTo>
                  <a:lnTo>
                    <a:pt x="2562" y="2886"/>
                  </a:lnTo>
                  <a:lnTo>
                    <a:pt x="2568" y="2886"/>
                  </a:lnTo>
                  <a:lnTo>
                    <a:pt x="2580" y="2880"/>
                  </a:lnTo>
                  <a:lnTo>
                    <a:pt x="2592" y="2880"/>
                  </a:lnTo>
                  <a:lnTo>
                    <a:pt x="2598" y="2886"/>
                  </a:lnTo>
                  <a:lnTo>
                    <a:pt x="2610" y="2880"/>
                  </a:lnTo>
                  <a:lnTo>
                    <a:pt x="2616" y="2868"/>
                  </a:lnTo>
                  <a:lnTo>
                    <a:pt x="2628" y="2862"/>
                  </a:lnTo>
                  <a:lnTo>
                    <a:pt x="2658" y="2862"/>
                  </a:lnTo>
                  <a:lnTo>
                    <a:pt x="2658" y="2856"/>
                  </a:lnTo>
                  <a:lnTo>
                    <a:pt x="2664" y="2844"/>
                  </a:lnTo>
                  <a:lnTo>
                    <a:pt x="2676" y="2838"/>
                  </a:lnTo>
                  <a:lnTo>
                    <a:pt x="2682" y="2832"/>
                  </a:lnTo>
                  <a:lnTo>
                    <a:pt x="2754" y="2832"/>
                  </a:lnTo>
                  <a:lnTo>
                    <a:pt x="2766" y="2838"/>
                  </a:lnTo>
                  <a:lnTo>
                    <a:pt x="2790" y="2820"/>
                  </a:lnTo>
                  <a:lnTo>
                    <a:pt x="2856" y="2820"/>
                  </a:lnTo>
                  <a:lnTo>
                    <a:pt x="2862" y="2814"/>
                  </a:lnTo>
                  <a:lnTo>
                    <a:pt x="2862" y="2790"/>
                  </a:lnTo>
                  <a:lnTo>
                    <a:pt x="2844" y="2796"/>
                  </a:lnTo>
                  <a:lnTo>
                    <a:pt x="2832" y="2796"/>
                  </a:lnTo>
                  <a:lnTo>
                    <a:pt x="2826" y="2790"/>
                  </a:lnTo>
                  <a:lnTo>
                    <a:pt x="2826" y="2784"/>
                  </a:lnTo>
                  <a:lnTo>
                    <a:pt x="2832" y="2772"/>
                  </a:lnTo>
                  <a:lnTo>
                    <a:pt x="2850" y="2754"/>
                  </a:lnTo>
                  <a:lnTo>
                    <a:pt x="2868" y="2742"/>
                  </a:lnTo>
                  <a:lnTo>
                    <a:pt x="2880" y="2736"/>
                  </a:lnTo>
                  <a:lnTo>
                    <a:pt x="2910" y="2736"/>
                  </a:lnTo>
                  <a:lnTo>
                    <a:pt x="2928" y="2730"/>
                  </a:lnTo>
                  <a:lnTo>
                    <a:pt x="2952" y="2730"/>
                  </a:lnTo>
                  <a:lnTo>
                    <a:pt x="2964" y="2724"/>
                  </a:lnTo>
                  <a:lnTo>
                    <a:pt x="2970" y="2724"/>
                  </a:lnTo>
                  <a:lnTo>
                    <a:pt x="2976" y="2718"/>
                  </a:lnTo>
                  <a:lnTo>
                    <a:pt x="2982" y="2718"/>
                  </a:lnTo>
                  <a:lnTo>
                    <a:pt x="2994" y="2724"/>
                  </a:lnTo>
                  <a:lnTo>
                    <a:pt x="3000" y="2724"/>
                  </a:lnTo>
                  <a:lnTo>
                    <a:pt x="3012" y="2730"/>
                  </a:lnTo>
                  <a:lnTo>
                    <a:pt x="3018" y="2736"/>
                  </a:lnTo>
                  <a:lnTo>
                    <a:pt x="3024" y="2736"/>
                  </a:lnTo>
                  <a:lnTo>
                    <a:pt x="3030" y="2730"/>
                  </a:lnTo>
                  <a:lnTo>
                    <a:pt x="3030" y="2712"/>
                  </a:lnTo>
                  <a:lnTo>
                    <a:pt x="3036" y="2706"/>
                  </a:lnTo>
                  <a:lnTo>
                    <a:pt x="3048" y="2700"/>
                  </a:lnTo>
                  <a:lnTo>
                    <a:pt x="3060" y="2700"/>
                  </a:lnTo>
                  <a:lnTo>
                    <a:pt x="3066" y="2706"/>
                  </a:lnTo>
                  <a:lnTo>
                    <a:pt x="3072" y="2706"/>
                  </a:lnTo>
                  <a:lnTo>
                    <a:pt x="3072" y="2700"/>
                  </a:lnTo>
                  <a:lnTo>
                    <a:pt x="3102" y="2700"/>
                  </a:lnTo>
                  <a:lnTo>
                    <a:pt x="3114" y="2688"/>
                  </a:lnTo>
                  <a:lnTo>
                    <a:pt x="3126" y="2682"/>
                  </a:lnTo>
                  <a:lnTo>
                    <a:pt x="3150" y="2658"/>
                  </a:lnTo>
                  <a:lnTo>
                    <a:pt x="3162" y="2652"/>
                  </a:lnTo>
                  <a:lnTo>
                    <a:pt x="3174" y="2640"/>
                  </a:lnTo>
                  <a:lnTo>
                    <a:pt x="3408" y="2640"/>
                  </a:lnTo>
                  <a:lnTo>
                    <a:pt x="3408" y="2634"/>
                  </a:lnTo>
                  <a:lnTo>
                    <a:pt x="3420" y="2622"/>
                  </a:lnTo>
                  <a:lnTo>
                    <a:pt x="3438" y="2622"/>
                  </a:lnTo>
                  <a:lnTo>
                    <a:pt x="3450" y="2616"/>
                  </a:lnTo>
                  <a:lnTo>
                    <a:pt x="3456" y="2616"/>
                  </a:lnTo>
                  <a:lnTo>
                    <a:pt x="3456" y="2610"/>
                  </a:lnTo>
                  <a:lnTo>
                    <a:pt x="3468" y="2598"/>
                  </a:lnTo>
                  <a:lnTo>
                    <a:pt x="3480" y="2592"/>
                  </a:lnTo>
                  <a:lnTo>
                    <a:pt x="3486" y="2586"/>
                  </a:lnTo>
                  <a:lnTo>
                    <a:pt x="3498" y="2586"/>
                  </a:lnTo>
                  <a:lnTo>
                    <a:pt x="3504" y="2592"/>
                  </a:lnTo>
                  <a:lnTo>
                    <a:pt x="3510" y="2592"/>
                  </a:lnTo>
                  <a:lnTo>
                    <a:pt x="3510" y="2568"/>
                  </a:lnTo>
                  <a:lnTo>
                    <a:pt x="3516" y="2556"/>
                  </a:lnTo>
                  <a:lnTo>
                    <a:pt x="3528" y="2544"/>
                  </a:lnTo>
                  <a:lnTo>
                    <a:pt x="3534" y="2544"/>
                  </a:lnTo>
                  <a:lnTo>
                    <a:pt x="3546" y="2532"/>
                  </a:lnTo>
                  <a:lnTo>
                    <a:pt x="3546" y="2508"/>
                  </a:lnTo>
                  <a:lnTo>
                    <a:pt x="3588" y="2484"/>
                  </a:lnTo>
                  <a:lnTo>
                    <a:pt x="3594" y="2472"/>
                  </a:lnTo>
                  <a:lnTo>
                    <a:pt x="3618" y="2448"/>
                  </a:lnTo>
                  <a:lnTo>
                    <a:pt x="3630" y="2448"/>
                  </a:lnTo>
                  <a:lnTo>
                    <a:pt x="3636" y="2454"/>
                  </a:lnTo>
                  <a:lnTo>
                    <a:pt x="3636" y="2460"/>
                  </a:lnTo>
                  <a:lnTo>
                    <a:pt x="3642" y="2466"/>
                  </a:lnTo>
                  <a:lnTo>
                    <a:pt x="3654" y="2466"/>
                  </a:lnTo>
                  <a:lnTo>
                    <a:pt x="3666" y="2460"/>
                  </a:lnTo>
                  <a:lnTo>
                    <a:pt x="3702" y="2460"/>
                  </a:lnTo>
                  <a:lnTo>
                    <a:pt x="3708" y="2466"/>
                  </a:lnTo>
                  <a:lnTo>
                    <a:pt x="3708" y="2472"/>
                  </a:lnTo>
                  <a:lnTo>
                    <a:pt x="3702" y="2496"/>
                  </a:lnTo>
                  <a:lnTo>
                    <a:pt x="3690" y="2520"/>
                  </a:lnTo>
                  <a:lnTo>
                    <a:pt x="3678" y="2550"/>
                  </a:lnTo>
                  <a:lnTo>
                    <a:pt x="3666" y="2574"/>
                  </a:lnTo>
                  <a:lnTo>
                    <a:pt x="3666" y="2586"/>
                  </a:lnTo>
                  <a:lnTo>
                    <a:pt x="3672" y="2592"/>
                  </a:lnTo>
                  <a:lnTo>
                    <a:pt x="3678" y="2592"/>
                  </a:lnTo>
                  <a:lnTo>
                    <a:pt x="3684" y="2598"/>
                  </a:lnTo>
                  <a:lnTo>
                    <a:pt x="3672" y="2610"/>
                  </a:lnTo>
                  <a:lnTo>
                    <a:pt x="3666" y="2622"/>
                  </a:lnTo>
                  <a:lnTo>
                    <a:pt x="3666" y="2628"/>
                  </a:lnTo>
                  <a:lnTo>
                    <a:pt x="3690" y="2628"/>
                  </a:lnTo>
                  <a:lnTo>
                    <a:pt x="3690" y="2634"/>
                  </a:lnTo>
                  <a:lnTo>
                    <a:pt x="3696" y="2640"/>
                  </a:lnTo>
                  <a:lnTo>
                    <a:pt x="3714" y="2640"/>
                  </a:lnTo>
                  <a:lnTo>
                    <a:pt x="3750" y="2622"/>
                  </a:lnTo>
                  <a:lnTo>
                    <a:pt x="3768" y="2604"/>
                  </a:lnTo>
                  <a:lnTo>
                    <a:pt x="3780" y="2622"/>
                  </a:lnTo>
                  <a:lnTo>
                    <a:pt x="3786" y="2622"/>
                  </a:lnTo>
                  <a:lnTo>
                    <a:pt x="3792" y="2616"/>
                  </a:lnTo>
                  <a:lnTo>
                    <a:pt x="3816" y="2604"/>
                  </a:lnTo>
                  <a:lnTo>
                    <a:pt x="3828" y="2604"/>
                  </a:lnTo>
                  <a:lnTo>
                    <a:pt x="3840" y="2592"/>
                  </a:lnTo>
                  <a:lnTo>
                    <a:pt x="3852" y="2592"/>
                  </a:lnTo>
                  <a:lnTo>
                    <a:pt x="3864" y="2580"/>
                  </a:lnTo>
                  <a:lnTo>
                    <a:pt x="3870" y="2580"/>
                  </a:lnTo>
                  <a:lnTo>
                    <a:pt x="3888" y="2586"/>
                  </a:lnTo>
                  <a:lnTo>
                    <a:pt x="3846" y="2616"/>
                  </a:lnTo>
                  <a:lnTo>
                    <a:pt x="3936" y="2610"/>
                  </a:lnTo>
                  <a:lnTo>
                    <a:pt x="3918" y="2610"/>
                  </a:lnTo>
                  <a:lnTo>
                    <a:pt x="3906" y="2616"/>
                  </a:lnTo>
                  <a:lnTo>
                    <a:pt x="3894" y="2616"/>
                  </a:lnTo>
                  <a:lnTo>
                    <a:pt x="3888" y="2622"/>
                  </a:lnTo>
                  <a:lnTo>
                    <a:pt x="3888" y="2634"/>
                  </a:lnTo>
                  <a:lnTo>
                    <a:pt x="3882" y="2640"/>
                  </a:lnTo>
                  <a:lnTo>
                    <a:pt x="3876" y="2640"/>
                  </a:lnTo>
                  <a:lnTo>
                    <a:pt x="3870" y="2634"/>
                  </a:lnTo>
                  <a:lnTo>
                    <a:pt x="3864" y="2634"/>
                  </a:lnTo>
                  <a:lnTo>
                    <a:pt x="3852" y="2628"/>
                  </a:lnTo>
                  <a:lnTo>
                    <a:pt x="3846" y="2628"/>
                  </a:lnTo>
                  <a:lnTo>
                    <a:pt x="3828" y="2634"/>
                  </a:lnTo>
                  <a:lnTo>
                    <a:pt x="3738" y="2688"/>
                  </a:lnTo>
                  <a:lnTo>
                    <a:pt x="3726" y="2700"/>
                  </a:lnTo>
                  <a:lnTo>
                    <a:pt x="3720" y="2712"/>
                  </a:lnTo>
                  <a:lnTo>
                    <a:pt x="3720" y="2748"/>
                  </a:lnTo>
                  <a:lnTo>
                    <a:pt x="3726" y="2748"/>
                  </a:lnTo>
                  <a:lnTo>
                    <a:pt x="3732" y="2742"/>
                  </a:lnTo>
                  <a:lnTo>
                    <a:pt x="3738" y="2742"/>
                  </a:lnTo>
                  <a:lnTo>
                    <a:pt x="3738" y="2754"/>
                  </a:lnTo>
                  <a:lnTo>
                    <a:pt x="3744" y="2760"/>
                  </a:lnTo>
                  <a:lnTo>
                    <a:pt x="3756" y="2760"/>
                  </a:lnTo>
                  <a:lnTo>
                    <a:pt x="3762" y="2754"/>
                  </a:lnTo>
                  <a:lnTo>
                    <a:pt x="3768" y="2742"/>
                  </a:lnTo>
                  <a:lnTo>
                    <a:pt x="3774" y="2736"/>
                  </a:lnTo>
                  <a:lnTo>
                    <a:pt x="3786" y="2736"/>
                  </a:lnTo>
                  <a:lnTo>
                    <a:pt x="3804" y="2730"/>
                  </a:lnTo>
                  <a:lnTo>
                    <a:pt x="3816" y="2724"/>
                  </a:lnTo>
                  <a:lnTo>
                    <a:pt x="3834" y="2718"/>
                  </a:lnTo>
                  <a:lnTo>
                    <a:pt x="3846" y="2706"/>
                  </a:lnTo>
                  <a:lnTo>
                    <a:pt x="3852" y="2694"/>
                  </a:lnTo>
                  <a:lnTo>
                    <a:pt x="3870" y="2676"/>
                  </a:lnTo>
                  <a:lnTo>
                    <a:pt x="3876" y="2664"/>
                  </a:lnTo>
                  <a:lnTo>
                    <a:pt x="3876" y="2670"/>
                  </a:lnTo>
                  <a:lnTo>
                    <a:pt x="3882" y="2682"/>
                  </a:lnTo>
                  <a:lnTo>
                    <a:pt x="3888" y="2688"/>
                  </a:lnTo>
                  <a:lnTo>
                    <a:pt x="3894" y="2688"/>
                  </a:lnTo>
                  <a:lnTo>
                    <a:pt x="3930" y="2676"/>
                  </a:lnTo>
                  <a:lnTo>
                    <a:pt x="3954" y="2664"/>
                  </a:lnTo>
                  <a:lnTo>
                    <a:pt x="3972" y="2658"/>
                  </a:lnTo>
                  <a:lnTo>
                    <a:pt x="3984" y="2652"/>
                  </a:lnTo>
                  <a:lnTo>
                    <a:pt x="4008" y="2646"/>
                  </a:lnTo>
                  <a:lnTo>
                    <a:pt x="4068" y="2634"/>
                  </a:lnTo>
                  <a:lnTo>
                    <a:pt x="4080" y="2628"/>
                  </a:lnTo>
                  <a:lnTo>
                    <a:pt x="4068" y="2616"/>
                  </a:lnTo>
                  <a:lnTo>
                    <a:pt x="4074" y="2598"/>
                  </a:lnTo>
                  <a:lnTo>
                    <a:pt x="4038" y="2604"/>
                  </a:lnTo>
                  <a:lnTo>
                    <a:pt x="4038" y="2580"/>
                  </a:lnTo>
                  <a:lnTo>
                    <a:pt x="4026" y="2586"/>
                  </a:lnTo>
                  <a:lnTo>
                    <a:pt x="4020" y="2586"/>
                  </a:lnTo>
                  <a:lnTo>
                    <a:pt x="4008" y="2592"/>
                  </a:lnTo>
                  <a:lnTo>
                    <a:pt x="4002" y="2598"/>
                  </a:lnTo>
                  <a:lnTo>
                    <a:pt x="3990" y="2598"/>
                  </a:lnTo>
                  <a:lnTo>
                    <a:pt x="3990" y="2580"/>
                  </a:lnTo>
                  <a:lnTo>
                    <a:pt x="3930" y="2580"/>
                  </a:lnTo>
                  <a:lnTo>
                    <a:pt x="3924" y="2574"/>
                  </a:lnTo>
                  <a:lnTo>
                    <a:pt x="3924" y="2568"/>
                  </a:lnTo>
                  <a:lnTo>
                    <a:pt x="3918" y="2562"/>
                  </a:lnTo>
                  <a:lnTo>
                    <a:pt x="3918" y="2556"/>
                  </a:lnTo>
                  <a:lnTo>
                    <a:pt x="3930" y="2556"/>
                  </a:lnTo>
                  <a:lnTo>
                    <a:pt x="3918" y="2544"/>
                  </a:lnTo>
                  <a:lnTo>
                    <a:pt x="3888" y="2544"/>
                  </a:lnTo>
                  <a:lnTo>
                    <a:pt x="3882" y="2532"/>
                  </a:lnTo>
                  <a:lnTo>
                    <a:pt x="3882" y="2526"/>
                  </a:lnTo>
                  <a:lnTo>
                    <a:pt x="3876" y="2514"/>
                  </a:lnTo>
                  <a:lnTo>
                    <a:pt x="3876" y="2502"/>
                  </a:lnTo>
                  <a:lnTo>
                    <a:pt x="3894" y="2484"/>
                  </a:lnTo>
                  <a:lnTo>
                    <a:pt x="3870" y="2484"/>
                  </a:lnTo>
                  <a:lnTo>
                    <a:pt x="3876" y="2478"/>
                  </a:lnTo>
                  <a:lnTo>
                    <a:pt x="3888" y="2472"/>
                  </a:lnTo>
                  <a:lnTo>
                    <a:pt x="3894" y="2460"/>
                  </a:lnTo>
                  <a:lnTo>
                    <a:pt x="3906" y="2454"/>
                  </a:lnTo>
                  <a:lnTo>
                    <a:pt x="3918" y="2442"/>
                  </a:lnTo>
                  <a:lnTo>
                    <a:pt x="3924" y="2430"/>
                  </a:lnTo>
                  <a:lnTo>
                    <a:pt x="3936" y="2424"/>
                  </a:lnTo>
                  <a:lnTo>
                    <a:pt x="3942" y="2412"/>
                  </a:lnTo>
                  <a:lnTo>
                    <a:pt x="3948" y="2406"/>
                  </a:lnTo>
                  <a:lnTo>
                    <a:pt x="3936" y="2400"/>
                  </a:lnTo>
                  <a:lnTo>
                    <a:pt x="3912" y="2430"/>
                  </a:lnTo>
                  <a:lnTo>
                    <a:pt x="3894" y="2418"/>
                  </a:lnTo>
                  <a:lnTo>
                    <a:pt x="3864" y="2436"/>
                  </a:lnTo>
                  <a:lnTo>
                    <a:pt x="3858" y="2418"/>
                  </a:lnTo>
                  <a:lnTo>
                    <a:pt x="3828" y="2406"/>
                  </a:lnTo>
                  <a:lnTo>
                    <a:pt x="3810" y="2412"/>
                  </a:lnTo>
                  <a:lnTo>
                    <a:pt x="3864" y="2394"/>
                  </a:lnTo>
                  <a:lnTo>
                    <a:pt x="3870" y="2400"/>
                  </a:lnTo>
                  <a:lnTo>
                    <a:pt x="3882" y="2406"/>
                  </a:lnTo>
                  <a:lnTo>
                    <a:pt x="3900" y="2406"/>
                  </a:lnTo>
                  <a:lnTo>
                    <a:pt x="3918" y="2388"/>
                  </a:lnTo>
                  <a:lnTo>
                    <a:pt x="3930" y="2382"/>
                  </a:lnTo>
                  <a:lnTo>
                    <a:pt x="3936" y="2376"/>
                  </a:lnTo>
                  <a:lnTo>
                    <a:pt x="3978" y="2376"/>
                  </a:lnTo>
                  <a:lnTo>
                    <a:pt x="3978" y="2364"/>
                  </a:lnTo>
                  <a:lnTo>
                    <a:pt x="3972" y="2358"/>
                  </a:lnTo>
                  <a:lnTo>
                    <a:pt x="3966" y="2346"/>
                  </a:lnTo>
                  <a:lnTo>
                    <a:pt x="3990" y="2346"/>
                  </a:lnTo>
                  <a:lnTo>
                    <a:pt x="3978" y="2334"/>
                  </a:lnTo>
                  <a:lnTo>
                    <a:pt x="3972" y="2322"/>
                  </a:lnTo>
                  <a:lnTo>
                    <a:pt x="3960" y="2316"/>
                  </a:lnTo>
                  <a:lnTo>
                    <a:pt x="3942" y="2310"/>
                  </a:lnTo>
                  <a:lnTo>
                    <a:pt x="3918" y="2310"/>
                  </a:lnTo>
                  <a:lnTo>
                    <a:pt x="3852" y="2316"/>
                  </a:lnTo>
                  <a:lnTo>
                    <a:pt x="3792" y="2334"/>
                  </a:lnTo>
                  <a:lnTo>
                    <a:pt x="3744" y="2352"/>
                  </a:lnTo>
                  <a:lnTo>
                    <a:pt x="3684" y="2376"/>
                  </a:lnTo>
                  <a:lnTo>
                    <a:pt x="3660" y="2388"/>
                  </a:lnTo>
                  <a:lnTo>
                    <a:pt x="3642" y="2400"/>
                  </a:lnTo>
                  <a:lnTo>
                    <a:pt x="3624" y="2418"/>
                  </a:lnTo>
                  <a:lnTo>
                    <a:pt x="3606" y="2430"/>
                  </a:lnTo>
                  <a:lnTo>
                    <a:pt x="3594" y="2442"/>
                  </a:lnTo>
                  <a:lnTo>
                    <a:pt x="3576" y="2454"/>
                  </a:lnTo>
                  <a:lnTo>
                    <a:pt x="3564" y="2466"/>
                  </a:lnTo>
                  <a:lnTo>
                    <a:pt x="3528" y="2484"/>
                  </a:lnTo>
                  <a:lnTo>
                    <a:pt x="3516" y="2484"/>
                  </a:lnTo>
                  <a:lnTo>
                    <a:pt x="3498" y="2490"/>
                  </a:lnTo>
                  <a:lnTo>
                    <a:pt x="3486" y="2490"/>
                  </a:lnTo>
                  <a:lnTo>
                    <a:pt x="3492" y="2490"/>
                  </a:lnTo>
                  <a:lnTo>
                    <a:pt x="3498" y="2484"/>
                  </a:lnTo>
                  <a:lnTo>
                    <a:pt x="3510" y="2478"/>
                  </a:lnTo>
                  <a:lnTo>
                    <a:pt x="3522" y="2466"/>
                  </a:lnTo>
                  <a:lnTo>
                    <a:pt x="3540" y="2460"/>
                  </a:lnTo>
                  <a:lnTo>
                    <a:pt x="3552" y="2448"/>
                  </a:lnTo>
                  <a:lnTo>
                    <a:pt x="3576" y="2436"/>
                  </a:lnTo>
                  <a:lnTo>
                    <a:pt x="3600" y="2412"/>
                  </a:lnTo>
                  <a:lnTo>
                    <a:pt x="3606" y="2400"/>
                  </a:lnTo>
                  <a:lnTo>
                    <a:pt x="3582" y="2388"/>
                  </a:lnTo>
                  <a:lnTo>
                    <a:pt x="3588" y="2388"/>
                  </a:lnTo>
                  <a:lnTo>
                    <a:pt x="3594" y="2394"/>
                  </a:lnTo>
                  <a:lnTo>
                    <a:pt x="3624" y="2394"/>
                  </a:lnTo>
                  <a:lnTo>
                    <a:pt x="3642" y="2382"/>
                  </a:lnTo>
                  <a:lnTo>
                    <a:pt x="3702" y="2334"/>
                  </a:lnTo>
                  <a:lnTo>
                    <a:pt x="3750" y="2310"/>
                  </a:lnTo>
                  <a:lnTo>
                    <a:pt x="3768" y="2304"/>
                  </a:lnTo>
                  <a:lnTo>
                    <a:pt x="3804" y="2304"/>
                  </a:lnTo>
                  <a:lnTo>
                    <a:pt x="3852" y="2256"/>
                  </a:lnTo>
                  <a:lnTo>
                    <a:pt x="3870" y="2244"/>
                  </a:lnTo>
                  <a:lnTo>
                    <a:pt x="3888" y="2238"/>
                  </a:lnTo>
                  <a:lnTo>
                    <a:pt x="3936" y="2232"/>
                  </a:lnTo>
                  <a:lnTo>
                    <a:pt x="3990" y="2232"/>
                  </a:lnTo>
                  <a:lnTo>
                    <a:pt x="4044" y="2226"/>
                  </a:lnTo>
                  <a:lnTo>
                    <a:pt x="4074" y="2226"/>
                  </a:lnTo>
                  <a:lnTo>
                    <a:pt x="4104" y="2232"/>
                  </a:lnTo>
                  <a:lnTo>
                    <a:pt x="4176" y="2244"/>
                  </a:lnTo>
                  <a:lnTo>
                    <a:pt x="4200" y="2250"/>
                  </a:lnTo>
                  <a:lnTo>
                    <a:pt x="4212" y="2244"/>
                  </a:lnTo>
                  <a:lnTo>
                    <a:pt x="4248" y="2232"/>
                  </a:lnTo>
                  <a:lnTo>
                    <a:pt x="4260" y="2226"/>
                  </a:lnTo>
                  <a:lnTo>
                    <a:pt x="4278" y="2226"/>
                  </a:lnTo>
                  <a:lnTo>
                    <a:pt x="4296" y="2220"/>
                  </a:lnTo>
                  <a:lnTo>
                    <a:pt x="4320" y="2214"/>
                  </a:lnTo>
                  <a:lnTo>
                    <a:pt x="4338" y="2208"/>
                  </a:lnTo>
                  <a:lnTo>
                    <a:pt x="4374" y="2172"/>
                  </a:lnTo>
                  <a:lnTo>
                    <a:pt x="4392" y="2166"/>
                  </a:lnTo>
                  <a:lnTo>
                    <a:pt x="4404" y="2154"/>
                  </a:lnTo>
                  <a:lnTo>
                    <a:pt x="4410" y="2154"/>
                  </a:lnTo>
                  <a:lnTo>
                    <a:pt x="4422" y="2148"/>
                  </a:lnTo>
                  <a:lnTo>
                    <a:pt x="4452" y="2148"/>
                  </a:lnTo>
                  <a:lnTo>
                    <a:pt x="4458" y="2142"/>
                  </a:lnTo>
                  <a:lnTo>
                    <a:pt x="4470" y="2136"/>
                  </a:lnTo>
                  <a:lnTo>
                    <a:pt x="4476" y="2130"/>
                  </a:lnTo>
                  <a:lnTo>
                    <a:pt x="4494" y="2130"/>
                  </a:lnTo>
                  <a:lnTo>
                    <a:pt x="4500" y="2136"/>
                  </a:lnTo>
                  <a:lnTo>
                    <a:pt x="4518" y="2136"/>
                  </a:lnTo>
                  <a:lnTo>
                    <a:pt x="4530" y="2130"/>
                  </a:lnTo>
                  <a:lnTo>
                    <a:pt x="4536" y="2130"/>
                  </a:lnTo>
                  <a:lnTo>
                    <a:pt x="4542" y="2124"/>
                  </a:lnTo>
                  <a:lnTo>
                    <a:pt x="4596" y="2106"/>
                  </a:lnTo>
                  <a:lnTo>
                    <a:pt x="4620" y="2094"/>
                  </a:lnTo>
                  <a:lnTo>
                    <a:pt x="4620" y="2088"/>
                  </a:lnTo>
                  <a:lnTo>
                    <a:pt x="4614" y="2076"/>
                  </a:lnTo>
                  <a:lnTo>
                    <a:pt x="4602" y="2070"/>
                  </a:lnTo>
                  <a:lnTo>
                    <a:pt x="4584" y="2052"/>
                  </a:lnTo>
                  <a:lnTo>
                    <a:pt x="4578" y="2052"/>
                  </a:lnTo>
                  <a:lnTo>
                    <a:pt x="4602" y="2052"/>
                  </a:lnTo>
                  <a:lnTo>
                    <a:pt x="4614" y="2046"/>
                  </a:lnTo>
                  <a:lnTo>
                    <a:pt x="4614" y="2028"/>
                  </a:lnTo>
                  <a:lnTo>
                    <a:pt x="4608" y="2022"/>
                  </a:lnTo>
                  <a:lnTo>
                    <a:pt x="4608" y="2010"/>
                  </a:lnTo>
                  <a:lnTo>
                    <a:pt x="4632" y="2010"/>
                  </a:lnTo>
                  <a:lnTo>
                    <a:pt x="4644" y="1998"/>
                  </a:lnTo>
                  <a:lnTo>
                    <a:pt x="4644" y="1992"/>
                  </a:lnTo>
                  <a:lnTo>
                    <a:pt x="4632" y="1980"/>
                  </a:lnTo>
                  <a:lnTo>
                    <a:pt x="4626" y="1968"/>
                  </a:lnTo>
                  <a:lnTo>
                    <a:pt x="4608" y="1962"/>
                  </a:lnTo>
                  <a:lnTo>
                    <a:pt x="4602" y="1956"/>
                  </a:lnTo>
                  <a:lnTo>
                    <a:pt x="4590" y="196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7" name="Brazil" descr="© INSCALE GmbH, 05.05.2010&#10;http://www.presentationload.com/">
              <a:extLst>
                <a:ext uri="{FF2B5EF4-FFF2-40B4-BE49-F238E27FC236}">
                  <a16:creationId xmlns:a16="http://schemas.microsoft.com/office/drawing/2014/main" id="{7754E015-D6E2-0A46-B11D-D6C76A40A9DC}"/>
                </a:ext>
              </a:extLst>
            </p:cNvPr>
            <p:cNvSpPr>
              <a:spLocks noEditPoints="1"/>
            </p:cNvSpPr>
            <p:nvPr/>
          </p:nvSpPr>
          <p:spPr bwMode="gray">
            <a:xfrm>
              <a:off x="3515485" y="3962548"/>
              <a:ext cx="1170272" cy="1323130"/>
            </a:xfrm>
            <a:custGeom>
              <a:avLst/>
              <a:gdLst>
                <a:gd name="T0" fmla="*/ 2147483647 w 2784"/>
                <a:gd name="T1" fmla="*/ 2147483647 h 3150"/>
                <a:gd name="T2" fmla="*/ 2147483647 w 2784"/>
                <a:gd name="T3" fmla="*/ 2147483647 h 3150"/>
                <a:gd name="T4" fmla="*/ 2147483647 w 2784"/>
                <a:gd name="T5" fmla="*/ 2147483647 h 3150"/>
                <a:gd name="T6" fmla="*/ 2147483647 w 2784"/>
                <a:gd name="T7" fmla="*/ 2147483647 h 3150"/>
                <a:gd name="T8" fmla="*/ 2147483647 w 2784"/>
                <a:gd name="T9" fmla="*/ 2147483647 h 3150"/>
                <a:gd name="T10" fmla="*/ 2147483647 w 2784"/>
                <a:gd name="T11" fmla="*/ 2147483647 h 3150"/>
                <a:gd name="T12" fmla="*/ 2147483647 w 2784"/>
                <a:gd name="T13" fmla="*/ 2147483647 h 3150"/>
                <a:gd name="T14" fmla="*/ 2147483647 w 2784"/>
                <a:gd name="T15" fmla="*/ 2147483647 h 3150"/>
                <a:gd name="T16" fmla="*/ 2147483647 w 2784"/>
                <a:gd name="T17" fmla="*/ 2147483647 h 3150"/>
                <a:gd name="T18" fmla="*/ 2147483647 w 2784"/>
                <a:gd name="T19" fmla="*/ 2147483647 h 3150"/>
                <a:gd name="T20" fmla="*/ 2147483647 w 2784"/>
                <a:gd name="T21" fmla="*/ 2147483647 h 3150"/>
                <a:gd name="T22" fmla="*/ 2147483647 w 2784"/>
                <a:gd name="T23" fmla="*/ 2147483647 h 3150"/>
                <a:gd name="T24" fmla="*/ 2147483647 w 2784"/>
                <a:gd name="T25" fmla="*/ 2147483647 h 3150"/>
                <a:gd name="T26" fmla="*/ 2147483647 w 2784"/>
                <a:gd name="T27" fmla="*/ 2147483647 h 3150"/>
                <a:gd name="T28" fmla="*/ 2147483647 w 2784"/>
                <a:gd name="T29" fmla="*/ 2147483647 h 3150"/>
                <a:gd name="T30" fmla="*/ 2147483647 w 2784"/>
                <a:gd name="T31" fmla="*/ 2147483647 h 3150"/>
                <a:gd name="T32" fmla="*/ 2147483647 w 2784"/>
                <a:gd name="T33" fmla="*/ 2147483647 h 3150"/>
                <a:gd name="T34" fmla="*/ 2147483647 w 2784"/>
                <a:gd name="T35" fmla="*/ 2147483647 h 3150"/>
                <a:gd name="T36" fmla="*/ 2147483647 w 2784"/>
                <a:gd name="T37" fmla="*/ 2147483647 h 3150"/>
                <a:gd name="T38" fmla="*/ 2147483647 w 2784"/>
                <a:gd name="T39" fmla="*/ 2147483647 h 3150"/>
                <a:gd name="T40" fmla="*/ 2147483647 w 2784"/>
                <a:gd name="T41" fmla="*/ 2147483647 h 3150"/>
                <a:gd name="T42" fmla="*/ 2147483647 w 2784"/>
                <a:gd name="T43" fmla="*/ 2147483647 h 3150"/>
                <a:gd name="T44" fmla="*/ 2147483647 w 2784"/>
                <a:gd name="T45" fmla="*/ 2147483647 h 3150"/>
                <a:gd name="T46" fmla="*/ 2147483647 w 2784"/>
                <a:gd name="T47" fmla="*/ 2147483647 h 3150"/>
                <a:gd name="T48" fmla="*/ 2147483647 w 2784"/>
                <a:gd name="T49" fmla="*/ 2147483647 h 3150"/>
                <a:gd name="T50" fmla="*/ 2147483647 w 2784"/>
                <a:gd name="T51" fmla="*/ 2147483647 h 3150"/>
                <a:gd name="T52" fmla="*/ 2147483647 w 2784"/>
                <a:gd name="T53" fmla="*/ 2147483647 h 3150"/>
                <a:gd name="T54" fmla="*/ 2147483647 w 2784"/>
                <a:gd name="T55" fmla="*/ 2147483647 h 3150"/>
                <a:gd name="T56" fmla="*/ 2147483647 w 2784"/>
                <a:gd name="T57" fmla="*/ 2147483647 h 3150"/>
                <a:gd name="T58" fmla="*/ 2147483647 w 2784"/>
                <a:gd name="T59" fmla="*/ 2147483647 h 3150"/>
                <a:gd name="T60" fmla="*/ 2147483647 w 2784"/>
                <a:gd name="T61" fmla="*/ 2147483647 h 3150"/>
                <a:gd name="T62" fmla="*/ 2147483647 w 2784"/>
                <a:gd name="T63" fmla="*/ 2147483647 h 3150"/>
                <a:gd name="T64" fmla="*/ 2147483647 w 2784"/>
                <a:gd name="T65" fmla="*/ 2147483647 h 3150"/>
                <a:gd name="T66" fmla="*/ 2147483647 w 2784"/>
                <a:gd name="T67" fmla="*/ 2147483647 h 3150"/>
                <a:gd name="T68" fmla="*/ 2147483647 w 2784"/>
                <a:gd name="T69" fmla="*/ 2147483647 h 3150"/>
                <a:gd name="T70" fmla="*/ 2147483647 w 2784"/>
                <a:gd name="T71" fmla="*/ 2147483647 h 3150"/>
                <a:gd name="T72" fmla="*/ 2147483647 w 2784"/>
                <a:gd name="T73" fmla="*/ 2147483647 h 3150"/>
                <a:gd name="T74" fmla="*/ 2147483647 w 2784"/>
                <a:gd name="T75" fmla="*/ 2147483647 h 3150"/>
                <a:gd name="T76" fmla="*/ 2147483647 w 2784"/>
                <a:gd name="T77" fmla="*/ 2147483647 h 3150"/>
                <a:gd name="T78" fmla="*/ 2147483647 w 2784"/>
                <a:gd name="T79" fmla="*/ 2147483647 h 3150"/>
                <a:gd name="T80" fmla="*/ 2147483647 w 2784"/>
                <a:gd name="T81" fmla="*/ 2147483647 h 3150"/>
                <a:gd name="T82" fmla="*/ 2147483647 w 2784"/>
                <a:gd name="T83" fmla="*/ 2147483647 h 3150"/>
                <a:gd name="T84" fmla="*/ 2147483647 w 2784"/>
                <a:gd name="T85" fmla="*/ 2147483647 h 3150"/>
                <a:gd name="T86" fmla="*/ 2147483647 w 2784"/>
                <a:gd name="T87" fmla="*/ 2147483647 h 3150"/>
                <a:gd name="T88" fmla="*/ 2147483647 w 2784"/>
                <a:gd name="T89" fmla="*/ 2147483647 h 3150"/>
                <a:gd name="T90" fmla="*/ 2147483647 w 2784"/>
                <a:gd name="T91" fmla="*/ 2147483647 h 3150"/>
                <a:gd name="T92" fmla="*/ 2147483647 w 2784"/>
                <a:gd name="T93" fmla="*/ 2147483647 h 3150"/>
                <a:gd name="T94" fmla="*/ 2147483647 w 2784"/>
                <a:gd name="T95" fmla="*/ 2147483647 h 3150"/>
                <a:gd name="T96" fmla="*/ 2147483647 w 2784"/>
                <a:gd name="T97" fmla="*/ 2147483647 h 3150"/>
                <a:gd name="T98" fmla="*/ 2147483647 w 2784"/>
                <a:gd name="T99" fmla="*/ 2147483647 h 3150"/>
                <a:gd name="T100" fmla="*/ 2147483647 w 2784"/>
                <a:gd name="T101" fmla="*/ 2147483647 h 3150"/>
                <a:gd name="T102" fmla="*/ 2147483647 w 2784"/>
                <a:gd name="T103" fmla="*/ 2147483647 h 3150"/>
                <a:gd name="T104" fmla="*/ 2147483647 w 2784"/>
                <a:gd name="T105" fmla="*/ 2147483647 h 3150"/>
                <a:gd name="T106" fmla="*/ 2147483647 w 2784"/>
                <a:gd name="T107" fmla="*/ 2147483647 h 3150"/>
                <a:gd name="T108" fmla="*/ 2147483647 w 2784"/>
                <a:gd name="T109" fmla="*/ 2147483647 h 3150"/>
                <a:gd name="T110" fmla="*/ 2147483647 w 2784"/>
                <a:gd name="T111" fmla="*/ 2147483647 h 3150"/>
                <a:gd name="T112" fmla="*/ 2147483647 w 2784"/>
                <a:gd name="T113" fmla="*/ 2147483647 h 3150"/>
                <a:gd name="T114" fmla="*/ 2147483647 w 2784"/>
                <a:gd name="T115" fmla="*/ 2147483647 h 3150"/>
                <a:gd name="T116" fmla="*/ 2147483647 w 2784"/>
                <a:gd name="T117" fmla="*/ 2147483647 h 3150"/>
                <a:gd name="T118" fmla="*/ 2147483647 w 2784"/>
                <a:gd name="T119" fmla="*/ 2147483647 h 31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84"/>
                <a:gd name="T181" fmla="*/ 0 h 3150"/>
                <a:gd name="T182" fmla="*/ 2784 w 2784"/>
                <a:gd name="T183" fmla="*/ 3150 h 31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84" h="3150">
                  <a:moveTo>
                    <a:pt x="1716" y="450"/>
                  </a:moveTo>
                  <a:lnTo>
                    <a:pt x="1710" y="450"/>
                  </a:lnTo>
                  <a:lnTo>
                    <a:pt x="1698" y="444"/>
                  </a:lnTo>
                  <a:lnTo>
                    <a:pt x="1680" y="444"/>
                  </a:lnTo>
                  <a:lnTo>
                    <a:pt x="1662" y="438"/>
                  </a:lnTo>
                  <a:lnTo>
                    <a:pt x="1650" y="438"/>
                  </a:lnTo>
                  <a:lnTo>
                    <a:pt x="1644" y="444"/>
                  </a:lnTo>
                  <a:lnTo>
                    <a:pt x="1644" y="450"/>
                  </a:lnTo>
                  <a:lnTo>
                    <a:pt x="1650" y="462"/>
                  </a:lnTo>
                  <a:lnTo>
                    <a:pt x="1650" y="468"/>
                  </a:lnTo>
                  <a:lnTo>
                    <a:pt x="1656" y="480"/>
                  </a:lnTo>
                  <a:lnTo>
                    <a:pt x="1638" y="480"/>
                  </a:lnTo>
                  <a:lnTo>
                    <a:pt x="1638" y="504"/>
                  </a:lnTo>
                  <a:lnTo>
                    <a:pt x="1656" y="516"/>
                  </a:lnTo>
                  <a:lnTo>
                    <a:pt x="1644" y="528"/>
                  </a:lnTo>
                  <a:lnTo>
                    <a:pt x="1644" y="540"/>
                  </a:lnTo>
                  <a:lnTo>
                    <a:pt x="1656" y="564"/>
                  </a:lnTo>
                  <a:lnTo>
                    <a:pt x="1668" y="570"/>
                  </a:lnTo>
                  <a:lnTo>
                    <a:pt x="1674" y="576"/>
                  </a:lnTo>
                  <a:lnTo>
                    <a:pt x="1686" y="576"/>
                  </a:lnTo>
                  <a:lnTo>
                    <a:pt x="1698" y="570"/>
                  </a:lnTo>
                  <a:lnTo>
                    <a:pt x="1710" y="570"/>
                  </a:lnTo>
                  <a:lnTo>
                    <a:pt x="1716" y="564"/>
                  </a:lnTo>
                  <a:lnTo>
                    <a:pt x="1716" y="558"/>
                  </a:lnTo>
                  <a:lnTo>
                    <a:pt x="1728" y="558"/>
                  </a:lnTo>
                  <a:lnTo>
                    <a:pt x="1740" y="552"/>
                  </a:lnTo>
                  <a:lnTo>
                    <a:pt x="1758" y="552"/>
                  </a:lnTo>
                  <a:lnTo>
                    <a:pt x="1770" y="546"/>
                  </a:lnTo>
                  <a:lnTo>
                    <a:pt x="1776" y="534"/>
                  </a:lnTo>
                  <a:lnTo>
                    <a:pt x="1788" y="492"/>
                  </a:lnTo>
                  <a:lnTo>
                    <a:pt x="1794" y="480"/>
                  </a:lnTo>
                  <a:lnTo>
                    <a:pt x="1794" y="474"/>
                  </a:lnTo>
                  <a:lnTo>
                    <a:pt x="1800" y="462"/>
                  </a:lnTo>
                  <a:lnTo>
                    <a:pt x="1800" y="444"/>
                  </a:lnTo>
                  <a:lnTo>
                    <a:pt x="1794" y="438"/>
                  </a:lnTo>
                  <a:lnTo>
                    <a:pt x="1752" y="438"/>
                  </a:lnTo>
                  <a:lnTo>
                    <a:pt x="1740" y="444"/>
                  </a:lnTo>
                  <a:lnTo>
                    <a:pt x="1734" y="444"/>
                  </a:lnTo>
                  <a:lnTo>
                    <a:pt x="1722" y="450"/>
                  </a:lnTo>
                  <a:lnTo>
                    <a:pt x="1716" y="450"/>
                  </a:lnTo>
                  <a:close/>
                  <a:moveTo>
                    <a:pt x="1716" y="438"/>
                  </a:moveTo>
                  <a:lnTo>
                    <a:pt x="1740" y="432"/>
                  </a:lnTo>
                  <a:lnTo>
                    <a:pt x="1722" y="414"/>
                  </a:lnTo>
                  <a:lnTo>
                    <a:pt x="1698" y="438"/>
                  </a:lnTo>
                  <a:lnTo>
                    <a:pt x="1716" y="438"/>
                  </a:lnTo>
                  <a:close/>
                  <a:moveTo>
                    <a:pt x="1686" y="408"/>
                  </a:moveTo>
                  <a:lnTo>
                    <a:pt x="1662" y="408"/>
                  </a:lnTo>
                  <a:lnTo>
                    <a:pt x="1662" y="426"/>
                  </a:lnTo>
                  <a:lnTo>
                    <a:pt x="1698" y="426"/>
                  </a:lnTo>
                  <a:lnTo>
                    <a:pt x="1716" y="402"/>
                  </a:lnTo>
                  <a:lnTo>
                    <a:pt x="1698" y="384"/>
                  </a:lnTo>
                  <a:lnTo>
                    <a:pt x="1686" y="408"/>
                  </a:lnTo>
                  <a:close/>
                  <a:moveTo>
                    <a:pt x="1572" y="492"/>
                  </a:moveTo>
                  <a:lnTo>
                    <a:pt x="1572" y="510"/>
                  </a:lnTo>
                  <a:lnTo>
                    <a:pt x="1554" y="546"/>
                  </a:lnTo>
                  <a:lnTo>
                    <a:pt x="1584" y="528"/>
                  </a:lnTo>
                  <a:lnTo>
                    <a:pt x="1590" y="516"/>
                  </a:lnTo>
                  <a:lnTo>
                    <a:pt x="1596" y="510"/>
                  </a:lnTo>
                  <a:lnTo>
                    <a:pt x="1608" y="486"/>
                  </a:lnTo>
                  <a:lnTo>
                    <a:pt x="1608" y="480"/>
                  </a:lnTo>
                  <a:lnTo>
                    <a:pt x="1602" y="474"/>
                  </a:lnTo>
                  <a:lnTo>
                    <a:pt x="1596" y="474"/>
                  </a:lnTo>
                  <a:lnTo>
                    <a:pt x="1584" y="480"/>
                  </a:lnTo>
                  <a:lnTo>
                    <a:pt x="1572" y="492"/>
                  </a:lnTo>
                  <a:close/>
                  <a:moveTo>
                    <a:pt x="1632" y="426"/>
                  </a:moveTo>
                  <a:lnTo>
                    <a:pt x="1608" y="450"/>
                  </a:lnTo>
                  <a:lnTo>
                    <a:pt x="1626" y="456"/>
                  </a:lnTo>
                  <a:lnTo>
                    <a:pt x="1644" y="432"/>
                  </a:lnTo>
                  <a:lnTo>
                    <a:pt x="1632" y="426"/>
                  </a:lnTo>
                  <a:close/>
                  <a:moveTo>
                    <a:pt x="2778" y="1002"/>
                  </a:moveTo>
                  <a:lnTo>
                    <a:pt x="2778" y="984"/>
                  </a:lnTo>
                  <a:lnTo>
                    <a:pt x="2772" y="972"/>
                  </a:lnTo>
                  <a:lnTo>
                    <a:pt x="2760" y="954"/>
                  </a:lnTo>
                  <a:lnTo>
                    <a:pt x="2754" y="936"/>
                  </a:lnTo>
                  <a:lnTo>
                    <a:pt x="2754" y="870"/>
                  </a:lnTo>
                  <a:lnTo>
                    <a:pt x="2724" y="840"/>
                  </a:lnTo>
                  <a:lnTo>
                    <a:pt x="2694" y="834"/>
                  </a:lnTo>
                  <a:lnTo>
                    <a:pt x="2646" y="840"/>
                  </a:lnTo>
                  <a:lnTo>
                    <a:pt x="2628" y="822"/>
                  </a:lnTo>
                  <a:lnTo>
                    <a:pt x="2610" y="822"/>
                  </a:lnTo>
                  <a:lnTo>
                    <a:pt x="2592" y="798"/>
                  </a:lnTo>
                  <a:lnTo>
                    <a:pt x="2568" y="798"/>
                  </a:lnTo>
                  <a:lnTo>
                    <a:pt x="2538" y="768"/>
                  </a:lnTo>
                  <a:lnTo>
                    <a:pt x="2526" y="750"/>
                  </a:lnTo>
                  <a:lnTo>
                    <a:pt x="2490" y="714"/>
                  </a:lnTo>
                  <a:lnTo>
                    <a:pt x="2418" y="666"/>
                  </a:lnTo>
                  <a:lnTo>
                    <a:pt x="2394" y="660"/>
                  </a:lnTo>
                  <a:lnTo>
                    <a:pt x="2316" y="660"/>
                  </a:lnTo>
                  <a:lnTo>
                    <a:pt x="2316" y="672"/>
                  </a:lnTo>
                  <a:lnTo>
                    <a:pt x="2310" y="672"/>
                  </a:lnTo>
                  <a:lnTo>
                    <a:pt x="2298" y="660"/>
                  </a:lnTo>
                  <a:lnTo>
                    <a:pt x="2286" y="654"/>
                  </a:lnTo>
                  <a:lnTo>
                    <a:pt x="2274" y="654"/>
                  </a:lnTo>
                  <a:lnTo>
                    <a:pt x="2262" y="648"/>
                  </a:lnTo>
                  <a:lnTo>
                    <a:pt x="2232" y="648"/>
                  </a:lnTo>
                  <a:lnTo>
                    <a:pt x="2226" y="642"/>
                  </a:lnTo>
                  <a:lnTo>
                    <a:pt x="2214" y="636"/>
                  </a:lnTo>
                  <a:lnTo>
                    <a:pt x="2196" y="630"/>
                  </a:lnTo>
                  <a:lnTo>
                    <a:pt x="2184" y="624"/>
                  </a:lnTo>
                  <a:lnTo>
                    <a:pt x="2166" y="618"/>
                  </a:lnTo>
                  <a:lnTo>
                    <a:pt x="2154" y="618"/>
                  </a:lnTo>
                  <a:lnTo>
                    <a:pt x="2142" y="624"/>
                  </a:lnTo>
                  <a:lnTo>
                    <a:pt x="2112" y="654"/>
                  </a:lnTo>
                  <a:lnTo>
                    <a:pt x="2106" y="666"/>
                  </a:lnTo>
                  <a:lnTo>
                    <a:pt x="2088" y="642"/>
                  </a:lnTo>
                  <a:lnTo>
                    <a:pt x="2088" y="678"/>
                  </a:lnTo>
                  <a:lnTo>
                    <a:pt x="2058" y="702"/>
                  </a:lnTo>
                  <a:lnTo>
                    <a:pt x="2076" y="636"/>
                  </a:lnTo>
                  <a:lnTo>
                    <a:pt x="2082" y="636"/>
                  </a:lnTo>
                  <a:lnTo>
                    <a:pt x="2094" y="624"/>
                  </a:lnTo>
                  <a:lnTo>
                    <a:pt x="2094" y="606"/>
                  </a:lnTo>
                  <a:lnTo>
                    <a:pt x="2088" y="600"/>
                  </a:lnTo>
                  <a:lnTo>
                    <a:pt x="2082" y="600"/>
                  </a:lnTo>
                  <a:lnTo>
                    <a:pt x="2064" y="618"/>
                  </a:lnTo>
                  <a:lnTo>
                    <a:pt x="2076" y="582"/>
                  </a:lnTo>
                  <a:lnTo>
                    <a:pt x="2070" y="582"/>
                  </a:lnTo>
                  <a:lnTo>
                    <a:pt x="2064" y="576"/>
                  </a:lnTo>
                  <a:lnTo>
                    <a:pt x="2064" y="570"/>
                  </a:lnTo>
                  <a:lnTo>
                    <a:pt x="2040" y="546"/>
                  </a:lnTo>
                  <a:lnTo>
                    <a:pt x="2034" y="546"/>
                  </a:lnTo>
                  <a:lnTo>
                    <a:pt x="2022" y="564"/>
                  </a:lnTo>
                  <a:lnTo>
                    <a:pt x="2016" y="552"/>
                  </a:lnTo>
                  <a:lnTo>
                    <a:pt x="2004" y="546"/>
                  </a:lnTo>
                  <a:lnTo>
                    <a:pt x="1998" y="534"/>
                  </a:lnTo>
                  <a:lnTo>
                    <a:pt x="1986" y="528"/>
                  </a:lnTo>
                  <a:lnTo>
                    <a:pt x="1980" y="522"/>
                  </a:lnTo>
                  <a:lnTo>
                    <a:pt x="1968" y="516"/>
                  </a:lnTo>
                  <a:lnTo>
                    <a:pt x="1944" y="516"/>
                  </a:lnTo>
                  <a:lnTo>
                    <a:pt x="1932" y="510"/>
                  </a:lnTo>
                  <a:lnTo>
                    <a:pt x="1926" y="510"/>
                  </a:lnTo>
                  <a:lnTo>
                    <a:pt x="1914" y="498"/>
                  </a:lnTo>
                  <a:lnTo>
                    <a:pt x="1902" y="492"/>
                  </a:lnTo>
                  <a:lnTo>
                    <a:pt x="1896" y="480"/>
                  </a:lnTo>
                  <a:lnTo>
                    <a:pt x="1884" y="474"/>
                  </a:lnTo>
                  <a:lnTo>
                    <a:pt x="1878" y="486"/>
                  </a:lnTo>
                  <a:lnTo>
                    <a:pt x="1824" y="486"/>
                  </a:lnTo>
                  <a:lnTo>
                    <a:pt x="1812" y="498"/>
                  </a:lnTo>
                  <a:lnTo>
                    <a:pt x="1806" y="510"/>
                  </a:lnTo>
                  <a:lnTo>
                    <a:pt x="1806" y="522"/>
                  </a:lnTo>
                  <a:lnTo>
                    <a:pt x="1800" y="528"/>
                  </a:lnTo>
                  <a:lnTo>
                    <a:pt x="1800" y="534"/>
                  </a:lnTo>
                  <a:lnTo>
                    <a:pt x="1812" y="552"/>
                  </a:lnTo>
                  <a:lnTo>
                    <a:pt x="1776" y="552"/>
                  </a:lnTo>
                  <a:lnTo>
                    <a:pt x="1770" y="564"/>
                  </a:lnTo>
                  <a:lnTo>
                    <a:pt x="1758" y="576"/>
                  </a:lnTo>
                  <a:lnTo>
                    <a:pt x="1752" y="588"/>
                  </a:lnTo>
                  <a:lnTo>
                    <a:pt x="1752" y="594"/>
                  </a:lnTo>
                  <a:lnTo>
                    <a:pt x="1746" y="600"/>
                  </a:lnTo>
                  <a:lnTo>
                    <a:pt x="1746" y="612"/>
                  </a:lnTo>
                  <a:lnTo>
                    <a:pt x="1740" y="624"/>
                  </a:lnTo>
                  <a:lnTo>
                    <a:pt x="1728" y="636"/>
                  </a:lnTo>
                  <a:lnTo>
                    <a:pt x="1722" y="636"/>
                  </a:lnTo>
                  <a:lnTo>
                    <a:pt x="1728" y="630"/>
                  </a:lnTo>
                  <a:lnTo>
                    <a:pt x="1728" y="618"/>
                  </a:lnTo>
                  <a:lnTo>
                    <a:pt x="1734" y="606"/>
                  </a:lnTo>
                  <a:lnTo>
                    <a:pt x="1734" y="600"/>
                  </a:lnTo>
                  <a:lnTo>
                    <a:pt x="1740" y="588"/>
                  </a:lnTo>
                  <a:lnTo>
                    <a:pt x="1740" y="582"/>
                  </a:lnTo>
                  <a:lnTo>
                    <a:pt x="1734" y="576"/>
                  </a:lnTo>
                  <a:lnTo>
                    <a:pt x="1728" y="576"/>
                  </a:lnTo>
                  <a:lnTo>
                    <a:pt x="1722" y="582"/>
                  </a:lnTo>
                  <a:lnTo>
                    <a:pt x="1716" y="582"/>
                  </a:lnTo>
                  <a:lnTo>
                    <a:pt x="1704" y="594"/>
                  </a:lnTo>
                  <a:lnTo>
                    <a:pt x="1692" y="588"/>
                  </a:lnTo>
                  <a:lnTo>
                    <a:pt x="1656" y="588"/>
                  </a:lnTo>
                  <a:lnTo>
                    <a:pt x="1644" y="582"/>
                  </a:lnTo>
                  <a:lnTo>
                    <a:pt x="1632" y="570"/>
                  </a:lnTo>
                  <a:lnTo>
                    <a:pt x="1632" y="522"/>
                  </a:lnTo>
                  <a:lnTo>
                    <a:pt x="1626" y="516"/>
                  </a:lnTo>
                  <a:lnTo>
                    <a:pt x="1626" y="504"/>
                  </a:lnTo>
                  <a:lnTo>
                    <a:pt x="1620" y="504"/>
                  </a:lnTo>
                  <a:lnTo>
                    <a:pt x="1614" y="510"/>
                  </a:lnTo>
                  <a:lnTo>
                    <a:pt x="1602" y="516"/>
                  </a:lnTo>
                  <a:lnTo>
                    <a:pt x="1596" y="522"/>
                  </a:lnTo>
                  <a:lnTo>
                    <a:pt x="1590" y="534"/>
                  </a:lnTo>
                  <a:lnTo>
                    <a:pt x="1584" y="540"/>
                  </a:lnTo>
                  <a:lnTo>
                    <a:pt x="1560" y="552"/>
                  </a:lnTo>
                  <a:lnTo>
                    <a:pt x="1554" y="558"/>
                  </a:lnTo>
                  <a:lnTo>
                    <a:pt x="1512" y="558"/>
                  </a:lnTo>
                  <a:lnTo>
                    <a:pt x="1500" y="552"/>
                  </a:lnTo>
                  <a:lnTo>
                    <a:pt x="1542" y="540"/>
                  </a:lnTo>
                  <a:lnTo>
                    <a:pt x="1548" y="528"/>
                  </a:lnTo>
                  <a:lnTo>
                    <a:pt x="1566" y="510"/>
                  </a:lnTo>
                  <a:lnTo>
                    <a:pt x="1566" y="492"/>
                  </a:lnTo>
                  <a:lnTo>
                    <a:pt x="1572" y="486"/>
                  </a:lnTo>
                  <a:lnTo>
                    <a:pt x="1590" y="450"/>
                  </a:lnTo>
                  <a:lnTo>
                    <a:pt x="1626" y="414"/>
                  </a:lnTo>
                  <a:lnTo>
                    <a:pt x="1638" y="408"/>
                  </a:lnTo>
                  <a:lnTo>
                    <a:pt x="1656" y="390"/>
                  </a:lnTo>
                  <a:lnTo>
                    <a:pt x="1656" y="378"/>
                  </a:lnTo>
                  <a:lnTo>
                    <a:pt x="1662" y="366"/>
                  </a:lnTo>
                  <a:lnTo>
                    <a:pt x="1674" y="354"/>
                  </a:lnTo>
                  <a:lnTo>
                    <a:pt x="1686" y="348"/>
                  </a:lnTo>
                  <a:lnTo>
                    <a:pt x="1692" y="342"/>
                  </a:lnTo>
                  <a:lnTo>
                    <a:pt x="1704" y="336"/>
                  </a:lnTo>
                  <a:lnTo>
                    <a:pt x="1680" y="330"/>
                  </a:lnTo>
                  <a:lnTo>
                    <a:pt x="1698" y="312"/>
                  </a:lnTo>
                  <a:lnTo>
                    <a:pt x="1698" y="294"/>
                  </a:lnTo>
                  <a:lnTo>
                    <a:pt x="1692" y="288"/>
                  </a:lnTo>
                  <a:lnTo>
                    <a:pt x="1680" y="282"/>
                  </a:lnTo>
                  <a:lnTo>
                    <a:pt x="1662" y="282"/>
                  </a:lnTo>
                  <a:lnTo>
                    <a:pt x="1650" y="276"/>
                  </a:lnTo>
                  <a:lnTo>
                    <a:pt x="1644" y="270"/>
                  </a:lnTo>
                  <a:lnTo>
                    <a:pt x="1638" y="252"/>
                  </a:lnTo>
                  <a:lnTo>
                    <a:pt x="1632" y="216"/>
                  </a:lnTo>
                  <a:lnTo>
                    <a:pt x="1626" y="168"/>
                  </a:lnTo>
                  <a:lnTo>
                    <a:pt x="1620" y="138"/>
                  </a:lnTo>
                  <a:lnTo>
                    <a:pt x="1614" y="114"/>
                  </a:lnTo>
                  <a:lnTo>
                    <a:pt x="1608" y="96"/>
                  </a:lnTo>
                  <a:lnTo>
                    <a:pt x="1602" y="84"/>
                  </a:lnTo>
                  <a:lnTo>
                    <a:pt x="1590" y="78"/>
                  </a:lnTo>
                  <a:lnTo>
                    <a:pt x="1584" y="78"/>
                  </a:lnTo>
                  <a:lnTo>
                    <a:pt x="1584" y="90"/>
                  </a:lnTo>
                  <a:lnTo>
                    <a:pt x="1590" y="96"/>
                  </a:lnTo>
                  <a:lnTo>
                    <a:pt x="1590" y="108"/>
                  </a:lnTo>
                  <a:lnTo>
                    <a:pt x="1572" y="108"/>
                  </a:lnTo>
                  <a:lnTo>
                    <a:pt x="1572" y="102"/>
                  </a:lnTo>
                  <a:lnTo>
                    <a:pt x="1566" y="108"/>
                  </a:lnTo>
                  <a:lnTo>
                    <a:pt x="1560" y="120"/>
                  </a:lnTo>
                  <a:lnTo>
                    <a:pt x="1560" y="126"/>
                  </a:lnTo>
                  <a:lnTo>
                    <a:pt x="1554" y="132"/>
                  </a:lnTo>
                  <a:lnTo>
                    <a:pt x="1548" y="144"/>
                  </a:lnTo>
                  <a:lnTo>
                    <a:pt x="1536" y="156"/>
                  </a:lnTo>
                  <a:lnTo>
                    <a:pt x="1518" y="192"/>
                  </a:lnTo>
                  <a:lnTo>
                    <a:pt x="1518" y="210"/>
                  </a:lnTo>
                  <a:lnTo>
                    <a:pt x="1494" y="246"/>
                  </a:lnTo>
                  <a:lnTo>
                    <a:pt x="1488" y="246"/>
                  </a:lnTo>
                  <a:lnTo>
                    <a:pt x="1482" y="252"/>
                  </a:lnTo>
                  <a:lnTo>
                    <a:pt x="1464" y="252"/>
                  </a:lnTo>
                  <a:lnTo>
                    <a:pt x="1452" y="240"/>
                  </a:lnTo>
                  <a:lnTo>
                    <a:pt x="1446" y="246"/>
                  </a:lnTo>
                  <a:lnTo>
                    <a:pt x="1434" y="246"/>
                  </a:lnTo>
                  <a:lnTo>
                    <a:pt x="1428" y="240"/>
                  </a:lnTo>
                  <a:lnTo>
                    <a:pt x="1416" y="240"/>
                  </a:lnTo>
                  <a:lnTo>
                    <a:pt x="1410" y="246"/>
                  </a:lnTo>
                  <a:lnTo>
                    <a:pt x="1410" y="252"/>
                  </a:lnTo>
                  <a:lnTo>
                    <a:pt x="1404" y="258"/>
                  </a:lnTo>
                  <a:lnTo>
                    <a:pt x="1380" y="258"/>
                  </a:lnTo>
                  <a:lnTo>
                    <a:pt x="1368" y="246"/>
                  </a:lnTo>
                  <a:lnTo>
                    <a:pt x="1368" y="240"/>
                  </a:lnTo>
                  <a:lnTo>
                    <a:pt x="1350" y="234"/>
                  </a:lnTo>
                  <a:lnTo>
                    <a:pt x="1344" y="228"/>
                  </a:lnTo>
                  <a:lnTo>
                    <a:pt x="1338" y="216"/>
                  </a:lnTo>
                  <a:lnTo>
                    <a:pt x="1332" y="216"/>
                  </a:lnTo>
                  <a:lnTo>
                    <a:pt x="1320" y="222"/>
                  </a:lnTo>
                  <a:lnTo>
                    <a:pt x="1314" y="228"/>
                  </a:lnTo>
                  <a:lnTo>
                    <a:pt x="1302" y="234"/>
                  </a:lnTo>
                  <a:lnTo>
                    <a:pt x="1278" y="234"/>
                  </a:lnTo>
                  <a:lnTo>
                    <a:pt x="1278" y="222"/>
                  </a:lnTo>
                  <a:lnTo>
                    <a:pt x="1272" y="222"/>
                  </a:lnTo>
                  <a:lnTo>
                    <a:pt x="1260" y="228"/>
                  </a:lnTo>
                  <a:lnTo>
                    <a:pt x="1260" y="252"/>
                  </a:lnTo>
                  <a:lnTo>
                    <a:pt x="1272" y="264"/>
                  </a:lnTo>
                  <a:lnTo>
                    <a:pt x="1272" y="270"/>
                  </a:lnTo>
                  <a:lnTo>
                    <a:pt x="1278" y="276"/>
                  </a:lnTo>
                  <a:lnTo>
                    <a:pt x="1272" y="282"/>
                  </a:lnTo>
                  <a:lnTo>
                    <a:pt x="1254" y="282"/>
                  </a:lnTo>
                  <a:lnTo>
                    <a:pt x="1230" y="270"/>
                  </a:lnTo>
                  <a:lnTo>
                    <a:pt x="1224" y="270"/>
                  </a:lnTo>
                  <a:lnTo>
                    <a:pt x="1212" y="264"/>
                  </a:lnTo>
                  <a:lnTo>
                    <a:pt x="1212" y="270"/>
                  </a:lnTo>
                  <a:lnTo>
                    <a:pt x="1206" y="276"/>
                  </a:lnTo>
                  <a:lnTo>
                    <a:pt x="1200" y="276"/>
                  </a:lnTo>
                  <a:lnTo>
                    <a:pt x="1188" y="264"/>
                  </a:lnTo>
                  <a:lnTo>
                    <a:pt x="1176" y="264"/>
                  </a:lnTo>
                  <a:lnTo>
                    <a:pt x="1158" y="282"/>
                  </a:lnTo>
                  <a:lnTo>
                    <a:pt x="1158" y="288"/>
                  </a:lnTo>
                  <a:lnTo>
                    <a:pt x="1128" y="288"/>
                  </a:lnTo>
                  <a:lnTo>
                    <a:pt x="1122" y="300"/>
                  </a:lnTo>
                  <a:lnTo>
                    <a:pt x="1104" y="300"/>
                  </a:lnTo>
                  <a:lnTo>
                    <a:pt x="1092" y="312"/>
                  </a:lnTo>
                  <a:lnTo>
                    <a:pt x="1092" y="324"/>
                  </a:lnTo>
                  <a:lnTo>
                    <a:pt x="1086" y="330"/>
                  </a:lnTo>
                  <a:lnTo>
                    <a:pt x="1050" y="330"/>
                  </a:lnTo>
                  <a:lnTo>
                    <a:pt x="1044" y="318"/>
                  </a:lnTo>
                  <a:lnTo>
                    <a:pt x="1032" y="318"/>
                  </a:lnTo>
                  <a:lnTo>
                    <a:pt x="1002" y="282"/>
                  </a:lnTo>
                  <a:lnTo>
                    <a:pt x="1002" y="252"/>
                  </a:lnTo>
                  <a:lnTo>
                    <a:pt x="978" y="228"/>
                  </a:lnTo>
                  <a:lnTo>
                    <a:pt x="972" y="216"/>
                  </a:lnTo>
                  <a:lnTo>
                    <a:pt x="972" y="210"/>
                  </a:lnTo>
                  <a:lnTo>
                    <a:pt x="978" y="198"/>
                  </a:lnTo>
                  <a:lnTo>
                    <a:pt x="978" y="192"/>
                  </a:lnTo>
                  <a:lnTo>
                    <a:pt x="984" y="180"/>
                  </a:lnTo>
                  <a:lnTo>
                    <a:pt x="996" y="138"/>
                  </a:lnTo>
                  <a:lnTo>
                    <a:pt x="1008" y="126"/>
                  </a:lnTo>
                  <a:lnTo>
                    <a:pt x="1014" y="114"/>
                  </a:lnTo>
                  <a:lnTo>
                    <a:pt x="1014" y="102"/>
                  </a:lnTo>
                  <a:lnTo>
                    <a:pt x="1008" y="102"/>
                  </a:lnTo>
                  <a:lnTo>
                    <a:pt x="1002" y="96"/>
                  </a:lnTo>
                  <a:lnTo>
                    <a:pt x="1002" y="66"/>
                  </a:lnTo>
                  <a:lnTo>
                    <a:pt x="996" y="66"/>
                  </a:lnTo>
                  <a:lnTo>
                    <a:pt x="984" y="72"/>
                  </a:lnTo>
                  <a:lnTo>
                    <a:pt x="978" y="72"/>
                  </a:lnTo>
                  <a:lnTo>
                    <a:pt x="972" y="66"/>
                  </a:lnTo>
                  <a:lnTo>
                    <a:pt x="972" y="60"/>
                  </a:lnTo>
                  <a:lnTo>
                    <a:pt x="978" y="54"/>
                  </a:lnTo>
                  <a:lnTo>
                    <a:pt x="984" y="42"/>
                  </a:lnTo>
                  <a:lnTo>
                    <a:pt x="984" y="24"/>
                  </a:lnTo>
                  <a:lnTo>
                    <a:pt x="978" y="12"/>
                  </a:lnTo>
                  <a:lnTo>
                    <a:pt x="966" y="0"/>
                  </a:lnTo>
                  <a:lnTo>
                    <a:pt x="960" y="12"/>
                  </a:lnTo>
                  <a:lnTo>
                    <a:pt x="936" y="6"/>
                  </a:lnTo>
                  <a:lnTo>
                    <a:pt x="936" y="42"/>
                  </a:lnTo>
                  <a:lnTo>
                    <a:pt x="930" y="48"/>
                  </a:lnTo>
                  <a:lnTo>
                    <a:pt x="918" y="48"/>
                  </a:lnTo>
                  <a:lnTo>
                    <a:pt x="918" y="60"/>
                  </a:lnTo>
                  <a:lnTo>
                    <a:pt x="894" y="60"/>
                  </a:lnTo>
                  <a:lnTo>
                    <a:pt x="882" y="66"/>
                  </a:lnTo>
                  <a:lnTo>
                    <a:pt x="858" y="90"/>
                  </a:lnTo>
                  <a:lnTo>
                    <a:pt x="846" y="96"/>
                  </a:lnTo>
                  <a:lnTo>
                    <a:pt x="828" y="96"/>
                  </a:lnTo>
                  <a:lnTo>
                    <a:pt x="822" y="90"/>
                  </a:lnTo>
                  <a:lnTo>
                    <a:pt x="804" y="90"/>
                  </a:lnTo>
                  <a:lnTo>
                    <a:pt x="798" y="96"/>
                  </a:lnTo>
                  <a:lnTo>
                    <a:pt x="798" y="108"/>
                  </a:lnTo>
                  <a:lnTo>
                    <a:pt x="792" y="120"/>
                  </a:lnTo>
                  <a:lnTo>
                    <a:pt x="792" y="138"/>
                  </a:lnTo>
                  <a:lnTo>
                    <a:pt x="786" y="144"/>
                  </a:lnTo>
                  <a:lnTo>
                    <a:pt x="774" y="138"/>
                  </a:lnTo>
                  <a:lnTo>
                    <a:pt x="762" y="126"/>
                  </a:lnTo>
                  <a:lnTo>
                    <a:pt x="756" y="114"/>
                  </a:lnTo>
                  <a:lnTo>
                    <a:pt x="750" y="108"/>
                  </a:lnTo>
                  <a:lnTo>
                    <a:pt x="738" y="108"/>
                  </a:lnTo>
                  <a:lnTo>
                    <a:pt x="732" y="114"/>
                  </a:lnTo>
                  <a:lnTo>
                    <a:pt x="720" y="108"/>
                  </a:lnTo>
                  <a:lnTo>
                    <a:pt x="708" y="114"/>
                  </a:lnTo>
                  <a:lnTo>
                    <a:pt x="696" y="114"/>
                  </a:lnTo>
                  <a:lnTo>
                    <a:pt x="696" y="96"/>
                  </a:lnTo>
                  <a:lnTo>
                    <a:pt x="690" y="90"/>
                  </a:lnTo>
                  <a:lnTo>
                    <a:pt x="648" y="90"/>
                  </a:lnTo>
                  <a:lnTo>
                    <a:pt x="648" y="84"/>
                  </a:lnTo>
                  <a:lnTo>
                    <a:pt x="642" y="78"/>
                  </a:lnTo>
                  <a:lnTo>
                    <a:pt x="642" y="108"/>
                  </a:lnTo>
                  <a:lnTo>
                    <a:pt x="660" y="126"/>
                  </a:lnTo>
                  <a:lnTo>
                    <a:pt x="672" y="132"/>
                  </a:lnTo>
                  <a:lnTo>
                    <a:pt x="678" y="138"/>
                  </a:lnTo>
                  <a:lnTo>
                    <a:pt x="678" y="168"/>
                  </a:lnTo>
                  <a:lnTo>
                    <a:pt x="672" y="174"/>
                  </a:lnTo>
                  <a:lnTo>
                    <a:pt x="684" y="186"/>
                  </a:lnTo>
                  <a:lnTo>
                    <a:pt x="690" y="198"/>
                  </a:lnTo>
                  <a:lnTo>
                    <a:pt x="690" y="228"/>
                  </a:lnTo>
                  <a:lnTo>
                    <a:pt x="738" y="234"/>
                  </a:lnTo>
                  <a:lnTo>
                    <a:pt x="744" y="240"/>
                  </a:lnTo>
                  <a:lnTo>
                    <a:pt x="744" y="246"/>
                  </a:lnTo>
                  <a:lnTo>
                    <a:pt x="738" y="258"/>
                  </a:lnTo>
                  <a:lnTo>
                    <a:pt x="732" y="264"/>
                  </a:lnTo>
                  <a:lnTo>
                    <a:pt x="690" y="264"/>
                  </a:lnTo>
                  <a:lnTo>
                    <a:pt x="690" y="294"/>
                  </a:lnTo>
                  <a:lnTo>
                    <a:pt x="684" y="306"/>
                  </a:lnTo>
                  <a:lnTo>
                    <a:pt x="648" y="324"/>
                  </a:lnTo>
                  <a:lnTo>
                    <a:pt x="642" y="330"/>
                  </a:lnTo>
                  <a:lnTo>
                    <a:pt x="624" y="330"/>
                  </a:lnTo>
                  <a:lnTo>
                    <a:pt x="612" y="342"/>
                  </a:lnTo>
                  <a:lnTo>
                    <a:pt x="600" y="366"/>
                  </a:lnTo>
                  <a:lnTo>
                    <a:pt x="588" y="378"/>
                  </a:lnTo>
                  <a:lnTo>
                    <a:pt x="582" y="378"/>
                  </a:lnTo>
                  <a:lnTo>
                    <a:pt x="582" y="354"/>
                  </a:lnTo>
                  <a:lnTo>
                    <a:pt x="576" y="348"/>
                  </a:lnTo>
                  <a:lnTo>
                    <a:pt x="570" y="354"/>
                  </a:lnTo>
                  <a:lnTo>
                    <a:pt x="558" y="360"/>
                  </a:lnTo>
                  <a:lnTo>
                    <a:pt x="552" y="366"/>
                  </a:lnTo>
                  <a:lnTo>
                    <a:pt x="540" y="372"/>
                  </a:lnTo>
                  <a:lnTo>
                    <a:pt x="534" y="372"/>
                  </a:lnTo>
                  <a:lnTo>
                    <a:pt x="522" y="366"/>
                  </a:lnTo>
                  <a:lnTo>
                    <a:pt x="516" y="366"/>
                  </a:lnTo>
                  <a:lnTo>
                    <a:pt x="504" y="354"/>
                  </a:lnTo>
                  <a:lnTo>
                    <a:pt x="504" y="348"/>
                  </a:lnTo>
                  <a:lnTo>
                    <a:pt x="498" y="336"/>
                  </a:lnTo>
                  <a:lnTo>
                    <a:pt x="492" y="330"/>
                  </a:lnTo>
                  <a:lnTo>
                    <a:pt x="468" y="330"/>
                  </a:lnTo>
                  <a:lnTo>
                    <a:pt x="468" y="300"/>
                  </a:lnTo>
                  <a:lnTo>
                    <a:pt x="462" y="288"/>
                  </a:lnTo>
                  <a:lnTo>
                    <a:pt x="462" y="276"/>
                  </a:lnTo>
                  <a:lnTo>
                    <a:pt x="456" y="270"/>
                  </a:lnTo>
                  <a:lnTo>
                    <a:pt x="456" y="258"/>
                  </a:lnTo>
                  <a:lnTo>
                    <a:pt x="450" y="258"/>
                  </a:lnTo>
                  <a:lnTo>
                    <a:pt x="420" y="288"/>
                  </a:lnTo>
                  <a:lnTo>
                    <a:pt x="396" y="264"/>
                  </a:lnTo>
                  <a:lnTo>
                    <a:pt x="390" y="264"/>
                  </a:lnTo>
                  <a:lnTo>
                    <a:pt x="384" y="270"/>
                  </a:lnTo>
                  <a:lnTo>
                    <a:pt x="384" y="288"/>
                  </a:lnTo>
                  <a:lnTo>
                    <a:pt x="318" y="294"/>
                  </a:lnTo>
                  <a:lnTo>
                    <a:pt x="306" y="282"/>
                  </a:lnTo>
                  <a:lnTo>
                    <a:pt x="288" y="282"/>
                  </a:lnTo>
                  <a:lnTo>
                    <a:pt x="282" y="288"/>
                  </a:lnTo>
                  <a:lnTo>
                    <a:pt x="276" y="300"/>
                  </a:lnTo>
                  <a:lnTo>
                    <a:pt x="276" y="312"/>
                  </a:lnTo>
                  <a:lnTo>
                    <a:pt x="282" y="324"/>
                  </a:lnTo>
                  <a:lnTo>
                    <a:pt x="282" y="336"/>
                  </a:lnTo>
                  <a:lnTo>
                    <a:pt x="306" y="348"/>
                  </a:lnTo>
                  <a:lnTo>
                    <a:pt x="318" y="342"/>
                  </a:lnTo>
                  <a:lnTo>
                    <a:pt x="330" y="354"/>
                  </a:lnTo>
                  <a:lnTo>
                    <a:pt x="330" y="360"/>
                  </a:lnTo>
                  <a:lnTo>
                    <a:pt x="336" y="366"/>
                  </a:lnTo>
                  <a:lnTo>
                    <a:pt x="336" y="372"/>
                  </a:lnTo>
                  <a:lnTo>
                    <a:pt x="330" y="378"/>
                  </a:lnTo>
                  <a:lnTo>
                    <a:pt x="300" y="378"/>
                  </a:lnTo>
                  <a:lnTo>
                    <a:pt x="294" y="372"/>
                  </a:lnTo>
                  <a:lnTo>
                    <a:pt x="264" y="378"/>
                  </a:lnTo>
                  <a:lnTo>
                    <a:pt x="258" y="444"/>
                  </a:lnTo>
                  <a:lnTo>
                    <a:pt x="264" y="444"/>
                  </a:lnTo>
                  <a:lnTo>
                    <a:pt x="276" y="456"/>
                  </a:lnTo>
                  <a:lnTo>
                    <a:pt x="288" y="462"/>
                  </a:lnTo>
                  <a:lnTo>
                    <a:pt x="294" y="468"/>
                  </a:lnTo>
                  <a:lnTo>
                    <a:pt x="294" y="492"/>
                  </a:lnTo>
                  <a:lnTo>
                    <a:pt x="300" y="498"/>
                  </a:lnTo>
                  <a:lnTo>
                    <a:pt x="300" y="504"/>
                  </a:lnTo>
                  <a:lnTo>
                    <a:pt x="312" y="516"/>
                  </a:lnTo>
                  <a:lnTo>
                    <a:pt x="318" y="528"/>
                  </a:lnTo>
                  <a:lnTo>
                    <a:pt x="318" y="540"/>
                  </a:lnTo>
                  <a:lnTo>
                    <a:pt x="312" y="552"/>
                  </a:lnTo>
                  <a:lnTo>
                    <a:pt x="300" y="564"/>
                  </a:lnTo>
                  <a:lnTo>
                    <a:pt x="306" y="612"/>
                  </a:lnTo>
                  <a:lnTo>
                    <a:pt x="288" y="660"/>
                  </a:lnTo>
                  <a:lnTo>
                    <a:pt x="282" y="732"/>
                  </a:lnTo>
                  <a:lnTo>
                    <a:pt x="282" y="762"/>
                  </a:lnTo>
                  <a:lnTo>
                    <a:pt x="276" y="774"/>
                  </a:lnTo>
                  <a:lnTo>
                    <a:pt x="270" y="780"/>
                  </a:lnTo>
                  <a:lnTo>
                    <a:pt x="252" y="780"/>
                  </a:lnTo>
                  <a:lnTo>
                    <a:pt x="252" y="774"/>
                  </a:lnTo>
                  <a:lnTo>
                    <a:pt x="240" y="762"/>
                  </a:lnTo>
                  <a:lnTo>
                    <a:pt x="222" y="762"/>
                  </a:lnTo>
                  <a:lnTo>
                    <a:pt x="216" y="768"/>
                  </a:lnTo>
                  <a:lnTo>
                    <a:pt x="210" y="780"/>
                  </a:lnTo>
                  <a:lnTo>
                    <a:pt x="204" y="786"/>
                  </a:lnTo>
                  <a:lnTo>
                    <a:pt x="174" y="780"/>
                  </a:lnTo>
                  <a:lnTo>
                    <a:pt x="168" y="792"/>
                  </a:lnTo>
                  <a:lnTo>
                    <a:pt x="138" y="792"/>
                  </a:lnTo>
                  <a:lnTo>
                    <a:pt x="126" y="798"/>
                  </a:lnTo>
                  <a:lnTo>
                    <a:pt x="120" y="804"/>
                  </a:lnTo>
                  <a:lnTo>
                    <a:pt x="108" y="810"/>
                  </a:lnTo>
                  <a:lnTo>
                    <a:pt x="96" y="822"/>
                  </a:lnTo>
                  <a:lnTo>
                    <a:pt x="96" y="828"/>
                  </a:lnTo>
                  <a:lnTo>
                    <a:pt x="90" y="834"/>
                  </a:lnTo>
                  <a:lnTo>
                    <a:pt x="90" y="840"/>
                  </a:lnTo>
                  <a:lnTo>
                    <a:pt x="66" y="840"/>
                  </a:lnTo>
                  <a:lnTo>
                    <a:pt x="66" y="894"/>
                  </a:lnTo>
                  <a:lnTo>
                    <a:pt x="48" y="912"/>
                  </a:lnTo>
                  <a:lnTo>
                    <a:pt x="48" y="924"/>
                  </a:lnTo>
                  <a:lnTo>
                    <a:pt x="54" y="930"/>
                  </a:lnTo>
                  <a:lnTo>
                    <a:pt x="54" y="948"/>
                  </a:lnTo>
                  <a:lnTo>
                    <a:pt x="60" y="954"/>
                  </a:lnTo>
                  <a:lnTo>
                    <a:pt x="54" y="954"/>
                  </a:lnTo>
                  <a:lnTo>
                    <a:pt x="48" y="948"/>
                  </a:lnTo>
                  <a:lnTo>
                    <a:pt x="18" y="978"/>
                  </a:lnTo>
                  <a:lnTo>
                    <a:pt x="12" y="990"/>
                  </a:lnTo>
                  <a:lnTo>
                    <a:pt x="12" y="1014"/>
                  </a:lnTo>
                  <a:lnTo>
                    <a:pt x="18" y="1020"/>
                  </a:lnTo>
                  <a:lnTo>
                    <a:pt x="6" y="1026"/>
                  </a:lnTo>
                  <a:lnTo>
                    <a:pt x="0" y="1032"/>
                  </a:lnTo>
                  <a:lnTo>
                    <a:pt x="0" y="1044"/>
                  </a:lnTo>
                  <a:lnTo>
                    <a:pt x="6" y="1050"/>
                  </a:lnTo>
                  <a:lnTo>
                    <a:pt x="18" y="1056"/>
                  </a:lnTo>
                  <a:lnTo>
                    <a:pt x="24" y="1080"/>
                  </a:lnTo>
                  <a:lnTo>
                    <a:pt x="24" y="1086"/>
                  </a:lnTo>
                  <a:lnTo>
                    <a:pt x="30" y="1092"/>
                  </a:lnTo>
                  <a:lnTo>
                    <a:pt x="42" y="1116"/>
                  </a:lnTo>
                  <a:lnTo>
                    <a:pt x="54" y="1128"/>
                  </a:lnTo>
                  <a:lnTo>
                    <a:pt x="66" y="1134"/>
                  </a:lnTo>
                  <a:lnTo>
                    <a:pt x="90" y="1158"/>
                  </a:lnTo>
                  <a:lnTo>
                    <a:pt x="84" y="1164"/>
                  </a:lnTo>
                  <a:lnTo>
                    <a:pt x="78" y="1176"/>
                  </a:lnTo>
                  <a:lnTo>
                    <a:pt x="66" y="1182"/>
                  </a:lnTo>
                  <a:lnTo>
                    <a:pt x="60" y="1188"/>
                  </a:lnTo>
                  <a:lnTo>
                    <a:pt x="102" y="1188"/>
                  </a:lnTo>
                  <a:lnTo>
                    <a:pt x="114" y="1194"/>
                  </a:lnTo>
                  <a:lnTo>
                    <a:pt x="120" y="1194"/>
                  </a:lnTo>
                  <a:lnTo>
                    <a:pt x="126" y="1200"/>
                  </a:lnTo>
                  <a:lnTo>
                    <a:pt x="126" y="1212"/>
                  </a:lnTo>
                  <a:lnTo>
                    <a:pt x="132" y="1224"/>
                  </a:lnTo>
                  <a:lnTo>
                    <a:pt x="138" y="1230"/>
                  </a:lnTo>
                  <a:lnTo>
                    <a:pt x="138" y="1236"/>
                  </a:lnTo>
                  <a:lnTo>
                    <a:pt x="198" y="1230"/>
                  </a:lnTo>
                  <a:lnTo>
                    <a:pt x="252" y="1182"/>
                  </a:lnTo>
                  <a:lnTo>
                    <a:pt x="252" y="1194"/>
                  </a:lnTo>
                  <a:lnTo>
                    <a:pt x="258" y="1206"/>
                  </a:lnTo>
                  <a:lnTo>
                    <a:pt x="258" y="1224"/>
                  </a:lnTo>
                  <a:lnTo>
                    <a:pt x="252" y="1230"/>
                  </a:lnTo>
                  <a:lnTo>
                    <a:pt x="252" y="1242"/>
                  </a:lnTo>
                  <a:lnTo>
                    <a:pt x="246" y="1254"/>
                  </a:lnTo>
                  <a:lnTo>
                    <a:pt x="246" y="1266"/>
                  </a:lnTo>
                  <a:lnTo>
                    <a:pt x="252" y="1284"/>
                  </a:lnTo>
                  <a:lnTo>
                    <a:pt x="252" y="1314"/>
                  </a:lnTo>
                  <a:lnTo>
                    <a:pt x="264" y="1308"/>
                  </a:lnTo>
                  <a:lnTo>
                    <a:pt x="264" y="1314"/>
                  </a:lnTo>
                  <a:lnTo>
                    <a:pt x="270" y="1320"/>
                  </a:lnTo>
                  <a:lnTo>
                    <a:pt x="282" y="1320"/>
                  </a:lnTo>
                  <a:lnTo>
                    <a:pt x="282" y="1314"/>
                  </a:lnTo>
                  <a:lnTo>
                    <a:pt x="288" y="1314"/>
                  </a:lnTo>
                  <a:lnTo>
                    <a:pt x="294" y="1308"/>
                  </a:lnTo>
                  <a:lnTo>
                    <a:pt x="324" y="1308"/>
                  </a:lnTo>
                  <a:lnTo>
                    <a:pt x="336" y="1314"/>
                  </a:lnTo>
                  <a:lnTo>
                    <a:pt x="366" y="1314"/>
                  </a:lnTo>
                  <a:lnTo>
                    <a:pt x="372" y="1320"/>
                  </a:lnTo>
                  <a:lnTo>
                    <a:pt x="372" y="1326"/>
                  </a:lnTo>
                  <a:lnTo>
                    <a:pt x="390" y="1326"/>
                  </a:lnTo>
                  <a:lnTo>
                    <a:pt x="414" y="1314"/>
                  </a:lnTo>
                  <a:lnTo>
                    <a:pt x="420" y="1308"/>
                  </a:lnTo>
                  <a:lnTo>
                    <a:pt x="432" y="1290"/>
                  </a:lnTo>
                  <a:lnTo>
                    <a:pt x="468" y="1290"/>
                  </a:lnTo>
                  <a:lnTo>
                    <a:pt x="474" y="1260"/>
                  </a:lnTo>
                  <a:lnTo>
                    <a:pt x="510" y="1260"/>
                  </a:lnTo>
                  <a:lnTo>
                    <a:pt x="510" y="1254"/>
                  </a:lnTo>
                  <a:lnTo>
                    <a:pt x="516" y="1248"/>
                  </a:lnTo>
                  <a:lnTo>
                    <a:pt x="522" y="1236"/>
                  </a:lnTo>
                  <a:lnTo>
                    <a:pt x="528" y="1230"/>
                  </a:lnTo>
                  <a:lnTo>
                    <a:pt x="540" y="1224"/>
                  </a:lnTo>
                  <a:lnTo>
                    <a:pt x="576" y="1224"/>
                  </a:lnTo>
                  <a:lnTo>
                    <a:pt x="588" y="1212"/>
                  </a:lnTo>
                  <a:lnTo>
                    <a:pt x="600" y="1224"/>
                  </a:lnTo>
                  <a:lnTo>
                    <a:pt x="606" y="1224"/>
                  </a:lnTo>
                  <a:lnTo>
                    <a:pt x="606" y="1218"/>
                  </a:lnTo>
                  <a:lnTo>
                    <a:pt x="618" y="1212"/>
                  </a:lnTo>
                  <a:lnTo>
                    <a:pt x="630" y="1212"/>
                  </a:lnTo>
                  <a:lnTo>
                    <a:pt x="630" y="1242"/>
                  </a:lnTo>
                  <a:lnTo>
                    <a:pt x="624" y="1248"/>
                  </a:lnTo>
                  <a:lnTo>
                    <a:pt x="624" y="1254"/>
                  </a:lnTo>
                  <a:lnTo>
                    <a:pt x="618" y="1260"/>
                  </a:lnTo>
                  <a:lnTo>
                    <a:pt x="618" y="1290"/>
                  </a:lnTo>
                  <a:lnTo>
                    <a:pt x="624" y="1296"/>
                  </a:lnTo>
                  <a:lnTo>
                    <a:pt x="630" y="1308"/>
                  </a:lnTo>
                  <a:lnTo>
                    <a:pt x="630" y="1326"/>
                  </a:lnTo>
                  <a:lnTo>
                    <a:pt x="624" y="1332"/>
                  </a:lnTo>
                  <a:lnTo>
                    <a:pt x="624" y="1344"/>
                  </a:lnTo>
                  <a:lnTo>
                    <a:pt x="636" y="1356"/>
                  </a:lnTo>
                  <a:lnTo>
                    <a:pt x="648" y="1362"/>
                  </a:lnTo>
                  <a:lnTo>
                    <a:pt x="654" y="1368"/>
                  </a:lnTo>
                  <a:lnTo>
                    <a:pt x="660" y="1398"/>
                  </a:lnTo>
                  <a:lnTo>
                    <a:pt x="684" y="1398"/>
                  </a:lnTo>
                  <a:lnTo>
                    <a:pt x="690" y="1404"/>
                  </a:lnTo>
                  <a:lnTo>
                    <a:pt x="690" y="1410"/>
                  </a:lnTo>
                  <a:lnTo>
                    <a:pt x="696" y="1422"/>
                  </a:lnTo>
                  <a:lnTo>
                    <a:pt x="696" y="1428"/>
                  </a:lnTo>
                  <a:lnTo>
                    <a:pt x="702" y="1434"/>
                  </a:lnTo>
                  <a:lnTo>
                    <a:pt x="714" y="1440"/>
                  </a:lnTo>
                  <a:lnTo>
                    <a:pt x="744" y="1440"/>
                  </a:lnTo>
                  <a:lnTo>
                    <a:pt x="750" y="1434"/>
                  </a:lnTo>
                  <a:lnTo>
                    <a:pt x="756" y="1446"/>
                  </a:lnTo>
                  <a:lnTo>
                    <a:pt x="768" y="1452"/>
                  </a:lnTo>
                  <a:lnTo>
                    <a:pt x="780" y="1452"/>
                  </a:lnTo>
                  <a:lnTo>
                    <a:pt x="786" y="1446"/>
                  </a:lnTo>
                  <a:lnTo>
                    <a:pt x="798" y="1446"/>
                  </a:lnTo>
                  <a:lnTo>
                    <a:pt x="798" y="1452"/>
                  </a:lnTo>
                  <a:lnTo>
                    <a:pt x="804" y="1464"/>
                  </a:lnTo>
                  <a:lnTo>
                    <a:pt x="816" y="1470"/>
                  </a:lnTo>
                  <a:lnTo>
                    <a:pt x="828" y="1482"/>
                  </a:lnTo>
                  <a:lnTo>
                    <a:pt x="840" y="1488"/>
                  </a:lnTo>
                  <a:lnTo>
                    <a:pt x="864" y="1488"/>
                  </a:lnTo>
                  <a:lnTo>
                    <a:pt x="864" y="1494"/>
                  </a:lnTo>
                  <a:lnTo>
                    <a:pt x="876" y="1506"/>
                  </a:lnTo>
                  <a:lnTo>
                    <a:pt x="888" y="1512"/>
                  </a:lnTo>
                  <a:lnTo>
                    <a:pt x="894" y="1518"/>
                  </a:lnTo>
                  <a:lnTo>
                    <a:pt x="954" y="1518"/>
                  </a:lnTo>
                  <a:lnTo>
                    <a:pt x="978" y="1530"/>
                  </a:lnTo>
                  <a:lnTo>
                    <a:pt x="984" y="1542"/>
                  </a:lnTo>
                  <a:lnTo>
                    <a:pt x="990" y="1548"/>
                  </a:lnTo>
                  <a:lnTo>
                    <a:pt x="990" y="1578"/>
                  </a:lnTo>
                  <a:lnTo>
                    <a:pt x="996" y="1590"/>
                  </a:lnTo>
                  <a:lnTo>
                    <a:pt x="1002" y="1596"/>
                  </a:lnTo>
                  <a:lnTo>
                    <a:pt x="1008" y="1608"/>
                  </a:lnTo>
                  <a:lnTo>
                    <a:pt x="1008" y="1638"/>
                  </a:lnTo>
                  <a:lnTo>
                    <a:pt x="990" y="1638"/>
                  </a:lnTo>
                  <a:lnTo>
                    <a:pt x="990" y="1644"/>
                  </a:lnTo>
                  <a:lnTo>
                    <a:pt x="996" y="1650"/>
                  </a:lnTo>
                  <a:lnTo>
                    <a:pt x="1002" y="1662"/>
                  </a:lnTo>
                  <a:lnTo>
                    <a:pt x="1014" y="1668"/>
                  </a:lnTo>
                  <a:lnTo>
                    <a:pt x="1020" y="1674"/>
                  </a:lnTo>
                  <a:lnTo>
                    <a:pt x="1014" y="1686"/>
                  </a:lnTo>
                  <a:lnTo>
                    <a:pt x="1014" y="1728"/>
                  </a:lnTo>
                  <a:lnTo>
                    <a:pt x="1020" y="1734"/>
                  </a:lnTo>
                  <a:lnTo>
                    <a:pt x="1050" y="1740"/>
                  </a:lnTo>
                  <a:lnTo>
                    <a:pt x="1098" y="1746"/>
                  </a:lnTo>
                  <a:lnTo>
                    <a:pt x="1158" y="1746"/>
                  </a:lnTo>
                  <a:lnTo>
                    <a:pt x="1158" y="1752"/>
                  </a:lnTo>
                  <a:lnTo>
                    <a:pt x="1152" y="1758"/>
                  </a:lnTo>
                  <a:lnTo>
                    <a:pt x="1152" y="1770"/>
                  </a:lnTo>
                  <a:lnTo>
                    <a:pt x="1146" y="1788"/>
                  </a:lnTo>
                  <a:lnTo>
                    <a:pt x="1146" y="1800"/>
                  </a:lnTo>
                  <a:lnTo>
                    <a:pt x="1152" y="1812"/>
                  </a:lnTo>
                  <a:lnTo>
                    <a:pt x="1164" y="1818"/>
                  </a:lnTo>
                  <a:lnTo>
                    <a:pt x="1170" y="1824"/>
                  </a:lnTo>
                  <a:lnTo>
                    <a:pt x="1194" y="1836"/>
                  </a:lnTo>
                  <a:lnTo>
                    <a:pt x="1206" y="1848"/>
                  </a:lnTo>
                  <a:lnTo>
                    <a:pt x="1212" y="1860"/>
                  </a:lnTo>
                  <a:lnTo>
                    <a:pt x="1224" y="1896"/>
                  </a:lnTo>
                  <a:lnTo>
                    <a:pt x="1224" y="1908"/>
                  </a:lnTo>
                  <a:lnTo>
                    <a:pt x="1218" y="1920"/>
                  </a:lnTo>
                  <a:lnTo>
                    <a:pt x="1218" y="1944"/>
                  </a:lnTo>
                  <a:lnTo>
                    <a:pt x="1212" y="1950"/>
                  </a:lnTo>
                  <a:lnTo>
                    <a:pt x="1212" y="1956"/>
                  </a:lnTo>
                  <a:lnTo>
                    <a:pt x="1218" y="1968"/>
                  </a:lnTo>
                  <a:lnTo>
                    <a:pt x="1212" y="1980"/>
                  </a:lnTo>
                  <a:lnTo>
                    <a:pt x="1206" y="1986"/>
                  </a:lnTo>
                  <a:lnTo>
                    <a:pt x="1200" y="1998"/>
                  </a:lnTo>
                  <a:lnTo>
                    <a:pt x="1200" y="2022"/>
                  </a:lnTo>
                  <a:lnTo>
                    <a:pt x="1206" y="2028"/>
                  </a:lnTo>
                  <a:lnTo>
                    <a:pt x="1218" y="2034"/>
                  </a:lnTo>
                  <a:lnTo>
                    <a:pt x="1212" y="2040"/>
                  </a:lnTo>
                  <a:lnTo>
                    <a:pt x="1200" y="2046"/>
                  </a:lnTo>
                  <a:lnTo>
                    <a:pt x="1194" y="2052"/>
                  </a:lnTo>
                  <a:lnTo>
                    <a:pt x="1194" y="2064"/>
                  </a:lnTo>
                  <a:lnTo>
                    <a:pt x="1200" y="2070"/>
                  </a:lnTo>
                  <a:lnTo>
                    <a:pt x="1212" y="2076"/>
                  </a:lnTo>
                  <a:lnTo>
                    <a:pt x="1212" y="2112"/>
                  </a:lnTo>
                  <a:lnTo>
                    <a:pt x="1224" y="2112"/>
                  </a:lnTo>
                  <a:lnTo>
                    <a:pt x="1224" y="2130"/>
                  </a:lnTo>
                  <a:lnTo>
                    <a:pt x="1218" y="2142"/>
                  </a:lnTo>
                  <a:lnTo>
                    <a:pt x="1218" y="2184"/>
                  </a:lnTo>
                  <a:lnTo>
                    <a:pt x="1224" y="2196"/>
                  </a:lnTo>
                  <a:lnTo>
                    <a:pt x="1230" y="2202"/>
                  </a:lnTo>
                  <a:lnTo>
                    <a:pt x="1266" y="2214"/>
                  </a:lnTo>
                  <a:lnTo>
                    <a:pt x="1308" y="2220"/>
                  </a:lnTo>
                  <a:lnTo>
                    <a:pt x="1380" y="2220"/>
                  </a:lnTo>
                  <a:lnTo>
                    <a:pt x="1392" y="2226"/>
                  </a:lnTo>
                  <a:lnTo>
                    <a:pt x="1398" y="2232"/>
                  </a:lnTo>
                  <a:lnTo>
                    <a:pt x="1398" y="2256"/>
                  </a:lnTo>
                  <a:lnTo>
                    <a:pt x="1404" y="2274"/>
                  </a:lnTo>
                  <a:lnTo>
                    <a:pt x="1404" y="2298"/>
                  </a:lnTo>
                  <a:lnTo>
                    <a:pt x="1410" y="2316"/>
                  </a:lnTo>
                  <a:lnTo>
                    <a:pt x="1410" y="2334"/>
                  </a:lnTo>
                  <a:lnTo>
                    <a:pt x="1422" y="2358"/>
                  </a:lnTo>
                  <a:lnTo>
                    <a:pt x="1434" y="2364"/>
                  </a:lnTo>
                  <a:lnTo>
                    <a:pt x="1446" y="2364"/>
                  </a:lnTo>
                  <a:lnTo>
                    <a:pt x="1464" y="2346"/>
                  </a:lnTo>
                  <a:lnTo>
                    <a:pt x="1476" y="2346"/>
                  </a:lnTo>
                  <a:lnTo>
                    <a:pt x="1488" y="2352"/>
                  </a:lnTo>
                  <a:lnTo>
                    <a:pt x="1500" y="2364"/>
                  </a:lnTo>
                  <a:lnTo>
                    <a:pt x="1506" y="2376"/>
                  </a:lnTo>
                  <a:lnTo>
                    <a:pt x="1506" y="2394"/>
                  </a:lnTo>
                  <a:lnTo>
                    <a:pt x="1500" y="2412"/>
                  </a:lnTo>
                  <a:lnTo>
                    <a:pt x="1500" y="2442"/>
                  </a:lnTo>
                  <a:lnTo>
                    <a:pt x="1494" y="2448"/>
                  </a:lnTo>
                  <a:lnTo>
                    <a:pt x="1494" y="2454"/>
                  </a:lnTo>
                  <a:lnTo>
                    <a:pt x="1488" y="2466"/>
                  </a:lnTo>
                  <a:lnTo>
                    <a:pt x="1488" y="2478"/>
                  </a:lnTo>
                  <a:lnTo>
                    <a:pt x="1494" y="2496"/>
                  </a:lnTo>
                  <a:lnTo>
                    <a:pt x="1506" y="2490"/>
                  </a:lnTo>
                  <a:lnTo>
                    <a:pt x="1512" y="2484"/>
                  </a:lnTo>
                  <a:lnTo>
                    <a:pt x="1530" y="2484"/>
                  </a:lnTo>
                  <a:lnTo>
                    <a:pt x="1536" y="2490"/>
                  </a:lnTo>
                  <a:lnTo>
                    <a:pt x="1548" y="2514"/>
                  </a:lnTo>
                  <a:lnTo>
                    <a:pt x="1548" y="2526"/>
                  </a:lnTo>
                  <a:lnTo>
                    <a:pt x="1554" y="2526"/>
                  </a:lnTo>
                  <a:lnTo>
                    <a:pt x="1560" y="2532"/>
                  </a:lnTo>
                  <a:lnTo>
                    <a:pt x="1560" y="2562"/>
                  </a:lnTo>
                  <a:lnTo>
                    <a:pt x="1566" y="2580"/>
                  </a:lnTo>
                  <a:lnTo>
                    <a:pt x="1566" y="2616"/>
                  </a:lnTo>
                  <a:lnTo>
                    <a:pt x="1512" y="2634"/>
                  </a:lnTo>
                  <a:lnTo>
                    <a:pt x="1506" y="2640"/>
                  </a:lnTo>
                  <a:lnTo>
                    <a:pt x="1500" y="2652"/>
                  </a:lnTo>
                  <a:lnTo>
                    <a:pt x="1500" y="2670"/>
                  </a:lnTo>
                  <a:lnTo>
                    <a:pt x="1464" y="2670"/>
                  </a:lnTo>
                  <a:lnTo>
                    <a:pt x="1464" y="2688"/>
                  </a:lnTo>
                  <a:lnTo>
                    <a:pt x="1458" y="2694"/>
                  </a:lnTo>
                  <a:lnTo>
                    <a:pt x="1452" y="2718"/>
                  </a:lnTo>
                  <a:lnTo>
                    <a:pt x="1428" y="2724"/>
                  </a:lnTo>
                  <a:lnTo>
                    <a:pt x="1428" y="2736"/>
                  </a:lnTo>
                  <a:lnTo>
                    <a:pt x="1422" y="2748"/>
                  </a:lnTo>
                  <a:lnTo>
                    <a:pt x="1422" y="2760"/>
                  </a:lnTo>
                  <a:lnTo>
                    <a:pt x="1404" y="2778"/>
                  </a:lnTo>
                  <a:lnTo>
                    <a:pt x="1392" y="2778"/>
                  </a:lnTo>
                  <a:lnTo>
                    <a:pt x="1392" y="2802"/>
                  </a:lnTo>
                  <a:lnTo>
                    <a:pt x="1386" y="2808"/>
                  </a:lnTo>
                  <a:lnTo>
                    <a:pt x="1380" y="2820"/>
                  </a:lnTo>
                  <a:lnTo>
                    <a:pt x="1374" y="2826"/>
                  </a:lnTo>
                  <a:lnTo>
                    <a:pt x="1356" y="2826"/>
                  </a:lnTo>
                  <a:lnTo>
                    <a:pt x="1350" y="2832"/>
                  </a:lnTo>
                  <a:lnTo>
                    <a:pt x="1350" y="2844"/>
                  </a:lnTo>
                  <a:lnTo>
                    <a:pt x="1344" y="2856"/>
                  </a:lnTo>
                  <a:lnTo>
                    <a:pt x="1344" y="2868"/>
                  </a:lnTo>
                  <a:lnTo>
                    <a:pt x="1368" y="2868"/>
                  </a:lnTo>
                  <a:lnTo>
                    <a:pt x="1374" y="2862"/>
                  </a:lnTo>
                  <a:lnTo>
                    <a:pt x="1386" y="2856"/>
                  </a:lnTo>
                  <a:lnTo>
                    <a:pt x="1398" y="2856"/>
                  </a:lnTo>
                  <a:lnTo>
                    <a:pt x="1404" y="2862"/>
                  </a:lnTo>
                  <a:lnTo>
                    <a:pt x="1428" y="2874"/>
                  </a:lnTo>
                  <a:lnTo>
                    <a:pt x="1434" y="2886"/>
                  </a:lnTo>
                  <a:lnTo>
                    <a:pt x="1446" y="2892"/>
                  </a:lnTo>
                  <a:lnTo>
                    <a:pt x="1452" y="2898"/>
                  </a:lnTo>
                  <a:lnTo>
                    <a:pt x="1458" y="2910"/>
                  </a:lnTo>
                  <a:lnTo>
                    <a:pt x="1470" y="2922"/>
                  </a:lnTo>
                  <a:lnTo>
                    <a:pt x="1470" y="2934"/>
                  </a:lnTo>
                  <a:lnTo>
                    <a:pt x="1482" y="2934"/>
                  </a:lnTo>
                  <a:lnTo>
                    <a:pt x="1482" y="2928"/>
                  </a:lnTo>
                  <a:lnTo>
                    <a:pt x="1494" y="2916"/>
                  </a:lnTo>
                  <a:lnTo>
                    <a:pt x="1500" y="2916"/>
                  </a:lnTo>
                  <a:lnTo>
                    <a:pt x="1512" y="2922"/>
                  </a:lnTo>
                  <a:lnTo>
                    <a:pt x="1518" y="2934"/>
                  </a:lnTo>
                  <a:lnTo>
                    <a:pt x="1536" y="2952"/>
                  </a:lnTo>
                  <a:lnTo>
                    <a:pt x="1554" y="2952"/>
                  </a:lnTo>
                  <a:lnTo>
                    <a:pt x="1572" y="2970"/>
                  </a:lnTo>
                  <a:lnTo>
                    <a:pt x="1578" y="2970"/>
                  </a:lnTo>
                  <a:lnTo>
                    <a:pt x="1578" y="2982"/>
                  </a:lnTo>
                  <a:lnTo>
                    <a:pt x="1584" y="2988"/>
                  </a:lnTo>
                  <a:lnTo>
                    <a:pt x="1596" y="2994"/>
                  </a:lnTo>
                  <a:lnTo>
                    <a:pt x="1614" y="3000"/>
                  </a:lnTo>
                  <a:lnTo>
                    <a:pt x="1626" y="3000"/>
                  </a:lnTo>
                  <a:lnTo>
                    <a:pt x="1632" y="3012"/>
                  </a:lnTo>
                  <a:lnTo>
                    <a:pt x="1638" y="3018"/>
                  </a:lnTo>
                  <a:lnTo>
                    <a:pt x="1644" y="3030"/>
                  </a:lnTo>
                  <a:lnTo>
                    <a:pt x="1662" y="3048"/>
                  </a:lnTo>
                  <a:lnTo>
                    <a:pt x="1668" y="3048"/>
                  </a:lnTo>
                  <a:lnTo>
                    <a:pt x="1680" y="3054"/>
                  </a:lnTo>
                  <a:lnTo>
                    <a:pt x="1686" y="3054"/>
                  </a:lnTo>
                  <a:lnTo>
                    <a:pt x="1686" y="3066"/>
                  </a:lnTo>
                  <a:lnTo>
                    <a:pt x="1674" y="3090"/>
                  </a:lnTo>
                  <a:lnTo>
                    <a:pt x="1668" y="3096"/>
                  </a:lnTo>
                  <a:lnTo>
                    <a:pt x="1668" y="3120"/>
                  </a:lnTo>
                  <a:lnTo>
                    <a:pt x="1674" y="3120"/>
                  </a:lnTo>
                  <a:lnTo>
                    <a:pt x="1674" y="3150"/>
                  </a:lnTo>
                  <a:lnTo>
                    <a:pt x="1692" y="3150"/>
                  </a:lnTo>
                  <a:lnTo>
                    <a:pt x="1692" y="3144"/>
                  </a:lnTo>
                  <a:lnTo>
                    <a:pt x="1698" y="3132"/>
                  </a:lnTo>
                  <a:lnTo>
                    <a:pt x="1710" y="3126"/>
                  </a:lnTo>
                  <a:lnTo>
                    <a:pt x="1716" y="3114"/>
                  </a:lnTo>
                  <a:lnTo>
                    <a:pt x="1728" y="3102"/>
                  </a:lnTo>
                  <a:lnTo>
                    <a:pt x="1734" y="3090"/>
                  </a:lnTo>
                  <a:lnTo>
                    <a:pt x="1734" y="3060"/>
                  </a:lnTo>
                  <a:lnTo>
                    <a:pt x="1728" y="3054"/>
                  </a:lnTo>
                  <a:lnTo>
                    <a:pt x="1728" y="3048"/>
                  </a:lnTo>
                  <a:lnTo>
                    <a:pt x="1746" y="3018"/>
                  </a:lnTo>
                  <a:lnTo>
                    <a:pt x="1734" y="3012"/>
                  </a:lnTo>
                  <a:lnTo>
                    <a:pt x="1728" y="3000"/>
                  </a:lnTo>
                  <a:lnTo>
                    <a:pt x="1728" y="2988"/>
                  </a:lnTo>
                  <a:lnTo>
                    <a:pt x="1740" y="2976"/>
                  </a:lnTo>
                  <a:lnTo>
                    <a:pt x="1746" y="2976"/>
                  </a:lnTo>
                  <a:lnTo>
                    <a:pt x="1746" y="2952"/>
                  </a:lnTo>
                  <a:lnTo>
                    <a:pt x="1764" y="2952"/>
                  </a:lnTo>
                  <a:lnTo>
                    <a:pt x="1776" y="2940"/>
                  </a:lnTo>
                  <a:lnTo>
                    <a:pt x="1776" y="2904"/>
                  </a:lnTo>
                  <a:lnTo>
                    <a:pt x="1782" y="2898"/>
                  </a:lnTo>
                  <a:lnTo>
                    <a:pt x="1788" y="2886"/>
                  </a:lnTo>
                  <a:lnTo>
                    <a:pt x="1800" y="2874"/>
                  </a:lnTo>
                  <a:lnTo>
                    <a:pt x="1812" y="2868"/>
                  </a:lnTo>
                  <a:lnTo>
                    <a:pt x="1818" y="2862"/>
                  </a:lnTo>
                  <a:lnTo>
                    <a:pt x="1824" y="2862"/>
                  </a:lnTo>
                  <a:lnTo>
                    <a:pt x="1824" y="2898"/>
                  </a:lnTo>
                  <a:lnTo>
                    <a:pt x="1818" y="2904"/>
                  </a:lnTo>
                  <a:lnTo>
                    <a:pt x="1818" y="2910"/>
                  </a:lnTo>
                  <a:lnTo>
                    <a:pt x="1812" y="2916"/>
                  </a:lnTo>
                  <a:lnTo>
                    <a:pt x="1812" y="2934"/>
                  </a:lnTo>
                  <a:lnTo>
                    <a:pt x="1800" y="2940"/>
                  </a:lnTo>
                  <a:lnTo>
                    <a:pt x="1800" y="2952"/>
                  </a:lnTo>
                  <a:lnTo>
                    <a:pt x="1776" y="2982"/>
                  </a:lnTo>
                  <a:lnTo>
                    <a:pt x="1746" y="3006"/>
                  </a:lnTo>
                  <a:lnTo>
                    <a:pt x="1752" y="3012"/>
                  </a:lnTo>
                  <a:lnTo>
                    <a:pt x="1770" y="3012"/>
                  </a:lnTo>
                  <a:lnTo>
                    <a:pt x="1770" y="2994"/>
                  </a:lnTo>
                  <a:lnTo>
                    <a:pt x="1776" y="2988"/>
                  </a:lnTo>
                  <a:lnTo>
                    <a:pt x="1788" y="2988"/>
                  </a:lnTo>
                  <a:lnTo>
                    <a:pt x="1794" y="2982"/>
                  </a:lnTo>
                  <a:lnTo>
                    <a:pt x="1800" y="2982"/>
                  </a:lnTo>
                  <a:lnTo>
                    <a:pt x="1812" y="2964"/>
                  </a:lnTo>
                  <a:lnTo>
                    <a:pt x="1824" y="2940"/>
                  </a:lnTo>
                  <a:lnTo>
                    <a:pt x="1848" y="2880"/>
                  </a:lnTo>
                  <a:lnTo>
                    <a:pt x="1860" y="2832"/>
                  </a:lnTo>
                  <a:lnTo>
                    <a:pt x="1872" y="2808"/>
                  </a:lnTo>
                  <a:lnTo>
                    <a:pt x="1878" y="2790"/>
                  </a:lnTo>
                  <a:lnTo>
                    <a:pt x="1884" y="2778"/>
                  </a:lnTo>
                  <a:lnTo>
                    <a:pt x="1896" y="2772"/>
                  </a:lnTo>
                  <a:lnTo>
                    <a:pt x="1902" y="2760"/>
                  </a:lnTo>
                  <a:lnTo>
                    <a:pt x="1926" y="2736"/>
                  </a:lnTo>
                  <a:lnTo>
                    <a:pt x="1926" y="2724"/>
                  </a:lnTo>
                  <a:lnTo>
                    <a:pt x="1920" y="2718"/>
                  </a:lnTo>
                  <a:lnTo>
                    <a:pt x="1938" y="2706"/>
                  </a:lnTo>
                  <a:lnTo>
                    <a:pt x="1932" y="2670"/>
                  </a:lnTo>
                  <a:lnTo>
                    <a:pt x="1938" y="2646"/>
                  </a:lnTo>
                  <a:lnTo>
                    <a:pt x="1926" y="2640"/>
                  </a:lnTo>
                  <a:lnTo>
                    <a:pt x="1932" y="2634"/>
                  </a:lnTo>
                  <a:lnTo>
                    <a:pt x="1938" y="2622"/>
                  </a:lnTo>
                  <a:lnTo>
                    <a:pt x="1938" y="2610"/>
                  </a:lnTo>
                  <a:lnTo>
                    <a:pt x="1932" y="2604"/>
                  </a:lnTo>
                  <a:lnTo>
                    <a:pt x="1920" y="2598"/>
                  </a:lnTo>
                  <a:lnTo>
                    <a:pt x="1914" y="2592"/>
                  </a:lnTo>
                  <a:lnTo>
                    <a:pt x="1914" y="2556"/>
                  </a:lnTo>
                  <a:lnTo>
                    <a:pt x="1896" y="2544"/>
                  </a:lnTo>
                  <a:lnTo>
                    <a:pt x="1920" y="2544"/>
                  </a:lnTo>
                  <a:lnTo>
                    <a:pt x="1914" y="2520"/>
                  </a:lnTo>
                  <a:lnTo>
                    <a:pt x="1902" y="2508"/>
                  </a:lnTo>
                  <a:lnTo>
                    <a:pt x="1908" y="2508"/>
                  </a:lnTo>
                  <a:lnTo>
                    <a:pt x="1920" y="2502"/>
                  </a:lnTo>
                  <a:lnTo>
                    <a:pt x="1920" y="2490"/>
                  </a:lnTo>
                  <a:lnTo>
                    <a:pt x="1914" y="2490"/>
                  </a:lnTo>
                  <a:lnTo>
                    <a:pt x="1902" y="2484"/>
                  </a:lnTo>
                  <a:lnTo>
                    <a:pt x="1896" y="2478"/>
                  </a:lnTo>
                  <a:lnTo>
                    <a:pt x="1920" y="2460"/>
                  </a:lnTo>
                  <a:lnTo>
                    <a:pt x="1932" y="2472"/>
                  </a:lnTo>
                  <a:lnTo>
                    <a:pt x="1944" y="2478"/>
                  </a:lnTo>
                  <a:lnTo>
                    <a:pt x="1950" y="2478"/>
                  </a:lnTo>
                  <a:lnTo>
                    <a:pt x="1950" y="2448"/>
                  </a:lnTo>
                  <a:lnTo>
                    <a:pt x="1962" y="2424"/>
                  </a:lnTo>
                  <a:lnTo>
                    <a:pt x="1974" y="2418"/>
                  </a:lnTo>
                  <a:lnTo>
                    <a:pt x="1980" y="2418"/>
                  </a:lnTo>
                  <a:lnTo>
                    <a:pt x="2004" y="2406"/>
                  </a:lnTo>
                  <a:lnTo>
                    <a:pt x="2010" y="2394"/>
                  </a:lnTo>
                  <a:lnTo>
                    <a:pt x="2010" y="2382"/>
                  </a:lnTo>
                  <a:lnTo>
                    <a:pt x="2016" y="2376"/>
                  </a:lnTo>
                  <a:lnTo>
                    <a:pt x="2028" y="2376"/>
                  </a:lnTo>
                  <a:lnTo>
                    <a:pt x="2034" y="2370"/>
                  </a:lnTo>
                  <a:lnTo>
                    <a:pt x="2046" y="2370"/>
                  </a:lnTo>
                  <a:lnTo>
                    <a:pt x="2046" y="2358"/>
                  </a:lnTo>
                  <a:lnTo>
                    <a:pt x="2070" y="2358"/>
                  </a:lnTo>
                  <a:lnTo>
                    <a:pt x="2070" y="2340"/>
                  </a:lnTo>
                  <a:lnTo>
                    <a:pt x="2118" y="2340"/>
                  </a:lnTo>
                  <a:lnTo>
                    <a:pt x="2124" y="2358"/>
                  </a:lnTo>
                  <a:lnTo>
                    <a:pt x="2136" y="2352"/>
                  </a:lnTo>
                  <a:lnTo>
                    <a:pt x="2118" y="2334"/>
                  </a:lnTo>
                  <a:lnTo>
                    <a:pt x="2136" y="2316"/>
                  </a:lnTo>
                  <a:lnTo>
                    <a:pt x="2142" y="2316"/>
                  </a:lnTo>
                  <a:lnTo>
                    <a:pt x="2154" y="2310"/>
                  </a:lnTo>
                  <a:lnTo>
                    <a:pt x="2178" y="2310"/>
                  </a:lnTo>
                  <a:lnTo>
                    <a:pt x="2160" y="2292"/>
                  </a:lnTo>
                  <a:lnTo>
                    <a:pt x="2172" y="2286"/>
                  </a:lnTo>
                  <a:lnTo>
                    <a:pt x="2178" y="2280"/>
                  </a:lnTo>
                  <a:lnTo>
                    <a:pt x="2190" y="2280"/>
                  </a:lnTo>
                  <a:lnTo>
                    <a:pt x="2190" y="2304"/>
                  </a:lnTo>
                  <a:lnTo>
                    <a:pt x="2196" y="2304"/>
                  </a:lnTo>
                  <a:lnTo>
                    <a:pt x="2196" y="2298"/>
                  </a:lnTo>
                  <a:lnTo>
                    <a:pt x="2202" y="2286"/>
                  </a:lnTo>
                  <a:lnTo>
                    <a:pt x="2208" y="2280"/>
                  </a:lnTo>
                  <a:lnTo>
                    <a:pt x="2244" y="2286"/>
                  </a:lnTo>
                  <a:lnTo>
                    <a:pt x="2244" y="2280"/>
                  </a:lnTo>
                  <a:lnTo>
                    <a:pt x="2250" y="2274"/>
                  </a:lnTo>
                  <a:lnTo>
                    <a:pt x="2250" y="2268"/>
                  </a:lnTo>
                  <a:lnTo>
                    <a:pt x="2256" y="2262"/>
                  </a:lnTo>
                  <a:lnTo>
                    <a:pt x="2268" y="2256"/>
                  </a:lnTo>
                  <a:lnTo>
                    <a:pt x="2274" y="2256"/>
                  </a:lnTo>
                  <a:lnTo>
                    <a:pt x="2280" y="2262"/>
                  </a:lnTo>
                  <a:lnTo>
                    <a:pt x="2280" y="2286"/>
                  </a:lnTo>
                  <a:lnTo>
                    <a:pt x="2346" y="2280"/>
                  </a:lnTo>
                  <a:lnTo>
                    <a:pt x="2352" y="2262"/>
                  </a:lnTo>
                  <a:lnTo>
                    <a:pt x="2346" y="2250"/>
                  </a:lnTo>
                  <a:lnTo>
                    <a:pt x="2352" y="2244"/>
                  </a:lnTo>
                  <a:lnTo>
                    <a:pt x="2358" y="2232"/>
                  </a:lnTo>
                  <a:lnTo>
                    <a:pt x="2370" y="2220"/>
                  </a:lnTo>
                  <a:lnTo>
                    <a:pt x="2406" y="2202"/>
                  </a:lnTo>
                  <a:lnTo>
                    <a:pt x="2418" y="2202"/>
                  </a:lnTo>
                  <a:lnTo>
                    <a:pt x="2412" y="2190"/>
                  </a:lnTo>
                  <a:lnTo>
                    <a:pt x="2412" y="2112"/>
                  </a:lnTo>
                  <a:lnTo>
                    <a:pt x="2442" y="2082"/>
                  </a:lnTo>
                  <a:lnTo>
                    <a:pt x="2442" y="2058"/>
                  </a:lnTo>
                  <a:lnTo>
                    <a:pt x="2460" y="2052"/>
                  </a:lnTo>
                  <a:lnTo>
                    <a:pt x="2460" y="2022"/>
                  </a:lnTo>
                  <a:lnTo>
                    <a:pt x="2466" y="2022"/>
                  </a:lnTo>
                  <a:lnTo>
                    <a:pt x="2472" y="2016"/>
                  </a:lnTo>
                  <a:lnTo>
                    <a:pt x="2478" y="2016"/>
                  </a:lnTo>
                  <a:lnTo>
                    <a:pt x="2478" y="2010"/>
                  </a:lnTo>
                  <a:lnTo>
                    <a:pt x="2484" y="2004"/>
                  </a:lnTo>
                  <a:lnTo>
                    <a:pt x="2484" y="1956"/>
                  </a:lnTo>
                  <a:lnTo>
                    <a:pt x="2478" y="1944"/>
                  </a:lnTo>
                  <a:lnTo>
                    <a:pt x="2478" y="1926"/>
                  </a:lnTo>
                  <a:lnTo>
                    <a:pt x="2472" y="1908"/>
                  </a:lnTo>
                  <a:lnTo>
                    <a:pt x="2484" y="1884"/>
                  </a:lnTo>
                  <a:lnTo>
                    <a:pt x="2514" y="1854"/>
                  </a:lnTo>
                  <a:lnTo>
                    <a:pt x="2514" y="1848"/>
                  </a:lnTo>
                  <a:lnTo>
                    <a:pt x="2508" y="1836"/>
                  </a:lnTo>
                  <a:lnTo>
                    <a:pt x="2508" y="1830"/>
                  </a:lnTo>
                  <a:lnTo>
                    <a:pt x="2502" y="1818"/>
                  </a:lnTo>
                  <a:lnTo>
                    <a:pt x="2508" y="1764"/>
                  </a:lnTo>
                  <a:lnTo>
                    <a:pt x="2508" y="1758"/>
                  </a:lnTo>
                  <a:lnTo>
                    <a:pt x="2514" y="1752"/>
                  </a:lnTo>
                  <a:lnTo>
                    <a:pt x="2514" y="1722"/>
                  </a:lnTo>
                  <a:lnTo>
                    <a:pt x="2520" y="1710"/>
                  </a:lnTo>
                  <a:lnTo>
                    <a:pt x="2520" y="1680"/>
                  </a:lnTo>
                  <a:lnTo>
                    <a:pt x="2508" y="1644"/>
                  </a:lnTo>
                  <a:lnTo>
                    <a:pt x="2502" y="1608"/>
                  </a:lnTo>
                  <a:lnTo>
                    <a:pt x="2502" y="1596"/>
                  </a:lnTo>
                  <a:lnTo>
                    <a:pt x="2508" y="1560"/>
                  </a:lnTo>
                  <a:lnTo>
                    <a:pt x="2508" y="1548"/>
                  </a:lnTo>
                  <a:lnTo>
                    <a:pt x="2502" y="1536"/>
                  </a:lnTo>
                  <a:lnTo>
                    <a:pt x="2502" y="1500"/>
                  </a:lnTo>
                  <a:lnTo>
                    <a:pt x="2508" y="1488"/>
                  </a:lnTo>
                  <a:lnTo>
                    <a:pt x="2520" y="1476"/>
                  </a:lnTo>
                  <a:lnTo>
                    <a:pt x="2508" y="1458"/>
                  </a:lnTo>
                  <a:lnTo>
                    <a:pt x="2520" y="1446"/>
                  </a:lnTo>
                  <a:lnTo>
                    <a:pt x="2532" y="1446"/>
                  </a:lnTo>
                  <a:lnTo>
                    <a:pt x="2532" y="1452"/>
                  </a:lnTo>
                  <a:lnTo>
                    <a:pt x="2538" y="1464"/>
                  </a:lnTo>
                  <a:lnTo>
                    <a:pt x="2544" y="1470"/>
                  </a:lnTo>
                  <a:lnTo>
                    <a:pt x="2556" y="1464"/>
                  </a:lnTo>
                  <a:lnTo>
                    <a:pt x="2562" y="1452"/>
                  </a:lnTo>
                  <a:lnTo>
                    <a:pt x="2574" y="1446"/>
                  </a:lnTo>
                  <a:lnTo>
                    <a:pt x="2580" y="1434"/>
                  </a:lnTo>
                  <a:lnTo>
                    <a:pt x="2586" y="1428"/>
                  </a:lnTo>
                  <a:lnTo>
                    <a:pt x="2592" y="1416"/>
                  </a:lnTo>
                  <a:lnTo>
                    <a:pt x="2592" y="1404"/>
                  </a:lnTo>
                  <a:lnTo>
                    <a:pt x="2598" y="1386"/>
                  </a:lnTo>
                  <a:lnTo>
                    <a:pt x="2598" y="1374"/>
                  </a:lnTo>
                  <a:lnTo>
                    <a:pt x="2604" y="1356"/>
                  </a:lnTo>
                  <a:lnTo>
                    <a:pt x="2604" y="1344"/>
                  </a:lnTo>
                  <a:lnTo>
                    <a:pt x="2610" y="1338"/>
                  </a:lnTo>
                  <a:lnTo>
                    <a:pt x="2616" y="1338"/>
                  </a:lnTo>
                  <a:lnTo>
                    <a:pt x="2628" y="1326"/>
                  </a:lnTo>
                  <a:lnTo>
                    <a:pt x="2634" y="1314"/>
                  </a:lnTo>
                  <a:lnTo>
                    <a:pt x="2640" y="1308"/>
                  </a:lnTo>
                  <a:lnTo>
                    <a:pt x="2640" y="1296"/>
                  </a:lnTo>
                  <a:lnTo>
                    <a:pt x="2652" y="1290"/>
                  </a:lnTo>
                  <a:lnTo>
                    <a:pt x="2658" y="1284"/>
                  </a:lnTo>
                  <a:lnTo>
                    <a:pt x="2670" y="1284"/>
                  </a:lnTo>
                  <a:lnTo>
                    <a:pt x="2682" y="1272"/>
                  </a:lnTo>
                  <a:lnTo>
                    <a:pt x="2682" y="1254"/>
                  </a:lnTo>
                  <a:lnTo>
                    <a:pt x="2688" y="1254"/>
                  </a:lnTo>
                  <a:lnTo>
                    <a:pt x="2724" y="1218"/>
                  </a:lnTo>
                  <a:lnTo>
                    <a:pt x="2736" y="1188"/>
                  </a:lnTo>
                  <a:lnTo>
                    <a:pt x="2754" y="1158"/>
                  </a:lnTo>
                  <a:lnTo>
                    <a:pt x="2760" y="1134"/>
                  </a:lnTo>
                  <a:lnTo>
                    <a:pt x="2766" y="1122"/>
                  </a:lnTo>
                  <a:lnTo>
                    <a:pt x="2772" y="1116"/>
                  </a:lnTo>
                  <a:lnTo>
                    <a:pt x="2778" y="1104"/>
                  </a:lnTo>
                  <a:lnTo>
                    <a:pt x="2784" y="1098"/>
                  </a:lnTo>
                  <a:lnTo>
                    <a:pt x="2784" y="1080"/>
                  </a:lnTo>
                  <a:lnTo>
                    <a:pt x="2778" y="1068"/>
                  </a:lnTo>
                  <a:lnTo>
                    <a:pt x="2778" y="1002"/>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8" name="Bolivia" descr="© INSCALE GmbH, 05.05.2010&#10;http://www.presentationload.com/">
              <a:extLst>
                <a:ext uri="{FF2B5EF4-FFF2-40B4-BE49-F238E27FC236}">
                  <a16:creationId xmlns:a16="http://schemas.microsoft.com/office/drawing/2014/main" id="{3072D7C9-E052-164F-8AD9-BB9BCE11EE28}"/>
                </a:ext>
              </a:extLst>
            </p:cNvPr>
            <p:cNvSpPr>
              <a:spLocks/>
            </p:cNvSpPr>
            <p:nvPr/>
          </p:nvSpPr>
          <p:spPr bwMode="gray">
            <a:xfrm>
              <a:off x="3655195" y="4470433"/>
              <a:ext cx="374749" cy="445427"/>
            </a:xfrm>
            <a:custGeom>
              <a:avLst/>
              <a:gdLst>
                <a:gd name="T0" fmla="*/ 2147483647 w 894"/>
                <a:gd name="T1" fmla="*/ 2147483647 h 1056"/>
                <a:gd name="T2" fmla="*/ 2147483647 w 894"/>
                <a:gd name="T3" fmla="*/ 2147483647 h 1056"/>
                <a:gd name="T4" fmla="*/ 2147483647 w 894"/>
                <a:gd name="T5" fmla="*/ 2147483647 h 1056"/>
                <a:gd name="T6" fmla="*/ 2147483647 w 894"/>
                <a:gd name="T7" fmla="*/ 2147483647 h 1056"/>
                <a:gd name="T8" fmla="*/ 2147483647 w 894"/>
                <a:gd name="T9" fmla="*/ 2147483647 h 1056"/>
                <a:gd name="T10" fmla="*/ 2147483647 w 894"/>
                <a:gd name="T11" fmla="*/ 2147483647 h 1056"/>
                <a:gd name="T12" fmla="*/ 2147483647 w 894"/>
                <a:gd name="T13" fmla="*/ 2147483647 h 1056"/>
                <a:gd name="T14" fmla="*/ 2147483647 w 894"/>
                <a:gd name="T15" fmla="*/ 2147483647 h 1056"/>
                <a:gd name="T16" fmla="*/ 2147483647 w 894"/>
                <a:gd name="T17" fmla="*/ 2147483647 h 1056"/>
                <a:gd name="T18" fmla="*/ 2147483647 w 894"/>
                <a:gd name="T19" fmla="*/ 2147483647 h 1056"/>
                <a:gd name="T20" fmla="*/ 2147483647 w 894"/>
                <a:gd name="T21" fmla="*/ 2147483647 h 1056"/>
                <a:gd name="T22" fmla="*/ 2147483647 w 894"/>
                <a:gd name="T23" fmla="*/ 2147483647 h 1056"/>
                <a:gd name="T24" fmla="*/ 2147483647 w 894"/>
                <a:gd name="T25" fmla="*/ 2147483647 h 1056"/>
                <a:gd name="T26" fmla="*/ 2147483647 w 894"/>
                <a:gd name="T27" fmla="*/ 2147483647 h 1056"/>
                <a:gd name="T28" fmla="*/ 2147483647 w 894"/>
                <a:gd name="T29" fmla="*/ 2147483647 h 1056"/>
                <a:gd name="T30" fmla="*/ 2147483647 w 894"/>
                <a:gd name="T31" fmla="*/ 2147483647 h 1056"/>
                <a:gd name="T32" fmla="*/ 2147483647 w 894"/>
                <a:gd name="T33" fmla="*/ 2147483647 h 1056"/>
                <a:gd name="T34" fmla="*/ 2147483647 w 894"/>
                <a:gd name="T35" fmla="*/ 2147483647 h 1056"/>
                <a:gd name="T36" fmla="*/ 2147483647 w 894"/>
                <a:gd name="T37" fmla="*/ 2147483647 h 1056"/>
                <a:gd name="T38" fmla="*/ 2147483647 w 894"/>
                <a:gd name="T39" fmla="*/ 2147483647 h 1056"/>
                <a:gd name="T40" fmla="*/ 2147483647 w 894"/>
                <a:gd name="T41" fmla="*/ 2147483647 h 1056"/>
                <a:gd name="T42" fmla="*/ 2147483647 w 894"/>
                <a:gd name="T43" fmla="*/ 2147483647 h 1056"/>
                <a:gd name="T44" fmla="*/ 2147483647 w 894"/>
                <a:gd name="T45" fmla="*/ 2147483647 h 1056"/>
                <a:gd name="T46" fmla="*/ 2147483647 w 894"/>
                <a:gd name="T47" fmla="*/ 2147483647 h 1056"/>
                <a:gd name="T48" fmla="*/ 0 w 894"/>
                <a:gd name="T49" fmla="*/ 2147483647 h 1056"/>
                <a:gd name="T50" fmla="*/ 2147483647 w 894"/>
                <a:gd name="T51" fmla="*/ 2147483647 h 1056"/>
                <a:gd name="T52" fmla="*/ 2147483647 w 894"/>
                <a:gd name="T53" fmla="*/ 2147483647 h 1056"/>
                <a:gd name="T54" fmla="*/ 2147483647 w 894"/>
                <a:gd name="T55" fmla="*/ 2147483647 h 1056"/>
                <a:gd name="T56" fmla="*/ 2147483647 w 894"/>
                <a:gd name="T57" fmla="*/ 2147483647 h 1056"/>
                <a:gd name="T58" fmla="*/ 2147483647 w 894"/>
                <a:gd name="T59" fmla="*/ 2147483647 h 1056"/>
                <a:gd name="T60" fmla="*/ 2147483647 w 894"/>
                <a:gd name="T61" fmla="*/ 2147483647 h 1056"/>
                <a:gd name="T62" fmla="*/ 2147483647 w 894"/>
                <a:gd name="T63" fmla="*/ 2147483647 h 1056"/>
                <a:gd name="T64" fmla="*/ 2147483647 w 894"/>
                <a:gd name="T65" fmla="*/ 2147483647 h 1056"/>
                <a:gd name="T66" fmla="*/ 2147483647 w 894"/>
                <a:gd name="T67" fmla="*/ 2147483647 h 1056"/>
                <a:gd name="T68" fmla="*/ 2147483647 w 894"/>
                <a:gd name="T69" fmla="*/ 2147483647 h 1056"/>
                <a:gd name="T70" fmla="*/ 2147483647 w 894"/>
                <a:gd name="T71" fmla="*/ 2147483647 h 1056"/>
                <a:gd name="T72" fmla="*/ 2147483647 w 894"/>
                <a:gd name="T73" fmla="*/ 2147483647 h 1056"/>
                <a:gd name="T74" fmla="*/ 2147483647 w 894"/>
                <a:gd name="T75" fmla="*/ 2147483647 h 1056"/>
                <a:gd name="T76" fmla="*/ 2147483647 w 894"/>
                <a:gd name="T77" fmla="*/ 2147483647 h 1056"/>
                <a:gd name="T78" fmla="*/ 2147483647 w 894"/>
                <a:gd name="T79" fmla="*/ 2147483647 h 1056"/>
                <a:gd name="T80" fmla="*/ 2147483647 w 894"/>
                <a:gd name="T81" fmla="*/ 2147483647 h 1056"/>
                <a:gd name="T82" fmla="*/ 2147483647 w 894"/>
                <a:gd name="T83" fmla="*/ 2147483647 h 1056"/>
                <a:gd name="T84" fmla="*/ 2147483647 w 894"/>
                <a:gd name="T85" fmla="*/ 2147483647 h 1056"/>
                <a:gd name="T86" fmla="*/ 2147483647 w 894"/>
                <a:gd name="T87" fmla="*/ 2147483647 h 1056"/>
                <a:gd name="T88" fmla="*/ 2147483647 w 894"/>
                <a:gd name="T89" fmla="*/ 2147483647 h 1056"/>
                <a:gd name="T90" fmla="*/ 2147483647 w 894"/>
                <a:gd name="T91" fmla="*/ 2147483647 h 1056"/>
                <a:gd name="T92" fmla="*/ 2147483647 w 894"/>
                <a:gd name="T93" fmla="*/ 2147483647 h 1056"/>
                <a:gd name="T94" fmla="*/ 2147483647 w 894"/>
                <a:gd name="T95" fmla="*/ 2147483647 h 1056"/>
                <a:gd name="T96" fmla="*/ 2147483647 w 894"/>
                <a:gd name="T97" fmla="*/ 2147483647 h 1056"/>
                <a:gd name="T98" fmla="*/ 2147483647 w 894"/>
                <a:gd name="T99" fmla="*/ 2147483647 h 1056"/>
                <a:gd name="T100" fmla="*/ 2147483647 w 894"/>
                <a:gd name="T101" fmla="*/ 2147483647 h 10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94"/>
                <a:gd name="T154" fmla="*/ 0 h 1056"/>
                <a:gd name="T155" fmla="*/ 894 w 894"/>
                <a:gd name="T156" fmla="*/ 1056 h 10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94" h="1056">
                  <a:moveTo>
                    <a:pt x="882" y="744"/>
                  </a:moveTo>
                  <a:lnTo>
                    <a:pt x="882" y="738"/>
                  </a:lnTo>
                  <a:lnTo>
                    <a:pt x="888" y="732"/>
                  </a:lnTo>
                  <a:lnTo>
                    <a:pt x="888" y="708"/>
                  </a:lnTo>
                  <a:lnTo>
                    <a:pt x="894" y="696"/>
                  </a:lnTo>
                  <a:lnTo>
                    <a:pt x="894" y="684"/>
                  </a:lnTo>
                  <a:lnTo>
                    <a:pt x="882" y="648"/>
                  </a:lnTo>
                  <a:lnTo>
                    <a:pt x="876" y="636"/>
                  </a:lnTo>
                  <a:lnTo>
                    <a:pt x="864" y="624"/>
                  </a:lnTo>
                  <a:lnTo>
                    <a:pt x="840" y="612"/>
                  </a:lnTo>
                  <a:lnTo>
                    <a:pt x="834" y="606"/>
                  </a:lnTo>
                  <a:lnTo>
                    <a:pt x="822" y="600"/>
                  </a:lnTo>
                  <a:lnTo>
                    <a:pt x="816" y="588"/>
                  </a:lnTo>
                  <a:lnTo>
                    <a:pt x="816" y="576"/>
                  </a:lnTo>
                  <a:lnTo>
                    <a:pt x="822" y="558"/>
                  </a:lnTo>
                  <a:lnTo>
                    <a:pt x="822" y="546"/>
                  </a:lnTo>
                  <a:lnTo>
                    <a:pt x="828" y="540"/>
                  </a:lnTo>
                  <a:lnTo>
                    <a:pt x="828" y="534"/>
                  </a:lnTo>
                  <a:lnTo>
                    <a:pt x="768" y="534"/>
                  </a:lnTo>
                  <a:lnTo>
                    <a:pt x="720" y="528"/>
                  </a:lnTo>
                  <a:lnTo>
                    <a:pt x="690" y="522"/>
                  </a:lnTo>
                  <a:lnTo>
                    <a:pt x="684" y="516"/>
                  </a:lnTo>
                  <a:lnTo>
                    <a:pt x="684" y="474"/>
                  </a:lnTo>
                  <a:lnTo>
                    <a:pt x="690" y="462"/>
                  </a:lnTo>
                  <a:lnTo>
                    <a:pt x="684" y="456"/>
                  </a:lnTo>
                  <a:lnTo>
                    <a:pt x="672" y="450"/>
                  </a:lnTo>
                  <a:lnTo>
                    <a:pt x="666" y="438"/>
                  </a:lnTo>
                  <a:lnTo>
                    <a:pt x="660" y="432"/>
                  </a:lnTo>
                  <a:lnTo>
                    <a:pt x="660" y="426"/>
                  </a:lnTo>
                  <a:lnTo>
                    <a:pt x="678" y="426"/>
                  </a:lnTo>
                  <a:lnTo>
                    <a:pt x="678" y="396"/>
                  </a:lnTo>
                  <a:lnTo>
                    <a:pt x="672" y="384"/>
                  </a:lnTo>
                  <a:lnTo>
                    <a:pt x="666" y="378"/>
                  </a:lnTo>
                  <a:lnTo>
                    <a:pt x="660" y="366"/>
                  </a:lnTo>
                  <a:lnTo>
                    <a:pt x="660" y="336"/>
                  </a:lnTo>
                  <a:lnTo>
                    <a:pt x="654" y="330"/>
                  </a:lnTo>
                  <a:lnTo>
                    <a:pt x="648" y="318"/>
                  </a:lnTo>
                  <a:lnTo>
                    <a:pt x="624" y="306"/>
                  </a:lnTo>
                  <a:lnTo>
                    <a:pt x="564" y="306"/>
                  </a:lnTo>
                  <a:lnTo>
                    <a:pt x="558" y="300"/>
                  </a:lnTo>
                  <a:lnTo>
                    <a:pt x="546" y="294"/>
                  </a:lnTo>
                  <a:lnTo>
                    <a:pt x="534" y="282"/>
                  </a:lnTo>
                  <a:lnTo>
                    <a:pt x="534" y="276"/>
                  </a:lnTo>
                  <a:lnTo>
                    <a:pt x="510" y="276"/>
                  </a:lnTo>
                  <a:lnTo>
                    <a:pt x="498" y="270"/>
                  </a:lnTo>
                  <a:lnTo>
                    <a:pt x="486" y="258"/>
                  </a:lnTo>
                  <a:lnTo>
                    <a:pt x="474" y="252"/>
                  </a:lnTo>
                  <a:lnTo>
                    <a:pt x="468" y="240"/>
                  </a:lnTo>
                  <a:lnTo>
                    <a:pt x="468" y="234"/>
                  </a:lnTo>
                  <a:lnTo>
                    <a:pt x="456" y="234"/>
                  </a:lnTo>
                  <a:lnTo>
                    <a:pt x="450" y="240"/>
                  </a:lnTo>
                  <a:lnTo>
                    <a:pt x="438" y="240"/>
                  </a:lnTo>
                  <a:lnTo>
                    <a:pt x="426" y="234"/>
                  </a:lnTo>
                  <a:lnTo>
                    <a:pt x="420" y="222"/>
                  </a:lnTo>
                  <a:lnTo>
                    <a:pt x="414" y="228"/>
                  </a:lnTo>
                  <a:lnTo>
                    <a:pt x="384" y="228"/>
                  </a:lnTo>
                  <a:lnTo>
                    <a:pt x="372" y="222"/>
                  </a:lnTo>
                  <a:lnTo>
                    <a:pt x="366" y="216"/>
                  </a:lnTo>
                  <a:lnTo>
                    <a:pt x="366" y="210"/>
                  </a:lnTo>
                  <a:lnTo>
                    <a:pt x="360" y="198"/>
                  </a:lnTo>
                  <a:lnTo>
                    <a:pt x="360" y="192"/>
                  </a:lnTo>
                  <a:lnTo>
                    <a:pt x="354" y="186"/>
                  </a:lnTo>
                  <a:lnTo>
                    <a:pt x="330" y="186"/>
                  </a:lnTo>
                  <a:lnTo>
                    <a:pt x="324" y="156"/>
                  </a:lnTo>
                  <a:lnTo>
                    <a:pt x="318" y="150"/>
                  </a:lnTo>
                  <a:lnTo>
                    <a:pt x="306" y="144"/>
                  </a:lnTo>
                  <a:lnTo>
                    <a:pt x="294" y="132"/>
                  </a:lnTo>
                  <a:lnTo>
                    <a:pt x="294" y="120"/>
                  </a:lnTo>
                  <a:lnTo>
                    <a:pt x="300" y="114"/>
                  </a:lnTo>
                  <a:lnTo>
                    <a:pt x="300" y="96"/>
                  </a:lnTo>
                  <a:lnTo>
                    <a:pt x="294" y="84"/>
                  </a:lnTo>
                  <a:lnTo>
                    <a:pt x="288" y="78"/>
                  </a:lnTo>
                  <a:lnTo>
                    <a:pt x="288" y="48"/>
                  </a:lnTo>
                  <a:lnTo>
                    <a:pt x="294" y="42"/>
                  </a:lnTo>
                  <a:lnTo>
                    <a:pt x="294" y="36"/>
                  </a:lnTo>
                  <a:lnTo>
                    <a:pt x="300" y="30"/>
                  </a:lnTo>
                  <a:lnTo>
                    <a:pt x="300" y="0"/>
                  </a:lnTo>
                  <a:lnTo>
                    <a:pt x="288" y="0"/>
                  </a:lnTo>
                  <a:lnTo>
                    <a:pt x="276" y="6"/>
                  </a:lnTo>
                  <a:lnTo>
                    <a:pt x="276" y="12"/>
                  </a:lnTo>
                  <a:lnTo>
                    <a:pt x="270" y="12"/>
                  </a:lnTo>
                  <a:lnTo>
                    <a:pt x="258" y="0"/>
                  </a:lnTo>
                  <a:lnTo>
                    <a:pt x="246" y="12"/>
                  </a:lnTo>
                  <a:lnTo>
                    <a:pt x="210" y="12"/>
                  </a:lnTo>
                  <a:lnTo>
                    <a:pt x="198" y="18"/>
                  </a:lnTo>
                  <a:lnTo>
                    <a:pt x="192" y="24"/>
                  </a:lnTo>
                  <a:lnTo>
                    <a:pt x="186" y="36"/>
                  </a:lnTo>
                  <a:lnTo>
                    <a:pt x="180" y="42"/>
                  </a:lnTo>
                  <a:lnTo>
                    <a:pt x="180" y="48"/>
                  </a:lnTo>
                  <a:lnTo>
                    <a:pt x="144" y="48"/>
                  </a:lnTo>
                  <a:lnTo>
                    <a:pt x="138" y="78"/>
                  </a:lnTo>
                  <a:lnTo>
                    <a:pt x="102" y="78"/>
                  </a:lnTo>
                  <a:lnTo>
                    <a:pt x="90" y="96"/>
                  </a:lnTo>
                  <a:lnTo>
                    <a:pt x="84" y="102"/>
                  </a:lnTo>
                  <a:lnTo>
                    <a:pt x="60" y="114"/>
                  </a:lnTo>
                  <a:lnTo>
                    <a:pt x="42" y="114"/>
                  </a:lnTo>
                  <a:lnTo>
                    <a:pt x="42" y="108"/>
                  </a:lnTo>
                  <a:lnTo>
                    <a:pt x="36" y="102"/>
                  </a:lnTo>
                  <a:lnTo>
                    <a:pt x="12" y="102"/>
                  </a:lnTo>
                  <a:lnTo>
                    <a:pt x="0" y="96"/>
                  </a:lnTo>
                  <a:lnTo>
                    <a:pt x="0" y="114"/>
                  </a:lnTo>
                  <a:lnTo>
                    <a:pt x="6" y="132"/>
                  </a:lnTo>
                  <a:lnTo>
                    <a:pt x="18" y="144"/>
                  </a:lnTo>
                  <a:lnTo>
                    <a:pt x="30" y="162"/>
                  </a:lnTo>
                  <a:lnTo>
                    <a:pt x="42" y="174"/>
                  </a:lnTo>
                  <a:lnTo>
                    <a:pt x="54" y="192"/>
                  </a:lnTo>
                  <a:lnTo>
                    <a:pt x="66" y="216"/>
                  </a:lnTo>
                  <a:lnTo>
                    <a:pt x="66" y="228"/>
                  </a:lnTo>
                  <a:lnTo>
                    <a:pt x="60" y="234"/>
                  </a:lnTo>
                  <a:lnTo>
                    <a:pt x="54" y="246"/>
                  </a:lnTo>
                  <a:lnTo>
                    <a:pt x="48" y="252"/>
                  </a:lnTo>
                  <a:lnTo>
                    <a:pt x="60" y="300"/>
                  </a:lnTo>
                  <a:lnTo>
                    <a:pt x="42" y="330"/>
                  </a:lnTo>
                  <a:lnTo>
                    <a:pt x="48" y="330"/>
                  </a:lnTo>
                  <a:lnTo>
                    <a:pt x="60" y="342"/>
                  </a:lnTo>
                  <a:lnTo>
                    <a:pt x="66" y="354"/>
                  </a:lnTo>
                  <a:lnTo>
                    <a:pt x="66" y="360"/>
                  </a:lnTo>
                  <a:lnTo>
                    <a:pt x="60" y="372"/>
                  </a:lnTo>
                  <a:lnTo>
                    <a:pt x="48" y="384"/>
                  </a:lnTo>
                  <a:lnTo>
                    <a:pt x="36" y="408"/>
                  </a:lnTo>
                  <a:lnTo>
                    <a:pt x="42" y="426"/>
                  </a:lnTo>
                  <a:lnTo>
                    <a:pt x="48" y="438"/>
                  </a:lnTo>
                  <a:lnTo>
                    <a:pt x="54" y="444"/>
                  </a:lnTo>
                  <a:lnTo>
                    <a:pt x="54" y="450"/>
                  </a:lnTo>
                  <a:lnTo>
                    <a:pt x="42" y="468"/>
                  </a:lnTo>
                  <a:lnTo>
                    <a:pt x="54" y="480"/>
                  </a:lnTo>
                  <a:lnTo>
                    <a:pt x="78" y="498"/>
                  </a:lnTo>
                  <a:lnTo>
                    <a:pt x="78" y="516"/>
                  </a:lnTo>
                  <a:lnTo>
                    <a:pt x="102" y="528"/>
                  </a:lnTo>
                  <a:lnTo>
                    <a:pt x="90" y="558"/>
                  </a:lnTo>
                  <a:lnTo>
                    <a:pt x="78" y="546"/>
                  </a:lnTo>
                  <a:lnTo>
                    <a:pt x="78" y="558"/>
                  </a:lnTo>
                  <a:lnTo>
                    <a:pt x="66" y="582"/>
                  </a:lnTo>
                  <a:lnTo>
                    <a:pt x="54" y="588"/>
                  </a:lnTo>
                  <a:lnTo>
                    <a:pt x="36" y="606"/>
                  </a:lnTo>
                  <a:lnTo>
                    <a:pt x="48" y="630"/>
                  </a:lnTo>
                  <a:lnTo>
                    <a:pt x="42" y="636"/>
                  </a:lnTo>
                  <a:lnTo>
                    <a:pt x="60" y="666"/>
                  </a:lnTo>
                  <a:lnTo>
                    <a:pt x="84" y="666"/>
                  </a:lnTo>
                  <a:lnTo>
                    <a:pt x="96" y="744"/>
                  </a:lnTo>
                  <a:lnTo>
                    <a:pt x="108" y="750"/>
                  </a:lnTo>
                  <a:lnTo>
                    <a:pt x="114" y="750"/>
                  </a:lnTo>
                  <a:lnTo>
                    <a:pt x="138" y="762"/>
                  </a:lnTo>
                  <a:lnTo>
                    <a:pt x="144" y="774"/>
                  </a:lnTo>
                  <a:lnTo>
                    <a:pt x="144" y="780"/>
                  </a:lnTo>
                  <a:lnTo>
                    <a:pt x="138" y="792"/>
                  </a:lnTo>
                  <a:lnTo>
                    <a:pt x="126" y="804"/>
                  </a:lnTo>
                  <a:lnTo>
                    <a:pt x="144" y="822"/>
                  </a:lnTo>
                  <a:lnTo>
                    <a:pt x="138" y="828"/>
                  </a:lnTo>
                  <a:lnTo>
                    <a:pt x="132" y="840"/>
                  </a:lnTo>
                  <a:lnTo>
                    <a:pt x="126" y="846"/>
                  </a:lnTo>
                  <a:lnTo>
                    <a:pt x="126" y="858"/>
                  </a:lnTo>
                  <a:lnTo>
                    <a:pt x="132" y="870"/>
                  </a:lnTo>
                  <a:lnTo>
                    <a:pt x="138" y="876"/>
                  </a:lnTo>
                  <a:lnTo>
                    <a:pt x="138" y="900"/>
                  </a:lnTo>
                  <a:lnTo>
                    <a:pt x="144" y="900"/>
                  </a:lnTo>
                  <a:lnTo>
                    <a:pt x="150" y="906"/>
                  </a:lnTo>
                  <a:lnTo>
                    <a:pt x="162" y="912"/>
                  </a:lnTo>
                  <a:lnTo>
                    <a:pt x="168" y="918"/>
                  </a:lnTo>
                  <a:lnTo>
                    <a:pt x="180" y="924"/>
                  </a:lnTo>
                  <a:lnTo>
                    <a:pt x="186" y="930"/>
                  </a:lnTo>
                  <a:lnTo>
                    <a:pt x="186" y="996"/>
                  </a:lnTo>
                  <a:lnTo>
                    <a:pt x="210" y="1020"/>
                  </a:lnTo>
                  <a:lnTo>
                    <a:pt x="210" y="1044"/>
                  </a:lnTo>
                  <a:lnTo>
                    <a:pt x="216" y="1056"/>
                  </a:lnTo>
                  <a:lnTo>
                    <a:pt x="270" y="1056"/>
                  </a:lnTo>
                  <a:lnTo>
                    <a:pt x="270" y="1026"/>
                  </a:lnTo>
                  <a:lnTo>
                    <a:pt x="282" y="1026"/>
                  </a:lnTo>
                  <a:lnTo>
                    <a:pt x="282" y="1008"/>
                  </a:lnTo>
                  <a:lnTo>
                    <a:pt x="306" y="1002"/>
                  </a:lnTo>
                  <a:lnTo>
                    <a:pt x="318" y="978"/>
                  </a:lnTo>
                  <a:lnTo>
                    <a:pt x="324" y="984"/>
                  </a:lnTo>
                  <a:lnTo>
                    <a:pt x="348" y="996"/>
                  </a:lnTo>
                  <a:lnTo>
                    <a:pt x="360" y="996"/>
                  </a:lnTo>
                  <a:lnTo>
                    <a:pt x="378" y="1002"/>
                  </a:lnTo>
                  <a:lnTo>
                    <a:pt x="432" y="1002"/>
                  </a:lnTo>
                  <a:lnTo>
                    <a:pt x="462" y="1050"/>
                  </a:lnTo>
                  <a:lnTo>
                    <a:pt x="474" y="996"/>
                  </a:lnTo>
                  <a:lnTo>
                    <a:pt x="546" y="990"/>
                  </a:lnTo>
                  <a:lnTo>
                    <a:pt x="582" y="1014"/>
                  </a:lnTo>
                  <a:lnTo>
                    <a:pt x="582" y="996"/>
                  </a:lnTo>
                  <a:lnTo>
                    <a:pt x="594" y="924"/>
                  </a:lnTo>
                  <a:lnTo>
                    <a:pt x="594" y="900"/>
                  </a:lnTo>
                  <a:lnTo>
                    <a:pt x="588" y="894"/>
                  </a:lnTo>
                  <a:lnTo>
                    <a:pt x="588" y="888"/>
                  </a:lnTo>
                  <a:lnTo>
                    <a:pt x="576" y="864"/>
                  </a:lnTo>
                  <a:lnTo>
                    <a:pt x="576" y="852"/>
                  </a:lnTo>
                  <a:lnTo>
                    <a:pt x="582" y="846"/>
                  </a:lnTo>
                  <a:lnTo>
                    <a:pt x="594" y="840"/>
                  </a:lnTo>
                  <a:lnTo>
                    <a:pt x="606" y="828"/>
                  </a:lnTo>
                  <a:lnTo>
                    <a:pt x="612" y="798"/>
                  </a:lnTo>
                  <a:lnTo>
                    <a:pt x="714" y="780"/>
                  </a:lnTo>
                  <a:lnTo>
                    <a:pt x="792" y="768"/>
                  </a:lnTo>
                  <a:lnTo>
                    <a:pt x="846" y="810"/>
                  </a:lnTo>
                  <a:lnTo>
                    <a:pt x="864" y="846"/>
                  </a:lnTo>
                  <a:lnTo>
                    <a:pt x="864" y="840"/>
                  </a:lnTo>
                  <a:lnTo>
                    <a:pt x="870" y="834"/>
                  </a:lnTo>
                  <a:lnTo>
                    <a:pt x="882" y="828"/>
                  </a:lnTo>
                  <a:lnTo>
                    <a:pt x="888" y="822"/>
                  </a:lnTo>
                  <a:lnTo>
                    <a:pt x="876" y="816"/>
                  </a:lnTo>
                  <a:lnTo>
                    <a:pt x="870" y="810"/>
                  </a:lnTo>
                  <a:lnTo>
                    <a:pt x="870" y="786"/>
                  </a:lnTo>
                  <a:lnTo>
                    <a:pt x="876" y="774"/>
                  </a:lnTo>
                  <a:lnTo>
                    <a:pt x="882" y="768"/>
                  </a:lnTo>
                  <a:lnTo>
                    <a:pt x="888" y="756"/>
                  </a:lnTo>
                  <a:lnTo>
                    <a:pt x="882" y="744"/>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69" name="Belize" descr="© INSCALE GmbH, 05.05.2010&#10;http://www.presentationload.com/">
              <a:extLst>
                <a:ext uri="{FF2B5EF4-FFF2-40B4-BE49-F238E27FC236}">
                  <a16:creationId xmlns:a16="http://schemas.microsoft.com/office/drawing/2014/main" id="{5BB16C56-1A05-154B-99A8-70A994A4FAC9}"/>
                </a:ext>
              </a:extLst>
            </p:cNvPr>
            <p:cNvSpPr>
              <a:spLocks/>
            </p:cNvSpPr>
            <p:nvPr/>
          </p:nvSpPr>
          <p:spPr bwMode="gray">
            <a:xfrm>
              <a:off x="3084854" y="3515478"/>
              <a:ext cx="46021" cy="88756"/>
            </a:xfrm>
            <a:custGeom>
              <a:avLst/>
              <a:gdLst>
                <a:gd name="T0" fmla="*/ 2147483647 w 108"/>
                <a:gd name="T1" fmla="*/ 2147483647 h 210"/>
                <a:gd name="T2" fmla="*/ 2147483647 w 108"/>
                <a:gd name="T3" fmla="*/ 2147483647 h 210"/>
                <a:gd name="T4" fmla="*/ 2147483647 w 108"/>
                <a:gd name="T5" fmla="*/ 2147483647 h 210"/>
                <a:gd name="T6" fmla="*/ 2147483647 w 108"/>
                <a:gd name="T7" fmla="*/ 2147483647 h 210"/>
                <a:gd name="T8" fmla="*/ 2147483647 w 108"/>
                <a:gd name="T9" fmla="*/ 2147483647 h 210"/>
                <a:gd name="T10" fmla="*/ 2147483647 w 108"/>
                <a:gd name="T11" fmla="*/ 0 h 210"/>
                <a:gd name="T12" fmla="*/ 2147483647 w 108"/>
                <a:gd name="T13" fmla="*/ 2147483647 h 210"/>
                <a:gd name="T14" fmla="*/ 2147483647 w 108"/>
                <a:gd name="T15" fmla="*/ 2147483647 h 210"/>
                <a:gd name="T16" fmla="*/ 2147483647 w 108"/>
                <a:gd name="T17" fmla="*/ 2147483647 h 210"/>
                <a:gd name="T18" fmla="*/ 2147483647 w 108"/>
                <a:gd name="T19" fmla="*/ 2147483647 h 210"/>
                <a:gd name="T20" fmla="*/ 2147483647 w 108"/>
                <a:gd name="T21" fmla="*/ 2147483647 h 210"/>
                <a:gd name="T22" fmla="*/ 2147483647 w 108"/>
                <a:gd name="T23" fmla="*/ 2147483647 h 210"/>
                <a:gd name="T24" fmla="*/ 2147483647 w 108"/>
                <a:gd name="T25" fmla="*/ 2147483647 h 210"/>
                <a:gd name="T26" fmla="*/ 2147483647 w 108"/>
                <a:gd name="T27" fmla="*/ 2147483647 h 210"/>
                <a:gd name="T28" fmla="*/ 2147483647 w 108"/>
                <a:gd name="T29" fmla="*/ 2147483647 h 210"/>
                <a:gd name="T30" fmla="*/ 2147483647 w 108"/>
                <a:gd name="T31" fmla="*/ 2147483647 h 210"/>
                <a:gd name="T32" fmla="*/ 2147483647 w 108"/>
                <a:gd name="T33" fmla="*/ 2147483647 h 210"/>
                <a:gd name="T34" fmla="*/ 2147483647 w 108"/>
                <a:gd name="T35" fmla="*/ 2147483647 h 210"/>
                <a:gd name="T36" fmla="*/ 0 w 108"/>
                <a:gd name="T37" fmla="*/ 2147483647 h 210"/>
                <a:gd name="T38" fmla="*/ 2147483647 w 108"/>
                <a:gd name="T39" fmla="*/ 2147483647 h 210"/>
                <a:gd name="T40" fmla="*/ 2147483647 w 108"/>
                <a:gd name="T41" fmla="*/ 2147483647 h 210"/>
                <a:gd name="T42" fmla="*/ 2147483647 w 108"/>
                <a:gd name="T43" fmla="*/ 2147483647 h 210"/>
                <a:gd name="T44" fmla="*/ 2147483647 w 108"/>
                <a:gd name="T45" fmla="*/ 2147483647 h 210"/>
                <a:gd name="T46" fmla="*/ 2147483647 w 108"/>
                <a:gd name="T47" fmla="*/ 2147483647 h 210"/>
                <a:gd name="T48" fmla="*/ 2147483647 w 108"/>
                <a:gd name="T49" fmla="*/ 2147483647 h 210"/>
                <a:gd name="T50" fmla="*/ 2147483647 w 108"/>
                <a:gd name="T51" fmla="*/ 2147483647 h 210"/>
                <a:gd name="T52" fmla="*/ 2147483647 w 108"/>
                <a:gd name="T53" fmla="*/ 2147483647 h 210"/>
                <a:gd name="T54" fmla="*/ 2147483647 w 108"/>
                <a:gd name="T55" fmla="*/ 2147483647 h 2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8"/>
                <a:gd name="T85" fmla="*/ 0 h 210"/>
                <a:gd name="T86" fmla="*/ 108 w 108"/>
                <a:gd name="T87" fmla="*/ 210 h 2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8" h="210">
                  <a:moveTo>
                    <a:pt x="108" y="30"/>
                  </a:moveTo>
                  <a:lnTo>
                    <a:pt x="108" y="24"/>
                  </a:lnTo>
                  <a:lnTo>
                    <a:pt x="102" y="24"/>
                  </a:lnTo>
                  <a:lnTo>
                    <a:pt x="90" y="18"/>
                  </a:lnTo>
                  <a:lnTo>
                    <a:pt x="84" y="12"/>
                  </a:lnTo>
                  <a:lnTo>
                    <a:pt x="78" y="0"/>
                  </a:lnTo>
                  <a:lnTo>
                    <a:pt x="78" y="6"/>
                  </a:lnTo>
                  <a:lnTo>
                    <a:pt x="72" y="12"/>
                  </a:lnTo>
                  <a:lnTo>
                    <a:pt x="72" y="24"/>
                  </a:lnTo>
                  <a:lnTo>
                    <a:pt x="66" y="36"/>
                  </a:lnTo>
                  <a:lnTo>
                    <a:pt x="54" y="42"/>
                  </a:lnTo>
                  <a:lnTo>
                    <a:pt x="48" y="48"/>
                  </a:lnTo>
                  <a:lnTo>
                    <a:pt x="42" y="48"/>
                  </a:lnTo>
                  <a:lnTo>
                    <a:pt x="42" y="42"/>
                  </a:lnTo>
                  <a:lnTo>
                    <a:pt x="36" y="36"/>
                  </a:lnTo>
                  <a:lnTo>
                    <a:pt x="30" y="36"/>
                  </a:lnTo>
                  <a:lnTo>
                    <a:pt x="30" y="42"/>
                  </a:lnTo>
                  <a:lnTo>
                    <a:pt x="24" y="54"/>
                  </a:lnTo>
                  <a:lnTo>
                    <a:pt x="0" y="210"/>
                  </a:lnTo>
                  <a:lnTo>
                    <a:pt x="30" y="210"/>
                  </a:lnTo>
                  <a:lnTo>
                    <a:pt x="42" y="168"/>
                  </a:lnTo>
                  <a:lnTo>
                    <a:pt x="60" y="174"/>
                  </a:lnTo>
                  <a:lnTo>
                    <a:pt x="84" y="150"/>
                  </a:lnTo>
                  <a:lnTo>
                    <a:pt x="84" y="90"/>
                  </a:lnTo>
                  <a:lnTo>
                    <a:pt x="90" y="78"/>
                  </a:lnTo>
                  <a:lnTo>
                    <a:pt x="96" y="60"/>
                  </a:lnTo>
                  <a:lnTo>
                    <a:pt x="108" y="36"/>
                  </a:lnTo>
                  <a:lnTo>
                    <a:pt x="108" y="30"/>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70" name="Argentina" descr="© INSCALE GmbH, 05.05.2010&#10;http://www.presentationload.com/">
              <a:extLst>
                <a:ext uri="{FF2B5EF4-FFF2-40B4-BE49-F238E27FC236}">
                  <a16:creationId xmlns:a16="http://schemas.microsoft.com/office/drawing/2014/main" id="{13A3CB87-14CB-6241-979C-70561A098B46}"/>
                </a:ext>
              </a:extLst>
            </p:cNvPr>
            <p:cNvSpPr>
              <a:spLocks noEditPoints="1"/>
            </p:cNvSpPr>
            <p:nvPr/>
          </p:nvSpPr>
          <p:spPr bwMode="gray">
            <a:xfrm>
              <a:off x="3716010" y="4882985"/>
              <a:ext cx="458576" cy="1025631"/>
            </a:xfrm>
            <a:custGeom>
              <a:avLst/>
              <a:gdLst>
                <a:gd name="T0" fmla="*/ 2147483647 w 1092"/>
                <a:gd name="T1" fmla="*/ 2147483647 h 2442"/>
                <a:gd name="T2" fmla="*/ 2147483647 w 1092"/>
                <a:gd name="T3" fmla="*/ 2147483647 h 2442"/>
                <a:gd name="T4" fmla="*/ 2147483647 w 1092"/>
                <a:gd name="T5" fmla="*/ 2147483647 h 2442"/>
                <a:gd name="T6" fmla="*/ 2147483647 w 1092"/>
                <a:gd name="T7" fmla="*/ 2147483647 h 2442"/>
                <a:gd name="T8" fmla="*/ 2147483647 w 1092"/>
                <a:gd name="T9" fmla="*/ 2147483647 h 2442"/>
                <a:gd name="T10" fmla="*/ 2147483647 w 1092"/>
                <a:gd name="T11" fmla="*/ 2147483647 h 2442"/>
                <a:gd name="T12" fmla="*/ 2147483647 w 1092"/>
                <a:gd name="T13" fmla="*/ 2147483647 h 2442"/>
                <a:gd name="T14" fmla="*/ 2147483647 w 1092"/>
                <a:gd name="T15" fmla="*/ 2147483647 h 2442"/>
                <a:gd name="T16" fmla="*/ 2147483647 w 1092"/>
                <a:gd name="T17" fmla="*/ 2147483647 h 2442"/>
                <a:gd name="T18" fmla="*/ 2147483647 w 1092"/>
                <a:gd name="T19" fmla="*/ 2147483647 h 2442"/>
                <a:gd name="T20" fmla="*/ 2147483647 w 1092"/>
                <a:gd name="T21" fmla="*/ 0 h 2442"/>
                <a:gd name="T22" fmla="*/ 2147483647 w 1092"/>
                <a:gd name="T23" fmla="*/ 2147483647 h 2442"/>
                <a:gd name="T24" fmla="*/ 2147483647 w 1092"/>
                <a:gd name="T25" fmla="*/ 2147483647 h 2442"/>
                <a:gd name="T26" fmla="*/ 2147483647 w 1092"/>
                <a:gd name="T27" fmla="*/ 2147483647 h 2442"/>
                <a:gd name="T28" fmla="*/ 2147483647 w 1092"/>
                <a:gd name="T29" fmla="*/ 2147483647 h 2442"/>
                <a:gd name="T30" fmla="*/ 2147483647 w 1092"/>
                <a:gd name="T31" fmla="*/ 2147483647 h 2442"/>
                <a:gd name="T32" fmla="*/ 2147483647 w 1092"/>
                <a:gd name="T33" fmla="*/ 2147483647 h 2442"/>
                <a:gd name="T34" fmla="*/ 2147483647 w 1092"/>
                <a:gd name="T35" fmla="*/ 2147483647 h 2442"/>
                <a:gd name="T36" fmla="*/ 2147483647 w 1092"/>
                <a:gd name="T37" fmla="*/ 2147483647 h 2442"/>
                <a:gd name="T38" fmla="*/ 2147483647 w 1092"/>
                <a:gd name="T39" fmla="*/ 2147483647 h 2442"/>
                <a:gd name="T40" fmla="*/ 2147483647 w 1092"/>
                <a:gd name="T41" fmla="*/ 2147483647 h 2442"/>
                <a:gd name="T42" fmla="*/ 2147483647 w 1092"/>
                <a:gd name="T43" fmla="*/ 2147483647 h 2442"/>
                <a:gd name="T44" fmla="*/ 2147483647 w 1092"/>
                <a:gd name="T45" fmla="*/ 2147483647 h 2442"/>
                <a:gd name="T46" fmla="*/ 2147483647 w 1092"/>
                <a:gd name="T47" fmla="*/ 2147483647 h 2442"/>
                <a:gd name="T48" fmla="*/ 2147483647 w 1092"/>
                <a:gd name="T49" fmla="*/ 2147483647 h 2442"/>
                <a:gd name="T50" fmla="*/ 2147483647 w 1092"/>
                <a:gd name="T51" fmla="*/ 2147483647 h 2442"/>
                <a:gd name="T52" fmla="*/ 2147483647 w 1092"/>
                <a:gd name="T53" fmla="*/ 2147483647 h 2442"/>
                <a:gd name="T54" fmla="*/ 2147483647 w 1092"/>
                <a:gd name="T55" fmla="*/ 2147483647 h 2442"/>
                <a:gd name="T56" fmla="*/ 2147483647 w 1092"/>
                <a:gd name="T57" fmla="*/ 2147483647 h 2442"/>
                <a:gd name="T58" fmla="*/ 2147483647 w 1092"/>
                <a:gd name="T59" fmla="*/ 2147483647 h 2442"/>
                <a:gd name="T60" fmla="*/ 2147483647 w 1092"/>
                <a:gd name="T61" fmla="*/ 2147483647 h 2442"/>
                <a:gd name="T62" fmla="*/ 2147483647 w 1092"/>
                <a:gd name="T63" fmla="*/ 2147483647 h 2442"/>
                <a:gd name="T64" fmla="*/ 2147483647 w 1092"/>
                <a:gd name="T65" fmla="*/ 2147483647 h 2442"/>
                <a:gd name="T66" fmla="*/ 2147483647 w 1092"/>
                <a:gd name="T67" fmla="*/ 2147483647 h 2442"/>
                <a:gd name="T68" fmla="*/ 2147483647 w 1092"/>
                <a:gd name="T69" fmla="*/ 2147483647 h 2442"/>
                <a:gd name="T70" fmla="*/ 2147483647 w 1092"/>
                <a:gd name="T71" fmla="*/ 2147483647 h 2442"/>
                <a:gd name="T72" fmla="*/ 2147483647 w 1092"/>
                <a:gd name="T73" fmla="*/ 2147483647 h 2442"/>
                <a:gd name="T74" fmla="*/ 2147483647 w 1092"/>
                <a:gd name="T75" fmla="*/ 2147483647 h 2442"/>
                <a:gd name="T76" fmla="*/ 2147483647 w 1092"/>
                <a:gd name="T77" fmla="*/ 2147483647 h 2442"/>
                <a:gd name="T78" fmla="*/ 2147483647 w 1092"/>
                <a:gd name="T79" fmla="*/ 2147483647 h 2442"/>
                <a:gd name="T80" fmla="*/ 2147483647 w 1092"/>
                <a:gd name="T81" fmla="*/ 2147483647 h 2442"/>
                <a:gd name="T82" fmla="*/ 2147483647 w 1092"/>
                <a:gd name="T83" fmla="*/ 2147483647 h 2442"/>
                <a:gd name="T84" fmla="*/ 2147483647 w 1092"/>
                <a:gd name="T85" fmla="*/ 2147483647 h 2442"/>
                <a:gd name="T86" fmla="*/ 2147483647 w 1092"/>
                <a:gd name="T87" fmla="*/ 2147483647 h 2442"/>
                <a:gd name="T88" fmla="*/ 2147483647 w 1092"/>
                <a:gd name="T89" fmla="*/ 2147483647 h 2442"/>
                <a:gd name="T90" fmla="*/ 2147483647 w 1092"/>
                <a:gd name="T91" fmla="*/ 2147483647 h 2442"/>
                <a:gd name="T92" fmla="*/ 2147483647 w 1092"/>
                <a:gd name="T93" fmla="*/ 2147483647 h 2442"/>
                <a:gd name="T94" fmla="*/ 2147483647 w 1092"/>
                <a:gd name="T95" fmla="*/ 2147483647 h 2442"/>
                <a:gd name="T96" fmla="*/ 2147483647 w 1092"/>
                <a:gd name="T97" fmla="*/ 2147483647 h 2442"/>
                <a:gd name="T98" fmla="*/ 2147483647 w 1092"/>
                <a:gd name="T99" fmla="*/ 2147483647 h 2442"/>
                <a:gd name="T100" fmla="*/ 2147483647 w 1092"/>
                <a:gd name="T101" fmla="*/ 2147483647 h 2442"/>
                <a:gd name="T102" fmla="*/ 2147483647 w 1092"/>
                <a:gd name="T103" fmla="*/ 2147483647 h 2442"/>
                <a:gd name="T104" fmla="*/ 2147483647 w 1092"/>
                <a:gd name="T105" fmla="*/ 2147483647 h 2442"/>
                <a:gd name="T106" fmla="*/ 2147483647 w 1092"/>
                <a:gd name="T107" fmla="*/ 2147483647 h 2442"/>
                <a:gd name="T108" fmla="*/ 2147483647 w 1092"/>
                <a:gd name="T109" fmla="*/ 2147483647 h 2442"/>
                <a:gd name="T110" fmla="*/ 2147483647 w 1092"/>
                <a:gd name="T111" fmla="*/ 2147483647 h 2442"/>
                <a:gd name="T112" fmla="*/ 2147483647 w 1092"/>
                <a:gd name="T113" fmla="*/ 2147483647 h 2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2"/>
                <a:gd name="T172" fmla="*/ 0 h 2442"/>
                <a:gd name="T173" fmla="*/ 1092 w 1092"/>
                <a:gd name="T174" fmla="*/ 2442 h 2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2" h="2442">
                  <a:moveTo>
                    <a:pt x="954" y="534"/>
                  </a:moveTo>
                  <a:lnTo>
                    <a:pt x="978" y="528"/>
                  </a:lnTo>
                  <a:lnTo>
                    <a:pt x="984" y="504"/>
                  </a:lnTo>
                  <a:lnTo>
                    <a:pt x="990" y="498"/>
                  </a:lnTo>
                  <a:lnTo>
                    <a:pt x="990" y="480"/>
                  </a:lnTo>
                  <a:lnTo>
                    <a:pt x="1026" y="480"/>
                  </a:lnTo>
                  <a:lnTo>
                    <a:pt x="1026" y="462"/>
                  </a:lnTo>
                  <a:lnTo>
                    <a:pt x="1032" y="450"/>
                  </a:lnTo>
                  <a:lnTo>
                    <a:pt x="1038" y="444"/>
                  </a:lnTo>
                  <a:lnTo>
                    <a:pt x="1092" y="426"/>
                  </a:lnTo>
                  <a:lnTo>
                    <a:pt x="1092" y="390"/>
                  </a:lnTo>
                  <a:lnTo>
                    <a:pt x="1086" y="372"/>
                  </a:lnTo>
                  <a:lnTo>
                    <a:pt x="1086" y="342"/>
                  </a:lnTo>
                  <a:lnTo>
                    <a:pt x="1080" y="336"/>
                  </a:lnTo>
                  <a:lnTo>
                    <a:pt x="1074" y="336"/>
                  </a:lnTo>
                  <a:lnTo>
                    <a:pt x="1074" y="324"/>
                  </a:lnTo>
                  <a:lnTo>
                    <a:pt x="1062" y="300"/>
                  </a:lnTo>
                  <a:lnTo>
                    <a:pt x="1056" y="294"/>
                  </a:lnTo>
                  <a:lnTo>
                    <a:pt x="1038" y="294"/>
                  </a:lnTo>
                  <a:lnTo>
                    <a:pt x="1032" y="300"/>
                  </a:lnTo>
                  <a:lnTo>
                    <a:pt x="1020" y="306"/>
                  </a:lnTo>
                  <a:lnTo>
                    <a:pt x="1020" y="384"/>
                  </a:lnTo>
                  <a:lnTo>
                    <a:pt x="1008" y="390"/>
                  </a:lnTo>
                  <a:lnTo>
                    <a:pt x="1002" y="402"/>
                  </a:lnTo>
                  <a:lnTo>
                    <a:pt x="990" y="408"/>
                  </a:lnTo>
                  <a:lnTo>
                    <a:pt x="984" y="414"/>
                  </a:lnTo>
                  <a:lnTo>
                    <a:pt x="978" y="414"/>
                  </a:lnTo>
                  <a:lnTo>
                    <a:pt x="966" y="426"/>
                  </a:lnTo>
                  <a:lnTo>
                    <a:pt x="954" y="450"/>
                  </a:lnTo>
                  <a:lnTo>
                    <a:pt x="948" y="456"/>
                  </a:lnTo>
                  <a:lnTo>
                    <a:pt x="948" y="450"/>
                  </a:lnTo>
                  <a:lnTo>
                    <a:pt x="942" y="444"/>
                  </a:lnTo>
                  <a:lnTo>
                    <a:pt x="930" y="444"/>
                  </a:lnTo>
                  <a:lnTo>
                    <a:pt x="924" y="450"/>
                  </a:lnTo>
                  <a:lnTo>
                    <a:pt x="924" y="468"/>
                  </a:lnTo>
                  <a:lnTo>
                    <a:pt x="912" y="450"/>
                  </a:lnTo>
                  <a:lnTo>
                    <a:pt x="852" y="450"/>
                  </a:lnTo>
                  <a:lnTo>
                    <a:pt x="834" y="444"/>
                  </a:lnTo>
                  <a:lnTo>
                    <a:pt x="822" y="438"/>
                  </a:lnTo>
                  <a:lnTo>
                    <a:pt x="816" y="432"/>
                  </a:lnTo>
                  <a:lnTo>
                    <a:pt x="804" y="426"/>
                  </a:lnTo>
                  <a:lnTo>
                    <a:pt x="798" y="426"/>
                  </a:lnTo>
                  <a:lnTo>
                    <a:pt x="786" y="432"/>
                  </a:lnTo>
                  <a:lnTo>
                    <a:pt x="762" y="432"/>
                  </a:lnTo>
                  <a:lnTo>
                    <a:pt x="756" y="426"/>
                  </a:lnTo>
                  <a:lnTo>
                    <a:pt x="756" y="414"/>
                  </a:lnTo>
                  <a:lnTo>
                    <a:pt x="762" y="402"/>
                  </a:lnTo>
                  <a:lnTo>
                    <a:pt x="768" y="396"/>
                  </a:lnTo>
                  <a:lnTo>
                    <a:pt x="774" y="384"/>
                  </a:lnTo>
                  <a:lnTo>
                    <a:pt x="780" y="378"/>
                  </a:lnTo>
                  <a:lnTo>
                    <a:pt x="780" y="342"/>
                  </a:lnTo>
                  <a:lnTo>
                    <a:pt x="798" y="342"/>
                  </a:lnTo>
                  <a:lnTo>
                    <a:pt x="804" y="336"/>
                  </a:lnTo>
                  <a:lnTo>
                    <a:pt x="804" y="330"/>
                  </a:lnTo>
                  <a:lnTo>
                    <a:pt x="798" y="318"/>
                  </a:lnTo>
                  <a:lnTo>
                    <a:pt x="792" y="312"/>
                  </a:lnTo>
                  <a:lnTo>
                    <a:pt x="798" y="300"/>
                  </a:lnTo>
                  <a:lnTo>
                    <a:pt x="804" y="294"/>
                  </a:lnTo>
                  <a:lnTo>
                    <a:pt x="804" y="282"/>
                  </a:lnTo>
                  <a:lnTo>
                    <a:pt x="810" y="276"/>
                  </a:lnTo>
                  <a:lnTo>
                    <a:pt x="804" y="270"/>
                  </a:lnTo>
                  <a:lnTo>
                    <a:pt x="792" y="264"/>
                  </a:lnTo>
                  <a:lnTo>
                    <a:pt x="774" y="258"/>
                  </a:lnTo>
                  <a:lnTo>
                    <a:pt x="762" y="252"/>
                  </a:lnTo>
                  <a:lnTo>
                    <a:pt x="750" y="252"/>
                  </a:lnTo>
                  <a:lnTo>
                    <a:pt x="744" y="246"/>
                  </a:lnTo>
                  <a:lnTo>
                    <a:pt x="708" y="228"/>
                  </a:lnTo>
                  <a:lnTo>
                    <a:pt x="690" y="216"/>
                  </a:lnTo>
                  <a:lnTo>
                    <a:pt x="678" y="210"/>
                  </a:lnTo>
                  <a:lnTo>
                    <a:pt x="672" y="204"/>
                  </a:lnTo>
                  <a:lnTo>
                    <a:pt x="666" y="204"/>
                  </a:lnTo>
                  <a:lnTo>
                    <a:pt x="660" y="198"/>
                  </a:lnTo>
                  <a:lnTo>
                    <a:pt x="648" y="192"/>
                  </a:lnTo>
                  <a:lnTo>
                    <a:pt x="642" y="186"/>
                  </a:lnTo>
                  <a:lnTo>
                    <a:pt x="630" y="180"/>
                  </a:lnTo>
                  <a:lnTo>
                    <a:pt x="600" y="180"/>
                  </a:lnTo>
                  <a:lnTo>
                    <a:pt x="564" y="162"/>
                  </a:lnTo>
                  <a:lnTo>
                    <a:pt x="558" y="156"/>
                  </a:lnTo>
                  <a:lnTo>
                    <a:pt x="552" y="156"/>
                  </a:lnTo>
                  <a:lnTo>
                    <a:pt x="546" y="138"/>
                  </a:lnTo>
                  <a:lnTo>
                    <a:pt x="534" y="132"/>
                  </a:lnTo>
                  <a:lnTo>
                    <a:pt x="516" y="114"/>
                  </a:lnTo>
                  <a:lnTo>
                    <a:pt x="492" y="102"/>
                  </a:lnTo>
                  <a:lnTo>
                    <a:pt x="486" y="96"/>
                  </a:lnTo>
                  <a:lnTo>
                    <a:pt x="480" y="84"/>
                  </a:lnTo>
                  <a:lnTo>
                    <a:pt x="468" y="78"/>
                  </a:lnTo>
                  <a:lnTo>
                    <a:pt x="462" y="66"/>
                  </a:lnTo>
                  <a:lnTo>
                    <a:pt x="456" y="60"/>
                  </a:lnTo>
                  <a:lnTo>
                    <a:pt x="456" y="54"/>
                  </a:lnTo>
                  <a:lnTo>
                    <a:pt x="438" y="36"/>
                  </a:lnTo>
                  <a:lnTo>
                    <a:pt x="402" y="12"/>
                  </a:lnTo>
                  <a:lnTo>
                    <a:pt x="330" y="18"/>
                  </a:lnTo>
                  <a:lnTo>
                    <a:pt x="318" y="72"/>
                  </a:lnTo>
                  <a:lnTo>
                    <a:pt x="288" y="24"/>
                  </a:lnTo>
                  <a:lnTo>
                    <a:pt x="234" y="24"/>
                  </a:lnTo>
                  <a:lnTo>
                    <a:pt x="216" y="18"/>
                  </a:lnTo>
                  <a:lnTo>
                    <a:pt x="204" y="18"/>
                  </a:lnTo>
                  <a:lnTo>
                    <a:pt x="180" y="6"/>
                  </a:lnTo>
                  <a:lnTo>
                    <a:pt x="174" y="0"/>
                  </a:lnTo>
                  <a:lnTo>
                    <a:pt x="162" y="24"/>
                  </a:lnTo>
                  <a:lnTo>
                    <a:pt x="138" y="30"/>
                  </a:lnTo>
                  <a:lnTo>
                    <a:pt x="138" y="48"/>
                  </a:lnTo>
                  <a:lnTo>
                    <a:pt x="126" y="48"/>
                  </a:lnTo>
                  <a:lnTo>
                    <a:pt x="126" y="78"/>
                  </a:lnTo>
                  <a:lnTo>
                    <a:pt x="114" y="78"/>
                  </a:lnTo>
                  <a:lnTo>
                    <a:pt x="126" y="96"/>
                  </a:lnTo>
                  <a:lnTo>
                    <a:pt x="114" y="180"/>
                  </a:lnTo>
                  <a:lnTo>
                    <a:pt x="108" y="180"/>
                  </a:lnTo>
                  <a:lnTo>
                    <a:pt x="102" y="186"/>
                  </a:lnTo>
                  <a:lnTo>
                    <a:pt x="90" y="192"/>
                  </a:lnTo>
                  <a:lnTo>
                    <a:pt x="72" y="198"/>
                  </a:lnTo>
                  <a:lnTo>
                    <a:pt x="60" y="210"/>
                  </a:lnTo>
                  <a:lnTo>
                    <a:pt x="48" y="216"/>
                  </a:lnTo>
                  <a:lnTo>
                    <a:pt x="42" y="228"/>
                  </a:lnTo>
                  <a:lnTo>
                    <a:pt x="36" y="234"/>
                  </a:lnTo>
                  <a:lnTo>
                    <a:pt x="36" y="240"/>
                  </a:lnTo>
                  <a:lnTo>
                    <a:pt x="42" y="246"/>
                  </a:lnTo>
                  <a:lnTo>
                    <a:pt x="54" y="252"/>
                  </a:lnTo>
                  <a:lnTo>
                    <a:pt x="66" y="252"/>
                  </a:lnTo>
                  <a:lnTo>
                    <a:pt x="66" y="258"/>
                  </a:lnTo>
                  <a:lnTo>
                    <a:pt x="42" y="282"/>
                  </a:lnTo>
                  <a:lnTo>
                    <a:pt x="42" y="300"/>
                  </a:lnTo>
                  <a:lnTo>
                    <a:pt x="48" y="306"/>
                  </a:lnTo>
                  <a:lnTo>
                    <a:pt x="60" y="312"/>
                  </a:lnTo>
                  <a:lnTo>
                    <a:pt x="72" y="324"/>
                  </a:lnTo>
                  <a:lnTo>
                    <a:pt x="78" y="336"/>
                  </a:lnTo>
                  <a:lnTo>
                    <a:pt x="72" y="342"/>
                  </a:lnTo>
                  <a:lnTo>
                    <a:pt x="66" y="354"/>
                  </a:lnTo>
                  <a:lnTo>
                    <a:pt x="54" y="366"/>
                  </a:lnTo>
                  <a:lnTo>
                    <a:pt x="48" y="366"/>
                  </a:lnTo>
                  <a:lnTo>
                    <a:pt x="54" y="366"/>
                  </a:lnTo>
                  <a:lnTo>
                    <a:pt x="60" y="372"/>
                  </a:lnTo>
                  <a:lnTo>
                    <a:pt x="84" y="384"/>
                  </a:lnTo>
                  <a:lnTo>
                    <a:pt x="90" y="396"/>
                  </a:lnTo>
                  <a:lnTo>
                    <a:pt x="90" y="408"/>
                  </a:lnTo>
                  <a:lnTo>
                    <a:pt x="78" y="414"/>
                  </a:lnTo>
                  <a:lnTo>
                    <a:pt x="72" y="420"/>
                  </a:lnTo>
                  <a:lnTo>
                    <a:pt x="54" y="420"/>
                  </a:lnTo>
                  <a:lnTo>
                    <a:pt x="54" y="432"/>
                  </a:lnTo>
                  <a:lnTo>
                    <a:pt x="48" y="450"/>
                  </a:lnTo>
                  <a:lnTo>
                    <a:pt x="48" y="462"/>
                  </a:lnTo>
                  <a:lnTo>
                    <a:pt x="42" y="474"/>
                  </a:lnTo>
                  <a:lnTo>
                    <a:pt x="42" y="486"/>
                  </a:lnTo>
                  <a:lnTo>
                    <a:pt x="30" y="498"/>
                  </a:lnTo>
                  <a:lnTo>
                    <a:pt x="24" y="510"/>
                  </a:lnTo>
                  <a:lnTo>
                    <a:pt x="18" y="516"/>
                  </a:lnTo>
                  <a:lnTo>
                    <a:pt x="18" y="582"/>
                  </a:lnTo>
                  <a:lnTo>
                    <a:pt x="6" y="594"/>
                  </a:lnTo>
                  <a:lnTo>
                    <a:pt x="6" y="606"/>
                  </a:lnTo>
                  <a:lnTo>
                    <a:pt x="18" y="630"/>
                  </a:lnTo>
                  <a:lnTo>
                    <a:pt x="30" y="666"/>
                  </a:lnTo>
                  <a:lnTo>
                    <a:pt x="36" y="678"/>
                  </a:lnTo>
                  <a:lnTo>
                    <a:pt x="36" y="684"/>
                  </a:lnTo>
                  <a:lnTo>
                    <a:pt x="12" y="684"/>
                  </a:lnTo>
                  <a:lnTo>
                    <a:pt x="18" y="738"/>
                  </a:lnTo>
                  <a:lnTo>
                    <a:pt x="6" y="744"/>
                  </a:lnTo>
                  <a:lnTo>
                    <a:pt x="0" y="744"/>
                  </a:lnTo>
                  <a:lnTo>
                    <a:pt x="0" y="768"/>
                  </a:lnTo>
                  <a:lnTo>
                    <a:pt x="6" y="774"/>
                  </a:lnTo>
                  <a:lnTo>
                    <a:pt x="6" y="780"/>
                  </a:lnTo>
                  <a:lnTo>
                    <a:pt x="18" y="786"/>
                  </a:lnTo>
                  <a:lnTo>
                    <a:pt x="36" y="804"/>
                  </a:lnTo>
                  <a:lnTo>
                    <a:pt x="36" y="816"/>
                  </a:lnTo>
                  <a:lnTo>
                    <a:pt x="30" y="822"/>
                  </a:lnTo>
                  <a:lnTo>
                    <a:pt x="30" y="828"/>
                  </a:lnTo>
                  <a:lnTo>
                    <a:pt x="48" y="846"/>
                  </a:lnTo>
                  <a:lnTo>
                    <a:pt x="60" y="876"/>
                  </a:lnTo>
                  <a:lnTo>
                    <a:pt x="66" y="888"/>
                  </a:lnTo>
                  <a:lnTo>
                    <a:pt x="60" y="894"/>
                  </a:lnTo>
                  <a:lnTo>
                    <a:pt x="60" y="906"/>
                  </a:lnTo>
                  <a:lnTo>
                    <a:pt x="72" y="918"/>
                  </a:lnTo>
                  <a:lnTo>
                    <a:pt x="96" y="918"/>
                  </a:lnTo>
                  <a:lnTo>
                    <a:pt x="102" y="960"/>
                  </a:lnTo>
                  <a:lnTo>
                    <a:pt x="108" y="972"/>
                  </a:lnTo>
                  <a:lnTo>
                    <a:pt x="114" y="978"/>
                  </a:lnTo>
                  <a:lnTo>
                    <a:pt x="120" y="990"/>
                  </a:lnTo>
                  <a:lnTo>
                    <a:pt x="120" y="996"/>
                  </a:lnTo>
                  <a:lnTo>
                    <a:pt x="102" y="1014"/>
                  </a:lnTo>
                  <a:lnTo>
                    <a:pt x="102" y="1038"/>
                  </a:lnTo>
                  <a:lnTo>
                    <a:pt x="96" y="1056"/>
                  </a:lnTo>
                  <a:lnTo>
                    <a:pt x="96" y="1086"/>
                  </a:lnTo>
                  <a:lnTo>
                    <a:pt x="84" y="1086"/>
                  </a:lnTo>
                  <a:lnTo>
                    <a:pt x="90" y="1092"/>
                  </a:lnTo>
                  <a:lnTo>
                    <a:pt x="96" y="1104"/>
                  </a:lnTo>
                  <a:lnTo>
                    <a:pt x="102" y="1110"/>
                  </a:lnTo>
                  <a:lnTo>
                    <a:pt x="108" y="1122"/>
                  </a:lnTo>
                  <a:lnTo>
                    <a:pt x="114" y="1128"/>
                  </a:lnTo>
                  <a:lnTo>
                    <a:pt x="114" y="1140"/>
                  </a:lnTo>
                  <a:lnTo>
                    <a:pt x="108" y="1152"/>
                  </a:lnTo>
                  <a:lnTo>
                    <a:pt x="108" y="1158"/>
                  </a:lnTo>
                  <a:lnTo>
                    <a:pt x="102" y="1176"/>
                  </a:lnTo>
                  <a:lnTo>
                    <a:pt x="78" y="1182"/>
                  </a:lnTo>
                  <a:lnTo>
                    <a:pt x="78" y="1188"/>
                  </a:lnTo>
                  <a:lnTo>
                    <a:pt x="84" y="1194"/>
                  </a:lnTo>
                  <a:lnTo>
                    <a:pt x="84" y="1206"/>
                  </a:lnTo>
                  <a:lnTo>
                    <a:pt x="90" y="1224"/>
                  </a:lnTo>
                  <a:lnTo>
                    <a:pt x="96" y="1236"/>
                  </a:lnTo>
                  <a:lnTo>
                    <a:pt x="96" y="1284"/>
                  </a:lnTo>
                  <a:lnTo>
                    <a:pt x="126" y="1308"/>
                  </a:lnTo>
                  <a:lnTo>
                    <a:pt x="126" y="1326"/>
                  </a:lnTo>
                  <a:lnTo>
                    <a:pt x="132" y="1326"/>
                  </a:lnTo>
                  <a:lnTo>
                    <a:pt x="150" y="1344"/>
                  </a:lnTo>
                  <a:lnTo>
                    <a:pt x="150" y="1350"/>
                  </a:lnTo>
                  <a:lnTo>
                    <a:pt x="144" y="1362"/>
                  </a:lnTo>
                  <a:lnTo>
                    <a:pt x="132" y="1368"/>
                  </a:lnTo>
                  <a:lnTo>
                    <a:pt x="126" y="1374"/>
                  </a:lnTo>
                  <a:lnTo>
                    <a:pt x="120" y="1374"/>
                  </a:lnTo>
                  <a:lnTo>
                    <a:pt x="132" y="1416"/>
                  </a:lnTo>
                  <a:lnTo>
                    <a:pt x="114" y="1428"/>
                  </a:lnTo>
                  <a:lnTo>
                    <a:pt x="132" y="1446"/>
                  </a:lnTo>
                  <a:lnTo>
                    <a:pt x="132" y="1452"/>
                  </a:lnTo>
                  <a:lnTo>
                    <a:pt x="126" y="1464"/>
                  </a:lnTo>
                  <a:lnTo>
                    <a:pt x="126" y="1470"/>
                  </a:lnTo>
                  <a:lnTo>
                    <a:pt x="144" y="1482"/>
                  </a:lnTo>
                  <a:lnTo>
                    <a:pt x="144" y="1494"/>
                  </a:lnTo>
                  <a:lnTo>
                    <a:pt x="138" y="1500"/>
                  </a:lnTo>
                  <a:lnTo>
                    <a:pt x="138" y="1530"/>
                  </a:lnTo>
                  <a:lnTo>
                    <a:pt x="144" y="1536"/>
                  </a:lnTo>
                  <a:lnTo>
                    <a:pt x="150" y="1548"/>
                  </a:lnTo>
                  <a:lnTo>
                    <a:pt x="150" y="1572"/>
                  </a:lnTo>
                  <a:lnTo>
                    <a:pt x="156" y="1584"/>
                  </a:lnTo>
                  <a:lnTo>
                    <a:pt x="174" y="1602"/>
                  </a:lnTo>
                  <a:lnTo>
                    <a:pt x="186" y="1608"/>
                  </a:lnTo>
                  <a:lnTo>
                    <a:pt x="198" y="1620"/>
                  </a:lnTo>
                  <a:lnTo>
                    <a:pt x="192" y="1620"/>
                  </a:lnTo>
                  <a:lnTo>
                    <a:pt x="180" y="1626"/>
                  </a:lnTo>
                  <a:lnTo>
                    <a:pt x="174" y="1632"/>
                  </a:lnTo>
                  <a:lnTo>
                    <a:pt x="174" y="1644"/>
                  </a:lnTo>
                  <a:lnTo>
                    <a:pt x="180" y="1656"/>
                  </a:lnTo>
                  <a:lnTo>
                    <a:pt x="180" y="1674"/>
                  </a:lnTo>
                  <a:lnTo>
                    <a:pt x="186" y="1686"/>
                  </a:lnTo>
                  <a:lnTo>
                    <a:pt x="186" y="1698"/>
                  </a:lnTo>
                  <a:lnTo>
                    <a:pt x="192" y="1704"/>
                  </a:lnTo>
                  <a:lnTo>
                    <a:pt x="216" y="1716"/>
                  </a:lnTo>
                  <a:lnTo>
                    <a:pt x="210" y="1746"/>
                  </a:lnTo>
                  <a:lnTo>
                    <a:pt x="216" y="1746"/>
                  </a:lnTo>
                  <a:lnTo>
                    <a:pt x="228" y="1752"/>
                  </a:lnTo>
                  <a:lnTo>
                    <a:pt x="234" y="1758"/>
                  </a:lnTo>
                  <a:lnTo>
                    <a:pt x="234" y="1764"/>
                  </a:lnTo>
                  <a:lnTo>
                    <a:pt x="240" y="1776"/>
                  </a:lnTo>
                  <a:lnTo>
                    <a:pt x="240" y="1806"/>
                  </a:lnTo>
                  <a:lnTo>
                    <a:pt x="252" y="1818"/>
                  </a:lnTo>
                  <a:lnTo>
                    <a:pt x="282" y="1818"/>
                  </a:lnTo>
                  <a:lnTo>
                    <a:pt x="294" y="1824"/>
                  </a:lnTo>
                  <a:lnTo>
                    <a:pt x="294" y="1830"/>
                  </a:lnTo>
                  <a:lnTo>
                    <a:pt x="288" y="1836"/>
                  </a:lnTo>
                  <a:lnTo>
                    <a:pt x="276" y="1836"/>
                  </a:lnTo>
                  <a:lnTo>
                    <a:pt x="264" y="1842"/>
                  </a:lnTo>
                  <a:lnTo>
                    <a:pt x="246" y="1842"/>
                  </a:lnTo>
                  <a:lnTo>
                    <a:pt x="252" y="1848"/>
                  </a:lnTo>
                  <a:lnTo>
                    <a:pt x="258" y="1848"/>
                  </a:lnTo>
                  <a:lnTo>
                    <a:pt x="270" y="1854"/>
                  </a:lnTo>
                  <a:lnTo>
                    <a:pt x="276" y="1860"/>
                  </a:lnTo>
                  <a:lnTo>
                    <a:pt x="288" y="1860"/>
                  </a:lnTo>
                  <a:lnTo>
                    <a:pt x="312" y="1884"/>
                  </a:lnTo>
                  <a:lnTo>
                    <a:pt x="306" y="1890"/>
                  </a:lnTo>
                  <a:lnTo>
                    <a:pt x="300" y="1902"/>
                  </a:lnTo>
                  <a:lnTo>
                    <a:pt x="288" y="1914"/>
                  </a:lnTo>
                  <a:lnTo>
                    <a:pt x="312" y="1932"/>
                  </a:lnTo>
                  <a:lnTo>
                    <a:pt x="306" y="1956"/>
                  </a:lnTo>
                  <a:lnTo>
                    <a:pt x="330" y="1980"/>
                  </a:lnTo>
                  <a:lnTo>
                    <a:pt x="324" y="2016"/>
                  </a:lnTo>
                  <a:lnTo>
                    <a:pt x="336" y="2040"/>
                  </a:lnTo>
                  <a:lnTo>
                    <a:pt x="324" y="2046"/>
                  </a:lnTo>
                  <a:lnTo>
                    <a:pt x="318" y="2088"/>
                  </a:lnTo>
                  <a:lnTo>
                    <a:pt x="324" y="2088"/>
                  </a:lnTo>
                  <a:lnTo>
                    <a:pt x="348" y="2112"/>
                  </a:lnTo>
                  <a:lnTo>
                    <a:pt x="348" y="2118"/>
                  </a:lnTo>
                  <a:lnTo>
                    <a:pt x="342" y="2118"/>
                  </a:lnTo>
                  <a:lnTo>
                    <a:pt x="330" y="2124"/>
                  </a:lnTo>
                  <a:lnTo>
                    <a:pt x="324" y="2130"/>
                  </a:lnTo>
                  <a:lnTo>
                    <a:pt x="348" y="2154"/>
                  </a:lnTo>
                  <a:lnTo>
                    <a:pt x="348" y="2160"/>
                  </a:lnTo>
                  <a:lnTo>
                    <a:pt x="342" y="2166"/>
                  </a:lnTo>
                  <a:lnTo>
                    <a:pt x="336" y="2166"/>
                  </a:lnTo>
                  <a:lnTo>
                    <a:pt x="330" y="2172"/>
                  </a:lnTo>
                  <a:lnTo>
                    <a:pt x="324" y="2172"/>
                  </a:lnTo>
                  <a:lnTo>
                    <a:pt x="324" y="2196"/>
                  </a:lnTo>
                  <a:lnTo>
                    <a:pt x="312" y="2202"/>
                  </a:lnTo>
                  <a:lnTo>
                    <a:pt x="312" y="2214"/>
                  </a:lnTo>
                  <a:lnTo>
                    <a:pt x="318" y="2226"/>
                  </a:lnTo>
                  <a:lnTo>
                    <a:pt x="324" y="2232"/>
                  </a:lnTo>
                  <a:lnTo>
                    <a:pt x="324" y="2268"/>
                  </a:lnTo>
                  <a:lnTo>
                    <a:pt x="354" y="2274"/>
                  </a:lnTo>
                  <a:lnTo>
                    <a:pt x="354" y="2280"/>
                  </a:lnTo>
                  <a:lnTo>
                    <a:pt x="360" y="2286"/>
                  </a:lnTo>
                  <a:lnTo>
                    <a:pt x="360" y="2298"/>
                  </a:lnTo>
                  <a:lnTo>
                    <a:pt x="366" y="2304"/>
                  </a:lnTo>
                  <a:lnTo>
                    <a:pt x="378" y="2310"/>
                  </a:lnTo>
                  <a:lnTo>
                    <a:pt x="384" y="2310"/>
                  </a:lnTo>
                  <a:lnTo>
                    <a:pt x="396" y="2298"/>
                  </a:lnTo>
                  <a:lnTo>
                    <a:pt x="414" y="2298"/>
                  </a:lnTo>
                  <a:lnTo>
                    <a:pt x="426" y="2304"/>
                  </a:lnTo>
                  <a:lnTo>
                    <a:pt x="438" y="2316"/>
                  </a:lnTo>
                  <a:lnTo>
                    <a:pt x="438" y="2340"/>
                  </a:lnTo>
                  <a:lnTo>
                    <a:pt x="456" y="2364"/>
                  </a:lnTo>
                  <a:lnTo>
                    <a:pt x="468" y="2382"/>
                  </a:lnTo>
                  <a:lnTo>
                    <a:pt x="504" y="2400"/>
                  </a:lnTo>
                  <a:lnTo>
                    <a:pt x="522" y="2418"/>
                  </a:lnTo>
                  <a:lnTo>
                    <a:pt x="534" y="2418"/>
                  </a:lnTo>
                  <a:lnTo>
                    <a:pt x="546" y="2412"/>
                  </a:lnTo>
                  <a:lnTo>
                    <a:pt x="642" y="2412"/>
                  </a:lnTo>
                  <a:lnTo>
                    <a:pt x="666" y="2430"/>
                  </a:lnTo>
                  <a:lnTo>
                    <a:pt x="660" y="2442"/>
                  </a:lnTo>
                  <a:lnTo>
                    <a:pt x="666" y="2424"/>
                  </a:lnTo>
                  <a:lnTo>
                    <a:pt x="672" y="2418"/>
                  </a:lnTo>
                  <a:lnTo>
                    <a:pt x="684" y="2418"/>
                  </a:lnTo>
                  <a:lnTo>
                    <a:pt x="690" y="2424"/>
                  </a:lnTo>
                  <a:lnTo>
                    <a:pt x="702" y="2424"/>
                  </a:lnTo>
                  <a:lnTo>
                    <a:pt x="714" y="2430"/>
                  </a:lnTo>
                  <a:lnTo>
                    <a:pt x="720" y="2436"/>
                  </a:lnTo>
                  <a:lnTo>
                    <a:pt x="678" y="2382"/>
                  </a:lnTo>
                  <a:lnTo>
                    <a:pt x="660" y="2382"/>
                  </a:lnTo>
                  <a:lnTo>
                    <a:pt x="666" y="2370"/>
                  </a:lnTo>
                  <a:lnTo>
                    <a:pt x="630" y="2340"/>
                  </a:lnTo>
                  <a:lnTo>
                    <a:pt x="630" y="2310"/>
                  </a:lnTo>
                  <a:lnTo>
                    <a:pt x="618" y="2298"/>
                  </a:lnTo>
                  <a:lnTo>
                    <a:pt x="624" y="2286"/>
                  </a:lnTo>
                  <a:lnTo>
                    <a:pt x="630" y="2286"/>
                  </a:lnTo>
                  <a:lnTo>
                    <a:pt x="642" y="2274"/>
                  </a:lnTo>
                  <a:lnTo>
                    <a:pt x="642" y="2268"/>
                  </a:lnTo>
                  <a:lnTo>
                    <a:pt x="636" y="2268"/>
                  </a:lnTo>
                  <a:lnTo>
                    <a:pt x="624" y="2262"/>
                  </a:lnTo>
                  <a:lnTo>
                    <a:pt x="606" y="2262"/>
                  </a:lnTo>
                  <a:lnTo>
                    <a:pt x="618" y="2250"/>
                  </a:lnTo>
                  <a:lnTo>
                    <a:pt x="618" y="2232"/>
                  </a:lnTo>
                  <a:lnTo>
                    <a:pt x="636" y="2256"/>
                  </a:lnTo>
                  <a:lnTo>
                    <a:pt x="648" y="2262"/>
                  </a:lnTo>
                  <a:lnTo>
                    <a:pt x="666" y="2262"/>
                  </a:lnTo>
                  <a:lnTo>
                    <a:pt x="672" y="2256"/>
                  </a:lnTo>
                  <a:lnTo>
                    <a:pt x="678" y="2244"/>
                  </a:lnTo>
                  <a:lnTo>
                    <a:pt x="678" y="2226"/>
                  </a:lnTo>
                  <a:lnTo>
                    <a:pt x="672" y="2208"/>
                  </a:lnTo>
                  <a:lnTo>
                    <a:pt x="666" y="2196"/>
                  </a:lnTo>
                  <a:lnTo>
                    <a:pt x="666" y="2178"/>
                  </a:lnTo>
                  <a:lnTo>
                    <a:pt x="678" y="2154"/>
                  </a:lnTo>
                  <a:lnTo>
                    <a:pt x="690" y="2142"/>
                  </a:lnTo>
                  <a:lnTo>
                    <a:pt x="708" y="2130"/>
                  </a:lnTo>
                  <a:lnTo>
                    <a:pt x="738" y="2100"/>
                  </a:lnTo>
                  <a:lnTo>
                    <a:pt x="726" y="2088"/>
                  </a:lnTo>
                  <a:lnTo>
                    <a:pt x="702" y="2088"/>
                  </a:lnTo>
                  <a:lnTo>
                    <a:pt x="726" y="2082"/>
                  </a:lnTo>
                  <a:lnTo>
                    <a:pt x="726" y="2064"/>
                  </a:lnTo>
                  <a:lnTo>
                    <a:pt x="714" y="2040"/>
                  </a:lnTo>
                  <a:lnTo>
                    <a:pt x="708" y="2034"/>
                  </a:lnTo>
                  <a:lnTo>
                    <a:pt x="696" y="2028"/>
                  </a:lnTo>
                  <a:lnTo>
                    <a:pt x="690" y="2028"/>
                  </a:lnTo>
                  <a:lnTo>
                    <a:pt x="684" y="2034"/>
                  </a:lnTo>
                  <a:lnTo>
                    <a:pt x="672" y="2016"/>
                  </a:lnTo>
                  <a:lnTo>
                    <a:pt x="642" y="2016"/>
                  </a:lnTo>
                  <a:lnTo>
                    <a:pt x="636" y="2010"/>
                  </a:lnTo>
                  <a:lnTo>
                    <a:pt x="624" y="2004"/>
                  </a:lnTo>
                  <a:lnTo>
                    <a:pt x="606" y="1992"/>
                  </a:lnTo>
                  <a:lnTo>
                    <a:pt x="582" y="1968"/>
                  </a:lnTo>
                  <a:lnTo>
                    <a:pt x="570" y="1950"/>
                  </a:lnTo>
                  <a:lnTo>
                    <a:pt x="564" y="1938"/>
                  </a:lnTo>
                  <a:lnTo>
                    <a:pt x="564" y="1926"/>
                  </a:lnTo>
                  <a:lnTo>
                    <a:pt x="570" y="1914"/>
                  </a:lnTo>
                  <a:lnTo>
                    <a:pt x="570" y="1908"/>
                  </a:lnTo>
                  <a:lnTo>
                    <a:pt x="576" y="1908"/>
                  </a:lnTo>
                  <a:lnTo>
                    <a:pt x="582" y="1902"/>
                  </a:lnTo>
                  <a:lnTo>
                    <a:pt x="594" y="1878"/>
                  </a:lnTo>
                  <a:lnTo>
                    <a:pt x="606" y="1878"/>
                  </a:lnTo>
                  <a:lnTo>
                    <a:pt x="612" y="1860"/>
                  </a:lnTo>
                  <a:lnTo>
                    <a:pt x="666" y="1860"/>
                  </a:lnTo>
                  <a:lnTo>
                    <a:pt x="654" y="1848"/>
                  </a:lnTo>
                  <a:lnTo>
                    <a:pt x="654" y="1824"/>
                  </a:lnTo>
                  <a:lnTo>
                    <a:pt x="666" y="1824"/>
                  </a:lnTo>
                  <a:lnTo>
                    <a:pt x="666" y="1794"/>
                  </a:lnTo>
                  <a:lnTo>
                    <a:pt x="660" y="1788"/>
                  </a:lnTo>
                  <a:lnTo>
                    <a:pt x="654" y="1776"/>
                  </a:lnTo>
                  <a:lnTo>
                    <a:pt x="642" y="1764"/>
                  </a:lnTo>
                  <a:lnTo>
                    <a:pt x="642" y="1746"/>
                  </a:lnTo>
                  <a:lnTo>
                    <a:pt x="648" y="1728"/>
                  </a:lnTo>
                  <a:lnTo>
                    <a:pt x="654" y="1716"/>
                  </a:lnTo>
                  <a:lnTo>
                    <a:pt x="666" y="1710"/>
                  </a:lnTo>
                  <a:lnTo>
                    <a:pt x="672" y="1704"/>
                  </a:lnTo>
                  <a:lnTo>
                    <a:pt x="684" y="1704"/>
                  </a:lnTo>
                  <a:lnTo>
                    <a:pt x="684" y="1692"/>
                  </a:lnTo>
                  <a:lnTo>
                    <a:pt x="660" y="1692"/>
                  </a:lnTo>
                  <a:lnTo>
                    <a:pt x="648" y="1686"/>
                  </a:lnTo>
                  <a:lnTo>
                    <a:pt x="642" y="1680"/>
                  </a:lnTo>
                  <a:lnTo>
                    <a:pt x="642" y="1674"/>
                  </a:lnTo>
                  <a:lnTo>
                    <a:pt x="654" y="1668"/>
                  </a:lnTo>
                  <a:lnTo>
                    <a:pt x="666" y="1668"/>
                  </a:lnTo>
                  <a:lnTo>
                    <a:pt x="702" y="1686"/>
                  </a:lnTo>
                  <a:lnTo>
                    <a:pt x="708" y="1692"/>
                  </a:lnTo>
                  <a:lnTo>
                    <a:pt x="714" y="1692"/>
                  </a:lnTo>
                  <a:lnTo>
                    <a:pt x="720" y="1686"/>
                  </a:lnTo>
                  <a:lnTo>
                    <a:pt x="732" y="1680"/>
                  </a:lnTo>
                  <a:lnTo>
                    <a:pt x="732" y="1656"/>
                  </a:lnTo>
                  <a:lnTo>
                    <a:pt x="726" y="1644"/>
                  </a:lnTo>
                  <a:lnTo>
                    <a:pt x="708" y="1626"/>
                  </a:lnTo>
                  <a:lnTo>
                    <a:pt x="696" y="1626"/>
                  </a:lnTo>
                  <a:lnTo>
                    <a:pt x="690" y="1632"/>
                  </a:lnTo>
                  <a:lnTo>
                    <a:pt x="690" y="1650"/>
                  </a:lnTo>
                  <a:lnTo>
                    <a:pt x="684" y="1656"/>
                  </a:lnTo>
                  <a:lnTo>
                    <a:pt x="666" y="1656"/>
                  </a:lnTo>
                  <a:lnTo>
                    <a:pt x="654" y="1650"/>
                  </a:lnTo>
                  <a:lnTo>
                    <a:pt x="648" y="1644"/>
                  </a:lnTo>
                  <a:lnTo>
                    <a:pt x="648" y="1638"/>
                  </a:lnTo>
                  <a:lnTo>
                    <a:pt x="612" y="1638"/>
                  </a:lnTo>
                  <a:lnTo>
                    <a:pt x="606" y="1632"/>
                  </a:lnTo>
                  <a:lnTo>
                    <a:pt x="606" y="1572"/>
                  </a:lnTo>
                  <a:lnTo>
                    <a:pt x="600" y="1566"/>
                  </a:lnTo>
                  <a:lnTo>
                    <a:pt x="594" y="1554"/>
                  </a:lnTo>
                  <a:lnTo>
                    <a:pt x="588" y="1536"/>
                  </a:lnTo>
                  <a:lnTo>
                    <a:pt x="588" y="1524"/>
                  </a:lnTo>
                  <a:lnTo>
                    <a:pt x="594" y="1518"/>
                  </a:lnTo>
                  <a:lnTo>
                    <a:pt x="600" y="1518"/>
                  </a:lnTo>
                  <a:lnTo>
                    <a:pt x="606" y="1524"/>
                  </a:lnTo>
                  <a:lnTo>
                    <a:pt x="618" y="1524"/>
                  </a:lnTo>
                  <a:lnTo>
                    <a:pt x="624" y="1530"/>
                  </a:lnTo>
                  <a:lnTo>
                    <a:pt x="636" y="1536"/>
                  </a:lnTo>
                  <a:lnTo>
                    <a:pt x="672" y="1548"/>
                  </a:lnTo>
                  <a:lnTo>
                    <a:pt x="690" y="1560"/>
                  </a:lnTo>
                  <a:lnTo>
                    <a:pt x="708" y="1560"/>
                  </a:lnTo>
                  <a:lnTo>
                    <a:pt x="726" y="1554"/>
                  </a:lnTo>
                  <a:lnTo>
                    <a:pt x="738" y="1542"/>
                  </a:lnTo>
                  <a:lnTo>
                    <a:pt x="750" y="1536"/>
                  </a:lnTo>
                  <a:lnTo>
                    <a:pt x="768" y="1530"/>
                  </a:lnTo>
                  <a:lnTo>
                    <a:pt x="774" y="1524"/>
                  </a:lnTo>
                  <a:lnTo>
                    <a:pt x="774" y="1512"/>
                  </a:lnTo>
                  <a:lnTo>
                    <a:pt x="762" y="1506"/>
                  </a:lnTo>
                  <a:lnTo>
                    <a:pt x="750" y="1494"/>
                  </a:lnTo>
                  <a:lnTo>
                    <a:pt x="738" y="1488"/>
                  </a:lnTo>
                  <a:lnTo>
                    <a:pt x="738" y="1464"/>
                  </a:lnTo>
                  <a:lnTo>
                    <a:pt x="744" y="1452"/>
                  </a:lnTo>
                  <a:lnTo>
                    <a:pt x="750" y="1446"/>
                  </a:lnTo>
                  <a:lnTo>
                    <a:pt x="750" y="1434"/>
                  </a:lnTo>
                  <a:lnTo>
                    <a:pt x="756" y="1422"/>
                  </a:lnTo>
                  <a:lnTo>
                    <a:pt x="744" y="1410"/>
                  </a:lnTo>
                  <a:lnTo>
                    <a:pt x="726" y="1410"/>
                  </a:lnTo>
                  <a:lnTo>
                    <a:pt x="720" y="1386"/>
                  </a:lnTo>
                  <a:lnTo>
                    <a:pt x="714" y="1380"/>
                  </a:lnTo>
                  <a:lnTo>
                    <a:pt x="714" y="1368"/>
                  </a:lnTo>
                  <a:lnTo>
                    <a:pt x="720" y="1362"/>
                  </a:lnTo>
                  <a:lnTo>
                    <a:pt x="726" y="1362"/>
                  </a:lnTo>
                  <a:lnTo>
                    <a:pt x="732" y="1374"/>
                  </a:lnTo>
                  <a:lnTo>
                    <a:pt x="738" y="1380"/>
                  </a:lnTo>
                  <a:lnTo>
                    <a:pt x="738" y="1386"/>
                  </a:lnTo>
                  <a:lnTo>
                    <a:pt x="744" y="1398"/>
                  </a:lnTo>
                  <a:lnTo>
                    <a:pt x="756" y="1398"/>
                  </a:lnTo>
                  <a:lnTo>
                    <a:pt x="750" y="1380"/>
                  </a:lnTo>
                  <a:lnTo>
                    <a:pt x="828" y="1386"/>
                  </a:lnTo>
                  <a:lnTo>
                    <a:pt x="834" y="1380"/>
                  </a:lnTo>
                  <a:lnTo>
                    <a:pt x="840" y="1380"/>
                  </a:lnTo>
                  <a:lnTo>
                    <a:pt x="846" y="1374"/>
                  </a:lnTo>
                  <a:lnTo>
                    <a:pt x="864" y="1368"/>
                  </a:lnTo>
                  <a:lnTo>
                    <a:pt x="894" y="1362"/>
                  </a:lnTo>
                  <a:lnTo>
                    <a:pt x="930" y="1350"/>
                  </a:lnTo>
                  <a:lnTo>
                    <a:pt x="972" y="1338"/>
                  </a:lnTo>
                  <a:lnTo>
                    <a:pt x="1002" y="1326"/>
                  </a:lnTo>
                  <a:lnTo>
                    <a:pt x="1014" y="1320"/>
                  </a:lnTo>
                  <a:lnTo>
                    <a:pt x="1014" y="1284"/>
                  </a:lnTo>
                  <a:lnTo>
                    <a:pt x="1032" y="1272"/>
                  </a:lnTo>
                  <a:lnTo>
                    <a:pt x="1044" y="1218"/>
                  </a:lnTo>
                  <a:lnTo>
                    <a:pt x="1038" y="1194"/>
                  </a:lnTo>
                  <a:lnTo>
                    <a:pt x="1038" y="1170"/>
                  </a:lnTo>
                  <a:lnTo>
                    <a:pt x="1032" y="1170"/>
                  </a:lnTo>
                  <a:lnTo>
                    <a:pt x="1026" y="1164"/>
                  </a:lnTo>
                  <a:lnTo>
                    <a:pt x="1002" y="1152"/>
                  </a:lnTo>
                  <a:lnTo>
                    <a:pt x="990" y="1152"/>
                  </a:lnTo>
                  <a:lnTo>
                    <a:pt x="984" y="1146"/>
                  </a:lnTo>
                  <a:lnTo>
                    <a:pt x="978" y="1146"/>
                  </a:lnTo>
                  <a:lnTo>
                    <a:pt x="972" y="1140"/>
                  </a:lnTo>
                  <a:lnTo>
                    <a:pt x="990" y="1122"/>
                  </a:lnTo>
                  <a:lnTo>
                    <a:pt x="990" y="1092"/>
                  </a:lnTo>
                  <a:lnTo>
                    <a:pt x="984" y="1080"/>
                  </a:lnTo>
                  <a:lnTo>
                    <a:pt x="978" y="1074"/>
                  </a:lnTo>
                  <a:lnTo>
                    <a:pt x="954" y="1062"/>
                  </a:lnTo>
                  <a:lnTo>
                    <a:pt x="918" y="1050"/>
                  </a:lnTo>
                  <a:lnTo>
                    <a:pt x="906" y="1044"/>
                  </a:lnTo>
                  <a:lnTo>
                    <a:pt x="888" y="1032"/>
                  </a:lnTo>
                  <a:lnTo>
                    <a:pt x="876" y="1020"/>
                  </a:lnTo>
                  <a:lnTo>
                    <a:pt x="876" y="1002"/>
                  </a:lnTo>
                  <a:lnTo>
                    <a:pt x="882" y="990"/>
                  </a:lnTo>
                  <a:lnTo>
                    <a:pt x="888" y="990"/>
                  </a:lnTo>
                  <a:lnTo>
                    <a:pt x="888" y="984"/>
                  </a:lnTo>
                  <a:lnTo>
                    <a:pt x="858" y="948"/>
                  </a:lnTo>
                  <a:lnTo>
                    <a:pt x="858" y="900"/>
                  </a:lnTo>
                  <a:lnTo>
                    <a:pt x="882" y="900"/>
                  </a:lnTo>
                  <a:lnTo>
                    <a:pt x="888" y="894"/>
                  </a:lnTo>
                  <a:lnTo>
                    <a:pt x="894" y="894"/>
                  </a:lnTo>
                  <a:lnTo>
                    <a:pt x="894" y="888"/>
                  </a:lnTo>
                  <a:lnTo>
                    <a:pt x="888" y="876"/>
                  </a:lnTo>
                  <a:lnTo>
                    <a:pt x="876" y="870"/>
                  </a:lnTo>
                  <a:lnTo>
                    <a:pt x="870" y="858"/>
                  </a:lnTo>
                  <a:lnTo>
                    <a:pt x="864" y="852"/>
                  </a:lnTo>
                  <a:lnTo>
                    <a:pt x="876" y="834"/>
                  </a:lnTo>
                  <a:lnTo>
                    <a:pt x="864" y="822"/>
                  </a:lnTo>
                  <a:lnTo>
                    <a:pt x="858" y="810"/>
                  </a:lnTo>
                  <a:lnTo>
                    <a:pt x="852" y="804"/>
                  </a:lnTo>
                  <a:lnTo>
                    <a:pt x="864" y="792"/>
                  </a:lnTo>
                  <a:lnTo>
                    <a:pt x="882" y="792"/>
                  </a:lnTo>
                  <a:lnTo>
                    <a:pt x="858" y="774"/>
                  </a:lnTo>
                  <a:lnTo>
                    <a:pt x="858" y="738"/>
                  </a:lnTo>
                  <a:lnTo>
                    <a:pt x="882" y="726"/>
                  </a:lnTo>
                  <a:lnTo>
                    <a:pt x="876" y="726"/>
                  </a:lnTo>
                  <a:lnTo>
                    <a:pt x="852" y="702"/>
                  </a:lnTo>
                  <a:lnTo>
                    <a:pt x="852" y="696"/>
                  </a:lnTo>
                  <a:lnTo>
                    <a:pt x="870" y="678"/>
                  </a:lnTo>
                  <a:lnTo>
                    <a:pt x="870" y="666"/>
                  </a:lnTo>
                  <a:lnTo>
                    <a:pt x="876" y="654"/>
                  </a:lnTo>
                  <a:lnTo>
                    <a:pt x="876" y="642"/>
                  </a:lnTo>
                  <a:lnTo>
                    <a:pt x="882" y="636"/>
                  </a:lnTo>
                  <a:lnTo>
                    <a:pt x="900" y="636"/>
                  </a:lnTo>
                  <a:lnTo>
                    <a:pt x="906" y="630"/>
                  </a:lnTo>
                  <a:lnTo>
                    <a:pt x="912" y="618"/>
                  </a:lnTo>
                  <a:lnTo>
                    <a:pt x="918" y="612"/>
                  </a:lnTo>
                  <a:lnTo>
                    <a:pt x="918" y="588"/>
                  </a:lnTo>
                  <a:lnTo>
                    <a:pt x="930" y="588"/>
                  </a:lnTo>
                  <a:lnTo>
                    <a:pt x="948" y="570"/>
                  </a:lnTo>
                  <a:lnTo>
                    <a:pt x="948" y="558"/>
                  </a:lnTo>
                  <a:lnTo>
                    <a:pt x="954" y="546"/>
                  </a:lnTo>
                  <a:lnTo>
                    <a:pt x="954" y="534"/>
                  </a:lnTo>
                  <a:close/>
                  <a:moveTo>
                    <a:pt x="930" y="1020"/>
                  </a:moveTo>
                  <a:lnTo>
                    <a:pt x="942" y="1020"/>
                  </a:lnTo>
                  <a:lnTo>
                    <a:pt x="930" y="1014"/>
                  </a:lnTo>
                  <a:lnTo>
                    <a:pt x="930" y="1020"/>
                  </a:lnTo>
                  <a:close/>
                </a:path>
              </a:pathLst>
            </a:custGeom>
            <a:solidFill>
              <a:schemeClr val="accent5"/>
            </a:solidFill>
            <a:ln w="31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55219838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AMEA_Map">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9182100" cy="605028"/>
          </a:xfrm>
        </p:spPr>
        <p:txBody>
          <a:bodyPr/>
          <a:lstStyle/>
          <a:p>
            <a:r>
              <a:rPr lang="en-US" dirty="0" err="1"/>
              <a:t>AMEA</a:t>
            </a:r>
            <a:endParaRPr lang="en-US" dirty="0"/>
          </a:p>
        </p:txBody>
      </p:sp>
      <p:sp>
        <p:nvSpPr>
          <p:cNvPr id="38" name="Text Placeholder">
            <a:extLst>
              <a:ext uri="{FF2B5EF4-FFF2-40B4-BE49-F238E27FC236}">
                <a16:creationId xmlns:a16="http://schemas.microsoft.com/office/drawing/2014/main" id="{A5F148BA-6EA4-4949-8AAF-4C9D1DCAFE42}"/>
              </a:ext>
            </a:extLst>
          </p:cNvPr>
          <p:cNvSpPr>
            <a:spLocks noGrp="1"/>
          </p:cNvSpPr>
          <p:nvPr>
            <p:ph type="body" orient="vert" idx="1"/>
          </p:nvPr>
        </p:nvSpPr>
        <p:spPr>
          <a:xfrm>
            <a:off x="576072" y="1524000"/>
            <a:ext cx="3538728" cy="44958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grpSp>
        <p:nvGrpSpPr>
          <p:cNvPr id="71" name="AMEA">
            <a:extLst>
              <a:ext uri="{FF2B5EF4-FFF2-40B4-BE49-F238E27FC236}">
                <a16:creationId xmlns:a16="http://schemas.microsoft.com/office/drawing/2014/main" id="{2BBEDD2F-E6C4-6543-9BD8-D68F7A81218E}"/>
              </a:ext>
            </a:extLst>
          </p:cNvPr>
          <p:cNvGrpSpPr/>
          <p:nvPr userDrawn="1"/>
        </p:nvGrpSpPr>
        <p:grpSpPr>
          <a:xfrm>
            <a:off x="4422625" y="1524000"/>
            <a:ext cx="7193303" cy="4426150"/>
            <a:chOff x="5226515" y="2335344"/>
            <a:chExt cx="5494688" cy="3380966"/>
          </a:xfrm>
        </p:grpSpPr>
        <p:grpSp>
          <p:nvGrpSpPr>
            <p:cNvPr id="72" name="Oceania">
              <a:extLst>
                <a:ext uri="{FF2B5EF4-FFF2-40B4-BE49-F238E27FC236}">
                  <a16:creationId xmlns:a16="http://schemas.microsoft.com/office/drawing/2014/main" id="{E06047FB-3350-5C42-8087-A11D37972B48}"/>
                </a:ext>
              </a:extLst>
            </p:cNvPr>
            <p:cNvGrpSpPr/>
            <p:nvPr/>
          </p:nvGrpSpPr>
          <p:grpSpPr>
            <a:xfrm>
              <a:off x="8978944" y="4204163"/>
              <a:ext cx="1742259" cy="1512147"/>
              <a:chOff x="8978944" y="4204163"/>
              <a:chExt cx="1742259" cy="1512147"/>
            </a:xfrm>
          </p:grpSpPr>
          <p:sp>
            <p:nvSpPr>
              <p:cNvPr id="169" name="Solomon Islands" descr="© INSCALE GmbH, 05.05.2010&#10;http://www.presentationload.com/">
                <a:extLst>
                  <a:ext uri="{FF2B5EF4-FFF2-40B4-BE49-F238E27FC236}">
                    <a16:creationId xmlns:a16="http://schemas.microsoft.com/office/drawing/2014/main" id="{8AF1EE8E-EC57-714C-B0DF-EA64CFE63E7A}"/>
                  </a:ext>
                </a:extLst>
              </p:cNvPr>
              <p:cNvSpPr>
                <a:spLocks noEditPoints="1"/>
              </p:cNvSpPr>
              <p:nvPr/>
            </p:nvSpPr>
            <p:spPr bwMode="gray">
              <a:xfrm>
                <a:off x="10400693" y="4368526"/>
                <a:ext cx="156146" cy="146285"/>
              </a:xfrm>
              <a:custGeom>
                <a:avLst/>
                <a:gdLst>
                  <a:gd name="T0" fmla="*/ 2147483647 w 372"/>
                  <a:gd name="T1" fmla="*/ 0 h 348"/>
                  <a:gd name="T2" fmla="*/ 2147483647 w 372"/>
                  <a:gd name="T3" fmla="*/ 2147483647 h 348"/>
                  <a:gd name="T4" fmla="*/ 0 w 372"/>
                  <a:gd name="T5" fmla="*/ 2147483647 h 348"/>
                  <a:gd name="T6" fmla="*/ 2147483647 w 372"/>
                  <a:gd name="T7" fmla="*/ 2147483647 h 348"/>
                  <a:gd name="T8" fmla="*/ 0 w 372"/>
                  <a:gd name="T9" fmla="*/ 2147483647 h 348"/>
                  <a:gd name="T10" fmla="*/ 2147483647 w 372"/>
                  <a:gd name="T11" fmla="*/ 2147483647 h 348"/>
                  <a:gd name="T12" fmla="*/ 2147483647 w 372"/>
                  <a:gd name="T13" fmla="*/ 2147483647 h 348"/>
                  <a:gd name="T14" fmla="*/ 2147483647 w 372"/>
                  <a:gd name="T15" fmla="*/ 2147483647 h 348"/>
                  <a:gd name="T16" fmla="*/ 2147483647 w 372"/>
                  <a:gd name="T17" fmla="*/ 2147483647 h 348"/>
                  <a:gd name="T18" fmla="*/ 2147483647 w 372"/>
                  <a:gd name="T19" fmla="*/ 2147483647 h 348"/>
                  <a:gd name="T20" fmla="*/ 2147483647 w 372"/>
                  <a:gd name="T21" fmla="*/ 2147483647 h 348"/>
                  <a:gd name="T22" fmla="*/ 2147483647 w 372"/>
                  <a:gd name="T23" fmla="*/ 2147483647 h 348"/>
                  <a:gd name="T24" fmla="*/ 2147483647 w 372"/>
                  <a:gd name="T25" fmla="*/ 2147483647 h 348"/>
                  <a:gd name="T26" fmla="*/ 2147483647 w 372"/>
                  <a:gd name="T27" fmla="*/ 2147483647 h 348"/>
                  <a:gd name="T28" fmla="*/ 2147483647 w 372"/>
                  <a:gd name="T29" fmla="*/ 2147483647 h 348"/>
                  <a:gd name="T30" fmla="*/ 2147483647 w 372"/>
                  <a:gd name="T31" fmla="*/ 2147483647 h 348"/>
                  <a:gd name="T32" fmla="*/ 2147483647 w 372"/>
                  <a:gd name="T33" fmla="*/ 2147483647 h 348"/>
                  <a:gd name="T34" fmla="*/ 2147483647 w 372"/>
                  <a:gd name="T35" fmla="*/ 2147483647 h 348"/>
                  <a:gd name="T36" fmla="*/ 2147483647 w 372"/>
                  <a:gd name="T37" fmla="*/ 2147483647 h 348"/>
                  <a:gd name="T38" fmla="*/ 2147483647 w 372"/>
                  <a:gd name="T39" fmla="*/ 2147483647 h 348"/>
                  <a:gd name="T40" fmla="*/ 2147483647 w 372"/>
                  <a:gd name="T41" fmla="*/ 2147483647 h 348"/>
                  <a:gd name="T42" fmla="*/ 2147483647 w 372"/>
                  <a:gd name="T43" fmla="*/ 2147483647 h 348"/>
                  <a:gd name="T44" fmla="*/ 2147483647 w 372"/>
                  <a:gd name="T45" fmla="*/ 2147483647 h 348"/>
                  <a:gd name="T46" fmla="*/ 2147483647 w 372"/>
                  <a:gd name="T47" fmla="*/ 2147483647 h 348"/>
                  <a:gd name="T48" fmla="*/ 2147483647 w 372"/>
                  <a:gd name="T49" fmla="*/ 2147483647 h 348"/>
                  <a:gd name="T50" fmla="*/ 2147483647 w 372"/>
                  <a:gd name="T51" fmla="*/ 2147483647 h 348"/>
                  <a:gd name="T52" fmla="*/ 2147483647 w 372"/>
                  <a:gd name="T53" fmla="*/ 2147483647 h 348"/>
                  <a:gd name="T54" fmla="*/ 2147483647 w 372"/>
                  <a:gd name="T55" fmla="*/ 2147483647 h 348"/>
                  <a:gd name="T56" fmla="*/ 2147483647 w 372"/>
                  <a:gd name="T57" fmla="*/ 2147483647 h 348"/>
                  <a:gd name="T58" fmla="*/ 2147483647 w 372"/>
                  <a:gd name="T59" fmla="*/ 2147483647 h 348"/>
                  <a:gd name="T60" fmla="*/ 2147483647 w 372"/>
                  <a:gd name="T61" fmla="*/ 2147483647 h 348"/>
                  <a:gd name="T62" fmla="*/ 2147483647 w 372"/>
                  <a:gd name="T63" fmla="*/ 2147483647 h 3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2"/>
                  <a:gd name="T97" fmla="*/ 0 h 348"/>
                  <a:gd name="T98" fmla="*/ 372 w 372"/>
                  <a:gd name="T99" fmla="*/ 348 h 3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2" h="348">
                    <a:moveTo>
                      <a:pt x="30" y="18"/>
                    </a:moveTo>
                    <a:lnTo>
                      <a:pt x="12" y="0"/>
                    </a:lnTo>
                    <a:lnTo>
                      <a:pt x="6" y="24"/>
                    </a:lnTo>
                    <a:lnTo>
                      <a:pt x="24" y="48"/>
                    </a:lnTo>
                    <a:lnTo>
                      <a:pt x="30" y="18"/>
                    </a:lnTo>
                    <a:close/>
                    <a:moveTo>
                      <a:pt x="0" y="126"/>
                    </a:moveTo>
                    <a:lnTo>
                      <a:pt x="18" y="132"/>
                    </a:lnTo>
                    <a:lnTo>
                      <a:pt x="36" y="102"/>
                    </a:lnTo>
                    <a:lnTo>
                      <a:pt x="0" y="102"/>
                    </a:lnTo>
                    <a:lnTo>
                      <a:pt x="0" y="126"/>
                    </a:lnTo>
                    <a:close/>
                    <a:moveTo>
                      <a:pt x="78" y="120"/>
                    </a:moveTo>
                    <a:lnTo>
                      <a:pt x="36" y="120"/>
                    </a:lnTo>
                    <a:lnTo>
                      <a:pt x="42" y="144"/>
                    </a:lnTo>
                    <a:lnTo>
                      <a:pt x="78" y="132"/>
                    </a:lnTo>
                    <a:lnTo>
                      <a:pt x="78" y="120"/>
                    </a:lnTo>
                    <a:close/>
                    <a:moveTo>
                      <a:pt x="60" y="186"/>
                    </a:moveTo>
                    <a:lnTo>
                      <a:pt x="96" y="186"/>
                    </a:lnTo>
                    <a:lnTo>
                      <a:pt x="48" y="150"/>
                    </a:lnTo>
                    <a:lnTo>
                      <a:pt x="60" y="186"/>
                    </a:lnTo>
                    <a:close/>
                    <a:moveTo>
                      <a:pt x="246" y="222"/>
                    </a:moveTo>
                    <a:lnTo>
                      <a:pt x="222" y="210"/>
                    </a:lnTo>
                    <a:lnTo>
                      <a:pt x="192" y="210"/>
                    </a:lnTo>
                    <a:lnTo>
                      <a:pt x="192" y="228"/>
                    </a:lnTo>
                    <a:lnTo>
                      <a:pt x="198" y="234"/>
                    </a:lnTo>
                    <a:lnTo>
                      <a:pt x="204" y="246"/>
                    </a:lnTo>
                    <a:lnTo>
                      <a:pt x="216" y="252"/>
                    </a:lnTo>
                    <a:lnTo>
                      <a:pt x="252" y="264"/>
                    </a:lnTo>
                    <a:lnTo>
                      <a:pt x="264" y="264"/>
                    </a:lnTo>
                    <a:lnTo>
                      <a:pt x="276" y="258"/>
                    </a:lnTo>
                    <a:lnTo>
                      <a:pt x="276" y="252"/>
                    </a:lnTo>
                    <a:lnTo>
                      <a:pt x="270" y="246"/>
                    </a:lnTo>
                    <a:lnTo>
                      <a:pt x="264" y="234"/>
                    </a:lnTo>
                    <a:lnTo>
                      <a:pt x="246" y="222"/>
                    </a:lnTo>
                    <a:close/>
                    <a:moveTo>
                      <a:pt x="312" y="288"/>
                    </a:moveTo>
                    <a:lnTo>
                      <a:pt x="360" y="348"/>
                    </a:lnTo>
                    <a:lnTo>
                      <a:pt x="372" y="318"/>
                    </a:lnTo>
                    <a:lnTo>
                      <a:pt x="312" y="288"/>
                    </a:lnTo>
                    <a:close/>
                    <a:moveTo>
                      <a:pt x="288" y="126"/>
                    </a:moveTo>
                    <a:lnTo>
                      <a:pt x="288" y="132"/>
                    </a:lnTo>
                    <a:lnTo>
                      <a:pt x="282" y="138"/>
                    </a:lnTo>
                    <a:lnTo>
                      <a:pt x="282" y="150"/>
                    </a:lnTo>
                    <a:lnTo>
                      <a:pt x="276" y="162"/>
                    </a:lnTo>
                    <a:lnTo>
                      <a:pt x="276" y="192"/>
                    </a:lnTo>
                    <a:lnTo>
                      <a:pt x="312" y="228"/>
                    </a:lnTo>
                    <a:lnTo>
                      <a:pt x="324" y="234"/>
                    </a:lnTo>
                    <a:lnTo>
                      <a:pt x="330" y="240"/>
                    </a:lnTo>
                    <a:lnTo>
                      <a:pt x="288" y="126"/>
                    </a:lnTo>
                    <a:close/>
                    <a:moveTo>
                      <a:pt x="120" y="60"/>
                    </a:moveTo>
                    <a:lnTo>
                      <a:pt x="120" y="66"/>
                    </a:lnTo>
                    <a:lnTo>
                      <a:pt x="126" y="78"/>
                    </a:lnTo>
                    <a:lnTo>
                      <a:pt x="138" y="90"/>
                    </a:lnTo>
                    <a:lnTo>
                      <a:pt x="150" y="108"/>
                    </a:lnTo>
                    <a:lnTo>
                      <a:pt x="168" y="120"/>
                    </a:lnTo>
                    <a:lnTo>
                      <a:pt x="192" y="144"/>
                    </a:lnTo>
                    <a:lnTo>
                      <a:pt x="204" y="150"/>
                    </a:lnTo>
                    <a:lnTo>
                      <a:pt x="216" y="150"/>
                    </a:lnTo>
                    <a:lnTo>
                      <a:pt x="210" y="138"/>
                    </a:lnTo>
                    <a:lnTo>
                      <a:pt x="204" y="132"/>
                    </a:lnTo>
                    <a:lnTo>
                      <a:pt x="198" y="120"/>
                    </a:lnTo>
                    <a:lnTo>
                      <a:pt x="186" y="108"/>
                    </a:lnTo>
                    <a:lnTo>
                      <a:pt x="174" y="90"/>
                    </a:lnTo>
                    <a:lnTo>
                      <a:pt x="156" y="78"/>
                    </a:lnTo>
                    <a:lnTo>
                      <a:pt x="144" y="66"/>
                    </a:lnTo>
                    <a:lnTo>
                      <a:pt x="132" y="60"/>
                    </a:lnTo>
                    <a:lnTo>
                      <a:pt x="120"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70" name="Papua New Guinea" descr="© INSCALE GmbH, 05.05.2010&#10;http://www.presentationload.com/">
                <a:extLst>
                  <a:ext uri="{FF2B5EF4-FFF2-40B4-BE49-F238E27FC236}">
                    <a16:creationId xmlns:a16="http://schemas.microsoft.com/office/drawing/2014/main" id="{D69E7060-A0EA-2849-BDD5-FD77207FE020}"/>
                  </a:ext>
                </a:extLst>
              </p:cNvPr>
              <p:cNvSpPr>
                <a:spLocks noEditPoints="1"/>
              </p:cNvSpPr>
              <p:nvPr/>
            </p:nvSpPr>
            <p:spPr bwMode="gray">
              <a:xfrm>
                <a:off x="9924037" y="4204163"/>
                <a:ext cx="456931" cy="305718"/>
              </a:xfrm>
              <a:custGeom>
                <a:avLst/>
                <a:gdLst>
                  <a:gd name="T0" fmla="*/ 2147483647 w 1086"/>
                  <a:gd name="T1" fmla="*/ 2147483647 h 726"/>
                  <a:gd name="T2" fmla="*/ 2147483647 w 1086"/>
                  <a:gd name="T3" fmla="*/ 2147483647 h 726"/>
                  <a:gd name="T4" fmla="*/ 2147483647 w 1086"/>
                  <a:gd name="T5" fmla="*/ 2147483647 h 726"/>
                  <a:gd name="T6" fmla="*/ 2147483647 w 1086"/>
                  <a:gd name="T7" fmla="*/ 2147483647 h 726"/>
                  <a:gd name="T8" fmla="*/ 2147483647 w 1086"/>
                  <a:gd name="T9" fmla="*/ 2147483647 h 726"/>
                  <a:gd name="T10" fmla="*/ 2147483647 w 1086"/>
                  <a:gd name="T11" fmla="*/ 2147483647 h 726"/>
                  <a:gd name="T12" fmla="*/ 2147483647 w 1086"/>
                  <a:gd name="T13" fmla="*/ 2147483647 h 726"/>
                  <a:gd name="T14" fmla="*/ 2147483647 w 1086"/>
                  <a:gd name="T15" fmla="*/ 2147483647 h 726"/>
                  <a:gd name="T16" fmla="*/ 2147483647 w 1086"/>
                  <a:gd name="T17" fmla="*/ 2147483647 h 726"/>
                  <a:gd name="T18" fmla="*/ 2147483647 w 1086"/>
                  <a:gd name="T19" fmla="*/ 2147483647 h 726"/>
                  <a:gd name="T20" fmla="*/ 2147483647 w 1086"/>
                  <a:gd name="T21" fmla="*/ 2147483647 h 726"/>
                  <a:gd name="T22" fmla="*/ 2147483647 w 1086"/>
                  <a:gd name="T23" fmla="*/ 2147483647 h 726"/>
                  <a:gd name="T24" fmla="*/ 2147483647 w 1086"/>
                  <a:gd name="T25" fmla="*/ 2147483647 h 726"/>
                  <a:gd name="T26" fmla="*/ 2147483647 w 1086"/>
                  <a:gd name="T27" fmla="*/ 2147483647 h 726"/>
                  <a:gd name="T28" fmla="*/ 2147483647 w 1086"/>
                  <a:gd name="T29" fmla="*/ 2147483647 h 726"/>
                  <a:gd name="T30" fmla="*/ 2147483647 w 1086"/>
                  <a:gd name="T31" fmla="*/ 2147483647 h 726"/>
                  <a:gd name="T32" fmla="*/ 2147483647 w 1086"/>
                  <a:gd name="T33" fmla="*/ 2147483647 h 726"/>
                  <a:gd name="T34" fmla="*/ 2147483647 w 1086"/>
                  <a:gd name="T35" fmla="*/ 2147483647 h 726"/>
                  <a:gd name="T36" fmla="*/ 2147483647 w 1086"/>
                  <a:gd name="T37" fmla="*/ 2147483647 h 726"/>
                  <a:gd name="T38" fmla="*/ 2147483647 w 1086"/>
                  <a:gd name="T39" fmla="*/ 2147483647 h 726"/>
                  <a:gd name="T40" fmla="*/ 2147483647 w 1086"/>
                  <a:gd name="T41" fmla="*/ 2147483647 h 726"/>
                  <a:gd name="T42" fmla="*/ 2147483647 w 1086"/>
                  <a:gd name="T43" fmla="*/ 2147483647 h 726"/>
                  <a:gd name="T44" fmla="*/ 2147483647 w 1086"/>
                  <a:gd name="T45" fmla="*/ 2147483647 h 726"/>
                  <a:gd name="T46" fmla="*/ 2147483647 w 1086"/>
                  <a:gd name="T47" fmla="*/ 2147483647 h 726"/>
                  <a:gd name="T48" fmla="*/ 2147483647 w 1086"/>
                  <a:gd name="T49" fmla="*/ 2147483647 h 726"/>
                  <a:gd name="T50" fmla="*/ 2147483647 w 1086"/>
                  <a:gd name="T51" fmla="*/ 2147483647 h 726"/>
                  <a:gd name="T52" fmla="*/ 2147483647 w 1086"/>
                  <a:gd name="T53" fmla="*/ 2147483647 h 726"/>
                  <a:gd name="T54" fmla="*/ 2147483647 w 1086"/>
                  <a:gd name="T55" fmla="*/ 2147483647 h 726"/>
                  <a:gd name="T56" fmla="*/ 2147483647 w 1086"/>
                  <a:gd name="T57" fmla="*/ 2147483647 h 726"/>
                  <a:gd name="T58" fmla="*/ 2147483647 w 1086"/>
                  <a:gd name="T59" fmla="*/ 2147483647 h 726"/>
                  <a:gd name="T60" fmla="*/ 2147483647 w 1086"/>
                  <a:gd name="T61" fmla="*/ 2147483647 h 726"/>
                  <a:gd name="T62" fmla="*/ 2147483647 w 1086"/>
                  <a:gd name="T63" fmla="*/ 2147483647 h 726"/>
                  <a:gd name="T64" fmla="*/ 2147483647 w 1086"/>
                  <a:gd name="T65" fmla="*/ 2147483647 h 726"/>
                  <a:gd name="T66" fmla="*/ 2147483647 w 1086"/>
                  <a:gd name="T67" fmla="*/ 2147483647 h 726"/>
                  <a:gd name="T68" fmla="*/ 2147483647 w 1086"/>
                  <a:gd name="T69" fmla="*/ 2147483647 h 726"/>
                  <a:gd name="T70" fmla="*/ 2147483647 w 1086"/>
                  <a:gd name="T71" fmla="*/ 2147483647 h 726"/>
                  <a:gd name="T72" fmla="*/ 2147483647 w 1086"/>
                  <a:gd name="T73" fmla="*/ 2147483647 h 726"/>
                  <a:gd name="T74" fmla="*/ 2147483647 w 1086"/>
                  <a:gd name="T75" fmla="*/ 2147483647 h 726"/>
                  <a:gd name="T76" fmla="*/ 2147483647 w 1086"/>
                  <a:gd name="T77" fmla="*/ 2147483647 h 726"/>
                  <a:gd name="T78" fmla="*/ 2147483647 w 1086"/>
                  <a:gd name="T79" fmla="*/ 2147483647 h 726"/>
                  <a:gd name="T80" fmla="*/ 2147483647 w 1086"/>
                  <a:gd name="T81" fmla="*/ 2147483647 h 726"/>
                  <a:gd name="T82" fmla="*/ 2147483647 w 1086"/>
                  <a:gd name="T83" fmla="*/ 2147483647 h 726"/>
                  <a:gd name="T84" fmla="*/ 2147483647 w 1086"/>
                  <a:gd name="T85" fmla="*/ 2147483647 h 726"/>
                  <a:gd name="T86" fmla="*/ 2147483647 w 1086"/>
                  <a:gd name="T87" fmla="*/ 2147483647 h 726"/>
                  <a:gd name="T88" fmla="*/ 2147483647 w 1086"/>
                  <a:gd name="T89" fmla="*/ 2147483647 h 726"/>
                  <a:gd name="T90" fmla="*/ 2147483647 w 1086"/>
                  <a:gd name="T91" fmla="*/ 2147483647 h 726"/>
                  <a:gd name="T92" fmla="*/ 2147483647 w 1086"/>
                  <a:gd name="T93" fmla="*/ 2147483647 h 726"/>
                  <a:gd name="T94" fmla="*/ 2147483647 w 1086"/>
                  <a:gd name="T95" fmla="*/ 2147483647 h 726"/>
                  <a:gd name="T96" fmla="*/ 2147483647 w 1086"/>
                  <a:gd name="T97" fmla="*/ 2147483647 h 726"/>
                  <a:gd name="T98" fmla="*/ 2147483647 w 1086"/>
                  <a:gd name="T99" fmla="*/ 2147483647 h 726"/>
                  <a:gd name="T100" fmla="*/ 2147483647 w 1086"/>
                  <a:gd name="T101" fmla="*/ 2147483647 h 726"/>
                  <a:gd name="T102" fmla="*/ 2147483647 w 1086"/>
                  <a:gd name="T103" fmla="*/ 2147483647 h 726"/>
                  <a:gd name="T104" fmla="*/ 2147483647 w 1086"/>
                  <a:gd name="T105" fmla="*/ 2147483647 h 726"/>
                  <a:gd name="T106" fmla="*/ 2147483647 w 1086"/>
                  <a:gd name="T107" fmla="*/ 2147483647 h 726"/>
                  <a:gd name="T108" fmla="*/ 2147483647 w 1086"/>
                  <a:gd name="T109" fmla="*/ 2147483647 h 726"/>
                  <a:gd name="T110" fmla="*/ 2147483647 w 1086"/>
                  <a:gd name="T111" fmla="*/ 2147483647 h 726"/>
                  <a:gd name="T112" fmla="*/ 2147483647 w 1086"/>
                  <a:gd name="T113" fmla="*/ 2147483647 h 7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86"/>
                  <a:gd name="T172" fmla="*/ 0 h 726"/>
                  <a:gd name="T173" fmla="*/ 1086 w 1086"/>
                  <a:gd name="T174" fmla="*/ 726 h 7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86" h="726">
                    <a:moveTo>
                      <a:pt x="486" y="0"/>
                    </a:moveTo>
                    <a:lnTo>
                      <a:pt x="462" y="0"/>
                    </a:lnTo>
                    <a:lnTo>
                      <a:pt x="450" y="6"/>
                    </a:lnTo>
                    <a:lnTo>
                      <a:pt x="444" y="12"/>
                    </a:lnTo>
                    <a:lnTo>
                      <a:pt x="432" y="18"/>
                    </a:lnTo>
                    <a:lnTo>
                      <a:pt x="462" y="36"/>
                    </a:lnTo>
                    <a:lnTo>
                      <a:pt x="474" y="36"/>
                    </a:lnTo>
                    <a:lnTo>
                      <a:pt x="486" y="30"/>
                    </a:lnTo>
                    <a:lnTo>
                      <a:pt x="498" y="18"/>
                    </a:lnTo>
                    <a:lnTo>
                      <a:pt x="492" y="6"/>
                    </a:lnTo>
                    <a:lnTo>
                      <a:pt x="486" y="0"/>
                    </a:lnTo>
                    <a:close/>
                    <a:moveTo>
                      <a:pt x="756" y="216"/>
                    </a:moveTo>
                    <a:lnTo>
                      <a:pt x="750" y="222"/>
                    </a:lnTo>
                    <a:lnTo>
                      <a:pt x="750" y="228"/>
                    </a:lnTo>
                    <a:lnTo>
                      <a:pt x="756" y="234"/>
                    </a:lnTo>
                    <a:lnTo>
                      <a:pt x="768" y="240"/>
                    </a:lnTo>
                    <a:lnTo>
                      <a:pt x="774" y="246"/>
                    </a:lnTo>
                    <a:lnTo>
                      <a:pt x="774" y="264"/>
                    </a:lnTo>
                    <a:lnTo>
                      <a:pt x="702" y="300"/>
                    </a:lnTo>
                    <a:lnTo>
                      <a:pt x="666" y="300"/>
                    </a:lnTo>
                    <a:lnTo>
                      <a:pt x="630" y="312"/>
                    </a:lnTo>
                    <a:lnTo>
                      <a:pt x="594" y="330"/>
                    </a:lnTo>
                    <a:lnTo>
                      <a:pt x="588" y="336"/>
                    </a:lnTo>
                    <a:lnTo>
                      <a:pt x="570" y="336"/>
                    </a:lnTo>
                    <a:lnTo>
                      <a:pt x="564" y="342"/>
                    </a:lnTo>
                    <a:lnTo>
                      <a:pt x="588" y="378"/>
                    </a:lnTo>
                    <a:lnTo>
                      <a:pt x="684" y="378"/>
                    </a:lnTo>
                    <a:lnTo>
                      <a:pt x="702" y="366"/>
                    </a:lnTo>
                    <a:lnTo>
                      <a:pt x="738" y="366"/>
                    </a:lnTo>
                    <a:lnTo>
                      <a:pt x="750" y="360"/>
                    </a:lnTo>
                    <a:lnTo>
                      <a:pt x="774" y="336"/>
                    </a:lnTo>
                    <a:lnTo>
                      <a:pt x="774" y="330"/>
                    </a:lnTo>
                    <a:lnTo>
                      <a:pt x="804" y="324"/>
                    </a:lnTo>
                    <a:lnTo>
                      <a:pt x="798" y="300"/>
                    </a:lnTo>
                    <a:lnTo>
                      <a:pt x="822" y="300"/>
                    </a:lnTo>
                    <a:lnTo>
                      <a:pt x="822" y="288"/>
                    </a:lnTo>
                    <a:lnTo>
                      <a:pt x="828" y="258"/>
                    </a:lnTo>
                    <a:lnTo>
                      <a:pt x="828" y="228"/>
                    </a:lnTo>
                    <a:lnTo>
                      <a:pt x="822" y="198"/>
                    </a:lnTo>
                    <a:lnTo>
                      <a:pt x="816" y="192"/>
                    </a:lnTo>
                    <a:lnTo>
                      <a:pt x="804" y="186"/>
                    </a:lnTo>
                    <a:lnTo>
                      <a:pt x="792" y="192"/>
                    </a:lnTo>
                    <a:lnTo>
                      <a:pt x="786" y="198"/>
                    </a:lnTo>
                    <a:lnTo>
                      <a:pt x="762" y="210"/>
                    </a:lnTo>
                    <a:lnTo>
                      <a:pt x="756" y="216"/>
                    </a:lnTo>
                    <a:close/>
                    <a:moveTo>
                      <a:pt x="834" y="132"/>
                    </a:moveTo>
                    <a:lnTo>
                      <a:pt x="822" y="132"/>
                    </a:lnTo>
                    <a:lnTo>
                      <a:pt x="816" y="120"/>
                    </a:lnTo>
                    <a:lnTo>
                      <a:pt x="804" y="108"/>
                    </a:lnTo>
                    <a:lnTo>
                      <a:pt x="792" y="102"/>
                    </a:lnTo>
                    <a:lnTo>
                      <a:pt x="786" y="90"/>
                    </a:lnTo>
                    <a:lnTo>
                      <a:pt x="774" y="78"/>
                    </a:lnTo>
                    <a:lnTo>
                      <a:pt x="768" y="78"/>
                    </a:lnTo>
                    <a:lnTo>
                      <a:pt x="762" y="72"/>
                    </a:lnTo>
                    <a:lnTo>
                      <a:pt x="756" y="72"/>
                    </a:lnTo>
                    <a:lnTo>
                      <a:pt x="732" y="36"/>
                    </a:lnTo>
                    <a:lnTo>
                      <a:pt x="720" y="84"/>
                    </a:lnTo>
                    <a:lnTo>
                      <a:pt x="762" y="96"/>
                    </a:lnTo>
                    <a:lnTo>
                      <a:pt x="816" y="150"/>
                    </a:lnTo>
                    <a:lnTo>
                      <a:pt x="828" y="150"/>
                    </a:lnTo>
                    <a:lnTo>
                      <a:pt x="834" y="156"/>
                    </a:lnTo>
                    <a:lnTo>
                      <a:pt x="846" y="162"/>
                    </a:lnTo>
                    <a:lnTo>
                      <a:pt x="852" y="174"/>
                    </a:lnTo>
                    <a:lnTo>
                      <a:pt x="852" y="180"/>
                    </a:lnTo>
                    <a:lnTo>
                      <a:pt x="858" y="192"/>
                    </a:lnTo>
                    <a:lnTo>
                      <a:pt x="852" y="204"/>
                    </a:lnTo>
                    <a:lnTo>
                      <a:pt x="852" y="240"/>
                    </a:lnTo>
                    <a:lnTo>
                      <a:pt x="858" y="252"/>
                    </a:lnTo>
                    <a:lnTo>
                      <a:pt x="864" y="258"/>
                    </a:lnTo>
                    <a:lnTo>
                      <a:pt x="882" y="258"/>
                    </a:lnTo>
                    <a:lnTo>
                      <a:pt x="894" y="246"/>
                    </a:lnTo>
                    <a:lnTo>
                      <a:pt x="900" y="234"/>
                    </a:lnTo>
                    <a:lnTo>
                      <a:pt x="900" y="222"/>
                    </a:lnTo>
                    <a:lnTo>
                      <a:pt x="888" y="186"/>
                    </a:lnTo>
                    <a:lnTo>
                      <a:pt x="876" y="174"/>
                    </a:lnTo>
                    <a:lnTo>
                      <a:pt x="864" y="156"/>
                    </a:lnTo>
                    <a:lnTo>
                      <a:pt x="852" y="150"/>
                    </a:lnTo>
                    <a:lnTo>
                      <a:pt x="846" y="138"/>
                    </a:lnTo>
                    <a:lnTo>
                      <a:pt x="834" y="132"/>
                    </a:lnTo>
                    <a:close/>
                    <a:moveTo>
                      <a:pt x="1086" y="360"/>
                    </a:moveTo>
                    <a:lnTo>
                      <a:pt x="1020" y="294"/>
                    </a:lnTo>
                    <a:lnTo>
                      <a:pt x="1020" y="288"/>
                    </a:lnTo>
                    <a:lnTo>
                      <a:pt x="1002" y="270"/>
                    </a:lnTo>
                    <a:lnTo>
                      <a:pt x="984" y="270"/>
                    </a:lnTo>
                    <a:lnTo>
                      <a:pt x="978" y="276"/>
                    </a:lnTo>
                    <a:lnTo>
                      <a:pt x="978" y="300"/>
                    </a:lnTo>
                    <a:lnTo>
                      <a:pt x="996" y="330"/>
                    </a:lnTo>
                    <a:lnTo>
                      <a:pt x="1020" y="378"/>
                    </a:lnTo>
                    <a:lnTo>
                      <a:pt x="1086" y="438"/>
                    </a:lnTo>
                    <a:lnTo>
                      <a:pt x="1086" y="360"/>
                    </a:lnTo>
                    <a:close/>
                    <a:moveTo>
                      <a:pt x="672" y="672"/>
                    </a:moveTo>
                    <a:lnTo>
                      <a:pt x="630" y="642"/>
                    </a:lnTo>
                    <a:lnTo>
                      <a:pt x="648" y="630"/>
                    </a:lnTo>
                    <a:lnTo>
                      <a:pt x="636" y="630"/>
                    </a:lnTo>
                    <a:lnTo>
                      <a:pt x="624" y="624"/>
                    </a:lnTo>
                    <a:lnTo>
                      <a:pt x="612" y="624"/>
                    </a:lnTo>
                    <a:lnTo>
                      <a:pt x="600" y="618"/>
                    </a:lnTo>
                    <a:lnTo>
                      <a:pt x="594" y="606"/>
                    </a:lnTo>
                    <a:lnTo>
                      <a:pt x="594" y="594"/>
                    </a:lnTo>
                    <a:lnTo>
                      <a:pt x="600" y="582"/>
                    </a:lnTo>
                    <a:lnTo>
                      <a:pt x="600" y="564"/>
                    </a:lnTo>
                    <a:lnTo>
                      <a:pt x="588" y="570"/>
                    </a:lnTo>
                    <a:lnTo>
                      <a:pt x="582" y="570"/>
                    </a:lnTo>
                    <a:lnTo>
                      <a:pt x="570" y="576"/>
                    </a:lnTo>
                    <a:lnTo>
                      <a:pt x="564" y="576"/>
                    </a:lnTo>
                    <a:lnTo>
                      <a:pt x="552" y="582"/>
                    </a:lnTo>
                    <a:lnTo>
                      <a:pt x="552" y="552"/>
                    </a:lnTo>
                    <a:lnTo>
                      <a:pt x="528" y="540"/>
                    </a:lnTo>
                    <a:lnTo>
                      <a:pt x="528" y="492"/>
                    </a:lnTo>
                    <a:lnTo>
                      <a:pt x="474" y="456"/>
                    </a:lnTo>
                    <a:lnTo>
                      <a:pt x="450" y="402"/>
                    </a:lnTo>
                    <a:lnTo>
                      <a:pt x="474" y="390"/>
                    </a:lnTo>
                    <a:lnTo>
                      <a:pt x="480" y="384"/>
                    </a:lnTo>
                    <a:lnTo>
                      <a:pt x="492" y="378"/>
                    </a:lnTo>
                    <a:lnTo>
                      <a:pt x="504" y="366"/>
                    </a:lnTo>
                    <a:lnTo>
                      <a:pt x="504" y="360"/>
                    </a:lnTo>
                    <a:lnTo>
                      <a:pt x="492" y="336"/>
                    </a:lnTo>
                    <a:lnTo>
                      <a:pt x="468" y="324"/>
                    </a:lnTo>
                    <a:lnTo>
                      <a:pt x="462" y="318"/>
                    </a:lnTo>
                    <a:lnTo>
                      <a:pt x="456" y="318"/>
                    </a:lnTo>
                    <a:lnTo>
                      <a:pt x="450" y="312"/>
                    </a:lnTo>
                    <a:lnTo>
                      <a:pt x="438" y="312"/>
                    </a:lnTo>
                    <a:lnTo>
                      <a:pt x="402" y="300"/>
                    </a:lnTo>
                    <a:lnTo>
                      <a:pt x="390" y="300"/>
                    </a:lnTo>
                    <a:lnTo>
                      <a:pt x="378" y="294"/>
                    </a:lnTo>
                    <a:lnTo>
                      <a:pt x="372" y="294"/>
                    </a:lnTo>
                    <a:lnTo>
                      <a:pt x="372" y="234"/>
                    </a:lnTo>
                    <a:lnTo>
                      <a:pt x="366" y="222"/>
                    </a:lnTo>
                    <a:lnTo>
                      <a:pt x="354" y="210"/>
                    </a:lnTo>
                    <a:lnTo>
                      <a:pt x="342" y="210"/>
                    </a:lnTo>
                    <a:lnTo>
                      <a:pt x="288" y="156"/>
                    </a:lnTo>
                    <a:lnTo>
                      <a:pt x="252" y="162"/>
                    </a:lnTo>
                    <a:lnTo>
                      <a:pt x="216" y="126"/>
                    </a:lnTo>
                    <a:lnTo>
                      <a:pt x="186" y="120"/>
                    </a:lnTo>
                    <a:lnTo>
                      <a:pt x="66" y="60"/>
                    </a:lnTo>
                    <a:lnTo>
                      <a:pt x="42" y="72"/>
                    </a:lnTo>
                    <a:lnTo>
                      <a:pt x="0" y="42"/>
                    </a:lnTo>
                    <a:lnTo>
                      <a:pt x="42" y="72"/>
                    </a:lnTo>
                    <a:lnTo>
                      <a:pt x="36" y="102"/>
                    </a:lnTo>
                    <a:lnTo>
                      <a:pt x="36" y="240"/>
                    </a:lnTo>
                    <a:lnTo>
                      <a:pt x="30" y="258"/>
                    </a:lnTo>
                    <a:lnTo>
                      <a:pt x="30" y="372"/>
                    </a:lnTo>
                    <a:lnTo>
                      <a:pt x="24" y="378"/>
                    </a:lnTo>
                    <a:lnTo>
                      <a:pt x="12" y="384"/>
                    </a:lnTo>
                    <a:lnTo>
                      <a:pt x="0" y="396"/>
                    </a:lnTo>
                    <a:lnTo>
                      <a:pt x="0" y="402"/>
                    </a:lnTo>
                    <a:lnTo>
                      <a:pt x="6" y="408"/>
                    </a:lnTo>
                    <a:lnTo>
                      <a:pt x="18" y="414"/>
                    </a:lnTo>
                    <a:lnTo>
                      <a:pt x="30" y="414"/>
                    </a:lnTo>
                    <a:lnTo>
                      <a:pt x="30" y="444"/>
                    </a:lnTo>
                    <a:lnTo>
                      <a:pt x="24" y="456"/>
                    </a:lnTo>
                    <a:lnTo>
                      <a:pt x="24" y="480"/>
                    </a:lnTo>
                    <a:lnTo>
                      <a:pt x="18" y="492"/>
                    </a:lnTo>
                    <a:lnTo>
                      <a:pt x="18" y="504"/>
                    </a:lnTo>
                    <a:lnTo>
                      <a:pt x="12" y="510"/>
                    </a:lnTo>
                    <a:lnTo>
                      <a:pt x="12" y="516"/>
                    </a:lnTo>
                    <a:lnTo>
                      <a:pt x="18" y="540"/>
                    </a:lnTo>
                    <a:lnTo>
                      <a:pt x="18" y="588"/>
                    </a:lnTo>
                    <a:lnTo>
                      <a:pt x="30" y="594"/>
                    </a:lnTo>
                    <a:lnTo>
                      <a:pt x="48" y="594"/>
                    </a:lnTo>
                    <a:lnTo>
                      <a:pt x="60" y="588"/>
                    </a:lnTo>
                    <a:lnTo>
                      <a:pt x="90" y="588"/>
                    </a:lnTo>
                    <a:lnTo>
                      <a:pt x="96" y="582"/>
                    </a:lnTo>
                    <a:lnTo>
                      <a:pt x="102" y="582"/>
                    </a:lnTo>
                    <a:lnTo>
                      <a:pt x="126" y="600"/>
                    </a:lnTo>
                    <a:lnTo>
                      <a:pt x="132" y="600"/>
                    </a:lnTo>
                    <a:lnTo>
                      <a:pt x="138" y="594"/>
                    </a:lnTo>
                    <a:lnTo>
                      <a:pt x="156" y="588"/>
                    </a:lnTo>
                    <a:lnTo>
                      <a:pt x="168" y="582"/>
                    </a:lnTo>
                    <a:lnTo>
                      <a:pt x="180" y="570"/>
                    </a:lnTo>
                    <a:lnTo>
                      <a:pt x="180" y="564"/>
                    </a:lnTo>
                    <a:lnTo>
                      <a:pt x="168" y="552"/>
                    </a:lnTo>
                    <a:lnTo>
                      <a:pt x="150" y="540"/>
                    </a:lnTo>
                    <a:lnTo>
                      <a:pt x="138" y="534"/>
                    </a:lnTo>
                    <a:lnTo>
                      <a:pt x="120" y="522"/>
                    </a:lnTo>
                    <a:lnTo>
                      <a:pt x="108" y="516"/>
                    </a:lnTo>
                    <a:lnTo>
                      <a:pt x="102" y="510"/>
                    </a:lnTo>
                    <a:lnTo>
                      <a:pt x="96" y="510"/>
                    </a:lnTo>
                    <a:lnTo>
                      <a:pt x="108" y="510"/>
                    </a:lnTo>
                    <a:lnTo>
                      <a:pt x="138" y="516"/>
                    </a:lnTo>
                    <a:lnTo>
                      <a:pt x="204" y="516"/>
                    </a:lnTo>
                    <a:lnTo>
                      <a:pt x="204" y="510"/>
                    </a:lnTo>
                    <a:lnTo>
                      <a:pt x="198" y="504"/>
                    </a:lnTo>
                    <a:lnTo>
                      <a:pt x="198" y="498"/>
                    </a:lnTo>
                    <a:lnTo>
                      <a:pt x="186" y="486"/>
                    </a:lnTo>
                    <a:lnTo>
                      <a:pt x="192" y="492"/>
                    </a:lnTo>
                    <a:lnTo>
                      <a:pt x="204" y="492"/>
                    </a:lnTo>
                    <a:lnTo>
                      <a:pt x="210" y="498"/>
                    </a:lnTo>
                    <a:lnTo>
                      <a:pt x="216" y="498"/>
                    </a:lnTo>
                    <a:lnTo>
                      <a:pt x="222" y="492"/>
                    </a:lnTo>
                    <a:lnTo>
                      <a:pt x="222" y="486"/>
                    </a:lnTo>
                    <a:lnTo>
                      <a:pt x="216" y="480"/>
                    </a:lnTo>
                    <a:lnTo>
                      <a:pt x="216" y="468"/>
                    </a:lnTo>
                    <a:lnTo>
                      <a:pt x="210" y="462"/>
                    </a:lnTo>
                    <a:lnTo>
                      <a:pt x="222" y="468"/>
                    </a:lnTo>
                    <a:lnTo>
                      <a:pt x="228" y="474"/>
                    </a:lnTo>
                    <a:lnTo>
                      <a:pt x="246" y="474"/>
                    </a:lnTo>
                    <a:lnTo>
                      <a:pt x="252" y="468"/>
                    </a:lnTo>
                    <a:lnTo>
                      <a:pt x="264" y="462"/>
                    </a:lnTo>
                    <a:lnTo>
                      <a:pt x="270" y="456"/>
                    </a:lnTo>
                    <a:lnTo>
                      <a:pt x="288" y="474"/>
                    </a:lnTo>
                    <a:lnTo>
                      <a:pt x="300" y="480"/>
                    </a:lnTo>
                    <a:lnTo>
                      <a:pt x="306" y="486"/>
                    </a:lnTo>
                    <a:lnTo>
                      <a:pt x="312" y="486"/>
                    </a:lnTo>
                    <a:lnTo>
                      <a:pt x="330" y="492"/>
                    </a:lnTo>
                    <a:lnTo>
                      <a:pt x="342" y="492"/>
                    </a:lnTo>
                    <a:lnTo>
                      <a:pt x="378" y="504"/>
                    </a:lnTo>
                    <a:lnTo>
                      <a:pt x="390" y="510"/>
                    </a:lnTo>
                    <a:lnTo>
                      <a:pt x="402" y="534"/>
                    </a:lnTo>
                    <a:lnTo>
                      <a:pt x="402" y="558"/>
                    </a:lnTo>
                    <a:lnTo>
                      <a:pt x="408" y="570"/>
                    </a:lnTo>
                    <a:lnTo>
                      <a:pt x="420" y="582"/>
                    </a:lnTo>
                    <a:lnTo>
                      <a:pt x="438" y="582"/>
                    </a:lnTo>
                    <a:lnTo>
                      <a:pt x="450" y="594"/>
                    </a:lnTo>
                    <a:lnTo>
                      <a:pt x="450" y="606"/>
                    </a:lnTo>
                    <a:lnTo>
                      <a:pt x="456" y="618"/>
                    </a:lnTo>
                    <a:lnTo>
                      <a:pt x="468" y="654"/>
                    </a:lnTo>
                    <a:lnTo>
                      <a:pt x="486" y="672"/>
                    </a:lnTo>
                    <a:lnTo>
                      <a:pt x="516" y="678"/>
                    </a:lnTo>
                    <a:lnTo>
                      <a:pt x="558" y="684"/>
                    </a:lnTo>
                    <a:lnTo>
                      <a:pt x="618" y="684"/>
                    </a:lnTo>
                    <a:lnTo>
                      <a:pt x="630" y="690"/>
                    </a:lnTo>
                    <a:lnTo>
                      <a:pt x="654" y="714"/>
                    </a:lnTo>
                    <a:lnTo>
                      <a:pt x="678" y="726"/>
                    </a:lnTo>
                    <a:lnTo>
                      <a:pt x="684" y="726"/>
                    </a:lnTo>
                    <a:lnTo>
                      <a:pt x="684" y="720"/>
                    </a:lnTo>
                    <a:lnTo>
                      <a:pt x="678" y="708"/>
                    </a:lnTo>
                    <a:lnTo>
                      <a:pt x="678" y="702"/>
                    </a:lnTo>
                    <a:lnTo>
                      <a:pt x="672" y="690"/>
                    </a:lnTo>
                    <a:lnTo>
                      <a:pt x="666" y="684"/>
                    </a:lnTo>
                    <a:lnTo>
                      <a:pt x="672" y="6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71" name="New Zealand" descr="© INSCALE GmbH, 05.05.2010&#10;http://www.presentationload.com/">
                <a:extLst>
                  <a:ext uri="{FF2B5EF4-FFF2-40B4-BE49-F238E27FC236}">
                    <a16:creationId xmlns:a16="http://schemas.microsoft.com/office/drawing/2014/main" id="{ACA7B789-81CD-3841-99C4-D0AE50881EDA}"/>
                  </a:ext>
                </a:extLst>
              </p:cNvPr>
              <p:cNvSpPr>
                <a:spLocks noEditPoints="1"/>
              </p:cNvSpPr>
              <p:nvPr/>
            </p:nvSpPr>
            <p:spPr bwMode="gray">
              <a:xfrm>
                <a:off x="10187019" y="5303755"/>
                <a:ext cx="534184" cy="412555"/>
              </a:xfrm>
              <a:custGeom>
                <a:avLst/>
                <a:gdLst>
                  <a:gd name="T0" fmla="*/ 2147483647 w 1272"/>
                  <a:gd name="T1" fmla="*/ 2147483647 h 984"/>
                  <a:gd name="T2" fmla="*/ 2147483647 w 1272"/>
                  <a:gd name="T3" fmla="*/ 2147483647 h 984"/>
                  <a:gd name="T4" fmla="*/ 2147483647 w 1272"/>
                  <a:gd name="T5" fmla="*/ 2147483647 h 984"/>
                  <a:gd name="T6" fmla="*/ 2147483647 w 1272"/>
                  <a:gd name="T7" fmla="*/ 2147483647 h 984"/>
                  <a:gd name="T8" fmla="*/ 2147483647 w 1272"/>
                  <a:gd name="T9" fmla="*/ 2147483647 h 984"/>
                  <a:gd name="T10" fmla="*/ 2147483647 w 1272"/>
                  <a:gd name="T11" fmla="*/ 2147483647 h 984"/>
                  <a:gd name="T12" fmla="*/ 2147483647 w 1272"/>
                  <a:gd name="T13" fmla="*/ 2147483647 h 984"/>
                  <a:gd name="T14" fmla="*/ 2147483647 w 1272"/>
                  <a:gd name="T15" fmla="*/ 2147483647 h 984"/>
                  <a:gd name="T16" fmla="*/ 2147483647 w 1272"/>
                  <a:gd name="T17" fmla="*/ 2147483647 h 984"/>
                  <a:gd name="T18" fmla="*/ 2147483647 w 1272"/>
                  <a:gd name="T19" fmla="*/ 2147483647 h 984"/>
                  <a:gd name="T20" fmla="*/ 2147483647 w 1272"/>
                  <a:gd name="T21" fmla="*/ 2147483647 h 984"/>
                  <a:gd name="T22" fmla="*/ 2147483647 w 1272"/>
                  <a:gd name="T23" fmla="*/ 2147483647 h 984"/>
                  <a:gd name="T24" fmla="*/ 2147483647 w 1272"/>
                  <a:gd name="T25" fmla="*/ 2147483647 h 984"/>
                  <a:gd name="T26" fmla="*/ 2147483647 w 1272"/>
                  <a:gd name="T27" fmla="*/ 2147483647 h 984"/>
                  <a:gd name="T28" fmla="*/ 2147483647 w 1272"/>
                  <a:gd name="T29" fmla="*/ 2147483647 h 984"/>
                  <a:gd name="T30" fmla="*/ 2147483647 w 1272"/>
                  <a:gd name="T31" fmla="*/ 2147483647 h 984"/>
                  <a:gd name="T32" fmla="*/ 2147483647 w 1272"/>
                  <a:gd name="T33" fmla="*/ 2147483647 h 984"/>
                  <a:gd name="T34" fmla="*/ 2147483647 w 1272"/>
                  <a:gd name="T35" fmla="*/ 2147483647 h 984"/>
                  <a:gd name="T36" fmla="*/ 2147483647 w 1272"/>
                  <a:gd name="T37" fmla="*/ 2147483647 h 984"/>
                  <a:gd name="T38" fmla="*/ 2147483647 w 1272"/>
                  <a:gd name="T39" fmla="*/ 2147483647 h 984"/>
                  <a:gd name="T40" fmla="*/ 2147483647 w 1272"/>
                  <a:gd name="T41" fmla="*/ 2147483647 h 984"/>
                  <a:gd name="T42" fmla="*/ 2147483647 w 1272"/>
                  <a:gd name="T43" fmla="*/ 2147483647 h 984"/>
                  <a:gd name="T44" fmla="*/ 2147483647 w 1272"/>
                  <a:gd name="T45" fmla="*/ 2147483647 h 984"/>
                  <a:gd name="T46" fmla="*/ 2147483647 w 1272"/>
                  <a:gd name="T47" fmla="*/ 2147483647 h 984"/>
                  <a:gd name="T48" fmla="*/ 2147483647 w 1272"/>
                  <a:gd name="T49" fmla="*/ 2147483647 h 984"/>
                  <a:gd name="T50" fmla="*/ 2147483647 w 1272"/>
                  <a:gd name="T51" fmla="*/ 2147483647 h 984"/>
                  <a:gd name="T52" fmla="*/ 2147483647 w 1272"/>
                  <a:gd name="T53" fmla="*/ 2147483647 h 984"/>
                  <a:gd name="T54" fmla="*/ 2147483647 w 1272"/>
                  <a:gd name="T55" fmla="*/ 2147483647 h 984"/>
                  <a:gd name="T56" fmla="*/ 2147483647 w 1272"/>
                  <a:gd name="T57" fmla="*/ 2147483647 h 984"/>
                  <a:gd name="T58" fmla="*/ 2147483647 w 1272"/>
                  <a:gd name="T59" fmla="*/ 2147483647 h 984"/>
                  <a:gd name="T60" fmla="*/ 2147483647 w 1272"/>
                  <a:gd name="T61" fmla="*/ 2147483647 h 984"/>
                  <a:gd name="T62" fmla="*/ 2147483647 w 1272"/>
                  <a:gd name="T63" fmla="*/ 2147483647 h 984"/>
                  <a:gd name="T64" fmla="*/ 2147483647 w 1272"/>
                  <a:gd name="T65" fmla="*/ 2147483647 h 984"/>
                  <a:gd name="T66" fmla="*/ 2147483647 w 1272"/>
                  <a:gd name="T67" fmla="*/ 2147483647 h 984"/>
                  <a:gd name="T68" fmla="*/ 2147483647 w 1272"/>
                  <a:gd name="T69" fmla="*/ 2147483647 h 984"/>
                  <a:gd name="T70" fmla="*/ 2147483647 w 1272"/>
                  <a:gd name="T71" fmla="*/ 2147483647 h 984"/>
                  <a:gd name="T72" fmla="*/ 2147483647 w 1272"/>
                  <a:gd name="T73" fmla="*/ 2147483647 h 984"/>
                  <a:gd name="T74" fmla="*/ 2147483647 w 1272"/>
                  <a:gd name="T75" fmla="*/ 2147483647 h 984"/>
                  <a:gd name="T76" fmla="*/ 2147483647 w 1272"/>
                  <a:gd name="T77" fmla="*/ 2147483647 h 984"/>
                  <a:gd name="T78" fmla="*/ 2147483647 w 1272"/>
                  <a:gd name="T79" fmla="*/ 2147483647 h 984"/>
                  <a:gd name="T80" fmla="*/ 2147483647 w 1272"/>
                  <a:gd name="T81" fmla="*/ 2147483647 h 984"/>
                  <a:gd name="T82" fmla="*/ 2147483647 w 1272"/>
                  <a:gd name="T83" fmla="*/ 2147483647 h 984"/>
                  <a:gd name="T84" fmla="*/ 2147483647 w 1272"/>
                  <a:gd name="T85" fmla="*/ 2147483647 h 984"/>
                  <a:gd name="T86" fmla="*/ 2147483647 w 1272"/>
                  <a:gd name="T87" fmla="*/ 2147483647 h 984"/>
                  <a:gd name="T88" fmla="*/ 2147483647 w 1272"/>
                  <a:gd name="T89" fmla="*/ 2147483647 h 984"/>
                  <a:gd name="T90" fmla="*/ 2147483647 w 1272"/>
                  <a:gd name="T91" fmla="*/ 2147483647 h 984"/>
                  <a:gd name="T92" fmla="*/ 2147483647 w 1272"/>
                  <a:gd name="T93" fmla="*/ 2147483647 h 984"/>
                  <a:gd name="T94" fmla="*/ 2147483647 w 1272"/>
                  <a:gd name="T95" fmla="*/ 2147483647 h 984"/>
                  <a:gd name="T96" fmla="*/ 2147483647 w 1272"/>
                  <a:gd name="T97" fmla="*/ 2147483647 h 984"/>
                  <a:gd name="T98" fmla="*/ 2147483647 w 1272"/>
                  <a:gd name="T99" fmla="*/ 2147483647 h 984"/>
                  <a:gd name="T100" fmla="*/ 2147483647 w 1272"/>
                  <a:gd name="T101" fmla="*/ 2147483647 h 984"/>
                  <a:gd name="T102" fmla="*/ 2147483647 w 1272"/>
                  <a:gd name="T103" fmla="*/ 2147483647 h 984"/>
                  <a:gd name="T104" fmla="*/ 2147483647 w 1272"/>
                  <a:gd name="T105" fmla="*/ 2147483647 h 984"/>
                  <a:gd name="T106" fmla="*/ 2147483647 w 1272"/>
                  <a:gd name="T107" fmla="*/ 2147483647 h 984"/>
                  <a:gd name="T108" fmla="*/ 2147483647 w 1272"/>
                  <a:gd name="T109" fmla="*/ 2147483647 h 984"/>
                  <a:gd name="T110" fmla="*/ 2147483647 w 1272"/>
                  <a:gd name="T111" fmla="*/ 2147483647 h 984"/>
                  <a:gd name="T112" fmla="*/ 2147483647 w 1272"/>
                  <a:gd name="T113" fmla="*/ 2147483647 h 984"/>
                  <a:gd name="T114" fmla="*/ 2147483647 w 1272"/>
                  <a:gd name="T115" fmla="*/ 2147483647 h 984"/>
                  <a:gd name="T116" fmla="*/ 2147483647 w 1272"/>
                  <a:gd name="T117" fmla="*/ 2147483647 h 984"/>
                  <a:gd name="T118" fmla="*/ 2147483647 w 1272"/>
                  <a:gd name="T119" fmla="*/ 2147483647 h 984"/>
                  <a:gd name="T120" fmla="*/ 2147483647 w 1272"/>
                  <a:gd name="T121" fmla="*/ 2147483647 h 98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2"/>
                  <a:gd name="T184" fmla="*/ 0 h 984"/>
                  <a:gd name="T185" fmla="*/ 1272 w 1272"/>
                  <a:gd name="T186" fmla="*/ 984 h 98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2" h="984">
                    <a:moveTo>
                      <a:pt x="750" y="564"/>
                    </a:moveTo>
                    <a:lnTo>
                      <a:pt x="738" y="564"/>
                    </a:lnTo>
                    <a:lnTo>
                      <a:pt x="744" y="528"/>
                    </a:lnTo>
                    <a:lnTo>
                      <a:pt x="720" y="546"/>
                    </a:lnTo>
                    <a:lnTo>
                      <a:pt x="726" y="540"/>
                    </a:lnTo>
                    <a:lnTo>
                      <a:pt x="726" y="504"/>
                    </a:lnTo>
                    <a:lnTo>
                      <a:pt x="708" y="504"/>
                    </a:lnTo>
                    <a:lnTo>
                      <a:pt x="702" y="510"/>
                    </a:lnTo>
                    <a:lnTo>
                      <a:pt x="696" y="522"/>
                    </a:lnTo>
                    <a:lnTo>
                      <a:pt x="690" y="528"/>
                    </a:lnTo>
                    <a:lnTo>
                      <a:pt x="672" y="540"/>
                    </a:lnTo>
                    <a:lnTo>
                      <a:pt x="660" y="546"/>
                    </a:lnTo>
                    <a:lnTo>
                      <a:pt x="654" y="558"/>
                    </a:lnTo>
                    <a:lnTo>
                      <a:pt x="642" y="570"/>
                    </a:lnTo>
                    <a:lnTo>
                      <a:pt x="630" y="576"/>
                    </a:lnTo>
                    <a:lnTo>
                      <a:pt x="618" y="588"/>
                    </a:lnTo>
                    <a:lnTo>
                      <a:pt x="606" y="588"/>
                    </a:lnTo>
                    <a:lnTo>
                      <a:pt x="588" y="600"/>
                    </a:lnTo>
                    <a:lnTo>
                      <a:pt x="576" y="606"/>
                    </a:lnTo>
                    <a:lnTo>
                      <a:pt x="546" y="636"/>
                    </a:lnTo>
                    <a:lnTo>
                      <a:pt x="540" y="648"/>
                    </a:lnTo>
                    <a:lnTo>
                      <a:pt x="534" y="648"/>
                    </a:lnTo>
                    <a:lnTo>
                      <a:pt x="528" y="654"/>
                    </a:lnTo>
                    <a:lnTo>
                      <a:pt x="510" y="660"/>
                    </a:lnTo>
                    <a:lnTo>
                      <a:pt x="498" y="666"/>
                    </a:lnTo>
                    <a:lnTo>
                      <a:pt x="462" y="678"/>
                    </a:lnTo>
                    <a:lnTo>
                      <a:pt x="438" y="690"/>
                    </a:lnTo>
                    <a:lnTo>
                      <a:pt x="426" y="702"/>
                    </a:lnTo>
                    <a:lnTo>
                      <a:pt x="414" y="708"/>
                    </a:lnTo>
                    <a:lnTo>
                      <a:pt x="408" y="720"/>
                    </a:lnTo>
                    <a:lnTo>
                      <a:pt x="396" y="726"/>
                    </a:lnTo>
                    <a:lnTo>
                      <a:pt x="378" y="726"/>
                    </a:lnTo>
                    <a:lnTo>
                      <a:pt x="366" y="732"/>
                    </a:lnTo>
                    <a:lnTo>
                      <a:pt x="312" y="750"/>
                    </a:lnTo>
                    <a:lnTo>
                      <a:pt x="288" y="762"/>
                    </a:lnTo>
                    <a:lnTo>
                      <a:pt x="270" y="774"/>
                    </a:lnTo>
                    <a:lnTo>
                      <a:pt x="246" y="786"/>
                    </a:lnTo>
                    <a:lnTo>
                      <a:pt x="222" y="792"/>
                    </a:lnTo>
                    <a:lnTo>
                      <a:pt x="198" y="804"/>
                    </a:lnTo>
                    <a:lnTo>
                      <a:pt x="180" y="810"/>
                    </a:lnTo>
                    <a:lnTo>
                      <a:pt x="174" y="816"/>
                    </a:lnTo>
                    <a:lnTo>
                      <a:pt x="168" y="828"/>
                    </a:lnTo>
                    <a:lnTo>
                      <a:pt x="168" y="846"/>
                    </a:lnTo>
                    <a:lnTo>
                      <a:pt x="156" y="834"/>
                    </a:lnTo>
                    <a:lnTo>
                      <a:pt x="150" y="834"/>
                    </a:lnTo>
                    <a:lnTo>
                      <a:pt x="144" y="840"/>
                    </a:lnTo>
                    <a:lnTo>
                      <a:pt x="120" y="852"/>
                    </a:lnTo>
                    <a:lnTo>
                      <a:pt x="108" y="864"/>
                    </a:lnTo>
                    <a:lnTo>
                      <a:pt x="72" y="882"/>
                    </a:lnTo>
                    <a:lnTo>
                      <a:pt x="66" y="882"/>
                    </a:lnTo>
                    <a:lnTo>
                      <a:pt x="54" y="888"/>
                    </a:lnTo>
                    <a:lnTo>
                      <a:pt x="36" y="888"/>
                    </a:lnTo>
                    <a:lnTo>
                      <a:pt x="18" y="894"/>
                    </a:lnTo>
                    <a:lnTo>
                      <a:pt x="12" y="906"/>
                    </a:lnTo>
                    <a:lnTo>
                      <a:pt x="0" y="912"/>
                    </a:lnTo>
                    <a:lnTo>
                      <a:pt x="18" y="912"/>
                    </a:lnTo>
                    <a:lnTo>
                      <a:pt x="24" y="918"/>
                    </a:lnTo>
                    <a:lnTo>
                      <a:pt x="30" y="918"/>
                    </a:lnTo>
                    <a:lnTo>
                      <a:pt x="24" y="924"/>
                    </a:lnTo>
                    <a:lnTo>
                      <a:pt x="24" y="942"/>
                    </a:lnTo>
                    <a:lnTo>
                      <a:pt x="30" y="948"/>
                    </a:lnTo>
                    <a:lnTo>
                      <a:pt x="42" y="948"/>
                    </a:lnTo>
                    <a:lnTo>
                      <a:pt x="54" y="942"/>
                    </a:lnTo>
                    <a:lnTo>
                      <a:pt x="60" y="936"/>
                    </a:lnTo>
                    <a:lnTo>
                      <a:pt x="72" y="948"/>
                    </a:lnTo>
                    <a:lnTo>
                      <a:pt x="96" y="948"/>
                    </a:lnTo>
                    <a:lnTo>
                      <a:pt x="102" y="954"/>
                    </a:lnTo>
                    <a:lnTo>
                      <a:pt x="132" y="954"/>
                    </a:lnTo>
                    <a:lnTo>
                      <a:pt x="150" y="972"/>
                    </a:lnTo>
                    <a:lnTo>
                      <a:pt x="180" y="966"/>
                    </a:lnTo>
                    <a:lnTo>
                      <a:pt x="192" y="972"/>
                    </a:lnTo>
                    <a:lnTo>
                      <a:pt x="198" y="978"/>
                    </a:lnTo>
                    <a:lnTo>
                      <a:pt x="216" y="984"/>
                    </a:lnTo>
                    <a:lnTo>
                      <a:pt x="228" y="984"/>
                    </a:lnTo>
                    <a:lnTo>
                      <a:pt x="252" y="972"/>
                    </a:lnTo>
                    <a:lnTo>
                      <a:pt x="264" y="948"/>
                    </a:lnTo>
                    <a:lnTo>
                      <a:pt x="288" y="936"/>
                    </a:lnTo>
                    <a:lnTo>
                      <a:pt x="312" y="936"/>
                    </a:lnTo>
                    <a:lnTo>
                      <a:pt x="336" y="924"/>
                    </a:lnTo>
                    <a:lnTo>
                      <a:pt x="342" y="912"/>
                    </a:lnTo>
                    <a:lnTo>
                      <a:pt x="342" y="894"/>
                    </a:lnTo>
                    <a:lnTo>
                      <a:pt x="348" y="882"/>
                    </a:lnTo>
                    <a:lnTo>
                      <a:pt x="372" y="870"/>
                    </a:lnTo>
                    <a:lnTo>
                      <a:pt x="396" y="870"/>
                    </a:lnTo>
                    <a:lnTo>
                      <a:pt x="408" y="858"/>
                    </a:lnTo>
                    <a:lnTo>
                      <a:pt x="408" y="846"/>
                    </a:lnTo>
                    <a:lnTo>
                      <a:pt x="402" y="840"/>
                    </a:lnTo>
                    <a:lnTo>
                      <a:pt x="420" y="840"/>
                    </a:lnTo>
                    <a:lnTo>
                      <a:pt x="480" y="792"/>
                    </a:lnTo>
                    <a:lnTo>
                      <a:pt x="462" y="774"/>
                    </a:lnTo>
                    <a:lnTo>
                      <a:pt x="504" y="792"/>
                    </a:lnTo>
                    <a:lnTo>
                      <a:pt x="504" y="774"/>
                    </a:lnTo>
                    <a:lnTo>
                      <a:pt x="510" y="768"/>
                    </a:lnTo>
                    <a:lnTo>
                      <a:pt x="540" y="768"/>
                    </a:lnTo>
                    <a:lnTo>
                      <a:pt x="546" y="774"/>
                    </a:lnTo>
                    <a:lnTo>
                      <a:pt x="558" y="780"/>
                    </a:lnTo>
                    <a:lnTo>
                      <a:pt x="570" y="780"/>
                    </a:lnTo>
                    <a:lnTo>
                      <a:pt x="576" y="774"/>
                    </a:lnTo>
                    <a:lnTo>
                      <a:pt x="576" y="768"/>
                    </a:lnTo>
                    <a:lnTo>
                      <a:pt x="582" y="762"/>
                    </a:lnTo>
                    <a:lnTo>
                      <a:pt x="582" y="756"/>
                    </a:lnTo>
                    <a:lnTo>
                      <a:pt x="570" y="744"/>
                    </a:lnTo>
                    <a:lnTo>
                      <a:pt x="612" y="702"/>
                    </a:lnTo>
                    <a:lnTo>
                      <a:pt x="618" y="702"/>
                    </a:lnTo>
                    <a:lnTo>
                      <a:pt x="624" y="696"/>
                    </a:lnTo>
                    <a:lnTo>
                      <a:pt x="660" y="678"/>
                    </a:lnTo>
                    <a:lnTo>
                      <a:pt x="666" y="666"/>
                    </a:lnTo>
                    <a:lnTo>
                      <a:pt x="672" y="660"/>
                    </a:lnTo>
                    <a:lnTo>
                      <a:pt x="672" y="654"/>
                    </a:lnTo>
                    <a:lnTo>
                      <a:pt x="696" y="654"/>
                    </a:lnTo>
                    <a:lnTo>
                      <a:pt x="708" y="648"/>
                    </a:lnTo>
                    <a:lnTo>
                      <a:pt x="738" y="618"/>
                    </a:lnTo>
                    <a:lnTo>
                      <a:pt x="738" y="612"/>
                    </a:lnTo>
                    <a:lnTo>
                      <a:pt x="744" y="612"/>
                    </a:lnTo>
                    <a:lnTo>
                      <a:pt x="750" y="606"/>
                    </a:lnTo>
                    <a:lnTo>
                      <a:pt x="768" y="594"/>
                    </a:lnTo>
                    <a:lnTo>
                      <a:pt x="780" y="582"/>
                    </a:lnTo>
                    <a:lnTo>
                      <a:pt x="786" y="570"/>
                    </a:lnTo>
                    <a:lnTo>
                      <a:pt x="786" y="546"/>
                    </a:lnTo>
                    <a:lnTo>
                      <a:pt x="780" y="540"/>
                    </a:lnTo>
                    <a:lnTo>
                      <a:pt x="780" y="534"/>
                    </a:lnTo>
                    <a:lnTo>
                      <a:pt x="750" y="564"/>
                    </a:lnTo>
                    <a:close/>
                    <a:moveTo>
                      <a:pt x="1224" y="324"/>
                    </a:moveTo>
                    <a:lnTo>
                      <a:pt x="1236" y="318"/>
                    </a:lnTo>
                    <a:lnTo>
                      <a:pt x="1242" y="318"/>
                    </a:lnTo>
                    <a:lnTo>
                      <a:pt x="1266" y="306"/>
                    </a:lnTo>
                    <a:lnTo>
                      <a:pt x="1272" y="300"/>
                    </a:lnTo>
                    <a:lnTo>
                      <a:pt x="1272" y="282"/>
                    </a:lnTo>
                    <a:lnTo>
                      <a:pt x="1266" y="270"/>
                    </a:lnTo>
                    <a:lnTo>
                      <a:pt x="1260" y="264"/>
                    </a:lnTo>
                    <a:lnTo>
                      <a:pt x="1248" y="264"/>
                    </a:lnTo>
                    <a:lnTo>
                      <a:pt x="1236" y="276"/>
                    </a:lnTo>
                    <a:lnTo>
                      <a:pt x="1236" y="282"/>
                    </a:lnTo>
                    <a:lnTo>
                      <a:pt x="1224" y="282"/>
                    </a:lnTo>
                    <a:lnTo>
                      <a:pt x="1212" y="276"/>
                    </a:lnTo>
                    <a:lnTo>
                      <a:pt x="1200" y="276"/>
                    </a:lnTo>
                    <a:lnTo>
                      <a:pt x="1194" y="282"/>
                    </a:lnTo>
                    <a:lnTo>
                      <a:pt x="1176" y="288"/>
                    </a:lnTo>
                    <a:lnTo>
                      <a:pt x="1158" y="288"/>
                    </a:lnTo>
                    <a:lnTo>
                      <a:pt x="1146" y="276"/>
                    </a:lnTo>
                    <a:lnTo>
                      <a:pt x="1146" y="222"/>
                    </a:lnTo>
                    <a:lnTo>
                      <a:pt x="1170" y="180"/>
                    </a:lnTo>
                    <a:lnTo>
                      <a:pt x="1170" y="174"/>
                    </a:lnTo>
                    <a:lnTo>
                      <a:pt x="1164" y="162"/>
                    </a:lnTo>
                    <a:lnTo>
                      <a:pt x="1158" y="156"/>
                    </a:lnTo>
                    <a:lnTo>
                      <a:pt x="1146" y="156"/>
                    </a:lnTo>
                    <a:lnTo>
                      <a:pt x="1140" y="168"/>
                    </a:lnTo>
                    <a:lnTo>
                      <a:pt x="1134" y="174"/>
                    </a:lnTo>
                    <a:lnTo>
                      <a:pt x="1134" y="204"/>
                    </a:lnTo>
                    <a:lnTo>
                      <a:pt x="1128" y="216"/>
                    </a:lnTo>
                    <a:lnTo>
                      <a:pt x="1116" y="222"/>
                    </a:lnTo>
                    <a:lnTo>
                      <a:pt x="1116" y="192"/>
                    </a:lnTo>
                    <a:lnTo>
                      <a:pt x="1092" y="174"/>
                    </a:lnTo>
                    <a:lnTo>
                      <a:pt x="1104" y="150"/>
                    </a:lnTo>
                    <a:lnTo>
                      <a:pt x="1116" y="138"/>
                    </a:lnTo>
                    <a:lnTo>
                      <a:pt x="1122" y="126"/>
                    </a:lnTo>
                    <a:lnTo>
                      <a:pt x="1128" y="108"/>
                    </a:lnTo>
                    <a:lnTo>
                      <a:pt x="1128" y="84"/>
                    </a:lnTo>
                    <a:lnTo>
                      <a:pt x="1116" y="78"/>
                    </a:lnTo>
                    <a:lnTo>
                      <a:pt x="1110" y="72"/>
                    </a:lnTo>
                    <a:lnTo>
                      <a:pt x="1098" y="66"/>
                    </a:lnTo>
                    <a:lnTo>
                      <a:pt x="1092" y="60"/>
                    </a:lnTo>
                    <a:lnTo>
                      <a:pt x="1080" y="60"/>
                    </a:lnTo>
                    <a:lnTo>
                      <a:pt x="1086" y="42"/>
                    </a:lnTo>
                    <a:lnTo>
                      <a:pt x="1062" y="42"/>
                    </a:lnTo>
                    <a:lnTo>
                      <a:pt x="1044" y="18"/>
                    </a:lnTo>
                    <a:lnTo>
                      <a:pt x="1050" y="0"/>
                    </a:lnTo>
                    <a:lnTo>
                      <a:pt x="1020" y="18"/>
                    </a:lnTo>
                    <a:lnTo>
                      <a:pt x="1044" y="54"/>
                    </a:lnTo>
                    <a:lnTo>
                      <a:pt x="1032" y="90"/>
                    </a:lnTo>
                    <a:lnTo>
                      <a:pt x="1056" y="102"/>
                    </a:lnTo>
                    <a:lnTo>
                      <a:pt x="1044" y="108"/>
                    </a:lnTo>
                    <a:lnTo>
                      <a:pt x="1044" y="126"/>
                    </a:lnTo>
                    <a:lnTo>
                      <a:pt x="1068" y="132"/>
                    </a:lnTo>
                    <a:lnTo>
                      <a:pt x="1044" y="150"/>
                    </a:lnTo>
                    <a:lnTo>
                      <a:pt x="1062" y="156"/>
                    </a:lnTo>
                    <a:lnTo>
                      <a:pt x="1062" y="168"/>
                    </a:lnTo>
                    <a:lnTo>
                      <a:pt x="1056" y="174"/>
                    </a:lnTo>
                    <a:lnTo>
                      <a:pt x="1056" y="192"/>
                    </a:lnTo>
                    <a:lnTo>
                      <a:pt x="1068" y="198"/>
                    </a:lnTo>
                    <a:lnTo>
                      <a:pt x="1074" y="204"/>
                    </a:lnTo>
                    <a:lnTo>
                      <a:pt x="1056" y="210"/>
                    </a:lnTo>
                    <a:lnTo>
                      <a:pt x="1044" y="222"/>
                    </a:lnTo>
                    <a:lnTo>
                      <a:pt x="1062" y="234"/>
                    </a:lnTo>
                    <a:lnTo>
                      <a:pt x="1038" y="258"/>
                    </a:lnTo>
                    <a:lnTo>
                      <a:pt x="1032" y="270"/>
                    </a:lnTo>
                    <a:lnTo>
                      <a:pt x="1026" y="276"/>
                    </a:lnTo>
                    <a:lnTo>
                      <a:pt x="1026" y="288"/>
                    </a:lnTo>
                    <a:lnTo>
                      <a:pt x="1038" y="300"/>
                    </a:lnTo>
                    <a:lnTo>
                      <a:pt x="1026" y="300"/>
                    </a:lnTo>
                    <a:lnTo>
                      <a:pt x="1014" y="306"/>
                    </a:lnTo>
                    <a:lnTo>
                      <a:pt x="1002" y="306"/>
                    </a:lnTo>
                    <a:lnTo>
                      <a:pt x="978" y="318"/>
                    </a:lnTo>
                    <a:lnTo>
                      <a:pt x="948" y="348"/>
                    </a:lnTo>
                    <a:lnTo>
                      <a:pt x="930" y="360"/>
                    </a:lnTo>
                    <a:lnTo>
                      <a:pt x="894" y="372"/>
                    </a:lnTo>
                    <a:lnTo>
                      <a:pt x="870" y="384"/>
                    </a:lnTo>
                    <a:lnTo>
                      <a:pt x="858" y="396"/>
                    </a:lnTo>
                    <a:lnTo>
                      <a:pt x="858" y="432"/>
                    </a:lnTo>
                    <a:lnTo>
                      <a:pt x="864" y="444"/>
                    </a:lnTo>
                    <a:lnTo>
                      <a:pt x="870" y="450"/>
                    </a:lnTo>
                    <a:lnTo>
                      <a:pt x="870" y="456"/>
                    </a:lnTo>
                    <a:lnTo>
                      <a:pt x="924" y="456"/>
                    </a:lnTo>
                    <a:lnTo>
                      <a:pt x="924" y="474"/>
                    </a:lnTo>
                    <a:lnTo>
                      <a:pt x="918" y="486"/>
                    </a:lnTo>
                    <a:lnTo>
                      <a:pt x="918" y="522"/>
                    </a:lnTo>
                    <a:lnTo>
                      <a:pt x="894" y="534"/>
                    </a:lnTo>
                    <a:lnTo>
                      <a:pt x="882" y="534"/>
                    </a:lnTo>
                    <a:lnTo>
                      <a:pt x="864" y="540"/>
                    </a:lnTo>
                    <a:lnTo>
                      <a:pt x="852" y="546"/>
                    </a:lnTo>
                    <a:lnTo>
                      <a:pt x="852" y="558"/>
                    </a:lnTo>
                    <a:lnTo>
                      <a:pt x="840" y="570"/>
                    </a:lnTo>
                    <a:lnTo>
                      <a:pt x="852" y="576"/>
                    </a:lnTo>
                    <a:lnTo>
                      <a:pt x="858" y="582"/>
                    </a:lnTo>
                    <a:lnTo>
                      <a:pt x="876" y="588"/>
                    </a:lnTo>
                    <a:lnTo>
                      <a:pt x="888" y="588"/>
                    </a:lnTo>
                    <a:lnTo>
                      <a:pt x="912" y="576"/>
                    </a:lnTo>
                    <a:lnTo>
                      <a:pt x="924" y="558"/>
                    </a:lnTo>
                    <a:lnTo>
                      <a:pt x="972" y="510"/>
                    </a:lnTo>
                    <a:lnTo>
                      <a:pt x="996" y="498"/>
                    </a:lnTo>
                    <a:lnTo>
                      <a:pt x="1014" y="492"/>
                    </a:lnTo>
                    <a:lnTo>
                      <a:pt x="1026" y="486"/>
                    </a:lnTo>
                    <a:lnTo>
                      <a:pt x="1032" y="480"/>
                    </a:lnTo>
                    <a:lnTo>
                      <a:pt x="1038" y="480"/>
                    </a:lnTo>
                    <a:lnTo>
                      <a:pt x="1044" y="474"/>
                    </a:lnTo>
                    <a:lnTo>
                      <a:pt x="1050" y="462"/>
                    </a:lnTo>
                    <a:lnTo>
                      <a:pt x="1056" y="462"/>
                    </a:lnTo>
                    <a:lnTo>
                      <a:pt x="1062" y="456"/>
                    </a:lnTo>
                    <a:lnTo>
                      <a:pt x="1074" y="450"/>
                    </a:lnTo>
                    <a:lnTo>
                      <a:pt x="1080" y="444"/>
                    </a:lnTo>
                    <a:lnTo>
                      <a:pt x="1080" y="420"/>
                    </a:lnTo>
                    <a:lnTo>
                      <a:pt x="1074" y="414"/>
                    </a:lnTo>
                    <a:lnTo>
                      <a:pt x="1080" y="414"/>
                    </a:lnTo>
                    <a:lnTo>
                      <a:pt x="1086" y="408"/>
                    </a:lnTo>
                    <a:lnTo>
                      <a:pt x="1110" y="396"/>
                    </a:lnTo>
                    <a:lnTo>
                      <a:pt x="1140" y="396"/>
                    </a:lnTo>
                    <a:lnTo>
                      <a:pt x="1152" y="402"/>
                    </a:lnTo>
                    <a:lnTo>
                      <a:pt x="1164" y="402"/>
                    </a:lnTo>
                    <a:lnTo>
                      <a:pt x="1176" y="390"/>
                    </a:lnTo>
                    <a:lnTo>
                      <a:pt x="1176" y="360"/>
                    </a:lnTo>
                    <a:lnTo>
                      <a:pt x="1200" y="360"/>
                    </a:lnTo>
                    <a:lnTo>
                      <a:pt x="1212" y="354"/>
                    </a:lnTo>
                    <a:lnTo>
                      <a:pt x="1218" y="354"/>
                    </a:lnTo>
                    <a:lnTo>
                      <a:pt x="1224" y="348"/>
                    </a:lnTo>
                    <a:lnTo>
                      <a:pt x="1224" y="3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72" name="Australia" descr="© INSCALE GmbH, 05.05.2010&#10;http://www.presentationload.com/">
                <a:extLst>
                  <a:ext uri="{FF2B5EF4-FFF2-40B4-BE49-F238E27FC236}">
                    <a16:creationId xmlns:a16="http://schemas.microsoft.com/office/drawing/2014/main" id="{50562D95-2869-054C-9D19-A0F29CAA74FB}"/>
                  </a:ext>
                </a:extLst>
              </p:cNvPr>
              <p:cNvSpPr>
                <a:spLocks noEditPoints="1"/>
              </p:cNvSpPr>
              <p:nvPr/>
            </p:nvSpPr>
            <p:spPr bwMode="gray">
              <a:xfrm>
                <a:off x="8978944" y="4501661"/>
                <a:ext cx="1193282" cy="1119319"/>
              </a:xfrm>
              <a:custGeom>
                <a:avLst/>
                <a:gdLst>
                  <a:gd name="T0" fmla="*/ 2147483647 w 2838"/>
                  <a:gd name="T1" fmla="*/ 2147483647 h 2664"/>
                  <a:gd name="T2" fmla="*/ 2147483647 w 2838"/>
                  <a:gd name="T3" fmla="*/ 2147483647 h 2664"/>
                  <a:gd name="T4" fmla="*/ 2147483647 w 2838"/>
                  <a:gd name="T5" fmla="*/ 2147483647 h 2664"/>
                  <a:gd name="T6" fmla="*/ 2147483647 w 2838"/>
                  <a:gd name="T7" fmla="*/ 2147483647 h 2664"/>
                  <a:gd name="T8" fmla="*/ 2147483647 w 2838"/>
                  <a:gd name="T9" fmla="*/ 2147483647 h 2664"/>
                  <a:gd name="T10" fmla="*/ 2147483647 w 2838"/>
                  <a:gd name="T11" fmla="*/ 2147483647 h 2664"/>
                  <a:gd name="T12" fmla="*/ 2147483647 w 2838"/>
                  <a:gd name="T13" fmla="*/ 2147483647 h 2664"/>
                  <a:gd name="T14" fmla="*/ 2147483647 w 2838"/>
                  <a:gd name="T15" fmla="*/ 2147483647 h 2664"/>
                  <a:gd name="T16" fmla="*/ 2147483647 w 2838"/>
                  <a:gd name="T17" fmla="*/ 2147483647 h 2664"/>
                  <a:gd name="T18" fmla="*/ 2147483647 w 2838"/>
                  <a:gd name="T19" fmla="*/ 2147483647 h 2664"/>
                  <a:gd name="T20" fmla="*/ 2147483647 w 2838"/>
                  <a:gd name="T21" fmla="*/ 2147483647 h 2664"/>
                  <a:gd name="T22" fmla="*/ 2147483647 w 2838"/>
                  <a:gd name="T23" fmla="*/ 2147483647 h 2664"/>
                  <a:gd name="T24" fmla="*/ 2147483647 w 2838"/>
                  <a:gd name="T25" fmla="*/ 2147483647 h 2664"/>
                  <a:gd name="T26" fmla="*/ 2147483647 w 2838"/>
                  <a:gd name="T27" fmla="*/ 2147483647 h 2664"/>
                  <a:gd name="T28" fmla="*/ 2147483647 w 2838"/>
                  <a:gd name="T29" fmla="*/ 2147483647 h 2664"/>
                  <a:gd name="T30" fmla="*/ 2147483647 w 2838"/>
                  <a:gd name="T31" fmla="*/ 2147483647 h 2664"/>
                  <a:gd name="T32" fmla="*/ 2147483647 w 2838"/>
                  <a:gd name="T33" fmla="*/ 2147483647 h 2664"/>
                  <a:gd name="T34" fmla="*/ 2147483647 w 2838"/>
                  <a:gd name="T35" fmla="*/ 2147483647 h 2664"/>
                  <a:gd name="T36" fmla="*/ 2147483647 w 2838"/>
                  <a:gd name="T37" fmla="*/ 2147483647 h 2664"/>
                  <a:gd name="T38" fmla="*/ 2147483647 w 2838"/>
                  <a:gd name="T39" fmla="*/ 2147483647 h 2664"/>
                  <a:gd name="T40" fmla="*/ 2147483647 w 2838"/>
                  <a:gd name="T41" fmla="*/ 2147483647 h 2664"/>
                  <a:gd name="T42" fmla="*/ 2147483647 w 2838"/>
                  <a:gd name="T43" fmla="*/ 2147483647 h 2664"/>
                  <a:gd name="T44" fmla="*/ 2147483647 w 2838"/>
                  <a:gd name="T45" fmla="*/ 2147483647 h 2664"/>
                  <a:gd name="T46" fmla="*/ 2147483647 w 2838"/>
                  <a:gd name="T47" fmla="*/ 2147483647 h 2664"/>
                  <a:gd name="T48" fmla="*/ 2147483647 w 2838"/>
                  <a:gd name="T49" fmla="*/ 2147483647 h 2664"/>
                  <a:gd name="T50" fmla="*/ 2147483647 w 2838"/>
                  <a:gd name="T51" fmla="*/ 2147483647 h 2664"/>
                  <a:gd name="T52" fmla="*/ 2147483647 w 2838"/>
                  <a:gd name="T53" fmla="*/ 2147483647 h 2664"/>
                  <a:gd name="T54" fmla="*/ 2147483647 w 2838"/>
                  <a:gd name="T55" fmla="*/ 2147483647 h 2664"/>
                  <a:gd name="T56" fmla="*/ 2147483647 w 2838"/>
                  <a:gd name="T57" fmla="*/ 2147483647 h 2664"/>
                  <a:gd name="T58" fmla="*/ 2147483647 w 2838"/>
                  <a:gd name="T59" fmla="*/ 2147483647 h 2664"/>
                  <a:gd name="T60" fmla="*/ 2147483647 w 2838"/>
                  <a:gd name="T61" fmla="*/ 2147483647 h 2664"/>
                  <a:gd name="T62" fmla="*/ 2147483647 w 2838"/>
                  <a:gd name="T63" fmla="*/ 2147483647 h 2664"/>
                  <a:gd name="T64" fmla="*/ 2147483647 w 2838"/>
                  <a:gd name="T65" fmla="*/ 2147483647 h 2664"/>
                  <a:gd name="T66" fmla="*/ 2147483647 w 2838"/>
                  <a:gd name="T67" fmla="*/ 2147483647 h 2664"/>
                  <a:gd name="T68" fmla="*/ 2147483647 w 2838"/>
                  <a:gd name="T69" fmla="*/ 2147483647 h 2664"/>
                  <a:gd name="T70" fmla="*/ 2147483647 w 2838"/>
                  <a:gd name="T71" fmla="*/ 2147483647 h 2664"/>
                  <a:gd name="T72" fmla="*/ 2147483647 w 2838"/>
                  <a:gd name="T73" fmla="*/ 2147483647 h 2664"/>
                  <a:gd name="T74" fmla="*/ 2147483647 w 2838"/>
                  <a:gd name="T75" fmla="*/ 2147483647 h 2664"/>
                  <a:gd name="T76" fmla="*/ 2147483647 w 2838"/>
                  <a:gd name="T77" fmla="*/ 2147483647 h 2664"/>
                  <a:gd name="T78" fmla="*/ 2147483647 w 2838"/>
                  <a:gd name="T79" fmla="*/ 2147483647 h 2664"/>
                  <a:gd name="T80" fmla="*/ 2147483647 w 2838"/>
                  <a:gd name="T81" fmla="*/ 2147483647 h 2664"/>
                  <a:gd name="T82" fmla="*/ 2147483647 w 2838"/>
                  <a:gd name="T83" fmla="*/ 2147483647 h 2664"/>
                  <a:gd name="T84" fmla="*/ 2147483647 w 2838"/>
                  <a:gd name="T85" fmla="*/ 2147483647 h 2664"/>
                  <a:gd name="T86" fmla="*/ 2147483647 w 2838"/>
                  <a:gd name="T87" fmla="*/ 2147483647 h 2664"/>
                  <a:gd name="T88" fmla="*/ 2147483647 w 2838"/>
                  <a:gd name="T89" fmla="*/ 2147483647 h 2664"/>
                  <a:gd name="T90" fmla="*/ 2147483647 w 2838"/>
                  <a:gd name="T91" fmla="*/ 2147483647 h 2664"/>
                  <a:gd name="T92" fmla="*/ 2147483647 w 2838"/>
                  <a:gd name="T93" fmla="*/ 2147483647 h 2664"/>
                  <a:gd name="T94" fmla="*/ 2147483647 w 2838"/>
                  <a:gd name="T95" fmla="*/ 2147483647 h 2664"/>
                  <a:gd name="T96" fmla="*/ 2147483647 w 2838"/>
                  <a:gd name="T97" fmla="*/ 2147483647 h 2664"/>
                  <a:gd name="T98" fmla="*/ 2147483647 w 2838"/>
                  <a:gd name="T99" fmla="*/ 2147483647 h 2664"/>
                  <a:gd name="T100" fmla="*/ 2147483647 w 2838"/>
                  <a:gd name="T101" fmla="*/ 2147483647 h 2664"/>
                  <a:gd name="T102" fmla="*/ 2147483647 w 2838"/>
                  <a:gd name="T103" fmla="*/ 2147483647 h 2664"/>
                  <a:gd name="T104" fmla="*/ 2147483647 w 2838"/>
                  <a:gd name="T105" fmla="*/ 2147483647 h 2664"/>
                  <a:gd name="T106" fmla="*/ 2147483647 w 2838"/>
                  <a:gd name="T107" fmla="*/ 2147483647 h 2664"/>
                  <a:gd name="T108" fmla="*/ 2147483647 w 2838"/>
                  <a:gd name="T109" fmla="*/ 2147483647 h 2664"/>
                  <a:gd name="T110" fmla="*/ 2147483647 w 2838"/>
                  <a:gd name="T111" fmla="*/ 2147483647 h 2664"/>
                  <a:gd name="T112" fmla="*/ 2147483647 w 2838"/>
                  <a:gd name="T113" fmla="*/ 2147483647 h 2664"/>
                  <a:gd name="T114" fmla="*/ 2147483647 w 2838"/>
                  <a:gd name="T115" fmla="*/ 2147483647 h 2664"/>
                  <a:gd name="T116" fmla="*/ 2147483647 w 2838"/>
                  <a:gd name="T117" fmla="*/ 2147483647 h 26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8"/>
                  <a:gd name="T178" fmla="*/ 0 h 2664"/>
                  <a:gd name="T179" fmla="*/ 2838 w 2838"/>
                  <a:gd name="T180" fmla="*/ 2664 h 266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8" h="2664">
                    <a:moveTo>
                      <a:pt x="1530" y="66"/>
                    </a:moveTo>
                    <a:lnTo>
                      <a:pt x="1524" y="60"/>
                    </a:lnTo>
                    <a:lnTo>
                      <a:pt x="1518" y="60"/>
                    </a:lnTo>
                    <a:lnTo>
                      <a:pt x="1506" y="66"/>
                    </a:lnTo>
                    <a:lnTo>
                      <a:pt x="1500" y="72"/>
                    </a:lnTo>
                    <a:lnTo>
                      <a:pt x="1494" y="84"/>
                    </a:lnTo>
                    <a:lnTo>
                      <a:pt x="1494" y="102"/>
                    </a:lnTo>
                    <a:lnTo>
                      <a:pt x="1506" y="102"/>
                    </a:lnTo>
                    <a:lnTo>
                      <a:pt x="1512" y="90"/>
                    </a:lnTo>
                    <a:lnTo>
                      <a:pt x="1524" y="78"/>
                    </a:lnTo>
                    <a:lnTo>
                      <a:pt x="1530" y="66"/>
                    </a:lnTo>
                    <a:close/>
                    <a:moveTo>
                      <a:pt x="1476" y="2016"/>
                    </a:moveTo>
                    <a:lnTo>
                      <a:pt x="1464" y="2016"/>
                    </a:lnTo>
                    <a:lnTo>
                      <a:pt x="1440" y="2028"/>
                    </a:lnTo>
                    <a:lnTo>
                      <a:pt x="1440" y="2034"/>
                    </a:lnTo>
                    <a:lnTo>
                      <a:pt x="1452" y="2046"/>
                    </a:lnTo>
                    <a:lnTo>
                      <a:pt x="1452" y="2052"/>
                    </a:lnTo>
                    <a:lnTo>
                      <a:pt x="1470" y="2052"/>
                    </a:lnTo>
                    <a:lnTo>
                      <a:pt x="1482" y="2046"/>
                    </a:lnTo>
                    <a:lnTo>
                      <a:pt x="1488" y="2040"/>
                    </a:lnTo>
                    <a:lnTo>
                      <a:pt x="1506" y="2040"/>
                    </a:lnTo>
                    <a:lnTo>
                      <a:pt x="1512" y="2034"/>
                    </a:lnTo>
                    <a:lnTo>
                      <a:pt x="1530" y="2034"/>
                    </a:lnTo>
                    <a:lnTo>
                      <a:pt x="1536" y="2028"/>
                    </a:lnTo>
                    <a:lnTo>
                      <a:pt x="1512" y="2028"/>
                    </a:lnTo>
                    <a:lnTo>
                      <a:pt x="1500" y="2016"/>
                    </a:lnTo>
                    <a:lnTo>
                      <a:pt x="1476" y="2016"/>
                    </a:lnTo>
                    <a:close/>
                    <a:moveTo>
                      <a:pt x="2802" y="1164"/>
                    </a:moveTo>
                    <a:lnTo>
                      <a:pt x="2802" y="1134"/>
                    </a:lnTo>
                    <a:lnTo>
                      <a:pt x="2796" y="1116"/>
                    </a:lnTo>
                    <a:lnTo>
                      <a:pt x="2796" y="1092"/>
                    </a:lnTo>
                    <a:lnTo>
                      <a:pt x="2790" y="1086"/>
                    </a:lnTo>
                    <a:lnTo>
                      <a:pt x="2778" y="1086"/>
                    </a:lnTo>
                    <a:lnTo>
                      <a:pt x="2772" y="1080"/>
                    </a:lnTo>
                    <a:lnTo>
                      <a:pt x="2760" y="1080"/>
                    </a:lnTo>
                    <a:lnTo>
                      <a:pt x="2760" y="1062"/>
                    </a:lnTo>
                    <a:lnTo>
                      <a:pt x="2742" y="1050"/>
                    </a:lnTo>
                    <a:lnTo>
                      <a:pt x="2742" y="1014"/>
                    </a:lnTo>
                    <a:lnTo>
                      <a:pt x="2736" y="1008"/>
                    </a:lnTo>
                    <a:lnTo>
                      <a:pt x="2724" y="1002"/>
                    </a:lnTo>
                    <a:lnTo>
                      <a:pt x="2718" y="996"/>
                    </a:lnTo>
                    <a:lnTo>
                      <a:pt x="2706" y="996"/>
                    </a:lnTo>
                    <a:lnTo>
                      <a:pt x="2712" y="996"/>
                    </a:lnTo>
                    <a:lnTo>
                      <a:pt x="2718" y="990"/>
                    </a:lnTo>
                    <a:lnTo>
                      <a:pt x="2730" y="990"/>
                    </a:lnTo>
                    <a:lnTo>
                      <a:pt x="2742" y="984"/>
                    </a:lnTo>
                    <a:lnTo>
                      <a:pt x="2760" y="966"/>
                    </a:lnTo>
                    <a:lnTo>
                      <a:pt x="2754" y="954"/>
                    </a:lnTo>
                    <a:lnTo>
                      <a:pt x="2736" y="936"/>
                    </a:lnTo>
                    <a:lnTo>
                      <a:pt x="2730" y="936"/>
                    </a:lnTo>
                    <a:lnTo>
                      <a:pt x="2730" y="930"/>
                    </a:lnTo>
                    <a:lnTo>
                      <a:pt x="2712" y="912"/>
                    </a:lnTo>
                    <a:lnTo>
                      <a:pt x="2700" y="906"/>
                    </a:lnTo>
                    <a:lnTo>
                      <a:pt x="2694" y="912"/>
                    </a:lnTo>
                    <a:lnTo>
                      <a:pt x="2694" y="936"/>
                    </a:lnTo>
                    <a:lnTo>
                      <a:pt x="2670" y="930"/>
                    </a:lnTo>
                    <a:lnTo>
                      <a:pt x="2670" y="924"/>
                    </a:lnTo>
                    <a:lnTo>
                      <a:pt x="2676" y="918"/>
                    </a:lnTo>
                    <a:lnTo>
                      <a:pt x="2676" y="906"/>
                    </a:lnTo>
                    <a:lnTo>
                      <a:pt x="2682" y="894"/>
                    </a:lnTo>
                    <a:lnTo>
                      <a:pt x="2688" y="876"/>
                    </a:lnTo>
                    <a:lnTo>
                      <a:pt x="2688" y="858"/>
                    </a:lnTo>
                    <a:lnTo>
                      <a:pt x="2682" y="852"/>
                    </a:lnTo>
                    <a:lnTo>
                      <a:pt x="2676" y="840"/>
                    </a:lnTo>
                    <a:lnTo>
                      <a:pt x="2670" y="840"/>
                    </a:lnTo>
                    <a:lnTo>
                      <a:pt x="2652" y="822"/>
                    </a:lnTo>
                    <a:lnTo>
                      <a:pt x="2652" y="816"/>
                    </a:lnTo>
                    <a:lnTo>
                      <a:pt x="2658" y="804"/>
                    </a:lnTo>
                    <a:lnTo>
                      <a:pt x="2658" y="792"/>
                    </a:lnTo>
                    <a:lnTo>
                      <a:pt x="2664" y="774"/>
                    </a:lnTo>
                    <a:lnTo>
                      <a:pt x="2664" y="762"/>
                    </a:lnTo>
                    <a:lnTo>
                      <a:pt x="2652" y="750"/>
                    </a:lnTo>
                    <a:lnTo>
                      <a:pt x="2628" y="732"/>
                    </a:lnTo>
                    <a:lnTo>
                      <a:pt x="2598" y="720"/>
                    </a:lnTo>
                    <a:lnTo>
                      <a:pt x="2580" y="708"/>
                    </a:lnTo>
                    <a:lnTo>
                      <a:pt x="2568" y="702"/>
                    </a:lnTo>
                    <a:lnTo>
                      <a:pt x="2556" y="708"/>
                    </a:lnTo>
                    <a:lnTo>
                      <a:pt x="2550" y="696"/>
                    </a:lnTo>
                    <a:lnTo>
                      <a:pt x="2538" y="684"/>
                    </a:lnTo>
                    <a:lnTo>
                      <a:pt x="2532" y="672"/>
                    </a:lnTo>
                    <a:lnTo>
                      <a:pt x="2520" y="660"/>
                    </a:lnTo>
                    <a:lnTo>
                      <a:pt x="2514" y="642"/>
                    </a:lnTo>
                    <a:lnTo>
                      <a:pt x="2514" y="594"/>
                    </a:lnTo>
                    <a:lnTo>
                      <a:pt x="2520" y="576"/>
                    </a:lnTo>
                    <a:lnTo>
                      <a:pt x="2526" y="564"/>
                    </a:lnTo>
                    <a:lnTo>
                      <a:pt x="2526" y="546"/>
                    </a:lnTo>
                    <a:lnTo>
                      <a:pt x="2520" y="504"/>
                    </a:lnTo>
                    <a:lnTo>
                      <a:pt x="2502" y="462"/>
                    </a:lnTo>
                    <a:lnTo>
                      <a:pt x="2490" y="426"/>
                    </a:lnTo>
                    <a:lnTo>
                      <a:pt x="2490" y="402"/>
                    </a:lnTo>
                    <a:lnTo>
                      <a:pt x="2496" y="390"/>
                    </a:lnTo>
                    <a:lnTo>
                      <a:pt x="2502" y="384"/>
                    </a:lnTo>
                    <a:lnTo>
                      <a:pt x="2502" y="324"/>
                    </a:lnTo>
                    <a:lnTo>
                      <a:pt x="2496" y="312"/>
                    </a:lnTo>
                    <a:lnTo>
                      <a:pt x="2496" y="300"/>
                    </a:lnTo>
                    <a:lnTo>
                      <a:pt x="2472" y="294"/>
                    </a:lnTo>
                    <a:lnTo>
                      <a:pt x="2460" y="288"/>
                    </a:lnTo>
                    <a:lnTo>
                      <a:pt x="2454" y="276"/>
                    </a:lnTo>
                    <a:lnTo>
                      <a:pt x="2442" y="270"/>
                    </a:lnTo>
                    <a:lnTo>
                      <a:pt x="2424" y="270"/>
                    </a:lnTo>
                    <a:lnTo>
                      <a:pt x="2418" y="282"/>
                    </a:lnTo>
                    <a:lnTo>
                      <a:pt x="2412" y="288"/>
                    </a:lnTo>
                    <a:lnTo>
                      <a:pt x="2412" y="282"/>
                    </a:lnTo>
                    <a:lnTo>
                      <a:pt x="2406" y="276"/>
                    </a:lnTo>
                    <a:lnTo>
                      <a:pt x="2400" y="264"/>
                    </a:lnTo>
                    <a:lnTo>
                      <a:pt x="2400" y="228"/>
                    </a:lnTo>
                    <a:lnTo>
                      <a:pt x="2406" y="216"/>
                    </a:lnTo>
                    <a:lnTo>
                      <a:pt x="2406" y="204"/>
                    </a:lnTo>
                    <a:lnTo>
                      <a:pt x="2388" y="180"/>
                    </a:lnTo>
                    <a:lnTo>
                      <a:pt x="2394" y="96"/>
                    </a:lnTo>
                    <a:lnTo>
                      <a:pt x="2382" y="90"/>
                    </a:lnTo>
                    <a:lnTo>
                      <a:pt x="2364" y="72"/>
                    </a:lnTo>
                    <a:lnTo>
                      <a:pt x="2364" y="66"/>
                    </a:lnTo>
                    <a:lnTo>
                      <a:pt x="2370" y="48"/>
                    </a:lnTo>
                    <a:lnTo>
                      <a:pt x="2370" y="24"/>
                    </a:lnTo>
                    <a:lnTo>
                      <a:pt x="2364" y="18"/>
                    </a:lnTo>
                    <a:lnTo>
                      <a:pt x="2346" y="18"/>
                    </a:lnTo>
                    <a:lnTo>
                      <a:pt x="2346" y="0"/>
                    </a:lnTo>
                    <a:lnTo>
                      <a:pt x="2316" y="12"/>
                    </a:lnTo>
                    <a:lnTo>
                      <a:pt x="2310" y="30"/>
                    </a:lnTo>
                    <a:lnTo>
                      <a:pt x="2298" y="36"/>
                    </a:lnTo>
                    <a:lnTo>
                      <a:pt x="2292" y="42"/>
                    </a:lnTo>
                    <a:lnTo>
                      <a:pt x="2280" y="48"/>
                    </a:lnTo>
                    <a:lnTo>
                      <a:pt x="2280" y="66"/>
                    </a:lnTo>
                    <a:lnTo>
                      <a:pt x="2286" y="78"/>
                    </a:lnTo>
                    <a:lnTo>
                      <a:pt x="2286" y="90"/>
                    </a:lnTo>
                    <a:lnTo>
                      <a:pt x="2292" y="102"/>
                    </a:lnTo>
                    <a:lnTo>
                      <a:pt x="2292" y="114"/>
                    </a:lnTo>
                    <a:lnTo>
                      <a:pt x="2286" y="126"/>
                    </a:lnTo>
                    <a:lnTo>
                      <a:pt x="2274" y="138"/>
                    </a:lnTo>
                    <a:lnTo>
                      <a:pt x="2268" y="150"/>
                    </a:lnTo>
                    <a:lnTo>
                      <a:pt x="2238" y="180"/>
                    </a:lnTo>
                    <a:lnTo>
                      <a:pt x="2256" y="192"/>
                    </a:lnTo>
                    <a:lnTo>
                      <a:pt x="2256" y="198"/>
                    </a:lnTo>
                    <a:lnTo>
                      <a:pt x="2250" y="204"/>
                    </a:lnTo>
                    <a:lnTo>
                      <a:pt x="2238" y="228"/>
                    </a:lnTo>
                    <a:lnTo>
                      <a:pt x="2232" y="234"/>
                    </a:lnTo>
                    <a:lnTo>
                      <a:pt x="2232" y="264"/>
                    </a:lnTo>
                    <a:lnTo>
                      <a:pt x="2238" y="276"/>
                    </a:lnTo>
                    <a:lnTo>
                      <a:pt x="2238" y="288"/>
                    </a:lnTo>
                    <a:lnTo>
                      <a:pt x="2232" y="300"/>
                    </a:lnTo>
                    <a:lnTo>
                      <a:pt x="2214" y="408"/>
                    </a:lnTo>
                    <a:lnTo>
                      <a:pt x="2208" y="432"/>
                    </a:lnTo>
                    <a:lnTo>
                      <a:pt x="2202" y="438"/>
                    </a:lnTo>
                    <a:lnTo>
                      <a:pt x="2190" y="462"/>
                    </a:lnTo>
                    <a:lnTo>
                      <a:pt x="2178" y="474"/>
                    </a:lnTo>
                    <a:lnTo>
                      <a:pt x="2172" y="486"/>
                    </a:lnTo>
                    <a:lnTo>
                      <a:pt x="2166" y="492"/>
                    </a:lnTo>
                    <a:lnTo>
                      <a:pt x="2166" y="516"/>
                    </a:lnTo>
                    <a:lnTo>
                      <a:pt x="2160" y="534"/>
                    </a:lnTo>
                    <a:lnTo>
                      <a:pt x="2154" y="546"/>
                    </a:lnTo>
                    <a:lnTo>
                      <a:pt x="2142" y="552"/>
                    </a:lnTo>
                    <a:lnTo>
                      <a:pt x="2088" y="570"/>
                    </a:lnTo>
                    <a:lnTo>
                      <a:pt x="2076" y="570"/>
                    </a:lnTo>
                    <a:lnTo>
                      <a:pt x="2064" y="576"/>
                    </a:lnTo>
                    <a:lnTo>
                      <a:pt x="2058" y="576"/>
                    </a:lnTo>
                    <a:lnTo>
                      <a:pt x="2058" y="570"/>
                    </a:lnTo>
                    <a:lnTo>
                      <a:pt x="2052" y="564"/>
                    </a:lnTo>
                    <a:lnTo>
                      <a:pt x="2028" y="516"/>
                    </a:lnTo>
                    <a:lnTo>
                      <a:pt x="2022" y="510"/>
                    </a:lnTo>
                    <a:lnTo>
                      <a:pt x="1998" y="492"/>
                    </a:lnTo>
                    <a:lnTo>
                      <a:pt x="1956" y="474"/>
                    </a:lnTo>
                    <a:lnTo>
                      <a:pt x="1920" y="462"/>
                    </a:lnTo>
                    <a:lnTo>
                      <a:pt x="1908" y="456"/>
                    </a:lnTo>
                    <a:lnTo>
                      <a:pt x="1896" y="438"/>
                    </a:lnTo>
                    <a:lnTo>
                      <a:pt x="1884" y="426"/>
                    </a:lnTo>
                    <a:lnTo>
                      <a:pt x="1872" y="402"/>
                    </a:lnTo>
                    <a:lnTo>
                      <a:pt x="1866" y="396"/>
                    </a:lnTo>
                    <a:lnTo>
                      <a:pt x="1830" y="396"/>
                    </a:lnTo>
                    <a:lnTo>
                      <a:pt x="1806" y="348"/>
                    </a:lnTo>
                    <a:lnTo>
                      <a:pt x="1824" y="330"/>
                    </a:lnTo>
                    <a:lnTo>
                      <a:pt x="1824" y="306"/>
                    </a:lnTo>
                    <a:lnTo>
                      <a:pt x="1830" y="294"/>
                    </a:lnTo>
                    <a:lnTo>
                      <a:pt x="1836" y="288"/>
                    </a:lnTo>
                    <a:lnTo>
                      <a:pt x="1848" y="282"/>
                    </a:lnTo>
                    <a:lnTo>
                      <a:pt x="1854" y="276"/>
                    </a:lnTo>
                    <a:lnTo>
                      <a:pt x="1848" y="228"/>
                    </a:lnTo>
                    <a:lnTo>
                      <a:pt x="1866" y="210"/>
                    </a:lnTo>
                    <a:lnTo>
                      <a:pt x="1872" y="216"/>
                    </a:lnTo>
                    <a:lnTo>
                      <a:pt x="1884" y="216"/>
                    </a:lnTo>
                    <a:lnTo>
                      <a:pt x="1890" y="222"/>
                    </a:lnTo>
                    <a:lnTo>
                      <a:pt x="1896" y="222"/>
                    </a:lnTo>
                    <a:lnTo>
                      <a:pt x="1902" y="216"/>
                    </a:lnTo>
                    <a:lnTo>
                      <a:pt x="1908" y="204"/>
                    </a:lnTo>
                    <a:lnTo>
                      <a:pt x="1908" y="180"/>
                    </a:lnTo>
                    <a:lnTo>
                      <a:pt x="1944" y="144"/>
                    </a:lnTo>
                    <a:lnTo>
                      <a:pt x="1938" y="132"/>
                    </a:lnTo>
                    <a:lnTo>
                      <a:pt x="1914" y="108"/>
                    </a:lnTo>
                    <a:lnTo>
                      <a:pt x="1890" y="108"/>
                    </a:lnTo>
                    <a:lnTo>
                      <a:pt x="1872" y="114"/>
                    </a:lnTo>
                    <a:lnTo>
                      <a:pt x="1848" y="126"/>
                    </a:lnTo>
                    <a:lnTo>
                      <a:pt x="1842" y="138"/>
                    </a:lnTo>
                    <a:lnTo>
                      <a:pt x="1842" y="120"/>
                    </a:lnTo>
                    <a:lnTo>
                      <a:pt x="1812" y="126"/>
                    </a:lnTo>
                    <a:lnTo>
                      <a:pt x="1794" y="138"/>
                    </a:lnTo>
                    <a:lnTo>
                      <a:pt x="1788" y="120"/>
                    </a:lnTo>
                    <a:lnTo>
                      <a:pt x="1752" y="114"/>
                    </a:lnTo>
                    <a:lnTo>
                      <a:pt x="1746" y="108"/>
                    </a:lnTo>
                    <a:lnTo>
                      <a:pt x="1734" y="102"/>
                    </a:lnTo>
                    <a:lnTo>
                      <a:pt x="1728" y="96"/>
                    </a:lnTo>
                    <a:lnTo>
                      <a:pt x="1716" y="90"/>
                    </a:lnTo>
                    <a:lnTo>
                      <a:pt x="1674" y="90"/>
                    </a:lnTo>
                    <a:lnTo>
                      <a:pt x="1662" y="84"/>
                    </a:lnTo>
                    <a:lnTo>
                      <a:pt x="1650" y="84"/>
                    </a:lnTo>
                    <a:lnTo>
                      <a:pt x="1650" y="78"/>
                    </a:lnTo>
                    <a:lnTo>
                      <a:pt x="1644" y="72"/>
                    </a:lnTo>
                    <a:lnTo>
                      <a:pt x="1632" y="48"/>
                    </a:lnTo>
                    <a:lnTo>
                      <a:pt x="1626" y="42"/>
                    </a:lnTo>
                    <a:lnTo>
                      <a:pt x="1620" y="42"/>
                    </a:lnTo>
                    <a:lnTo>
                      <a:pt x="1620" y="54"/>
                    </a:lnTo>
                    <a:lnTo>
                      <a:pt x="1614" y="60"/>
                    </a:lnTo>
                    <a:lnTo>
                      <a:pt x="1602" y="54"/>
                    </a:lnTo>
                    <a:lnTo>
                      <a:pt x="1596" y="54"/>
                    </a:lnTo>
                    <a:lnTo>
                      <a:pt x="1584" y="48"/>
                    </a:lnTo>
                    <a:lnTo>
                      <a:pt x="1566" y="48"/>
                    </a:lnTo>
                    <a:lnTo>
                      <a:pt x="1566" y="60"/>
                    </a:lnTo>
                    <a:lnTo>
                      <a:pt x="1572" y="66"/>
                    </a:lnTo>
                    <a:lnTo>
                      <a:pt x="1554" y="66"/>
                    </a:lnTo>
                    <a:lnTo>
                      <a:pt x="1548" y="72"/>
                    </a:lnTo>
                    <a:lnTo>
                      <a:pt x="1548" y="78"/>
                    </a:lnTo>
                    <a:lnTo>
                      <a:pt x="1554" y="84"/>
                    </a:lnTo>
                    <a:lnTo>
                      <a:pt x="1566" y="84"/>
                    </a:lnTo>
                    <a:lnTo>
                      <a:pt x="1590" y="96"/>
                    </a:lnTo>
                    <a:lnTo>
                      <a:pt x="1596" y="96"/>
                    </a:lnTo>
                    <a:lnTo>
                      <a:pt x="1608" y="90"/>
                    </a:lnTo>
                    <a:lnTo>
                      <a:pt x="1614" y="84"/>
                    </a:lnTo>
                    <a:lnTo>
                      <a:pt x="1644" y="102"/>
                    </a:lnTo>
                    <a:lnTo>
                      <a:pt x="1638" y="102"/>
                    </a:lnTo>
                    <a:lnTo>
                      <a:pt x="1632" y="108"/>
                    </a:lnTo>
                    <a:lnTo>
                      <a:pt x="1596" y="126"/>
                    </a:lnTo>
                    <a:lnTo>
                      <a:pt x="1572" y="126"/>
                    </a:lnTo>
                    <a:lnTo>
                      <a:pt x="1554" y="132"/>
                    </a:lnTo>
                    <a:lnTo>
                      <a:pt x="1512" y="132"/>
                    </a:lnTo>
                    <a:lnTo>
                      <a:pt x="1500" y="138"/>
                    </a:lnTo>
                    <a:lnTo>
                      <a:pt x="1482" y="144"/>
                    </a:lnTo>
                    <a:lnTo>
                      <a:pt x="1470" y="156"/>
                    </a:lnTo>
                    <a:lnTo>
                      <a:pt x="1452" y="162"/>
                    </a:lnTo>
                    <a:lnTo>
                      <a:pt x="1440" y="168"/>
                    </a:lnTo>
                    <a:lnTo>
                      <a:pt x="1434" y="174"/>
                    </a:lnTo>
                    <a:lnTo>
                      <a:pt x="1428" y="174"/>
                    </a:lnTo>
                    <a:lnTo>
                      <a:pt x="1428" y="186"/>
                    </a:lnTo>
                    <a:lnTo>
                      <a:pt x="1422" y="204"/>
                    </a:lnTo>
                    <a:lnTo>
                      <a:pt x="1422" y="228"/>
                    </a:lnTo>
                    <a:lnTo>
                      <a:pt x="1428" y="234"/>
                    </a:lnTo>
                    <a:lnTo>
                      <a:pt x="1440" y="240"/>
                    </a:lnTo>
                    <a:lnTo>
                      <a:pt x="1446" y="246"/>
                    </a:lnTo>
                    <a:lnTo>
                      <a:pt x="1452" y="246"/>
                    </a:lnTo>
                    <a:lnTo>
                      <a:pt x="1398" y="246"/>
                    </a:lnTo>
                    <a:lnTo>
                      <a:pt x="1368" y="282"/>
                    </a:lnTo>
                    <a:lnTo>
                      <a:pt x="1368" y="312"/>
                    </a:lnTo>
                    <a:lnTo>
                      <a:pt x="1362" y="324"/>
                    </a:lnTo>
                    <a:lnTo>
                      <a:pt x="1362" y="330"/>
                    </a:lnTo>
                    <a:lnTo>
                      <a:pt x="1368" y="336"/>
                    </a:lnTo>
                    <a:lnTo>
                      <a:pt x="1380" y="336"/>
                    </a:lnTo>
                    <a:lnTo>
                      <a:pt x="1404" y="348"/>
                    </a:lnTo>
                    <a:lnTo>
                      <a:pt x="1410" y="354"/>
                    </a:lnTo>
                    <a:lnTo>
                      <a:pt x="1410" y="390"/>
                    </a:lnTo>
                    <a:lnTo>
                      <a:pt x="1386" y="366"/>
                    </a:lnTo>
                    <a:lnTo>
                      <a:pt x="1356" y="366"/>
                    </a:lnTo>
                    <a:lnTo>
                      <a:pt x="1344" y="390"/>
                    </a:lnTo>
                    <a:lnTo>
                      <a:pt x="1308" y="354"/>
                    </a:lnTo>
                    <a:lnTo>
                      <a:pt x="1302" y="384"/>
                    </a:lnTo>
                    <a:lnTo>
                      <a:pt x="1278" y="396"/>
                    </a:lnTo>
                    <a:lnTo>
                      <a:pt x="1284" y="420"/>
                    </a:lnTo>
                    <a:lnTo>
                      <a:pt x="1254" y="414"/>
                    </a:lnTo>
                    <a:lnTo>
                      <a:pt x="1284" y="354"/>
                    </a:lnTo>
                    <a:lnTo>
                      <a:pt x="1278" y="348"/>
                    </a:lnTo>
                    <a:lnTo>
                      <a:pt x="1272" y="336"/>
                    </a:lnTo>
                    <a:lnTo>
                      <a:pt x="1272" y="324"/>
                    </a:lnTo>
                    <a:lnTo>
                      <a:pt x="1266" y="318"/>
                    </a:lnTo>
                    <a:lnTo>
                      <a:pt x="1254" y="312"/>
                    </a:lnTo>
                    <a:lnTo>
                      <a:pt x="1236" y="312"/>
                    </a:lnTo>
                    <a:lnTo>
                      <a:pt x="1224" y="282"/>
                    </a:lnTo>
                    <a:lnTo>
                      <a:pt x="1224" y="276"/>
                    </a:lnTo>
                    <a:lnTo>
                      <a:pt x="1230" y="270"/>
                    </a:lnTo>
                    <a:lnTo>
                      <a:pt x="1230" y="258"/>
                    </a:lnTo>
                    <a:lnTo>
                      <a:pt x="1224" y="246"/>
                    </a:lnTo>
                    <a:lnTo>
                      <a:pt x="1218" y="240"/>
                    </a:lnTo>
                    <a:lnTo>
                      <a:pt x="1206" y="234"/>
                    </a:lnTo>
                    <a:lnTo>
                      <a:pt x="1194" y="240"/>
                    </a:lnTo>
                    <a:lnTo>
                      <a:pt x="1188" y="246"/>
                    </a:lnTo>
                    <a:lnTo>
                      <a:pt x="1176" y="252"/>
                    </a:lnTo>
                    <a:lnTo>
                      <a:pt x="1176" y="264"/>
                    </a:lnTo>
                    <a:lnTo>
                      <a:pt x="1182" y="270"/>
                    </a:lnTo>
                    <a:lnTo>
                      <a:pt x="1182" y="282"/>
                    </a:lnTo>
                    <a:lnTo>
                      <a:pt x="1146" y="276"/>
                    </a:lnTo>
                    <a:lnTo>
                      <a:pt x="1152" y="306"/>
                    </a:lnTo>
                    <a:lnTo>
                      <a:pt x="1134" y="300"/>
                    </a:lnTo>
                    <a:lnTo>
                      <a:pt x="1116" y="306"/>
                    </a:lnTo>
                    <a:lnTo>
                      <a:pt x="1122" y="312"/>
                    </a:lnTo>
                    <a:lnTo>
                      <a:pt x="1122" y="330"/>
                    </a:lnTo>
                    <a:lnTo>
                      <a:pt x="1116" y="342"/>
                    </a:lnTo>
                    <a:lnTo>
                      <a:pt x="1110" y="348"/>
                    </a:lnTo>
                    <a:lnTo>
                      <a:pt x="1098" y="354"/>
                    </a:lnTo>
                    <a:lnTo>
                      <a:pt x="1092" y="360"/>
                    </a:lnTo>
                    <a:lnTo>
                      <a:pt x="1104" y="324"/>
                    </a:lnTo>
                    <a:lnTo>
                      <a:pt x="1080" y="348"/>
                    </a:lnTo>
                    <a:lnTo>
                      <a:pt x="1062" y="348"/>
                    </a:lnTo>
                    <a:lnTo>
                      <a:pt x="1056" y="360"/>
                    </a:lnTo>
                    <a:lnTo>
                      <a:pt x="1050" y="366"/>
                    </a:lnTo>
                    <a:lnTo>
                      <a:pt x="1050" y="378"/>
                    </a:lnTo>
                    <a:lnTo>
                      <a:pt x="1056" y="390"/>
                    </a:lnTo>
                    <a:lnTo>
                      <a:pt x="1056" y="396"/>
                    </a:lnTo>
                    <a:lnTo>
                      <a:pt x="1062" y="408"/>
                    </a:lnTo>
                    <a:lnTo>
                      <a:pt x="1014" y="384"/>
                    </a:lnTo>
                    <a:lnTo>
                      <a:pt x="1008" y="420"/>
                    </a:lnTo>
                    <a:lnTo>
                      <a:pt x="996" y="426"/>
                    </a:lnTo>
                    <a:lnTo>
                      <a:pt x="1008" y="450"/>
                    </a:lnTo>
                    <a:lnTo>
                      <a:pt x="1032" y="450"/>
                    </a:lnTo>
                    <a:lnTo>
                      <a:pt x="1026" y="468"/>
                    </a:lnTo>
                    <a:lnTo>
                      <a:pt x="954" y="474"/>
                    </a:lnTo>
                    <a:lnTo>
                      <a:pt x="948" y="468"/>
                    </a:lnTo>
                    <a:lnTo>
                      <a:pt x="936" y="462"/>
                    </a:lnTo>
                    <a:lnTo>
                      <a:pt x="930" y="462"/>
                    </a:lnTo>
                    <a:lnTo>
                      <a:pt x="918" y="468"/>
                    </a:lnTo>
                    <a:lnTo>
                      <a:pt x="912" y="474"/>
                    </a:lnTo>
                    <a:lnTo>
                      <a:pt x="918" y="486"/>
                    </a:lnTo>
                    <a:lnTo>
                      <a:pt x="918" y="492"/>
                    </a:lnTo>
                    <a:lnTo>
                      <a:pt x="924" y="504"/>
                    </a:lnTo>
                    <a:lnTo>
                      <a:pt x="930" y="510"/>
                    </a:lnTo>
                    <a:lnTo>
                      <a:pt x="930" y="540"/>
                    </a:lnTo>
                    <a:lnTo>
                      <a:pt x="924" y="564"/>
                    </a:lnTo>
                    <a:lnTo>
                      <a:pt x="930" y="600"/>
                    </a:lnTo>
                    <a:lnTo>
                      <a:pt x="912" y="600"/>
                    </a:lnTo>
                    <a:lnTo>
                      <a:pt x="906" y="522"/>
                    </a:lnTo>
                    <a:lnTo>
                      <a:pt x="888" y="510"/>
                    </a:lnTo>
                    <a:lnTo>
                      <a:pt x="888" y="480"/>
                    </a:lnTo>
                    <a:lnTo>
                      <a:pt x="870" y="480"/>
                    </a:lnTo>
                    <a:lnTo>
                      <a:pt x="852" y="504"/>
                    </a:lnTo>
                    <a:lnTo>
                      <a:pt x="822" y="534"/>
                    </a:lnTo>
                    <a:lnTo>
                      <a:pt x="804" y="546"/>
                    </a:lnTo>
                    <a:lnTo>
                      <a:pt x="792" y="558"/>
                    </a:lnTo>
                    <a:lnTo>
                      <a:pt x="786" y="570"/>
                    </a:lnTo>
                    <a:lnTo>
                      <a:pt x="786" y="600"/>
                    </a:lnTo>
                    <a:lnTo>
                      <a:pt x="792" y="606"/>
                    </a:lnTo>
                    <a:lnTo>
                      <a:pt x="792" y="618"/>
                    </a:lnTo>
                    <a:lnTo>
                      <a:pt x="798" y="618"/>
                    </a:lnTo>
                    <a:lnTo>
                      <a:pt x="816" y="636"/>
                    </a:lnTo>
                    <a:lnTo>
                      <a:pt x="810" y="648"/>
                    </a:lnTo>
                    <a:lnTo>
                      <a:pt x="792" y="654"/>
                    </a:lnTo>
                    <a:lnTo>
                      <a:pt x="774" y="666"/>
                    </a:lnTo>
                    <a:lnTo>
                      <a:pt x="750" y="678"/>
                    </a:lnTo>
                    <a:lnTo>
                      <a:pt x="750" y="696"/>
                    </a:lnTo>
                    <a:lnTo>
                      <a:pt x="720" y="726"/>
                    </a:lnTo>
                    <a:lnTo>
                      <a:pt x="702" y="732"/>
                    </a:lnTo>
                    <a:lnTo>
                      <a:pt x="690" y="744"/>
                    </a:lnTo>
                    <a:lnTo>
                      <a:pt x="666" y="756"/>
                    </a:lnTo>
                    <a:lnTo>
                      <a:pt x="630" y="762"/>
                    </a:lnTo>
                    <a:lnTo>
                      <a:pt x="600" y="768"/>
                    </a:lnTo>
                    <a:lnTo>
                      <a:pt x="588" y="768"/>
                    </a:lnTo>
                    <a:lnTo>
                      <a:pt x="534" y="762"/>
                    </a:lnTo>
                    <a:lnTo>
                      <a:pt x="492" y="780"/>
                    </a:lnTo>
                    <a:lnTo>
                      <a:pt x="438" y="786"/>
                    </a:lnTo>
                    <a:lnTo>
                      <a:pt x="432" y="798"/>
                    </a:lnTo>
                    <a:lnTo>
                      <a:pt x="414" y="798"/>
                    </a:lnTo>
                    <a:lnTo>
                      <a:pt x="402" y="804"/>
                    </a:lnTo>
                    <a:lnTo>
                      <a:pt x="396" y="810"/>
                    </a:lnTo>
                    <a:lnTo>
                      <a:pt x="384" y="816"/>
                    </a:lnTo>
                    <a:lnTo>
                      <a:pt x="372" y="828"/>
                    </a:lnTo>
                    <a:lnTo>
                      <a:pt x="342" y="828"/>
                    </a:lnTo>
                    <a:lnTo>
                      <a:pt x="324" y="834"/>
                    </a:lnTo>
                    <a:lnTo>
                      <a:pt x="312" y="840"/>
                    </a:lnTo>
                    <a:lnTo>
                      <a:pt x="306" y="852"/>
                    </a:lnTo>
                    <a:lnTo>
                      <a:pt x="294" y="858"/>
                    </a:lnTo>
                    <a:lnTo>
                      <a:pt x="288" y="870"/>
                    </a:lnTo>
                    <a:lnTo>
                      <a:pt x="282" y="876"/>
                    </a:lnTo>
                    <a:lnTo>
                      <a:pt x="282" y="882"/>
                    </a:lnTo>
                    <a:lnTo>
                      <a:pt x="276" y="882"/>
                    </a:lnTo>
                    <a:lnTo>
                      <a:pt x="270" y="888"/>
                    </a:lnTo>
                    <a:lnTo>
                      <a:pt x="252" y="888"/>
                    </a:lnTo>
                    <a:lnTo>
                      <a:pt x="240" y="894"/>
                    </a:lnTo>
                    <a:lnTo>
                      <a:pt x="228" y="894"/>
                    </a:lnTo>
                    <a:lnTo>
                      <a:pt x="216" y="900"/>
                    </a:lnTo>
                    <a:lnTo>
                      <a:pt x="210" y="906"/>
                    </a:lnTo>
                    <a:lnTo>
                      <a:pt x="198" y="912"/>
                    </a:lnTo>
                    <a:lnTo>
                      <a:pt x="192" y="930"/>
                    </a:lnTo>
                    <a:lnTo>
                      <a:pt x="150" y="972"/>
                    </a:lnTo>
                    <a:lnTo>
                      <a:pt x="150" y="978"/>
                    </a:lnTo>
                    <a:lnTo>
                      <a:pt x="162" y="912"/>
                    </a:lnTo>
                    <a:lnTo>
                      <a:pt x="144" y="918"/>
                    </a:lnTo>
                    <a:lnTo>
                      <a:pt x="120" y="978"/>
                    </a:lnTo>
                    <a:lnTo>
                      <a:pt x="90" y="1038"/>
                    </a:lnTo>
                    <a:lnTo>
                      <a:pt x="90" y="1056"/>
                    </a:lnTo>
                    <a:lnTo>
                      <a:pt x="96" y="1062"/>
                    </a:lnTo>
                    <a:lnTo>
                      <a:pt x="108" y="1068"/>
                    </a:lnTo>
                    <a:lnTo>
                      <a:pt x="114" y="1068"/>
                    </a:lnTo>
                    <a:lnTo>
                      <a:pt x="108" y="1080"/>
                    </a:lnTo>
                    <a:lnTo>
                      <a:pt x="96" y="1086"/>
                    </a:lnTo>
                    <a:lnTo>
                      <a:pt x="90" y="1098"/>
                    </a:lnTo>
                    <a:lnTo>
                      <a:pt x="66" y="1122"/>
                    </a:lnTo>
                    <a:lnTo>
                      <a:pt x="66" y="1134"/>
                    </a:lnTo>
                    <a:lnTo>
                      <a:pt x="72" y="1152"/>
                    </a:lnTo>
                    <a:lnTo>
                      <a:pt x="72" y="1164"/>
                    </a:lnTo>
                    <a:lnTo>
                      <a:pt x="84" y="1188"/>
                    </a:lnTo>
                    <a:lnTo>
                      <a:pt x="84" y="1200"/>
                    </a:lnTo>
                    <a:lnTo>
                      <a:pt x="102" y="1236"/>
                    </a:lnTo>
                    <a:lnTo>
                      <a:pt x="108" y="1254"/>
                    </a:lnTo>
                    <a:lnTo>
                      <a:pt x="114" y="1266"/>
                    </a:lnTo>
                    <a:lnTo>
                      <a:pt x="114" y="1278"/>
                    </a:lnTo>
                    <a:lnTo>
                      <a:pt x="108" y="1278"/>
                    </a:lnTo>
                    <a:lnTo>
                      <a:pt x="96" y="1266"/>
                    </a:lnTo>
                    <a:lnTo>
                      <a:pt x="90" y="1254"/>
                    </a:lnTo>
                    <a:lnTo>
                      <a:pt x="72" y="1236"/>
                    </a:lnTo>
                    <a:lnTo>
                      <a:pt x="66" y="1224"/>
                    </a:lnTo>
                    <a:lnTo>
                      <a:pt x="48" y="1218"/>
                    </a:lnTo>
                    <a:lnTo>
                      <a:pt x="66" y="1266"/>
                    </a:lnTo>
                    <a:lnTo>
                      <a:pt x="30" y="1236"/>
                    </a:lnTo>
                    <a:lnTo>
                      <a:pt x="30" y="1290"/>
                    </a:lnTo>
                    <a:lnTo>
                      <a:pt x="60" y="1350"/>
                    </a:lnTo>
                    <a:lnTo>
                      <a:pt x="66" y="1356"/>
                    </a:lnTo>
                    <a:lnTo>
                      <a:pt x="66" y="1368"/>
                    </a:lnTo>
                    <a:lnTo>
                      <a:pt x="60" y="1374"/>
                    </a:lnTo>
                    <a:lnTo>
                      <a:pt x="54" y="1386"/>
                    </a:lnTo>
                    <a:lnTo>
                      <a:pt x="54" y="1398"/>
                    </a:lnTo>
                    <a:lnTo>
                      <a:pt x="48" y="1410"/>
                    </a:lnTo>
                    <a:lnTo>
                      <a:pt x="54" y="1416"/>
                    </a:lnTo>
                    <a:lnTo>
                      <a:pt x="60" y="1428"/>
                    </a:lnTo>
                    <a:lnTo>
                      <a:pt x="78" y="1446"/>
                    </a:lnTo>
                    <a:lnTo>
                      <a:pt x="84" y="1458"/>
                    </a:lnTo>
                    <a:lnTo>
                      <a:pt x="90" y="1464"/>
                    </a:lnTo>
                    <a:lnTo>
                      <a:pt x="96" y="1476"/>
                    </a:lnTo>
                    <a:lnTo>
                      <a:pt x="96" y="1506"/>
                    </a:lnTo>
                    <a:lnTo>
                      <a:pt x="90" y="1518"/>
                    </a:lnTo>
                    <a:lnTo>
                      <a:pt x="84" y="1524"/>
                    </a:lnTo>
                    <a:lnTo>
                      <a:pt x="90" y="1542"/>
                    </a:lnTo>
                    <a:lnTo>
                      <a:pt x="90" y="1554"/>
                    </a:lnTo>
                    <a:lnTo>
                      <a:pt x="96" y="1572"/>
                    </a:lnTo>
                    <a:lnTo>
                      <a:pt x="96" y="1590"/>
                    </a:lnTo>
                    <a:lnTo>
                      <a:pt x="102" y="1596"/>
                    </a:lnTo>
                    <a:lnTo>
                      <a:pt x="102" y="1602"/>
                    </a:lnTo>
                    <a:lnTo>
                      <a:pt x="96" y="1602"/>
                    </a:lnTo>
                    <a:lnTo>
                      <a:pt x="78" y="1620"/>
                    </a:lnTo>
                    <a:lnTo>
                      <a:pt x="84" y="1626"/>
                    </a:lnTo>
                    <a:lnTo>
                      <a:pt x="84" y="1638"/>
                    </a:lnTo>
                    <a:lnTo>
                      <a:pt x="90" y="1650"/>
                    </a:lnTo>
                    <a:lnTo>
                      <a:pt x="90" y="1662"/>
                    </a:lnTo>
                    <a:lnTo>
                      <a:pt x="96" y="1668"/>
                    </a:lnTo>
                    <a:lnTo>
                      <a:pt x="96" y="1674"/>
                    </a:lnTo>
                    <a:lnTo>
                      <a:pt x="102" y="1674"/>
                    </a:lnTo>
                    <a:lnTo>
                      <a:pt x="108" y="1680"/>
                    </a:lnTo>
                    <a:lnTo>
                      <a:pt x="126" y="1716"/>
                    </a:lnTo>
                    <a:lnTo>
                      <a:pt x="126" y="1728"/>
                    </a:lnTo>
                    <a:lnTo>
                      <a:pt x="108" y="1764"/>
                    </a:lnTo>
                    <a:lnTo>
                      <a:pt x="90" y="1782"/>
                    </a:lnTo>
                    <a:lnTo>
                      <a:pt x="90" y="1824"/>
                    </a:lnTo>
                    <a:lnTo>
                      <a:pt x="84" y="1842"/>
                    </a:lnTo>
                    <a:lnTo>
                      <a:pt x="60" y="1866"/>
                    </a:lnTo>
                    <a:lnTo>
                      <a:pt x="42" y="1866"/>
                    </a:lnTo>
                    <a:lnTo>
                      <a:pt x="30" y="1872"/>
                    </a:lnTo>
                    <a:lnTo>
                      <a:pt x="18" y="1866"/>
                    </a:lnTo>
                    <a:lnTo>
                      <a:pt x="6" y="1866"/>
                    </a:lnTo>
                    <a:lnTo>
                      <a:pt x="0" y="1920"/>
                    </a:lnTo>
                    <a:lnTo>
                      <a:pt x="12" y="1920"/>
                    </a:lnTo>
                    <a:lnTo>
                      <a:pt x="24" y="1926"/>
                    </a:lnTo>
                    <a:lnTo>
                      <a:pt x="42" y="1926"/>
                    </a:lnTo>
                    <a:lnTo>
                      <a:pt x="54" y="1932"/>
                    </a:lnTo>
                    <a:lnTo>
                      <a:pt x="72" y="1950"/>
                    </a:lnTo>
                    <a:lnTo>
                      <a:pt x="78" y="1962"/>
                    </a:lnTo>
                    <a:lnTo>
                      <a:pt x="108" y="1956"/>
                    </a:lnTo>
                    <a:lnTo>
                      <a:pt x="114" y="1968"/>
                    </a:lnTo>
                    <a:lnTo>
                      <a:pt x="138" y="1980"/>
                    </a:lnTo>
                    <a:lnTo>
                      <a:pt x="174" y="1980"/>
                    </a:lnTo>
                    <a:lnTo>
                      <a:pt x="210" y="1968"/>
                    </a:lnTo>
                    <a:lnTo>
                      <a:pt x="234" y="1968"/>
                    </a:lnTo>
                    <a:lnTo>
                      <a:pt x="234" y="1950"/>
                    </a:lnTo>
                    <a:lnTo>
                      <a:pt x="228" y="1944"/>
                    </a:lnTo>
                    <a:lnTo>
                      <a:pt x="264" y="1950"/>
                    </a:lnTo>
                    <a:lnTo>
                      <a:pt x="276" y="1932"/>
                    </a:lnTo>
                    <a:lnTo>
                      <a:pt x="318" y="1926"/>
                    </a:lnTo>
                    <a:lnTo>
                      <a:pt x="354" y="1890"/>
                    </a:lnTo>
                    <a:lnTo>
                      <a:pt x="366" y="1884"/>
                    </a:lnTo>
                    <a:lnTo>
                      <a:pt x="372" y="1884"/>
                    </a:lnTo>
                    <a:lnTo>
                      <a:pt x="420" y="1908"/>
                    </a:lnTo>
                    <a:lnTo>
                      <a:pt x="426" y="1902"/>
                    </a:lnTo>
                    <a:lnTo>
                      <a:pt x="474" y="1878"/>
                    </a:lnTo>
                    <a:lnTo>
                      <a:pt x="480" y="1872"/>
                    </a:lnTo>
                    <a:lnTo>
                      <a:pt x="486" y="1872"/>
                    </a:lnTo>
                    <a:lnTo>
                      <a:pt x="498" y="1878"/>
                    </a:lnTo>
                    <a:lnTo>
                      <a:pt x="504" y="1884"/>
                    </a:lnTo>
                    <a:lnTo>
                      <a:pt x="516" y="1884"/>
                    </a:lnTo>
                    <a:lnTo>
                      <a:pt x="528" y="1890"/>
                    </a:lnTo>
                    <a:lnTo>
                      <a:pt x="534" y="1890"/>
                    </a:lnTo>
                    <a:lnTo>
                      <a:pt x="552" y="1884"/>
                    </a:lnTo>
                    <a:lnTo>
                      <a:pt x="576" y="1872"/>
                    </a:lnTo>
                    <a:lnTo>
                      <a:pt x="582" y="1872"/>
                    </a:lnTo>
                    <a:lnTo>
                      <a:pt x="594" y="1878"/>
                    </a:lnTo>
                    <a:lnTo>
                      <a:pt x="606" y="1878"/>
                    </a:lnTo>
                    <a:lnTo>
                      <a:pt x="624" y="1884"/>
                    </a:lnTo>
                    <a:lnTo>
                      <a:pt x="636" y="1884"/>
                    </a:lnTo>
                    <a:lnTo>
                      <a:pt x="648" y="1878"/>
                    </a:lnTo>
                    <a:lnTo>
                      <a:pt x="654" y="1872"/>
                    </a:lnTo>
                    <a:lnTo>
                      <a:pt x="654" y="1848"/>
                    </a:lnTo>
                    <a:lnTo>
                      <a:pt x="666" y="1848"/>
                    </a:lnTo>
                    <a:lnTo>
                      <a:pt x="672" y="1842"/>
                    </a:lnTo>
                    <a:lnTo>
                      <a:pt x="678" y="1842"/>
                    </a:lnTo>
                    <a:lnTo>
                      <a:pt x="684" y="1836"/>
                    </a:lnTo>
                    <a:lnTo>
                      <a:pt x="690" y="1824"/>
                    </a:lnTo>
                    <a:lnTo>
                      <a:pt x="702" y="1788"/>
                    </a:lnTo>
                    <a:lnTo>
                      <a:pt x="714" y="1776"/>
                    </a:lnTo>
                    <a:lnTo>
                      <a:pt x="726" y="1770"/>
                    </a:lnTo>
                    <a:lnTo>
                      <a:pt x="744" y="1764"/>
                    </a:lnTo>
                    <a:lnTo>
                      <a:pt x="756" y="1764"/>
                    </a:lnTo>
                    <a:lnTo>
                      <a:pt x="774" y="1770"/>
                    </a:lnTo>
                    <a:lnTo>
                      <a:pt x="798" y="1770"/>
                    </a:lnTo>
                    <a:lnTo>
                      <a:pt x="822" y="1758"/>
                    </a:lnTo>
                    <a:lnTo>
                      <a:pt x="840" y="1752"/>
                    </a:lnTo>
                    <a:lnTo>
                      <a:pt x="858" y="1740"/>
                    </a:lnTo>
                    <a:lnTo>
                      <a:pt x="876" y="1734"/>
                    </a:lnTo>
                    <a:lnTo>
                      <a:pt x="912" y="1734"/>
                    </a:lnTo>
                    <a:lnTo>
                      <a:pt x="918" y="1740"/>
                    </a:lnTo>
                    <a:lnTo>
                      <a:pt x="930" y="1740"/>
                    </a:lnTo>
                    <a:lnTo>
                      <a:pt x="942" y="1746"/>
                    </a:lnTo>
                    <a:lnTo>
                      <a:pt x="972" y="1740"/>
                    </a:lnTo>
                    <a:lnTo>
                      <a:pt x="1044" y="1704"/>
                    </a:lnTo>
                    <a:lnTo>
                      <a:pt x="1074" y="1692"/>
                    </a:lnTo>
                    <a:lnTo>
                      <a:pt x="1098" y="1686"/>
                    </a:lnTo>
                    <a:lnTo>
                      <a:pt x="1140" y="1680"/>
                    </a:lnTo>
                    <a:lnTo>
                      <a:pt x="1176" y="1674"/>
                    </a:lnTo>
                    <a:lnTo>
                      <a:pt x="1224" y="1674"/>
                    </a:lnTo>
                    <a:lnTo>
                      <a:pt x="1236" y="1662"/>
                    </a:lnTo>
                    <a:lnTo>
                      <a:pt x="1254" y="1680"/>
                    </a:lnTo>
                    <a:lnTo>
                      <a:pt x="1266" y="1686"/>
                    </a:lnTo>
                    <a:lnTo>
                      <a:pt x="1278" y="1698"/>
                    </a:lnTo>
                    <a:lnTo>
                      <a:pt x="1302" y="1710"/>
                    </a:lnTo>
                    <a:lnTo>
                      <a:pt x="1320" y="1716"/>
                    </a:lnTo>
                    <a:lnTo>
                      <a:pt x="1332" y="1716"/>
                    </a:lnTo>
                    <a:lnTo>
                      <a:pt x="1338" y="1710"/>
                    </a:lnTo>
                    <a:lnTo>
                      <a:pt x="1338" y="1716"/>
                    </a:lnTo>
                    <a:lnTo>
                      <a:pt x="1344" y="1722"/>
                    </a:lnTo>
                    <a:lnTo>
                      <a:pt x="1350" y="1734"/>
                    </a:lnTo>
                    <a:lnTo>
                      <a:pt x="1356" y="1740"/>
                    </a:lnTo>
                    <a:lnTo>
                      <a:pt x="1374" y="1740"/>
                    </a:lnTo>
                    <a:lnTo>
                      <a:pt x="1380" y="1734"/>
                    </a:lnTo>
                    <a:lnTo>
                      <a:pt x="1380" y="1752"/>
                    </a:lnTo>
                    <a:lnTo>
                      <a:pt x="1392" y="1752"/>
                    </a:lnTo>
                    <a:lnTo>
                      <a:pt x="1398" y="1758"/>
                    </a:lnTo>
                    <a:lnTo>
                      <a:pt x="1398" y="1770"/>
                    </a:lnTo>
                    <a:lnTo>
                      <a:pt x="1386" y="1794"/>
                    </a:lnTo>
                    <a:lnTo>
                      <a:pt x="1380" y="1800"/>
                    </a:lnTo>
                    <a:lnTo>
                      <a:pt x="1374" y="1812"/>
                    </a:lnTo>
                    <a:lnTo>
                      <a:pt x="1392" y="1842"/>
                    </a:lnTo>
                    <a:lnTo>
                      <a:pt x="1410" y="1830"/>
                    </a:lnTo>
                    <a:lnTo>
                      <a:pt x="1428" y="1866"/>
                    </a:lnTo>
                    <a:lnTo>
                      <a:pt x="1428" y="1872"/>
                    </a:lnTo>
                    <a:lnTo>
                      <a:pt x="1434" y="1878"/>
                    </a:lnTo>
                    <a:lnTo>
                      <a:pt x="1434" y="1902"/>
                    </a:lnTo>
                    <a:lnTo>
                      <a:pt x="1440" y="1914"/>
                    </a:lnTo>
                    <a:lnTo>
                      <a:pt x="1440" y="1926"/>
                    </a:lnTo>
                    <a:lnTo>
                      <a:pt x="1422" y="1926"/>
                    </a:lnTo>
                    <a:lnTo>
                      <a:pt x="1410" y="1920"/>
                    </a:lnTo>
                    <a:lnTo>
                      <a:pt x="1404" y="1920"/>
                    </a:lnTo>
                    <a:lnTo>
                      <a:pt x="1410" y="1956"/>
                    </a:lnTo>
                    <a:lnTo>
                      <a:pt x="1446" y="1956"/>
                    </a:lnTo>
                    <a:lnTo>
                      <a:pt x="1452" y="1962"/>
                    </a:lnTo>
                    <a:lnTo>
                      <a:pt x="1452" y="1968"/>
                    </a:lnTo>
                    <a:lnTo>
                      <a:pt x="1470" y="1968"/>
                    </a:lnTo>
                    <a:lnTo>
                      <a:pt x="1470" y="1956"/>
                    </a:lnTo>
                    <a:lnTo>
                      <a:pt x="1464" y="1938"/>
                    </a:lnTo>
                    <a:lnTo>
                      <a:pt x="1464" y="1926"/>
                    </a:lnTo>
                    <a:lnTo>
                      <a:pt x="1470" y="1914"/>
                    </a:lnTo>
                    <a:lnTo>
                      <a:pt x="1476" y="1908"/>
                    </a:lnTo>
                    <a:lnTo>
                      <a:pt x="1500" y="1896"/>
                    </a:lnTo>
                    <a:lnTo>
                      <a:pt x="1512" y="1896"/>
                    </a:lnTo>
                    <a:lnTo>
                      <a:pt x="1518" y="1890"/>
                    </a:lnTo>
                    <a:lnTo>
                      <a:pt x="1530" y="1884"/>
                    </a:lnTo>
                    <a:lnTo>
                      <a:pt x="1542" y="1872"/>
                    </a:lnTo>
                    <a:lnTo>
                      <a:pt x="1548" y="1860"/>
                    </a:lnTo>
                    <a:lnTo>
                      <a:pt x="1566" y="1842"/>
                    </a:lnTo>
                    <a:lnTo>
                      <a:pt x="1566" y="1836"/>
                    </a:lnTo>
                    <a:lnTo>
                      <a:pt x="1590" y="1842"/>
                    </a:lnTo>
                    <a:lnTo>
                      <a:pt x="1608" y="1788"/>
                    </a:lnTo>
                    <a:lnTo>
                      <a:pt x="1638" y="1788"/>
                    </a:lnTo>
                    <a:lnTo>
                      <a:pt x="1650" y="1782"/>
                    </a:lnTo>
                    <a:lnTo>
                      <a:pt x="1662" y="1770"/>
                    </a:lnTo>
                    <a:lnTo>
                      <a:pt x="1668" y="1752"/>
                    </a:lnTo>
                    <a:lnTo>
                      <a:pt x="1668" y="1740"/>
                    </a:lnTo>
                    <a:lnTo>
                      <a:pt x="1668" y="1746"/>
                    </a:lnTo>
                    <a:lnTo>
                      <a:pt x="1674" y="1752"/>
                    </a:lnTo>
                    <a:lnTo>
                      <a:pt x="1674" y="1764"/>
                    </a:lnTo>
                    <a:lnTo>
                      <a:pt x="1680" y="1776"/>
                    </a:lnTo>
                    <a:lnTo>
                      <a:pt x="1680" y="1782"/>
                    </a:lnTo>
                    <a:lnTo>
                      <a:pt x="1668" y="1794"/>
                    </a:lnTo>
                    <a:lnTo>
                      <a:pt x="1662" y="1806"/>
                    </a:lnTo>
                    <a:lnTo>
                      <a:pt x="1650" y="1812"/>
                    </a:lnTo>
                    <a:lnTo>
                      <a:pt x="1644" y="1818"/>
                    </a:lnTo>
                    <a:lnTo>
                      <a:pt x="1620" y="1818"/>
                    </a:lnTo>
                    <a:lnTo>
                      <a:pt x="1614" y="1830"/>
                    </a:lnTo>
                    <a:lnTo>
                      <a:pt x="1632" y="1866"/>
                    </a:lnTo>
                    <a:lnTo>
                      <a:pt x="1620" y="1866"/>
                    </a:lnTo>
                    <a:lnTo>
                      <a:pt x="1614" y="1872"/>
                    </a:lnTo>
                    <a:lnTo>
                      <a:pt x="1602" y="1878"/>
                    </a:lnTo>
                    <a:lnTo>
                      <a:pt x="1566" y="1914"/>
                    </a:lnTo>
                    <a:lnTo>
                      <a:pt x="1566" y="1926"/>
                    </a:lnTo>
                    <a:lnTo>
                      <a:pt x="1560" y="1932"/>
                    </a:lnTo>
                    <a:lnTo>
                      <a:pt x="1554" y="1944"/>
                    </a:lnTo>
                    <a:lnTo>
                      <a:pt x="1542" y="1956"/>
                    </a:lnTo>
                    <a:lnTo>
                      <a:pt x="1518" y="1968"/>
                    </a:lnTo>
                    <a:lnTo>
                      <a:pt x="1512" y="1974"/>
                    </a:lnTo>
                    <a:lnTo>
                      <a:pt x="1512" y="1980"/>
                    </a:lnTo>
                    <a:lnTo>
                      <a:pt x="1518" y="1986"/>
                    </a:lnTo>
                    <a:lnTo>
                      <a:pt x="1548" y="1986"/>
                    </a:lnTo>
                    <a:lnTo>
                      <a:pt x="1560" y="1980"/>
                    </a:lnTo>
                    <a:lnTo>
                      <a:pt x="1572" y="1980"/>
                    </a:lnTo>
                    <a:lnTo>
                      <a:pt x="1584" y="1968"/>
                    </a:lnTo>
                    <a:lnTo>
                      <a:pt x="1602" y="1932"/>
                    </a:lnTo>
                    <a:lnTo>
                      <a:pt x="1608" y="1926"/>
                    </a:lnTo>
                    <a:lnTo>
                      <a:pt x="1614" y="1914"/>
                    </a:lnTo>
                    <a:lnTo>
                      <a:pt x="1626" y="1908"/>
                    </a:lnTo>
                    <a:lnTo>
                      <a:pt x="1632" y="1902"/>
                    </a:lnTo>
                    <a:lnTo>
                      <a:pt x="1632" y="1920"/>
                    </a:lnTo>
                    <a:lnTo>
                      <a:pt x="1638" y="1932"/>
                    </a:lnTo>
                    <a:lnTo>
                      <a:pt x="1638" y="1956"/>
                    </a:lnTo>
                    <a:lnTo>
                      <a:pt x="1626" y="1968"/>
                    </a:lnTo>
                    <a:lnTo>
                      <a:pt x="1614" y="1974"/>
                    </a:lnTo>
                    <a:lnTo>
                      <a:pt x="1602" y="1986"/>
                    </a:lnTo>
                    <a:lnTo>
                      <a:pt x="1602" y="2004"/>
                    </a:lnTo>
                    <a:lnTo>
                      <a:pt x="1608" y="2010"/>
                    </a:lnTo>
                    <a:lnTo>
                      <a:pt x="1614" y="2010"/>
                    </a:lnTo>
                    <a:lnTo>
                      <a:pt x="1632" y="2016"/>
                    </a:lnTo>
                    <a:lnTo>
                      <a:pt x="1662" y="2016"/>
                    </a:lnTo>
                    <a:lnTo>
                      <a:pt x="1668" y="2028"/>
                    </a:lnTo>
                    <a:lnTo>
                      <a:pt x="1644" y="2052"/>
                    </a:lnTo>
                    <a:lnTo>
                      <a:pt x="1644" y="2058"/>
                    </a:lnTo>
                    <a:lnTo>
                      <a:pt x="1650" y="2064"/>
                    </a:lnTo>
                    <a:lnTo>
                      <a:pt x="1668" y="2100"/>
                    </a:lnTo>
                    <a:lnTo>
                      <a:pt x="1674" y="2106"/>
                    </a:lnTo>
                    <a:lnTo>
                      <a:pt x="1674" y="2118"/>
                    </a:lnTo>
                    <a:lnTo>
                      <a:pt x="1626" y="2166"/>
                    </a:lnTo>
                    <a:lnTo>
                      <a:pt x="1626" y="2178"/>
                    </a:lnTo>
                    <a:lnTo>
                      <a:pt x="1638" y="2190"/>
                    </a:lnTo>
                    <a:lnTo>
                      <a:pt x="1644" y="2202"/>
                    </a:lnTo>
                    <a:lnTo>
                      <a:pt x="1668" y="2214"/>
                    </a:lnTo>
                    <a:lnTo>
                      <a:pt x="1680" y="2226"/>
                    </a:lnTo>
                    <a:lnTo>
                      <a:pt x="1692" y="2232"/>
                    </a:lnTo>
                    <a:lnTo>
                      <a:pt x="1716" y="2256"/>
                    </a:lnTo>
                    <a:lnTo>
                      <a:pt x="1728" y="2262"/>
                    </a:lnTo>
                    <a:lnTo>
                      <a:pt x="1800" y="2262"/>
                    </a:lnTo>
                    <a:lnTo>
                      <a:pt x="1824" y="2286"/>
                    </a:lnTo>
                    <a:lnTo>
                      <a:pt x="1842" y="2292"/>
                    </a:lnTo>
                    <a:lnTo>
                      <a:pt x="1872" y="2286"/>
                    </a:lnTo>
                    <a:lnTo>
                      <a:pt x="1902" y="2274"/>
                    </a:lnTo>
                    <a:lnTo>
                      <a:pt x="1932" y="2256"/>
                    </a:lnTo>
                    <a:lnTo>
                      <a:pt x="1944" y="2250"/>
                    </a:lnTo>
                    <a:lnTo>
                      <a:pt x="1944" y="2226"/>
                    </a:lnTo>
                    <a:lnTo>
                      <a:pt x="1956" y="2214"/>
                    </a:lnTo>
                    <a:lnTo>
                      <a:pt x="1962" y="2214"/>
                    </a:lnTo>
                    <a:lnTo>
                      <a:pt x="1974" y="2226"/>
                    </a:lnTo>
                    <a:lnTo>
                      <a:pt x="1974" y="2256"/>
                    </a:lnTo>
                    <a:lnTo>
                      <a:pt x="1992" y="2256"/>
                    </a:lnTo>
                    <a:lnTo>
                      <a:pt x="1980" y="2280"/>
                    </a:lnTo>
                    <a:lnTo>
                      <a:pt x="1998" y="2280"/>
                    </a:lnTo>
                    <a:lnTo>
                      <a:pt x="1998" y="2292"/>
                    </a:lnTo>
                    <a:lnTo>
                      <a:pt x="2004" y="2298"/>
                    </a:lnTo>
                    <a:lnTo>
                      <a:pt x="2010" y="2310"/>
                    </a:lnTo>
                    <a:lnTo>
                      <a:pt x="2016" y="2316"/>
                    </a:lnTo>
                    <a:lnTo>
                      <a:pt x="2028" y="2316"/>
                    </a:lnTo>
                    <a:lnTo>
                      <a:pt x="2040" y="2304"/>
                    </a:lnTo>
                    <a:lnTo>
                      <a:pt x="2046" y="2304"/>
                    </a:lnTo>
                    <a:lnTo>
                      <a:pt x="2052" y="2298"/>
                    </a:lnTo>
                    <a:lnTo>
                      <a:pt x="2070" y="2292"/>
                    </a:lnTo>
                    <a:lnTo>
                      <a:pt x="2082" y="2286"/>
                    </a:lnTo>
                    <a:lnTo>
                      <a:pt x="2088" y="2280"/>
                    </a:lnTo>
                    <a:lnTo>
                      <a:pt x="2100" y="2274"/>
                    </a:lnTo>
                    <a:lnTo>
                      <a:pt x="2124" y="2250"/>
                    </a:lnTo>
                    <a:lnTo>
                      <a:pt x="2136" y="2244"/>
                    </a:lnTo>
                    <a:lnTo>
                      <a:pt x="2148" y="2232"/>
                    </a:lnTo>
                    <a:lnTo>
                      <a:pt x="2160" y="2226"/>
                    </a:lnTo>
                    <a:lnTo>
                      <a:pt x="2154" y="2214"/>
                    </a:lnTo>
                    <a:lnTo>
                      <a:pt x="2190" y="2202"/>
                    </a:lnTo>
                    <a:lnTo>
                      <a:pt x="2202" y="2214"/>
                    </a:lnTo>
                    <a:lnTo>
                      <a:pt x="2220" y="2214"/>
                    </a:lnTo>
                    <a:lnTo>
                      <a:pt x="2256" y="2208"/>
                    </a:lnTo>
                    <a:lnTo>
                      <a:pt x="2298" y="2196"/>
                    </a:lnTo>
                    <a:lnTo>
                      <a:pt x="2316" y="2178"/>
                    </a:lnTo>
                    <a:lnTo>
                      <a:pt x="2328" y="2148"/>
                    </a:lnTo>
                    <a:lnTo>
                      <a:pt x="2334" y="2118"/>
                    </a:lnTo>
                    <a:lnTo>
                      <a:pt x="2340" y="2100"/>
                    </a:lnTo>
                    <a:lnTo>
                      <a:pt x="2346" y="2088"/>
                    </a:lnTo>
                    <a:lnTo>
                      <a:pt x="2376" y="2058"/>
                    </a:lnTo>
                    <a:lnTo>
                      <a:pt x="2382" y="2058"/>
                    </a:lnTo>
                    <a:lnTo>
                      <a:pt x="2382" y="2034"/>
                    </a:lnTo>
                    <a:lnTo>
                      <a:pt x="2388" y="2034"/>
                    </a:lnTo>
                    <a:lnTo>
                      <a:pt x="2394" y="2028"/>
                    </a:lnTo>
                    <a:lnTo>
                      <a:pt x="2406" y="2022"/>
                    </a:lnTo>
                    <a:lnTo>
                      <a:pt x="2418" y="2010"/>
                    </a:lnTo>
                    <a:lnTo>
                      <a:pt x="2424" y="1998"/>
                    </a:lnTo>
                    <a:lnTo>
                      <a:pt x="2442" y="1980"/>
                    </a:lnTo>
                    <a:lnTo>
                      <a:pt x="2442" y="1956"/>
                    </a:lnTo>
                    <a:lnTo>
                      <a:pt x="2448" y="1944"/>
                    </a:lnTo>
                    <a:lnTo>
                      <a:pt x="2454" y="1926"/>
                    </a:lnTo>
                    <a:lnTo>
                      <a:pt x="2460" y="1914"/>
                    </a:lnTo>
                    <a:lnTo>
                      <a:pt x="2490" y="1884"/>
                    </a:lnTo>
                    <a:lnTo>
                      <a:pt x="2502" y="1866"/>
                    </a:lnTo>
                    <a:lnTo>
                      <a:pt x="2526" y="1842"/>
                    </a:lnTo>
                    <a:lnTo>
                      <a:pt x="2538" y="1836"/>
                    </a:lnTo>
                    <a:lnTo>
                      <a:pt x="2550" y="1824"/>
                    </a:lnTo>
                    <a:lnTo>
                      <a:pt x="2556" y="1812"/>
                    </a:lnTo>
                    <a:lnTo>
                      <a:pt x="2556" y="1800"/>
                    </a:lnTo>
                    <a:lnTo>
                      <a:pt x="2562" y="1788"/>
                    </a:lnTo>
                    <a:lnTo>
                      <a:pt x="2562" y="1782"/>
                    </a:lnTo>
                    <a:lnTo>
                      <a:pt x="2586" y="1782"/>
                    </a:lnTo>
                    <a:lnTo>
                      <a:pt x="2610" y="1770"/>
                    </a:lnTo>
                    <a:lnTo>
                      <a:pt x="2622" y="1752"/>
                    </a:lnTo>
                    <a:lnTo>
                      <a:pt x="2646" y="1728"/>
                    </a:lnTo>
                    <a:lnTo>
                      <a:pt x="2670" y="1698"/>
                    </a:lnTo>
                    <a:lnTo>
                      <a:pt x="2688" y="1674"/>
                    </a:lnTo>
                    <a:lnTo>
                      <a:pt x="2700" y="1662"/>
                    </a:lnTo>
                    <a:lnTo>
                      <a:pt x="2700" y="1656"/>
                    </a:lnTo>
                    <a:lnTo>
                      <a:pt x="2706" y="1638"/>
                    </a:lnTo>
                    <a:lnTo>
                      <a:pt x="2706" y="1614"/>
                    </a:lnTo>
                    <a:lnTo>
                      <a:pt x="2712" y="1596"/>
                    </a:lnTo>
                    <a:lnTo>
                      <a:pt x="2718" y="1590"/>
                    </a:lnTo>
                    <a:lnTo>
                      <a:pt x="2730" y="1572"/>
                    </a:lnTo>
                    <a:lnTo>
                      <a:pt x="2754" y="1542"/>
                    </a:lnTo>
                    <a:lnTo>
                      <a:pt x="2772" y="1494"/>
                    </a:lnTo>
                    <a:lnTo>
                      <a:pt x="2796" y="1458"/>
                    </a:lnTo>
                    <a:lnTo>
                      <a:pt x="2808" y="1428"/>
                    </a:lnTo>
                    <a:lnTo>
                      <a:pt x="2814" y="1416"/>
                    </a:lnTo>
                    <a:lnTo>
                      <a:pt x="2814" y="1386"/>
                    </a:lnTo>
                    <a:lnTo>
                      <a:pt x="2802" y="1362"/>
                    </a:lnTo>
                    <a:lnTo>
                      <a:pt x="2820" y="1308"/>
                    </a:lnTo>
                    <a:lnTo>
                      <a:pt x="2832" y="1290"/>
                    </a:lnTo>
                    <a:lnTo>
                      <a:pt x="2838" y="1266"/>
                    </a:lnTo>
                    <a:lnTo>
                      <a:pt x="2838" y="1224"/>
                    </a:lnTo>
                    <a:lnTo>
                      <a:pt x="2832" y="1194"/>
                    </a:lnTo>
                    <a:lnTo>
                      <a:pt x="2832" y="1176"/>
                    </a:lnTo>
                    <a:lnTo>
                      <a:pt x="2802" y="1164"/>
                    </a:lnTo>
                    <a:close/>
                    <a:moveTo>
                      <a:pt x="2016" y="2436"/>
                    </a:moveTo>
                    <a:lnTo>
                      <a:pt x="2022" y="2442"/>
                    </a:lnTo>
                    <a:lnTo>
                      <a:pt x="2028" y="2442"/>
                    </a:lnTo>
                    <a:lnTo>
                      <a:pt x="2040" y="2436"/>
                    </a:lnTo>
                    <a:lnTo>
                      <a:pt x="2046" y="2430"/>
                    </a:lnTo>
                    <a:lnTo>
                      <a:pt x="2034" y="2418"/>
                    </a:lnTo>
                    <a:lnTo>
                      <a:pt x="2016" y="2436"/>
                    </a:lnTo>
                    <a:close/>
                    <a:moveTo>
                      <a:pt x="1992" y="2454"/>
                    </a:moveTo>
                    <a:lnTo>
                      <a:pt x="1974" y="2454"/>
                    </a:lnTo>
                    <a:lnTo>
                      <a:pt x="1962" y="2466"/>
                    </a:lnTo>
                    <a:lnTo>
                      <a:pt x="1962" y="2472"/>
                    </a:lnTo>
                    <a:lnTo>
                      <a:pt x="1962" y="2460"/>
                    </a:lnTo>
                    <a:lnTo>
                      <a:pt x="1938" y="2460"/>
                    </a:lnTo>
                    <a:lnTo>
                      <a:pt x="1926" y="2466"/>
                    </a:lnTo>
                    <a:lnTo>
                      <a:pt x="1914" y="2466"/>
                    </a:lnTo>
                    <a:lnTo>
                      <a:pt x="1908" y="2478"/>
                    </a:lnTo>
                    <a:lnTo>
                      <a:pt x="1890" y="2460"/>
                    </a:lnTo>
                    <a:lnTo>
                      <a:pt x="1854" y="2460"/>
                    </a:lnTo>
                    <a:lnTo>
                      <a:pt x="1830" y="2430"/>
                    </a:lnTo>
                    <a:lnTo>
                      <a:pt x="1824" y="2436"/>
                    </a:lnTo>
                    <a:lnTo>
                      <a:pt x="1818" y="2436"/>
                    </a:lnTo>
                    <a:lnTo>
                      <a:pt x="1812" y="2442"/>
                    </a:lnTo>
                    <a:lnTo>
                      <a:pt x="1806" y="2442"/>
                    </a:lnTo>
                    <a:lnTo>
                      <a:pt x="1776" y="2412"/>
                    </a:lnTo>
                    <a:lnTo>
                      <a:pt x="1776" y="2424"/>
                    </a:lnTo>
                    <a:lnTo>
                      <a:pt x="1782" y="2448"/>
                    </a:lnTo>
                    <a:lnTo>
                      <a:pt x="1782" y="2472"/>
                    </a:lnTo>
                    <a:lnTo>
                      <a:pt x="1776" y="2478"/>
                    </a:lnTo>
                    <a:lnTo>
                      <a:pt x="1776" y="2484"/>
                    </a:lnTo>
                    <a:lnTo>
                      <a:pt x="1770" y="2490"/>
                    </a:lnTo>
                    <a:lnTo>
                      <a:pt x="1770" y="2502"/>
                    </a:lnTo>
                    <a:lnTo>
                      <a:pt x="1776" y="2514"/>
                    </a:lnTo>
                    <a:lnTo>
                      <a:pt x="1776" y="2532"/>
                    </a:lnTo>
                    <a:lnTo>
                      <a:pt x="1764" y="2538"/>
                    </a:lnTo>
                    <a:lnTo>
                      <a:pt x="1758" y="2544"/>
                    </a:lnTo>
                    <a:lnTo>
                      <a:pt x="1752" y="2544"/>
                    </a:lnTo>
                    <a:lnTo>
                      <a:pt x="1740" y="2532"/>
                    </a:lnTo>
                    <a:lnTo>
                      <a:pt x="1740" y="2538"/>
                    </a:lnTo>
                    <a:lnTo>
                      <a:pt x="1734" y="2544"/>
                    </a:lnTo>
                    <a:lnTo>
                      <a:pt x="1734" y="2556"/>
                    </a:lnTo>
                    <a:lnTo>
                      <a:pt x="1728" y="2574"/>
                    </a:lnTo>
                    <a:lnTo>
                      <a:pt x="1728" y="2586"/>
                    </a:lnTo>
                    <a:lnTo>
                      <a:pt x="1740" y="2610"/>
                    </a:lnTo>
                    <a:lnTo>
                      <a:pt x="1740" y="2616"/>
                    </a:lnTo>
                    <a:lnTo>
                      <a:pt x="1746" y="2628"/>
                    </a:lnTo>
                    <a:lnTo>
                      <a:pt x="1770" y="2628"/>
                    </a:lnTo>
                    <a:lnTo>
                      <a:pt x="1752" y="2640"/>
                    </a:lnTo>
                    <a:lnTo>
                      <a:pt x="1758" y="2664"/>
                    </a:lnTo>
                    <a:lnTo>
                      <a:pt x="1770" y="2658"/>
                    </a:lnTo>
                    <a:lnTo>
                      <a:pt x="1776" y="2658"/>
                    </a:lnTo>
                    <a:lnTo>
                      <a:pt x="1782" y="2652"/>
                    </a:lnTo>
                    <a:lnTo>
                      <a:pt x="1794" y="2652"/>
                    </a:lnTo>
                    <a:lnTo>
                      <a:pt x="1800" y="2658"/>
                    </a:lnTo>
                    <a:lnTo>
                      <a:pt x="1818" y="2658"/>
                    </a:lnTo>
                    <a:lnTo>
                      <a:pt x="1830" y="2652"/>
                    </a:lnTo>
                    <a:lnTo>
                      <a:pt x="1836" y="2646"/>
                    </a:lnTo>
                    <a:lnTo>
                      <a:pt x="1842" y="2634"/>
                    </a:lnTo>
                    <a:lnTo>
                      <a:pt x="1854" y="2634"/>
                    </a:lnTo>
                    <a:lnTo>
                      <a:pt x="1860" y="2640"/>
                    </a:lnTo>
                    <a:lnTo>
                      <a:pt x="1860" y="2646"/>
                    </a:lnTo>
                    <a:lnTo>
                      <a:pt x="1848" y="2658"/>
                    </a:lnTo>
                    <a:lnTo>
                      <a:pt x="1866" y="2664"/>
                    </a:lnTo>
                    <a:lnTo>
                      <a:pt x="1884" y="2646"/>
                    </a:lnTo>
                    <a:lnTo>
                      <a:pt x="1890" y="2634"/>
                    </a:lnTo>
                    <a:lnTo>
                      <a:pt x="1902" y="2628"/>
                    </a:lnTo>
                    <a:lnTo>
                      <a:pt x="1908" y="2616"/>
                    </a:lnTo>
                    <a:lnTo>
                      <a:pt x="1920" y="2604"/>
                    </a:lnTo>
                    <a:lnTo>
                      <a:pt x="1914" y="2604"/>
                    </a:lnTo>
                    <a:lnTo>
                      <a:pt x="1902" y="2592"/>
                    </a:lnTo>
                    <a:lnTo>
                      <a:pt x="1920" y="2562"/>
                    </a:lnTo>
                    <a:lnTo>
                      <a:pt x="1950" y="2562"/>
                    </a:lnTo>
                    <a:lnTo>
                      <a:pt x="1962" y="2538"/>
                    </a:lnTo>
                    <a:lnTo>
                      <a:pt x="1962" y="2514"/>
                    </a:lnTo>
                    <a:lnTo>
                      <a:pt x="1968" y="2502"/>
                    </a:lnTo>
                    <a:lnTo>
                      <a:pt x="1980" y="2496"/>
                    </a:lnTo>
                    <a:lnTo>
                      <a:pt x="1986" y="2484"/>
                    </a:lnTo>
                    <a:lnTo>
                      <a:pt x="1992" y="2478"/>
                    </a:lnTo>
                    <a:lnTo>
                      <a:pt x="1998" y="2466"/>
                    </a:lnTo>
                    <a:lnTo>
                      <a:pt x="1998" y="2460"/>
                    </a:lnTo>
                    <a:lnTo>
                      <a:pt x="1992" y="2454"/>
                    </a:lnTo>
                    <a:close/>
                    <a:moveTo>
                      <a:pt x="1902" y="246"/>
                    </a:moveTo>
                    <a:lnTo>
                      <a:pt x="1890" y="258"/>
                    </a:lnTo>
                    <a:lnTo>
                      <a:pt x="1890" y="270"/>
                    </a:lnTo>
                    <a:lnTo>
                      <a:pt x="1884" y="282"/>
                    </a:lnTo>
                    <a:lnTo>
                      <a:pt x="1884" y="294"/>
                    </a:lnTo>
                    <a:lnTo>
                      <a:pt x="1896" y="300"/>
                    </a:lnTo>
                    <a:lnTo>
                      <a:pt x="1920" y="300"/>
                    </a:lnTo>
                    <a:lnTo>
                      <a:pt x="1926" y="294"/>
                    </a:lnTo>
                    <a:lnTo>
                      <a:pt x="1932" y="294"/>
                    </a:lnTo>
                    <a:lnTo>
                      <a:pt x="1926" y="282"/>
                    </a:lnTo>
                    <a:lnTo>
                      <a:pt x="1932" y="252"/>
                    </a:lnTo>
                    <a:lnTo>
                      <a:pt x="1920" y="252"/>
                    </a:lnTo>
                    <a:lnTo>
                      <a:pt x="1908" y="246"/>
                    </a:lnTo>
                    <a:lnTo>
                      <a:pt x="1902" y="246"/>
                    </a:lnTo>
                    <a:close/>
                    <a:moveTo>
                      <a:pt x="1770" y="2334"/>
                    </a:moveTo>
                    <a:lnTo>
                      <a:pt x="1758" y="2376"/>
                    </a:lnTo>
                    <a:lnTo>
                      <a:pt x="1812" y="2328"/>
                    </a:lnTo>
                    <a:lnTo>
                      <a:pt x="1770" y="2334"/>
                    </a:lnTo>
                    <a:close/>
                    <a:moveTo>
                      <a:pt x="2034" y="2400"/>
                    </a:moveTo>
                    <a:lnTo>
                      <a:pt x="2016" y="2358"/>
                    </a:lnTo>
                    <a:lnTo>
                      <a:pt x="1998" y="2376"/>
                    </a:lnTo>
                    <a:lnTo>
                      <a:pt x="1998" y="2394"/>
                    </a:lnTo>
                    <a:lnTo>
                      <a:pt x="2010" y="2406"/>
                    </a:lnTo>
                    <a:lnTo>
                      <a:pt x="2028" y="2406"/>
                    </a:lnTo>
                    <a:lnTo>
                      <a:pt x="2034" y="240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73" name="Africa">
              <a:extLst>
                <a:ext uri="{FF2B5EF4-FFF2-40B4-BE49-F238E27FC236}">
                  <a16:creationId xmlns:a16="http://schemas.microsoft.com/office/drawing/2014/main" id="{FAB55C94-C7F0-C34A-85F9-3E74AAC94F2A}"/>
                </a:ext>
              </a:extLst>
            </p:cNvPr>
            <p:cNvGrpSpPr/>
            <p:nvPr/>
          </p:nvGrpSpPr>
          <p:grpSpPr>
            <a:xfrm>
              <a:off x="5226515" y="2877745"/>
              <a:ext cx="2024963" cy="2444092"/>
              <a:chOff x="5226515" y="2877745"/>
              <a:chExt cx="2024963" cy="2444092"/>
            </a:xfrm>
          </p:grpSpPr>
          <p:sp>
            <p:nvSpPr>
              <p:cNvPr id="119" name="Zimbabwe" descr="© INSCALE GmbH, 05.05.2010&#10;http://www.presentationload.com/">
                <a:extLst>
                  <a:ext uri="{FF2B5EF4-FFF2-40B4-BE49-F238E27FC236}">
                    <a16:creationId xmlns:a16="http://schemas.microsoft.com/office/drawing/2014/main" id="{2E18265B-C3B7-4741-B135-B9E436177767}"/>
                  </a:ext>
                </a:extLst>
              </p:cNvPr>
              <p:cNvSpPr>
                <a:spLocks/>
              </p:cNvSpPr>
              <p:nvPr/>
            </p:nvSpPr>
            <p:spPr bwMode="gray">
              <a:xfrm>
                <a:off x="6472393" y="4670960"/>
                <a:ext cx="231754" cy="231754"/>
              </a:xfrm>
              <a:custGeom>
                <a:avLst/>
                <a:gdLst>
                  <a:gd name="T0" fmla="*/ 2147483647 w 552"/>
                  <a:gd name="T1" fmla="*/ 2147483647 h 552"/>
                  <a:gd name="T2" fmla="*/ 2147483647 w 552"/>
                  <a:gd name="T3" fmla="*/ 2147483647 h 552"/>
                  <a:gd name="T4" fmla="*/ 2147483647 w 552"/>
                  <a:gd name="T5" fmla="*/ 2147483647 h 552"/>
                  <a:gd name="T6" fmla="*/ 2147483647 w 552"/>
                  <a:gd name="T7" fmla="*/ 2147483647 h 552"/>
                  <a:gd name="T8" fmla="*/ 2147483647 w 552"/>
                  <a:gd name="T9" fmla="*/ 2147483647 h 552"/>
                  <a:gd name="T10" fmla="*/ 2147483647 w 552"/>
                  <a:gd name="T11" fmla="*/ 2147483647 h 552"/>
                  <a:gd name="T12" fmla="*/ 2147483647 w 552"/>
                  <a:gd name="T13" fmla="*/ 2147483647 h 552"/>
                  <a:gd name="T14" fmla="*/ 2147483647 w 552"/>
                  <a:gd name="T15" fmla="*/ 2147483647 h 552"/>
                  <a:gd name="T16" fmla="*/ 2147483647 w 552"/>
                  <a:gd name="T17" fmla="*/ 2147483647 h 552"/>
                  <a:gd name="T18" fmla="*/ 2147483647 w 552"/>
                  <a:gd name="T19" fmla="*/ 2147483647 h 552"/>
                  <a:gd name="T20" fmla="*/ 2147483647 w 552"/>
                  <a:gd name="T21" fmla="*/ 2147483647 h 552"/>
                  <a:gd name="T22" fmla="*/ 2147483647 w 552"/>
                  <a:gd name="T23" fmla="*/ 2147483647 h 552"/>
                  <a:gd name="T24" fmla="*/ 2147483647 w 552"/>
                  <a:gd name="T25" fmla="*/ 2147483647 h 552"/>
                  <a:gd name="T26" fmla="*/ 2147483647 w 552"/>
                  <a:gd name="T27" fmla="*/ 2147483647 h 552"/>
                  <a:gd name="T28" fmla="*/ 2147483647 w 552"/>
                  <a:gd name="T29" fmla="*/ 2147483647 h 552"/>
                  <a:gd name="T30" fmla="*/ 2147483647 w 552"/>
                  <a:gd name="T31" fmla="*/ 2147483647 h 552"/>
                  <a:gd name="T32" fmla="*/ 2147483647 w 552"/>
                  <a:gd name="T33" fmla="*/ 2147483647 h 552"/>
                  <a:gd name="T34" fmla="*/ 2147483647 w 552"/>
                  <a:gd name="T35" fmla="*/ 2147483647 h 552"/>
                  <a:gd name="T36" fmla="*/ 2147483647 w 552"/>
                  <a:gd name="T37" fmla="*/ 2147483647 h 552"/>
                  <a:gd name="T38" fmla="*/ 2147483647 w 552"/>
                  <a:gd name="T39" fmla="*/ 2147483647 h 552"/>
                  <a:gd name="T40" fmla="*/ 2147483647 w 552"/>
                  <a:gd name="T41" fmla="*/ 2147483647 h 552"/>
                  <a:gd name="T42" fmla="*/ 2147483647 w 552"/>
                  <a:gd name="T43" fmla="*/ 2147483647 h 552"/>
                  <a:gd name="T44" fmla="*/ 2147483647 w 552"/>
                  <a:gd name="T45" fmla="*/ 2147483647 h 552"/>
                  <a:gd name="T46" fmla="*/ 2147483647 w 552"/>
                  <a:gd name="T47" fmla="*/ 2147483647 h 552"/>
                  <a:gd name="T48" fmla="*/ 2147483647 w 552"/>
                  <a:gd name="T49" fmla="*/ 2147483647 h 552"/>
                  <a:gd name="T50" fmla="*/ 2147483647 w 552"/>
                  <a:gd name="T51" fmla="*/ 2147483647 h 552"/>
                  <a:gd name="T52" fmla="*/ 2147483647 w 552"/>
                  <a:gd name="T53" fmla="*/ 2147483647 h 552"/>
                  <a:gd name="T54" fmla="*/ 2147483647 w 552"/>
                  <a:gd name="T55" fmla="*/ 2147483647 h 552"/>
                  <a:gd name="T56" fmla="*/ 2147483647 w 552"/>
                  <a:gd name="T57" fmla="*/ 2147483647 h 552"/>
                  <a:gd name="T58" fmla="*/ 2147483647 w 552"/>
                  <a:gd name="T59" fmla="*/ 2147483647 h 552"/>
                  <a:gd name="T60" fmla="*/ 2147483647 w 552"/>
                  <a:gd name="T61" fmla="*/ 2147483647 h 552"/>
                  <a:gd name="T62" fmla="*/ 2147483647 w 552"/>
                  <a:gd name="T63" fmla="*/ 2147483647 h 552"/>
                  <a:gd name="T64" fmla="*/ 2147483647 w 552"/>
                  <a:gd name="T65" fmla="*/ 2147483647 h 552"/>
                  <a:gd name="T66" fmla="*/ 2147483647 w 552"/>
                  <a:gd name="T67" fmla="*/ 2147483647 h 552"/>
                  <a:gd name="T68" fmla="*/ 2147483647 w 552"/>
                  <a:gd name="T69" fmla="*/ 2147483647 h 552"/>
                  <a:gd name="T70" fmla="*/ 2147483647 w 552"/>
                  <a:gd name="T71" fmla="*/ 2147483647 h 552"/>
                  <a:gd name="T72" fmla="*/ 2147483647 w 552"/>
                  <a:gd name="T73" fmla="*/ 2147483647 h 552"/>
                  <a:gd name="T74" fmla="*/ 2147483647 w 552"/>
                  <a:gd name="T75" fmla="*/ 0 h 552"/>
                  <a:gd name="T76" fmla="*/ 2147483647 w 552"/>
                  <a:gd name="T77" fmla="*/ 2147483647 h 552"/>
                  <a:gd name="T78" fmla="*/ 2147483647 w 552"/>
                  <a:gd name="T79" fmla="*/ 2147483647 h 552"/>
                  <a:gd name="T80" fmla="*/ 2147483647 w 552"/>
                  <a:gd name="T81" fmla="*/ 2147483647 h 552"/>
                  <a:gd name="T82" fmla="*/ 2147483647 w 552"/>
                  <a:gd name="T83" fmla="*/ 2147483647 h 552"/>
                  <a:gd name="T84" fmla="*/ 2147483647 w 552"/>
                  <a:gd name="T85" fmla="*/ 2147483647 h 552"/>
                  <a:gd name="T86" fmla="*/ 2147483647 w 552"/>
                  <a:gd name="T87" fmla="*/ 2147483647 h 552"/>
                  <a:gd name="T88" fmla="*/ 2147483647 w 552"/>
                  <a:gd name="T89" fmla="*/ 2147483647 h 552"/>
                  <a:gd name="T90" fmla="*/ 2147483647 w 552"/>
                  <a:gd name="T91" fmla="*/ 2147483647 h 552"/>
                  <a:gd name="T92" fmla="*/ 2147483647 w 552"/>
                  <a:gd name="T93" fmla="*/ 2147483647 h 552"/>
                  <a:gd name="T94" fmla="*/ 2147483647 w 552"/>
                  <a:gd name="T95" fmla="*/ 2147483647 h 552"/>
                  <a:gd name="T96" fmla="*/ 2147483647 w 552"/>
                  <a:gd name="T97" fmla="*/ 2147483647 h 552"/>
                  <a:gd name="T98" fmla="*/ 2147483647 w 552"/>
                  <a:gd name="T99" fmla="*/ 2147483647 h 552"/>
                  <a:gd name="T100" fmla="*/ 2147483647 w 552"/>
                  <a:gd name="T101" fmla="*/ 2147483647 h 552"/>
                  <a:gd name="T102" fmla="*/ 2147483647 w 552"/>
                  <a:gd name="T103" fmla="*/ 2147483647 h 5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52"/>
                  <a:gd name="T157" fmla="*/ 0 h 552"/>
                  <a:gd name="T158" fmla="*/ 552 w 552"/>
                  <a:gd name="T159" fmla="*/ 552 h 5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52" h="552">
                    <a:moveTo>
                      <a:pt x="18" y="204"/>
                    </a:moveTo>
                    <a:lnTo>
                      <a:pt x="18" y="234"/>
                    </a:lnTo>
                    <a:lnTo>
                      <a:pt x="30" y="234"/>
                    </a:lnTo>
                    <a:lnTo>
                      <a:pt x="36" y="240"/>
                    </a:lnTo>
                    <a:lnTo>
                      <a:pt x="48" y="264"/>
                    </a:lnTo>
                    <a:lnTo>
                      <a:pt x="54" y="270"/>
                    </a:lnTo>
                    <a:lnTo>
                      <a:pt x="54" y="294"/>
                    </a:lnTo>
                    <a:lnTo>
                      <a:pt x="72" y="330"/>
                    </a:lnTo>
                    <a:lnTo>
                      <a:pt x="84" y="336"/>
                    </a:lnTo>
                    <a:lnTo>
                      <a:pt x="102" y="354"/>
                    </a:lnTo>
                    <a:lnTo>
                      <a:pt x="132" y="354"/>
                    </a:lnTo>
                    <a:lnTo>
                      <a:pt x="138" y="360"/>
                    </a:lnTo>
                    <a:lnTo>
                      <a:pt x="138" y="390"/>
                    </a:lnTo>
                    <a:lnTo>
                      <a:pt x="168" y="390"/>
                    </a:lnTo>
                    <a:lnTo>
                      <a:pt x="174" y="414"/>
                    </a:lnTo>
                    <a:lnTo>
                      <a:pt x="168" y="420"/>
                    </a:lnTo>
                    <a:lnTo>
                      <a:pt x="168" y="450"/>
                    </a:lnTo>
                    <a:lnTo>
                      <a:pt x="186" y="450"/>
                    </a:lnTo>
                    <a:lnTo>
                      <a:pt x="186" y="480"/>
                    </a:lnTo>
                    <a:lnTo>
                      <a:pt x="198" y="480"/>
                    </a:lnTo>
                    <a:lnTo>
                      <a:pt x="216" y="486"/>
                    </a:lnTo>
                    <a:lnTo>
                      <a:pt x="228" y="486"/>
                    </a:lnTo>
                    <a:lnTo>
                      <a:pt x="246" y="492"/>
                    </a:lnTo>
                    <a:lnTo>
                      <a:pt x="264" y="510"/>
                    </a:lnTo>
                    <a:lnTo>
                      <a:pt x="270" y="522"/>
                    </a:lnTo>
                    <a:lnTo>
                      <a:pt x="270" y="528"/>
                    </a:lnTo>
                    <a:lnTo>
                      <a:pt x="252" y="528"/>
                    </a:lnTo>
                    <a:lnTo>
                      <a:pt x="312" y="528"/>
                    </a:lnTo>
                    <a:lnTo>
                      <a:pt x="324" y="534"/>
                    </a:lnTo>
                    <a:lnTo>
                      <a:pt x="330" y="534"/>
                    </a:lnTo>
                    <a:lnTo>
                      <a:pt x="342" y="540"/>
                    </a:lnTo>
                    <a:lnTo>
                      <a:pt x="402" y="540"/>
                    </a:lnTo>
                    <a:lnTo>
                      <a:pt x="420" y="552"/>
                    </a:lnTo>
                    <a:lnTo>
                      <a:pt x="486" y="468"/>
                    </a:lnTo>
                    <a:lnTo>
                      <a:pt x="504" y="462"/>
                    </a:lnTo>
                    <a:lnTo>
                      <a:pt x="492" y="444"/>
                    </a:lnTo>
                    <a:lnTo>
                      <a:pt x="504" y="432"/>
                    </a:lnTo>
                    <a:lnTo>
                      <a:pt x="504" y="402"/>
                    </a:lnTo>
                    <a:lnTo>
                      <a:pt x="516" y="396"/>
                    </a:lnTo>
                    <a:lnTo>
                      <a:pt x="528" y="384"/>
                    </a:lnTo>
                    <a:lnTo>
                      <a:pt x="528" y="372"/>
                    </a:lnTo>
                    <a:lnTo>
                      <a:pt x="540" y="360"/>
                    </a:lnTo>
                    <a:lnTo>
                      <a:pt x="546" y="348"/>
                    </a:lnTo>
                    <a:lnTo>
                      <a:pt x="546" y="342"/>
                    </a:lnTo>
                    <a:lnTo>
                      <a:pt x="522" y="318"/>
                    </a:lnTo>
                    <a:lnTo>
                      <a:pt x="522" y="306"/>
                    </a:lnTo>
                    <a:lnTo>
                      <a:pt x="540" y="288"/>
                    </a:lnTo>
                    <a:lnTo>
                      <a:pt x="522" y="264"/>
                    </a:lnTo>
                    <a:lnTo>
                      <a:pt x="540" y="252"/>
                    </a:lnTo>
                    <a:lnTo>
                      <a:pt x="540" y="240"/>
                    </a:lnTo>
                    <a:lnTo>
                      <a:pt x="546" y="240"/>
                    </a:lnTo>
                    <a:lnTo>
                      <a:pt x="546" y="234"/>
                    </a:lnTo>
                    <a:lnTo>
                      <a:pt x="552" y="228"/>
                    </a:lnTo>
                    <a:lnTo>
                      <a:pt x="552" y="216"/>
                    </a:lnTo>
                    <a:lnTo>
                      <a:pt x="540" y="192"/>
                    </a:lnTo>
                    <a:lnTo>
                      <a:pt x="540" y="180"/>
                    </a:lnTo>
                    <a:lnTo>
                      <a:pt x="546" y="174"/>
                    </a:lnTo>
                    <a:lnTo>
                      <a:pt x="546" y="168"/>
                    </a:lnTo>
                    <a:lnTo>
                      <a:pt x="552" y="162"/>
                    </a:lnTo>
                    <a:lnTo>
                      <a:pt x="540" y="150"/>
                    </a:lnTo>
                    <a:lnTo>
                      <a:pt x="552" y="138"/>
                    </a:lnTo>
                    <a:lnTo>
                      <a:pt x="540" y="120"/>
                    </a:lnTo>
                    <a:lnTo>
                      <a:pt x="546" y="114"/>
                    </a:lnTo>
                    <a:lnTo>
                      <a:pt x="552" y="102"/>
                    </a:lnTo>
                    <a:lnTo>
                      <a:pt x="552" y="96"/>
                    </a:lnTo>
                    <a:lnTo>
                      <a:pt x="540" y="84"/>
                    </a:lnTo>
                    <a:lnTo>
                      <a:pt x="528" y="84"/>
                    </a:lnTo>
                    <a:lnTo>
                      <a:pt x="510" y="66"/>
                    </a:lnTo>
                    <a:lnTo>
                      <a:pt x="498" y="66"/>
                    </a:lnTo>
                    <a:lnTo>
                      <a:pt x="486" y="72"/>
                    </a:lnTo>
                    <a:lnTo>
                      <a:pt x="480" y="72"/>
                    </a:lnTo>
                    <a:lnTo>
                      <a:pt x="462" y="48"/>
                    </a:lnTo>
                    <a:lnTo>
                      <a:pt x="444" y="48"/>
                    </a:lnTo>
                    <a:lnTo>
                      <a:pt x="432" y="30"/>
                    </a:lnTo>
                    <a:lnTo>
                      <a:pt x="372" y="30"/>
                    </a:lnTo>
                    <a:lnTo>
                      <a:pt x="366" y="0"/>
                    </a:lnTo>
                    <a:lnTo>
                      <a:pt x="330" y="0"/>
                    </a:lnTo>
                    <a:lnTo>
                      <a:pt x="294" y="12"/>
                    </a:lnTo>
                    <a:lnTo>
                      <a:pt x="282" y="24"/>
                    </a:lnTo>
                    <a:lnTo>
                      <a:pt x="258" y="36"/>
                    </a:lnTo>
                    <a:lnTo>
                      <a:pt x="258" y="72"/>
                    </a:lnTo>
                    <a:lnTo>
                      <a:pt x="252" y="78"/>
                    </a:lnTo>
                    <a:lnTo>
                      <a:pt x="240" y="78"/>
                    </a:lnTo>
                    <a:lnTo>
                      <a:pt x="228" y="84"/>
                    </a:lnTo>
                    <a:lnTo>
                      <a:pt x="210" y="90"/>
                    </a:lnTo>
                    <a:lnTo>
                      <a:pt x="198" y="96"/>
                    </a:lnTo>
                    <a:lnTo>
                      <a:pt x="192" y="102"/>
                    </a:lnTo>
                    <a:lnTo>
                      <a:pt x="180" y="126"/>
                    </a:lnTo>
                    <a:lnTo>
                      <a:pt x="174" y="132"/>
                    </a:lnTo>
                    <a:lnTo>
                      <a:pt x="174" y="138"/>
                    </a:lnTo>
                    <a:lnTo>
                      <a:pt x="168" y="144"/>
                    </a:lnTo>
                    <a:lnTo>
                      <a:pt x="162" y="156"/>
                    </a:lnTo>
                    <a:lnTo>
                      <a:pt x="132" y="186"/>
                    </a:lnTo>
                    <a:lnTo>
                      <a:pt x="108" y="198"/>
                    </a:lnTo>
                    <a:lnTo>
                      <a:pt x="90" y="198"/>
                    </a:lnTo>
                    <a:lnTo>
                      <a:pt x="90" y="192"/>
                    </a:lnTo>
                    <a:lnTo>
                      <a:pt x="78" y="180"/>
                    </a:lnTo>
                    <a:lnTo>
                      <a:pt x="66" y="180"/>
                    </a:lnTo>
                    <a:lnTo>
                      <a:pt x="66" y="192"/>
                    </a:lnTo>
                    <a:lnTo>
                      <a:pt x="54" y="192"/>
                    </a:lnTo>
                    <a:lnTo>
                      <a:pt x="42" y="180"/>
                    </a:lnTo>
                    <a:lnTo>
                      <a:pt x="42" y="174"/>
                    </a:lnTo>
                    <a:lnTo>
                      <a:pt x="0" y="174"/>
                    </a:lnTo>
                    <a:lnTo>
                      <a:pt x="6" y="192"/>
                    </a:lnTo>
                    <a:lnTo>
                      <a:pt x="18" y="20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0" name="Zambia" descr="© INSCALE GmbH, 05.05.2010&#10;http://www.presentationload.com/">
                <a:extLst>
                  <a:ext uri="{FF2B5EF4-FFF2-40B4-BE49-F238E27FC236}">
                    <a16:creationId xmlns:a16="http://schemas.microsoft.com/office/drawing/2014/main" id="{4010F75D-152F-A743-BDE5-6BBEB973C67D}"/>
                  </a:ext>
                </a:extLst>
              </p:cNvPr>
              <p:cNvSpPr>
                <a:spLocks/>
              </p:cNvSpPr>
              <p:nvPr/>
            </p:nvSpPr>
            <p:spPr bwMode="gray">
              <a:xfrm>
                <a:off x="6378691" y="4417842"/>
                <a:ext cx="350096" cy="335304"/>
              </a:xfrm>
              <a:custGeom>
                <a:avLst/>
                <a:gdLst>
                  <a:gd name="T0" fmla="*/ 2147483647 w 834"/>
                  <a:gd name="T1" fmla="*/ 2147483647 h 798"/>
                  <a:gd name="T2" fmla="*/ 2147483647 w 834"/>
                  <a:gd name="T3" fmla="*/ 2147483647 h 798"/>
                  <a:gd name="T4" fmla="*/ 2147483647 w 834"/>
                  <a:gd name="T5" fmla="*/ 2147483647 h 798"/>
                  <a:gd name="T6" fmla="*/ 2147483647 w 834"/>
                  <a:gd name="T7" fmla="*/ 2147483647 h 798"/>
                  <a:gd name="T8" fmla="*/ 2147483647 w 834"/>
                  <a:gd name="T9" fmla="*/ 2147483647 h 798"/>
                  <a:gd name="T10" fmla="*/ 2147483647 w 834"/>
                  <a:gd name="T11" fmla="*/ 2147483647 h 798"/>
                  <a:gd name="T12" fmla="*/ 2147483647 w 834"/>
                  <a:gd name="T13" fmla="*/ 2147483647 h 798"/>
                  <a:gd name="T14" fmla="*/ 2147483647 w 834"/>
                  <a:gd name="T15" fmla="*/ 2147483647 h 798"/>
                  <a:gd name="T16" fmla="*/ 2147483647 w 834"/>
                  <a:gd name="T17" fmla="*/ 2147483647 h 798"/>
                  <a:gd name="T18" fmla="*/ 2147483647 w 834"/>
                  <a:gd name="T19" fmla="*/ 2147483647 h 798"/>
                  <a:gd name="T20" fmla="*/ 2147483647 w 834"/>
                  <a:gd name="T21" fmla="*/ 2147483647 h 798"/>
                  <a:gd name="T22" fmla="*/ 2147483647 w 834"/>
                  <a:gd name="T23" fmla="*/ 2147483647 h 798"/>
                  <a:gd name="T24" fmla="*/ 2147483647 w 834"/>
                  <a:gd name="T25" fmla="*/ 2147483647 h 798"/>
                  <a:gd name="T26" fmla="*/ 2147483647 w 834"/>
                  <a:gd name="T27" fmla="*/ 2147483647 h 798"/>
                  <a:gd name="T28" fmla="*/ 2147483647 w 834"/>
                  <a:gd name="T29" fmla="*/ 2147483647 h 798"/>
                  <a:gd name="T30" fmla="*/ 2147483647 w 834"/>
                  <a:gd name="T31" fmla="*/ 2147483647 h 798"/>
                  <a:gd name="T32" fmla="*/ 2147483647 w 834"/>
                  <a:gd name="T33" fmla="*/ 2147483647 h 798"/>
                  <a:gd name="T34" fmla="*/ 2147483647 w 834"/>
                  <a:gd name="T35" fmla="*/ 2147483647 h 798"/>
                  <a:gd name="T36" fmla="*/ 2147483647 w 834"/>
                  <a:gd name="T37" fmla="*/ 2147483647 h 798"/>
                  <a:gd name="T38" fmla="*/ 2147483647 w 834"/>
                  <a:gd name="T39" fmla="*/ 2147483647 h 798"/>
                  <a:gd name="T40" fmla="*/ 2147483647 w 834"/>
                  <a:gd name="T41" fmla="*/ 2147483647 h 798"/>
                  <a:gd name="T42" fmla="*/ 2147483647 w 834"/>
                  <a:gd name="T43" fmla="*/ 2147483647 h 798"/>
                  <a:gd name="T44" fmla="*/ 2147483647 w 834"/>
                  <a:gd name="T45" fmla="*/ 2147483647 h 798"/>
                  <a:gd name="T46" fmla="*/ 2147483647 w 834"/>
                  <a:gd name="T47" fmla="*/ 2147483647 h 798"/>
                  <a:gd name="T48" fmla="*/ 2147483647 w 834"/>
                  <a:gd name="T49" fmla="*/ 2147483647 h 798"/>
                  <a:gd name="T50" fmla="*/ 2147483647 w 834"/>
                  <a:gd name="T51" fmla="*/ 2147483647 h 798"/>
                  <a:gd name="T52" fmla="*/ 2147483647 w 834"/>
                  <a:gd name="T53" fmla="*/ 2147483647 h 798"/>
                  <a:gd name="T54" fmla="*/ 2147483647 w 834"/>
                  <a:gd name="T55" fmla="*/ 2147483647 h 798"/>
                  <a:gd name="T56" fmla="*/ 2147483647 w 834"/>
                  <a:gd name="T57" fmla="*/ 2147483647 h 798"/>
                  <a:gd name="T58" fmla="*/ 2147483647 w 834"/>
                  <a:gd name="T59" fmla="*/ 2147483647 h 798"/>
                  <a:gd name="T60" fmla="*/ 2147483647 w 834"/>
                  <a:gd name="T61" fmla="*/ 2147483647 h 798"/>
                  <a:gd name="T62" fmla="*/ 2147483647 w 834"/>
                  <a:gd name="T63" fmla="*/ 2147483647 h 798"/>
                  <a:gd name="T64" fmla="*/ 2147483647 w 834"/>
                  <a:gd name="T65" fmla="*/ 2147483647 h 798"/>
                  <a:gd name="T66" fmla="*/ 2147483647 w 834"/>
                  <a:gd name="T67" fmla="*/ 2147483647 h 798"/>
                  <a:gd name="T68" fmla="*/ 2147483647 w 834"/>
                  <a:gd name="T69" fmla="*/ 2147483647 h 798"/>
                  <a:gd name="T70" fmla="*/ 2147483647 w 834"/>
                  <a:gd name="T71" fmla="*/ 2147483647 h 798"/>
                  <a:gd name="T72" fmla="*/ 2147483647 w 834"/>
                  <a:gd name="T73" fmla="*/ 2147483647 h 798"/>
                  <a:gd name="T74" fmla="*/ 2147483647 w 834"/>
                  <a:gd name="T75" fmla="*/ 2147483647 h 798"/>
                  <a:gd name="T76" fmla="*/ 2147483647 w 834"/>
                  <a:gd name="T77" fmla="*/ 2147483647 h 798"/>
                  <a:gd name="T78" fmla="*/ 2147483647 w 834"/>
                  <a:gd name="T79" fmla="*/ 2147483647 h 798"/>
                  <a:gd name="T80" fmla="*/ 2147483647 w 834"/>
                  <a:gd name="T81" fmla="*/ 2147483647 h 798"/>
                  <a:gd name="T82" fmla="*/ 2147483647 w 834"/>
                  <a:gd name="T83" fmla="*/ 2147483647 h 798"/>
                  <a:gd name="T84" fmla="*/ 2147483647 w 834"/>
                  <a:gd name="T85" fmla="*/ 2147483647 h 798"/>
                  <a:gd name="T86" fmla="*/ 2147483647 w 834"/>
                  <a:gd name="T87" fmla="*/ 2147483647 h 798"/>
                  <a:gd name="T88" fmla="*/ 2147483647 w 834"/>
                  <a:gd name="T89" fmla="*/ 2147483647 h 798"/>
                  <a:gd name="T90" fmla="*/ 2147483647 w 834"/>
                  <a:gd name="T91" fmla="*/ 2147483647 h 798"/>
                  <a:gd name="T92" fmla="*/ 2147483647 w 834"/>
                  <a:gd name="T93" fmla="*/ 2147483647 h 798"/>
                  <a:gd name="T94" fmla="*/ 2147483647 w 834"/>
                  <a:gd name="T95" fmla="*/ 2147483647 h 798"/>
                  <a:gd name="T96" fmla="*/ 2147483647 w 834"/>
                  <a:gd name="T97" fmla="*/ 2147483647 h 798"/>
                  <a:gd name="T98" fmla="*/ 2147483647 w 834"/>
                  <a:gd name="T99" fmla="*/ 2147483647 h 798"/>
                  <a:gd name="T100" fmla="*/ 2147483647 w 834"/>
                  <a:gd name="T101" fmla="*/ 2147483647 h 798"/>
                  <a:gd name="T102" fmla="*/ 2147483647 w 834"/>
                  <a:gd name="T103" fmla="*/ 2147483647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834"/>
                  <a:gd name="T157" fmla="*/ 0 h 798"/>
                  <a:gd name="T158" fmla="*/ 834 w 83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834" h="798">
                    <a:moveTo>
                      <a:pt x="822" y="186"/>
                    </a:moveTo>
                    <a:lnTo>
                      <a:pt x="822" y="162"/>
                    </a:lnTo>
                    <a:lnTo>
                      <a:pt x="816" y="168"/>
                    </a:lnTo>
                    <a:lnTo>
                      <a:pt x="810" y="168"/>
                    </a:lnTo>
                    <a:lnTo>
                      <a:pt x="810" y="126"/>
                    </a:lnTo>
                    <a:lnTo>
                      <a:pt x="798" y="114"/>
                    </a:lnTo>
                    <a:lnTo>
                      <a:pt x="786" y="114"/>
                    </a:lnTo>
                    <a:lnTo>
                      <a:pt x="786" y="102"/>
                    </a:lnTo>
                    <a:lnTo>
                      <a:pt x="768" y="90"/>
                    </a:lnTo>
                    <a:lnTo>
                      <a:pt x="750" y="90"/>
                    </a:lnTo>
                    <a:lnTo>
                      <a:pt x="750" y="72"/>
                    </a:lnTo>
                    <a:lnTo>
                      <a:pt x="738" y="78"/>
                    </a:lnTo>
                    <a:lnTo>
                      <a:pt x="726" y="78"/>
                    </a:lnTo>
                    <a:lnTo>
                      <a:pt x="708" y="60"/>
                    </a:lnTo>
                    <a:lnTo>
                      <a:pt x="690" y="60"/>
                    </a:lnTo>
                    <a:lnTo>
                      <a:pt x="684" y="54"/>
                    </a:lnTo>
                    <a:lnTo>
                      <a:pt x="684" y="36"/>
                    </a:lnTo>
                    <a:lnTo>
                      <a:pt x="672" y="42"/>
                    </a:lnTo>
                    <a:lnTo>
                      <a:pt x="654" y="42"/>
                    </a:lnTo>
                    <a:lnTo>
                      <a:pt x="648" y="54"/>
                    </a:lnTo>
                    <a:lnTo>
                      <a:pt x="642" y="60"/>
                    </a:lnTo>
                    <a:lnTo>
                      <a:pt x="636" y="60"/>
                    </a:lnTo>
                    <a:lnTo>
                      <a:pt x="624" y="48"/>
                    </a:lnTo>
                    <a:lnTo>
                      <a:pt x="624" y="36"/>
                    </a:lnTo>
                    <a:lnTo>
                      <a:pt x="618" y="30"/>
                    </a:lnTo>
                    <a:lnTo>
                      <a:pt x="606" y="30"/>
                    </a:lnTo>
                    <a:lnTo>
                      <a:pt x="600" y="24"/>
                    </a:lnTo>
                    <a:lnTo>
                      <a:pt x="594" y="24"/>
                    </a:lnTo>
                    <a:lnTo>
                      <a:pt x="594" y="6"/>
                    </a:lnTo>
                    <a:lnTo>
                      <a:pt x="600" y="0"/>
                    </a:lnTo>
                    <a:lnTo>
                      <a:pt x="576" y="12"/>
                    </a:lnTo>
                    <a:lnTo>
                      <a:pt x="558" y="12"/>
                    </a:lnTo>
                    <a:lnTo>
                      <a:pt x="546" y="18"/>
                    </a:lnTo>
                    <a:lnTo>
                      <a:pt x="528" y="18"/>
                    </a:lnTo>
                    <a:lnTo>
                      <a:pt x="510" y="24"/>
                    </a:lnTo>
                    <a:lnTo>
                      <a:pt x="498" y="24"/>
                    </a:lnTo>
                    <a:lnTo>
                      <a:pt x="498" y="54"/>
                    </a:lnTo>
                    <a:lnTo>
                      <a:pt x="480" y="72"/>
                    </a:lnTo>
                    <a:lnTo>
                      <a:pt x="468" y="78"/>
                    </a:lnTo>
                    <a:lnTo>
                      <a:pt x="462" y="84"/>
                    </a:lnTo>
                    <a:lnTo>
                      <a:pt x="456" y="84"/>
                    </a:lnTo>
                    <a:lnTo>
                      <a:pt x="468" y="96"/>
                    </a:lnTo>
                    <a:lnTo>
                      <a:pt x="468" y="102"/>
                    </a:lnTo>
                    <a:lnTo>
                      <a:pt x="474" y="108"/>
                    </a:lnTo>
                    <a:lnTo>
                      <a:pt x="474" y="114"/>
                    </a:lnTo>
                    <a:lnTo>
                      <a:pt x="480" y="120"/>
                    </a:lnTo>
                    <a:lnTo>
                      <a:pt x="480" y="144"/>
                    </a:lnTo>
                    <a:lnTo>
                      <a:pt x="486" y="162"/>
                    </a:lnTo>
                    <a:lnTo>
                      <a:pt x="486" y="216"/>
                    </a:lnTo>
                    <a:lnTo>
                      <a:pt x="474" y="228"/>
                    </a:lnTo>
                    <a:lnTo>
                      <a:pt x="468" y="240"/>
                    </a:lnTo>
                    <a:lnTo>
                      <a:pt x="462" y="258"/>
                    </a:lnTo>
                    <a:lnTo>
                      <a:pt x="456" y="270"/>
                    </a:lnTo>
                    <a:lnTo>
                      <a:pt x="456" y="294"/>
                    </a:lnTo>
                    <a:lnTo>
                      <a:pt x="468" y="306"/>
                    </a:lnTo>
                    <a:lnTo>
                      <a:pt x="474" y="306"/>
                    </a:lnTo>
                    <a:lnTo>
                      <a:pt x="474" y="312"/>
                    </a:lnTo>
                    <a:lnTo>
                      <a:pt x="480" y="312"/>
                    </a:lnTo>
                    <a:lnTo>
                      <a:pt x="510" y="342"/>
                    </a:lnTo>
                    <a:lnTo>
                      <a:pt x="522" y="348"/>
                    </a:lnTo>
                    <a:lnTo>
                      <a:pt x="528" y="348"/>
                    </a:lnTo>
                    <a:lnTo>
                      <a:pt x="534" y="342"/>
                    </a:lnTo>
                    <a:lnTo>
                      <a:pt x="534" y="324"/>
                    </a:lnTo>
                    <a:lnTo>
                      <a:pt x="558" y="324"/>
                    </a:lnTo>
                    <a:lnTo>
                      <a:pt x="558" y="372"/>
                    </a:lnTo>
                    <a:lnTo>
                      <a:pt x="552" y="408"/>
                    </a:lnTo>
                    <a:lnTo>
                      <a:pt x="546" y="426"/>
                    </a:lnTo>
                    <a:lnTo>
                      <a:pt x="540" y="426"/>
                    </a:lnTo>
                    <a:lnTo>
                      <a:pt x="540" y="420"/>
                    </a:lnTo>
                    <a:lnTo>
                      <a:pt x="534" y="408"/>
                    </a:lnTo>
                    <a:lnTo>
                      <a:pt x="516" y="420"/>
                    </a:lnTo>
                    <a:lnTo>
                      <a:pt x="498" y="420"/>
                    </a:lnTo>
                    <a:lnTo>
                      <a:pt x="498" y="408"/>
                    </a:lnTo>
                    <a:lnTo>
                      <a:pt x="492" y="396"/>
                    </a:lnTo>
                    <a:lnTo>
                      <a:pt x="492" y="384"/>
                    </a:lnTo>
                    <a:lnTo>
                      <a:pt x="480" y="372"/>
                    </a:lnTo>
                    <a:lnTo>
                      <a:pt x="468" y="372"/>
                    </a:lnTo>
                    <a:lnTo>
                      <a:pt x="462" y="360"/>
                    </a:lnTo>
                    <a:lnTo>
                      <a:pt x="462" y="354"/>
                    </a:lnTo>
                    <a:lnTo>
                      <a:pt x="456" y="342"/>
                    </a:lnTo>
                    <a:lnTo>
                      <a:pt x="450" y="336"/>
                    </a:lnTo>
                    <a:lnTo>
                      <a:pt x="444" y="336"/>
                    </a:lnTo>
                    <a:lnTo>
                      <a:pt x="438" y="342"/>
                    </a:lnTo>
                    <a:lnTo>
                      <a:pt x="426" y="342"/>
                    </a:lnTo>
                    <a:lnTo>
                      <a:pt x="426" y="330"/>
                    </a:lnTo>
                    <a:lnTo>
                      <a:pt x="420" y="324"/>
                    </a:lnTo>
                    <a:lnTo>
                      <a:pt x="390" y="324"/>
                    </a:lnTo>
                    <a:lnTo>
                      <a:pt x="390" y="312"/>
                    </a:lnTo>
                    <a:lnTo>
                      <a:pt x="396" y="312"/>
                    </a:lnTo>
                    <a:lnTo>
                      <a:pt x="396" y="300"/>
                    </a:lnTo>
                    <a:lnTo>
                      <a:pt x="384" y="300"/>
                    </a:lnTo>
                    <a:lnTo>
                      <a:pt x="378" y="294"/>
                    </a:lnTo>
                    <a:lnTo>
                      <a:pt x="378" y="282"/>
                    </a:lnTo>
                    <a:lnTo>
                      <a:pt x="366" y="270"/>
                    </a:lnTo>
                    <a:lnTo>
                      <a:pt x="360" y="270"/>
                    </a:lnTo>
                    <a:lnTo>
                      <a:pt x="354" y="276"/>
                    </a:lnTo>
                    <a:lnTo>
                      <a:pt x="354" y="294"/>
                    </a:lnTo>
                    <a:lnTo>
                      <a:pt x="348" y="300"/>
                    </a:lnTo>
                    <a:lnTo>
                      <a:pt x="348" y="306"/>
                    </a:lnTo>
                    <a:lnTo>
                      <a:pt x="330" y="306"/>
                    </a:lnTo>
                    <a:lnTo>
                      <a:pt x="300" y="300"/>
                    </a:lnTo>
                    <a:lnTo>
                      <a:pt x="264" y="294"/>
                    </a:lnTo>
                    <a:lnTo>
                      <a:pt x="246" y="282"/>
                    </a:lnTo>
                    <a:lnTo>
                      <a:pt x="240" y="276"/>
                    </a:lnTo>
                    <a:lnTo>
                      <a:pt x="234" y="264"/>
                    </a:lnTo>
                    <a:lnTo>
                      <a:pt x="234" y="246"/>
                    </a:lnTo>
                    <a:lnTo>
                      <a:pt x="192" y="252"/>
                    </a:lnTo>
                    <a:lnTo>
                      <a:pt x="198" y="258"/>
                    </a:lnTo>
                    <a:lnTo>
                      <a:pt x="198" y="264"/>
                    </a:lnTo>
                    <a:lnTo>
                      <a:pt x="180" y="264"/>
                    </a:lnTo>
                    <a:lnTo>
                      <a:pt x="174" y="258"/>
                    </a:lnTo>
                    <a:lnTo>
                      <a:pt x="174" y="228"/>
                    </a:lnTo>
                    <a:lnTo>
                      <a:pt x="156" y="228"/>
                    </a:lnTo>
                    <a:lnTo>
                      <a:pt x="150" y="216"/>
                    </a:lnTo>
                    <a:lnTo>
                      <a:pt x="144" y="234"/>
                    </a:lnTo>
                    <a:lnTo>
                      <a:pt x="144" y="240"/>
                    </a:lnTo>
                    <a:lnTo>
                      <a:pt x="156" y="252"/>
                    </a:lnTo>
                    <a:lnTo>
                      <a:pt x="156" y="270"/>
                    </a:lnTo>
                    <a:lnTo>
                      <a:pt x="150" y="276"/>
                    </a:lnTo>
                    <a:lnTo>
                      <a:pt x="144" y="276"/>
                    </a:lnTo>
                    <a:lnTo>
                      <a:pt x="144" y="330"/>
                    </a:lnTo>
                    <a:lnTo>
                      <a:pt x="156" y="342"/>
                    </a:lnTo>
                    <a:lnTo>
                      <a:pt x="138" y="348"/>
                    </a:lnTo>
                    <a:lnTo>
                      <a:pt x="138" y="354"/>
                    </a:lnTo>
                    <a:lnTo>
                      <a:pt x="144" y="360"/>
                    </a:lnTo>
                    <a:lnTo>
                      <a:pt x="144" y="384"/>
                    </a:lnTo>
                    <a:lnTo>
                      <a:pt x="132" y="396"/>
                    </a:lnTo>
                    <a:lnTo>
                      <a:pt x="126" y="396"/>
                    </a:lnTo>
                    <a:lnTo>
                      <a:pt x="0" y="390"/>
                    </a:lnTo>
                    <a:lnTo>
                      <a:pt x="0" y="642"/>
                    </a:lnTo>
                    <a:lnTo>
                      <a:pt x="6" y="654"/>
                    </a:lnTo>
                    <a:lnTo>
                      <a:pt x="6" y="672"/>
                    </a:lnTo>
                    <a:lnTo>
                      <a:pt x="96" y="762"/>
                    </a:lnTo>
                    <a:lnTo>
                      <a:pt x="114" y="768"/>
                    </a:lnTo>
                    <a:lnTo>
                      <a:pt x="138" y="756"/>
                    </a:lnTo>
                    <a:lnTo>
                      <a:pt x="144" y="756"/>
                    </a:lnTo>
                    <a:lnTo>
                      <a:pt x="150" y="750"/>
                    </a:lnTo>
                    <a:lnTo>
                      <a:pt x="168" y="750"/>
                    </a:lnTo>
                    <a:lnTo>
                      <a:pt x="174" y="756"/>
                    </a:lnTo>
                    <a:lnTo>
                      <a:pt x="174" y="762"/>
                    </a:lnTo>
                    <a:lnTo>
                      <a:pt x="204" y="756"/>
                    </a:lnTo>
                    <a:lnTo>
                      <a:pt x="222" y="774"/>
                    </a:lnTo>
                    <a:lnTo>
                      <a:pt x="264" y="774"/>
                    </a:lnTo>
                    <a:lnTo>
                      <a:pt x="264" y="780"/>
                    </a:lnTo>
                    <a:lnTo>
                      <a:pt x="276" y="792"/>
                    </a:lnTo>
                    <a:lnTo>
                      <a:pt x="288" y="792"/>
                    </a:lnTo>
                    <a:lnTo>
                      <a:pt x="288" y="780"/>
                    </a:lnTo>
                    <a:lnTo>
                      <a:pt x="300" y="780"/>
                    </a:lnTo>
                    <a:lnTo>
                      <a:pt x="312" y="792"/>
                    </a:lnTo>
                    <a:lnTo>
                      <a:pt x="312" y="798"/>
                    </a:lnTo>
                    <a:lnTo>
                      <a:pt x="330" y="798"/>
                    </a:lnTo>
                    <a:lnTo>
                      <a:pt x="354" y="786"/>
                    </a:lnTo>
                    <a:lnTo>
                      <a:pt x="384" y="756"/>
                    </a:lnTo>
                    <a:lnTo>
                      <a:pt x="390" y="744"/>
                    </a:lnTo>
                    <a:lnTo>
                      <a:pt x="396" y="738"/>
                    </a:lnTo>
                    <a:lnTo>
                      <a:pt x="396" y="732"/>
                    </a:lnTo>
                    <a:lnTo>
                      <a:pt x="402" y="726"/>
                    </a:lnTo>
                    <a:lnTo>
                      <a:pt x="414" y="702"/>
                    </a:lnTo>
                    <a:lnTo>
                      <a:pt x="420" y="696"/>
                    </a:lnTo>
                    <a:lnTo>
                      <a:pt x="432" y="690"/>
                    </a:lnTo>
                    <a:lnTo>
                      <a:pt x="450" y="684"/>
                    </a:lnTo>
                    <a:lnTo>
                      <a:pt x="462" y="678"/>
                    </a:lnTo>
                    <a:lnTo>
                      <a:pt x="474" y="678"/>
                    </a:lnTo>
                    <a:lnTo>
                      <a:pt x="480" y="672"/>
                    </a:lnTo>
                    <a:lnTo>
                      <a:pt x="480" y="636"/>
                    </a:lnTo>
                    <a:lnTo>
                      <a:pt x="504" y="624"/>
                    </a:lnTo>
                    <a:lnTo>
                      <a:pt x="516" y="612"/>
                    </a:lnTo>
                    <a:lnTo>
                      <a:pt x="552" y="600"/>
                    </a:lnTo>
                    <a:lnTo>
                      <a:pt x="588" y="600"/>
                    </a:lnTo>
                    <a:lnTo>
                      <a:pt x="588" y="576"/>
                    </a:lnTo>
                    <a:lnTo>
                      <a:pt x="570" y="558"/>
                    </a:lnTo>
                    <a:lnTo>
                      <a:pt x="582" y="546"/>
                    </a:lnTo>
                    <a:lnTo>
                      <a:pt x="612" y="546"/>
                    </a:lnTo>
                    <a:lnTo>
                      <a:pt x="630" y="528"/>
                    </a:lnTo>
                    <a:lnTo>
                      <a:pt x="642" y="528"/>
                    </a:lnTo>
                    <a:lnTo>
                      <a:pt x="654" y="522"/>
                    </a:lnTo>
                    <a:lnTo>
                      <a:pt x="672" y="522"/>
                    </a:lnTo>
                    <a:lnTo>
                      <a:pt x="690" y="516"/>
                    </a:lnTo>
                    <a:lnTo>
                      <a:pt x="702" y="510"/>
                    </a:lnTo>
                    <a:lnTo>
                      <a:pt x="708" y="510"/>
                    </a:lnTo>
                    <a:lnTo>
                      <a:pt x="732" y="498"/>
                    </a:lnTo>
                    <a:lnTo>
                      <a:pt x="750" y="486"/>
                    </a:lnTo>
                    <a:lnTo>
                      <a:pt x="762" y="480"/>
                    </a:lnTo>
                    <a:lnTo>
                      <a:pt x="780" y="474"/>
                    </a:lnTo>
                    <a:lnTo>
                      <a:pt x="786" y="468"/>
                    </a:lnTo>
                    <a:lnTo>
                      <a:pt x="792" y="468"/>
                    </a:lnTo>
                    <a:lnTo>
                      <a:pt x="780" y="462"/>
                    </a:lnTo>
                    <a:lnTo>
                      <a:pt x="768" y="450"/>
                    </a:lnTo>
                    <a:lnTo>
                      <a:pt x="756" y="444"/>
                    </a:lnTo>
                    <a:lnTo>
                      <a:pt x="756" y="438"/>
                    </a:lnTo>
                    <a:lnTo>
                      <a:pt x="762" y="432"/>
                    </a:lnTo>
                    <a:lnTo>
                      <a:pt x="768" y="420"/>
                    </a:lnTo>
                    <a:lnTo>
                      <a:pt x="774" y="414"/>
                    </a:lnTo>
                    <a:lnTo>
                      <a:pt x="780" y="402"/>
                    </a:lnTo>
                    <a:lnTo>
                      <a:pt x="774" y="366"/>
                    </a:lnTo>
                    <a:lnTo>
                      <a:pt x="780" y="366"/>
                    </a:lnTo>
                    <a:lnTo>
                      <a:pt x="786" y="360"/>
                    </a:lnTo>
                    <a:lnTo>
                      <a:pt x="798" y="354"/>
                    </a:lnTo>
                    <a:lnTo>
                      <a:pt x="816" y="336"/>
                    </a:lnTo>
                    <a:lnTo>
                      <a:pt x="816" y="330"/>
                    </a:lnTo>
                    <a:lnTo>
                      <a:pt x="804" y="330"/>
                    </a:lnTo>
                    <a:lnTo>
                      <a:pt x="804" y="258"/>
                    </a:lnTo>
                    <a:lnTo>
                      <a:pt x="810" y="240"/>
                    </a:lnTo>
                    <a:lnTo>
                      <a:pt x="798" y="234"/>
                    </a:lnTo>
                    <a:lnTo>
                      <a:pt x="798" y="216"/>
                    </a:lnTo>
                    <a:lnTo>
                      <a:pt x="804" y="216"/>
                    </a:lnTo>
                    <a:lnTo>
                      <a:pt x="810" y="210"/>
                    </a:lnTo>
                    <a:lnTo>
                      <a:pt x="834" y="198"/>
                    </a:lnTo>
                    <a:lnTo>
                      <a:pt x="834" y="186"/>
                    </a:lnTo>
                    <a:lnTo>
                      <a:pt x="822" y="18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1" name="Western Sahara" descr="© INSCALE GmbH, 05.05.2010&#10;http://www.presentationload.com/">
                <a:extLst>
                  <a:ext uri="{FF2B5EF4-FFF2-40B4-BE49-F238E27FC236}">
                    <a16:creationId xmlns:a16="http://schemas.microsoft.com/office/drawing/2014/main" id="{D6D1839B-E463-BB4E-BBBD-079E20FF33EF}"/>
                  </a:ext>
                </a:extLst>
              </p:cNvPr>
              <p:cNvSpPr>
                <a:spLocks/>
              </p:cNvSpPr>
              <p:nvPr/>
            </p:nvSpPr>
            <p:spPr bwMode="gray">
              <a:xfrm>
                <a:off x="5231444" y="3204832"/>
                <a:ext cx="251477" cy="215317"/>
              </a:xfrm>
              <a:custGeom>
                <a:avLst/>
                <a:gdLst>
                  <a:gd name="T0" fmla="*/ 2147483647 w 600"/>
                  <a:gd name="T1" fmla="*/ 0 h 510"/>
                  <a:gd name="T2" fmla="*/ 2147483647 w 600"/>
                  <a:gd name="T3" fmla="*/ 0 h 510"/>
                  <a:gd name="T4" fmla="*/ 2147483647 w 600"/>
                  <a:gd name="T5" fmla="*/ 2147483647 h 510"/>
                  <a:gd name="T6" fmla="*/ 2147483647 w 600"/>
                  <a:gd name="T7" fmla="*/ 2147483647 h 510"/>
                  <a:gd name="T8" fmla="*/ 2147483647 w 600"/>
                  <a:gd name="T9" fmla="*/ 2147483647 h 510"/>
                  <a:gd name="T10" fmla="*/ 2147483647 w 600"/>
                  <a:gd name="T11" fmla="*/ 2147483647 h 510"/>
                  <a:gd name="T12" fmla="*/ 2147483647 w 600"/>
                  <a:gd name="T13" fmla="*/ 2147483647 h 510"/>
                  <a:gd name="T14" fmla="*/ 2147483647 w 600"/>
                  <a:gd name="T15" fmla="*/ 2147483647 h 510"/>
                  <a:gd name="T16" fmla="*/ 2147483647 w 600"/>
                  <a:gd name="T17" fmla="*/ 2147483647 h 510"/>
                  <a:gd name="T18" fmla="*/ 2147483647 w 600"/>
                  <a:gd name="T19" fmla="*/ 2147483647 h 510"/>
                  <a:gd name="T20" fmla="*/ 2147483647 w 600"/>
                  <a:gd name="T21" fmla="*/ 2147483647 h 510"/>
                  <a:gd name="T22" fmla="*/ 2147483647 w 600"/>
                  <a:gd name="T23" fmla="*/ 2147483647 h 510"/>
                  <a:gd name="T24" fmla="*/ 2147483647 w 600"/>
                  <a:gd name="T25" fmla="*/ 2147483647 h 510"/>
                  <a:gd name="T26" fmla="*/ 2147483647 w 600"/>
                  <a:gd name="T27" fmla="*/ 2147483647 h 510"/>
                  <a:gd name="T28" fmla="*/ 2147483647 w 600"/>
                  <a:gd name="T29" fmla="*/ 2147483647 h 510"/>
                  <a:gd name="T30" fmla="*/ 2147483647 w 600"/>
                  <a:gd name="T31" fmla="*/ 2147483647 h 510"/>
                  <a:gd name="T32" fmla="*/ 2147483647 w 600"/>
                  <a:gd name="T33" fmla="*/ 2147483647 h 510"/>
                  <a:gd name="T34" fmla="*/ 2147483647 w 600"/>
                  <a:gd name="T35" fmla="*/ 2147483647 h 510"/>
                  <a:gd name="T36" fmla="*/ 2147483647 w 600"/>
                  <a:gd name="T37" fmla="*/ 2147483647 h 510"/>
                  <a:gd name="T38" fmla="*/ 2147483647 w 600"/>
                  <a:gd name="T39" fmla="*/ 2147483647 h 510"/>
                  <a:gd name="T40" fmla="*/ 2147483647 w 600"/>
                  <a:gd name="T41" fmla="*/ 2147483647 h 510"/>
                  <a:gd name="T42" fmla="*/ 2147483647 w 600"/>
                  <a:gd name="T43" fmla="*/ 2147483647 h 510"/>
                  <a:gd name="T44" fmla="*/ 2147483647 w 600"/>
                  <a:gd name="T45" fmla="*/ 2147483647 h 510"/>
                  <a:gd name="T46" fmla="*/ 2147483647 w 600"/>
                  <a:gd name="T47" fmla="*/ 2147483647 h 510"/>
                  <a:gd name="T48" fmla="*/ 2147483647 w 600"/>
                  <a:gd name="T49" fmla="*/ 2147483647 h 510"/>
                  <a:gd name="T50" fmla="*/ 2147483647 w 600"/>
                  <a:gd name="T51" fmla="*/ 2147483647 h 510"/>
                  <a:gd name="T52" fmla="*/ 2147483647 w 600"/>
                  <a:gd name="T53" fmla="*/ 2147483647 h 510"/>
                  <a:gd name="T54" fmla="*/ 2147483647 w 600"/>
                  <a:gd name="T55" fmla="*/ 2147483647 h 510"/>
                  <a:gd name="T56" fmla="*/ 2147483647 w 600"/>
                  <a:gd name="T57" fmla="*/ 2147483647 h 510"/>
                  <a:gd name="T58" fmla="*/ 2147483647 w 600"/>
                  <a:gd name="T59" fmla="*/ 2147483647 h 510"/>
                  <a:gd name="T60" fmla="*/ 2147483647 w 600"/>
                  <a:gd name="T61" fmla="*/ 2147483647 h 510"/>
                  <a:gd name="T62" fmla="*/ 2147483647 w 600"/>
                  <a:gd name="T63" fmla="*/ 2147483647 h 510"/>
                  <a:gd name="T64" fmla="*/ 2147483647 w 600"/>
                  <a:gd name="T65" fmla="*/ 2147483647 h 510"/>
                  <a:gd name="T66" fmla="*/ 2147483647 w 600"/>
                  <a:gd name="T67" fmla="*/ 2147483647 h 510"/>
                  <a:gd name="T68" fmla="*/ 2147483647 w 600"/>
                  <a:gd name="T69" fmla="*/ 2147483647 h 510"/>
                  <a:gd name="T70" fmla="*/ 2147483647 w 600"/>
                  <a:gd name="T71" fmla="*/ 2147483647 h 510"/>
                  <a:gd name="T72" fmla="*/ 2147483647 w 600"/>
                  <a:gd name="T73" fmla="*/ 2147483647 h 510"/>
                  <a:gd name="T74" fmla="*/ 2147483647 w 600"/>
                  <a:gd name="T75" fmla="*/ 2147483647 h 510"/>
                  <a:gd name="T76" fmla="*/ 2147483647 w 600"/>
                  <a:gd name="T77" fmla="*/ 2147483647 h 510"/>
                  <a:gd name="T78" fmla="*/ 0 w 600"/>
                  <a:gd name="T79" fmla="*/ 2147483647 h 510"/>
                  <a:gd name="T80" fmla="*/ 0 w 600"/>
                  <a:gd name="T81" fmla="*/ 2147483647 h 510"/>
                  <a:gd name="T82" fmla="*/ 2147483647 w 600"/>
                  <a:gd name="T83" fmla="*/ 2147483647 h 510"/>
                  <a:gd name="T84" fmla="*/ 2147483647 w 600"/>
                  <a:gd name="T85" fmla="*/ 2147483647 h 510"/>
                  <a:gd name="T86" fmla="*/ 2147483647 w 600"/>
                  <a:gd name="T87" fmla="*/ 2147483647 h 510"/>
                  <a:gd name="T88" fmla="*/ 2147483647 w 600"/>
                  <a:gd name="T89" fmla="*/ 2147483647 h 510"/>
                  <a:gd name="T90" fmla="*/ 2147483647 w 600"/>
                  <a:gd name="T91" fmla="*/ 2147483647 h 510"/>
                  <a:gd name="T92" fmla="*/ 2147483647 w 600"/>
                  <a:gd name="T93" fmla="*/ 2147483647 h 510"/>
                  <a:gd name="T94" fmla="*/ 2147483647 w 600"/>
                  <a:gd name="T95" fmla="*/ 2147483647 h 510"/>
                  <a:gd name="T96" fmla="*/ 2147483647 w 600"/>
                  <a:gd name="T97" fmla="*/ 2147483647 h 510"/>
                  <a:gd name="T98" fmla="*/ 2147483647 w 600"/>
                  <a:gd name="T99" fmla="*/ 2147483647 h 510"/>
                  <a:gd name="T100" fmla="*/ 2147483647 w 600"/>
                  <a:gd name="T101" fmla="*/ 2147483647 h 510"/>
                  <a:gd name="T102" fmla="*/ 2147483647 w 600"/>
                  <a:gd name="T103" fmla="*/ 2147483647 h 510"/>
                  <a:gd name="T104" fmla="*/ 2147483647 w 600"/>
                  <a:gd name="T105" fmla="*/ 2147483647 h 510"/>
                  <a:gd name="T106" fmla="*/ 2147483647 w 600"/>
                  <a:gd name="T107" fmla="*/ 2147483647 h 510"/>
                  <a:gd name="T108" fmla="*/ 2147483647 w 600"/>
                  <a:gd name="T109" fmla="*/ 2147483647 h 510"/>
                  <a:gd name="T110" fmla="*/ 2147483647 w 600"/>
                  <a:gd name="T111" fmla="*/ 2147483647 h 510"/>
                  <a:gd name="T112" fmla="*/ 2147483647 w 600"/>
                  <a:gd name="T113" fmla="*/ 0 h 510"/>
                  <a:gd name="T114" fmla="*/ 2147483647 w 600"/>
                  <a:gd name="T115" fmla="*/ 0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00"/>
                  <a:gd name="T175" fmla="*/ 0 h 510"/>
                  <a:gd name="T176" fmla="*/ 600 w 600"/>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00" h="510">
                    <a:moveTo>
                      <a:pt x="546" y="0"/>
                    </a:moveTo>
                    <a:lnTo>
                      <a:pt x="288" y="0"/>
                    </a:lnTo>
                    <a:lnTo>
                      <a:pt x="282" y="6"/>
                    </a:lnTo>
                    <a:lnTo>
                      <a:pt x="270" y="30"/>
                    </a:lnTo>
                    <a:lnTo>
                      <a:pt x="270" y="42"/>
                    </a:lnTo>
                    <a:lnTo>
                      <a:pt x="264" y="54"/>
                    </a:lnTo>
                    <a:lnTo>
                      <a:pt x="264" y="66"/>
                    </a:lnTo>
                    <a:lnTo>
                      <a:pt x="234" y="96"/>
                    </a:lnTo>
                    <a:lnTo>
                      <a:pt x="198" y="96"/>
                    </a:lnTo>
                    <a:lnTo>
                      <a:pt x="186" y="108"/>
                    </a:lnTo>
                    <a:lnTo>
                      <a:pt x="186" y="144"/>
                    </a:lnTo>
                    <a:lnTo>
                      <a:pt x="156" y="174"/>
                    </a:lnTo>
                    <a:lnTo>
                      <a:pt x="156" y="186"/>
                    </a:lnTo>
                    <a:lnTo>
                      <a:pt x="168" y="210"/>
                    </a:lnTo>
                    <a:lnTo>
                      <a:pt x="168" y="222"/>
                    </a:lnTo>
                    <a:lnTo>
                      <a:pt x="156" y="246"/>
                    </a:lnTo>
                    <a:lnTo>
                      <a:pt x="144" y="252"/>
                    </a:lnTo>
                    <a:lnTo>
                      <a:pt x="138" y="252"/>
                    </a:lnTo>
                    <a:lnTo>
                      <a:pt x="132" y="258"/>
                    </a:lnTo>
                    <a:lnTo>
                      <a:pt x="126" y="270"/>
                    </a:lnTo>
                    <a:lnTo>
                      <a:pt x="114" y="282"/>
                    </a:lnTo>
                    <a:lnTo>
                      <a:pt x="102" y="288"/>
                    </a:lnTo>
                    <a:lnTo>
                      <a:pt x="96" y="294"/>
                    </a:lnTo>
                    <a:lnTo>
                      <a:pt x="84" y="300"/>
                    </a:lnTo>
                    <a:lnTo>
                      <a:pt x="78" y="306"/>
                    </a:lnTo>
                    <a:lnTo>
                      <a:pt x="78" y="318"/>
                    </a:lnTo>
                    <a:lnTo>
                      <a:pt x="90" y="324"/>
                    </a:lnTo>
                    <a:lnTo>
                      <a:pt x="78" y="330"/>
                    </a:lnTo>
                    <a:lnTo>
                      <a:pt x="60" y="366"/>
                    </a:lnTo>
                    <a:lnTo>
                      <a:pt x="60" y="384"/>
                    </a:lnTo>
                    <a:lnTo>
                      <a:pt x="48" y="384"/>
                    </a:lnTo>
                    <a:lnTo>
                      <a:pt x="48" y="390"/>
                    </a:lnTo>
                    <a:lnTo>
                      <a:pt x="54" y="396"/>
                    </a:lnTo>
                    <a:lnTo>
                      <a:pt x="54" y="408"/>
                    </a:lnTo>
                    <a:lnTo>
                      <a:pt x="48" y="420"/>
                    </a:lnTo>
                    <a:lnTo>
                      <a:pt x="36" y="426"/>
                    </a:lnTo>
                    <a:lnTo>
                      <a:pt x="24" y="426"/>
                    </a:lnTo>
                    <a:lnTo>
                      <a:pt x="18" y="432"/>
                    </a:lnTo>
                    <a:lnTo>
                      <a:pt x="6" y="456"/>
                    </a:lnTo>
                    <a:lnTo>
                      <a:pt x="0" y="462"/>
                    </a:lnTo>
                    <a:lnTo>
                      <a:pt x="0" y="510"/>
                    </a:lnTo>
                    <a:lnTo>
                      <a:pt x="276" y="510"/>
                    </a:lnTo>
                    <a:lnTo>
                      <a:pt x="282" y="408"/>
                    </a:lnTo>
                    <a:lnTo>
                      <a:pt x="276" y="396"/>
                    </a:lnTo>
                    <a:lnTo>
                      <a:pt x="276" y="378"/>
                    </a:lnTo>
                    <a:lnTo>
                      <a:pt x="282" y="366"/>
                    </a:lnTo>
                    <a:lnTo>
                      <a:pt x="306" y="354"/>
                    </a:lnTo>
                    <a:lnTo>
                      <a:pt x="336" y="354"/>
                    </a:lnTo>
                    <a:lnTo>
                      <a:pt x="348" y="348"/>
                    </a:lnTo>
                    <a:lnTo>
                      <a:pt x="354" y="342"/>
                    </a:lnTo>
                    <a:lnTo>
                      <a:pt x="354" y="150"/>
                    </a:lnTo>
                    <a:lnTo>
                      <a:pt x="366" y="144"/>
                    </a:lnTo>
                    <a:lnTo>
                      <a:pt x="366" y="132"/>
                    </a:lnTo>
                    <a:lnTo>
                      <a:pt x="588" y="126"/>
                    </a:lnTo>
                    <a:lnTo>
                      <a:pt x="588" y="90"/>
                    </a:lnTo>
                    <a:lnTo>
                      <a:pt x="594" y="84"/>
                    </a:lnTo>
                    <a:lnTo>
                      <a:pt x="600" y="0"/>
                    </a:lnTo>
                    <a:lnTo>
                      <a:pt x="546"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2" name="Uganda" descr="© INSCALE GmbH, 05.05.2010&#10;http://www.presentationload.com/">
                <a:extLst>
                  <a:ext uri="{FF2B5EF4-FFF2-40B4-BE49-F238E27FC236}">
                    <a16:creationId xmlns:a16="http://schemas.microsoft.com/office/drawing/2014/main" id="{88680A67-07A2-F94C-A2D4-0FC54DF952A3}"/>
                  </a:ext>
                </a:extLst>
              </p:cNvPr>
              <p:cNvSpPr>
                <a:spLocks noEditPoints="1"/>
              </p:cNvSpPr>
              <p:nvPr/>
            </p:nvSpPr>
            <p:spPr bwMode="gray">
              <a:xfrm>
                <a:off x="6610459" y="4000349"/>
                <a:ext cx="164363" cy="193949"/>
              </a:xfrm>
              <a:custGeom>
                <a:avLst/>
                <a:gdLst>
                  <a:gd name="T0" fmla="*/ 2147483647 w 390"/>
                  <a:gd name="T1" fmla="*/ 2147483647 h 462"/>
                  <a:gd name="T2" fmla="*/ 2147483647 w 390"/>
                  <a:gd name="T3" fmla="*/ 2147483647 h 462"/>
                  <a:gd name="T4" fmla="*/ 2147483647 w 390"/>
                  <a:gd name="T5" fmla="*/ 2147483647 h 462"/>
                  <a:gd name="T6" fmla="*/ 2147483647 w 390"/>
                  <a:gd name="T7" fmla="*/ 2147483647 h 462"/>
                  <a:gd name="T8" fmla="*/ 2147483647 w 390"/>
                  <a:gd name="T9" fmla="*/ 2147483647 h 462"/>
                  <a:gd name="T10" fmla="*/ 2147483647 w 390"/>
                  <a:gd name="T11" fmla="*/ 2147483647 h 462"/>
                  <a:gd name="T12" fmla="*/ 2147483647 w 390"/>
                  <a:gd name="T13" fmla="*/ 2147483647 h 462"/>
                  <a:gd name="T14" fmla="*/ 2147483647 w 390"/>
                  <a:gd name="T15" fmla="*/ 2147483647 h 462"/>
                  <a:gd name="T16" fmla="*/ 2147483647 w 390"/>
                  <a:gd name="T17" fmla="*/ 2147483647 h 462"/>
                  <a:gd name="T18" fmla="*/ 2147483647 w 390"/>
                  <a:gd name="T19" fmla="*/ 2147483647 h 462"/>
                  <a:gd name="T20" fmla="*/ 2147483647 w 390"/>
                  <a:gd name="T21" fmla="*/ 2147483647 h 462"/>
                  <a:gd name="T22" fmla="*/ 2147483647 w 390"/>
                  <a:gd name="T23" fmla="*/ 2147483647 h 462"/>
                  <a:gd name="T24" fmla="*/ 2147483647 w 390"/>
                  <a:gd name="T25" fmla="*/ 0 h 462"/>
                  <a:gd name="T26" fmla="*/ 2147483647 w 390"/>
                  <a:gd name="T27" fmla="*/ 2147483647 h 462"/>
                  <a:gd name="T28" fmla="*/ 2147483647 w 390"/>
                  <a:gd name="T29" fmla="*/ 2147483647 h 462"/>
                  <a:gd name="T30" fmla="*/ 2147483647 w 390"/>
                  <a:gd name="T31" fmla="*/ 2147483647 h 462"/>
                  <a:gd name="T32" fmla="*/ 2147483647 w 390"/>
                  <a:gd name="T33" fmla="*/ 2147483647 h 462"/>
                  <a:gd name="T34" fmla="*/ 2147483647 w 390"/>
                  <a:gd name="T35" fmla="*/ 2147483647 h 462"/>
                  <a:gd name="T36" fmla="*/ 2147483647 w 390"/>
                  <a:gd name="T37" fmla="*/ 2147483647 h 462"/>
                  <a:gd name="T38" fmla="*/ 2147483647 w 390"/>
                  <a:gd name="T39" fmla="*/ 2147483647 h 462"/>
                  <a:gd name="T40" fmla="*/ 2147483647 w 390"/>
                  <a:gd name="T41" fmla="*/ 2147483647 h 462"/>
                  <a:gd name="T42" fmla="*/ 2147483647 w 390"/>
                  <a:gd name="T43" fmla="*/ 2147483647 h 462"/>
                  <a:gd name="T44" fmla="*/ 2147483647 w 390"/>
                  <a:gd name="T45" fmla="*/ 2147483647 h 462"/>
                  <a:gd name="T46" fmla="*/ 2147483647 w 390"/>
                  <a:gd name="T47" fmla="*/ 2147483647 h 462"/>
                  <a:gd name="T48" fmla="*/ 2147483647 w 390"/>
                  <a:gd name="T49" fmla="*/ 2147483647 h 462"/>
                  <a:gd name="T50" fmla="*/ 2147483647 w 390"/>
                  <a:gd name="T51" fmla="*/ 2147483647 h 462"/>
                  <a:gd name="T52" fmla="*/ 2147483647 w 390"/>
                  <a:gd name="T53" fmla="*/ 2147483647 h 462"/>
                  <a:gd name="T54" fmla="*/ 2147483647 w 390"/>
                  <a:gd name="T55" fmla="*/ 2147483647 h 462"/>
                  <a:gd name="T56" fmla="*/ 2147483647 w 390"/>
                  <a:gd name="T57" fmla="*/ 2147483647 h 462"/>
                  <a:gd name="T58" fmla="*/ 2147483647 w 390"/>
                  <a:gd name="T59" fmla="*/ 2147483647 h 462"/>
                  <a:gd name="T60" fmla="*/ 2147483647 w 390"/>
                  <a:gd name="T61" fmla="*/ 2147483647 h 462"/>
                  <a:gd name="T62" fmla="*/ 2147483647 w 390"/>
                  <a:gd name="T63" fmla="*/ 2147483647 h 462"/>
                  <a:gd name="T64" fmla="*/ 2147483647 w 390"/>
                  <a:gd name="T65" fmla="*/ 2147483647 h 462"/>
                  <a:gd name="T66" fmla="*/ 2147483647 w 390"/>
                  <a:gd name="T67" fmla="*/ 2147483647 h 462"/>
                  <a:gd name="T68" fmla="*/ 2147483647 w 390"/>
                  <a:gd name="T69" fmla="*/ 2147483647 h 462"/>
                  <a:gd name="T70" fmla="*/ 2147483647 w 390"/>
                  <a:gd name="T71" fmla="*/ 2147483647 h 462"/>
                  <a:gd name="T72" fmla="*/ 2147483647 w 390"/>
                  <a:gd name="T73" fmla="*/ 2147483647 h 462"/>
                  <a:gd name="T74" fmla="*/ 2147483647 w 390"/>
                  <a:gd name="T75" fmla="*/ 2147483647 h 462"/>
                  <a:gd name="T76" fmla="*/ 2147483647 w 390"/>
                  <a:gd name="T77" fmla="*/ 2147483647 h 462"/>
                  <a:gd name="T78" fmla="*/ 2147483647 w 390"/>
                  <a:gd name="T79" fmla="*/ 2147483647 h 462"/>
                  <a:gd name="T80" fmla="*/ 2147483647 w 390"/>
                  <a:gd name="T81" fmla="*/ 2147483647 h 462"/>
                  <a:gd name="T82" fmla="*/ 2147483647 w 390"/>
                  <a:gd name="T83" fmla="*/ 2147483647 h 462"/>
                  <a:gd name="T84" fmla="*/ 2147483647 w 390"/>
                  <a:gd name="T85" fmla="*/ 2147483647 h 462"/>
                  <a:gd name="T86" fmla="*/ 2147483647 w 390"/>
                  <a:gd name="T87" fmla="*/ 2147483647 h 462"/>
                  <a:gd name="T88" fmla="*/ 2147483647 w 390"/>
                  <a:gd name="T89" fmla="*/ 2147483647 h 462"/>
                  <a:gd name="T90" fmla="*/ 2147483647 w 390"/>
                  <a:gd name="T91" fmla="*/ 2147483647 h 462"/>
                  <a:gd name="T92" fmla="*/ 2147483647 w 390"/>
                  <a:gd name="T93" fmla="*/ 2147483647 h 462"/>
                  <a:gd name="T94" fmla="*/ 2147483647 w 390"/>
                  <a:gd name="T95" fmla="*/ 2147483647 h 462"/>
                  <a:gd name="T96" fmla="*/ 2147483647 w 390"/>
                  <a:gd name="T97" fmla="*/ 2147483647 h 462"/>
                  <a:gd name="T98" fmla="*/ 2147483647 w 390"/>
                  <a:gd name="T99" fmla="*/ 2147483647 h 462"/>
                  <a:gd name="T100" fmla="*/ 2147483647 w 390"/>
                  <a:gd name="T101" fmla="*/ 2147483647 h 462"/>
                  <a:gd name="T102" fmla="*/ 2147483647 w 390"/>
                  <a:gd name="T103" fmla="*/ 2147483647 h 462"/>
                  <a:gd name="T104" fmla="*/ 2147483647 w 390"/>
                  <a:gd name="T105" fmla="*/ 2147483647 h 462"/>
                  <a:gd name="T106" fmla="*/ 2147483647 w 390"/>
                  <a:gd name="T107" fmla="*/ 2147483647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0"/>
                  <a:gd name="T163" fmla="*/ 0 h 462"/>
                  <a:gd name="T164" fmla="*/ 390 w 390"/>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0" h="462">
                    <a:moveTo>
                      <a:pt x="306" y="426"/>
                    </a:moveTo>
                    <a:lnTo>
                      <a:pt x="318" y="426"/>
                    </a:lnTo>
                    <a:lnTo>
                      <a:pt x="318" y="420"/>
                    </a:lnTo>
                    <a:lnTo>
                      <a:pt x="306" y="420"/>
                    </a:lnTo>
                    <a:lnTo>
                      <a:pt x="306" y="426"/>
                    </a:lnTo>
                    <a:close/>
                    <a:moveTo>
                      <a:pt x="390" y="192"/>
                    </a:moveTo>
                    <a:lnTo>
                      <a:pt x="384" y="180"/>
                    </a:lnTo>
                    <a:lnTo>
                      <a:pt x="378" y="174"/>
                    </a:lnTo>
                    <a:lnTo>
                      <a:pt x="366" y="150"/>
                    </a:lnTo>
                    <a:lnTo>
                      <a:pt x="366" y="144"/>
                    </a:lnTo>
                    <a:lnTo>
                      <a:pt x="372" y="138"/>
                    </a:lnTo>
                    <a:lnTo>
                      <a:pt x="378" y="138"/>
                    </a:lnTo>
                    <a:lnTo>
                      <a:pt x="384" y="132"/>
                    </a:lnTo>
                    <a:lnTo>
                      <a:pt x="348" y="90"/>
                    </a:lnTo>
                    <a:lnTo>
                      <a:pt x="354" y="84"/>
                    </a:lnTo>
                    <a:lnTo>
                      <a:pt x="336" y="66"/>
                    </a:lnTo>
                    <a:lnTo>
                      <a:pt x="336" y="60"/>
                    </a:lnTo>
                    <a:lnTo>
                      <a:pt x="342" y="54"/>
                    </a:lnTo>
                    <a:lnTo>
                      <a:pt x="342" y="42"/>
                    </a:lnTo>
                    <a:lnTo>
                      <a:pt x="336" y="42"/>
                    </a:lnTo>
                    <a:lnTo>
                      <a:pt x="336" y="48"/>
                    </a:lnTo>
                    <a:lnTo>
                      <a:pt x="330" y="42"/>
                    </a:lnTo>
                    <a:lnTo>
                      <a:pt x="324" y="42"/>
                    </a:lnTo>
                    <a:lnTo>
                      <a:pt x="324" y="18"/>
                    </a:lnTo>
                    <a:lnTo>
                      <a:pt x="318" y="6"/>
                    </a:lnTo>
                    <a:lnTo>
                      <a:pt x="312" y="0"/>
                    </a:lnTo>
                    <a:lnTo>
                      <a:pt x="300" y="0"/>
                    </a:lnTo>
                    <a:lnTo>
                      <a:pt x="300" y="6"/>
                    </a:lnTo>
                    <a:lnTo>
                      <a:pt x="294" y="12"/>
                    </a:lnTo>
                    <a:lnTo>
                      <a:pt x="294" y="18"/>
                    </a:lnTo>
                    <a:lnTo>
                      <a:pt x="276" y="36"/>
                    </a:lnTo>
                    <a:lnTo>
                      <a:pt x="252" y="36"/>
                    </a:lnTo>
                    <a:lnTo>
                      <a:pt x="246" y="30"/>
                    </a:lnTo>
                    <a:lnTo>
                      <a:pt x="246" y="24"/>
                    </a:lnTo>
                    <a:lnTo>
                      <a:pt x="234" y="24"/>
                    </a:lnTo>
                    <a:lnTo>
                      <a:pt x="222" y="36"/>
                    </a:lnTo>
                    <a:lnTo>
                      <a:pt x="198" y="36"/>
                    </a:lnTo>
                    <a:lnTo>
                      <a:pt x="180" y="60"/>
                    </a:lnTo>
                    <a:lnTo>
                      <a:pt x="156" y="30"/>
                    </a:lnTo>
                    <a:lnTo>
                      <a:pt x="150" y="30"/>
                    </a:lnTo>
                    <a:lnTo>
                      <a:pt x="144" y="36"/>
                    </a:lnTo>
                    <a:lnTo>
                      <a:pt x="144" y="42"/>
                    </a:lnTo>
                    <a:lnTo>
                      <a:pt x="132" y="42"/>
                    </a:lnTo>
                    <a:lnTo>
                      <a:pt x="120" y="36"/>
                    </a:lnTo>
                    <a:lnTo>
                      <a:pt x="114" y="30"/>
                    </a:lnTo>
                    <a:lnTo>
                      <a:pt x="102" y="30"/>
                    </a:lnTo>
                    <a:lnTo>
                      <a:pt x="84" y="48"/>
                    </a:lnTo>
                    <a:lnTo>
                      <a:pt x="90" y="72"/>
                    </a:lnTo>
                    <a:lnTo>
                      <a:pt x="72" y="90"/>
                    </a:lnTo>
                    <a:lnTo>
                      <a:pt x="84" y="96"/>
                    </a:lnTo>
                    <a:lnTo>
                      <a:pt x="90" y="102"/>
                    </a:lnTo>
                    <a:lnTo>
                      <a:pt x="90" y="108"/>
                    </a:lnTo>
                    <a:lnTo>
                      <a:pt x="84" y="114"/>
                    </a:lnTo>
                    <a:lnTo>
                      <a:pt x="78" y="126"/>
                    </a:lnTo>
                    <a:lnTo>
                      <a:pt x="78" y="138"/>
                    </a:lnTo>
                    <a:lnTo>
                      <a:pt x="84" y="144"/>
                    </a:lnTo>
                    <a:lnTo>
                      <a:pt x="96" y="144"/>
                    </a:lnTo>
                    <a:lnTo>
                      <a:pt x="108" y="150"/>
                    </a:lnTo>
                    <a:lnTo>
                      <a:pt x="114" y="156"/>
                    </a:lnTo>
                    <a:lnTo>
                      <a:pt x="114" y="168"/>
                    </a:lnTo>
                    <a:lnTo>
                      <a:pt x="108" y="180"/>
                    </a:lnTo>
                    <a:lnTo>
                      <a:pt x="96" y="192"/>
                    </a:lnTo>
                    <a:lnTo>
                      <a:pt x="84" y="216"/>
                    </a:lnTo>
                    <a:lnTo>
                      <a:pt x="72" y="222"/>
                    </a:lnTo>
                    <a:lnTo>
                      <a:pt x="66" y="234"/>
                    </a:lnTo>
                    <a:lnTo>
                      <a:pt x="42" y="246"/>
                    </a:lnTo>
                    <a:lnTo>
                      <a:pt x="42" y="258"/>
                    </a:lnTo>
                    <a:lnTo>
                      <a:pt x="24" y="270"/>
                    </a:lnTo>
                    <a:lnTo>
                      <a:pt x="6" y="342"/>
                    </a:lnTo>
                    <a:lnTo>
                      <a:pt x="6" y="372"/>
                    </a:lnTo>
                    <a:lnTo>
                      <a:pt x="0" y="450"/>
                    </a:lnTo>
                    <a:lnTo>
                      <a:pt x="12" y="450"/>
                    </a:lnTo>
                    <a:lnTo>
                      <a:pt x="24" y="462"/>
                    </a:lnTo>
                    <a:lnTo>
                      <a:pt x="30" y="462"/>
                    </a:lnTo>
                    <a:lnTo>
                      <a:pt x="42" y="438"/>
                    </a:lnTo>
                    <a:lnTo>
                      <a:pt x="48" y="432"/>
                    </a:lnTo>
                    <a:lnTo>
                      <a:pt x="48" y="426"/>
                    </a:lnTo>
                    <a:lnTo>
                      <a:pt x="72" y="420"/>
                    </a:lnTo>
                    <a:lnTo>
                      <a:pt x="162" y="426"/>
                    </a:lnTo>
                    <a:lnTo>
                      <a:pt x="162" y="414"/>
                    </a:lnTo>
                    <a:lnTo>
                      <a:pt x="156" y="408"/>
                    </a:lnTo>
                    <a:lnTo>
                      <a:pt x="150" y="396"/>
                    </a:lnTo>
                    <a:lnTo>
                      <a:pt x="162" y="372"/>
                    </a:lnTo>
                    <a:lnTo>
                      <a:pt x="168" y="366"/>
                    </a:lnTo>
                    <a:lnTo>
                      <a:pt x="168" y="342"/>
                    </a:lnTo>
                    <a:lnTo>
                      <a:pt x="174" y="336"/>
                    </a:lnTo>
                    <a:lnTo>
                      <a:pt x="186" y="330"/>
                    </a:lnTo>
                    <a:lnTo>
                      <a:pt x="204" y="324"/>
                    </a:lnTo>
                    <a:lnTo>
                      <a:pt x="240" y="324"/>
                    </a:lnTo>
                    <a:lnTo>
                      <a:pt x="252" y="312"/>
                    </a:lnTo>
                    <a:lnTo>
                      <a:pt x="258" y="300"/>
                    </a:lnTo>
                    <a:lnTo>
                      <a:pt x="264" y="300"/>
                    </a:lnTo>
                    <a:lnTo>
                      <a:pt x="264" y="306"/>
                    </a:lnTo>
                    <a:lnTo>
                      <a:pt x="270" y="312"/>
                    </a:lnTo>
                    <a:lnTo>
                      <a:pt x="270" y="330"/>
                    </a:lnTo>
                    <a:lnTo>
                      <a:pt x="276" y="324"/>
                    </a:lnTo>
                    <a:lnTo>
                      <a:pt x="312" y="324"/>
                    </a:lnTo>
                    <a:lnTo>
                      <a:pt x="312" y="330"/>
                    </a:lnTo>
                    <a:lnTo>
                      <a:pt x="312" y="318"/>
                    </a:lnTo>
                    <a:lnTo>
                      <a:pt x="318" y="306"/>
                    </a:lnTo>
                    <a:lnTo>
                      <a:pt x="324" y="300"/>
                    </a:lnTo>
                    <a:lnTo>
                      <a:pt x="330" y="282"/>
                    </a:lnTo>
                    <a:lnTo>
                      <a:pt x="348" y="270"/>
                    </a:lnTo>
                    <a:lnTo>
                      <a:pt x="348" y="246"/>
                    </a:lnTo>
                    <a:lnTo>
                      <a:pt x="354" y="240"/>
                    </a:lnTo>
                    <a:lnTo>
                      <a:pt x="372" y="240"/>
                    </a:lnTo>
                    <a:lnTo>
                      <a:pt x="378" y="216"/>
                    </a:lnTo>
                    <a:lnTo>
                      <a:pt x="390" y="204"/>
                    </a:lnTo>
                    <a:lnTo>
                      <a:pt x="390" y="19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3" name="Tunisia" descr="© INSCALE GmbH, 05.05.2010&#10;http://www.presentationload.com/">
                <a:extLst>
                  <a:ext uri="{FF2B5EF4-FFF2-40B4-BE49-F238E27FC236}">
                    <a16:creationId xmlns:a16="http://schemas.microsoft.com/office/drawing/2014/main" id="{D8CE1EB1-F566-7642-A0FE-9B04B18698A8}"/>
                  </a:ext>
                </a:extLst>
              </p:cNvPr>
              <p:cNvSpPr>
                <a:spLocks/>
              </p:cNvSpPr>
              <p:nvPr/>
            </p:nvSpPr>
            <p:spPr bwMode="gray">
              <a:xfrm>
                <a:off x="5953003" y="2877745"/>
                <a:ext cx="115055" cy="239972"/>
              </a:xfrm>
              <a:custGeom>
                <a:avLst/>
                <a:gdLst>
                  <a:gd name="T0" fmla="*/ 2147483647 w 276"/>
                  <a:gd name="T1" fmla="*/ 2147483647 h 570"/>
                  <a:gd name="T2" fmla="*/ 2147483647 w 276"/>
                  <a:gd name="T3" fmla="*/ 2147483647 h 570"/>
                  <a:gd name="T4" fmla="*/ 2147483647 w 276"/>
                  <a:gd name="T5" fmla="*/ 2147483647 h 570"/>
                  <a:gd name="T6" fmla="*/ 2147483647 w 276"/>
                  <a:gd name="T7" fmla="*/ 2147483647 h 570"/>
                  <a:gd name="T8" fmla="*/ 2147483647 w 276"/>
                  <a:gd name="T9" fmla="*/ 2147483647 h 570"/>
                  <a:gd name="T10" fmla="*/ 2147483647 w 276"/>
                  <a:gd name="T11" fmla="*/ 2147483647 h 570"/>
                  <a:gd name="T12" fmla="*/ 0 w 276"/>
                  <a:gd name="T13" fmla="*/ 2147483647 h 570"/>
                  <a:gd name="T14" fmla="*/ 2147483647 w 276"/>
                  <a:gd name="T15" fmla="*/ 2147483647 h 570"/>
                  <a:gd name="T16" fmla="*/ 2147483647 w 276"/>
                  <a:gd name="T17" fmla="*/ 2147483647 h 570"/>
                  <a:gd name="T18" fmla="*/ 2147483647 w 276"/>
                  <a:gd name="T19" fmla="*/ 2147483647 h 570"/>
                  <a:gd name="T20" fmla="*/ 2147483647 w 276"/>
                  <a:gd name="T21" fmla="*/ 2147483647 h 570"/>
                  <a:gd name="T22" fmla="*/ 2147483647 w 276"/>
                  <a:gd name="T23" fmla="*/ 2147483647 h 570"/>
                  <a:gd name="T24" fmla="*/ 2147483647 w 276"/>
                  <a:gd name="T25" fmla="*/ 2147483647 h 570"/>
                  <a:gd name="T26" fmla="*/ 2147483647 w 276"/>
                  <a:gd name="T27" fmla="*/ 2147483647 h 570"/>
                  <a:gd name="T28" fmla="*/ 2147483647 w 276"/>
                  <a:gd name="T29" fmla="*/ 2147483647 h 570"/>
                  <a:gd name="T30" fmla="*/ 2147483647 w 276"/>
                  <a:gd name="T31" fmla="*/ 2147483647 h 570"/>
                  <a:gd name="T32" fmla="*/ 2147483647 w 276"/>
                  <a:gd name="T33" fmla="*/ 2147483647 h 570"/>
                  <a:gd name="T34" fmla="*/ 2147483647 w 276"/>
                  <a:gd name="T35" fmla="*/ 2147483647 h 570"/>
                  <a:gd name="T36" fmla="*/ 2147483647 w 276"/>
                  <a:gd name="T37" fmla="*/ 2147483647 h 570"/>
                  <a:gd name="T38" fmla="*/ 2147483647 w 276"/>
                  <a:gd name="T39" fmla="*/ 2147483647 h 570"/>
                  <a:gd name="T40" fmla="*/ 2147483647 w 276"/>
                  <a:gd name="T41" fmla="*/ 2147483647 h 570"/>
                  <a:gd name="T42" fmla="*/ 2147483647 w 276"/>
                  <a:gd name="T43" fmla="*/ 2147483647 h 570"/>
                  <a:gd name="T44" fmla="*/ 2147483647 w 276"/>
                  <a:gd name="T45" fmla="*/ 2147483647 h 570"/>
                  <a:gd name="T46" fmla="*/ 2147483647 w 276"/>
                  <a:gd name="T47" fmla="*/ 2147483647 h 570"/>
                  <a:gd name="T48" fmla="*/ 2147483647 w 276"/>
                  <a:gd name="T49" fmla="*/ 2147483647 h 570"/>
                  <a:gd name="T50" fmla="*/ 2147483647 w 276"/>
                  <a:gd name="T51" fmla="*/ 2147483647 h 570"/>
                  <a:gd name="T52" fmla="*/ 2147483647 w 276"/>
                  <a:gd name="T53" fmla="*/ 2147483647 h 570"/>
                  <a:gd name="T54" fmla="*/ 2147483647 w 276"/>
                  <a:gd name="T55" fmla="*/ 2147483647 h 570"/>
                  <a:gd name="T56" fmla="*/ 2147483647 w 276"/>
                  <a:gd name="T57" fmla="*/ 2147483647 h 570"/>
                  <a:gd name="T58" fmla="*/ 2147483647 w 276"/>
                  <a:gd name="T59" fmla="*/ 2147483647 h 570"/>
                  <a:gd name="T60" fmla="*/ 2147483647 w 276"/>
                  <a:gd name="T61" fmla="*/ 2147483647 h 570"/>
                  <a:gd name="T62" fmla="*/ 2147483647 w 276"/>
                  <a:gd name="T63" fmla="*/ 2147483647 h 570"/>
                  <a:gd name="T64" fmla="*/ 2147483647 w 276"/>
                  <a:gd name="T65" fmla="*/ 2147483647 h 570"/>
                  <a:gd name="T66" fmla="*/ 2147483647 w 276"/>
                  <a:gd name="T67" fmla="*/ 2147483647 h 570"/>
                  <a:gd name="T68" fmla="*/ 2147483647 w 276"/>
                  <a:gd name="T69" fmla="*/ 2147483647 h 570"/>
                  <a:gd name="T70" fmla="*/ 2147483647 w 276"/>
                  <a:gd name="T71" fmla="*/ 2147483647 h 570"/>
                  <a:gd name="T72" fmla="*/ 2147483647 w 276"/>
                  <a:gd name="T73" fmla="*/ 2147483647 h 570"/>
                  <a:gd name="T74" fmla="*/ 2147483647 w 276"/>
                  <a:gd name="T75" fmla="*/ 2147483647 h 570"/>
                  <a:gd name="T76" fmla="*/ 2147483647 w 276"/>
                  <a:gd name="T77" fmla="*/ 2147483647 h 570"/>
                  <a:gd name="T78" fmla="*/ 2147483647 w 276"/>
                  <a:gd name="T79" fmla="*/ 2147483647 h 570"/>
                  <a:gd name="T80" fmla="*/ 2147483647 w 276"/>
                  <a:gd name="T81" fmla="*/ 2147483647 h 570"/>
                  <a:gd name="T82" fmla="*/ 2147483647 w 276"/>
                  <a:gd name="T83" fmla="*/ 2147483647 h 570"/>
                  <a:gd name="T84" fmla="*/ 2147483647 w 276"/>
                  <a:gd name="T85" fmla="*/ 2147483647 h 570"/>
                  <a:gd name="T86" fmla="*/ 2147483647 w 276"/>
                  <a:gd name="T87" fmla="*/ 2147483647 h 570"/>
                  <a:gd name="T88" fmla="*/ 2147483647 w 276"/>
                  <a:gd name="T89" fmla="*/ 0 h 570"/>
                  <a:gd name="T90" fmla="*/ 2147483647 w 276"/>
                  <a:gd name="T91" fmla="*/ 2147483647 h 570"/>
                  <a:gd name="T92" fmla="*/ 2147483647 w 276"/>
                  <a:gd name="T93" fmla="*/ 2147483647 h 570"/>
                  <a:gd name="T94" fmla="*/ 2147483647 w 276"/>
                  <a:gd name="T95" fmla="*/ 2147483647 h 5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76"/>
                  <a:gd name="T145" fmla="*/ 0 h 570"/>
                  <a:gd name="T146" fmla="*/ 276 w 276"/>
                  <a:gd name="T147" fmla="*/ 570 h 57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76" h="570">
                    <a:moveTo>
                      <a:pt x="42" y="60"/>
                    </a:moveTo>
                    <a:lnTo>
                      <a:pt x="60" y="66"/>
                    </a:lnTo>
                    <a:lnTo>
                      <a:pt x="60" y="78"/>
                    </a:lnTo>
                    <a:lnTo>
                      <a:pt x="54" y="90"/>
                    </a:lnTo>
                    <a:lnTo>
                      <a:pt x="54" y="126"/>
                    </a:lnTo>
                    <a:lnTo>
                      <a:pt x="60" y="138"/>
                    </a:lnTo>
                    <a:lnTo>
                      <a:pt x="60" y="180"/>
                    </a:lnTo>
                    <a:lnTo>
                      <a:pt x="54" y="192"/>
                    </a:lnTo>
                    <a:lnTo>
                      <a:pt x="54" y="204"/>
                    </a:lnTo>
                    <a:lnTo>
                      <a:pt x="48" y="210"/>
                    </a:lnTo>
                    <a:lnTo>
                      <a:pt x="48" y="216"/>
                    </a:lnTo>
                    <a:lnTo>
                      <a:pt x="24" y="234"/>
                    </a:lnTo>
                    <a:lnTo>
                      <a:pt x="0" y="258"/>
                    </a:lnTo>
                    <a:lnTo>
                      <a:pt x="0" y="300"/>
                    </a:lnTo>
                    <a:lnTo>
                      <a:pt x="12" y="300"/>
                    </a:lnTo>
                    <a:lnTo>
                      <a:pt x="12" y="330"/>
                    </a:lnTo>
                    <a:lnTo>
                      <a:pt x="24" y="330"/>
                    </a:lnTo>
                    <a:lnTo>
                      <a:pt x="42" y="336"/>
                    </a:lnTo>
                    <a:lnTo>
                      <a:pt x="54" y="348"/>
                    </a:lnTo>
                    <a:lnTo>
                      <a:pt x="54" y="390"/>
                    </a:lnTo>
                    <a:lnTo>
                      <a:pt x="60" y="390"/>
                    </a:lnTo>
                    <a:lnTo>
                      <a:pt x="66" y="396"/>
                    </a:lnTo>
                    <a:lnTo>
                      <a:pt x="90" y="408"/>
                    </a:lnTo>
                    <a:lnTo>
                      <a:pt x="96" y="420"/>
                    </a:lnTo>
                    <a:lnTo>
                      <a:pt x="102" y="426"/>
                    </a:lnTo>
                    <a:lnTo>
                      <a:pt x="108" y="450"/>
                    </a:lnTo>
                    <a:lnTo>
                      <a:pt x="114" y="492"/>
                    </a:lnTo>
                    <a:lnTo>
                      <a:pt x="126" y="540"/>
                    </a:lnTo>
                    <a:lnTo>
                      <a:pt x="138" y="570"/>
                    </a:lnTo>
                    <a:lnTo>
                      <a:pt x="144" y="564"/>
                    </a:lnTo>
                    <a:lnTo>
                      <a:pt x="156" y="564"/>
                    </a:lnTo>
                    <a:lnTo>
                      <a:pt x="186" y="534"/>
                    </a:lnTo>
                    <a:lnTo>
                      <a:pt x="186" y="510"/>
                    </a:lnTo>
                    <a:lnTo>
                      <a:pt x="174" y="486"/>
                    </a:lnTo>
                    <a:lnTo>
                      <a:pt x="174" y="468"/>
                    </a:lnTo>
                    <a:lnTo>
                      <a:pt x="192" y="450"/>
                    </a:lnTo>
                    <a:lnTo>
                      <a:pt x="198" y="450"/>
                    </a:lnTo>
                    <a:lnTo>
                      <a:pt x="204" y="438"/>
                    </a:lnTo>
                    <a:lnTo>
                      <a:pt x="210" y="432"/>
                    </a:lnTo>
                    <a:lnTo>
                      <a:pt x="216" y="420"/>
                    </a:lnTo>
                    <a:lnTo>
                      <a:pt x="222" y="414"/>
                    </a:lnTo>
                    <a:lnTo>
                      <a:pt x="234" y="408"/>
                    </a:lnTo>
                    <a:lnTo>
                      <a:pt x="246" y="408"/>
                    </a:lnTo>
                    <a:lnTo>
                      <a:pt x="270" y="396"/>
                    </a:lnTo>
                    <a:lnTo>
                      <a:pt x="276" y="390"/>
                    </a:lnTo>
                    <a:lnTo>
                      <a:pt x="276" y="384"/>
                    </a:lnTo>
                    <a:lnTo>
                      <a:pt x="264" y="372"/>
                    </a:lnTo>
                    <a:lnTo>
                      <a:pt x="258" y="372"/>
                    </a:lnTo>
                    <a:lnTo>
                      <a:pt x="264" y="330"/>
                    </a:lnTo>
                    <a:lnTo>
                      <a:pt x="252" y="330"/>
                    </a:lnTo>
                    <a:lnTo>
                      <a:pt x="240" y="300"/>
                    </a:lnTo>
                    <a:lnTo>
                      <a:pt x="228" y="294"/>
                    </a:lnTo>
                    <a:lnTo>
                      <a:pt x="222" y="306"/>
                    </a:lnTo>
                    <a:lnTo>
                      <a:pt x="216" y="294"/>
                    </a:lnTo>
                    <a:lnTo>
                      <a:pt x="198" y="294"/>
                    </a:lnTo>
                    <a:lnTo>
                      <a:pt x="186" y="288"/>
                    </a:lnTo>
                    <a:lnTo>
                      <a:pt x="180" y="282"/>
                    </a:lnTo>
                    <a:lnTo>
                      <a:pt x="168" y="276"/>
                    </a:lnTo>
                    <a:lnTo>
                      <a:pt x="168" y="246"/>
                    </a:lnTo>
                    <a:lnTo>
                      <a:pt x="174" y="240"/>
                    </a:lnTo>
                    <a:lnTo>
                      <a:pt x="180" y="240"/>
                    </a:lnTo>
                    <a:lnTo>
                      <a:pt x="234" y="186"/>
                    </a:lnTo>
                    <a:lnTo>
                      <a:pt x="240" y="174"/>
                    </a:lnTo>
                    <a:lnTo>
                      <a:pt x="240" y="156"/>
                    </a:lnTo>
                    <a:lnTo>
                      <a:pt x="234" y="144"/>
                    </a:lnTo>
                    <a:lnTo>
                      <a:pt x="216" y="126"/>
                    </a:lnTo>
                    <a:lnTo>
                      <a:pt x="204" y="120"/>
                    </a:lnTo>
                    <a:lnTo>
                      <a:pt x="198" y="120"/>
                    </a:lnTo>
                    <a:lnTo>
                      <a:pt x="198" y="102"/>
                    </a:lnTo>
                    <a:lnTo>
                      <a:pt x="204" y="90"/>
                    </a:lnTo>
                    <a:lnTo>
                      <a:pt x="204" y="78"/>
                    </a:lnTo>
                    <a:lnTo>
                      <a:pt x="210" y="72"/>
                    </a:lnTo>
                    <a:lnTo>
                      <a:pt x="222" y="66"/>
                    </a:lnTo>
                    <a:lnTo>
                      <a:pt x="228" y="60"/>
                    </a:lnTo>
                    <a:lnTo>
                      <a:pt x="234" y="48"/>
                    </a:lnTo>
                    <a:lnTo>
                      <a:pt x="234" y="36"/>
                    </a:lnTo>
                    <a:lnTo>
                      <a:pt x="240" y="30"/>
                    </a:lnTo>
                    <a:lnTo>
                      <a:pt x="240" y="18"/>
                    </a:lnTo>
                    <a:lnTo>
                      <a:pt x="228" y="18"/>
                    </a:lnTo>
                    <a:lnTo>
                      <a:pt x="222" y="30"/>
                    </a:lnTo>
                    <a:lnTo>
                      <a:pt x="210" y="36"/>
                    </a:lnTo>
                    <a:lnTo>
                      <a:pt x="204" y="48"/>
                    </a:lnTo>
                    <a:lnTo>
                      <a:pt x="192" y="60"/>
                    </a:lnTo>
                    <a:lnTo>
                      <a:pt x="186" y="60"/>
                    </a:lnTo>
                    <a:lnTo>
                      <a:pt x="174" y="54"/>
                    </a:lnTo>
                    <a:lnTo>
                      <a:pt x="162" y="42"/>
                    </a:lnTo>
                    <a:lnTo>
                      <a:pt x="174" y="30"/>
                    </a:lnTo>
                    <a:lnTo>
                      <a:pt x="174" y="24"/>
                    </a:lnTo>
                    <a:lnTo>
                      <a:pt x="180" y="12"/>
                    </a:lnTo>
                    <a:lnTo>
                      <a:pt x="168" y="0"/>
                    </a:lnTo>
                    <a:lnTo>
                      <a:pt x="138" y="0"/>
                    </a:lnTo>
                    <a:lnTo>
                      <a:pt x="126" y="6"/>
                    </a:lnTo>
                    <a:lnTo>
                      <a:pt x="108" y="12"/>
                    </a:lnTo>
                    <a:lnTo>
                      <a:pt x="96" y="18"/>
                    </a:lnTo>
                    <a:lnTo>
                      <a:pt x="84" y="30"/>
                    </a:lnTo>
                    <a:lnTo>
                      <a:pt x="84" y="42"/>
                    </a:lnTo>
                    <a:lnTo>
                      <a:pt x="42"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4" name="Togo" descr="© INSCALE GmbH, 05.05.2010&#10;http://www.presentationload.com/">
                <a:extLst>
                  <a:ext uri="{FF2B5EF4-FFF2-40B4-BE49-F238E27FC236}">
                    <a16:creationId xmlns:a16="http://schemas.microsoft.com/office/drawing/2014/main" id="{4C71B754-E403-CD44-ACC1-9565FE5090BD}"/>
                  </a:ext>
                </a:extLst>
              </p:cNvPr>
              <p:cNvSpPr>
                <a:spLocks/>
              </p:cNvSpPr>
              <p:nvPr/>
            </p:nvSpPr>
            <p:spPr bwMode="gray">
              <a:xfrm>
                <a:off x="5719606" y="3766955"/>
                <a:ext cx="59171" cy="169296"/>
              </a:xfrm>
              <a:custGeom>
                <a:avLst/>
                <a:gdLst>
                  <a:gd name="T0" fmla="*/ 2147483647 w 138"/>
                  <a:gd name="T1" fmla="*/ 2147483647 h 402"/>
                  <a:gd name="T2" fmla="*/ 2147483647 w 138"/>
                  <a:gd name="T3" fmla="*/ 2147483647 h 402"/>
                  <a:gd name="T4" fmla="*/ 2147483647 w 138"/>
                  <a:gd name="T5" fmla="*/ 2147483647 h 402"/>
                  <a:gd name="T6" fmla="*/ 2147483647 w 138"/>
                  <a:gd name="T7" fmla="*/ 2147483647 h 402"/>
                  <a:gd name="T8" fmla="*/ 2147483647 w 138"/>
                  <a:gd name="T9" fmla="*/ 2147483647 h 402"/>
                  <a:gd name="T10" fmla="*/ 2147483647 w 138"/>
                  <a:gd name="T11" fmla="*/ 2147483647 h 402"/>
                  <a:gd name="T12" fmla="*/ 2147483647 w 138"/>
                  <a:gd name="T13" fmla="*/ 2147483647 h 402"/>
                  <a:gd name="T14" fmla="*/ 2147483647 w 138"/>
                  <a:gd name="T15" fmla="*/ 2147483647 h 402"/>
                  <a:gd name="T16" fmla="*/ 2147483647 w 138"/>
                  <a:gd name="T17" fmla="*/ 2147483647 h 402"/>
                  <a:gd name="T18" fmla="*/ 2147483647 w 138"/>
                  <a:gd name="T19" fmla="*/ 2147483647 h 402"/>
                  <a:gd name="T20" fmla="*/ 2147483647 w 138"/>
                  <a:gd name="T21" fmla="*/ 2147483647 h 402"/>
                  <a:gd name="T22" fmla="*/ 2147483647 w 138"/>
                  <a:gd name="T23" fmla="*/ 2147483647 h 402"/>
                  <a:gd name="T24" fmla="*/ 2147483647 w 138"/>
                  <a:gd name="T25" fmla="*/ 2147483647 h 402"/>
                  <a:gd name="T26" fmla="*/ 2147483647 w 138"/>
                  <a:gd name="T27" fmla="*/ 2147483647 h 402"/>
                  <a:gd name="T28" fmla="*/ 2147483647 w 138"/>
                  <a:gd name="T29" fmla="*/ 2147483647 h 402"/>
                  <a:gd name="T30" fmla="*/ 2147483647 w 138"/>
                  <a:gd name="T31" fmla="*/ 2147483647 h 402"/>
                  <a:gd name="T32" fmla="*/ 2147483647 w 138"/>
                  <a:gd name="T33" fmla="*/ 0 h 402"/>
                  <a:gd name="T34" fmla="*/ 2147483647 w 138"/>
                  <a:gd name="T35" fmla="*/ 0 h 402"/>
                  <a:gd name="T36" fmla="*/ 2147483647 w 138"/>
                  <a:gd name="T37" fmla="*/ 2147483647 h 402"/>
                  <a:gd name="T38" fmla="*/ 0 w 138"/>
                  <a:gd name="T39" fmla="*/ 2147483647 h 402"/>
                  <a:gd name="T40" fmla="*/ 2147483647 w 138"/>
                  <a:gd name="T41" fmla="*/ 2147483647 h 402"/>
                  <a:gd name="T42" fmla="*/ 2147483647 w 138"/>
                  <a:gd name="T43" fmla="*/ 2147483647 h 402"/>
                  <a:gd name="T44" fmla="*/ 2147483647 w 138"/>
                  <a:gd name="T45" fmla="*/ 2147483647 h 402"/>
                  <a:gd name="T46" fmla="*/ 2147483647 w 138"/>
                  <a:gd name="T47" fmla="*/ 2147483647 h 402"/>
                  <a:gd name="T48" fmla="*/ 2147483647 w 138"/>
                  <a:gd name="T49" fmla="*/ 2147483647 h 402"/>
                  <a:gd name="T50" fmla="*/ 2147483647 w 138"/>
                  <a:gd name="T51" fmla="*/ 2147483647 h 402"/>
                  <a:gd name="T52" fmla="*/ 2147483647 w 138"/>
                  <a:gd name="T53" fmla="*/ 2147483647 h 402"/>
                  <a:gd name="T54" fmla="*/ 2147483647 w 138"/>
                  <a:gd name="T55" fmla="*/ 2147483647 h 402"/>
                  <a:gd name="T56" fmla="*/ 2147483647 w 138"/>
                  <a:gd name="T57" fmla="*/ 2147483647 h 402"/>
                  <a:gd name="T58" fmla="*/ 2147483647 w 138"/>
                  <a:gd name="T59" fmla="*/ 2147483647 h 402"/>
                  <a:gd name="T60" fmla="*/ 2147483647 w 138"/>
                  <a:gd name="T61" fmla="*/ 2147483647 h 402"/>
                  <a:gd name="T62" fmla="*/ 2147483647 w 138"/>
                  <a:gd name="T63" fmla="*/ 2147483647 h 402"/>
                  <a:gd name="T64" fmla="*/ 2147483647 w 138"/>
                  <a:gd name="T65" fmla="*/ 2147483647 h 402"/>
                  <a:gd name="T66" fmla="*/ 2147483647 w 138"/>
                  <a:gd name="T67" fmla="*/ 2147483647 h 402"/>
                  <a:gd name="T68" fmla="*/ 2147483647 w 138"/>
                  <a:gd name="T69" fmla="*/ 2147483647 h 402"/>
                  <a:gd name="T70" fmla="*/ 2147483647 w 138"/>
                  <a:gd name="T71" fmla="*/ 2147483647 h 402"/>
                  <a:gd name="T72" fmla="*/ 2147483647 w 138"/>
                  <a:gd name="T73" fmla="*/ 2147483647 h 402"/>
                  <a:gd name="T74" fmla="*/ 2147483647 w 138"/>
                  <a:gd name="T75" fmla="*/ 2147483647 h 402"/>
                  <a:gd name="T76" fmla="*/ 2147483647 w 138"/>
                  <a:gd name="T77" fmla="*/ 2147483647 h 402"/>
                  <a:gd name="T78" fmla="*/ 2147483647 w 138"/>
                  <a:gd name="T79" fmla="*/ 2147483647 h 402"/>
                  <a:gd name="T80" fmla="*/ 2147483647 w 138"/>
                  <a:gd name="T81" fmla="*/ 2147483647 h 402"/>
                  <a:gd name="T82" fmla="*/ 2147483647 w 138"/>
                  <a:gd name="T83" fmla="*/ 2147483647 h 402"/>
                  <a:gd name="T84" fmla="*/ 2147483647 w 138"/>
                  <a:gd name="T85" fmla="*/ 2147483647 h 402"/>
                  <a:gd name="T86" fmla="*/ 2147483647 w 138"/>
                  <a:gd name="T87" fmla="*/ 2147483647 h 402"/>
                  <a:gd name="T88" fmla="*/ 2147483647 w 138"/>
                  <a:gd name="T89" fmla="*/ 2147483647 h 402"/>
                  <a:gd name="T90" fmla="*/ 2147483647 w 138"/>
                  <a:gd name="T91" fmla="*/ 2147483647 h 402"/>
                  <a:gd name="T92" fmla="*/ 2147483647 w 138"/>
                  <a:gd name="T93" fmla="*/ 2147483647 h 402"/>
                  <a:gd name="T94" fmla="*/ 2147483647 w 138"/>
                  <a:gd name="T95" fmla="*/ 2147483647 h 402"/>
                  <a:gd name="T96" fmla="*/ 2147483647 w 138"/>
                  <a:gd name="T97" fmla="*/ 2147483647 h 402"/>
                  <a:gd name="T98" fmla="*/ 2147483647 w 138"/>
                  <a:gd name="T99" fmla="*/ 2147483647 h 402"/>
                  <a:gd name="T100" fmla="*/ 2147483647 w 138"/>
                  <a:gd name="T101" fmla="*/ 2147483647 h 402"/>
                  <a:gd name="T102" fmla="*/ 2147483647 w 138"/>
                  <a:gd name="T103" fmla="*/ 2147483647 h 4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8"/>
                  <a:gd name="T157" fmla="*/ 0 h 402"/>
                  <a:gd name="T158" fmla="*/ 138 w 138"/>
                  <a:gd name="T159" fmla="*/ 402 h 4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8" h="402">
                    <a:moveTo>
                      <a:pt x="126" y="354"/>
                    </a:moveTo>
                    <a:lnTo>
                      <a:pt x="120" y="288"/>
                    </a:lnTo>
                    <a:lnTo>
                      <a:pt x="132" y="282"/>
                    </a:lnTo>
                    <a:lnTo>
                      <a:pt x="120" y="270"/>
                    </a:lnTo>
                    <a:lnTo>
                      <a:pt x="120" y="210"/>
                    </a:lnTo>
                    <a:lnTo>
                      <a:pt x="132" y="198"/>
                    </a:lnTo>
                    <a:lnTo>
                      <a:pt x="126" y="186"/>
                    </a:lnTo>
                    <a:lnTo>
                      <a:pt x="126" y="156"/>
                    </a:lnTo>
                    <a:lnTo>
                      <a:pt x="120" y="144"/>
                    </a:lnTo>
                    <a:lnTo>
                      <a:pt x="108" y="132"/>
                    </a:lnTo>
                    <a:lnTo>
                      <a:pt x="108" y="90"/>
                    </a:lnTo>
                    <a:lnTo>
                      <a:pt x="78" y="60"/>
                    </a:lnTo>
                    <a:lnTo>
                      <a:pt x="66" y="54"/>
                    </a:lnTo>
                    <a:lnTo>
                      <a:pt x="66" y="24"/>
                    </a:lnTo>
                    <a:lnTo>
                      <a:pt x="72" y="6"/>
                    </a:lnTo>
                    <a:lnTo>
                      <a:pt x="54" y="6"/>
                    </a:lnTo>
                    <a:lnTo>
                      <a:pt x="30" y="0"/>
                    </a:lnTo>
                    <a:lnTo>
                      <a:pt x="12" y="0"/>
                    </a:lnTo>
                    <a:lnTo>
                      <a:pt x="12" y="18"/>
                    </a:lnTo>
                    <a:lnTo>
                      <a:pt x="0" y="30"/>
                    </a:lnTo>
                    <a:lnTo>
                      <a:pt x="36" y="54"/>
                    </a:lnTo>
                    <a:lnTo>
                      <a:pt x="24" y="132"/>
                    </a:lnTo>
                    <a:lnTo>
                      <a:pt x="36" y="120"/>
                    </a:lnTo>
                    <a:lnTo>
                      <a:pt x="42" y="120"/>
                    </a:lnTo>
                    <a:lnTo>
                      <a:pt x="48" y="126"/>
                    </a:lnTo>
                    <a:lnTo>
                      <a:pt x="48" y="150"/>
                    </a:lnTo>
                    <a:lnTo>
                      <a:pt x="42" y="162"/>
                    </a:lnTo>
                    <a:lnTo>
                      <a:pt x="54" y="174"/>
                    </a:lnTo>
                    <a:lnTo>
                      <a:pt x="54" y="180"/>
                    </a:lnTo>
                    <a:lnTo>
                      <a:pt x="48" y="180"/>
                    </a:lnTo>
                    <a:lnTo>
                      <a:pt x="36" y="192"/>
                    </a:lnTo>
                    <a:lnTo>
                      <a:pt x="42" y="198"/>
                    </a:lnTo>
                    <a:lnTo>
                      <a:pt x="54" y="204"/>
                    </a:lnTo>
                    <a:lnTo>
                      <a:pt x="60" y="210"/>
                    </a:lnTo>
                    <a:lnTo>
                      <a:pt x="60" y="222"/>
                    </a:lnTo>
                    <a:lnTo>
                      <a:pt x="54" y="228"/>
                    </a:lnTo>
                    <a:lnTo>
                      <a:pt x="54" y="270"/>
                    </a:lnTo>
                    <a:lnTo>
                      <a:pt x="48" y="276"/>
                    </a:lnTo>
                    <a:lnTo>
                      <a:pt x="48" y="294"/>
                    </a:lnTo>
                    <a:lnTo>
                      <a:pt x="54" y="294"/>
                    </a:lnTo>
                    <a:lnTo>
                      <a:pt x="60" y="300"/>
                    </a:lnTo>
                    <a:lnTo>
                      <a:pt x="60" y="312"/>
                    </a:lnTo>
                    <a:lnTo>
                      <a:pt x="54" y="324"/>
                    </a:lnTo>
                    <a:lnTo>
                      <a:pt x="54" y="336"/>
                    </a:lnTo>
                    <a:lnTo>
                      <a:pt x="66" y="378"/>
                    </a:lnTo>
                    <a:lnTo>
                      <a:pt x="96" y="402"/>
                    </a:lnTo>
                    <a:lnTo>
                      <a:pt x="108" y="396"/>
                    </a:lnTo>
                    <a:lnTo>
                      <a:pt x="120" y="384"/>
                    </a:lnTo>
                    <a:lnTo>
                      <a:pt x="138" y="384"/>
                    </a:lnTo>
                    <a:lnTo>
                      <a:pt x="138" y="372"/>
                    </a:lnTo>
                    <a:lnTo>
                      <a:pt x="126" y="360"/>
                    </a:lnTo>
                    <a:lnTo>
                      <a:pt x="126" y="3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5" name="Tanzania" descr="© INSCALE GmbH, 05.05.2010&#10;http://www.presentationload.com/">
                <a:extLst>
                  <a:ext uri="{FF2B5EF4-FFF2-40B4-BE49-F238E27FC236}">
                    <a16:creationId xmlns:a16="http://schemas.microsoft.com/office/drawing/2014/main" id="{DFE03382-F11D-3342-BB98-9491BFE0F12D}"/>
                  </a:ext>
                </a:extLst>
              </p:cNvPr>
              <p:cNvSpPr>
                <a:spLocks noEditPoints="1"/>
              </p:cNvSpPr>
              <p:nvPr/>
            </p:nvSpPr>
            <p:spPr bwMode="gray">
              <a:xfrm>
                <a:off x="6608815" y="4176220"/>
                <a:ext cx="322153" cy="364887"/>
              </a:xfrm>
              <a:custGeom>
                <a:avLst/>
                <a:gdLst>
                  <a:gd name="T0" fmla="*/ 2147483647 w 768"/>
                  <a:gd name="T1" fmla="*/ 2147483647 h 870"/>
                  <a:gd name="T2" fmla="*/ 2147483647 w 768"/>
                  <a:gd name="T3" fmla="*/ 2147483647 h 870"/>
                  <a:gd name="T4" fmla="*/ 2147483647 w 768"/>
                  <a:gd name="T5" fmla="*/ 2147483647 h 870"/>
                  <a:gd name="T6" fmla="*/ 2147483647 w 768"/>
                  <a:gd name="T7" fmla="*/ 2147483647 h 870"/>
                  <a:gd name="T8" fmla="*/ 2147483647 w 768"/>
                  <a:gd name="T9" fmla="*/ 2147483647 h 870"/>
                  <a:gd name="T10" fmla="*/ 2147483647 w 768"/>
                  <a:gd name="T11" fmla="*/ 2147483647 h 870"/>
                  <a:gd name="T12" fmla="*/ 2147483647 w 768"/>
                  <a:gd name="T13" fmla="*/ 2147483647 h 870"/>
                  <a:gd name="T14" fmla="*/ 2147483647 w 768"/>
                  <a:gd name="T15" fmla="*/ 2147483647 h 870"/>
                  <a:gd name="T16" fmla="*/ 2147483647 w 768"/>
                  <a:gd name="T17" fmla="*/ 2147483647 h 870"/>
                  <a:gd name="T18" fmla="*/ 2147483647 w 768"/>
                  <a:gd name="T19" fmla="*/ 2147483647 h 870"/>
                  <a:gd name="T20" fmla="*/ 2147483647 w 768"/>
                  <a:gd name="T21" fmla="*/ 2147483647 h 870"/>
                  <a:gd name="T22" fmla="*/ 2147483647 w 768"/>
                  <a:gd name="T23" fmla="*/ 2147483647 h 870"/>
                  <a:gd name="T24" fmla="*/ 2147483647 w 768"/>
                  <a:gd name="T25" fmla="*/ 2147483647 h 870"/>
                  <a:gd name="T26" fmla="*/ 2147483647 w 768"/>
                  <a:gd name="T27" fmla="*/ 2147483647 h 870"/>
                  <a:gd name="T28" fmla="*/ 2147483647 w 768"/>
                  <a:gd name="T29" fmla="*/ 2147483647 h 870"/>
                  <a:gd name="T30" fmla="*/ 2147483647 w 768"/>
                  <a:gd name="T31" fmla="*/ 2147483647 h 870"/>
                  <a:gd name="T32" fmla="*/ 2147483647 w 768"/>
                  <a:gd name="T33" fmla="*/ 2147483647 h 870"/>
                  <a:gd name="T34" fmla="*/ 2147483647 w 768"/>
                  <a:gd name="T35" fmla="*/ 2147483647 h 870"/>
                  <a:gd name="T36" fmla="*/ 2147483647 w 768"/>
                  <a:gd name="T37" fmla="*/ 2147483647 h 870"/>
                  <a:gd name="T38" fmla="*/ 2147483647 w 768"/>
                  <a:gd name="T39" fmla="*/ 2147483647 h 870"/>
                  <a:gd name="T40" fmla="*/ 2147483647 w 768"/>
                  <a:gd name="T41" fmla="*/ 2147483647 h 870"/>
                  <a:gd name="T42" fmla="*/ 2147483647 w 768"/>
                  <a:gd name="T43" fmla="*/ 2147483647 h 870"/>
                  <a:gd name="T44" fmla="*/ 2147483647 w 768"/>
                  <a:gd name="T45" fmla="*/ 2147483647 h 870"/>
                  <a:gd name="T46" fmla="*/ 2147483647 w 768"/>
                  <a:gd name="T47" fmla="*/ 2147483647 h 870"/>
                  <a:gd name="T48" fmla="*/ 2147483647 w 768"/>
                  <a:gd name="T49" fmla="*/ 2147483647 h 870"/>
                  <a:gd name="T50" fmla="*/ 2147483647 w 768"/>
                  <a:gd name="T51" fmla="*/ 2147483647 h 870"/>
                  <a:gd name="T52" fmla="*/ 2147483647 w 768"/>
                  <a:gd name="T53" fmla="*/ 2147483647 h 870"/>
                  <a:gd name="T54" fmla="*/ 2147483647 w 768"/>
                  <a:gd name="T55" fmla="*/ 2147483647 h 870"/>
                  <a:gd name="T56" fmla="*/ 2147483647 w 768"/>
                  <a:gd name="T57" fmla="*/ 2147483647 h 870"/>
                  <a:gd name="T58" fmla="*/ 2147483647 w 768"/>
                  <a:gd name="T59" fmla="*/ 2147483647 h 870"/>
                  <a:gd name="T60" fmla="*/ 2147483647 w 768"/>
                  <a:gd name="T61" fmla="*/ 2147483647 h 870"/>
                  <a:gd name="T62" fmla="*/ 2147483647 w 768"/>
                  <a:gd name="T63" fmla="*/ 2147483647 h 870"/>
                  <a:gd name="T64" fmla="*/ 2147483647 w 768"/>
                  <a:gd name="T65" fmla="*/ 2147483647 h 870"/>
                  <a:gd name="T66" fmla="*/ 2147483647 w 768"/>
                  <a:gd name="T67" fmla="*/ 2147483647 h 870"/>
                  <a:gd name="T68" fmla="*/ 2147483647 w 768"/>
                  <a:gd name="T69" fmla="*/ 2147483647 h 870"/>
                  <a:gd name="T70" fmla="*/ 2147483647 w 768"/>
                  <a:gd name="T71" fmla="*/ 2147483647 h 870"/>
                  <a:gd name="T72" fmla="*/ 2147483647 w 768"/>
                  <a:gd name="T73" fmla="*/ 2147483647 h 870"/>
                  <a:gd name="T74" fmla="*/ 2147483647 w 768"/>
                  <a:gd name="T75" fmla="*/ 2147483647 h 870"/>
                  <a:gd name="T76" fmla="*/ 2147483647 w 768"/>
                  <a:gd name="T77" fmla="*/ 2147483647 h 870"/>
                  <a:gd name="T78" fmla="*/ 2147483647 w 768"/>
                  <a:gd name="T79" fmla="*/ 2147483647 h 870"/>
                  <a:gd name="T80" fmla="*/ 2147483647 w 768"/>
                  <a:gd name="T81" fmla="*/ 2147483647 h 870"/>
                  <a:gd name="T82" fmla="*/ 2147483647 w 768"/>
                  <a:gd name="T83" fmla="*/ 2147483647 h 870"/>
                  <a:gd name="T84" fmla="*/ 2147483647 w 768"/>
                  <a:gd name="T85" fmla="*/ 2147483647 h 870"/>
                  <a:gd name="T86" fmla="*/ 2147483647 w 768"/>
                  <a:gd name="T87" fmla="*/ 2147483647 h 870"/>
                  <a:gd name="T88" fmla="*/ 2147483647 w 768"/>
                  <a:gd name="T89" fmla="*/ 2147483647 h 870"/>
                  <a:gd name="T90" fmla="*/ 2147483647 w 768"/>
                  <a:gd name="T91" fmla="*/ 2147483647 h 870"/>
                  <a:gd name="T92" fmla="*/ 2147483647 w 768"/>
                  <a:gd name="T93" fmla="*/ 2147483647 h 870"/>
                  <a:gd name="T94" fmla="*/ 2147483647 w 768"/>
                  <a:gd name="T95" fmla="*/ 2147483647 h 870"/>
                  <a:gd name="T96" fmla="*/ 2147483647 w 768"/>
                  <a:gd name="T97" fmla="*/ 2147483647 h 870"/>
                  <a:gd name="T98" fmla="*/ 2147483647 w 768"/>
                  <a:gd name="T99" fmla="*/ 2147483647 h 870"/>
                  <a:gd name="T100" fmla="*/ 2147483647 w 768"/>
                  <a:gd name="T101" fmla="*/ 2147483647 h 870"/>
                  <a:gd name="T102" fmla="*/ 2147483647 w 768"/>
                  <a:gd name="T103" fmla="*/ 2147483647 h 87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68"/>
                  <a:gd name="T157" fmla="*/ 0 h 870"/>
                  <a:gd name="T158" fmla="*/ 768 w 768"/>
                  <a:gd name="T159" fmla="*/ 870 h 87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68" h="870">
                    <a:moveTo>
                      <a:pt x="762" y="744"/>
                    </a:moveTo>
                    <a:lnTo>
                      <a:pt x="750" y="744"/>
                    </a:lnTo>
                    <a:lnTo>
                      <a:pt x="744" y="738"/>
                    </a:lnTo>
                    <a:lnTo>
                      <a:pt x="732" y="732"/>
                    </a:lnTo>
                    <a:lnTo>
                      <a:pt x="720" y="720"/>
                    </a:lnTo>
                    <a:lnTo>
                      <a:pt x="720" y="708"/>
                    </a:lnTo>
                    <a:lnTo>
                      <a:pt x="714" y="690"/>
                    </a:lnTo>
                    <a:lnTo>
                      <a:pt x="714" y="654"/>
                    </a:lnTo>
                    <a:lnTo>
                      <a:pt x="690" y="612"/>
                    </a:lnTo>
                    <a:lnTo>
                      <a:pt x="702" y="564"/>
                    </a:lnTo>
                    <a:lnTo>
                      <a:pt x="684" y="540"/>
                    </a:lnTo>
                    <a:lnTo>
                      <a:pt x="690" y="528"/>
                    </a:lnTo>
                    <a:lnTo>
                      <a:pt x="696" y="522"/>
                    </a:lnTo>
                    <a:lnTo>
                      <a:pt x="708" y="498"/>
                    </a:lnTo>
                    <a:lnTo>
                      <a:pt x="708" y="480"/>
                    </a:lnTo>
                    <a:lnTo>
                      <a:pt x="702" y="474"/>
                    </a:lnTo>
                    <a:lnTo>
                      <a:pt x="690" y="468"/>
                    </a:lnTo>
                    <a:lnTo>
                      <a:pt x="672" y="456"/>
                    </a:lnTo>
                    <a:lnTo>
                      <a:pt x="660" y="450"/>
                    </a:lnTo>
                    <a:lnTo>
                      <a:pt x="654" y="438"/>
                    </a:lnTo>
                    <a:lnTo>
                      <a:pt x="654" y="426"/>
                    </a:lnTo>
                    <a:lnTo>
                      <a:pt x="660" y="414"/>
                    </a:lnTo>
                    <a:lnTo>
                      <a:pt x="666" y="396"/>
                    </a:lnTo>
                    <a:lnTo>
                      <a:pt x="666" y="384"/>
                    </a:lnTo>
                    <a:lnTo>
                      <a:pt x="672" y="366"/>
                    </a:lnTo>
                    <a:lnTo>
                      <a:pt x="678" y="354"/>
                    </a:lnTo>
                    <a:lnTo>
                      <a:pt x="678" y="330"/>
                    </a:lnTo>
                    <a:lnTo>
                      <a:pt x="684" y="318"/>
                    </a:lnTo>
                    <a:lnTo>
                      <a:pt x="684" y="300"/>
                    </a:lnTo>
                    <a:lnTo>
                      <a:pt x="570" y="192"/>
                    </a:lnTo>
                    <a:lnTo>
                      <a:pt x="576" y="186"/>
                    </a:lnTo>
                    <a:lnTo>
                      <a:pt x="582" y="186"/>
                    </a:lnTo>
                    <a:lnTo>
                      <a:pt x="588" y="180"/>
                    </a:lnTo>
                    <a:lnTo>
                      <a:pt x="588" y="174"/>
                    </a:lnTo>
                    <a:lnTo>
                      <a:pt x="576" y="162"/>
                    </a:lnTo>
                    <a:lnTo>
                      <a:pt x="324" y="6"/>
                    </a:lnTo>
                    <a:lnTo>
                      <a:pt x="312" y="6"/>
                    </a:lnTo>
                    <a:lnTo>
                      <a:pt x="312" y="18"/>
                    </a:lnTo>
                    <a:lnTo>
                      <a:pt x="318" y="24"/>
                    </a:lnTo>
                    <a:lnTo>
                      <a:pt x="318" y="36"/>
                    </a:lnTo>
                    <a:lnTo>
                      <a:pt x="294" y="48"/>
                    </a:lnTo>
                    <a:lnTo>
                      <a:pt x="276" y="66"/>
                    </a:lnTo>
                    <a:lnTo>
                      <a:pt x="264" y="84"/>
                    </a:lnTo>
                    <a:lnTo>
                      <a:pt x="264" y="90"/>
                    </a:lnTo>
                    <a:lnTo>
                      <a:pt x="270" y="96"/>
                    </a:lnTo>
                    <a:lnTo>
                      <a:pt x="294" y="96"/>
                    </a:lnTo>
                    <a:lnTo>
                      <a:pt x="306" y="90"/>
                    </a:lnTo>
                    <a:lnTo>
                      <a:pt x="312" y="90"/>
                    </a:lnTo>
                    <a:lnTo>
                      <a:pt x="306" y="96"/>
                    </a:lnTo>
                    <a:lnTo>
                      <a:pt x="294" y="102"/>
                    </a:lnTo>
                    <a:lnTo>
                      <a:pt x="276" y="120"/>
                    </a:lnTo>
                    <a:lnTo>
                      <a:pt x="270" y="120"/>
                    </a:lnTo>
                    <a:lnTo>
                      <a:pt x="264" y="114"/>
                    </a:lnTo>
                    <a:lnTo>
                      <a:pt x="252" y="108"/>
                    </a:lnTo>
                    <a:lnTo>
                      <a:pt x="246" y="108"/>
                    </a:lnTo>
                    <a:lnTo>
                      <a:pt x="234" y="120"/>
                    </a:lnTo>
                    <a:lnTo>
                      <a:pt x="234" y="138"/>
                    </a:lnTo>
                    <a:lnTo>
                      <a:pt x="246" y="150"/>
                    </a:lnTo>
                    <a:lnTo>
                      <a:pt x="216" y="150"/>
                    </a:lnTo>
                    <a:lnTo>
                      <a:pt x="216" y="138"/>
                    </a:lnTo>
                    <a:lnTo>
                      <a:pt x="222" y="132"/>
                    </a:lnTo>
                    <a:lnTo>
                      <a:pt x="222" y="126"/>
                    </a:lnTo>
                    <a:lnTo>
                      <a:pt x="228" y="114"/>
                    </a:lnTo>
                    <a:lnTo>
                      <a:pt x="210" y="120"/>
                    </a:lnTo>
                    <a:lnTo>
                      <a:pt x="192" y="102"/>
                    </a:lnTo>
                    <a:lnTo>
                      <a:pt x="186" y="102"/>
                    </a:lnTo>
                    <a:lnTo>
                      <a:pt x="174" y="114"/>
                    </a:lnTo>
                    <a:lnTo>
                      <a:pt x="174" y="132"/>
                    </a:lnTo>
                    <a:lnTo>
                      <a:pt x="168" y="138"/>
                    </a:lnTo>
                    <a:lnTo>
                      <a:pt x="162" y="138"/>
                    </a:lnTo>
                    <a:lnTo>
                      <a:pt x="156" y="132"/>
                    </a:lnTo>
                    <a:lnTo>
                      <a:pt x="156" y="48"/>
                    </a:lnTo>
                    <a:lnTo>
                      <a:pt x="162" y="36"/>
                    </a:lnTo>
                    <a:lnTo>
                      <a:pt x="162" y="24"/>
                    </a:lnTo>
                    <a:lnTo>
                      <a:pt x="168" y="12"/>
                    </a:lnTo>
                    <a:lnTo>
                      <a:pt x="168" y="6"/>
                    </a:lnTo>
                    <a:lnTo>
                      <a:pt x="78" y="0"/>
                    </a:lnTo>
                    <a:lnTo>
                      <a:pt x="72" y="24"/>
                    </a:lnTo>
                    <a:lnTo>
                      <a:pt x="78" y="30"/>
                    </a:lnTo>
                    <a:lnTo>
                      <a:pt x="84" y="42"/>
                    </a:lnTo>
                    <a:lnTo>
                      <a:pt x="90" y="48"/>
                    </a:lnTo>
                    <a:lnTo>
                      <a:pt x="90" y="66"/>
                    </a:lnTo>
                    <a:lnTo>
                      <a:pt x="96" y="72"/>
                    </a:lnTo>
                    <a:lnTo>
                      <a:pt x="96" y="96"/>
                    </a:lnTo>
                    <a:lnTo>
                      <a:pt x="78" y="114"/>
                    </a:lnTo>
                    <a:lnTo>
                      <a:pt x="66" y="114"/>
                    </a:lnTo>
                    <a:lnTo>
                      <a:pt x="66" y="126"/>
                    </a:lnTo>
                    <a:lnTo>
                      <a:pt x="60" y="138"/>
                    </a:lnTo>
                    <a:lnTo>
                      <a:pt x="60" y="156"/>
                    </a:lnTo>
                    <a:lnTo>
                      <a:pt x="66" y="156"/>
                    </a:lnTo>
                    <a:lnTo>
                      <a:pt x="72" y="162"/>
                    </a:lnTo>
                    <a:lnTo>
                      <a:pt x="90" y="162"/>
                    </a:lnTo>
                    <a:lnTo>
                      <a:pt x="90" y="180"/>
                    </a:lnTo>
                    <a:lnTo>
                      <a:pt x="78" y="186"/>
                    </a:lnTo>
                    <a:lnTo>
                      <a:pt x="84" y="198"/>
                    </a:lnTo>
                    <a:lnTo>
                      <a:pt x="72" y="198"/>
                    </a:lnTo>
                    <a:lnTo>
                      <a:pt x="54" y="216"/>
                    </a:lnTo>
                    <a:lnTo>
                      <a:pt x="48" y="228"/>
                    </a:lnTo>
                    <a:lnTo>
                      <a:pt x="48" y="246"/>
                    </a:lnTo>
                    <a:lnTo>
                      <a:pt x="42" y="258"/>
                    </a:lnTo>
                    <a:lnTo>
                      <a:pt x="30" y="270"/>
                    </a:lnTo>
                    <a:lnTo>
                      <a:pt x="6" y="282"/>
                    </a:lnTo>
                    <a:lnTo>
                      <a:pt x="0" y="294"/>
                    </a:lnTo>
                    <a:lnTo>
                      <a:pt x="6" y="306"/>
                    </a:lnTo>
                    <a:lnTo>
                      <a:pt x="18" y="318"/>
                    </a:lnTo>
                    <a:lnTo>
                      <a:pt x="18" y="330"/>
                    </a:lnTo>
                    <a:lnTo>
                      <a:pt x="12" y="342"/>
                    </a:lnTo>
                    <a:lnTo>
                      <a:pt x="12" y="348"/>
                    </a:lnTo>
                    <a:lnTo>
                      <a:pt x="18" y="354"/>
                    </a:lnTo>
                    <a:lnTo>
                      <a:pt x="18" y="366"/>
                    </a:lnTo>
                    <a:lnTo>
                      <a:pt x="24" y="378"/>
                    </a:lnTo>
                    <a:lnTo>
                      <a:pt x="24" y="396"/>
                    </a:lnTo>
                    <a:lnTo>
                      <a:pt x="18" y="402"/>
                    </a:lnTo>
                    <a:lnTo>
                      <a:pt x="18" y="432"/>
                    </a:lnTo>
                    <a:lnTo>
                      <a:pt x="30" y="444"/>
                    </a:lnTo>
                    <a:lnTo>
                      <a:pt x="36" y="444"/>
                    </a:lnTo>
                    <a:lnTo>
                      <a:pt x="48" y="450"/>
                    </a:lnTo>
                    <a:lnTo>
                      <a:pt x="72" y="474"/>
                    </a:lnTo>
                    <a:lnTo>
                      <a:pt x="78" y="486"/>
                    </a:lnTo>
                    <a:lnTo>
                      <a:pt x="78" y="546"/>
                    </a:lnTo>
                    <a:lnTo>
                      <a:pt x="84" y="558"/>
                    </a:lnTo>
                    <a:lnTo>
                      <a:pt x="114" y="594"/>
                    </a:lnTo>
                    <a:lnTo>
                      <a:pt x="114" y="600"/>
                    </a:lnTo>
                    <a:lnTo>
                      <a:pt x="108" y="612"/>
                    </a:lnTo>
                    <a:lnTo>
                      <a:pt x="108" y="618"/>
                    </a:lnTo>
                    <a:lnTo>
                      <a:pt x="126" y="618"/>
                    </a:lnTo>
                    <a:lnTo>
                      <a:pt x="138" y="612"/>
                    </a:lnTo>
                    <a:lnTo>
                      <a:pt x="138" y="630"/>
                    </a:lnTo>
                    <a:lnTo>
                      <a:pt x="144" y="636"/>
                    </a:lnTo>
                    <a:lnTo>
                      <a:pt x="162" y="636"/>
                    </a:lnTo>
                    <a:lnTo>
                      <a:pt x="180" y="654"/>
                    </a:lnTo>
                    <a:lnTo>
                      <a:pt x="192" y="654"/>
                    </a:lnTo>
                    <a:lnTo>
                      <a:pt x="204" y="648"/>
                    </a:lnTo>
                    <a:lnTo>
                      <a:pt x="204" y="666"/>
                    </a:lnTo>
                    <a:lnTo>
                      <a:pt x="222" y="666"/>
                    </a:lnTo>
                    <a:lnTo>
                      <a:pt x="240" y="678"/>
                    </a:lnTo>
                    <a:lnTo>
                      <a:pt x="264" y="678"/>
                    </a:lnTo>
                    <a:lnTo>
                      <a:pt x="270" y="696"/>
                    </a:lnTo>
                    <a:lnTo>
                      <a:pt x="300" y="696"/>
                    </a:lnTo>
                    <a:lnTo>
                      <a:pt x="300" y="690"/>
                    </a:lnTo>
                    <a:lnTo>
                      <a:pt x="312" y="678"/>
                    </a:lnTo>
                    <a:lnTo>
                      <a:pt x="318" y="684"/>
                    </a:lnTo>
                    <a:lnTo>
                      <a:pt x="330" y="690"/>
                    </a:lnTo>
                    <a:lnTo>
                      <a:pt x="336" y="702"/>
                    </a:lnTo>
                    <a:lnTo>
                      <a:pt x="348" y="714"/>
                    </a:lnTo>
                    <a:lnTo>
                      <a:pt x="348" y="774"/>
                    </a:lnTo>
                    <a:lnTo>
                      <a:pt x="354" y="774"/>
                    </a:lnTo>
                    <a:lnTo>
                      <a:pt x="360" y="780"/>
                    </a:lnTo>
                    <a:lnTo>
                      <a:pt x="360" y="792"/>
                    </a:lnTo>
                    <a:lnTo>
                      <a:pt x="354" y="798"/>
                    </a:lnTo>
                    <a:lnTo>
                      <a:pt x="354" y="804"/>
                    </a:lnTo>
                    <a:lnTo>
                      <a:pt x="348" y="810"/>
                    </a:lnTo>
                    <a:lnTo>
                      <a:pt x="348" y="816"/>
                    </a:lnTo>
                    <a:lnTo>
                      <a:pt x="366" y="834"/>
                    </a:lnTo>
                    <a:lnTo>
                      <a:pt x="378" y="840"/>
                    </a:lnTo>
                    <a:lnTo>
                      <a:pt x="372" y="858"/>
                    </a:lnTo>
                    <a:lnTo>
                      <a:pt x="408" y="858"/>
                    </a:lnTo>
                    <a:lnTo>
                      <a:pt x="414" y="852"/>
                    </a:lnTo>
                    <a:lnTo>
                      <a:pt x="420" y="852"/>
                    </a:lnTo>
                    <a:lnTo>
                      <a:pt x="432" y="840"/>
                    </a:lnTo>
                    <a:lnTo>
                      <a:pt x="444" y="840"/>
                    </a:lnTo>
                    <a:lnTo>
                      <a:pt x="456" y="846"/>
                    </a:lnTo>
                    <a:lnTo>
                      <a:pt x="462" y="858"/>
                    </a:lnTo>
                    <a:lnTo>
                      <a:pt x="474" y="864"/>
                    </a:lnTo>
                    <a:lnTo>
                      <a:pt x="480" y="870"/>
                    </a:lnTo>
                    <a:lnTo>
                      <a:pt x="492" y="870"/>
                    </a:lnTo>
                    <a:lnTo>
                      <a:pt x="510" y="852"/>
                    </a:lnTo>
                    <a:lnTo>
                      <a:pt x="516" y="852"/>
                    </a:lnTo>
                    <a:lnTo>
                      <a:pt x="522" y="858"/>
                    </a:lnTo>
                    <a:lnTo>
                      <a:pt x="534" y="864"/>
                    </a:lnTo>
                    <a:lnTo>
                      <a:pt x="552" y="864"/>
                    </a:lnTo>
                    <a:lnTo>
                      <a:pt x="564" y="852"/>
                    </a:lnTo>
                    <a:lnTo>
                      <a:pt x="576" y="846"/>
                    </a:lnTo>
                    <a:lnTo>
                      <a:pt x="582" y="834"/>
                    </a:lnTo>
                    <a:lnTo>
                      <a:pt x="588" y="828"/>
                    </a:lnTo>
                    <a:lnTo>
                      <a:pt x="612" y="828"/>
                    </a:lnTo>
                    <a:lnTo>
                      <a:pt x="618" y="834"/>
                    </a:lnTo>
                    <a:lnTo>
                      <a:pt x="618" y="840"/>
                    </a:lnTo>
                    <a:lnTo>
                      <a:pt x="630" y="840"/>
                    </a:lnTo>
                    <a:lnTo>
                      <a:pt x="642" y="834"/>
                    </a:lnTo>
                    <a:lnTo>
                      <a:pt x="654" y="822"/>
                    </a:lnTo>
                    <a:lnTo>
                      <a:pt x="660" y="822"/>
                    </a:lnTo>
                    <a:lnTo>
                      <a:pt x="690" y="816"/>
                    </a:lnTo>
                    <a:lnTo>
                      <a:pt x="768" y="762"/>
                    </a:lnTo>
                    <a:lnTo>
                      <a:pt x="762" y="744"/>
                    </a:lnTo>
                    <a:close/>
                    <a:moveTo>
                      <a:pt x="726" y="360"/>
                    </a:moveTo>
                    <a:lnTo>
                      <a:pt x="732" y="354"/>
                    </a:lnTo>
                    <a:lnTo>
                      <a:pt x="732" y="324"/>
                    </a:lnTo>
                    <a:lnTo>
                      <a:pt x="720" y="312"/>
                    </a:lnTo>
                    <a:lnTo>
                      <a:pt x="714" y="312"/>
                    </a:lnTo>
                    <a:lnTo>
                      <a:pt x="708" y="318"/>
                    </a:lnTo>
                    <a:lnTo>
                      <a:pt x="708" y="348"/>
                    </a:lnTo>
                    <a:lnTo>
                      <a:pt x="714" y="354"/>
                    </a:lnTo>
                    <a:lnTo>
                      <a:pt x="726" y="360"/>
                    </a:lnTo>
                    <a:close/>
                    <a:moveTo>
                      <a:pt x="678" y="420"/>
                    </a:moveTo>
                    <a:lnTo>
                      <a:pt x="690" y="426"/>
                    </a:lnTo>
                    <a:lnTo>
                      <a:pt x="696" y="438"/>
                    </a:lnTo>
                    <a:lnTo>
                      <a:pt x="708" y="444"/>
                    </a:lnTo>
                    <a:lnTo>
                      <a:pt x="720" y="444"/>
                    </a:lnTo>
                    <a:lnTo>
                      <a:pt x="726" y="438"/>
                    </a:lnTo>
                    <a:lnTo>
                      <a:pt x="720" y="432"/>
                    </a:lnTo>
                    <a:lnTo>
                      <a:pt x="720" y="426"/>
                    </a:lnTo>
                    <a:lnTo>
                      <a:pt x="708" y="414"/>
                    </a:lnTo>
                    <a:lnTo>
                      <a:pt x="708" y="390"/>
                    </a:lnTo>
                    <a:lnTo>
                      <a:pt x="702" y="378"/>
                    </a:lnTo>
                    <a:lnTo>
                      <a:pt x="684" y="378"/>
                    </a:lnTo>
                    <a:lnTo>
                      <a:pt x="678" y="384"/>
                    </a:lnTo>
                    <a:lnTo>
                      <a:pt x="678" y="4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6" name="Swaziland" descr="© INSCALE GmbH, 05.05.2010&#10;http://www.presentationload.com/">
                <a:extLst>
                  <a:ext uri="{FF2B5EF4-FFF2-40B4-BE49-F238E27FC236}">
                    <a16:creationId xmlns:a16="http://schemas.microsoft.com/office/drawing/2014/main" id="{54E3C0F3-B542-E64F-B090-DC2B5FA16134}"/>
                  </a:ext>
                </a:extLst>
              </p:cNvPr>
              <p:cNvSpPr>
                <a:spLocks/>
              </p:cNvSpPr>
              <p:nvPr/>
            </p:nvSpPr>
            <p:spPr bwMode="gray">
              <a:xfrm>
                <a:off x="6628538" y="5012834"/>
                <a:ext cx="42735" cy="55884"/>
              </a:xfrm>
              <a:custGeom>
                <a:avLst/>
                <a:gdLst>
                  <a:gd name="T0" fmla="*/ 2147483647 w 102"/>
                  <a:gd name="T1" fmla="*/ 2147483647 h 132"/>
                  <a:gd name="T2" fmla="*/ 2147483647 w 102"/>
                  <a:gd name="T3" fmla="*/ 2147483647 h 132"/>
                  <a:gd name="T4" fmla="*/ 2147483647 w 102"/>
                  <a:gd name="T5" fmla="*/ 2147483647 h 132"/>
                  <a:gd name="T6" fmla="*/ 2147483647 w 102"/>
                  <a:gd name="T7" fmla="*/ 2147483647 h 132"/>
                  <a:gd name="T8" fmla="*/ 2147483647 w 102"/>
                  <a:gd name="T9" fmla="*/ 2147483647 h 132"/>
                  <a:gd name="T10" fmla="*/ 2147483647 w 102"/>
                  <a:gd name="T11" fmla="*/ 0 h 132"/>
                  <a:gd name="T12" fmla="*/ 2147483647 w 102"/>
                  <a:gd name="T13" fmla="*/ 0 h 132"/>
                  <a:gd name="T14" fmla="*/ 2147483647 w 102"/>
                  <a:gd name="T15" fmla="*/ 2147483647 h 132"/>
                  <a:gd name="T16" fmla="*/ 2147483647 w 102"/>
                  <a:gd name="T17" fmla="*/ 2147483647 h 132"/>
                  <a:gd name="T18" fmla="*/ 2147483647 w 102"/>
                  <a:gd name="T19" fmla="*/ 2147483647 h 132"/>
                  <a:gd name="T20" fmla="*/ 2147483647 w 102"/>
                  <a:gd name="T21" fmla="*/ 2147483647 h 132"/>
                  <a:gd name="T22" fmla="*/ 0 w 102"/>
                  <a:gd name="T23" fmla="*/ 2147483647 h 132"/>
                  <a:gd name="T24" fmla="*/ 0 w 102"/>
                  <a:gd name="T25" fmla="*/ 2147483647 h 132"/>
                  <a:gd name="T26" fmla="*/ 2147483647 w 102"/>
                  <a:gd name="T27" fmla="*/ 2147483647 h 132"/>
                  <a:gd name="T28" fmla="*/ 2147483647 w 102"/>
                  <a:gd name="T29" fmla="*/ 2147483647 h 132"/>
                  <a:gd name="T30" fmla="*/ 2147483647 w 102"/>
                  <a:gd name="T31" fmla="*/ 2147483647 h 132"/>
                  <a:gd name="T32" fmla="*/ 2147483647 w 102"/>
                  <a:gd name="T33" fmla="*/ 2147483647 h 132"/>
                  <a:gd name="T34" fmla="*/ 2147483647 w 102"/>
                  <a:gd name="T35" fmla="*/ 2147483647 h 132"/>
                  <a:gd name="T36" fmla="*/ 2147483647 w 102"/>
                  <a:gd name="T37" fmla="*/ 2147483647 h 132"/>
                  <a:gd name="T38" fmla="*/ 2147483647 w 102"/>
                  <a:gd name="T39" fmla="*/ 2147483647 h 132"/>
                  <a:gd name="T40" fmla="*/ 2147483647 w 102"/>
                  <a:gd name="T41" fmla="*/ 2147483647 h 132"/>
                  <a:gd name="T42" fmla="*/ 2147483647 w 102"/>
                  <a:gd name="T43" fmla="*/ 2147483647 h 132"/>
                  <a:gd name="T44" fmla="*/ 2147483647 w 102"/>
                  <a:gd name="T45" fmla="*/ 2147483647 h 132"/>
                  <a:gd name="T46" fmla="*/ 2147483647 w 102"/>
                  <a:gd name="T47" fmla="*/ 2147483647 h 132"/>
                  <a:gd name="T48" fmla="*/ 2147483647 w 102"/>
                  <a:gd name="T49" fmla="*/ 2147483647 h 1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2"/>
                  <a:gd name="T76" fmla="*/ 0 h 132"/>
                  <a:gd name="T77" fmla="*/ 102 w 102"/>
                  <a:gd name="T78" fmla="*/ 132 h 1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2" h="132">
                    <a:moveTo>
                      <a:pt x="84" y="54"/>
                    </a:moveTo>
                    <a:lnTo>
                      <a:pt x="84" y="30"/>
                    </a:lnTo>
                    <a:lnTo>
                      <a:pt x="90" y="18"/>
                    </a:lnTo>
                    <a:lnTo>
                      <a:pt x="66" y="18"/>
                    </a:lnTo>
                    <a:lnTo>
                      <a:pt x="54" y="6"/>
                    </a:lnTo>
                    <a:lnTo>
                      <a:pt x="42" y="0"/>
                    </a:lnTo>
                    <a:lnTo>
                      <a:pt x="36" y="0"/>
                    </a:lnTo>
                    <a:lnTo>
                      <a:pt x="24" y="12"/>
                    </a:lnTo>
                    <a:lnTo>
                      <a:pt x="18" y="24"/>
                    </a:lnTo>
                    <a:lnTo>
                      <a:pt x="18" y="36"/>
                    </a:lnTo>
                    <a:lnTo>
                      <a:pt x="6" y="48"/>
                    </a:lnTo>
                    <a:lnTo>
                      <a:pt x="0" y="60"/>
                    </a:lnTo>
                    <a:lnTo>
                      <a:pt x="0" y="84"/>
                    </a:lnTo>
                    <a:lnTo>
                      <a:pt x="12" y="108"/>
                    </a:lnTo>
                    <a:lnTo>
                      <a:pt x="24" y="114"/>
                    </a:lnTo>
                    <a:lnTo>
                      <a:pt x="36" y="126"/>
                    </a:lnTo>
                    <a:lnTo>
                      <a:pt x="54" y="126"/>
                    </a:lnTo>
                    <a:lnTo>
                      <a:pt x="66" y="132"/>
                    </a:lnTo>
                    <a:lnTo>
                      <a:pt x="78" y="132"/>
                    </a:lnTo>
                    <a:lnTo>
                      <a:pt x="90" y="90"/>
                    </a:lnTo>
                    <a:lnTo>
                      <a:pt x="96" y="90"/>
                    </a:lnTo>
                    <a:lnTo>
                      <a:pt x="102" y="84"/>
                    </a:lnTo>
                    <a:lnTo>
                      <a:pt x="96" y="60"/>
                    </a:lnTo>
                    <a:lnTo>
                      <a:pt x="90" y="60"/>
                    </a:lnTo>
                    <a:lnTo>
                      <a:pt x="84" y="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7" name="Sudan">
                <a:extLst>
                  <a:ext uri="{FF2B5EF4-FFF2-40B4-BE49-F238E27FC236}">
                    <a16:creationId xmlns:a16="http://schemas.microsoft.com/office/drawing/2014/main" id="{6B94A425-CAC0-DD4A-A57A-69F1CFD2DD88}"/>
                  </a:ext>
                </a:extLst>
              </p:cNvPr>
              <p:cNvSpPr>
                <a:spLocks/>
              </p:cNvSpPr>
              <p:nvPr/>
            </p:nvSpPr>
            <p:spPr bwMode="auto">
              <a:xfrm>
                <a:off x="6367111" y="3356448"/>
                <a:ext cx="502220" cy="492702"/>
              </a:xfrm>
              <a:custGeom>
                <a:avLst/>
                <a:gdLst/>
                <a:ahLst/>
                <a:cxnLst>
                  <a:cxn ang="0">
                    <a:pos x="442" y="199"/>
                  </a:cxn>
                  <a:cxn ang="0">
                    <a:pos x="446" y="187"/>
                  </a:cxn>
                  <a:cxn ang="0">
                    <a:pos x="475" y="170"/>
                  </a:cxn>
                  <a:cxn ang="0">
                    <a:pos x="458" y="149"/>
                  </a:cxn>
                  <a:cxn ang="0">
                    <a:pos x="439" y="137"/>
                  </a:cxn>
                  <a:cxn ang="0">
                    <a:pos x="434" y="114"/>
                  </a:cxn>
                  <a:cxn ang="0">
                    <a:pos x="430" y="90"/>
                  </a:cxn>
                  <a:cxn ang="0">
                    <a:pos x="423" y="55"/>
                  </a:cxn>
                  <a:cxn ang="0">
                    <a:pos x="413" y="29"/>
                  </a:cxn>
                  <a:cxn ang="0">
                    <a:pos x="387" y="0"/>
                  </a:cxn>
                  <a:cxn ang="0">
                    <a:pos x="361" y="26"/>
                  </a:cxn>
                  <a:cxn ang="0">
                    <a:pos x="345" y="31"/>
                  </a:cxn>
                  <a:cxn ang="0">
                    <a:pos x="326" y="47"/>
                  </a:cxn>
                  <a:cxn ang="0">
                    <a:pos x="269" y="36"/>
                  </a:cxn>
                  <a:cxn ang="0">
                    <a:pos x="87" y="36"/>
                  </a:cxn>
                  <a:cxn ang="0">
                    <a:pos x="54" y="241"/>
                  </a:cxn>
                  <a:cxn ang="0">
                    <a:pos x="30" y="246"/>
                  </a:cxn>
                  <a:cxn ang="0">
                    <a:pos x="30" y="258"/>
                  </a:cxn>
                  <a:cxn ang="0">
                    <a:pos x="16" y="272"/>
                  </a:cxn>
                  <a:cxn ang="0">
                    <a:pos x="7" y="300"/>
                  </a:cxn>
                  <a:cxn ang="0">
                    <a:pos x="9" y="322"/>
                  </a:cxn>
                  <a:cxn ang="0">
                    <a:pos x="4" y="338"/>
                  </a:cxn>
                  <a:cxn ang="0">
                    <a:pos x="19" y="338"/>
                  </a:cxn>
                  <a:cxn ang="0">
                    <a:pos x="21" y="373"/>
                  </a:cxn>
                  <a:cxn ang="0">
                    <a:pos x="35" y="385"/>
                  </a:cxn>
                  <a:cxn ang="0">
                    <a:pos x="42" y="409"/>
                  </a:cxn>
                  <a:cxn ang="0">
                    <a:pos x="54" y="430"/>
                  </a:cxn>
                  <a:cxn ang="0">
                    <a:pos x="47" y="451"/>
                  </a:cxn>
                  <a:cxn ang="0">
                    <a:pos x="49" y="463"/>
                  </a:cxn>
                  <a:cxn ang="0">
                    <a:pos x="73" y="456"/>
                  </a:cxn>
                  <a:cxn ang="0">
                    <a:pos x="78" y="447"/>
                  </a:cxn>
                  <a:cxn ang="0">
                    <a:pos x="89" y="418"/>
                  </a:cxn>
                  <a:cxn ang="0">
                    <a:pos x="115" y="416"/>
                  </a:cxn>
                  <a:cxn ang="0">
                    <a:pos x="125" y="430"/>
                  </a:cxn>
                  <a:cxn ang="0">
                    <a:pos x="170" y="433"/>
                  </a:cxn>
                  <a:cxn ang="0">
                    <a:pos x="196" y="442"/>
                  </a:cxn>
                  <a:cxn ang="0">
                    <a:pos x="234" y="411"/>
                  </a:cxn>
                  <a:cxn ang="0">
                    <a:pos x="290" y="409"/>
                  </a:cxn>
                  <a:cxn ang="0">
                    <a:pos x="307" y="364"/>
                  </a:cxn>
                  <a:cxn ang="0">
                    <a:pos x="331" y="347"/>
                  </a:cxn>
                  <a:cxn ang="0">
                    <a:pos x="328" y="378"/>
                  </a:cxn>
                  <a:cxn ang="0">
                    <a:pos x="335" y="399"/>
                  </a:cxn>
                  <a:cxn ang="0">
                    <a:pos x="357" y="423"/>
                  </a:cxn>
                  <a:cxn ang="0">
                    <a:pos x="359" y="409"/>
                  </a:cxn>
                  <a:cxn ang="0">
                    <a:pos x="368" y="399"/>
                  </a:cxn>
                  <a:cxn ang="0">
                    <a:pos x="380" y="385"/>
                  </a:cxn>
                  <a:cxn ang="0">
                    <a:pos x="382" y="364"/>
                  </a:cxn>
                  <a:cxn ang="0">
                    <a:pos x="392" y="343"/>
                  </a:cxn>
                  <a:cxn ang="0">
                    <a:pos x="411" y="333"/>
                  </a:cxn>
                  <a:cxn ang="0">
                    <a:pos x="418" y="303"/>
                  </a:cxn>
                  <a:cxn ang="0">
                    <a:pos x="416" y="262"/>
                  </a:cxn>
                  <a:cxn ang="0">
                    <a:pos x="423" y="239"/>
                  </a:cxn>
                  <a:cxn ang="0">
                    <a:pos x="430" y="215"/>
                  </a:cxn>
                </a:cxnLst>
                <a:rect l="0" t="0" r="r" b="b"/>
                <a:pathLst>
                  <a:path w="475" h="466">
                    <a:moveTo>
                      <a:pt x="432" y="208"/>
                    </a:moveTo>
                    <a:lnTo>
                      <a:pt x="434" y="206"/>
                    </a:lnTo>
                    <a:lnTo>
                      <a:pt x="434" y="199"/>
                    </a:lnTo>
                    <a:lnTo>
                      <a:pt x="442" y="199"/>
                    </a:lnTo>
                    <a:lnTo>
                      <a:pt x="444" y="196"/>
                    </a:lnTo>
                    <a:lnTo>
                      <a:pt x="444" y="194"/>
                    </a:lnTo>
                    <a:lnTo>
                      <a:pt x="446" y="192"/>
                    </a:lnTo>
                    <a:lnTo>
                      <a:pt x="446" y="187"/>
                    </a:lnTo>
                    <a:lnTo>
                      <a:pt x="451" y="187"/>
                    </a:lnTo>
                    <a:lnTo>
                      <a:pt x="460" y="184"/>
                    </a:lnTo>
                    <a:lnTo>
                      <a:pt x="470" y="180"/>
                    </a:lnTo>
                    <a:lnTo>
                      <a:pt x="475" y="170"/>
                    </a:lnTo>
                    <a:lnTo>
                      <a:pt x="475" y="166"/>
                    </a:lnTo>
                    <a:lnTo>
                      <a:pt x="460" y="154"/>
                    </a:lnTo>
                    <a:lnTo>
                      <a:pt x="460" y="151"/>
                    </a:lnTo>
                    <a:lnTo>
                      <a:pt x="458" y="149"/>
                    </a:lnTo>
                    <a:lnTo>
                      <a:pt x="458" y="144"/>
                    </a:lnTo>
                    <a:lnTo>
                      <a:pt x="453" y="142"/>
                    </a:lnTo>
                    <a:lnTo>
                      <a:pt x="444" y="142"/>
                    </a:lnTo>
                    <a:lnTo>
                      <a:pt x="439" y="137"/>
                    </a:lnTo>
                    <a:lnTo>
                      <a:pt x="439" y="132"/>
                    </a:lnTo>
                    <a:lnTo>
                      <a:pt x="437" y="125"/>
                    </a:lnTo>
                    <a:lnTo>
                      <a:pt x="437" y="118"/>
                    </a:lnTo>
                    <a:lnTo>
                      <a:pt x="434" y="114"/>
                    </a:lnTo>
                    <a:lnTo>
                      <a:pt x="434" y="107"/>
                    </a:lnTo>
                    <a:lnTo>
                      <a:pt x="432" y="107"/>
                    </a:lnTo>
                    <a:lnTo>
                      <a:pt x="432" y="97"/>
                    </a:lnTo>
                    <a:lnTo>
                      <a:pt x="430" y="90"/>
                    </a:lnTo>
                    <a:lnTo>
                      <a:pt x="430" y="73"/>
                    </a:lnTo>
                    <a:lnTo>
                      <a:pt x="427" y="69"/>
                    </a:lnTo>
                    <a:lnTo>
                      <a:pt x="434" y="66"/>
                    </a:lnTo>
                    <a:lnTo>
                      <a:pt x="423" y="55"/>
                    </a:lnTo>
                    <a:lnTo>
                      <a:pt x="423" y="38"/>
                    </a:lnTo>
                    <a:lnTo>
                      <a:pt x="420" y="33"/>
                    </a:lnTo>
                    <a:lnTo>
                      <a:pt x="418" y="31"/>
                    </a:lnTo>
                    <a:lnTo>
                      <a:pt x="413" y="29"/>
                    </a:lnTo>
                    <a:lnTo>
                      <a:pt x="401" y="17"/>
                    </a:lnTo>
                    <a:lnTo>
                      <a:pt x="397" y="17"/>
                    </a:lnTo>
                    <a:lnTo>
                      <a:pt x="390" y="10"/>
                    </a:lnTo>
                    <a:lnTo>
                      <a:pt x="387" y="0"/>
                    </a:lnTo>
                    <a:lnTo>
                      <a:pt x="378" y="12"/>
                    </a:lnTo>
                    <a:lnTo>
                      <a:pt x="364" y="12"/>
                    </a:lnTo>
                    <a:lnTo>
                      <a:pt x="364" y="21"/>
                    </a:lnTo>
                    <a:lnTo>
                      <a:pt x="361" y="26"/>
                    </a:lnTo>
                    <a:lnTo>
                      <a:pt x="359" y="29"/>
                    </a:lnTo>
                    <a:lnTo>
                      <a:pt x="352" y="29"/>
                    </a:lnTo>
                    <a:lnTo>
                      <a:pt x="349" y="31"/>
                    </a:lnTo>
                    <a:lnTo>
                      <a:pt x="345" y="31"/>
                    </a:lnTo>
                    <a:lnTo>
                      <a:pt x="340" y="36"/>
                    </a:lnTo>
                    <a:lnTo>
                      <a:pt x="335" y="45"/>
                    </a:lnTo>
                    <a:lnTo>
                      <a:pt x="333" y="47"/>
                    </a:lnTo>
                    <a:lnTo>
                      <a:pt x="326" y="47"/>
                    </a:lnTo>
                    <a:lnTo>
                      <a:pt x="323" y="45"/>
                    </a:lnTo>
                    <a:lnTo>
                      <a:pt x="321" y="40"/>
                    </a:lnTo>
                    <a:lnTo>
                      <a:pt x="319" y="38"/>
                    </a:lnTo>
                    <a:lnTo>
                      <a:pt x="269" y="36"/>
                    </a:lnTo>
                    <a:lnTo>
                      <a:pt x="269" y="31"/>
                    </a:lnTo>
                    <a:lnTo>
                      <a:pt x="267" y="31"/>
                    </a:lnTo>
                    <a:lnTo>
                      <a:pt x="260" y="38"/>
                    </a:lnTo>
                    <a:lnTo>
                      <a:pt x="87" y="36"/>
                    </a:lnTo>
                    <a:lnTo>
                      <a:pt x="87" y="99"/>
                    </a:lnTo>
                    <a:lnTo>
                      <a:pt x="56" y="99"/>
                    </a:lnTo>
                    <a:lnTo>
                      <a:pt x="59" y="241"/>
                    </a:lnTo>
                    <a:lnTo>
                      <a:pt x="54" y="241"/>
                    </a:lnTo>
                    <a:lnTo>
                      <a:pt x="49" y="239"/>
                    </a:lnTo>
                    <a:lnTo>
                      <a:pt x="33" y="239"/>
                    </a:lnTo>
                    <a:lnTo>
                      <a:pt x="28" y="244"/>
                    </a:lnTo>
                    <a:lnTo>
                      <a:pt x="30" y="246"/>
                    </a:lnTo>
                    <a:lnTo>
                      <a:pt x="30" y="251"/>
                    </a:lnTo>
                    <a:lnTo>
                      <a:pt x="33" y="253"/>
                    </a:lnTo>
                    <a:lnTo>
                      <a:pt x="33" y="255"/>
                    </a:lnTo>
                    <a:lnTo>
                      <a:pt x="30" y="258"/>
                    </a:lnTo>
                    <a:lnTo>
                      <a:pt x="26" y="260"/>
                    </a:lnTo>
                    <a:lnTo>
                      <a:pt x="21" y="265"/>
                    </a:lnTo>
                    <a:lnTo>
                      <a:pt x="21" y="272"/>
                    </a:lnTo>
                    <a:lnTo>
                      <a:pt x="16" y="272"/>
                    </a:lnTo>
                    <a:lnTo>
                      <a:pt x="19" y="281"/>
                    </a:lnTo>
                    <a:lnTo>
                      <a:pt x="21" y="288"/>
                    </a:lnTo>
                    <a:lnTo>
                      <a:pt x="14" y="293"/>
                    </a:lnTo>
                    <a:lnTo>
                      <a:pt x="7" y="300"/>
                    </a:lnTo>
                    <a:lnTo>
                      <a:pt x="9" y="303"/>
                    </a:lnTo>
                    <a:lnTo>
                      <a:pt x="14" y="312"/>
                    </a:lnTo>
                    <a:lnTo>
                      <a:pt x="14" y="317"/>
                    </a:lnTo>
                    <a:lnTo>
                      <a:pt x="9" y="322"/>
                    </a:lnTo>
                    <a:lnTo>
                      <a:pt x="4" y="324"/>
                    </a:lnTo>
                    <a:lnTo>
                      <a:pt x="0" y="329"/>
                    </a:lnTo>
                    <a:lnTo>
                      <a:pt x="0" y="336"/>
                    </a:lnTo>
                    <a:lnTo>
                      <a:pt x="4" y="338"/>
                    </a:lnTo>
                    <a:lnTo>
                      <a:pt x="9" y="338"/>
                    </a:lnTo>
                    <a:lnTo>
                      <a:pt x="12" y="336"/>
                    </a:lnTo>
                    <a:lnTo>
                      <a:pt x="16" y="336"/>
                    </a:lnTo>
                    <a:lnTo>
                      <a:pt x="19" y="338"/>
                    </a:lnTo>
                    <a:lnTo>
                      <a:pt x="19" y="355"/>
                    </a:lnTo>
                    <a:lnTo>
                      <a:pt x="26" y="362"/>
                    </a:lnTo>
                    <a:lnTo>
                      <a:pt x="19" y="364"/>
                    </a:lnTo>
                    <a:lnTo>
                      <a:pt x="21" y="373"/>
                    </a:lnTo>
                    <a:lnTo>
                      <a:pt x="23" y="373"/>
                    </a:lnTo>
                    <a:lnTo>
                      <a:pt x="28" y="376"/>
                    </a:lnTo>
                    <a:lnTo>
                      <a:pt x="33" y="383"/>
                    </a:lnTo>
                    <a:lnTo>
                      <a:pt x="35" y="385"/>
                    </a:lnTo>
                    <a:lnTo>
                      <a:pt x="35" y="388"/>
                    </a:lnTo>
                    <a:lnTo>
                      <a:pt x="30" y="388"/>
                    </a:lnTo>
                    <a:lnTo>
                      <a:pt x="30" y="397"/>
                    </a:lnTo>
                    <a:lnTo>
                      <a:pt x="42" y="409"/>
                    </a:lnTo>
                    <a:lnTo>
                      <a:pt x="45" y="414"/>
                    </a:lnTo>
                    <a:lnTo>
                      <a:pt x="49" y="418"/>
                    </a:lnTo>
                    <a:lnTo>
                      <a:pt x="52" y="425"/>
                    </a:lnTo>
                    <a:lnTo>
                      <a:pt x="54" y="430"/>
                    </a:lnTo>
                    <a:lnTo>
                      <a:pt x="54" y="442"/>
                    </a:lnTo>
                    <a:lnTo>
                      <a:pt x="52" y="444"/>
                    </a:lnTo>
                    <a:lnTo>
                      <a:pt x="49" y="449"/>
                    </a:lnTo>
                    <a:lnTo>
                      <a:pt x="47" y="451"/>
                    </a:lnTo>
                    <a:lnTo>
                      <a:pt x="47" y="454"/>
                    </a:lnTo>
                    <a:lnTo>
                      <a:pt x="49" y="456"/>
                    </a:lnTo>
                    <a:lnTo>
                      <a:pt x="52" y="456"/>
                    </a:lnTo>
                    <a:lnTo>
                      <a:pt x="49" y="463"/>
                    </a:lnTo>
                    <a:lnTo>
                      <a:pt x="66" y="466"/>
                    </a:lnTo>
                    <a:lnTo>
                      <a:pt x="66" y="461"/>
                    </a:lnTo>
                    <a:lnTo>
                      <a:pt x="68" y="459"/>
                    </a:lnTo>
                    <a:lnTo>
                      <a:pt x="73" y="456"/>
                    </a:lnTo>
                    <a:lnTo>
                      <a:pt x="73" y="456"/>
                    </a:lnTo>
                    <a:lnTo>
                      <a:pt x="73" y="454"/>
                    </a:lnTo>
                    <a:lnTo>
                      <a:pt x="73" y="451"/>
                    </a:lnTo>
                    <a:lnTo>
                      <a:pt x="78" y="447"/>
                    </a:lnTo>
                    <a:lnTo>
                      <a:pt x="78" y="437"/>
                    </a:lnTo>
                    <a:lnTo>
                      <a:pt x="82" y="437"/>
                    </a:lnTo>
                    <a:lnTo>
                      <a:pt x="82" y="428"/>
                    </a:lnTo>
                    <a:lnTo>
                      <a:pt x="89" y="418"/>
                    </a:lnTo>
                    <a:lnTo>
                      <a:pt x="92" y="411"/>
                    </a:lnTo>
                    <a:lnTo>
                      <a:pt x="101" y="409"/>
                    </a:lnTo>
                    <a:lnTo>
                      <a:pt x="113" y="407"/>
                    </a:lnTo>
                    <a:lnTo>
                      <a:pt x="115" y="416"/>
                    </a:lnTo>
                    <a:lnTo>
                      <a:pt x="118" y="418"/>
                    </a:lnTo>
                    <a:lnTo>
                      <a:pt x="123" y="421"/>
                    </a:lnTo>
                    <a:lnTo>
                      <a:pt x="123" y="423"/>
                    </a:lnTo>
                    <a:lnTo>
                      <a:pt x="125" y="430"/>
                    </a:lnTo>
                    <a:lnTo>
                      <a:pt x="127" y="433"/>
                    </a:lnTo>
                    <a:lnTo>
                      <a:pt x="137" y="440"/>
                    </a:lnTo>
                    <a:lnTo>
                      <a:pt x="146" y="435"/>
                    </a:lnTo>
                    <a:lnTo>
                      <a:pt x="170" y="433"/>
                    </a:lnTo>
                    <a:lnTo>
                      <a:pt x="175" y="435"/>
                    </a:lnTo>
                    <a:lnTo>
                      <a:pt x="177" y="442"/>
                    </a:lnTo>
                    <a:lnTo>
                      <a:pt x="177" y="442"/>
                    </a:lnTo>
                    <a:lnTo>
                      <a:pt x="196" y="442"/>
                    </a:lnTo>
                    <a:lnTo>
                      <a:pt x="205" y="430"/>
                    </a:lnTo>
                    <a:lnTo>
                      <a:pt x="219" y="430"/>
                    </a:lnTo>
                    <a:lnTo>
                      <a:pt x="222" y="418"/>
                    </a:lnTo>
                    <a:lnTo>
                      <a:pt x="234" y="411"/>
                    </a:lnTo>
                    <a:lnTo>
                      <a:pt x="250" y="421"/>
                    </a:lnTo>
                    <a:lnTo>
                      <a:pt x="260" y="430"/>
                    </a:lnTo>
                    <a:lnTo>
                      <a:pt x="274" y="430"/>
                    </a:lnTo>
                    <a:lnTo>
                      <a:pt x="290" y="409"/>
                    </a:lnTo>
                    <a:lnTo>
                      <a:pt x="295" y="397"/>
                    </a:lnTo>
                    <a:lnTo>
                      <a:pt x="309" y="388"/>
                    </a:lnTo>
                    <a:lnTo>
                      <a:pt x="307" y="381"/>
                    </a:lnTo>
                    <a:lnTo>
                      <a:pt x="307" y="364"/>
                    </a:lnTo>
                    <a:lnTo>
                      <a:pt x="300" y="357"/>
                    </a:lnTo>
                    <a:lnTo>
                      <a:pt x="319" y="357"/>
                    </a:lnTo>
                    <a:lnTo>
                      <a:pt x="319" y="350"/>
                    </a:lnTo>
                    <a:lnTo>
                      <a:pt x="331" y="347"/>
                    </a:lnTo>
                    <a:lnTo>
                      <a:pt x="328" y="357"/>
                    </a:lnTo>
                    <a:lnTo>
                      <a:pt x="328" y="366"/>
                    </a:lnTo>
                    <a:lnTo>
                      <a:pt x="326" y="369"/>
                    </a:lnTo>
                    <a:lnTo>
                      <a:pt x="328" y="378"/>
                    </a:lnTo>
                    <a:lnTo>
                      <a:pt x="331" y="385"/>
                    </a:lnTo>
                    <a:lnTo>
                      <a:pt x="331" y="390"/>
                    </a:lnTo>
                    <a:lnTo>
                      <a:pt x="328" y="395"/>
                    </a:lnTo>
                    <a:lnTo>
                      <a:pt x="335" y="399"/>
                    </a:lnTo>
                    <a:lnTo>
                      <a:pt x="345" y="407"/>
                    </a:lnTo>
                    <a:lnTo>
                      <a:pt x="352" y="414"/>
                    </a:lnTo>
                    <a:lnTo>
                      <a:pt x="354" y="418"/>
                    </a:lnTo>
                    <a:lnTo>
                      <a:pt x="357" y="423"/>
                    </a:lnTo>
                    <a:lnTo>
                      <a:pt x="359" y="423"/>
                    </a:lnTo>
                    <a:lnTo>
                      <a:pt x="361" y="421"/>
                    </a:lnTo>
                    <a:lnTo>
                      <a:pt x="361" y="414"/>
                    </a:lnTo>
                    <a:lnTo>
                      <a:pt x="359" y="409"/>
                    </a:lnTo>
                    <a:lnTo>
                      <a:pt x="359" y="402"/>
                    </a:lnTo>
                    <a:lnTo>
                      <a:pt x="366" y="395"/>
                    </a:lnTo>
                    <a:lnTo>
                      <a:pt x="368" y="395"/>
                    </a:lnTo>
                    <a:lnTo>
                      <a:pt x="368" y="399"/>
                    </a:lnTo>
                    <a:lnTo>
                      <a:pt x="371" y="402"/>
                    </a:lnTo>
                    <a:lnTo>
                      <a:pt x="378" y="402"/>
                    </a:lnTo>
                    <a:lnTo>
                      <a:pt x="380" y="399"/>
                    </a:lnTo>
                    <a:lnTo>
                      <a:pt x="380" y="385"/>
                    </a:lnTo>
                    <a:lnTo>
                      <a:pt x="378" y="383"/>
                    </a:lnTo>
                    <a:lnTo>
                      <a:pt x="378" y="381"/>
                    </a:lnTo>
                    <a:lnTo>
                      <a:pt x="382" y="373"/>
                    </a:lnTo>
                    <a:lnTo>
                      <a:pt x="382" y="364"/>
                    </a:lnTo>
                    <a:lnTo>
                      <a:pt x="385" y="362"/>
                    </a:lnTo>
                    <a:lnTo>
                      <a:pt x="390" y="362"/>
                    </a:lnTo>
                    <a:lnTo>
                      <a:pt x="392" y="357"/>
                    </a:lnTo>
                    <a:lnTo>
                      <a:pt x="392" y="343"/>
                    </a:lnTo>
                    <a:lnTo>
                      <a:pt x="394" y="340"/>
                    </a:lnTo>
                    <a:lnTo>
                      <a:pt x="397" y="336"/>
                    </a:lnTo>
                    <a:lnTo>
                      <a:pt x="399" y="333"/>
                    </a:lnTo>
                    <a:lnTo>
                      <a:pt x="411" y="333"/>
                    </a:lnTo>
                    <a:lnTo>
                      <a:pt x="411" y="314"/>
                    </a:lnTo>
                    <a:lnTo>
                      <a:pt x="413" y="310"/>
                    </a:lnTo>
                    <a:lnTo>
                      <a:pt x="416" y="307"/>
                    </a:lnTo>
                    <a:lnTo>
                      <a:pt x="418" y="303"/>
                    </a:lnTo>
                    <a:lnTo>
                      <a:pt x="420" y="300"/>
                    </a:lnTo>
                    <a:lnTo>
                      <a:pt x="420" y="284"/>
                    </a:lnTo>
                    <a:lnTo>
                      <a:pt x="418" y="265"/>
                    </a:lnTo>
                    <a:lnTo>
                      <a:pt x="416" y="262"/>
                    </a:lnTo>
                    <a:lnTo>
                      <a:pt x="416" y="255"/>
                    </a:lnTo>
                    <a:lnTo>
                      <a:pt x="420" y="253"/>
                    </a:lnTo>
                    <a:lnTo>
                      <a:pt x="423" y="253"/>
                    </a:lnTo>
                    <a:lnTo>
                      <a:pt x="423" y="239"/>
                    </a:lnTo>
                    <a:lnTo>
                      <a:pt x="425" y="239"/>
                    </a:lnTo>
                    <a:lnTo>
                      <a:pt x="427" y="236"/>
                    </a:lnTo>
                    <a:lnTo>
                      <a:pt x="430" y="232"/>
                    </a:lnTo>
                    <a:lnTo>
                      <a:pt x="430" y="215"/>
                    </a:lnTo>
                    <a:lnTo>
                      <a:pt x="427" y="213"/>
                    </a:lnTo>
                    <a:lnTo>
                      <a:pt x="427" y="208"/>
                    </a:lnTo>
                    <a:lnTo>
                      <a:pt x="432" y="2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8" name="South Sudan">
                <a:extLst>
                  <a:ext uri="{FF2B5EF4-FFF2-40B4-BE49-F238E27FC236}">
                    <a16:creationId xmlns:a16="http://schemas.microsoft.com/office/drawing/2014/main" id="{2A5AB265-0605-5C40-A8E0-DC9DF1E7046C}"/>
                  </a:ext>
                </a:extLst>
              </p:cNvPr>
              <p:cNvSpPr>
                <a:spLocks/>
              </p:cNvSpPr>
              <p:nvPr/>
            </p:nvSpPr>
            <p:spPr bwMode="auto">
              <a:xfrm>
                <a:off x="6436894" y="3723331"/>
                <a:ext cx="361600" cy="302390"/>
              </a:xfrm>
              <a:custGeom>
                <a:avLst/>
                <a:gdLst/>
                <a:ahLst/>
                <a:cxnLst>
                  <a:cxn ang="0">
                    <a:pos x="269" y="52"/>
                  </a:cxn>
                  <a:cxn ang="0">
                    <a:pos x="265" y="38"/>
                  </a:cxn>
                  <a:cxn ang="0">
                    <a:pos x="262" y="19"/>
                  </a:cxn>
                  <a:cxn ang="0">
                    <a:pos x="253" y="3"/>
                  </a:cxn>
                  <a:cxn ang="0">
                    <a:pos x="241" y="17"/>
                  </a:cxn>
                  <a:cxn ang="0">
                    <a:pos x="229" y="50"/>
                  </a:cxn>
                  <a:cxn ang="0">
                    <a:pos x="194" y="83"/>
                  </a:cxn>
                  <a:cxn ang="0">
                    <a:pos x="156" y="71"/>
                  </a:cxn>
                  <a:cxn ang="0">
                    <a:pos x="130" y="95"/>
                  </a:cxn>
                  <a:cxn ang="0">
                    <a:pos x="109" y="88"/>
                  </a:cxn>
                  <a:cxn ang="0">
                    <a:pos x="71" y="93"/>
                  </a:cxn>
                  <a:cxn ang="0">
                    <a:pos x="57" y="76"/>
                  </a:cxn>
                  <a:cxn ang="0">
                    <a:pos x="49" y="69"/>
                  </a:cxn>
                  <a:cxn ang="0">
                    <a:pos x="26" y="64"/>
                  </a:cxn>
                  <a:cxn ang="0">
                    <a:pos x="16" y="90"/>
                  </a:cxn>
                  <a:cxn ang="0">
                    <a:pos x="7" y="104"/>
                  </a:cxn>
                  <a:cxn ang="0">
                    <a:pos x="7" y="109"/>
                  </a:cxn>
                  <a:cxn ang="0">
                    <a:pos x="0" y="119"/>
                  </a:cxn>
                  <a:cxn ang="0">
                    <a:pos x="12" y="135"/>
                  </a:cxn>
                  <a:cxn ang="0">
                    <a:pos x="28" y="142"/>
                  </a:cxn>
                  <a:cxn ang="0">
                    <a:pos x="38" y="152"/>
                  </a:cxn>
                  <a:cxn ang="0">
                    <a:pos x="33" y="154"/>
                  </a:cxn>
                  <a:cxn ang="0">
                    <a:pos x="42" y="164"/>
                  </a:cxn>
                  <a:cxn ang="0">
                    <a:pos x="54" y="173"/>
                  </a:cxn>
                  <a:cxn ang="0">
                    <a:pos x="59" y="182"/>
                  </a:cxn>
                  <a:cxn ang="0">
                    <a:pos x="68" y="190"/>
                  </a:cxn>
                  <a:cxn ang="0">
                    <a:pos x="68" y="197"/>
                  </a:cxn>
                  <a:cxn ang="0">
                    <a:pos x="83" y="208"/>
                  </a:cxn>
                  <a:cxn ang="0">
                    <a:pos x="92" y="218"/>
                  </a:cxn>
                  <a:cxn ang="0">
                    <a:pos x="106" y="241"/>
                  </a:cxn>
                  <a:cxn ang="0">
                    <a:pos x="127" y="258"/>
                  </a:cxn>
                  <a:cxn ang="0">
                    <a:pos x="137" y="251"/>
                  </a:cxn>
                  <a:cxn ang="0">
                    <a:pos x="146" y="258"/>
                  </a:cxn>
                  <a:cxn ang="0">
                    <a:pos x="156" y="251"/>
                  </a:cxn>
                  <a:cxn ang="0">
                    <a:pos x="168" y="251"/>
                  </a:cxn>
                  <a:cxn ang="0">
                    <a:pos x="177" y="267"/>
                  </a:cxn>
                  <a:cxn ang="0">
                    <a:pos x="187" y="272"/>
                  </a:cxn>
                  <a:cxn ang="0">
                    <a:pos x="203" y="275"/>
                  </a:cxn>
                  <a:cxn ang="0">
                    <a:pos x="215" y="279"/>
                  </a:cxn>
                  <a:cxn ang="0">
                    <a:pos x="222" y="275"/>
                  </a:cxn>
                  <a:cxn ang="0">
                    <a:pos x="243" y="277"/>
                  </a:cxn>
                  <a:cxn ang="0">
                    <a:pos x="262" y="272"/>
                  </a:cxn>
                  <a:cxn ang="0">
                    <a:pos x="274" y="277"/>
                  </a:cxn>
                  <a:cxn ang="0">
                    <a:pos x="283" y="265"/>
                  </a:cxn>
                  <a:cxn ang="0">
                    <a:pos x="295" y="251"/>
                  </a:cxn>
                  <a:cxn ang="0">
                    <a:pos x="340" y="239"/>
                  </a:cxn>
                  <a:cxn ang="0">
                    <a:pos x="335" y="225"/>
                  </a:cxn>
                  <a:cxn ang="0">
                    <a:pos x="316" y="208"/>
                  </a:cxn>
                  <a:cxn ang="0">
                    <a:pos x="312" y="185"/>
                  </a:cxn>
                  <a:cxn ang="0">
                    <a:pos x="293" y="175"/>
                  </a:cxn>
                  <a:cxn ang="0">
                    <a:pos x="286" y="159"/>
                  </a:cxn>
                  <a:cxn ang="0">
                    <a:pos x="276" y="149"/>
                  </a:cxn>
                  <a:cxn ang="0">
                    <a:pos x="260" y="147"/>
                  </a:cxn>
                  <a:cxn ang="0">
                    <a:pos x="265" y="135"/>
                  </a:cxn>
                  <a:cxn ang="0">
                    <a:pos x="279" y="128"/>
                  </a:cxn>
                  <a:cxn ang="0">
                    <a:pos x="288" y="123"/>
                  </a:cxn>
                  <a:cxn ang="0">
                    <a:pos x="291" y="100"/>
                  </a:cxn>
                  <a:cxn ang="0">
                    <a:pos x="286" y="88"/>
                  </a:cxn>
                  <a:cxn ang="0">
                    <a:pos x="291" y="76"/>
                  </a:cxn>
                </a:cxnLst>
                <a:rect l="0" t="0" r="r" b="b"/>
                <a:pathLst>
                  <a:path w="342" h="286">
                    <a:moveTo>
                      <a:pt x="286" y="67"/>
                    </a:moveTo>
                    <a:lnTo>
                      <a:pt x="279" y="60"/>
                    </a:lnTo>
                    <a:lnTo>
                      <a:pt x="269" y="52"/>
                    </a:lnTo>
                    <a:lnTo>
                      <a:pt x="262" y="48"/>
                    </a:lnTo>
                    <a:lnTo>
                      <a:pt x="265" y="43"/>
                    </a:lnTo>
                    <a:lnTo>
                      <a:pt x="265" y="38"/>
                    </a:lnTo>
                    <a:lnTo>
                      <a:pt x="262" y="31"/>
                    </a:lnTo>
                    <a:lnTo>
                      <a:pt x="260" y="22"/>
                    </a:lnTo>
                    <a:lnTo>
                      <a:pt x="262" y="19"/>
                    </a:lnTo>
                    <a:lnTo>
                      <a:pt x="262" y="10"/>
                    </a:lnTo>
                    <a:lnTo>
                      <a:pt x="265" y="0"/>
                    </a:lnTo>
                    <a:lnTo>
                      <a:pt x="253" y="3"/>
                    </a:lnTo>
                    <a:lnTo>
                      <a:pt x="253" y="10"/>
                    </a:lnTo>
                    <a:lnTo>
                      <a:pt x="234" y="10"/>
                    </a:lnTo>
                    <a:lnTo>
                      <a:pt x="241" y="17"/>
                    </a:lnTo>
                    <a:lnTo>
                      <a:pt x="241" y="34"/>
                    </a:lnTo>
                    <a:lnTo>
                      <a:pt x="243" y="41"/>
                    </a:lnTo>
                    <a:lnTo>
                      <a:pt x="229" y="50"/>
                    </a:lnTo>
                    <a:lnTo>
                      <a:pt x="224" y="62"/>
                    </a:lnTo>
                    <a:lnTo>
                      <a:pt x="208" y="83"/>
                    </a:lnTo>
                    <a:lnTo>
                      <a:pt x="194" y="83"/>
                    </a:lnTo>
                    <a:lnTo>
                      <a:pt x="184" y="74"/>
                    </a:lnTo>
                    <a:lnTo>
                      <a:pt x="168" y="64"/>
                    </a:lnTo>
                    <a:lnTo>
                      <a:pt x="156" y="71"/>
                    </a:lnTo>
                    <a:lnTo>
                      <a:pt x="153" y="83"/>
                    </a:lnTo>
                    <a:lnTo>
                      <a:pt x="139" y="83"/>
                    </a:lnTo>
                    <a:lnTo>
                      <a:pt x="130" y="95"/>
                    </a:lnTo>
                    <a:lnTo>
                      <a:pt x="111" y="95"/>
                    </a:lnTo>
                    <a:lnTo>
                      <a:pt x="111" y="95"/>
                    </a:lnTo>
                    <a:lnTo>
                      <a:pt x="109" y="88"/>
                    </a:lnTo>
                    <a:lnTo>
                      <a:pt x="104" y="86"/>
                    </a:lnTo>
                    <a:lnTo>
                      <a:pt x="80" y="88"/>
                    </a:lnTo>
                    <a:lnTo>
                      <a:pt x="71" y="93"/>
                    </a:lnTo>
                    <a:lnTo>
                      <a:pt x="61" y="86"/>
                    </a:lnTo>
                    <a:lnTo>
                      <a:pt x="59" y="83"/>
                    </a:lnTo>
                    <a:lnTo>
                      <a:pt x="57" y="76"/>
                    </a:lnTo>
                    <a:lnTo>
                      <a:pt x="57" y="74"/>
                    </a:lnTo>
                    <a:lnTo>
                      <a:pt x="52" y="71"/>
                    </a:lnTo>
                    <a:lnTo>
                      <a:pt x="49" y="69"/>
                    </a:lnTo>
                    <a:lnTo>
                      <a:pt x="47" y="60"/>
                    </a:lnTo>
                    <a:lnTo>
                      <a:pt x="35" y="62"/>
                    </a:lnTo>
                    <a:lnTo>
                      <a:pt x="26" y="64"/>
                    </a:lnTo>
                    <a:lnTo>
                      <a:pt x="23" y="71"/>
                    </a:lnTo>
                    <a:lnTo>
                      <a:pt x="16" y="81"/>
                    </a:lnTo>
                    <a:lnTo>
                      <a:pt x="16" y="90"/>
                    </a:lnTo>
                    <a:lnTo>
                      <a:pt x="12" y="90"/>
                    </a:lnTo>
                    <a:lnTo>
                      <a:pt x="12" y="100"/>
                    </a:lnTo>
                    <a:lnTo>
                      <a:pt x="7" y="104"/>
                    </a:lnTo>
                    <a:lnTo>
                      <a:pt x="7" y="107"/>
                    </a:lnTo>
                    <a:lnTo>
                      <a:pt x="7" y="109"/>
                    </a:lnTo>
                    <a:lnTo>
                      <a:pt x="7" y="109"/>
                    </a:lnTo>
                    <a:lnTo>
                      <a:pt x="2" y="112"/>
                    </a:lnTo>
                    <a:lnTo>
                      <a:pt x="0" y="114"/>
                    </a:lnTo>
                    <a:lnTo>
                      <a:pt x="0" y="119"/>
                    </a:lnTo>
                    <a:lnTo>
                      <a:pt x="2" y="119"/>
                    </a:lnTo>
                    <a:lnTo>
                      <a:pt x="2" y="130"/>
                    </a:lnTo>
                    <a:lnTo>
                      <a:pt x="12" y="135"/>
                    </a:lnTo>
                    <a:lnTo>
                      <a:pt x="26" y="135"/>
                    </a:lnTo>
                    <a:lnTo>
                      <a:pt x="26" y="142"/>
                    </a:lnTo>
                    <a:lnTo>
                      <a:pt x="28" y="142"/>
                    </a:lnTo>
                    <a:lnTo>
                      <a:pt x="33" y="145"/>
                    </a:lnTo>
                    <a:lnTo>
                      <a:pt x="38" y="149"/>
                    </a:lnTo>
                    <a:lnTo>
                      <a:pt x="38" y="152"/>
                    </a:lnTo>
                    <a:lnTo>
                      <a:pt x="35" y="152"/>
                    </a:lnTo>
                    <a:lnTo>
                      <a:pt x="35" y="154"/>
                    </a:lnTo>
                    <a:lnTo>
                      <a:pt x="33" y="154"/>
                    </a:lnTo>
                    <a:lnTo>
                      <a:pt x="33" y="156"/>
                    </a:lnTo>
                    <a:lnTo>
                      <a:pt x="38" y="161"/>
                    </a:lnTo>
                    <a:lnTo>
                      <a:pt x="42" y="164"/>
                    </a:lnTo>
                    <a:lnTo>
                      <a:pt x="45" y="164"/>
                    </a:lnTo>
                    <a:lnTo>
                      <a:pt x="49" y="166"/>
                    </a:lnTo>
                    <a:lnTo>
                      <a:pt x="54" y="173"/>
                    </a:lnTo>
                    <a:lnTo>
                      <a:pt x="57" y="178"/>
                    </a:lnTo>
                    <a:lnTo>
                      <a:pt x="59" y="180"/>
                    </a:lnTo>
                    <a:lnTo>
                      <a:pt x="59" y="182"/>
                    </a:lnTo>
                    <a:lnTo>
                      <a:pt x="66" y="182"/>
                    </a:lnTo>
                    <a:lnTo>
                      <a:pt x="68" y="185"/>
                    </a:lnTo>
                    <a:lnTo>
                      <a:pt x="68" y="190"/>
                    </a:lnTo>
                    <a:lnTo>
                      <a:pt x="64" y="190"/>
                    </a:lnTo>
                    <a:lnTo>
                      <a:pt x="64" y="192"/>
                    </a:lnTo>
                    <a:lnTo>
                      <a:pt x="68" y="197"/>
                    </a:lnTo>
                    <a:lnTo>
                      <a:pt x="68" y="204"/>
                    </a:lnTo>
                    <a:lnTo>
                      <a:pt x="80" y="206"/>
                    </a:lnTo>
                    <a:lnTo>
                      <a:pt x="83" y="208"/>
                    </a:lnTo>
                    <a:lnTo>
                      <a:pt x="87" y="211"/>
                    </a:lnTo>
                    <a:lnTo>
                      <a:pt x="90" y="213"/>
                    </a:lnTo>
                    <a:lnTo>
                      <a:pt x="92" y="218"/>
                    </a:lnTo>
                    <a:lnTo>
                      <a:pt x="92" y="227"/>
                    </a:lnTo>
                    <a:lnTo>
                      <a:pt x="94" y="232"/>
                    </a:lnTo>
                    <a:lnTo>
                      <a:pt x="106" y="241"/>
                    </a:lnTo>
                    <a:lnTo>
                      <a:pt x="106" y="251"/>
                    </a:lnTo>
                    <a:lnTo>
                      <a:pt x="125" y="260"/>
                    </a:lnTo>
                    <a:lnTo>
                      <a:pt x="127" y="258"/>
                    </a:lnTo>
                    <a:lnTo>
                      <a:pt x="130" y="253"/>
                    </a:lnTo>
                    <a:lnTo>
                      <a:pt x="132" y="251"/>
                    </a:lnTo>
                    <a:lnTo>
                      <a:pt x="137" y="251"/>
                    </a:lnTo>
                    <a:lnTo>
                      <a:pt x="142" y="253"/>
                    </a:lnTo>
                    <a:lnTo>
                      <a:pt x="142" y="256"/>
                    </a:lnTo>
                    <a:lnTo>
                      <a:pt x="146" y="258"/>
                    </a:lnTo>
                    <a:lnTo>
                      <a:pt x="149" y="258"/>
                    </a:lnTo>
                    <a:lnTo>
                      <a:pt x="156" y="253"/>
                    </a:lnTo>
                    <a:lnTo>
                      <a:pt x="156" y="251"/>
                    </a:lnTo>
                    <a:lnTo>
                      <a:pt x="161" y="246"/>
                    </a:lnTo>
                    <a:lnTo>
                      <a:pt x="163" y="249"/>
                    </a:lnTo>
                    <a:lnTo>
                      <a:pt x="168" y="251"/>
                    </a:lnTo>
                    <a:lnTo>
                      <a:pt x="170" y="258"/>
                    </a:lnTo>
                    <a:lnTo>
                      <a:pt x="172" y="263"/>
                    </a:lnTo>
                    <a:lnTo>
                      <a:pt x="177" y="267"/>
                    </a:lnTo>
                    <a:lnTo>
                      <a:pt x="182" y="270"/>
                    </a:lnTo>
                    <a:lnTo>
                      <a:pt x="184" y="272"/>
                    </a:lnTo>
                    <a:lnTo>
                      <a:pt x="187" y="272"/>
                    </a:lnTo>
                    <a:lnTo>
                      <a:pt x="189" y="282"/>
                    </a:lnTo>
                    <a:lnTo>
                      <a:pt x="196" y="282"/>
                    </a:lnTo>
                    <a:lnTo>
                      <a:pt x="203" y="275"/>
                    </a:lnTo>
                    <a:lnTo>
                      <a:pt x="208" y="275"/>
                    </a:lnTo>
                    <a:lnTo>
                      <a:pt x="210" y="277"/>
                    </a:lnTo>
                    <a:lnTo>
                      <a:pt x="215" y="279"/>
                    </a:lnTo>
                    <a:lnTo>
                      <a:pt x="220" y="279"/>
                    </a:lnTo>
                    <a:lnTo>
                      <a:pt x="220" y="277"/>
                    </a:lnTo>
                    <a:lnTo>
                      <a:pt x="222" y="275"/>
                    </a:lnTo>
                    <a:lnTo>
                      <a:pt x="224" y="275"/>
                    </a:lnTo>
                    <a:lnTo>
                      <a:pt x="236" y="286"/>
                    </a:lnTo>
                    <a:lnTo>
                      <a:pt x="243" y="277"/>
                    </a:lnTo>
                    <a:lnTo>
                      <a:pt x="253" y="277"/>
                    </a:lnTo>
                    <a:lnTo>
                      <a:pt x="257" y="272"/>
                    </a:lnTo>
                    <a:lnTo>
                      <a:pt x="262" y="272"/>
                    </a:lnTo>
                    <a:lnTo>
                      <a:pt x="262" y="275"/>
                    </a:lnTo>
                    <a:lnTo>
                      <a:pt x="265" y="277"/>
                    </a:lnTo>
                    <a:lnTo>
                      <a:pt x="274" y="277"/>
                    </a:lnTo>
                    <a:lnTo>
                      <a:pt x="281" y="270"/>
                    </a:lnTo>
                    <a:lnTo>
                      <a:pt x="281" y="267"/>
                    </a:lnTo>
                    <a:lnTo>
                      <a:pt x="283" y="265"/>
                    </a:lnTo>
                    <a:lnTo>
                      <a:pt x="283" y="263"/>
                    </a:lnTo>
                    <a:lnTo>
                      <a:pt x="288" y="263"/>
                    </a:lnTo>
                    <a:lnTo>
                      <a:pt x="295" y="251"/>
                    </a:lnTo>
                    <a:lnTo>
                      <a:pt x="333" y="251"/>
                    </a:lnTo>
                    <a:lnTo>
                      <a:pt x="342" y="246"/>
                    </a:lnTo>
                    <a:lnTo>
                      <a:pt x="340" y="239"/>
                    </a:lnTo>
                    <a:lnTo>
                      <a:pt x="340" y="232"/>
                    </a:lnTo>
                    <a:lnTo>
                      <a:pt x="338" y="227"/>
                    </a:lnTo>
                    <a:lnTo>
                      <a:pt x="335" y="225"/>
                    </a:lnTo>
                    <a:lnTo>
                      <a:pt x="328" y="225"/>
                    </a:lnTo>
                    <a:lnTo>
                      <a:pt x="324" y="223"/>
                    </a:lnTo>
                    <a:lnTo>
                      <a:pt x="316" y="208"/>
                    </a:lnTo>
                    <a:lnTo>
                      <a:pt x="316" y="201"/>
                    </a:lnTo>
                    <a:lnTo>
                      <a:pt x="312" y="199"/>
                    </a:lnTo>
                    <a:lnTo>
                      <a:pt x="312" y="185"/>
                    </a:lnTo>
                    <a:lnTo>
                      <a:pt x="305" y="185"/>
                    </a:lnTo>
                    <a:lnTo>
                      <a:pt x="302" y="175"/>
                    </a:lnTo>
                    <a:lnTo>
                      <a:pt x="293" y="175"/>
                    </a:lnTo>
                    <a:lnTo>
                      <a:pt x="291" y="168"/>
                    </a:lnTo>
                    <a:lnTo>
                      <a:pt x="291" y="161"/>
                    </a:lnTo>
                    <a:lnTo>
                      <a:pt x="286" y="159"/>
                    </a:lnTo>
                    <a:lnTo>
                      <a:pt x="283" y="154"/>
                    </a:lnTo>
                    <a:lnTo>
                      <a:pt x="279" y="152"/>
                    </a:lnTo>
                    <a:lnTo>
                      <a:pt x="276" y="149"/>
                    </a:lnTo>
                    <a:lnTo>
                      <a:pt x="267" y="149"/>
                    </a:lnTo>
                    <a:lnTo>
                      <a:pt x="262" y="147"/>
                    </a:lnTo>
                    <a:lnTo>
                      <a:pt x="260" y="147"/>
                    </a:lnTo>
                    <a:lnTo>
                      <a:pt x="260" y="142"/>
                    </a:lnTo>
                    <a:lnTo>
                      <a:pt x="262" y="138"/>
                    </a:lnTo>
                    <a:lnTo>
                      <a:pt x="265" y="135"/>
                    </a:lnTo>
                    <a:lnTo>
                      <a:pt x="262" y="126"/>
                    </a:lnTo>
                    <a:lnTo>
                      <a:pt x="276" y="126"/>
                    </a:lnTo>
                    <a:lnTo>
                      <a:pt x="279" y="128"/>
                    </a:lnTo>
                    <a:lnTo>
                      <a:pt x="281" y="126"/>
                    </a:lnTo>
                    <a:lnTo>
                      <a:pt x="286" y="126"/>
                    </a:lnTo>
                    <a:lnTo>
                      <a:pt x="288" y="123"/>
                    </a:lnTo>
                    <a:lnTo>
                      <a:pt x="288" y="119"/>
                    </a:lnTo>
                    <a:lnTo>
                      <a:pt x="291" y="114"/>
                    </a:lnTo>
                    <a:lnTo>
                      <a:pt x="291" y="100"/>
                    </a:lnTo>
                    <a:lnTo>
                      <a:pt x="288" y="97"/>
                    </a:lnTo>
                    <a:lnTo>
                      <a:pt x="288" y="93"/>
                    </a:lnTo>
                    <a:lnTo>
                      <a:pt x="286" y="88"/>
                    </a:lnTo>
                    <a:lnTo>
                      <a:pt x="286" y="83"/>
                    </a:lnTo>
                    <a:lnTo>
                      <a:pt x="288" y="78"/>
                    </a:lnTo>
                    <a:lnTo>
                      <a:pt x="291" y="76"/>
                    </a:lnTo>
                    <a:lnTo>
                      <a:pt x="288" y="71"/>
                    </a:lnTo>
                    <a:lnTo>
                      <a:pt x="286" y="67"/>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29" name="South Africa" descr="© INSCALE GmbH, 05.05.2010&#10;http://www.presentationload.com/">
                <a:extLst>
                  <a:ext uri="{FF2B5EF4-FFF2-40B4-BE49-F238E27FC236}">
                    <a16:creationId xmlns:a16="http://schemas.microsoft.com/office/drawing/2014/main" id="{298F1066-12DB-F048-A8FA-DC9DA16D68A1}"/>
                  </a:ext>
                </a:extLst>
              </p:cNvPr>
              <p:cNvSpPr>
                <a:spLocks noEditPoints="1"/>
              </p:cNvSpPr>
              <p:nvPr/>
            </p:nvSpPr>
            <p:spPr bwMode="gray">
              <a:xfrm>
                <a:off x="6209411" y="4892847"/>
                <a:ext cx="476657" cy="428990"/>
              </a:xfrm>
              <a:custGeom>
                <a:avLst/>
                <a:gdLst>
                  <a:gd name="T0" fmla="*/ 2147483647 w 1134"/>
                  <a:gd name="T1" fmla="*/ 2147483647 h 1020"/>
                  <a:gd name="T2" fmla="*/ 2147483647 w 1134"/>
                  <a:gd name="T3" fmla="*/ 2147483647 h 1020"/>
                  <a:gd name="T4" fmla="*/ 2147483647 w 1134"/>
                  <a:gd name="T5" fmla="*/ 2147483647 h 1020"/>
                  <a:gd name="T6" fmla="*/ 2147483647 w 1134"/>
                  <a:gd name="T7" fmla="*/ 2147483647 h 1020"/>
                  <a:gd name="T8" fmla="*/ 2147483647 w 1134"/>
                  <a:gd name="T9" fmla="*/ 2147483647 h 1020"/>
                  <a:gd name="T10" fmla="*/ 2147483647 w 1134"/>
                  <a:gd name="T11" fmla="*/ 2147483647 h 1020"/>
                  <a:gd name="T12" fmla="*/ 2147483647 w 1134"/>
                  <a:gd name="T13" fmla="*/ 2147483647 h 1020"/>
                  <a:gd name="T14" fmla="*/ 2147483647 w 1134"/>
                  <a:gd name="T15" fmla="*/ 2147483647 h 1020"/>
                  <a:gd name="T16" fmla="*/ 2147483647 w 1134"/>
                  <a:gd name="T17" fmla="*/ 2147483647 h 1020"/>
                  <a:gd name="T18" fmla="*/ 2147483647 w 1134"/>
                  <a:gd name="T19" fmla="*/ 2147483647 h 1020"/>
                  <a:gd name="T20" fmla="*/ 2147483647 w 1134"/>
                  <a:gd name="T21" fmla="*/ 2147483647 h 1020"/>
                  <a:gd name="T22" fmla="*/ 2147483647 w 1134"/>
                  <a:gd name="T23" fmla="*/ 2147483647 h 1020"/>
                  <a:gd name="T24" fmla="*/ 2147483647 w 1134"/>
                  <a:gd name="T25" fmla="*/ 2147483647 h 1020"/>
                  <a:gd name="T26" fmla="*/ 2147483647 w 1134"/>
                  <a:gd name="T27" fmla="*/ 2147483647 h 1020"/>
                  <a:gd name="T28" fmla="*/ 2147483647 w 1134"/>
                  <a:gd name="T29" fmla="*/ 2147483647 h 1020"/>
                  <a:gd name="T30" fmla="*/ 2147483647 w 1134"/>
                  <a:gd name="T31" fmla="*/ 2147483647 h 1020"/>
                  <a:gd name="T32" fmla="*/ 2147483647 w 1134"/>
                  <a:gd name="T33" fmla="*/ 2147483647 h 1020"/>
                  <a:gd name="T34" fmla="*/ 2147483647 w 1134"/>
                  <a:gd name="T35" fmla="*/ 2147483647 h 1020"/>
                  <a:gd name="T36" fmla="*/ 2147483647 w 1134"/>
                  <a:gd name="T37" fmla="*/ 2147483647 h 1020"/>
                  <a:gd name="T38" fmla="*/ 2147483647 w 1134"/>
                  <a:gd name="T39" fmla="*/ 2147483647 h 1020"/>
                  <a:gd name="T40" fmla="*/ 2147483647 w 1134"/>
                  <a:gd name="T41" fmla="*/ 2147483647 h 1020"/>
                  <a:gd name="T42" fmla="*/ 2147483647 w 1134"/>
                  <a:gd name="T43" fmla="*/ 2147483647 h 1020"/>
                  <a:gd name="T44" fmla="*/ 2147483647 w 1134"/>
                  <a:gd name="T45" fmla="*/ 2147483647 h 1020"/>
                  <a:gd name="T46" fmla="*/ 2147483647 w 1134"/>
                  <a:gd name="T47" fmla="*/ 2147483647 h 1020"/>
                  <a:gd name="T48" fmla="*/ 2147483647 w 1134"/>
                  <a:gd name="T49" fmla="*/ 2147483647 h 1020"/>
                  <a:gd name="T50" fmla="*/ 2147483647 w 1134"/>
                  <a:gd name="T51" fmla="*/ 2147483647 h 1020"/>
                  <a:gd name="T52" fmla="*/ 2147483647 w 1134"/>
                  <a:gd name="T53" fmla="*/ 2147483647 h 1020"/>
                  <a:gd name="T54" fmla="*/ 2147483647 w 1134"/>
                  <a:gd name="T55" fmla="*/ 2147483647 h 1020"/>
                  <a:gd name="T56" fmla="*/ 2147483647 w 1134"/>
                  <a:gd name="T57" fmla="*/ 2147483647 h 1020"/>
                  <a:gd name="T58" fmla="*/ 2147483647 w 1134"/>
                  <a:gd name="T59" fmla="*/ 2147483647 h 1020"/>
                  <a:gd name="T60" fmla="*/ 2147483647 w 1134"/>
                  <a:gd name="T61" fmla="*/ 2147483647 h 1020"/>
                  <a:gd name="T62" fmla="*/ 0 w 1134"/>
                  <a:gd name="T63" fmla="*/ 2147483647 h 1020"/>
                  <a:gd name="T64" fmla="*/ 2147483647 w 1134"/>
                  <a:gd name="T65" fmla="*/ 2147483647 h 1020"/>
                  <a:gd name="T66" fmla="*/ 2147483647 w 1134"/>
                  <a:gd name="T67" fmla="*/ 2147483647 h 1020"/>
                  <a:gd name="T68" fmla="*/ 2147483647 w 1134"/>
                  <a:gd name="T69" fmla="*/ 2147483647 h 1020"/>
                  <a:gd name="T70" fmla="*/ 2147483647 w 1134"/>
                  <a:gd name="T71" fmla="*/ 2147483647 h 1020"/>
                  <a:gd name="T72" fmla="*/ 2147483647 w 1134"/>
                  <a:gd name="T73" fmla="*/ 2147483647 h 1020"/>
                  <a:gd name="T74" fmla="*/ 2147483647 w 1134"/>
                  <a:gd name="T75" fmla="*/ 2147483647 h 1020"/>
                  <a:gd name="T76" fmla="*/ 2147483647 w 1134"/>
                  <a:gd name="T77" fmla="*/ 2147483647 h 1020"/>
                  <a:gd name="T78" fmla="*/ 2147483647 w 1134"/>
                  <a:gd name="T79" fmla="*/ 2147483647 h 1020"/>
                  <a:gd name="T80" fmla="*/ 2147483647 w 1134"/>
                  <a:gd name="T81" fmla="*/ 2147483647 h 1020"/>
                  <a:gd name="T82" fmla="*/ 2147483647 w 1134"/>
                  <a:gd name="T83" fmla="*/ 2147483647 h 1020"/>
                  <a:gd name="T84" fmla="*/ 2147483647 w 1134"/>
                  <a:gd name="T85" fmla="*/ 2147483647 h 1020"/>
                  <a:gd name="T86" fmla="*/ 2147483647 w 1134"/>
                  <a:gd name="T87" fmla="*/ 2147483647 h 1020"/>
                  <a:gd name="T88" fmla="*/ 2147483647 w 1134"/>
                  <a:gd name="T89" fmla="*/ 2147483647 h 1020"/>
                  <a:gd name="T90" fmla="*/ 2147483647 w 1134"/>
                  <a:gd name="T91" fmla="*/ 2147483647 h 1020"/>
                  <a:gd name="T92" fmla="*/ 2147483647 w 1134"/>
                  <a:gd name="T93" fmla="*/ 2147483647 h 1020"/>
                  <a:gd name="T94" fmla="*/ 2147483647 w 1134"/>
                  <a:gd name="T95" fmla="*/ 2147483647 h 1020"/>
                  <a:gd name="T96" fmla="*/ 2147483647 w 1134"/>
                  <a:gd name="T97" fmla="*/ 2147483647 h 1020"/>
                  <a:gd name="T98" fmla="*/ 2147483647 w 1134"/>
                  <a:gd name="T99" fmla="*/ 2147483647 h 1020"/>
                  <a:gd name="T100" fmla="*/ 2147483647 w 1134"/>
                  <a:gd name="T101" fmla="*/ 2147483647 h 1020"/>
                  <a:gd name="T102" fmla="*/ 2147483647 w 1134"/>
                  <a:gd name="T103" fmla="*/ 2147483647 h 1020"/>
                  <a:gd name="T104" fmla="*/ 2147483647 w 1134"/>
                  <a:gd name="T105" fmla="*/ 2147483647 h 1020"/>
                  <a:gd name="T106" fmla="*/ 2147483647 w 1134"/>
                  <a:gd name="T107" fmla="*/ 2147483647 h 1020"/>
                  <a:gd name="T108" fmla="*/ 2147483647 w 1134"/>
                  <a:gd name="T109" fmla="*/ 2147483647 h 1020"/>
                  <a:gd name="T110" fmla="*/ 2147483647 w 1134"/>
                  <a:gd name="T111" fmla="*/ 2147483647 h 1020"/>
                  <a:gd name="T112" fmla="*/ 2147483647 w 1134"/>
                  <a:gd name="T113" fmla="*/ 2147483647 h 1020"/>
                  <a:gd name="T114" fmla="*/ 2147483647 w 1134"/>
                  <a:gd name="T115" fmla="*/ 2147483647 h 1020"/>
                  <a:gd name="T116" fmla="*/ 2147483647 w 1134"/>
                  <a:gd name="T117" fmla="*/ 2147483647 h 1020"/>
                  <a:gd name="T118" fmla="*/ 2147483647 w 1134"/>
                  <a:gd name="T119" fmla="*/ 2147483647 h 1020"/>
                  <a:gd name="T120" fmla="*/ 2147483647 w 1134"/>
                  <a:gd name="T121" fmla="*/ 2147483647 h 1020"/>
                  <a:gd name="T122" fmla="*/ 2147483647 w 1134"/>
                  <a:gd name="T123" fmla="*/ 2147483647 h 1020"/>
                  <a:gd name="T124" fmla="*/ 2147483647 w 1134"/>
                  <a:gd name="T125" fmla="*/ 2147483647 h 10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4"/>
                  <a:gd name="T190" fmla="*/ 0 h 1020"/>
                  <a:gd name="T191" fmla="*/ 1134 w 1134"/>
                  <a:gd name="T192" fmla="*/ 1020 h 10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4" h="1020">
                    <a:moveTo>
                      <a:pt x="1116" y="372"/>
                    </a:moveTo>
                    <a:lnTo>
                      <a:pt x="1098" y="372"/>
                    </a:lnTo>
                    <a:lnTo>
                      <a:pt x="1092" y="378"/>
                    </a:lnTo>
                    <a:lnTo>
                      <a:pt x="1086" y="378"/>
                    </a:lnTo>
                    <a:lnTo>
                      <a:pt x="1074" y="420"/>
                    </a:lnTo>
                    <a:lnTo>
                      <a:pt x="1062" y="420"/>
                    </a:lnTo>
                    <a:lnTo>
                      <a:pt x="1050" y="414"/>
                    </a:lnTo>
                    <a:lnTo>
                      <a:pt x="1032" y="414"/>
                    </a:lnTo>
                    <a:lnTo>
                      <a:pt x="1020" y="402"/>
                    </a:lnTo>
                    <a:lnTo>
                      <a:pt x="1008" y="396"/>
                    </a:lnTo>
                    <a:lnTo>
                      <a:pt x="996" y="372"/>
                    </a:lnTo>
                    <a:lnTo>
                      <a:pt x="996" y="348"/>
                    </a:lnTo>
                    <a:lnTo>
                      <a:pt x="1002" y="336"/>
                    </a:lnTo>
                    <a:lnTo>
                      <a:pt x="1014" y="324"/>
                    </a:lnTo>
                    <a:lnTo>
                      <a:pt x="1014" y="312"/>
                    </a:lnTo>
                    <a:lnTo>
                      <a:pt x="1020" y="300"/>
                    </a:lnTo>
                    <a:lnTo>
                      <a:pt x="1032" y="288"/>
                    </a:lnTo>
                    <a:lnTo>
                      <a:pt x="1038" y="288"/>
                    </a:lnTo>
                    <a:lnTo>
                      <a:pt x="1050" y="294"/>
                    </a:lnTo>
                    <a:lnTo>
                      <a:pt x="1062" y="306"/>
                    </a:lnTo>
                    <a:lnTo>
                      <a:pt x="1086" y="270"/>
                    </a:lnTo>
                    <a:lnTo>
                      <a:pt x="1086" y="180"/>
                    </a:lnTo>
                    <a:lnTo>
                      <a:pt x="1056" y="120"/>
                    </a:lnTo>
                    <a:lnTo>
                      <a:pt x="1056" y="102"/>
                    </a:lnTo>
                    <a:lnTo>
                      <a:pt x="1050" y="90"/>
                    </a:lnTo>
                    <a:lnTo>
                      <a:pt x="1050" y="72"/>
                    </a:lnTo>
                    <a:lnTo>
                      <a:pt x="1044" y="54"/>
                    </a:lnTo>
                    <a:lnTo>
                      <a:pt x="1044" y="24"/>
                    </a:lnTo>
                    <a:lnTo>
                      <a:pt x="1026" y="12"/>
                    </a:lnTo>
                    <a:lnTo>
                      <a:pt x="966" y="12"/>
                    </a:lnTo>
                    <a:lnTo>
                      <a:pt x="954" y="6"/>
                    </a:lnTo>
                    <a:lnTo>
                      <a:pt x="948" y="6"/>
                    </a:lnTo>
                    <a:lnTo>
                      <a:pt x="936" y="0"/>
                    </a:lnTo>
                    <a:lnTo>
                      <a:pt x="876" y="0"/>
                    </a:lnTo>
                    <a:lnTo>
                      <a:pt x="864" y="24"/>
                    </a:lnTo>
                    <a:lnTo>
                      <a:pt x="852" y="24"/>
                    </a:lnTo>
                    <a:lnTo>
                      <a:pt x="840" y="30"/>
                    </a:lnTo>
                    <a:lnTo>
                      <a:pt x="828" y="30"/>
                    </a:lnTo>
                    <a:lnTo>
                      <a:pt x="822" y="36"/>
                    </a:lnTo>
                    <a:lnTo>
                      <a:pt x="810" y="60"/>
                    </a:lnTo>
                    <a:lnTo>
                      <a:pt x="768" y="102"/>
                    </a:lnTo>
                    <a:lnTo>
                      <a:pt x="756" y="108"/>
                    </a:lnTo>
                    <a:lnTo>
                      <a:pt x="750" y="108"/>
                    </a:lnTo>
                    <a:lnTo>
                      <a:pt x="738" y="114"/>
                    </a:lnTo>
                    <a:lnTo>
                      <a:pt x="726" y="138"/>
                    </a:lnTo>
                    <a:lnTo>
                      <a:pt x="726" y="174"/>
                    </a:lnTo>
                    <a:lnTo>
                      <a:pt x="714" y="180"/>
                    </a:lnTo>
                    <a:lnTo>
                      <a:pt x="708" y="192"/>
                    </a:lnTo>
                    <a:lnTo>
                      <a:pt x="702" y="198"/>
                    </a:lnTo>
                    <a:lnTo>
                      <a:pt x="690" y="204"/>
                    </a:lnTo>
                    <a:lnTo>
                      <a:pt x="672" y="210"/>
                    </a:lnTo>
                    <a:lnTo>
                      <a:pt x="654" y="228"/>
                    </a:lnTo>
                    <a:lnTo>
                      <a:pt x="654" y="240"/>
                    </a:lnTo>
                    <a:lnTo>
                      <a:pt x="648" y="252"/>
                    </a:lnTo>
                    <a:lnTo>
                      <a:pt x="642" y="270"/>
                    </a:lnTo>
                    <a:lnTo>
                      <a:pt x="636" y="282"/>
                    </a:lnTo>
                    <a:lnTo>
                      <a:pt x="630" y="288"/>
                    </a:lnTo>
                    <a:lnTo>
                      <a:pt x="618" y="294"/>
                    </a:lnTo>
                    <a:lnTo>
                      <a:pt x="606" y="294"/>
                    </a:lnTo>
                    <a:lnTo>
                      <a:pt x="600" y="288"/>
                    </a:lnTo>
                    <a:lnTo>
                      <a:pt x="594" y="294"/>
                    </a:lnTo>
                    <a:lnTo>
                      <a:pt x="582" y="300"/>
                    </a:lnTo>
                    <a:lnTo>
                      <a:pt x="570" y="300"/>
                    </a:lnTo>
                    <a:lnTo>
                      <a:pt x="564" y="294"/>
                    </a:lnTo>
                    <a:lnTo>
                      <a:pt x="552" y="288"/>
                    </a:lnTo>
                    <a:lnTo>
                      <a:pt x="546" y="282"/>
                    </a:lnTo>
                    <a:lnTo>
                      <a:pt x="516" y="282"/>
                    </a:lnTo>
                    <a:lnTo>
                      <a:pt x="504" y="270"/>
                    </a:lnTo>
                    <a:lnTo>
                      <a:pt x="492" y="264"/>
                    </a:lnTo>
                    <a:lnTo>
                      <a:pt x="486" y="258"/>
                    </a:lnTo>
                    <a:lnTo>
                      <a:pt x="474" y="252"/>
                    </a:lnTo>
                    <a:lnTo>
                      <a:pt x="462" y="252"/>
                    </a:lnTo>
                    <a:lnTo>
                      <a:pt x="450" y="258"/>
                    </a:lnTo>
                    <a:lnTo>
                      <a:pt x="444" y="264"/>
                    </a:lnTo>
                    <a:lnTo>
                      <a:pt x="438" y="276"/>
                    </a:lnTo>
                    <a:lnTo>
                      <a:pt x="438" y="288"/>
                    </a:lnTo>
                    <a:lnTo>
                      <a:pt x="432" y="300"/>
                    </a:lnTo>
                    <a:lnTo>
                      <a:pt x="432" y="324"/>
                    </a:lnTo>
                    <a:lnTo>
                      <a:pt x="420" y="324"/>
                    </a:lnTo>
                    <a:lnTo>
                      <a:pt x="414" y="330"/>
                    </a:lnTo>
                    <a:lnTo>
                      <a:pt x="408" y="330"/>
                    </a:lnTo>
                    <a:lnTo>
                      <a:pt x="402" y="336"/>
                    </a:lnTo>
                    <a:lnTo>
                      <a:pt x="396" y="348"/>
                    </a:lnTo>
                    <a:lnTo>
                      <a:pt x="390" y="354"/>
                    </a:lnTo>
                    <a:lnTo>
                      <a:pt x="390" y="360"/>
                    </a:lnTo>
                    <a:lnTo>
                      <a:pt x="366" y="360"/>
                    </a:lnTo>
                    <a:lnTo>
                      <a:pt x="366" y="378"/>
                    </a:lnTo>
                    <a:lnTo>
                      <a:pt x="288" y="378"/>
                    </a:lnTo>
                    <a:lnTo>
                      <a:pt x="288" y="348"/>
                    </a:lnTo>
                    <a:lnTo>
                      <a:pt x="294" y="336"/>
                    </a:lnTo>
                    <a:lnTo>
                      <a:pt x="294" y="330"/>
                    </a:lnTo>
                    <a:lnTo>
                      <a:pt x="300" y="318"/>
                    </a:lnTo>
                    <a:lnTo>
                      <a:pt x="300" y="294"/>
                    </a:lnTo>
                    <a:lnTo>
                      <a:pt x="294" y="288"/>
                    </a:lnTo>
                    <a:lnTo>
                      <a:pt x="294" y="270"/>
                    </a:lnTo>
                    <a:lnTo>
                      <a:pt x="288" y="258"/>
                    </a:lnTo>
                    <a:lnTo>
                      <a:pt x="282" y="240"/>
                    </a:lnTo>
                    <a:lnTo>
                      <a:pt x="276" y="234"/>
                    </a:lnTo>
                    <a:lnTo>
                      <a:pt x="264" y="228"/>
                    </a:lnTo>
                    <a:lnTo>
                      <a:pt x="258" y="222"/>
                    </a:lnTo>
                    <a:lnTo>
                      <a:pt x="246" y="216"/>
                    </a:lnTo>
                    <a:lnTo>
                      <a:pt x="240" y="510"/>
                    </a:lnTo>
                    <a:lnTo>
                      <a:pt x="222" y="510"/>
                    </a:lnTo>
                    <a:lnTo>
                      <a:pt x="210" y="516"/>
                    </a:lnTo>
                    <a:lnTo>
                      <a:pt x="204" y="522"/>
                    </a:lnTo>
                    <a:lnTo>
                      <a:pt x="204" y="528"/>
                    </a:lnTo>
                    <a:lnTo>
                      <a:pt x="192" y="528"/>
                    </a:lnTo>
                    <a:lnTo>
                      <a:pt x="192" y="552"/>
                    </a:lnTo>
                    <a:lnTo>
                      <a:pt x="168" y="552"/>
                    </a:lnTo>
                    <a:lnTo>
                      <a:pt x="156" y="540"/>
                    </a:lnTo>
                    <a:lnTo>
                      <a:pt x="144" y="540"/>
                    </a:lnTo>
                    <a:lnTo>
                      <a:pt x="132" y="552"/>
                    </a:lnTo>
                    <a:lnTo>
                      <a:pt x="108" y="552"/>
                    </a:lnTo>
                    <a:lnTo>
                      <a:pt x="102" y="546"/>
                    </a:lnTo>
                    <a:lnTo>
                      <a:pt x="102" y="540"/>
                    </a:lnTo>
                    <a:lnTo>
                      <a:pt x="96" y="534"/>
                    </a:lnTo>
                    <a:lnTo>
                      <a:pt x="72" y="534"/>
                    </a:lnTo>
                    <a:lnTo>
                      <a:pt x="66" y="528"/>
                    </a:lnTo>
                    <a:lnTo>
                      <a:pt x="60" y="516"/>
                    </a:lnTo>
                    <a:lnTo>
                      <a:pt x="60" y="492"/>
                    </a:lnTo>
                    <a:lnTo>
                      <a:pt x="42" y="474"/>
                    </a:lnTo>
                    <a:lnTo>
                      <a:pt x="36" y="474"/>
                    </a:lnTo>
                    <a:lnTo>
                      <a:pt x="30" y="480"/>
                    </a:lnTo>
                    <a:lnTo>
                      <a:pt x="30" y="486"/>
                    </a:lnTo>
                    <a:lnTo>
                      <a:pt x="24" y="498"/>
                    </a:lnTo>
                    <a:lnTo>
                      <a:pt x="18" y="504"/>
                    </a:lnTo>
                    <a:lnTo>
                      <a:pt x="18" y="510"/>
                    </a:lnTo>
                    <a:lnTo>
                      <a:pt x="0" y="522"/>
                    </a:lnTo>
                    <a:lnTo>
                      <a:pt x="0" y="516"/>
                    </a:lnTo>
                    <a:lnTo>
                      <a:pt x="0" y="528"/>
                    </a:lnTo>
                    <a:lnTo>
                      <a:pt x="6" y="540"/>
                    </a:lnTo>
                    <a:lnTo>
                      <a:pt x="6" y="552"/>
                    </a:lnTo>
                    <a:lnTo>
                      <a:pt x="36" y="582"/>
                    </a:lnTo>
                    <a:lnTo>
                      <a:pt x="42" y="600"/>
                    </a:lnTo>
                    <a:lnTo>
                      <a:pt x="42" y="648"/>
                    </a:lnTo>
                    <a:lnTo>
                      <a:pt x="48" y="672"/>
                    </a:lnTo>
                    <a:lnTo>
                      <a:pt x="54" y="690"/>
                    </a:lnTo>
                    <a:lnTo>
                      <a:pt x="72" y="714"/>
                    </a:lnTo>
                    <a:lnTo>
                      <a:pt x="96" y="738"/>
                    </a:lnTo>
                    <a:lnTo>
                      <a:pt x="114" y="762"/>
                    </a:lnTo>
                    <a:lnTo>
                      <a:pt x="120" y="786"/>
                    </a:lnTo>
                    <a:lnTo>
                      <a:pt x="120" y="834"/>
                    </a:lnTo>
                    <a:lnTo>
                      <a:pt x="114" y="846"/>
                    </a:lnTo>
                    <a:lnTo>
                      <a:pt x="114" y="852"/>
                    </a:lnTo>
                    <a:lnTo>
                      <a:pt x="90" y="852"/>
                    </a:lnTo>
                    <a:lnTo>
                      <a:pt x="90" y="876"/>
                    </a:lnTo>
                    <a:lnTo>
                      <a:pt x="96" y="888"/>
                    </a:lnTo>
                    <a:lnTo>
                      <a:pt x="108" y="906"/>
                    </a:lnTo>
                    <a:lnTo>
                      <a:pt x="114" y="918"/>
                    </a:lnTo>
                    <a:lnTo>
                      <a:pt x="114" y="960"/>
                    </a:lnTo>
                    <a:lnTo>
                      <a:pt x="120" y="972"/>
                    </a:lnTo>
                    <a:lnTo>
                      <a:pt x="120" y="978"/>
                    </a:lnTo>
                    <a:lnTo>
                      <a:pt x="126" y="978"/>
                    </a:lnTo>
                    <a:lnTo>
                      <a:pt x="126" y="972"/>
                    </a:lnTo>
                    <a:lnTo>
                      <a:pt x="132" y="966"/>
                    </a:lnTo>
                    <a:lnTo>
                      <a:pt x="144" y="966"/>
                    </a:lnTo>
                    <a:lnTo>
                      <a:pt x="150" y="972"/>
                    </a:lnTo>
                    <a:lnTo>
                      <a:pt x="180" y="984"/>
                    </a:lnTo>
                    <a:lnTo>
                      <a:pt x="180" y="996"/>
                    </a:lnTo>
                    <a:lnTo>
                      <a:pt x="204" y="1020"/>
                    </a:lnTo>
                    <a:lnTo>
                      <a:pt x="216" y="1020"/>
                    </a:lnTo>
                    <a:lnTo>
                      <a:pt x="240" y="1008"/>
                    </a:lnTo>
                    <a:lnTo>
                      <a:pt x="246" y="996"/>
                    </a:lnTo>
                    <a:lnTo>
                      <a:pt x="252" y="990"/>
                    </a:lnTo>
                    <a:lnTo>
                      <a:pt x="264" y="984"/>
                    </a:lnTo>
                    <a:lnTo>
                      <a:pt x="294" y="984"/>
                    </a:lnTo>
                    <a:lnTo>
                      <a:pt x="306" y="990"/>
                    </a:lnTo>
                    <a:lnTo>
                      <a:pt x="354" y="990"/>
                    </a:lnTo>
                    <a:lnTo>
                      <a:pt x="354" y="984"/>
                    </a:lnTo>
                    <a:lnTo>
                      <a:pt x="360" y="978"/>
                    </a:lnTo>
                    <a:lnTo>
                      <a:pt x="360" y="966"/>
                    </a:lnTo>
                    <a:lnTo>
                      <a:pt x="366" y="960"/>
                    </a:lnTo>
                    <a:lnTo>
                      <a:pt x="378" y="954"/>
                    </a:lnTo>
                    <a:lnTo>
                      <a:pt x="408" y="954"/>
                    </a:lnTo>
                    <a:lnTo>
                      <a:pt x="420" y="960"/>
                    </a:lnTo>
                    <a:lnTo>
                      <a:pt x="432" y="960"/>
                    </a:lnTo>
                    <a:lnTo>
                      <a:pt x="438" y="966"/>
                    </a:lnTo>
                    <a:lnTo>
                      <a:pt x="444" y="960"/>
                    </a:lnTo>
                    <a:lnTo>
                      <a:pt x="456" y="960"/>
                    </a:lnTo>
                    <a:lnTo>
                      <a:pt x="468" y="954"/>
                    </a:lnTo>
                    <a:lnTo>
                      <a:pt x="504" y="954"/>
                    </a:lnTo>
                    <a:lnTo>
                      <a:pt x="522" y="960"/>
                    </a:lnTo>
                    <a:lnTo>
                      <a:pt x="534" y="966"/>
                    </a:lnTo>
                    <a:lnTo>
                      <a:pt x="552" y="966"/>
                    </a:lnTo>
                    <a:lnTo>
                      <a:pt x="558" y="960"/>
                    </a:lnTo>
                    <a:lnTo>
                      <a:pt x="570" y="954"/>
                    </a:lnTo>
                    <a:lnTo>
                      <a:pt x="606" y="954"/>
                    </a:lnTo>
                    <a:lnTo>
                      <a:pt x="618" y="948"/>
                    </a:lnTo>
                    <a:lnTo>
                      <a:pt x="624" y="942"/>
                    </a:lnTo>
                    <a:lnTo>
                      <a:pt x="636" y="936"/>
                    </a:lnTo>
                    <a:lnTo>
                      <a:pt x="684" y="936"/>
                    </a:lnTo>
                    <a:lnTo>
                      <a:pt x="708" y="924"/>
                    </a:lnTo>
                    <a:lnTo>
                      <a:pt x="720" y="912"/>
                    </a:lnTo>
                    <a:lnTo>
                      <a:pt x="738" y="900"/>
                    </a:lnTo>
                    <a:lnTo>
                      <a:pt x="774" y="864"/>
                    </a:lnTo>
                    <a:lnTo>
                      <a:pt x="786" y="858"/>
                    </a:lnTo>
                    <a:lnTo>
                      <a:pt x="804" y="846"/>
                    </a:lnTo>
                    <a:lnTo>
                      <a:pt x="900" y="750"/>
                    </a:lnTo>
                    <a:lnTo>
                      <a:pt x="918" y="750"/>
                    </a:lnTo>
                    <a:lnTo>
                      <a:pt x="924" y="744"/>
                    </a:lnTo>
                    <a:lnTo>
                      <a:pt x="960" y="696"/>
                    </a:lnTo>
                    <a:lnTo>
                      <a:pt x="972" y="672"/>
                    </a:lnTo>
                    <a:lnTo>
                      <a:pt x="984" y="654"/>
                    </a:lnTo>
                    <a:lnTo>
                      <a:pt x="990" y="642"/>
                    </a:lnTo>
                    <a:lnTo>
                      <a:pt x="1002" y="606"/>
                    </a:lnTo>
                    <a:lnTo>
                      <a:pt x="1014" y="588"/>
                    </a:lnTo>
                    <a:lnTo>
                      <a:pt x="1020" y="576"/>
                    </a:lnTo>
                    <a:lnTo>
                      <a:pt x="1026" y="570"/>
                    </a:lnTo>
                    <a:lnTo>
                      <a:pt x="1038" y="564"/>
                    </a:lnTo>
                    <a:lnTo>
                      <a:pt x="1050" y="552"/>
                    </a:lnTo>
                    <a:lnTo>
                      <a:pt x="1068" y="546"/>
                    </a:lnTo>
                    <a:lnTo>
                      <a:pt x="1086" y="534"/>
                    </a:lnTo>
                    <a:lnTo>
                      <a:pt x="1098" y="510"/>
                    </a:lnTo>
                    <a:lnTo>
                      <a:pt x="1098" y="498"/>
                    </a:lnTo>
                    <a:lnTo>
                      <a:pt x="1104" y="486"/>
                    </a:lnTo>
                    <a:lnTo>
                      <a:pt x="1110" y="468"/>
                    </a:lnTo>
                    <a:lnTo>
                      <a:pt x="1116" y="456"/>
                    </a:lnTo>
                    <a:lnTo>
                      <a:pt x="1122" y="450"/>
                    </a:lnTo>
                    <a:lnTo>
                      <a:pt x="1122" y="438"/>
                    </a:lnTo>
                    <a:lnTo>
                      <a:pt x="1128" y="432"/>
                    </a:lnTo>
                    <a:lnTo>
                      <a:pt x="1128" y="414"/>
                    </a:lnTo>
                    <a:lnTo>
                      <a:pt x="1134" y="396"/>
                    </a:lnTo>
                    <a:lnTo>
                      <a:pt x="1128" y="384"/>
                    </a:lnTo>
                    <a:lnTo>
                      <a:pt x="1116" y="372"/>
                    </a:lnTo>
                    <a:close/>
                    <a:moveTo>
                      <a:pt x="870" y="624"/>
                    </a:moveTo>
                    <a:lnTo>
                      <a:pt x="858" y="630"/>
                    </a:lnTo>
                    <a:lnTo>
                      <a:pt x="852" y="636"/>
                    </a:lnTo>
                    <a:lnTo>
                      <a:pt x="840" y="642"/>
                    </a:lnTo>
                    <a:lnTo>
                      <a:pt x="822" y="642"/>
                    </a:lnTo>
                    <a:lnTo>
                      <a:pt x="810" y="648"/>
                    </a:lnTo>
                    <a:lnTo>
                      <a:pt x="804" y="654"/>
                    </a:lnTo>
                    <a:lnTo>
                      <a:pt x="798" y="666"/>
                    </a:lnTo>
                    <a:lnTo>
                      <a:pt x="792" y="672"/>
                    </a:lnTo>
                    <a:lnTo>
                      <a:pt x="792" y="684"/>
                    </a:lnTo>
                    <a:lnTo>
                      <a:pt x="774" y="684"/>
                    </a:lnTo>
                    <a:lnTo>
                      <a:pt x="744" y="654"/>
                    </a:lnTo>
                    <a:lnTo>
                      <a:pt x="744" y="636"/>
                    </a:lnTo>
                    <a:lnTo>
                      <a:pt x="720" y="600"/>
                    </a:lnTo>
                    <a:lnTo>
                      <a:pt x="744" y="600"/>
                    </a:lnTo>
                    <a:lnTo>
                      <a:pt x="750" y="582"/>
                    </a:lnTo>
                    <a:lnTo>
                      <a:pt x="768" y="564"/>
                    </a:lnTo>
                    <a:lnTo>
                      <a:pt x="768" y="546"/>
                    </a:lnTo>
                    <a:lnTo>
                      <a:pt x="774" y="540"/>
                    </a:lnTo>
                    <a:lnTo>
                      <a:pt x="798" y="540"/>
                    </a:lnTo>
                    <a:lnTo>
                      <a:pt x="798" y="528"/>
                    </a:lnTo>
                    <a:lnTo>
                      <a:pt x="810" y="522"/>
                    </a:lnTo>
                    <a:lnTo>
                      <a:pt x="846" y="522"/>
                    </a:lnTo>
                    <a:lnTo>
                      <a:pt x="852" y="528"/>
                    </a:lnTo>
                    <a:lnTo>
                      <a:pt x="858" y="540"/>
                    </a:lnTo>
                    <a:lnTo>
                      <a:pt x="864" y="546"/>
                    </a:lnTo>
                    <a:lnTo>
                      <a:pt x="870" y="558"/>
                    </a:lnTo>
                    <a:lnTo>
                      <a:pt x="882" y="564"/>
                    </a:lnTo>
                    <a:lnTo>
                      <a:pt x="888" y="588"/>
                    </a:lnTo>
                    <a:lnTo>
                      <a:pt x="864" y="606"/>
                    </a:lnTo>
                    <a:lnTo>
                      <a:pt x="870" y="6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0" name="Somalia" descr="© INSCALE GmbH, 05.05.2010&#10;http://www.presentationload.com/">
                <a:extLst>
                  <a:ext uri="{FF2B5EF4-FFF2-40B4-BE49-F238E27FC236}">
                    <a16:creationId xmlns:a16="http://schemas.microsoft.com/office/drawing/2014/main" id="{74104EDA-91CB-1549-A473-F59B78EB2B80}"/>
                  </a:ext>
                </a:extLst>
              </p:cNvPr>
              <p:cNvSpPr>
                <a:spLocks/>
              </p:cNvSpPr>
              <p:nvPr/>
            </p:nvSpPr>
            <p:spPr bwMode="gray">
              <a:xfrm>
                <a:off x="6950691" y="3734083"/>
                <a:ext cx="300787" cy="465151"/>
              </a:xfrm>
              <a:custGeom>
                <a:avLst/>
                <a:gdLst>
                  <a:gd name="T0" fmla="*/ 2147483647 w 714"/>
                  <a:gd name="T1" fmla="*/ 2147483647 h 1104"/>
                  <a:gd name="T2" fmla="*/ 2147483647 w 714"/>
                  <a:gd name="T3" fmla="*/ 2147483647 h 1104"/>
                  <a:gd name="T4" fmla="*/ 2147483647 w 714"/>
                  <a:gd name="T5" fmla="*/ 2147483647 h 1104"/>
                  <a:gd name="T6" fmla="*/ 2147483647 w 714"/>
                  <a:gd name="T7" fmla="*/ 2147483647 h 1104"/>
                  <a:gd name="T8" fmla="*/ 2147483647 w 714"/>
                  <a:gd name="T9" fmla="*/ 2147483647 h 1104"/>
                  <a:gd name="T10" fmla="*/ 2147483647 w 714"/>
                  <a:gd name="T11" fmla="*/ 2147483647 h 1104"/>
                  <a:gd name="T12" fmla="*/ 2147483647 w 714"/>
                  <a:gd name="T13" fmla="*/ 2147483647 h 1104"/>
                  <a:gd name="T14" fmla="*/ 2147483647 w 714"/>
                  <a:gd name="T15" fmla="*/ 2147483647 h 1104"/>
                  <a:gd name="T16" fmla="*/ 2147483647 w 714"/>
                  <a:gd name="T17" fmla="*/ 2147483647 h 1104"/>
                  <a:gd name="T18" fmla="*/ 2147483647 w 714"/>
                  <a:gd name="T19" fmla="*/ 2147483647 h 1104"/>
                  <a:gd name="T20" fmla="*/ 2147483647 w 714"/>
                  <a:gd name="T21" fmla="*/ 2147483647 h 1104"/>
                  <a:gd name="T22" fmla="*/ 2147483647 w 714"/>
                  <a:gd name="T23" fmla="*/ 2147483647 h 1104"/>
                  <a:gd name="T24" fmla="*/ 0 w 714"/>
                  <a:gd name="T25" fmla="*/ 2147483647 h 1104"/>
                  <a:gd name="T26" fmla="*/ 2147483647 w 714"/>
                  <a:gd name="T27" fmla="*/ 2147483647 h 1104"/>
                  <a:gd name="T28" fmla="*/ 2147483647 w 714"/>
                  <a:gd name="T29" fmla="*/ 2147483647 h 1104"/>
                  <a:gd name="T30" fmla="*/ 2147483647 w 714"/>
                  <a:gd name="T31" fmla="*/ 2147483647 h 1104"/>
                  <a:gd name="T32" fmla="*/ 2147483647 w 714"/>
                  <a:gd name="T33" fmla="*/ 2147483647 h 1104"/>
                  <a:gd name="T34" fmla="*/ 2147483647 w 714"/>
                  <a:gd name="T35" fmla="*/ 2147483647 h 1104"/>
                  <a:gd name="T36" fmla="*/ 2147483647 w 714"/>
                  <a:gd name="T37" fmla="*/ 2147483647 h 1104"/>
                  <a:gd name="T38" fmla="*/ 2147483647 w 714"/>
                  <a:gd name="T39" fmla="*/ 2147483647 h 1104"/>
                  <a:gd name="T40" fmla="*/ 2147483647 w 714"/>
                  <a:gd name="T41" fmla="*/ 2147483647 h 1104"/>
                  <a:gd name="T42" fmla="*/ 2147483647 w 714"/>
                  <a:gd name="T43" fmla="*/ 2147483647 h 1104"/>
                  <a:gd name="T44" fmla="*/ 2147483647 w 714"/>
                  <a:gd name="T45" fmla="*/ 2147483647 h 1104"/>
                  <a:gd name="T46" fmla="*/ 2147483647 w 714"/>
                  <a:gd name="T47" fmla="*/ 2147483647 h 1104"/>
                  <a:gd name="T48" fmla="*/ 2147483647 w 714"/>
                  <a:gd name="T49" fmla="*/ 2147483647 h 1104"/>
                  <a:gd name="T50" fmla="*/ 2147483647 w 714"/>
                  <a:gd name="T51" fmla="*/ 2147483647 h 1104"/>
                  <a:gd name="T52" fmla="*/ 2147483647 w 714"/>
                  <a:gd name="T53" fmla="*/ 2147483647 h 1104"/>
                  <a:gd name="T54" fmla="*/ 2147483647 w 714"/>
                  <a:gd name="T55" fmla="*/ 2147483647 h 1104"/>
                  <a:gd name="T56" fmla="*/ 2147483647 w 714"/>
                  <a:gd name="T57" fmla="*/ 2147483647 h 1104"/>
                  <a:gd name="T58" fmla="*/ 2147483647 w 714"/>
                  <a:gd name="T59" fmla="*/ 2147483647 h 1104"/>
                  <a:gd name="T60" fmla="*/ 2147483647 w 714"/>
                  <a:gd name="T61" fmla="*/ 2147483647 h 1104"/>
                  <a:gd name="T62" fmla="*/ 2147483647 w 714"/>
                  <a:gd name="T63" fmla="*/ 2147483647 h 1104"/>
                  <a:gd name="T64" fmla="*/ 2147483647 w 714"/>
                  <a:gd name="T65" fmla="*/ 2147483647 h 1104"/>
                  <a:gd name="T66" fmla="*/ 2147483647 w 714"/>
                  <a:gd name="T67" fmla="*/ 2147483647 h 1104"/>
                  <a:gd name="T68" fmla="*/ 2147483647 w 714"/>
                  <a:gd name="T69" fmla="*/ 2147483647 h 1104"/>
                  <a:gd name="T70" fmla="*/ 2147483647 w 714"/>
                  <a:gd name="T71" fmla="*/ 2147483647 h 1104"/>
                  <a:gd name="T72" fmla="*/ 2147483647 w 714"/>
                  <a:gd name="T73" fmla="*/ 2147483647 h 1104"/>
                  <a:gd name="T74" fmla="*/ 2147483647 w 714"/>
                  <a:gd name="T75" fmla="*/ 2147483647 h 1104"/>
                  <a:gd name="T76" fmla="*/ 2147483647 w 714"/>
                  <a:gd name="T77" fmla="*/ 2147483647 h 1104"/>
                  <a:gd name="T78" fmla="*/ 2147483647 w 714"/>
                  <a:gd name="T79" fmla="*/ 2147483647 h 1104"/>
                  <a:gd name="T80" fmla="*/ 2147483647 w 714"/>
                  <a:gd name="T81" fmla="*/ 2147483647 h 1104"/>
                  <a:gd name="T82" fmla="*/ 2147483647 w 714"/>
                  <a:gd name="T83" fmla="*/ 2147483647 h 1104"/>
                  <a:gd name="T84" fmla="*/ 2147483647 w 714"/>
                  <a:gd name="T85" fmla="*/ 2147483647 h 1104"/>
                  <a:gd name="T86" fmla="*/ 2147483647 w 714"/>
                  <a:gd name="T87" fmla="*/ 2147483647 h 110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4"/>
                  <a:gd name="T133" fmla="*/ 0 h 1104"/>
                  <a:gd name="T134" fmla="*/ 714 w 714"/>
                  <a:gd name="T135" fmla="*/ 1104 h 110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4" h="1104">
                    <a:moveTo>
                      <a:pt x="108" y="114"/>
                    </a:moveTo>
                    <a:lnTo>
                      <a:pt x="120" y="126"/>
                    </a:lnTo>
                    <a:lnTo>
                      <a:pt x="120" y="138"/>
                    </a:lnTo>
                    <a:lnTo>
                      <a:pt x="126" y="150"/>
                    </a:lnTo>
                    <a:lnTo>
                      <a:pt x="132" y="156"/>
                    </a:lnTo>
                    <a:lnTo>
                      <a:pt x="138" y="168"/>
                    </a:lnTo>
                    <a:lnTo>
                      <a:pt x="144" y="174"/>
                    </a:lnTo>
                    <a:lnTo>
                      <a:pt x="156" y="198"/>
                    </a:lnTo>
                    <a:lnTo>
                      <a:pt x="162" y="204"/>
                    </a:lnTo>
                    <a:lnTo>
                      <a:pt x="162" y="210"/>
                    </a:lnTo>
                    <a:lnTo>
                      <a:pt x="186" y="210"/>
                    </a:lnTo>
                    <a:lnTo>
                      <a:pt x="192" y="222"/>
                    </a:lnTo>
                    <a:lnTo>
                      <a:pt x="198" y="228"/>
                    </a:lnTo>
                    <a:lnTo>
                      <a:pt x="204" y="240"/>
                    </a:lnTo>
                    <a:lnTo>
                      <a:pt x="240" y="258"/>
                    </a:lnTo>
                    <a:lnTo>
                      <a:pt x="312" y="282"/>
                    </a:lnTo>
                    <a:lnTo>
                      <a:pt x="336" y="288"/>
                    </a:lnTo>
                    <a:lnTo>
                      <a:pt x="348" y="294"/>
                    </a:lnTo>
                    <a:lnTo>
                      <a:pt x="366" y="300"/>
                    </a:lnTo>
                    <a:lnTo>
                      <a:pt x="378" y="312"/>
                    </a:lnTo>
                    <a:lnTo>
                      <a:pt x="414" y="330"/>
                    </a:lnTo>
                    <a:lnTo>
                      <a:pt x="486" y="324"/>
                    </a:lnTo>
                    <a:lnTo>
                      <a:pt x="276" y="570"/>
                    </a:lnTo>
                    <a:lnTo>
                      <a:pt x="192" y="570"/>
                    </a:lnTo>
                    <a:lnTo>
                      <a:pt x="186" y="576"/>
                    </a:lnTo>
                    <a:lnTo>
                      <a:pt x="174" y="576"/>
                    </a:lnTo>
                    <a:lnTo>
                      <a:pt x="162" y="582"/>
                    </a:lnTo>
                    <a:lnTo>
                      <a:pt x="156" y="588"/>
                    </a:lnTo>
                    <a:lnTo>
                      <a:pt x="144" y="594"/>
                    </a:lnTo>
                    <a:lnTo>
                      <a:pt x="144" y="606"/>
                    </a:lnTo>
                    <a:lnTo>
                      <a:pt x="126" y="624"/>
                    </a:lnTo>
                    <a:lnTo>
                      <a:pt x="102" y="624"/>
                    </a:lnTo>
                    <a:lnTo>
                      <a:pt x="90" y="630"/>
                    </a:lnTo>
                    <a:lnTo>
                      <a:pt x="78" y="630"/>
                    </a:lnTo>
                    <a:lnTo>
                      <a:pt x="66" y="642"/>
                    </a:lnTo>
                    <a:lnTo>
                      <a:pt x="66" y="654"/>
                    </a:lnTo>
                    <a:lnTo>
                      <a:pt x="60" y="660"/>
                    </a:lnTo>
                    <a:lnTo>
                      <a:pt x="42" y="696"/>
                    </a:lnTo>
                    <a:lnTo>
                      <a:pt x="0" y="738"/>
                    </a:lnTo>
                    <a:lnTo>
                      <a:pt x="0" y="1038"/>
                    </a:lnTo>
                    <a:lnTo>
                      <a:pt x="42" y="1104"/>
                    </a:lnTo>
                    <a:lnTo>
                      <a:pt x="48" y="1086"/>
                    </a:lnTo>
                    <a:lnTo>
                      <a:pt x="84" y="1032"/>
                    </a:lnTo>
                    <a:lnTo>
                      <a:pt x="96" y="1008"/>
                    </a:lnTo>
                    <a:lnTo>
                      <a:pt x="114" y="996"/>
                    </a:lnTo>
                    <a:lnTo>
                      <a:pt x="144" y="966"/>
                    </a:lnTo>
                    <a:lnTo>
                      <a:pt x="150" y="954"/>
                    </a:lnTo>
                    <a:lnTo>
                      <a:pt x="162" y="936"/>
                    </a:lnTo>
                    <a:lnTo>
                      <a:pt x="192" y="906"/>
                    </a:lnTo>
                    <a:lnTo>
                      <a:pt x="216" y="876"/>
                    </a:lnTo>
                    <a:lnTo>
                      <a:pt x="246" y="846"/>
                    </a:lnTo>
                    <a:lnTo>
                      <a:pt x="264" y="840"/>
                    </a:lnTo>
                    <a:lnTo>
                      <a:pt x="276" y="828"/>
                    </a:lnTo>
                    <a:lnTo>
                      <a:pt x="294" y="816"/>
                    </a:lnTo>
                    <a:lnTo>
                      <a:pt x="318" y="804"/>
                    </a:lnTo>
                    <a:lnTo>
                      <a:pt x="336" y="786"/>
                    </a:lnTo>
                    <a:lnTo>
                      <a:pt x="372" y="756"/>
                    </a:lnTo>
                    <a:lnTo>
                      <a:pt x="420" y="708"/>
                    </a:lnTo>
                    <a:lnTo>
                      <a:pt x="438" y="684"/>
                    </a:lnTo>
                    <a:lnTo>
                      <a:pt x="462" y="654"/>
                    </a:lnTo>
                    <a:lnTo>
                      <a:pt x="492" y="618"/>
                    </a:lnTo>
                    <a:lnTo>
                      <a:pt x="516" y="570"/>
                    </a:lnTo>
                    <a:lnTo>
                      <a:pt x="528" y="540"/>
                    </a:lnTo>
                    <a:lnTo>
                      <a:pt x="546" y="516"/>
                    </a:lnTo>
                    <a:lnTo>
                      <a:pt x="558" y="498"/>
                    </a:lnTo>
                    <a:lnTo>
                      <a:pt x="564" y="492"/>
                    </a:lnTo>
                    <a:lnTo>
                      <a:pt x="570" y="480"/>
                    </a:lnTo>
                    <a:lnTo>
                      <a:pt x="576" y="474"/>
                    </a:lnTo>
                    <a:lnTo>
                      <a:pt x="576" y="450"/>
                    </a:lnTo>
                    <a:lnTo>
                      <a:pt x="582" y="432"/>
                    </a:lnTo>
                    <a:lnTo>
                      <a:pt x="588" y="420"/>
                    </a:lnTo>
                    <a:lnTo>
                      <a:pt x="588" y="402"/>
                    </a:lnTo>
                    <a:lnTo>
                      <a:pt x="594" y="390"/>
                    </a:lnTo>
                    <a:lnTo>
                      <a:pt x="606" y="378"/>
                    </a:lnTo>
                    <a:lnTo>
                      <a:pt x="612" y="366"/>
                    </a:lnTo>
                    <a:lnTo>
                      <a:pt x="624" y="354"/>
                    </a:lnTo>
                    <a:lnTo>
                      <a:pt x="624" y="324"/>
                    </a:lnTo>
                    <a:lnTo>
                      <a:pt x="636" y="318"/>
                    </a:lnTo>
                    <a:lnTo>
                      <a:pt x="642" y="306"/>
                    </a:lnTo>
                    <a:lnTo>
                      <a:pt x="660" y="252"/>
                    </a:lnTo>
                    <a:lnTo>
                      <a:pt x="672" y="252"/>
                    </a:lnTo>
                    <a:lnTo>
                      <a:pt x="672" y="246"/>
                    </a:lnTo>
                    <a:lnTo>
                      <a:pt x="684" y="234"/>
                    </a:lnTo>
                    <a:lnTo>
                      <a:pt x="684" y="138"/>
                    </a:lnTo>
                    <a:lnTo>
                      <a:pt x="708" y="126"/>
                    </a:lnTo>
                    <a:lnTo>
                      <a:pt x="702" y="54"/>
                    </a:lnTo>
                    <a:lnTo>
                      <a:pt x="708" y="42"/>
                    </a:lnTo>
                    <a:lnTo>
                      <a:pt x="708" y="36"/>
                    </a:lnTo>
                    <a:lnTo>
                      <a:pt x="714" y="24"/>
                    </a:lnTo>
                    <a:lnTo>
                      <a:pt x="714" y="12"/>
                    </a:lnTo>
                    <a:lnTo>
                      <a:pt x="690" y="0"/>
                    </a:lnTo>
                    <a:lnTo>
                      <a:pt x="672" y="0"/>
                    </a:lnTo>
                    <a:lnTo>
                      <a:pt x="666" y="12"/>
                    </a:lnTo>
                    <a:lnTo>
                      <a:pt x="654" y="18"/>
                    </a:lnTo>
                    <a:lnTo>
                      <a:pt x="648" y="30"/>
                    </a:lnTo>
                    <a:lnTo>
                      <a:pt x="624" y="42"/>
                    </a:lnTo>
                    <a:lnTo>
                      <a:pt x="612" y="42"/>
                    </a:lnTo>
                    <a:lnTo>
                      <a:pt x="594" y="48"/>
                    </a:lnTo>
                    <a:lnTo>
                      <a:pt x="582" y="54"/>
                    </a:lnTo>
                    <a:lnTo>
                      <a:pt x="564" y="54"/>
                    </a:lnTo>
                    <a:lnTo>
                      <a:pt x="546" y="48"/>
                    </a:lnTo>
                    <a:lnTo>
                      <a:pt x="534" y="42"/>
                    </a:lnTo>
                    <a:lnTo>
                      <a:pt x="516" y="48"/>
                    </a:lnTo>
                    <a:lnTo>
                      <a:pt x="510" y="54"/>
                    </a:lnTo>
                    <a:lnTo>
                      <a:pt x="498" y="60"/>
                    </a:lnTo>
                    <a:lnTo>
                      <a:pt x="492" y="72"/>
                    </a:lnTo>
                    <a:lnTo>
                      <a:pt x="486" y="78"/>
                    </a:lnTo>
                    <a:lnTo>
                      <a:pt x="474" y="78"/>
                    </a:lnTo>
                    <a:lnTo>
                      <a:pt x="462" y="72"/>
                    </a:lnTo>
                    <a:lnTo>
                      <a:pt x="456" y="60"/>
                    </a:lnTo>
                    <a:lnTo>
                      <a:pt x="444" y="60"/>
                    </a:lnTo>
                    <a:lnTo>
                      <a:pt x="438" y="66"/>
                    </a:lnTo>
                    <a:lnTo>
                      <a:pt x="426" y="72"/>
                    </a:lnTo>
                    <a:lnTo>
                      <a:pt x="396" y="102"/>
                    </a:lnTo>
                    <a:lnTo>
                      <a:pt x="384" y="108"/>
                    </a:lnTo>
                    <a:lnTo>
                      <a:pt x="372" y="108"/>
                    </a:lnTo>
                    <a:lnTo>
                      <a:pt x="360" y="102"/>
                    </a:lnTo>
                    <a:lnTo>
                      <a:pt x="354" y="96"/>
                    </a:lnTo>
                    <a:lnTo>
                      <a:pt x="342" y="90"/>
                    </a:lnTo>
                    <a:lnTo>
                      <a:pt x="330" y="90"/>
                    </a:lnTo>
                    <a:lnTo>
                      <a:pt x="306" y="102"/>
                    </a:lnTo>
                    <a:lnTo>
                      <a:pt x="294" y="114"/>
                    </a:lnTo>
                    <a:lnTo>
                      <a:pt x="270" y="126"/>
                    </a:lnTo>
                    <a:lnTo>
                      <a:pt x="210" y="126"/>
                    </a:lnTo>
                    <a:lnTo>
                      <a:pt x="192" y="108"/>
                    </a:lnTo>
                    <a:lnTo>
                      <a:pt x="186" y="96"/>
                    </a:lnTo>
                    <a:lnTo>
                      <a:pt x="174" y="90"/>
                    </a:lnTo>
                    <a:lnTo>
                      <a:pt x="168" y="78"/>
                    </a:lnTo>
                    <a:lnTo>
                      <a:pt x="168" y="66"/>
                    </a:lnTo>
                    <a:lnTo>
                      <a:pt x="156" y="54"/>
                    </a:lnTo>
                    <a:lnTo>
                      <a:pt x="150" y="54"/>
                    </a:lnTo>
                    <a:lnTo>
                      <a:pt x="126" y="78"/>
                    </a:lnTo>
                    <a:lnTo>
                      <a:pt x="108" y="1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1" name="Sierra Leone" descr="© INSCALE GmbH, 05.05.2010&#10;http://www.presentationload.com/">
                <a:extLst>
                  <a:ext uri="{FF2B5EF4-FFF2-40B4-BE49-F238E27FC236}">
                    <a16:creationId xmlns:a16="http://schemas.microsoft.com/office/drawing/2014/main" id="{563B094E-3799-6043-8F75-8623B8BE85CF}"/>
                  </a:ext>
                </a:extLst>
              </p:cNvPr>
              <p:cNvSpPr>
                <a:spLocks/>
              </p:cNvSpPr>
              <p:nvPr/>
            </p:nvSpPr>
            <p:spPr bwMode="gray">
              <a:xfrm>
                <a:off x="5330063" y="3799827"/>
                <a:ext cx="87113" cy="113411"/>
              </a:xfrm>
              <a:custGeom>
                <a:avLst/>
                <a:gdLst>
                  <a:gd name="T0" fmla="*/ 2147483647 w 210"/>
                  <a:gd name="T1" fmla="*/ 2147483647 h 270"/>
                  <a:gd name="T2" fmla="*/ 2147483647 w 210"/>
                  <a:gd name="T3" fmla="*/ 2147483647 h 270"/>
                  <a:gd name="T4" fmla="*/ 2147483647 w 210"/>
                  <a:gd name="T5" fmla="*/ 2147483647 h 270"/>
                  <a:gd name="T6" fmla="*/ 2147483647 w 210"/>
                  <a:gd name="T7" fmla="*/ 2147483647 h 270"/>
                  <a:gd name="T8" fmla="*/ 2147483647 w 210"/>
                  <a:gd name="T9" fmla="*/ 2147483647 h 270"/>
                  <a:gd name="T10" fmla="*/ 2147483647 w 210"/>
                  <a:gd name="T11" fmla="*/ 2147483647 h 270"/>
                  <a:gd name="T12" fmla="*/ 2147483647 w 210"/>
                  <a:gd name="T13" fmla="*/ 2147483647 h 270"/>
                  <a:gd name="T14" fmla="*/ 2147483647 w 210"/>
                  <a:gd name="T15" fmla="*/ 2147483647 h 270"/>
                  <a:gd name="T16" fmla="*/ 2147483647 w 210"/>
                  <a:gd name="T17" fmla="*/ 2147483647 h 270"/>
                  <a:gd name="T18" fmla="*/ 2147483647 w 210"/>
                  <a:gd name="T19" fmla="*/ 2147483647 h 270"/>
                  <a:gd name="T20" fmla="*/ 2147483647 w 210"/>
                  <a:gd name="T21" fmla="*/ 2147483647 h 270"/>
                  <a:gd name="T22" fmla="*/ 2147483647 w 210"/>
                  <a:gd name="T23" fmla="*/ 0 h 270"/>
                  <a:gd name="T24" fmla="*/ 2147483647 w 210"/>
                  <a:gd name="T25" fmla="*/ 0 h 270"/>
                  <a:gd name="T26" fmla="*/ 2147483647 w 210"/>
                  <a:gd name="T27" fmla="*/ 2147483647 h 270"/>
                  <a:gd name="T28" fmla="*/ 2147483647 w 210"/>
                  <a:gd name="T29" fmla="*/ 2147483647 h 270"/>
                  <a:gd name="T30" fmla="*/ 2147483647 w 210"/>
                  <a:gd name="T31" fmla="*/ 2147483647 h 270"/>
                  <a:gd name="T32" fmla="*/ 2147483647 w 210"/>
                  <a:gd name="T33" fmla="*/ 2147483647 h 270"/>
                  <a:gd name="T34" fmla="*/ 2147483647 w 210"/>
                  <a:gd name="T35" fmla="*/ 2147483647 h 270"/>
                  <a:gd name="T36" fmla="*/ 2147483647 w 210"/>
                  <a:gd name="T37" fmla="*/ 2147483647 h 270"/>
                  <a:gd name="T38" fmla="*/ 2147483647 w 210"/>
                  <a:gd name="T39" fmla="*/ 2147483647 h 270"/>
                  <a:gd name="T40" fmla="*/ 2147483647 w 210"/>
                  <a:gd name="T41" fmla="*/ 2147483647 h 270"/>
                  <a:gd name="T42" fmla="*/ 2147483647 w 210"/>
                  <a:gd name="T43" fmla="*/ 2147483647 h 270"/>
                  <a:gd name="T44" fmla="*/ 0 w 210"/>
                  <a:gd name="T45" fmla="*/ 2147483647 h 270"/>
                  <a:gd name="T46" fmla="*/ 2147483647 w 210"/>
                  <a:gd name="T47" fmla="*/ 2147483647 h 270"/>
                  <a:gd name="T48" fmla="*/ 2147483647 w 210"/>
                  <a:gd name="T49" fmla="*/ 2147483647 h 270"/>
                  <a:gd name="T50" fmla="*/ 0 w 210"/>
                  <a:gd name="T51" fmla="*/ 2147483647 h 270"/>
                  <a:gd name="T52" fmla="*/ 0 w 210"/>
                  <a:gd name="T53" fmla="*/ 2147483647 h 270"/>
                  <a:gd name="T54" fmla="*/ 2147483647 w 210"/>
                  <a:gd name="T55" fmla="*/ 2147483647 h 270"/>
                  <a:gd name="T56" fmla="*/ 2147483647 w 210"/>
                  <a:gd name="T57" fmla="*/ 2147483647 h 270"/>
                  <a:gd name="T58" fmla="*/ 2147483647 w 210"/>
                  <a:gd name="T59" fmla="*/ 2147483647 h 270"/>
                  <a:gd name="T60" fmla="*/ 2147483647 w 210"/>
                  <a:gd name="T61" fmla="*/ 2147483647 h 270"/>
                  <a:gd name="T62" fmla="*/ 2147483647 w 210"/>
                  <a:gd name="T63" fmla="*/ 2147483647 h 270"/>
                  <a:gd name="T64" fmla="*/ 2147483647 w 210"/>
                  <a:gd name="T65" fmla="*/ 2147483647 h 270"/>
                  <a:gd name="T66" fmla="*/ 2147483647 w 210"/>
                  <a:gd name="T67" fmla="*/ 2147483647 h 270"/>
                  <a:gd name="T68" fmla="*/ 2147483647 w 210"/>
                  <a:gd name="T69" fmla="*/ 2147483647 h 270"/>
                  <a:gd name="T70" fmla="*/ 2147483647 w 210"/>
                  <a:gd name="T71" fmla="*/ 2147483647 h 270"/>
                  <a:gd name="T72" fmla="*/ 2147483647 w 210"/>
                  <a:gd name="T73" fmla="*/ 2147483647 h 270"/>
                  <a:gd name="T74" fmla="*/ 2147483647 w 210"/>
                  <a:gd name="T75" fmla="*/ 2147483647 h 270"/>
                  <a:gd name="T76" fmla="*/ 2147483647 w 210"/>
                  <a:gd name="T77" fmla="*/ 2147483647 h 270"/>
                  <a:gd name="T78" fmla="*/ 2147483647 w 210"/>
                  <a:gd name="T79" fmla="*/ 2147483647 h 270"/>
                  <a:gd name="T80" fmla="*/ 2147483647 w 210"/>
                  <a:gd name="T81" fmla="*/ 2147483647 h 270"/>
                  <a:gd name="T82" fmla="*/ 2147483647 w 210"/>
                  <a:gd name="T83" fmla="*/ 2147483647 h 270"/>
                  <a:gd name="T84" fmla="*/ 2147483647 w 210"/>
                  <a:gd name="T85" fmla="*/ 2147483647 h 270"/>
                  <a:gd name="T86" fmla="*/ 2147483647 w 210"/>
                  <a:gd name="T87" fmla="*/ 2147483647 h 27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270"/>
                  <a:gd name="T134" fmla="*/ 210 w 210"/>
                  <a:gd name="T135" fmla="*/ 270 h 27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270">
                    <a:moveTo>
                      <a:pt x="186" y="180"/>
                    </a:moveTo>
                    <a:lnTo>
                      <a:pt x="186" y="162"/>
                    </a:lnTo>
                    <a:lnTo>
                      <a:pt x="210" y="156"/>
                    </a:lnTo>
                    <a:lnTo>
                      <a:pt x="204" y="132"/>
                    </a:lnTo>
                    <a:lnTo>
                      <a:pt x="174" y="144"/>
                    </a:lnTo>
                    <a:lnTo>
                      <a:pt x="180" y="126"/>
                    </a:lnTo>
                    <a:lnTo>
                      <a:pt x="186" y="120"/>
                    </a:lnTo>
                    <a:lnTo>
                      <a:pt x="192" y="108"/>
                    </a:lnTo>
                    <a:lnTo>
                      <a:pt x="192" y="90"/>
                    </a:lnTo>
                    <a:lnTo>
                      <a:pt x="180" y="78"/>
                    </a:lnTo>
                    <a:lnTo>
                      <a:pt x="180" y="60"/>
                    </a:lnTo>
                    <a:lnTo>
                      <a:pt x="138" y="0"/>
                    </a:lnTo>
                    <a:lnTo>
                      <a:pt x="102" y="0"/>
                    </a:lnTo>
                    <a:lnTo>
                      <a:pt x="96" y="18"/>
                    </a:lnTo>
                    <a:lnTo>
                      <a:pt x="60" y="18"/>
                    </a:lnTo>
                    <a:lnTo>
                      <a:pt x="60" y="24"/>
                    </a:lnTo>
                    <a:lnTo>
                      <a:pt x="54" y="30"/>
                    </a:lnTo>
                    <a:lnTo>
                      <a:pt x="48" y="42"/>
                    </a:lnTo>
                    <a:lnTo>
                      <a:pt x="36" y="54"/>
                    </a:lnTo>
                    <a:lnTo>
                      <a:pt x="30" y="66"/>
                    </a:lnTo>
                    <a:lnTo>
                      <a:pt x="18" y="72"/>
                    </a:lnTo>
                    <a:lnTo>
                      <a:pt x="12" y="78"/>
                    </a:lnTo>
                    <a:lnTo>
                      <a:pt x="0" y="84"/>
                    </a:lnTo>
                    <a:lnTo>
                      <a:pt x="12" y="96"/>
                    </a:lnTo>
                    <a:lnTo>
                      <a:pt x="6" y="102"/>
                    </a:lnTo>
                    <a:lnTo>
                      <a:pt x="0" y="114"/>
                    </a:lnTo>
                    <a:lnTo>
                      <a:pt x="0" y="132"/>
                    </a:lnTo>
                    <a:lnTo>
                      <a:pt x="6" y="138"/>
                    </a:lnTo>
                    <a:lnTo>
                      <a:pt x="18" y="144"/>
                    </a:lnTo>
                    <a:lnTo>
                      <a:pt x="24" y="150"/>
                    </a:lnTo>
                    <a:lnTo>
                      <a:pt x="18" y="180"/>
                    </a:lnTo>
                    <a:lnTo>
                      <a:pt x="42" y="198"/>
                    </a:lnTo>
                    <a:lnTo>
                      <a:pt x="42" y="204"/>
                    </a:lnTo>
                    <a:lnTo>
                      <a:pt x="48" y="210"/>
                    </a:lnTo>
                    <a:lnTo>
                      <a:pt x="54" y="222"/>
                    </a:lnTo>
                    <a:lnTo>
                      <a:pt x="78" y="234"/>
                    </a:lnTo>
                    <a:lnTo>
                      <a:pt x="96" y="234"/>
                    </a:lnTo>
                    <a:lnTo>
                      <a:pt x="126" y="270"/>
                    </a:lnTo>
                    <a:lnTo>
                      <a:pt x="126" y="234"/>
                    </a:lnTo>
                    <a:lnTo>
                      <a:pt x="144" y="216"/>
                    </a:lnTo>
                    <a:lnTo>
                      <a:pt x="156" y="210"/>
                    </a:lnTo>
                    <a:lnTo>
                      <a:pt x="168" y="198"/>
                    </a:lnTo>
                    <a:lnTo>
                      <a:pt x="180" y="192"/>
                    </a:lnTo>
                    <a:lnTo>
                      <a:pt x="186" y="18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2" name="Senegal" descr="© INSCALE GmbH, 05.05.2010&#10;http://www.presentationload.com/">
                <a:extLst>
                  <a:ext uri="{FF2B5EF4-FFF2-40B4-BE49-F238E27FC236}">
                    <a16:creationId xmlns:a16="http://schemas.microsoft.com/office/drawing/2014/main" id="{4E64D523-706C-F042-90C5-B6CC7E534467}"/>
                  </a:ext>
                </a:extLst>
              </p:cNvPr>
              <p:cNvSpPr>
                <a:spLocks/>
              </p:cNvSpPr>
              <p:nvPr/>
            </p:nvSpPr>
            <p:spPr bwMode="gray">
              <a:xfrm>
                <a:off x="5242951" y="3571362"/>
                <a:ext cx="174226" cy="154500"/>
              </a:xfrm>
              <a:custGeom>
                <a:avLst/>
                <a:gdLst>
                  <a:gd name="T0" fmla="*/ 2147483647 w 414"/>
                  <a:gd name="T1" fmla="*/ 2147483647 h 366"/>
                  <a:gd name="T2" fmla="*/ 2147483647 w 414"/>
                  <a:gd name="T3" fmla="*/ 2147483647 h 366"/>
                  <a:gd name="T4" fmla="*/ 2147483647 w 414"/>
                  <a:gd name="T5" fmla="*/ 2147483647 h 366"/>
                  <a:gd name="T6" fmla="*/ 2147483647 w 414"/>
                  <a:gd name="T7" fmla="*/ 2147483647 h 366"/>
                  <a:gd name="T8" fmla="*/ 2147483647 w 414"/>
                  <a:gd name="T9" fmla="*/ 2147483647 h 366"/>
                  <a:gd name="T10" fmla="*/ 2147483647 w 414"/>
                  <a:gd name="T11" fmla="*/ 2147483647 h 366"/>
                  <a:gd name="T12" fmla="*/ 2147483647 w 414"/>
                  <a:gd name="T13" fmla="*/ 2147483647 h 366"/>
                  <a:gd name="T14" fmla="*/ 2147483647 w 414"/>
                  <a:gd name="T15" fmla="*/ 2147483647 h 366"/>
                  <a:gd name="T16" fmla="*/ 2147483647 w 414"/>
                  <a:gd name="T17" fmla="*/ 2147483647 h 366"/>
                  <a:gd name="T18" fmla="*/ 2147483647 w 414"/>
                  <a:gd name="T19" fmla="*/ 2147483647 h 366"/>
                  <a:gd name="T20" fmla="*/ 2147483647 w 414"/>
                  <a:gd name="T21" fmla="*/ 2147483647 h 366"/>
                  <a:gd name="T22" fmla="*/ 2147483647 w 414"/>
                  <a:gd name="T23" fmla="*/ 2147483647 h 366"/>
                  <a:gd name="T24" fmla="*/ 2147483647 w 414"/>
                  <a:gd name="T25" fmla="*/ 2147483647 h 366"/>
                  <a:gd name="T26" fmla="*/ 2147483647 w 414"/>
                  <a:gd name="T27" fmla="*/ 2147483647 h 366"/>
                  <a:gd name="T28" fmla="*/ 2147483647 w 414"/>
                  <a:gd name="T29" fmla="*/ 0 h 366"/>
                  <a:gd name="T30" fmla="*/ 2147483647 w 414"/>
                  <a:gd name="T31" fmla="*/ 2147483647 h 366"/>
                  <a:gd name="T32" fmla="*/ 2147483647 w 414"/>
                  <a:gd name="T33" fmla="*/ 2147483647 h 366"/>
                  <a:gd name="T34" fmla="*/ 2147483647 w 414"/>
                  <a:gd name="T35" fmla="*/ 2147483647 h 366"/>
                  <a:gd name="T36" fmla="*/ 2147483647 w 414"/>
                  <a:gd name="T37" fmla="*/ 2147483647 h 366"/>
                  <a:gd name="T38" fmla="*/ 2147483647 w 414"/>
                  <a:gd name="T39" fmla="*/ 2147483647 h 366"/>
                  <a:gd name="T40" fmla="*/ 2147483647 w 414"/>
                  <a:gd name="T41" fmla="*/ 2147483647 h 366"/>
                  <a:gd name="T42" fmla="*/ 0 w 414"/>
                  <a:gd name="T43" fmla="*/ 2147483647 h 366"/>
                  <a:gd name="T44" fmla="*/ 2147483647 w 414"/>
                  <a:gd name="T45" fmla="*/ 2147483647 h 366"/>
                  <a:gd name="T46" fmla="*/ 2147483647 w 414"/>
                  <a:gd name="T47" fmla="*/ 2147483647 h 366"/>
                  <a:gd name="T48" fmla="*/ 2147483647 w 414"/>
                  <a:gd name="T49" fmla="*/ 2147483647 h 366"/>
                  <a:gd name="T50" fmla="*/ 2147483647 w 414"/>
                  <a:gd name="T51" fmla="*/ 2147483647 h 366"/>
                  <a:gd name="T52" fmla="*/ 2147483647 w 414"/>
                  <a:gd name="T53" fmla="*/ 2147483647 h 366"/>
                  <a:gd name="T54" fmla="*/ 2147483647 w 414"/>
                  <a:gd name="T55" fmla="*/ 2147483647 h 366"/>
                  <a:gd name="T56" fmla="*/ 2147483647 w 414"/>
                  <a:gd name="T57" fmla="*/ 2147483647 h 366"/>
                  <a:gd name="T58" fmla="*/ 2147483647 w 414"/>
                  <a:gd name="T59" fmla="*/ 2147483647 h 366"/>
                  <a:gd name="T60" fmla="*/ 2147483647 w 414"/>
                  <a:gd name="T61" fmla="*/ 2147483647 h 366"/>
                  <a:gd name="T62" fmla="*/ 2147483647 w 414"/>
                  <a:gd name="T63" fmla="*/ 2147483647 h 366"/>
                  <a:gd name="T64" fmla="*/ 2147483647 w 414"/>
                  <a:gd name="T65" fmla="*/ 2147483647 h 366"/>
                  <a:gd name="T66" fmla="*/ 2147483647 w 414"/>
                  <a:gd name="T67" fmla="*/ 2147483647 h 366"/>
                  <a:gd name="T68" fmla="*/ 2147483647 w 414"/>
                  <a:gd name="T69" fmla="*/ 2147483647 h 366"/>
                  <a:gd name="T70" fmla="*/ 2147483647 w 414"/>
                  <a:gd name="T71" fmla="*/ 2147483647 h 366"/>
                  <a:gd name="T72" fmla="*/ 2147483647 w 414"/>
                  <a:gd name="T73" fmla="*/ 2147483647 h 366"/>
                  <a:gd name="T74" fmla="*/ 2147483647 w 414"/>
                  <a:gd name="T75" fmla="*/ 2147483647 h 366"/>
                  <a:gd name="T76" fmla="*/ 2147483647 w 414"/>
                  <a:gd name="T77" fmla="*/ 2147483647 h 366"/>
                  <a:gd name="T78" fmla="*/ 2147483647 w 414"/>
                  <a:gd name="T79" fmla="*/ 2147483647 h 366"/>
                  <a:gd name="T80" fmla="*/ 2147483647 w 414"/>
                  <a:gd name="T81" fmla="*/ 2147483647 h 366"/>
                  <a:gd name="T82" fmla="*/ 2147483647 w 414"/>
                  <a:gd name="T83" fmla="*/ 2147483647 h 366"/>
                  <a:gd name="T84" fmla="*/ 2147483647 w 414"/>
                  <a:gd name="T85" fmla="*/ 2147483647 h 366"/>
                  <a:gd name="T86" fmla="*/ 2147483647 w 414"/>
                  <a:gd name="T87" fmla="*/ 2147483647 h 366"/>
                  <a:gd name="T88" fmla="*/ 2147483647 w 414"/>
                  <a:gd name="T89" fmla="*/ 2147483647 h 366"/>
                  <a:gd name="T90" fmla="*/ 2147483647 w 414"/>
                  <a:gd name="T91" fmla="*/ 2147483647 h 366"/>
                  <a:gd name="T92" fmla="*/ 2147483647 w 414"/>
                  <a:gd name="T93" fmla="*/ 2147483647 h 366"/>
                  <a:gd name="T94" fmla="*/ 2147483647 w 414"/>
                  <a:gd name="T95" fmla="*/ 2147483647 h 366"/>
                  <a:gd name="T96" fmla="*/ 2147483647 w 414"/>
                  <a:gd name="T97" fmla="*/ 2147483647 h 366"/>
                  <a:gd name="T98" fmla="*/ 2147483647 w 414"/>
                  <a:gd name="T99" fmla="*/ 2147483647 h 366"/>
                  <a:gd name="T100" fmla="*/ 2147483647 w 414"/>
                  <a:gd name="T101" fmla="*/ 2147483647 h 366"/>
                  <a:gd name="T102" fmla="*/ 2147483647 w 414"/>
                  <a:gd name="T103" fmla="*/ 2147483647 h 366"/>
                  <a:gd name="T104" fmla="*/ 2147483647 w 414"/>
                  <a:gd name="T105" fmla="*/ 2147483647 h 3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4"/>
                  <a:gd name="T160" fmla="*/ 0 h 366"/>
                  <a:gd name="T161" fmla="*/ 414 w 414"/>
                  <a:gd name="T162" fmla="*/ 366 h 3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4" h="366">
                    <a:moveTo>
                      <a:pt x="402" y="270"/>
                    </a:moveTo>
                    <a:lnTo>
                      <a:pt x="396" y="270"/>
                    </a:lnTo>
                    <a:lnTo>
                      <a:pt x="396" y="276"/>
                    </a:lnTo>
                    <a:lnTo>
                      <a:pt x="384" y="276"/>
                    </a:lnTo>
                    <a:lnTo>
                      <a:pt x="378" y="270"/>
                    </a:lnTo>
                    <a:lnTo>
                      <a:pt x="378" y="246"/>
                    </a:lnTo>
                    <a:lnTo>
                      <a:pt x="384" y="240"/>
                    </a:lnTo>
                    <a:lnTo>
                      <a:pt x="384" y="222"/>
                    </a:lnTo>
                    <a:lnTo>
                      <a:pt x="372" y="210"/>
                    </a:lnTo>
                    <a:lnTo>
                      <a:pt x="372" y="204"/>
                    </a:lnTo>
                    <a:lnTo>
                      <a:pt x="360" y="186"/>
                    </a:lnTo>
                    <a:lnTo>
                      <a:pt x="360" y="162"/>
                    </a:lnTo>
                    <a:lnTo>
                      <a:pt x="348" y="138"/>
                    </a:lnTo>
                    <a:lnTo>
                      <a:pt x="318" y="132"/>
                    </a:lnTo>
                    <a:lnTo>
                      <a:pt x="318" y="108"/>
                    </a:lnTo>
                    <a:lnTo>
                      <a:pt x="312" y="102"/>
                    </a:lnTo>
                    <a:lnTo>
                      <a:pt x="294" y="102"/>
                    </a:lnTo>
                    <a:lnTo>
                      <a:pt x="294" y="72"/>
                    </a:lnTo>
                    <a:lnTo>
                      <a:pt x="288" y="60"/>
                    </a:lnTo>
                    <a:lnTo>
                      <a:pt x="288" y="54"/>
                    </a:lnTo>
                    <a:lnTo>
                      <a:pt x="282" y="48"/>
                    </a:lnTo>
                    <a:lnTo>
                      <a:pt x="264" y="48"/>
                    </a:lnTo>
                    <a:lnTo>
                      <a:pt x="252" y="54"/>
                    </a:lnTo>
                    <a:lnTo>
                      <a:pt x="246" y="42"/>
                    </a:lnTo>
                    <a:lnTo>
                      <a:pt x="234" y="30"/>
                    </a:lnTo>
                    <a:lnTo>
                      <a:pt x="228" y="18"/>
                    </a:lnTo>
                    <a:lnTo>
                      <a:pt x="222" y="18"/>
                    </a:lnTo>
                    <a:lnTo>
                      <a:pt x="210" y="12"/>
                    </a:lnTo>
                    <a:lnTo>
                      <a:pt x="186" y="12"/>
                    </a:lnTo>
                    <a:lnTo>
                      <a:pt x="162" y="0"/>
                    </a:lnTo>
                    <a:lnTo>
                      <a:pt x="162" y="18"/>
                    </a:lnTo>
                    <a:lnTo>
                      <a:pt x="132" y="12"/>
                    </a:lnTo>
                    <a:lnTo>
                      <a:pt x="120" y="18"/>
                    </a:lnTo>
                    <a:lnTo>
                      <a:pt x="114" y="18"/>
                    </a:lnTo>
                    <a:lnTo>
                      <a:pt x="108" y="12"/>
                    </a:lnTo>
                    <a:lnTo>
                      <a:pt x="102" y="12"/>
                    </a:lnTo>
                    <a:lnTo>
                      <a:pt x="90" y="18"/>
                    </a:lnTo>
                    <a:lnTo>
                      <a:pt x="84" y="24"/>
                    </a:lnTo>
                    <a:lnTo>
                      <a:pt x="66" y="60"/>
                    </a:lnTo>
                    <a:lnTo>
                      <a:pt x="60" y="66"/>
                    </a:lnTo>
                    <a:lnTo>
                      <a:pt x="60" y="90"/>
                    </a:lnTo>
                    <a:lnTo>
                      <a:pt x="48" y="96"/>
                    </a:lnTo>
                    <a:lnTo>
                      <a:pt x="30" y="132"/>
                    </a:lnTo>
                    <a:lnTo>
                      <a:pt x="0" y="162"/>
                    </a:lnTo>
                    <a:lnTo>
                      <a:pt x="6" y="168"/>
                    </a:lnTo>
                    <a:lnTo>
                      <a:pt x="12" y="168"/>
                    </a:lnTo>
                    <a:lnTo>
                      <a:pt x="18" y="174"/>
                    </a:lnTo>
                    <a:lnTo>
                      <a:pt x="24" y="186"/>
                    </a:lnTo>
                    <a:lnTo>
                      <a:pt x="24" y="204"/>
                    </a:lnTo>
                    <a:lnTo>
                      <a:pt x="42" y="222"/>
                    </a:lnTo>
                    <a:lnTo>
                      <a:pt x="42" y="246"/>
                    </a:lnTo>
                    <a:lnTo>
                      <a:pt x="48" y="252"/>
                    </a:lnTo>
                    <a:lnTo>
                      <a:pt x="126" y="252"/>
                    </a:lnTo>
                    <a:lnTo>
                      <a:pt x="126" y="240"/>
                    </a:lnTo>
                    <a:lnTo>
                      <a:pt x="180" y="240"/>
                    </a:lnTo>
                    <a:lnTo>
                      <a:pt x="180" y="252"/>
                    </a:lnTo>
                    <a:lnTo>
                      <a:pt x="192" y="246"/>
                    </a:lnTo>
                    <a:lnTo>
                      <a:pt x="198" y="252"/>
                    </a:lnTo>
                    <a:lnTo>
                      <a:pt x="204" y="264"/>
                    </a:lnTo>
                    <a:lnTo>
                      <a:pt x="216" y="264"/>
                    </a:lnTo>
                    <a:lnTo>
                      <a:pt x="222" y="258"/>
                    </a:lnTo>
                    <a:lnTo>
                      <a:pt x="246" y="258"/>
                    </a:lnTo>
                    <a:lnTo>
                      <a:pt x="252" y="264"/>
                    </a:lnTo>
                    <a:lnTo>
                      <a:pt x="252" y="270"/>
                    </a:lnTo>
                    <a:lnTo>
                      <a:pt x="246" y="276"/>
                    </a:lnTo>
                    <a:lnTo>
                      <a:pt x="234" y="282"/>
                    </a:lnTo>
                    <a:lnTo>
                      <a:pt x="228" y="288"/>
                    </a:lnTo>
                    <a:lnTo>
                      <a:pt x="204" y="288"/>
                    </a:lnTo>
                    <a:lnTo>
                      <a:pt x="186" y="282"/>
                    </a:lnTo>
                    <a:lnTo>
                      <a:pt x="180" y="270"/>
                    </a:lnTo>
                    <a:lnTo>
                      <a:pt x="168" y="264"/>
                    </a:lnTo>
                    <a:lnTo>
                      <a:pt x="162" y="258"/>
                    </a:lnTo>
                    <a:lnTo>
                      <a:pt x="156" y="264"/>
                    </a:lnTo>
                    <a:lnTo>
                      <a:pt x="150" y="276"/>
                    </a:lnTo>
                    <a:lnTo>
                      <a:pt x="126" y="276"/>
                    </a:lnTo>
                    <a:lnTo>
                      <a:pt x="120" y="282"/>
                    </a:lnTo>
                    <a:lnTo>
                      <a:pt x="108" y="282"/>
                    </a:lnTo>
                    <a:lnTo>
                      <a:pt x="108" y="294"/>
                    </a:lnTo>
                    <a:lnTo>
                      <a:pt x="36" y="294"/>
                    </a:lnTo>
                    <a:lnTo>
                      <a:pt x="36" y="318"/>
                    </a:lnTo>
                    <a:lnTo>
                      <a:pt x="30" y="324"/>
                    </a:lnTo>
                    <a:lnTo>
                      <a:pt x="30" y="336"/>
                    </a:lnTo>
                    <a:lnTo>
                      <a:pt x="36" y="342"/>
                    </a:lnTo>
                    <a:lnTo>
                      <a:pt x="42" y="354"/>
                    </a:lnTo>
                    <a:lnTo>
                      <a:pt x="48" y="360"/>
                    </a:lnTo>
                    <a:lnTo>
                      <a:pt x="60" y="366"/>
                    </a:lnTo>
                    <a:lnTo>
                      <a:pt x="66" y="366"/>
                    </a:lnTo>
                    <a:lnTo>
                      <a:pt x="72" y="360"/>
                    </a:lnTo>
                    <a:lnTo>
                      <a:pt x="78" y="360"/>
                    </a:lnTo>
                    <a:lnTo>
                      <a:pt x="90" y="348"/>
                    </a:lnTo>
                    <a:lnTo>
                      <a:pt x="126" y="348"/>
                    </a:lnTo>
                    <a:lnTo>
                      <a:pt x="156" y="324"/>
                    </a:lnTo>
                    <a:lnTo>
                      <a:pt x="294" y="330"/>
                    </a:lnTo>
                    <a:lnTo>
                      <a:pt x="294" y="336"/>
                    </a:lnTo>
                    <a:lnTo>
                      <a:pt x="300" y="348"/>
                    </a:lnTo>
                    <a:lnTo>
                      <a:pt x="318" y="348"/>
                    </a:lnTo>
                    <a:lnTo>
                      <a:pt x="324" y="342"/>
                    </a:lnTo>
                    <a:lnTo>
                      <a:pt x="330" y="348"/>
                    </a:lnTo>
                    <a:lnTo>
                      <a:pt x="336" y="360"/>
                    </a:lnTo>
                    <a:lnTo>
                      <a:pt x="342" y="366"/>
                    </a:lnTo>
                    <a:lnTo>
                      <a:pt x="354" y="366"/>
                    </a:lnTo>
                    <a:lnTo>
                      <a:pt x="366" y="360"/>
                    </a:lnTo>
                    <a:lnTo>
                      <a:pt x="372" y="354"/>
                    </a:lnTo>
                    <a:lnTo>
                      <a:pt x="414" y="354"/>
                    </a:lnTo>
                    <a:lnTo>
                      <a:pt x="414" y="288"/>
                    </a:lnTo>
                    <a:lnTo>
                      <a:pt x="408" y="276"/>
                    </a:lnTo>
                    <a:lnTo>
                      <a:pt x="402" y="2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3" name="Rwanda" descr="© INSCALE GmbH, 05.05.2010&#10;http://www.presentationload.com/">
                <a:extLst>
                  <a:ext uri="{FF2B5EF4-FFF2-40B4-BE49-F238E27FC236}">
                    <a16:creationId xmlns:a16="http://schemas.microsoft.com/office/drawing/2014/main" id="{04F325EF-CCDC-DC48-9EF3-56CE15DB3968}"/>
                  </a:ext>
                </a:extLst>
              </p:cNvPr>
              <p:cNvSpPr>
                <a:spLocks/>
              </p:cNvSpPr>
              <p:nvPr/>
            </p:nvSpPr>
            <p:spPr bwMode="gray">
              <a:xfrm>
                <a:off x="6585804" y="4176220"/>
                <a:ext cx="62458" cy="62458"/>
              </a:xfrm>
              <a:custGeom>
                <a:avLst/>
                <a:gdLst>
                  <a:gd name="T0" fmla="*/ 2147483647 w 150"/>
                  <a:gd name="T1" fmla="*/ 2147483647 h 150"/>
                  <a:gd name="T2" fmla="*/ 2147483647 w 150"/>
                  <a:gd name="T3" fmla="*/ 2147483647 h 150"/>
                  <a:gd name="T4" fmla="*/ 2147483647 w 150"/>
                  <a:gd name="T5" fmla="*/ 2147483647 h 150"/>
                  <a:gd name="T6" fmla="*/ 2147483647 w 150"/>
                  <a:gd name="T7" fmla="*/ 2147483647 h 150"/>
                  <a:gd name="T8" fmla="*/ 2147483647 w 150"/>
                  <a:gd name="T9" fmla="*/ 2147483647 h 150"/>
                  <a:gd name="T10" fmla="*/ 2147483647 w 150"/>
                  <a:gd name="T11" fmla="*/ 2147483647 h 150"/>
                  <a:gd name="T12" fmla="*/ 2147483647 w 150"/>
                  <a:gd name="T13" fmla="*/ 2147483647 h 150"/>
                  <a:gd name="T14" fmla="*/ 2147483647 w 150"/>
                  <a:gd name="T15" fmla="*/ 2147483647 h 150"/>
                  <a:gd name="T16" fmla="*/ 2147483647 w 150"/>
                  <a:gd name="T17" fmla="*/ 2147483647 h 150"/>
                  <a:gd name="T18" fmla="*/ 2147483647 w 150"/>
                  <a:gd name="T19" fmla="*/ 2147483647 h 150"/>
                  <a:gd name="T20" fmla="*/ 2147483647 w 150"/>
                  <a:gd name="T21" fmla="*/ 2147483647 h 150"/>
                  <a:gd name="T22" fmla="*/ 2147483647 w 150"/>
                  <a:gd name="T23" fmla="*/ 2147483647 h 150"/>
                  <a:gd name="T24" fmla="*/ 2147483647 w 150"/>
                  <a:gd name="T25" fmla="*/ 2147483647 h 150"/>
                  <a:gd name="T26" fmla="*/ 2147483647 w 150"/>
                  <a:gd name="T27" fmla="*/ 0 h 150"/>
                  <a:gd name="T28" fmla="*/ 2147483647 w 150"/>
                  <a:gd name="T29" fmla="*/ 2147483647 h 150"/>
                  <a:gd name="T30" fmla="*/ 2147483647 w 150"/>
                  <a:gd name="T31" fmla="*/ 2147483647 h 150"/>
                  <a:gd name="T32" fmla="*/ 2147483647 w 150"/>
                  <a:gd name="T33" fmla="*/ 2147483647 h 150"/>
                  <a:gd name="T34" fmla="*/ 2147483647 w 150"/>
                  <a:gd name="T35" fmla="*/ 2147483647 h 150"/>
                  <a:gd name="T36" fmla="*/ 2147483647 w 150"/>
                  <a:gd name="T37" fmla="*/ 2147483647 h 150"/>
                  <a:gd name="T38" fmla="*/ 2147483647 w 150"/>
                  <a:gd name="T39" fmla="*/ 2147483647 h 150"/>
                  <a:gd name="T40" fmla="*/ 2147483647 w 150"/>
                  <a:gd name="T41" fmla="*/ 2147483647 h 150"/>
                  <a:gd name="T42" fmla="*/ 2147483647 w 150"/>
                  <a:gd name="T43" fmla="*/ 2147483647 h 150"/>
                  <a:gd name="T44" fmla="*/ 2147483647 w 150"/>
                  <a:gd name="T45" fmla="*/ 2147483647 h 150"/>
                  <a:gd name="T46" fmla="*/ 2147483647 w 150"/>
                  <a:gd name="T47" fmla="*/ 2147483647 h 150"/>
                  <a:gd name="T48" fmla="*/ 2147483647 w 150"/>
                  <a:gd name="T49" fmla="*/ 2147483647 h 150"/>
                  <a:gd name="T50" fmla="*/ 2147483647 w 150"/>
                  <a:gd name="T51" fmla="*/ 2147483647 h 150"/>
                  <a:gd name="T52" fmla="*/ 2147483647 w 150"/>
                  <a:gd name="T53" fmla="*/ 2147483647 h 150"/>
                  <a:gd name="T54" fmla="*/ 2147483647 w 150"/>
                  <a:gd name="T55" fmla="*/ 2147483647 h 150"/>
                  <a:gd name="T56" fmla="*/ 2147483647 w 150"/>
                  <a:gd name="T57" fmla="*/ 2147483647 h 150"/>
                  <a:gd name="T58" fmla="*/ 2147483647 w 150"/>
                  <a:gd name="T59" fmla="*/ 2147483647 h 150"/>
                  <a:gd name="T60" fmla="*/ 0 w 150"/>
                  <a:gd name="T61" fmla="*/ 2147483647 h 150"/>
                  <a:gd name="T62" fmla="*/ 0 w 150"/>
                  <a:gd name="T63" fmla="*/ 2147483647 h 150"/>
                  <a:gd name="T64" fmla="*/ 2147483647 w 150"/>
                  <a:gd name="T65" fmla="*/ 2147483647 h 150"/>
                  <a:gd name="T66" fmla="*/ 2147483647 w 150"/>
                  <a:gd name="T67" fmla="*/ 2147483647 h 150"/>
                  <a:gd name="T68" fmla="*/ 2147483647 w 150"/>
                  <a:gd name="T69" fmla="*/ 2147483647 h 150"/>
                  <a:gd name="T70" fmla="*/ 2147483647 w 150"/>
                  <a:gd name="T71" fmla="*/ 2147483647 h 150"/>
                  <a:gd name="T72" fmla="*/ 2147483647 w 150"/>
                  <a:gd name="T73" fmla="*/ 2147483647 h 1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0"/>
                  <a:gd name="T112" fmla="*/ 0 h 150"/>
                  <a:gd name="T113" fmla="*/ 150 w 150"/>
                  <a:gd name="T114" fmla="*/ 150 h 1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0" h="150">
                    <a:moveTo>
                      <a:pt x="48" y="150"/>
                    </a:moveTo>
                    <a:lnTo>
                      <a:pt x="54" y="150"/>
                    </a:lnTo>
                    <a:lnTo>
                      <a:pt x="60" y="144"/>
                    </a:lnTo>
                    <a:lnTo>
                      <a:pt x="72" y="138"/>
                    </a:lnTo>
                    <a:lnTo>
                      <a:pt x="78" y="114"/>
                    </a:lnTo>
                    <a:lnTo>
                      <a:pt x="138" y="114"/>
                    </a:lnTo>
                    <a:lnTo>
                      <a:pt x="150" y="102"/>
                    </a:lnTo>
                    <a:lnTo>
                      <a:pt x="150" y="72"/>
                    </a:lnTo>
                    <a:lnTo>
                      <a:pt x="144" y="66"/>
                    </a:lnTo>
                    <a:lnTo>
                      <a:pt x="144" y="48"/>
                    </a:lnTo>
                    <a:lnTo>
                      <a:pt x="138" y="42"/>
                    </a:lnTo>
                    <a:lnTo>
                      <a:pt x="132" y="30"/>
                    </a:lnTo>
                    <a:lnTo>
                      <a:pt x="126" y="24"/>
                    </a:lnTo>
                    <a:lnTo>
                      <a:pt x="132" y="0"/>
                    </a:lnTo>
                    <a:lnTo>
                      <a:pt x="108" y="6"/>
                    </a:lnTo>
                    <a:lnTo>
                      <a:pt x="108" y="12"/>
                    </a:lnTo>
                    <a:lnTo>
                      <a:pt x="102" y="18"/>
                    </a:lnTo>
                    <a:lnTo>
                      <a:pt x="90" y="42"/>
                    </a:lnTo>
                    <a:lnTo>
                      <a:pt x="84" y="42"/>
                    </a:lnTo>
                    <a:lnTo>
                      <a:pt x="72" y="30"/>
                    </a:lnTo>
                    <a:lnTo>
                      <a:pt x="54" y="30"/>
                    </a:lnTo>
                    <a:lnTo>
                      <a:pt x="48" y="36"/>
                    </a:lnTo>
                    <a:lnTo>
                      <a:pt x="24" y="48"/>
                    </a:lnTo>
                    <a:lnTo>
                      <a:pt x="18" y="54"/>
                    </a:lnTo>
                    <a:lnTo>
                      <a:pt x="18" y="60"/>
                    </a:lnTo>
                    <a:lnTo>
                      <a:pt x="24" y="72"/>
                    </a:lnTo>
                    <a:lnTo>
                      <a:pt x="30" y="78"/>
                    </a:lnTo>
                    <a:lnTo>
                      <a:pt x="30" y="90"/>
                    </a:lnTo>
                    <a:lnTo>
                      <a:pt x="18" y="102"/>
                    </a:lnTo>
                    <a:lnTo>
                      <a:pt x="6" y="108"/>
                    </a:lnTo>
                    <a:lnTo>
                      <a:pt x="0" y="120"/>
                    </a:lnTo>
                    <a:lnTo>
                      <a:pt x="0" y="126"/>
                    </a:lnTo>
                    <a:lnTo>
                      <a:pt x="6" y="132"/>
                    </a:lnTo>
                    <a:lnTo>
                      <a:pt x="30" y="132"/>
                    </a:lnTo>
                    <a:lnTo>
                      <a:pt x="36" y="144"/>
                    </a:lnTo>
                    <a:lnTo>
                      <a:pt x="42" y="150"/>
                    </a:lnTo>
                    <a:lnTo>
                      <a:pt x="48"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4" name="Nigeria" descr="© INSCALE GmbH, 05.05.2010&#10;http://www.presentationload.com/">
                <a:extLst>
                  <a:ext uri="{FF2B5EF4-FFF2-40B4-BE49-F238E27FC236}">
                    <a16:creationId xmlns:a16="http://schemas.microsoft.com/office/drawing/2014/main" id="{5C15AFD7-9046-B344-A7FF-E7888365E8B3}"/>
                  </a:ext>
                </a:extLst>
              </p:cNvPr>
              <p:cNvSpPr>
                <a:spLocks/>
              </p:cNvSpPr>
              <p:nvPr/>
            </p:nvSpPr>
            <p:spPr bwMode="gray">
              <a:xfrm>
                <a:off x="5806719" y="3671621"/>
                <a:ext cx="351739" cy="323797"/>
              </a:xfrm>
              <a:custGeom>
                <a:avLst/>
                <a:gdLst>
                  <a:gd name="T0" fmla="*/ 2147483647 w 840"/>
                  <a:gd name="T1" fmla="*/ 2147483647 h 768"/>
                  <a:gd name="T2" fmla="*/ 2147483647 w 840"/>
                  <a:gd name="T3" fmla="*/ 2147483647 h 768"/>
                  <a:gd name="T4" fmla="*/ 2147483647 w 840"/>
                  <a:gd name="T5" fmla="*/ 2147483647 h 768"/>
                  <a:gd name="T6" fmla="*/ 2147483647 w 840"/>
                  <a:gd name="T7" fmla="*/ 2147483647 h 768"/>
                  <a:gd name="T8" fmla="*/ 2147483647 w 840"/>
                  <a:gd name="T9" fmla="*/ 2147483647 h 768"/>
                  <a:gd name="T10" fmla="*/ 2147483647 w 840"/>
                  <a:gd name="T11" fmla="*/ 2147483647 h 768"/>
                  <a:gd name="T12" fmla="*/ 2147483647 w 840"/>
                  <a:gd name="T13" fmla="*/ 2147483647 h 768"/>
                  <a:gd name="T14" fmla="*/ 2147483647 w 840"/>
                  <a:gd name="T15" fmla="*/ 2147483647 h 768"/>
                  <a:gd name="T16" fmla="*/ 2147483647 w 840"/>
                  <a:gd name="T17" fmla="*/ 2147483647 h 768"/>
                  <a:gd name="T18" fmla="*/ 2147483647 w 840"/>
                  <a:gd name="T19" fmla="*/ 2147483647 h 768"/>
                  <a:gd name="T20" fmla="*/ 2147483647 w 840"/>
                  <a:gd name="T21" fmla="*/ 2147483647 h 768"/>
                  <a:gd name="T22" fmla="*/ 2147483647 w 840"/>
                  <a:gd name="T23" fmla="*/ 2147483647 h 768"/>
                  <a:gd name="T24" fmla="*/ 2147483647 w 840"/>
                  <a:gd name="T25" fmla="*/ 2147483647 h 768"/>
                  <a:gd name="T26" fmla="*/ 2147483647 w 840"/>
                  <a:gd name="T27" fmla="*/ 2147483647 h 768"/>
                  <a:gd name="T28" fmla="*/ 2147483647 w 840"/>
                  <a:gd name="T29" fmla="*/ 2147483647 h 768"/>
                  <a:gd name="T30" fmla="*/ 2147483647 w 840"/>
                  <a:gd name="T31" fmla="*/ 2147483647 h 768"/>
                  <a:gd name="T32" fmla="*/ 2147483647 w 840"/>
                  <a:gd name="T33" fmla="*/ 2147483647 h 768"/>
                  <a:gd name="T34" fmla="*/ 2147483647 w 840"/>
                  <a:gd name="T35" fmla="*/ 2147483647 h 768"/>
                  <a:gd name="T36" fmla="*/ 2147483647 w 840"/>
                  <a:gd name="T37" fmla="*/ 2147483647 h 768"/>
                  <a:gd name="T38" fmla="*/ 2147483647 w 840"/>
                  <a:gd name="T39" fmla="*/ 2147483647 h 768"/>
                  <a:gd name="T40" fmla="*/ 2147483647 w 840"/>
                  <a:gd name="T41" fmla="*/ 2147483647 h 768"/>
                  <a:gd name="T42" fmla="*/ 2147483647 w 840"/>
                  <a:gd name="T43" fmla="*/ 2147483647 h 768"/>
                  <a:gd name="T44" fmla="*/ 2147483647 w 840"/>
                  <a:gd name="T45" fmla="*/ 2147483647 h 768"/>
                  <a:gd name="T46" fmla="*/ 2147483647 w 840"/>
                  <a:gd name="T47" fmla="*/ 2147483647 h 768"/>
                  <a:gd name="T48" fmla="*/ 2147483647 w 840"/>
                  <a:gd name="T49" fmla="*/ 2147483647 h 768"/>
                  <a:gd name="T50" fmla="*/ 2147483647 w 840"/>
                  <a:gd name="T51" fmla="*/ 2147483647 h 768"/>
                  <a:gd name="T52" fmla="*/ 2147483647 w 840"/>
                  <a:gd name="T53" fmla="*/ 2147483647 h 768"/>
                  <a:gd name="T54" fmla="*/ 2147483647 w 840"/>
                  <a:gd name="T55" fmla="*/ 2147483647 h 768"/>
                  <a:gd name="T56" fmla="*/ 2147483647 w 840"/>
                  <a:gd name="T57" fmla="*/ 2147483647 h 768"/>
                  <a:gd name="T58" fmla="*/ 2147483647 w 840"/>
                  <a:gd name="T59" fmla="*/ 2147483647 h 768"/>
                  <a:gd name="T60" fmla="*/ 2147483647 w 840"/>
                  <a:gd name="T61" fmla="*/ 2147483647 h 768"/>
                  <a:gd name="T62" fmla="*/ 2147483647 w 840"/>
                  <a:gd name="T63" fmla="*/ 2147483647 h 768"/>
                  <a:gd name="T64" fmla="*/ 2147483647 w 840"/>
                  <a:gd name="T65" fmla="*/ 2147483647 h 768"/>
                  <a:gd name="T66" fmla="*/ 2147483647 w 840"/>
                  <a:gd name="T67" fmla="*/ 2147483647 h 768"/>
                  <a:gd name="T68" fmla="*/ 2147483647 w 840"/>
                  <a:gd name="T69" fmla="*/ 2147483647 h 768"/>
                  <a:gd name="T70" fmla="*/ 2147483647 w 840"/>
                  <a:gd name="T71" fmla="*/ 2147483647 h 768"/>
                  <a:gd name="T72" fmla="*/ 2147483647 w 840"/>
                  <a:gd name="T73" fmla="*/ 2147483647 h 768"/>
                  <a:gd name="T74" fmla="*/ 2147483647 w 840"/>
                  <a:gd name="T75" fmla="*/ 2147483647 h 768"/>
                  <a:gd name="T76" fmla="*/ 2147483647 w 840"/>
                  <a:gd name="T77" fmla="*/ 2147483647 h 768"/>
                  <a:gd name="T78" fmla="*/ 2147483647 w 840"/>
                  <a:gd name="T79" fmla="*/ 2147483647 h 768"/>
                  <a:gd name="T80" fmla="*/ 2147483647 w 840"/>
                  <a:gd name="T81" fmla="*/ 2147483647 h 768"/>
                  <a:gd name="T82" fmla="*/ 2147483647 w 840"/>
                  <a:gd name="T83" fmla="*/ 2147483647 h 768"/>
                  <a:gd name="T84" fmla="*/ 2147483647 w 840"/>
                  <a:gd name="T85" fmla="*/ 2147483647 h 768"/>
                  <a:gd name="T86" fmla="*/ 2147483647 w 840"/>
                  <a:gd name="T87" fmla="*/ 2147483647 h 768"/>
                  <a:gd name="T88" fmla="*/ 2147483647 w 840"/>
                  <a:gd name="T89" fmla="*/ 2147483647 h 768"/>
                  <a:gd name="T90" fmla="*/ 2147483647 w 840"/>
                  <a:gd name="T91" fmla="*/ 2147483647 h 768"/>
                  <a:gd name="T92" fmla="*/ 2147483647 w 840"/>
                  <a:gd name="T93" fmla="*/ 2147483647 h 768"/>
                  <a:gd name="T94" fmla="*/ 2147483647 w 840"/>
                  <a:gd name="T95" fmla="*/ 2147483647 h 768"/>
                  <a:gd name="T96" fmla="*/ 2147483647 w 840"/>
                  <a:gd name="T97" fmla="*/ 2147483647 h 768"/>
                  <a:gd name="T98" fmla="*/ 2147483647 w 840"/>
                  <a:gd name="T99" fmla="*/ 2147483647 h 768"/>
                  <a:gd name="T100" fmla="*/ 2147483647 w 840"/>
                  <a:gd name="T101" fmla="*/ 2147483647 h 768"/>
                  <a:gd name="T102" fmla="*/ 2147483647 w 840"/>
                  <a:gd name="T103" fmla="*/ 2147483647 h 768"/>
                  <a:gd name="T104" fmla="*/ 2147483647 w 840"/>
                  <a:gd name="T105" fmla="*/ 2147483647 h 768"/>
                  <a:gd name="T106" fmla="*/ 2147483647 w 840"/>
                  <a:gd name="T107" fmla="*/ 2147483647 h 768"/>
                  <a:gd name="T108" fmla="*/ 2147483647 w 840"/>
                  <a:gd name="T109" fmla="*/ 2147483647 h 768"/>
                  <a:gd name="T110" fmla="*/ 2147483647 w 840"/>
                  <a:gd name="T111" fmla="*/ 2147483647 h 768"/>
                  <a:gd name="T112" fmla="*/ 2147483647 w 840"/>
                  <a:gd name="T113" fmla="*/ 2147483647 h 768"/>
                  <a:gd name="T114" fmla="*/ 2147483647 w 840"/>
                  <a:gd name="T115" fmla="*/ 2147483647 h 768"/>
                  <a:gd name="T116" fmla="*/ 2147483647 w 840"/>
                  <a:gd name="T117" fmla="*/ 2147483647 h 768"/>
                  <a:gd name="T118" fmla="*/ 2147483647 w 840"/>
                  <a:gd name="T119" fmla="*/ 2147483647 h 7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40"/>
                  <a:gd name="T181" fmla="*/ 0 h 768"/>
                  <a:gd name="T182" fmla="*/ 840 w 840"/>
                  <a:gd name="T183" fmla="*/ 768 h 76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40" h="768">
                    <a:moveTo>
                      <a:pt x="420" y="738"/>
                    </a:moveTo>
                    <a:lnTo>
                      <a:pt x="420" y="732"/>
                    </a:lnTo>
                    <a:lnTo>
                      <a:pt x="426" y="726"/>
                    </a:lnTo>
                    <a:lnTo>
                      <a:pt x="426" y="714"/>
                    </a:lnTo>
                    <a:lnTo>
                      <a:pt x="432" y="702"/>
                    </a:lnTo>
                    <a:lnTo>
                      <a:pt x="432" y="648"/>
                    </a:lnTo>
                    <a:lnTo>
                      <a:pt x="498" y="594"/>
                    </a:lnTo>
                    <a:lnTo>
                      <a:pt x="498" y="588"/>
                    </a:lnTo>
                    <a:lnTo>
                      <a:pt x="504" y="582"/>
                    </a:lnTo>
                    <a:lnTo>
                      <a:pt x="516" y="558"/>
                    </a:lnTo>
                    <a:lnTo>
                      <a:pt x="522" y="552"/>
                    </a:lnTo>
                    <a:lnTo>
                      <a:pt x="528" y="552"/>
                    </a:lnTo>
                    <a:lnTo>
                      <a:pt x="534" y="558"/>
                    </a:lnTo>
                    <a:lnTo>
                      <a:pt x="546" y="564"/>
                    </a:lnTo>
                    <a:lnTo>
                      <a:pt x="552" y="564"/>
                    </a:lnTo>
                    <a:lnTo>
                      <a:pt x="558" y="558"/>
                    </a:lnTo>
                    <a:lnTo>
                      <a:pt x="558" y="546"/>
                    </a:lnTo>
                    <a:lnTo>
                      <a:pt x="552" y="540"/>
                    </a:lnTo>
                    <a:lnTo>
                      <a:pt x="564" y="540"/>
                    </a:lnTo>
                    <a:lnTo>
                      <a:pt x="570" y="552"/>
                    </a:lnTo>
                    <a:lnTo>
                      <a:pt x="582" y="564"/>
                    </a:lnTo>
                    <a:lnTo>
                      <a:pt x="588" y="576"/>
                    </a:lnTo>
                    <a:lnTo>
                      <a:pt x="588" y="582"/>
                    </a:lnTo>
                    <a:lnTo>
                      <a:pt x="594" y="594"/>
                    </a:lnTo>
                    <a:lnTo>
                      <a:pt x="600" y="600"/>
                    </a:lnTo>
                    <a:lnTo>
                      <a:pt x="606" y="600"/>
                    </a:lnTo>
                    <a:lnTo>
                      <a:pt x="624" y="582"/>
                    </a:lnTo>
                    <a:lnTo>
                      <a:pt x="624" y="570"/>
                    </a:lnTo>
                    <a:lnTo>
                      <a:pt x="630" y="558"/>
                    </a:lnTo>
                    <a:lnTo>
                      <a:pt x="642" y="552"/>
                    </a:lnTo>
                    <a:lnTo>
                      <a:pt x="648" y="546"/>
                    </a:lnTo>
                    <a:lnTo>
                      <a:pt x="648" y="516"/>
                    </a:lnTo>
                    <a:lnTo>
                      <a:pt x="672" y="486"/>
                    </a:lnTo>
                    <a:lnTo>
                      <a:pt x="684" y="438"/>
                    </a:lnTo>
                    <a:lnTo>
                      <a:pt x="696" y="432"/>
                    </a:lnTo>
                    <a:lnTo>
                      <a:pt x="702" y="426"/>
                    </a:lnTo>
                    <a:lnTo>
                      <a:pt x="714" y="420"/>
                    </a:lnTo>
                    <a:lnTo>
                      <a:pt x="720" y="414"/>
                    </a:lnTo>
                    <a:lnTo>
                      <a:pt x="720" y="402"/>
                    </a:lnTo>
                    <a:lnTo>
                      <a:pt x="726" y="384"/>
                    </a:lnTo>
                    <a:lnTo>
                      <a:pt x="726" y="354"/>
                    </a:lnTo>
                    <a:lnTo>
                      <a:pt x="744" y="354"/>
                    </a:lnTo>
                    <a:lnTo>
                      <a:pt x="750" y="348"/>
                    </a:lnTo>
                    <a:lnTo>
                      <a:pt x="756" y="330"/>
                    </a:lnTo>
                    <a:lnTo>
                      <a:pt x="756" y="300"/>
                    </a:lnTo>
                    <a:lnTo>
                      <a:pt x="762" y="294"/>
                    </a:lnTo>
                    <a:lnTo>
                      <a:pt x="768" y="264"/>
                    </a:lnTo>
                    <a:lnTo>
                      <a:pt x="774" y="252"/>
                    </a:lnTo>
                    <a:lnTo>
                      <a:pt x="786" y="240"/>
                    </a:lnTo>
                    <a:lnTo>
                      <a:pt x="786" y="234"/>
                    </a:lnTo>
                    <a:lnTo>
                      <a:pt x="792" y="228"/>
                    </a:lnTo>
                    <a:lnTo>
                      <a:pt x="792" y="222"/>
                    </a:lnTo>
                    <a:lnTo>
                      <a:pt x="798" y="216"/>
                    </a:lnTo>
                    <a:lnTo>
                      <a:pt x="798" y="210"/>
                    </a:lnTo>
                    <a:lnTo>
                      <a:pt x="810" y="210"/>
                    </a:lnTo>
                    <a:lnTo>
                      <a:pt x="822" y="204"/>
                    </a:lnTo>
                    <a:lnTo>
                      <a:pt x="840" y="186"/>
                    </a:lnTo>
                    <a:lnTo>
                      <a:pt x="840" y="174"/>
                    </a:lnTo>
                    <a:lnTo>
                      <a:pt x="834" y="168"/>
                    </a:lnTo>
                    <a:lnTo>
                      <a:pt x="834" y="162"/>
                    </a:lnTo>
                    <a:lnTo>
                      <a:pt x="840" y="156"/>
                    </a:lnTo>
                    <a:lnTo>
                      <a:pt x="840" y="126"/>
                    </a:lnTo>
                    <a:lnTo>
                      <a:pt x="810" y="126"/>
                    </a:lnTo>
                    <a:lnTo>
                      <a:pt x="810" y="120"/>
                    </a:lnTo>
                    <a:lnTo>
                      <a:pt x="804" y="108"/>
                    </a:lnTo>
                    <a:lnTo>
                      <a:pt x="804" y="60"/>
                    </a:lnTo>
                    <a:lnTo>
                      <a:pt x="774" y="12"/>
                    </a:lnTo>
                    <a:lnTo>
                      <a:pt x="756" y="12"/>
                    </a:lnTo>
                    <a:lnTo>
                      <a:pt x="750" y="18"/>
                    </a:lnTo>
                    <a:lnTo>
                      <a:pt x="750" y="24"/>
                    </a:lnTo>
                    <a:lnTo>
                      <a:pt x="744" y="30"/>
                    </a:lnTo>
                    <a:lnTo>
                      <a:pt x="744" y="36"/>
                    </a:lnTo>
                    <a:lnTo>
                      <a:pt x="720" y="36"/>
                    </a:lnTo>
                    <a:lnTo>
                      <a:pt x="714" y="42"/>
                    </a:lnTo>
                    <a:lnTo>
                      <a:pt x="702" y="48"/>
                    </a:lnTo>
                    <a:lnTo>
                      <a:pt x="696" y="54"/>
                    </a:lnTo>
                    <a:lnTo>
                      <a:pt x="684" y="60"/>
                    </a:lnTo>
                    <a:lnTo>
                      <a:pt x="654" y="60"/>
                    </a:lnTo>
                    <a:lnTo>
                      <a:pt x="648" y="54"/>
                    </a:lnTo>
                    <a:lnTo>
                      <a:pt x="636" y="48"/>
                    </a:lnTo>
                    <a:lnTo>
                      <a:pt x="600" y="36"/>
                    </a:lnTo>
                    <a:lnTo>
                      <a:pt x="546" y="36"/>
                    </a:lnTo>
                    <a:lnTo>
                      <a:pt x="528" y="42"/>
                    </a:lnTo>
                    <a:lnTo>
                      <a:pt x="516" y="54"/>
                    </a:lnTo>
                    <a:lnTo>
                      <a:pt x="504" y="60"/>
                    </a:lnTo>
                    <a:lnTo>
                      <a:pt x="492" y="84"/>
                    </a:lnTo>
                    <a:lnTo>
                      <a:pt x="486" y="90"/>
                    </a:lnTo>
                    <a:lnTo>
                      <a:pt x="480" y="90"/>
                    </a:lnTo>
                    <a:lnTo>
                      <a:pt x="468" y="84"/>
                    </a:lnTo>
                    <a:lnTo>
                      <a:pt x="438" y="84"/>
                    </a:lnTo>
                    <a:lnTo>
                      <a:pt x="414" y="72"/>
                    </a:lnTo>
                    <a:lnTo>
                      <a:pt x="402" y="60"/>
                    </a:lnTo>
                    <a:lnTo>
                      <a:pt x="390" y="54"/>
                    </a:lnTo>
                    <a:lnTo>
                      <a:pt x="384" y="48"/>
                    </a:lnTo>
                    <a:lnTo>
                      <a:pt x="372" y="42"/>
                    </a:lnTo>
                    <a:lnTo>
                      <a:pt x="360" y="42"/>
                    </a:lnTo>
                    <a:lnTo>
                      <a:pt x="336" y="54"/>
                    </a:lnTo>
                    <a:lnTo>
                      <a:pt x="324" y="66"/>
                    </a:lnTo>
                    <a:lnTo>
                      <a:pt x="312" y="72"/>
                    </a:lnTo>
                    <a:lnTo>
                      <a:pt x="306" y="72"/>
                    </a:lnTo>
                    <a:lnTo>
                      <a:pt x="294" y="66"/>
                    </a:lnTo>
                    <a:lnTo>
                      <a:pt x="288" y="60"/>
                    </a:lnTo>
                    <a:lnTo>
                      <a:pt x="288" y="54"/>
                    </a:lnTo>
                    <a:lnTo>
                      <a:pt x="282" y="48"/>
                    </a:lnTo>
                    <a:lnTo>
                      <a:pt x="282" y="42"/>
                    </a:lnTo>
                    <a:lnTo>
                      <a:pt x="258" y="18"/>
                    </a:lnTo>
                    <a:lnTo>
                      <a:pt x="222" y="18"/>
                    </a:lnTo>
                    <a:lnTo>
                      <a:pt x="222" y="12"/>
                    </a:lnTo>
                    <a:lnTo>
                      <a:pt x="210" y="0"/>
                    </a:lnTo>
                    <a:lnTo>
                      <a:pt x="198" y="0"/>
                    </a:lnTo>
                    <a:lnTo>
                      <a:pt x="186" y="6"/>
                    </a:lnTo>
                    <a:lnTo>
                      <a:pt x="180" y="6"/>
                    </a:lnTo>
                    <a:lnTo>
                      <a:pt x="180" y="12"/>
                    </a:lnTo>
                    <a:lnTo>
                      <a:pt x="126" y="12"/>
                    </a:lnTo>
                    <a:lnTo>
                      <a:pt x="102" y="36"/>
                    </a:lnTo>
                    <a:lnTo>
                      <a:pt x="102" y="60"/>
                    </a:lnTo>
                    <a:lnTo>
                      <a:pt x="96" y="78"/>
                    </a:lnTo>
                    <a:lnTo>
                      <a:pt x="90" y="90"/>
                    </a:lnTo>
                    <a:lnTo>
                      <a:pt x="84" y="96"/>
                    </a:lnTo>
                    <a:lnTo>
                      <a:pt x="78" y="108"/>
                    </a:lnTo>
                    <a:lnTo>
                      <a:pt x="72" y="114"/>
                    </a:lnTo>
                    <a:lnTo>
                      <a:pt x="66" y="114"/>
                    </a:lnTo>
                    <a:lnTo>
                      <a:pt x="66" y="168"/>
                    </a:lnTo>
                    <a:lnTo>
                      <a:pt x="60" y="180"/>
                    </a:lnTo>
                    <a:lnTo>
                      <a:pt x="60" y="186"/>
                    </a:lnTo>
                    <a:lnTo>
                      <a:pt x="54" y="192"/>
                    </a:lnTo>
                    <a:lnTo>
                      <a:pt x="66" y="216"/>
                    </a:lnTo>
                    <a:lnTo>
                      <a:pt x="72" y="222"/>
                    </a:lnTo>
                    <a:lnTo>
                      <a:pt x="78" y="234"/>
                    </a:lnTo>
                    <a:lnTo>
                      <a:pt x="78" y="246"/>
                    </a:lnTo>
                    <a:lnTo>
                      <a:pt x="84" y="252"/>
                    </a:lnTo>
                    <a:lnTo>
                      <a:pt x="84" y="264"/>
                    </a:lnTo>
                    <a:lnTo>
                      <a:pt x="78" y="270"/>
                    </a:lnTo>
                    <a:lnTo>
                      <a:pt x="72" y="270"/>
                    </a:lnTo>
                    <a:lnTo>
                      <a:pt x="60" y="276"/>
                    </a:lnTo>
                    <a:lnTo>
                      <a:pt x="60" y="318"/>
                    </a:lnTo>
                    <a:lnTo>
                      <a:pt x="48" y="324"/>
                    </a:lnTo>
                    <a:lnTo>
                      <a:pt x="42" y="336"/>
                    </a:lnTo>
                    <a:lnTo>
                      <a:pt x="36" y="342"/>
                    </a:lnTo>
                    <a:lnTo>
                      <a:pt x="36" y="372"/>
                    </a:lnTo>
                    <a:lnTo>
                      <a:pt x="24" y="396"/>
                    </a:lnTo>
                    <a:lnTo>
                      <a:pt x="6" y="396"/>
                    </a:lnTo>
                    <a:lnTo>
                      <a:pt x="0" y="426"/>
                    </a:lnTo>
                    <a:lnTo>
                      <a:pt x="6" y="462"/>
                    </a:lnTo>
                    <a:lnTo>
                      <a:pt x="0" y="492"/>
                    </a:lnTo>
                    <a:lnTo>
                      <a:pt x="0" y="606"/>
                    </a:lnTo>
                    <a:lnTo>
                      <a:pt x="6" y="612"/>
                    </a:lnTo>
                    <a:lnTo>
                      <a:pt x="30" y="612"/>
                    </a:lnTo>
                    <a:lnTo>
                      <a:pt x="54" y="600"/>
                    </a:lnTo>
                    <a:lnTo>
                      <a:pt x="60" y="594"/>
                    </a:lnTo>
                    <a:lnTo>
                      <a:pt x="66" y="600"/>
                    </a:lnTo>
                    <a:lnTo>
                      <a:pt x="108" y="600"/>
                    </a:lnTo>
                    <a:lnTo>
                      <a:pt x="126" y="606"/>
                    </a:lnTo>
                    <a:lnTo>
                      <a:pt x="138" y="618"/>
                    </a:lnTo>
                    <a:lnTo>
                      <a:pt x="150" y="636"/>
                    </a:lnTo>
                    <a:lnTo>
                      <a:pt x="156" y="648"/>
                    </a:lnTo>
                    <a:lnTo>
                      <a:pt x="168" y="660"/>
                    </a:lnTo>
                    <a:lnTo>
                      <a:pt x="186" y="660"/>
                    </a:lnTo>
                    <a:lnTo>
                      <a:pt x="180" y="666"/>
                    </a:lnTo>
                    <a:lnTo>
                      <a:pt x="180" y="678"/>
                    </a:lnTo>
                    <a:lnTo>
                      <a:pt x="174" y="684"/>
                    </a:lnTo>
                    <a:lnTo>
                      <a:pt x="186" y="684"/>
                    </a:lnTo>
                    <a:lnTo>
                      <a:pt x="198" y="678"/>
                    </a:lnTo>
                    <a:lnTo>
                      <a:pt x="198" y="684"/>
                    </a:lnTo>
                    <a:lnTo>
                      <a:pt x="192" y="690"/>
                    </a:lnTo>
                    <a:lnTo>
                      <a:pt x="186" y="702"/>
                    </a:lnTo>
                    <a:lnTo>
                      <a:pt x="186" y="714"/>
                    </a:lnTo>
                    <a:lnTo>
                      <a:pt x="204" y="750"/>
                    </a:lnTo>
                    <a:lnTo>
                      <a:pt x="216" y="762"/>
                    </a:lnTo>
                    <a:lnTo>
                      <a:pt x="234" y="768"/>
                    </a:lnTo>
                    <a:lnTo>
                      <a:pt x="270" y="768"/>
                    </a:lnTo>
                    <a:lnTo>
                      <a:pt x="276" y="762"/>
                    </a:lnTo>
                    <a:lnTo>
                      <a:pt x="282" y="762"/>
                    </a:lnTo>
                    <a:lnTo>
                      <a:pt x="288" y="738"/>
                    </a:lnTo>
                    <a:lnTo>
                      <a:pt x="312" y="750"/>
                    </a:lnTo>
                    <a:lnTo>
                      <a:pt x="336" y="744"/>
                    </a:lnTo>
                    <a:lnTo>
                      <a:pt x="354" y="756"/>
                    </a:lnTo>
                    <a:lnTo>
                      <a:pt x="396" y="756"/>
                    </a:lnTo>
                    <a:lnTo>
                      <a:pt x="396" y="732"/>
                    </a:lnTo>
                    <a:lnTo>
                      <a:pt x="420" y="732"/>
                    </a:lnTo>
                    <a:lnTo>
                      <a:pt x="420" y="73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5" name="Niger" descr="© INSCALE GmbH, 05.05.2010&#10;http://www.presentationload.com/">
                <a:extLst>
                  <a:ext uri="{FF2B5EF4-FFF2-40B4-BE49-F238E27FC236}">
                    <a16:creationId xmlns:a16="http://schemas.microsoft.com/office/drawing/2014/main" id="{C0C9645D-2624-4440-BE68-57A9F41F7FDE}"/>
                  </a:ext>
                </a:extLst>
              </p:cNvPr>
              <p:cNvSpPr>
                <a:spLocks/>
              </p:cNvSpPr>
              <p:nvPr/>
            </p:nvSpPr>
            <p:spPr bwMode="gray">
              <a:xfrm>
                <a:off x="5732755" y="3346180"/>
                <a:ext cx="466793" cy="396118"/>
              </a:xfrm>
              <a:custGeom>
                <a:avLst/>
                <a:gdLst>
                  <a:gd name="T0" fmla="*/ 2147483647 w 1110"/>
                  <a:gd name="T1" fmla="*/ 2147483647 h 942"/>
                  <a:gd name="T2" fmla="*/ 2147483647 w 1110"/>
                  <a:gd name="T3" fmla="*/ 2147483647 h 942"/>
                  <a:gd name="T4" fmla="*/ 2147483647 w 1110"/>
                  <a:gd name="T5" fmla="*/ 2147483647 h 942"/>
                  <a:gd name="T6" fmla="*/ 2147483647 w 1110"/>
                  <a:gd name="T7" fmla="*/ 2147483647 h 942"/>
                  <a:gd name="T8" fmla="*/ 2147483647 w 1110"/>
                  <a:gd name="T9" fmla="*/ 2147483647 h 942"/>
                  <a:gd name="T10" fmla="*/ 2147483647 w 1110"/>
                  <a:gd name="T11" fmla="*/ 2147483647 h 942"/>
                  <a:gd name="T12" fmla="*/ 2147483647 w 1110"/>
                  <a:gd name="T13" fmla="*/ 2147483647 h 942"/>
                  <a:gd name="T14" fmla="*/ 2147483647 w 1110"/>
                  <a:gd name="T15" fmla="*/ 2147483647 h 942"/>
                  <a:gd name="T16" fmla="*/ 2147483647 w 1110"/>
                  <a:gd name="T17" fmla="*/ 2147483647 h 942"/>
                  <a:gd name="T18" fmla="*/ 2147483647 w 1110"/>
                  <a:gd name="T19" fmla="*/ 2147483647 h 942"/>
                  <a:gd name="T20" fmla="*/ 2147483647 w 1110"/>
                  <a:gd name="T21" fmla="*/ 2147483647 h 942"/>
                  <a:gd name="T22" fmla="*/ 2147483647 w 1110"/>
                  <a:gd name="T23" fmla="*/ 2147483647 h 942"/>
                  <a:gd name="T24" fmla="*/ 2147483647 w 1110"/>
                  <a:gd name="T25" fmla="*/ 2147483647 h 942"/>
                  <a:gd name="T26" fmla="*/ 2147483647 w 1110"/>
                  <a:gd name="T27" fmla="*/ 2147483647 h 942"/>
                  <a:gd name="T28" fmla="*/ 2147483647 w 1110"/>
                  <a:gd name="T29" fmla="*/ 2147483647 h 942"/>
                  <a:gd name="T30" fmla="*/ 2147483647 w 1110"/>
                  <a:gd name="T31" fmla="*/ 2147483647 h 942"/>
                  <a:gd name="T32" fmla="*/ 2147483647 w 1110"/>
                  <a:gd name="T33" fmla="*/ 2147483647 h 942"/>
                  <a:gd name="T34" fmla="*/ 2147483647 w 1110"/>
                  <a:gd name="T35" fmla="*/ 2147483647 h 942"/>
                  <a:gd name="T36" fmla="*/ 2147483647 w 1110"/>
                  <a:gd name="T37" fmla="*/ 2147483647 h 942"/>
                  <a:gd name="T38" fmla="*/ 2147483647 w 1110"/>
                  <a:gd name="T39" fmla="*/ 2147483647 h 942"/>
                  <a:gd name="T40" fmla="*/ 2147483647 w 1110"/>
                  <a:gd name="T41" fmla="*/ 2147483647 h 942"/>
                  <a:gd name="T42" fmla="*/ 2147483647 w 1110"/>
                  <a:gd name="T43" fmla="*/ 2147483647 h 942"/>
                  <a:gd name="T44" fmla="*/ 2147483647 w 1110"/>
                  <a:gd name="T45" fmla="*/ 2147483647 h 942"/>
                  <a:gd name="T46" fmla="*/ 2147483647 w 1110"/>
                  <a:gd name="T47" fmla="*/ 2147483647 h 942"/>
                  <a:gd name="T48" fmla="*/ 2147483647 w 1110"/>
                  <a:gd name="T49" fmla="*/ 2147483647 h 942"/>
                  <a:gd name="T50" fmla="*/ 2147483647 w 1110"/>
                  <a:gd name="T51" fmla="*/ 2147483647 h 942"/>
                  <a:gd name="T52" fmla="*/ 2147483647 w 1110"/>
                  <a:gd name="T53" fmla="*/ 2147483647 h 942"/>
                  <a:gd name="T54" fmla="*/ 2147483647 w 1110"/>
                  <a:gd name="T55" fmla="*/ 2147483647 h 942"/>
                  <a:gd name="T56" fmla="*/ 2147483647 w 1110"/>
                  <a:gd name="T57" fmla="*/ 2147483647 h 942"/>
                  <a:gd name="T58" fmla="*/ 2147483647 w 1110"/>
                  <a:gd name="T59" fmla="*/ 2147483647 h 942"/>
                  <a:gd name="T60" fmla="*/ 2147483647 w 1110"/>
                  <a:gd name="T61" fmla="*/ 2147483647 h 942"/>
                  <a:gd name="T62" fmla="*/ 2147483647 w 1110"/>
                  <a:gd name="T63" fmla="*/ 2147483647 h 942"/>
                  <a:gd name="T64" fmla="*/ 2147483647 w 1110"/>
                  <a:gd name="T65" fmla="*/ 2147483647 h 942"/>
                  <a:gd name="T66" fmla="*/ 2147483647 w 1110"/>
                  <a:gd name="T67" fmla="*/ 2147483647 h 942"/>
                  <a:gd name="T68" fmla="*/ 2147483647 w 1110"/>
                  <a:gd name="T69" fmla="*/ 2147483647 h 942"/>
                  <a:gd name="T70" fmla="*/ 2147483647 w 1110"/>
                  <a:gd name="T71" fmla="*/ 2147483647 h 942"/>
                  <a:gd name="T72" fmla="*/ 2147483647 w 1110"/>
                  <a:gd name="T73" fmla="*/ 2147483647 h 942"/>
                  <a:gd name="T74" fmla="*/ 2147483647 w 1110"/>
                  <a:gd name="T75" fmla="*/ 2147483647 h 942"/>
                  <a:gd name="T76" fmla="*/ 2147483647 w 1110"/>
                  <a:gd name="T77" fmla="*/ 2147483647 h 942"/>
                  <a:gd name="T78" fmla="*/ 2147483647 w 1110"/>
                  <a:gd name="T79" fmla="*/ 2147483647 h 942"/>
                  <a:gd name="T80" fmla="*/ 2147483647 w 1110"/>
                  <a:gd name="T81" fmla="*/ 2147483647 h 942"/>
                  <a:gd name="T82" fmla="*/ 2147483647 w 1110"/>
                  <a:gd name="T83" fmla="*/ 2147483647 h 942"/>
                  <a:gd name="T84" fmla="*/ 2147483647 w 1110"/>
                  <a:gd name="T85" fmla="*/ 2147483647 h 942"/>
                  <a:gd name="T86" fmla="*/ 2147483647 w 1110"/>
                  <a:gd name="T87" fmla="*/ 2147483647 h 942"/>
                  <a:gd name="T88" fmla="*/ 2147483647 w 1110"/>
                  <a:gd name="T89" fmla="*/ 2147483647 h 942"/>
                  <a:gd name="T90" fmla="*/ 2147483647 w 1110"/>
                  <a:gd name="T91" fmla="*/ 2147483647 h 942"/>
                  <a:gd name="T92" fmla="*/ 2147483647 w 1110"/>
                  <a:gd name="T93" fmla="*/ 2147483647 h 942"/>
                  <a:gd name="T94" fmla="*/ 2147483647 w 1110"/>
                  <a:gd name="T95" fmla="*/ 2147483647 h 942"/>
                  <a:gd name="T96" fmla="*/ 2147483647 w 1110"/>
                  <a:gd name="T97" fmla="*/ 2147483647 h 942"/>
                  <a:gd name="T98" fmla="*/ 0 w 1110"/>
                  <a:gd name="T99" fmla="*/ 2147483647 h 942"/>
                  <a:gd name="T100" fmla="*/ 2147483647 w 1110"/>
                  <a:gd name="T101" fmla="*/ 2147483647 h 9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10"/>
                  <a:gd name="T154" fmla="*/ 0 h 942"/>
                  <a:gd name="T155" fmla="*/ 1110 w 1110"/>
                  <a:gd name="T156" fmla="*/ 942 h 9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10" h="942">
                    <a:moveTo>
                      <a:pt x="54" y="792"/>
                    </a:moveTo>
                    <a:lnTo>
                      <a:pt x="54" y="810"/>
                    </a:lnTo>
                    <a:lnTo>
                      <a:pt x="66" y="810"/>
                    </a:lnTo>
                    <a:lnTo>
                      <a:pt x="48" y="828"/>
                    </a:lnTo>
                    <a:lnTo>
                      <a:pt x="48" y="834"/>
                    </a:lnTo>
                    <a:lnTo>
                      <a:pt x="72" y="858"/>
                    </a:lnTo>
                    <a:lnTo>
                      <a:pt x="84" y="864"/>
                    </a:lnTo>
                    <a:lnTo>
                      <a:pt x="90" y="876"/>
                    </a:lnTo>
                    <a:lnTo>
                      <a:pt x="108" y="876"/>
                    </a:lnTo>
                    <a:lnTo>
                      <a:pt x="120" y="864"/>
                    </a:lnTo>
                    <a:lnTo>
                      <a:pt x="132" y="864"/>
                    </a:lnTo>
                    <a:lnTo>
                      <a:pt x="144" y="876"/>
                    </a:lnTo>
                    <a:lnTo>
                      <a:pt x="150" y="888"/>
                    </a:lnTo>
                    <a:lnTo>
                      <a:pt x="126" y="894"/>
                    </a:lnTo>
                    <a:lnTo>
                      <a:pt x="150" y="930"/>
                    </a:lnTo>
                    <a:lnTo>
                      <a:pt x="150" y="906"/>
                    </a:lnTo>
                    <a:lnTo>
                      <a:pt x="180" y="894"/>
                    </a:lnTo>
                    <a:lnTo>
                      <a:pt x="192" y="906"/>
                    </a:lnTo>
                    <a:lnTo>
                      <a:pt x="198" y="918"/>
                    </a:lnTo>
                    <a:lnTo>
                      <a:pt x="204" y="924"/>
                    </a:lnTo>
                    <a:lnTo>
                      <a:pt x="210" y="924"/>
                    </a:lnTo>
                    <a:lnTo>
                      <a:pt x="216" y="930"/>
                    </a:lnTo>
                    <a:lnTo>
                      <a:pt x="222" y="930"/>
                    </a:lnTo>
                    <a:lnTo>
                      <a:pt x="234" y="936"/>
                    </a:lnTo>
                    <a:lnTo>
                      <a:pt x="240" y="942"/>
                    </a:lnTo>
                    <a:lnTo>
                      <a:pt x="240" y="888"/>
                    </a:lnTo>
                    <a:lnTo>
                      <a:pt x="246" y="888"/>
                    </a:lnTo>
                    <a:lnTo>
                      <a:pt x="252" y="882"/>
                    </a:lnTo>
                    <a:lnTo>
                      <a:pt x="258" y="870"/>
                    </a:lnTo>
                    <a:lnTo>
                      <a:pt x="264" y="864"/>
                    </a:lnTo>
                    <a:lnTo>
                      <a:pt x="270" y="852"/>
                    </a:lnTo>
                    <a:lnTo>
                      <a:pt x="276" y="834"/>
                    </a:lnTo>
                    <a:lnTo>
                      <a:pt x="276" y="810"/>
                    </a:lnTo>
                    <a:lnTo>
                      <a:pt x="300" y="786"/>
                    </a:lnTo>
                    <a:lnTo>
                      <a:pt x="354" y="786"/>
                    </a:lnTo>
                    <a:lnTo>
                      <a:pt x="354" y="780"/>
                    </a:lnTo>
                    <a:lnTo>
                      <a:pt x="360" y="780"/>
                    </a:lnTo>
                    <a:lnTo>
                      <a:pt x="372" y="774"/>
                    </a:lnTo>
                    <a:lnTo>
                      <a:pt x="384" y="774"/>
                    </a:lnTo>
                    <a:lnTo>
                      <a:pt x="396" y="786"/>
                    </a:lnTo>
                    <a:lnTo>
                      <a:pt x="396" y="792"/>
                    </a:lnTo>
                    <a:lnTo>
                      <a:pt x="432" y="792"/>
                    </a:lnTo>
                    <a:lnTo>
                      <a:pt x="456" y="816"/>
                    </a:lnTo>
                    <a:lnTo>
                      <a:pt x="456" y="822"/>
                    </a:lnTo>
                    <a:lnTo>
                      <a:pt x="462" y="828"/>
                    </a:lnTo>
                    <a:lnTo>
                      <a:pt x="462" y="834"/>
                    </a:lnTo>
                    <a:lnTo>
                      <a:pt x="468" y="840"/>
                    </a:lnTo>
                    <a:lnTo>
                      <a:pt x="480" y="846"/>
                    </a:lnTo>
                    <a:lnTo>
                      <a:pt x="486" y="846"/>
                    </a:lnTo>
                    <a:lnTo>
                      <a:pt x="498" y="840"/>
                    </a:lnTo>
                    <a:lnTo>
                      <a:pt x="510" y="828"/>
                    </a:lnTo>
                    <a:lnTo>
                      <a:pt x="534" y="816"/>
                    </a:lnTo>
                    <a:lnTo>
                      <a:pt x="546" y="816"/>
                    </a:lnTo>
                    <a:lnTo>
                      <a:pt x="558" y="822"/>
                    </a:lnTo>
                    <a:lnTo>
                      <a:pt x="564" y="828"/>
                    </a:lnTo>
                    <a:lnTo>
                      <a:pt x="576" y="834"/>
                    </a:lnTo>
                    <a:lnTo>
                      <a:pt x="588" y="846"/>
                    </a:lnTo>
                    <a:lnTo>
                      <a:pt x="612" y="858"/>
                    </a:lnTo>
                    <a:lnTo>
                      <a:pt x="642" y="858"/>
                    </a:lnTo>
                    <a:lnTo>
                      <a:pt x="654" y="864"/>
                    </a:lnTo>
                    <a:lnTo>
                      <a:pt x="660" y="864"/>
                    </a:lnTo>
                    <a:lnTo>
                      <a:pt x="666" y="858"/>
                    </a:lnTo>
                    <a:lnTo>
                      <a:pt x="678" y="834"/>
                    </a:lnTo>
                    <a:lnTo>
                      <a:pt x="690" y="828"/>
                    </a:lnTo>
                    <a:lnTo>
                      <a:pt x="702" y="816"/>
                    </a:lnTo>
                    <a:lnTo>
                      <a:pt x="720" y="810"/>
                    </a:lnTo>
                    <a:lnTo>
                      <a:pt x="774" y="810"/>
                    </a:lnTo>
                    <a:lnTo>
                      <a:pt x="810" y="822"/>
                    </a:lnTo>
                    <a:lnTo>
                      <a:pt x="822" y="828"/>
                    </a:lnTo>
                    <a:lnTo>
                      <a:pt x="828" y="834"/>
                    </a:lnTo>
                    <a:lnTo>
                      <a:pt x="858" y="834"/>
                    </a:lnTo>
                    <a:lnTo>
                      <a:pt x="870" y="828"/>
                    </a:lnTo>
                    <a:lnTo>
                      <a:pt x="876" y="822"/>
                    </a:lnTo>
                    <a:lnTo>
                      <a:pt x="888" y="816"/>
                    </a:lnTo>
                    <a:lnTo>
                      <a:pt x="894" y="810"/>
                    </a:lnTo>
                    <a:lnTo>
                      <a:pt x="918" y="810"/>
                    </a:lnTo>
                    <a:lnTo>
                      <a:pt x="918" y="804"/>
                    </a:lnTo>
                    <a:lnTo>
                      <a:pt x="924" y="798"/>
                    </a:lnTo>
                    <a:lnTo>
                      <a:pt x="924" y="792"/>
                    </a:lnTo>
                    <a:lnTo>
                      <a:pt x="930" y="786"/>
                    </a:lnTo>
                    <a:lnTo>
                      <a:pt x="936" y="786"/>
                    </a:lnTo>
                    <a:lnTo>
                      <a:pt x="930" y="726"/>
                    </a:lnTo>
                    <a:lnTo>
                      <a:pt x="948" y="720"/>
                    </a:lnTo>
                    <a:lnTo>
                      <a:pt x="948" y="714"/>
                    </a:lnTo>
                    <a:lnTo>
                      <a:pt x="954" y="708"/>
                    </a:lnTo>
                    <a:lnTo>
                      <a:pt x="954" y="696"/>
                    </a:lnTo>
                    <a:lnTo>
                      <a:pt x="960" y="678"/>
                    </a:lnTo>
                    <a:lnTo>
                      <a:pt x="966" y="666"/>
                    </a:lnTo>
                    <a:lnTo>
                      <a:pt x="978" y="648"/>
                    </a:lnTo>
                    <a:lnTo>
                      <a:pt x="984" y="636"/>
                    </a:lnTo>
                    <a:lnTo>
                      <a:pt x="1002" y="618"/>
                    </a:lnTo>
                    <a:lnTo>
                      <a:pt x="1026" y="588"/>
                    </a:lnTo>
                    <a:lnTo>
                      <a:pt x="1050" y="564"/>
                    </a:lnTo>
                    <a:lnTo>
                      <a:pt x="1068" y="540"/>
                    </a:lnTo>
                    <a:lnTo>
                      <a:pt x="1074" y="534"/>
                    </a:lnTo>
                    <a:lnTo>
                      <a:pt x="1092" y="288"/>
                    </a:lnTo>
                    <a:lnTo>
                      <a:pt x="1110" y="252"/>
                    </a:lnTo>
                    <a:lnTo>
                      <a:pt x="1080" y="216"/>
                    </a:lnTo>
                    <a:lnTo>
                      <a:pt x="1074" y="192"/>
                    </a:lnTo>
                    <a:lnTo>
                      <a:pt x="1044" y="156"/>
                    </a:lnTo>
                    <a:lnTo>
                      <a:pt x="1056" y="108"/>
                    </a:lnTo>
                    <a:lnTo>
                      <a:pt x="1038" y="42"/>
                    </a:lnTo>
                    <a:lnTo>
                      <a:pt x="1020" y="48"/>
                    </a:lnTo>
                    <a:lnTo>
                      <a:pt x="1002" y="60"/>
                    </a:lnTo>
                    <a:lnTo>
                      <a:pt x="990" y="66"/>
                    </a:lnTo>
                    <a:lnTo>
                      <a:pt x="984" y="66"/>
                    </a:lnTo>
                    <a:lnTo>
                      <a:pt x="978" y="60"/>
                    </a:lnTo>
                    <a:lnTo>
                      <a:pt x="966" y="54"/>
                    </a:lnTo>
                    <a:lnTo>
                      <a:pt x="960" y="42"/>
                    </a:lnTo>
                    <a:lnTo>
                      <a:pt x="954" y="36"/>
                    </a:lnTo>
                    <a:lnTo>
                      <a:pt x="942" y="30"/>
                    </a:lnTo>
                    <a:lnTo>
                      <a:pt x="936" y="24"/>
                    </a:lnTo>
                    <a:lnTo>
                      <a:pt x="930" y="24"/>
                    </a:lnTo>
                    <a:lnTo>
                      <a:pt x="918" y="18"/>
                    </a:lnTo>
                    <a:lnTo>
                      <a:pt x="900" y="12"/>
                    </a:lnTo>
                    <a:lnTo>
                      <a:pt x="888" y="12"/>
                    </a:lnTo>
                    <a:lnTo>
                      <a:pt x="876" y="6"/>
                    </a:lnTo>
                    <a:lnTo>
                      <a:pt x="864" y="6"/>
                    </a:lnTo>
                    <a:lnTo>
                      <a:pt x="828" y="0"/>
                    </a:lnTo>
                    <a:lnTo>
                      <a:pt x="816" y="6"/>
                    </a:lnTo>
                    <a:lnTo>
                      <a:pt x="786" y="30"/>
                    </a:lnTo>
                    <a:lnTo>
                      <a:pt x="738" y="66"/>
                    </a:lnTo>
                    <a:lnTo>
                      <a:pt x="684" y="102"/>
                    </a:lnTo>
                    <a:lnTo>
                      <a:pt x="624" y="144"/>
                    </a:lnTo>
                    <a:lnTo>
                      <a:pt x="576" y="180"/>
                    </a:lnTo>
                    <a:lnTo>
                      <a:pt x="534" y="210"/>
                    </a:lnTo>
                    <a:lnTo>
                      <a:pt x="510" y="222"/>
                    </a:lnTo>
                    <a:lnTo>
                      <a:pt x="480" y="246"/>
                    </a:lnTo>
                    <a:lnTo>
                      <a:pt x="450" y="282"/>
                    </a:lnTo>
                    <a:lnTo>
                      <a:pt x="414" y="312"/>
                    </a:lnTo>
                    <a:lnTo>
                      <a:pt x="390" y="330"/>
                    </a:lnTo>
                    <a:lnTo>
                      <a:pt x="366" y="336"/>
                    </a:lnTo>
                    <a:lnTo>
                      <a:pt x="324" y="342"/>
                    </a:lnTo>
                    <a:lnTo>
                      <a:pt x="282" y="354"/>
                    </a:lnTo>
                    <a:lnTo>
                      <a:pt x="282" y="558"/>
                    </a:lnTo>
                    <a:lnTo>
                      <a:pt x="264" y="582"/>
                    </a:lnTo>
                    <a:lnTo>
                      <a:pt x="264" y="594"/>
                    </a:lnTo>
                    <a:lnTo>
                      <a:pt x="258" y="606"/>
                    </a:lnTo>
                    <a:lnTo>
                      <a:pt x="258" y="624"/>
                    </a:lnTo>
                    <a:lnTo>
                      <a:pt x="252" y="636"/>
                    </a:lnTo>
                    <a:lnTo>
                      <a:pt x="240" y="642"/>
                    </a:lnTo>
                    <a:lnTo>
                      <a:pt x="222" y="648"/>
                    </a:lnTo>
                    <a:lnTo>
                      <a:pt x="198" y="648"/>
                    </a:lnTo>
                    <a:lnTo>
                      <a:pt x="186" y="654"/>
                    </a:lnTo>
                    <a:lnTo>
                      <a:pt x="138" y="648"/>
                    </a:lnTo>
                    <a:lnTo>
                      <a:pt x="138" y="666"/>
                    </a:lnTo>
                    <a:lnTo>
                      <a:pt x="72" y="660"/>
                    </a:lnTo>
                    <a:lnTo>
                      <a:pt x="48" y="678"/>
                    </a:lnTo>
                    <a:lnTo>
                      <a:pt x="0" y="690"/>
                    </a:lnTo>
                    <a:lnTo>
                      <a:pt x="0" y="726"/>
                    </a:lnTo>
                    <a:lnTo>
                      <a:pt x="6" y="738"/>
                    </a:lnTo>
                    <a:lnTo>
                      <a:pt x="6" y="762"/>
                    </a:lnTo>
                    <a:lnTo>
                      <a:pt x="18" y="786"/>
                    </a:lnTo>
                    <a:lnTo>
                      <a:pt x="30" y="792"/>
                    </a:lnTo>
                    <a:lnTo>
                      <a:pt x="54" y="79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6" name="Namibia" descr="© INSCALE GmbH, 05.05.2010&#10;http://www.presentationload.com/">
                <a:extLst>
                  <a:ext uri="{FF2B5EF4-FFF2-40B4-BE49-F238E27FC236}">
                    <a16:creationId xmlns:a16="http://schemas.microsoft.com/office/drawing/2014/main" id="{6F9DC448-DEE7-3643-8F84-366B24577368}"/>
                  </a:ext>
                </a:extLst>
              </p:cNvPr>
              <p:cNvSpPr>
                <a:spLocks/>
              </p:cNvSpPr>
              <p:nvPr/>
            </p:nvSpPr>
            <p:spPr bwMode="gray">
              <a:xfrm>
                <a:off x="6071345" y="4715335"/>
                <a:ext cx="401047" cy="409267"/>
              </a:xfrm>
              <a:custGeom>
                <a:avLst/>
                <a:gdLst>
                  <a:gd name="T0" fmla="*/ 2147483647 w 954"/>
                  <a:gd name="T1" fmla="*/ 2147483647 h 972"/>
                  <a:gd name="T2" fmla="*/ 2147483647 w 954"/>
                  <a:gd name="T3" fmla="*/ 2147483647 h 972"/>
                  <a:gd name="T4" fmla="*/ 2147483647 w 954"/>
                  <a:gd name="T5" fmla="*/ 2147483647 h 972"/>
                  <a:gd name="T6" fmla="*/ 2147483647 w 954"/>
                  <a:gd name="T7" fmla="*/ 2147483647 h 972"/>
                  <a:gd name="T8" fmla="*/ 2147483647 w 954"/>
                  <a:gd name="T9" fmla="*/ 2147483647 h 972"/>
                  <a:gd name="T10" fmla="*/ 2147483647 w 954"/>
                  <a:gd name="T11" fmla="*/ 2147483647 h 972"/>
                  <a:gd name="T12" fmla="*/ 2147483647 w 954"/>
                  <a:gd name="T13" fmla="*/ 2147483647 h 972"/>
                  <a:gd name="T14" fmla="*/ 2147483647 w 954"/>
                  <a:gd name="T15" fmla="*/ 2147483647 h 972"/>
                  <a:gd name="T16" fmla="*/ 2147483647 w 954"/>
                  <a:gd name="T17" fmla="*/ 2147483647 h 972"/>
                  <a:gd name="T18" fmla="*/ 2147483647 w 954"/>
                  <a:gd name="T19" fmla="*/ 2147483647 h 972"/>
                  <a:gd name="T20" fmla="*/ 2147483647 w 954"/>
                  <a:gd name="T21" fmla="*/ 2147483647 h 972"/>
                  <a:gd name="T22" fmla="*/ 2147483647 w 954"/>
                  <a:gd name="T23" fmla="*/ 2147483647 h 972"/>
                  <a:gd name="T24" fmla="*/ 2147483647 w 954"/>
                  <a:gd name="T25" fmla="*/ 2147483647 h 972"/>
                  <a:gd name="T26" fmla="*/ 2147483647 w 954"/>
                  <a:gd name="T27" fmla="*/ 2147483647 h 972"/>
                  <a:gd name="T28" fmla="*/ 2147483647 w 954"/>
                  <a:gd name="T29" fmla="*/ 2147483647 h 972"/>
                  <a:gd name="T30" fmla="*/ 2147483647 w 954"/>
                  <a:gd name="T31" fmla="*/ 2147483647 h 972"/>
                  <a:gd name="T32" fmla="*/ 2147483647 w 954"/>
                  <a:gd name="T33" fmla="*/ 2147483647 h 972"/>
                  <a:gd name="T34" fmla="*/ 2147483647 w 954"/>
                  <a:gd name="T35" fmla="*/ 2147483647 h 972"/>
                  <a:gd name="T36" fmla="*/ 2147483647 w 954"/>
                  <a:gd name="T37" fmla="*/ 2147483647 h 972"/>
                  <a:gd name="T38" fmla="*/ 2147483647 w 954"/>
                  <a:gd name="T39" fmla="*/ 2147483647 h 972"/>
                  <a:gd name="T40" fmla="*/ 2147483647 w 954"/>
                  <a:gd name="T41" fmla="*/ 2147483647 h 972"/>
                  <a:gd name="T42" fmla="*/ 2147483647 w 954"/>
                  <a:gd name="T43" fmla="*/ 2147483647 h 972"/>
                  <a:gd name="T44" fmla="*/ 2147483647 w 954"/>
                  <a:gd name="T45" fmla="*/ 2147483647 h 972"/>
                  <a:gd name="T46" fmla="*/ 2147483647 w 954"/>
                  <a:gd name="T47" fmla="*/ 2147483647 h 972"/>
                  <a:gd name="T48" fmla="*/ 2147483647 w 954"/>
                  <a:gd name="T49" fmla="*/ 2147483647 h 972"/>
                  <a:gd name="T50" fmla="*/ 2147483647 w 954"/>
                  <a:gd name="T51" fmla="*/ 2147483647 h 972"/>
                  <a:gd name="T52" fmla="*/ 2147483647 w 954"/>
                  <a:gd name="T53" fmla="*/ 2147483647 h 972"/>
                  <a:gd name="T54" fmla="*/ 2147483647 w 954"/>
                  <a:gd name="T55" fmla="*/ 2147483647 h 972"/>
                  <a:gd name="T56" fmla="*/ 2147483647 w 954"/>
                  <a:gd name="T57" fmla="*/ 2147483647 h 972"/>
                  <a:gd name="T58" fmla="*/ 2147483647 w 954"/>
                  <a:gd name="T59" fmla="*/ 2147483647 h 972"/>
                  <a:gd name="T60" fmla="*/ 2147483647 w 954"/>
                  <a:gd name="T61" fmla="*/ 2147483647 h 972"/>
                  <a:gd name="T62" fmla="*/ 2147483647 w 954"/>
                  <a:gd name="T63" fmla="*/ 2147483647 h 972"/>
                  <a:gd name="T64" fmla="*/ 2147483647 w 954"/>
                  <a:gd name="T65" fmla="*/ 2147483647 h 972"/>
                  <a:gd name="T66" fmla="*/ 2147483647 w 954"/>
                  <a:gd name="T67" fmla="*/ 0 h 972"/>
                  <a:gd name="T68" fmla="*/ 2147483647 w 954"/>
                  <a:gd name="T69" fmla="*/ 2147483647 h 972"/>
                  <a:gd name="T70" fmla="*/ 2147483647 w 954"/>
                  <a:gd name="T71" fmla="*/ 2147483647 h 972"/>
                  <a:gd name="T72" fmla="*/ 0 w 954"/>
                  <a:gd name="T73" fmla="*/ 2147483647 h 972"/>
                  <a:gd name="T74" fmla="*/ 2147483647 w 954"/>
                  <a:gd name="T75" fmla="*/ 2147483647 h 972"/>
                  <a:gd name="T76" fmla="*/ 2147483647 w 954"/>
                  <a:gd name="T77" fmla="*/ 2147483647 h 972"/>
                  <a:gd name="T78" fmla="*/ 2147483647 w 954"/>
                  <a:gd name="T79" fmla="*/ 2147483647 h 972"/>
                  <a:gd name="T80" fmla="*/ 2147483647 w 954"/>
                  <a:gd name="T81" fmla="*/ 2147483647 h 972"/>
                  <a:gd name="T82" fmla="*/ 2147483647 w 954"/>
                  <a:gd name="T83" fmla="*/ 2147483647 h 972"/>
                  <a:gd name="T84" fmla="*/ 2147483647 w 954"/>
                  <a:gd name="T85" fmla="*/ 2147483647 h 972"/>
                  <a:gd name="T86" fmla="*/ 2147483647 w 954"/>
                  <a:gd name="T87" fmla="*/ 2147483647 h 972"/>
                  <a:gd name="T88" fmla="*/ 2147483647 w 954"/>
                  <a:gd name="T89" fmla="*/ 2147483647 h 972"/>
                  <a:gd name="T90" fmla="*/ 2147483647 w 954"/>
                  <a:gd name="T91" fmla="*/ 2147483647 h 972"/>
                  <a:gd name="T92" fmla="*/ 2147483647 w 954"/>
                  <a:gd name="T93" fmla="*/ 2147483647 h 972"/>
                  <a:gd name="T94" fmla="*/ 2147483647 w 954"/>
                  <a:gd name="T95" fmla="*/ 2147483647 h 972"/>
                  <a:gd name="T96" fmla="*/ 2147483647 w 954"/>
                  <a:gd name="T97" fmla="*/ 2147483647 h 972"/>
                  <a:gd name="T98" fmla="*/ 2147483647 w 954"/>
                  <a:gd name="T99" fmla="*/ 2147483647 h 972"/>
                  <a:gd name="T100" fmla="*/ 2147483647 w 954"/>
                  <a:gd name="T101" fmla="*/ 2147483647 h 972"/>
                  <a:gd name="T102" fmla="*/ 2147483647 w 954"/>
                  <a:gd name="T103" fmla="*/ 2147483647 h 972"/>
                  <a:gd name="T104" fmla="*/ 2147483647 w 954"/>
                  <a:gd name="T105" fmla="*/ 2147483647 h 972"/>
                  <a:gd name="T106" fmla="*/ 2147483647 w 954"/>
                  <a:gd name="T107" fmla="*/ 2147483647 h 972"/>
                  <a:gd name="T108" fmla="*/ 2147483647 w 954"/>
                  <a:gd name="T109" fmla="*/ 2147483647 h 972"/>
                  <a:gd name="T110" fmla="*/ 2147483647 w 954"/>
                  <a:gd name="T111" fmla="*/ 2147483647 h 972"/>
                  <a:gd name="T112" fmla="*/ 2147483647 w 954"/>
                  <a:gd name="T113" fmla="*/ 2147483647 h 972"/>
                  <a:gd name="T114" fmla="*/ 2147483647 w 954"/>
                  <a:gd name="T115" fmla="*/ 2147483647 h 972"/>
                  <a:gd name="T116" fmla="*/ 2147483647 w 954"/>
                  <a:gd name="T117" fmla="*/ 2147483647 h 972"/>
                  <a:gd name="T118" fmla="*/ 2147483647 w 954"/>
                  <a:gd name="T119" fmla="*/ 2147483647 h 9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72"/>
                  <a:gd name="T182" fmla="*/ 954 w 954"/>
                  <a:gd name="T183" fmla="*/ 972 h 97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72">
                    <a:moveTo>
                      <a:pt x="366" y="894"/>
                    </a:moveTo>
                    <a:lnTo>
                      <a:pt x="372" y="894"/>
                    </a:lnTo>
                    <a:lnTo>
                      <a:pt x="390" y="912"/>
                    </a:lnTo>
                    <a:lnTo>
                      <a:pt x="390" y="936"/>
                    </a:lnTo>
                    <a:lnTo>
                      <a:pt x="396" y="948"/>
                    </a:lnTo>
                    <a:lnTo>
                      <a:pt x="402" y="954"/>
                    </a:lnTo>
                    <a:lnTo>
                      <a:pt x="426" y="954"/>
                    </a:lnTo>
                    <a:lnTo>
                      <a:pt x="432" y="960"/>
                    </a:lnTo>
                    <a:lnTo>
                      <a:pt x="432" y="966"/>
                    </a:lnTo>
                    <a:lnTo>
                      <a:pt x="438" y="972"/>
                    </a:lnTo>
                    <a:lnTo>
                      <a:pt x="462" y="972"/>
                    </a:lnTo>
                    <a:lnTo>
                      <a:pt x="474" y="960"/>
                    </a:lnTo>
                    <a:lnTo>
                      <a:pt x="486" y="960"/>
                    </a:lnTo>
                    <a:lnTo>
                      <a:pt x="498" y="972"/>
                    </a:lnTo>
                    <a:lnTo>
                      <a:pt x="522" y="972"/>
                    </a:lnTo>
                    <a:lnTo>
                      <a:pt x="522" y="948"/>
                    </a:lnTo>
                    <a:lnTo>
                      <a:pt x="534" y="948"/>
                    </a:lnTo>
                    <a:lnTo>
                      <a:pt x="534" y="942"/>
                    </a:lnTo>
                    <a:lnTo>
                      <a:pt x="540" y="936"/>
                    </a:lnTo>
                    <a:lnTo>
                      <a:pt x="552" y="930"/>
                    </a:lnTo>
                    <a:lnTo>
                      <a:pt x="570" y="930"/>
                    </a:lnTo>
                    <a:lnTo>
                      <a:pt x="582" y="414"/>
                    </a:lnTo>
                    <a:lnTo>
                      <a:pt x="654" y="414"/>
                    </a:lnTo>
                    <a:lnTo>
                      <a:pt x="648" y="288"/>
                    </a:lnTo>
                    <a:lnTo>
                      <a:pt x="654" y="282"/>
                    </a:lnTo>
                    <a:lnTo>
                      <a:pt x="654" y="108"/>
                    </a:lnTo>
                    <a:lnTo>
                      <a:pt x="690" y="108"/>
                    </a:lnTo>
                    <a:lnTo>
                      <a:pt x="708" y="102"/>
                    </a:lnTo>
                    <a:lnTo>
                      <a:pt x="744" y="102"/>
                    </a:lnTo>
                    <a:lnTo>
                      <a:pt x="792" y="90"/>
                    </a:lnTo>
                    <a:lnTo>
                      <a:pt x="804" y="84"/>
                    </a:lnTo>
                    <a:lnTo>
                      <a:pt x="822" y="84"/>
                    </a:lnTo>
                    <a:lnTo>
                      <a:pt x="828" y="90"/>
                    </a:lnTo>
                    <a:lnTo>
                      <a:pt x="828" y="108"/>
                    </a:lnTo>
                    <a:lnTo>
                      <a:pt x="834" y="108"/>
                    </a:lnTo>
                    <a:lnTo>
                      <a:pt x="834" y="126"/>
                    </a:lnTo>
                    <a:lnTo>
                      <a:pt x="840" y="126"/>
                    </a:lnTo>
                    <a:lnTo>
                      <a:pt x="882" y="84"/>
                    </a:lnTo>
                    <a:lnTo>
                      <a:pt x="906" y="84"/>
                    </a:lnTo>
                    <a:lnTo>
                      <a:pt x="918" y="72"/>
                    </a:lnTo>
                    <a:lnTo>
                      <a:pt x="954" y="66"/>
                    </a:lnTo>
                    <a:lnTo>
                      <a:pt x="936" y="48"/>
                    </a:lnTo>
                    <a:lnTo>
                      <a:pt x="906" y="54"/>
                    </a:lnTo>
                    <a:lnTo>
                      <a:pt x="906" y="48"/>
                    </a:lnTo>
                    <a:lnTo>
                      <a:pt x="900" y="42"/>
                    </a:lnTo>
                    <a:lnTo>
                      <a:pt x="882" y="42"/>
                    </a:lnTo>
                    <a:lnTo>
                      <a:pt x="876" y="48"/>
                    </a:lnTo>
                    <a:lnTo>
                      <a:pt x="870" y="48"/>
                    </a:lnTo>
                    <a:lnTo>
                      <a:pt x="846" y="60"/>
                    </a:lnTo>
                    <a:lnTo>
                      <a:pt x="828" y="54"/>
                    </a:lnTo>
                    <a:lnTo>
                      <a:pt x="816" y="60"/>
                    </a:lnTo>
                    <a:lnTo>
                      <a:pt x="780" y="72"/>
                    </a:lnTo>
                    <a:lnTo>
                      <a:pt x="732" y="78"/>
                    </a:lnTo>
                    <a:lnTo>
                      <a:pt x="696" y="84"/>
                    </a:lnTo>
                    <a:lnTo>
                      <a:pt x="624" y="84"/>
                    </a:lnTo>
                    <a:lnTo>
                      <a:pt x="618" y="72"/>
                    </a:lnTo>
                    <a:lnTo>
                      <a:pt x="546" y="78"/>
                    </a:lnTo>
                    <a:lnTo>
                      <a:pt x="540" y="66"/>
                    </a:lnTo>
                    <a:lnTo>
                      <a:pt x="504" y="66"/>
                    </a:lnTo>
                    <a:lnTo>
                      <a:pt x="480" y="42"/>
                    </a:lnTo>
                    <a:lnTo>
                      <a:pt x="480" y="36"/>
                    </a:lnTo>
                    <a:lnTo>
                      <a:pt x="174" y="36"/>
                    </a:lnTo>
                    <a:lnTo>
                      <a:pt x="168" y="30"/>
                    </a:lnTo>
                    <a:lnTo>
                      <a:pt x="156" y="30"/>
                    </a:lnTo>
                    <a:lnTo>
                      <a:pt x="132" y="18"/>
                    </a:lnTo>
                    <a:lnTo>
                      <a:pt x="126" y="6"/>
                    </a:lnTo>
                    <a:lnTo>
                      <a:pt x="120" y="0"/>
                    </a:lnTo>
                    <a:lnTo>
                      <a:pt x="90" y="0"/>
                    </a:lnTo>
                    <a:lnTo>
                      <a:pt x="90" y="6"/>
                    </a:lnTo>
                    <a:lnTo>
                      <a:pt x="72" y="24"/>
                    </a:lnTo>
                    <a:lnTo>
                      <a:pt x="42" y="24"/>
                    </a:lnTo>
                    <a:lnTo>
                      <a:pt x="36" y="18"/>
                    </a:lnTo>
                    <a:lnTo>
                      <a:pt x="18" y="24"/>
                    </a:lnTo>
                    <a:lnTo>
                      <a:pt x="0" y="24"/>
                    </a:lnTo>
                    <a:lnTo>
                      <a:pt x="6" y="96"/>
                    </a:lnTo>
                    <a:lnTo>
                      <a:pt x="12" y="108"/>
                    </a:lnTo>
                    <a:lnTo>
                      <a:pt x="30" y="126"/>
                    </a:lnTo>
                    <a:lnTo>
                      <a:pt x="36" y="138"/>
                    </a:lnTo>
                    <a:lnTo>
                      <a:pt x="54" y="162"/>
                    </a:lnTo>
                    <a:lnTo>
                      <a:pt x="72" y="192"/>
                    </a:lnTo>
                    <a:lnTo>
                      <a:pt x="96" y="228"/>
                    </a:lnTo>
                    <a:lnTo>
                      <a:pt x="102" y="258"/>
                    </a:lnTo>
                    <a:lnTo>
                      <a:pt x="102" y="276"/>
                    </a:lnTo>
                    <a:lnTo>
                      <a:pt x="114" y="294"/>
                    </a:lnTo>
                    <a:lnTo>
                      <a:pt x="120" y="312"/>
                    </a:lnTo>
                    <a:lnTo>
                      <a:pt x="138" y="348"/>
                    </a:lnTo>
                    <a:lnTo>
                      <a:pt x="156" y="366"/>
                    </a:lnTo>
                    <a:lnTo>
                      <a:pt x="156" y="390"/>
                    </a:lnTo>
                    <a:lnTo>
                      <a:pt x="162" y="396"/>
                    </a:lnTo>
                    <a:lnTo>
                      <a:pt x="174" y="402"/>
                    </a:lnTo>
                    <a:lnTo>
                      <a:pt x="180" y="414"/>
                    </a:lnTo>
                    <a:lnTo>
                      <a:pt x="192" y="420"/>
                    </a:lnTo>
                    <a:lnTo>
                      <a:pt x="198" y="432"/>
                    </a:lnTo>
                    <a:lnTo>
                      <a:pt x="198" y="582"/>
                    </a:lnTo>
                    <a:lnTo>
                      <a:pt x="222" y="630"/>
                    </a:lnTo>
                    <a:lnTo>
                      <a:pt x="222" y="678"/>
                    </a:lnTo>
                    <a:lnTo>
                      <a:pt x="216" y="678"/>
                    </a:lnTo>
                    <a:lnTo>
                      <a:pt x="228" y="726"/>
                    </a:lnTo>
                    <a:lnTo>
                      <a:pt x="228" y="762"/>
                    </a:lnTo>
                    <a:lnTo>
                      <a:pt x="240" y="762"/>
                    </a:lnTo>
                    <a:lnTo>
                      <a:pt x="240" y="804"/>
                    </a:lnTo>
                    <a:lnTo>
                      <a:pt x="252" y="810"/>
                    </a:lnTo>
                    <a:lnTo>
                      <a:pt x="258" y="816"/>
                    </a:lnTo>
                    <a:lnTo>
                      <a:pt x="258" y="846"/>
                    </a:lnTo>
                    <a:lnTo>
                      <a:pt x="264" y="858"/>
                    </a:lnTo>
                    <a:lnTo>
                      <a:pt x="270" y="864"/>
                    </a:lnTo>
                    <a:lnTo>
                      <a:pt x="276" y="876"/>
                    </a:lnTo>
                    <a:lnTo>
                      <a:pt x="282" y="894"/>
                    </a:lnTo>
                    <a:lnTo>
                      <a:pt x="282" y="900"/>
                    </a:lnTo>
                    <a:lnTo>
                      <a:pt x="288" y="912"/>
                    </a:lnTo>
                    <a:lnTo>
                      <a:pt x="294" y="918"/>
                    </a:lnTo>
                    <a:lnTo>
                      <a:pt x="318" y="930"/>
                    </a:lnTo>
                    <a:lnTo>
                      <a:pt x="324" y="936"/>
                    </a:lnTo>
                    <a:lnTo>
                      <a:pt x="330" y="936"/>
                    </a:lnTo>
                    <a:lnTo>
                      <a:pt x="330" y="942"/>
                    </a:lnTo>
                    <a:lnTo>
                      <a:pt x="348" y="930"/>
                    </a:lnTo>
                    <a:lnTo>
                      <a:pt x="348" y="924"/>
                    </a:lnTo>
                    <a:lnTo>
                      <a:pt x="354" y="918"/>
                    </a:lnTo>
                    <a:lnTo>
                      <a:pt x="360" y="906"/>
                    </a:lnTo>
                    <a:lnTo>
                      <a:pt x="360" y="900"/>
                    </a:lnTo>
                    <a:lnTo>
                      <a:pt x="366" y="89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7" name="Mozambique" descr="© INSCALE GmbH, 05.05.2010&#10;http://www.presentationload.com/">
                <a:extLst>
                  <a:ext uri="{FF2B5EF4-FFF2-40B4-BE49-F238E27FC236}">
                    <a16:creationId xmlns:a16="http://schemas.microsoft.com/office/drawing/2014/main" id="{D21D3899-C788-294E-AB9D-F1D73A2F2DD5}"/>
                  </a:ext>
                </a:extLst>
              </p:cNvPr>
              <p:cNvSpPr>
                <a:spLocks/>
              </p:cNvSpPr>
              <p:nvPr/>
            </p:nvSpPr>
            <p:spPr bwMode="gray">
              <a:xfrm>
                <a:off x="6618678" y="4496730"/>
                <a:ext cx="320510" cy="562125"/>
              </a:xfrm>
              <a:custGeom>
                <a:avLst/>
                <a:gdLst>
                  <a:gd name="T0" fmla="*/ 2147483647 w 762"/>
                  <a:gd name="T1" fmla="*/ 2147483647 h 1338"/>
                  <a:gd name="T2" fmla="*/ 2147483647 w 762"/>
                  <a:gd name="T3" fmla="*/ 2147483647 h 1338"/>
                  <a:gd name="T4" fmla="*/ 2147483647 w 762"/>
                  <a:gd name="T5" fmla="*/ 2147483647 h 1338"/>
                  <a:gd name="T6" fmla="*/ 2147483647 w 762"/>
                  <a:gd name="T7" fmla="*/ 2147483647 h 1338"/>
                  <a:gd name="T8" fmla="*/ 2147483647 w 762"/>
                  <a:gd name="T9" fmla="*/ 2147483647 h 1338"/>
                  <a:gd name="T10" fmla="*/ 2147483647 w 762"/>
                  <a:gd name="T11" fmla="*/ 2147483647 h 1338"/>
                  <a:gd name="T12" fmla="*/ 2147483647 w 762"/>
                  <a:gd name="T13" fmla="*/ 2147483647 h 1338"/>
                  <a:gd name="T14" fmla="*/ 2147483647 w 762"/>
                  <a:gd name="T15" fmla="*/ 2147483647 h 1338"/>
                  <a:gd name="T16" fmla="*/ 2147483647 w 762"/>
                  <a:gd name="T17" fmla="*/ 2147483647 h 1338"/>
                  <a:gd name="T18" fmla="*/ 2147483647 w 762"/>
                  <a:gd name="T19" fmla="*/ 2147483647 h 1338"/>
                  <a:gd name="T20" fmla="*/ 2147483647 w 762"/>
                  <a:gd name="T21" fmla="*/ 2147483647 h 1338"/>
                  <a:gd name="T22" fmla="*/ 2147483647 w 762"/>
                  <a:gd name="T23" fmla="*/ 2147483647 h 1338"/>
                  <a:gd name="T24" fmla="*/ 2147483647 w 762"/>
                  <a:gd name="T25" fmla="*/ 2147483647 h 1338"/>
                  <a:gd name="T26" fmla="*/ 2147483647 w 762"/>
                  <a:gd name="T27" fmla="*/ 2147483647 h 1338"/>
                  <a:gd name="T28" fmla="*/ 2147483647 w 762"/>
                  <a:gd name="T29" fmla="*/ 2147483647 h 1338"/>
                  <a:gd name="T30" fmla="*/ 2147483647 w 762"/>
                  <a:gd name="T31" fmla="*/ 2147483647 h 1338"/>
                  <a:gd name="T32" fmla="*/ 2147483647 w 762"/>
                  <a:gd name="T33" fmla="*/ 2147483647 h 1338"/>
                  <a:gd name="T34" fmla="*/ 2147483647 w 762"/>
                  <a:gd name="T35" fmla="*/ 2147483647 h 1338"/>
                  <a:gd name="T36" fmla="*/ 2147483647 w 762"/>
                  <a:gd name="T37" fmla="*/ 2147483647 h 1338"/>
                  <a:gd name="T38" fmla="*/ 2147483647 w 762"/>
                  <a:gd name="T39" fmla="*/ 2147483647 h 1338"/>
                  <a:gd name="T40" fmla="*/ 2147483647 w 762"/>
                  <a:gd name="T41" fmla="*/ 2147483647 h 1338"/>
                  <a:gd name="T42" fmla="*/ 2147483647 w 762"/>
                  <a:gd name="T43" fmla="*/ 2147483647 h 1338"/>
                  <a:gd name="T44" fmla="*/ 2147483647 w 762"/>
                  <a:gd name="T45" fmla="*/ 2147483647 h 1338"/>
                  <a:gd name="T46" fmla="*/ 2147483647 w 762"/>
                  <a:gd name="T47" fmla="*/ 2147483647 h 1338"/>
                  <a:gd name="T48" fmla="*/ 2147483647 w 762"/>
                  <a:gd name="T49" fmla="*/ 2147483647 h 1338"/>
                  <a:gd name="T50" fmla="*/ 2147483647 w 762"/>
                  <a:gd name="T51" fmla="*/ 2147483647 h 1338"/>
                  <a:gd name="T52" fmla="*/ 2147483647 w 762"/>
                  <a:gd name="T53" fmla="*/ 2147483647 h 1338"/>
                  <a:gd name="T54" fmla="*/ 2147483647 w 762"/>
                  <a:gd name="T55" fmla="*/ 2147483647 h 1338"/>
                  <a:gd name="T56" fmla="*/ 0 w 762"/>
                  <a:gd name="T57" fmla="*/ 2147483647 h 1338"/>
                  <a:gd name="T58" fmla="*/ 2147483647 w 762"/>
                  <a:gd name="T59" fmla="*/ 2147483647 h 1338"/>
                  <a:gd name="T60" fmla="*/ 2147483647 w 762"/>
                  <a:gd name="T61" fmla="*/ 2147483647 h 1338"/>
                  <a:gd name="T62" fmla="*/ 2147483647 w 762"/>
                  <a:gd name="T63" fmla="*/ 2147483647 h 1338"/>
                  <a:gd name="T64" fmla="*/ 2147483647 w 762"/>
                  <a:gd name="T65" fmla="*/ 2147483647 h 1338"/>
                  <a:gd name="T66" fmla="*/ 2147483647 w 762"/>
                  <a:gd name="T67" fmla="*/ 2147483647 h 1338"/>
                  <a:gd name="T68" fmla="*/ 2147483647 w 762"/>
                  <a:gd name="T69" fmla="*/ 2147483647 h 1338"/>
                  <a:gd name="T70" fmla="*/ 2147483647 w 762"/>
                  <a:gd name="T71" fmla="*/ 2147483647 h 1338"/>
                  <a:gd name="T72" fmla="*/ 2147483647 w 762"/>
                  <a:gd name="T73" fmla="*/ 2147483647 h 1338"/>
                  <a:gd name="T74" fmla="*/ 2147483647 w 762"/>
                  <a:gd name="T75" fmla="*/ 2147483647 h 1338"/>
                  <a:gd name="T76" fmla="*/ 2147483647 w 762"/>
                  <a:gd name="T77" fmla="*/ 2147483647 h 1338"/>
                  <a:gd name="T78" fmla="*/ 2147483647 w 762"/>
                  <a:gd name="T79" fmla="*/ 2147483647 h 1338"/>
                  <a:gd name="T80" fmla="*/ 2147483647 w 762"/>
                  <a:gd name="T81" fmla="*/ 2147483647 h 1338"/>
                  <a:gd name="T82" fmla="*/ 2147483647 w 762"/>
                  <a:gd name="T83" fmla="*/ 2147483647 h 1338"/>
                  <a:gd name="T84" fmla="*/ 2147483647 w 762"/>
                  <a:gd name="T85" fmla="*/ 2147483647 h 1338"/>
                  <a:gd name="T86" fmla="*/ 2147483647 w 762"/>
                  <a:gd name="T87" fmla="*/ 2147483647 h 1338"/>
                  <a:gd name="T88" fmla="*/ 2147483647 w 762"/>
                  <a:gd name="T89" fmla="*/ 2147483647 h 1338"/>
                  <a:gd name="T90" fmla="*/ 2147483647 w 762"/>
                  <a:gd name="T91" fmla="*/ 2147483647 h 1338"/>
                  <a:gd name="T92" fmla="*/ 2147483647 w 762"/>
                  <a:gd name="T93" fmla="*/ 2147483647 h 1338"/>
                  <a:gd name="T94" fmla="*/ 2147483647 w 762"/>
                  <a:gd name="T95" fmla="*/ 2147483647 h 1338"/>
                  <a:gd name="T96" fmla="*/ 2147483647 w 762"/>
                  <a:gd name="T97" fmla="*/ 2147483647 h 1338"/>
                  <a:gd name="T98" fmla="*/ 2147483647 w 762"/>
                  <a:gd name="T99" fmla="*/ 2147483647 h 1338"/>
                  <a:gd name="T100" fmla="*/ 2147483647 w 762"/>
                  <a:gd name="T101" fmla="*/ 2147483647 h 1338"/>
                  <a:gd name="T102" fmla="*/ 2147483647 w 762"/>
                  <a:gd name="T103" fmla="*/ 2147483647 h 1338"/>
                  <a:gd name="T104" fmla="*/ 2147483647 w 762"/>
                  <a:gd name="T105" fmla="*/ 2147483647 h 1338"/>
                  <a:gd name="T106" fmla="*/ 2147483647 w 762"/>
                  <a:gd name="T107" fmla="*/ 2147483647 h 1338"/>
                  <a:gd name="T108" fmla="*/ 2147483647 w 762"/>
                  <a:gd name="T109" fmla="*/ 2147483647 h 1338"/>
                  <a:gd name="T110" fmla="*/ 2147483647 w 762"/>
                  <a:gd name="T111" fmla="*/ 2147483647 h 1338"/>
                  <a:gd name="T112" fmla="*/ 2147483647 w 762"/>
                  <a:gd name="T113" fmla="*/ 2147483647 h 1338"/>
                  <a:gd name="T114" fmla="*/ 2147483647 w 762"/>
                  <a:gd name="T115" fmla="*/ 2147483647 h 1338"/>
                  <a:gd name="T116" fmla="*/ 2147483647 w 762"/>
                  <a:gd name="T117" fmla="*/ 2147483647 h 1338"/>
                  <a:gd name="T118" fmla="*/ 2147483647 w 762"/>
                  <a:gd name="T119" fmla="*/ 2147483647 h 1338"/>
                  <a:gd name="T120" fmla="*/ 2147483647 w 762"/>
                  <a:gd name="T121" fmla="*/ 2147483647 h 1338"/>
                  <a:gd name="T122" fmla="*/ 2147483647 w 762"/>
                  <a:gd name="T123" fmla="*/ 2147483647 h 13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62"/>
                  <a:gd name="T187" fmla="*/ 0 h 1338"/>
                  <a:gd name="T188" fmla="*/ 762 w 762"/>
                  <a:gd name="T189" fmla="*/ 1338 h 13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62" h="1338">
                    <a:moveTo>
                      <a:pt x="762" y="342"/>
                    </a:moveTo>
                    <a:lnTo>
                      <a:pt x="762" y="324"/>
                    </a:lnTo>
                    <a:lnTo>
                      <a:pt x="756" y="318"/>
                    </a:lnTo>
                    <a:lnTo>
                      <a:pt x="744" y="318"/>
                    </a:lnTo>
                    <a:lnTo>
                      <a:pt x="744" y="258"/>
                    </a:lnTo>
                    <a:lnTo>
                      <a:pt x="732" y="246"/>
                    </a:lnTo>
                    <a:lnTo>
                      <a:pt x="750" y="234"/>
                    </a:lnTo>
                    <a:lnTo>
                      <a:pt x="738" y="186"/>
                    </a:lnTo>
                    <a:lnTo>
                      <a:pt x="750" y="156"/>
                    </a:lnTo>
                    <a:lnTo>
                      <a:pt x="738" y="120"/>
                    </a:lnTo>
                    <a:lnTo>
                      <a:pt x="738" y="108"/>
                    </a:lnTo>
                    <a:lnTo>
                      <a:pt x="750" y="72"/>
                    </a:lnTo>
                    <a:lnTo>
                      <a:pt x="756" y="42"/>
                    </a:lnTo>
                    <a:lnTo>
                      <a:pt x="756" y="12"/>
                    </a:lnTo>
                    <a:lnTo>
                      <a:pt x="744" y="0"/>
                    </a:lnTo>
                    <a:lnTo>
                      <a:pt x="666" y="54"/>
                    </a:lnTo>
                    <a:lnTo>
                      <a:pt x="636" y="60"/>
                    </a:lnTo>
                    <a:lnTo>
                      <a:pt x="630" y="60"/>
                    </a:lnTo>
                    <a:lnTo>
                      <a:pt x="618" y="72"/>
                    </a:lnTo>
                    <a:lnTo>
                      <a:pt x="606" y="78"/>
                    </a:lnTo>
                    <a:lnTo>
                      <a:pt x="594" y="78"/>
                    </a:lnTo>
                    <a:lnTo>
                      <a:pt x="594" y="72"/>
                    </a:lnTo>
                    <a:lnTo>
                      <a:pt x="588" y="66"/>
                    </a:lnTo>
                    <a:lnTo>
                      <a:pt x="564" y="66"/>
                    </a:lnTo>
                    <a:lnTo>
                      <a:pt x="558" y="72"/>
                    </a:lnTo>
                    <a:lnTo>
                      <a:pt x="552" y="84"/>
                    </a:lnTo>
                    <a:lnTo>
                      <a:pt x="540" y="90"/>
                    </a:lnTo>
                    <a:lnTo>
                      <a:pt x="528" y="102"/>
                    </a:lnTo>
                    <a:lnTo>
                      <a:pt x="510" y="102"/>
                    </a:lnTo>
                    <a:lnTo>
                      <a:pt x="498" y="96"/>
                    </a:lnTo>
                    <a:lnTo>
                      <a:pt x="492" y="90"/>
                    </a:lnTo>
                    <a:lnTo>
                      <a:pt x="486" y="90"/>
                    </a:lnTo>
                    <a:lnTo>
                      <a:pt x="468" y="108"/>
                    </a:lnTo>
                    <a:lnTo>
                      <a:pt x="456" y="108"/>
                    </a:lnTo>
                    <a:lnTo>
                      <a:pt x="450" y="102"/>
                    </a:lnTo>
                    <a:lnTo>
                      <a:pt x="438" y="96"/>
                    </a:lnTo>
                    <a:lnTo>
                      <a:pt x="432" y="84"/>
                    </a:lnTo>
                    <a:lnTo>
                      <a:pt x="420" y="78"/>
                    </a:lnTo>
                    <a:lnTo>
                      <a:pt x="408" y="78"/>
                    </a:lnTo>
                    <a:lnTo>
                      <a:pt x="396" y="90"/>
                    </a:lnTo>
                    <a:lnTo>
                      <a:pt x="390" y="90"/>
                    </a:lnTo>
                    <a:lnTo>
                      <a:pt x="384" y="96"/>
                    </a:lnTo>
                    <a:lnTo>
                      <a:pt x="354" y="96"/>
                    </a:lnTo>
                    <a:lnTo>
                      <a:pt x="354" y="114"/>
                    </a:lnTo>
                    <a:lnTo>
                      <a:pt x="330" y="138"/>
                    </a:lnTo>
                    <a:lnTo>
                      <a:pt x="330" y="150"/>
                    </a:lnTo>
                    <a:lnTo>
                      <a:pt x="342" y="162"/>
                    </a:lnTo>
                    <a:lnTo>
                      <a:pt x="348" y="174"/>
                    </a:lnTo>
                    <a:lnTo>
                      <a:pt x="348" y="204"/>
                    </a:lnTo>
                    <a:lnTo>
                      <a:pt x="342" y="216"/>
                    </a:lnTo>
                    <a:lnTo>
                      <a:pt x="336" y="234"/>
                    </a:lnTo>
                    <a:lnTo>
                      <a:pt x="336" y="246"/>
                    </a:lnTo>
                    <a:lnTo>
                      <a:pt x="342" y="246"/>
                    </a:lnTo>
                    <a:lnTo>
                      <a:pt x="342" y="252"/>
                    </a:lnTo>
                    <a:lnTo>
                      <a:pt x="348" y="252"/>
                    </a:lnTo>
                    <a:lnTo>
                      <a:pt x="372" y="276"/>
                    </a:lnTo>
                    <a:lnTo>
                      <a:pt x="384" y="300"/>
                    </a:lnTo>
                    <a:lnTo>
                      <a:pt x="390" y="306"/>
                    </a:lnTo>
                    <a:lnTo>
                      <a:pt x="396" y="318"/>
                    </a:lnTo>
                    <a:lnTo>
                      <a:pt x="408" y="336"/>
                    </a:lnTo>
                    <a:lnTo>
                      <a:pt x="420" y="348"/>
                    </a:lnTo>
                    <a:lnTo>
                      <a:pt x="420" y="366"/>
                    </a:lnTo>
                    <a:lnTo>
                      <a:pt x="414" y="372"/>
                    </a:lnTo>
                    <a:lnTo>
                      <a:pt x="408" y="384"/>
                    </a:lnTo>
                    <a:lnTo>
                      <a:pt x="402" y="390"/>
                    </a:lnTo>
                    <a:lnTo>
                      <a:pt x="402" y="450"/>
                    </a:lnTo>
                    <a:lnTo>
                      <a:pt x="396" y="456"/>
                    </a:lnTo>
                    <a:lnTo>
                      <a:pt x="372" y="456"/>
                    </a:lnTo>
                    <a:lnTo>
                      <a:pt x="360" y="462"/>
                    </a:lnTo>
                    <a:lnTo>
                      <a:pt x="354" y="474"/>
                    </a:lnTo>
                    <a:lnTo>
                      <a:pt x="354" y="492"/>
                    </a:lnTo>
                    <a:lnTo>
                      <a:pt x="360" y="492"/>
                    </a:lnTo>
                    <a:lnTo>
                      <a:pt x="366" y="498"/>
                    </a:lnTo>
                    <a:lnTo>
                      <a:pt x="366" y="528"/>
                    </a:lnTo>
                    <a:lnTo>
                      <a:pt x="354" y="534"/>
                    </a:lnTo>
                    <a:lnTo>
                      <a:pt x="348" y="540"/>
                    </a:lnTo>
                    <a:lnTo>
                      <a:pt x="342" y="534"/>
                    </a:lnTo>
                    <a:lnTo>
                      <a:pt x="342" y="522"/>
                    </a:lnTo>
                    <a:lnTo>
                      <a:pt x="348" y="516"/>
                    </a:lnTo>
                    <a:lnTo>
                      <a:pt x="348" y="504"/>
                    </a:lnTo>
                    <a:lnTo>
                      <a:pt x="336" y="498"/>
                    </a:lnTo>
                    <a:lnTo>
                      <a:pt x="330" y="492"/>
                    </a:lnTo>
                    <a:lnTo>
                      <a:pt x="318" y="486"/>
                    </a:lnTo>
                    <a:lnTo>
                      <a:pt x="312" y="480"/>
                    </a:lnTo>
                    <a:lnTo>
                      <a:pt x="300" y="474"/>
                    </a:lnTo>
                    <a:lnTo>
                      <a:pt x="300" y="444"/>
                    </a:lnTo>
                    <a:lnTo>
                      <a:pt x="288" y="444"/>
                    </a:lnTo>
                    <a:lnTo>
                      <a:pt x="288" y="438"/>
                    </a:lnTo>
                    <a:lnTo>
                      <a:pt x="294" y="432"/>
                    </a:lnTo>
                    <a:lnTo>
                      <a:pt x="306" y="426"/>
                    </a:lnTo>
                    <a:lnTo>
                      <a:pt x="312" y="420"/>
                    </a:lnTo>
                    <a:lnTo>
                      <a:pt x="300" y="402"/>
                    </a:lnTo>
                    <a:lnTo>
                      <a:pt x="312" y="396"/>
                    </a:lnTo>
                    <a:lnTo>
                      <a:pt x="318" y="366"/>
                    </a:lnTo>
                    <a:lnTo>
                      <a:pt x="312" y="366"/>
                    </a:lnTo>
                    <a:lnTo>
                      <a:pt x="312" y="330"/>
                    </a:lnTo>
                    <a:lnTo>
                      <a:pt x="306" y="324"/>
                    </a:lnTo>
                    <a:lnTo>
                      <a:pt x="288" y="324"/>
                    </a:lnTo>
                    <a:lnTo>
                      <a:pt x="282" y="330"/>
                    </a:lnTo>
                    <a:lnTo>
                      <a:pt x="252" y="330"/>
                    </a:lnTo>
                    <a:lnTo>
                      <a:pt x="222" y="282"/>
                    </a:lnTo>
                    <a:lnTo>
                      <a:pt x="216" y="282"/>
                    </a:lnTo>
                    <a:lnTo>
                      <a:pt x="210" y="288"/>
                    </a:lnTo>
                    <a:lnTo>
                      <a:pt x="192" y="294"/>
                    </a:lnTo>
                    <a:lnTo>
                      <a:pt x="180" y="300"/>
                    </a:lnTo>
                    <a:lnTo>
                      <a:pt x="162" y="312"/>
                    </a:lnTo>
                    <a:lnTo>
                      <a:pt x="138" y="324"/>
                    </a:lnTo>
                    <a:lnTo>
                      <a:pt x="132" y="324"/>
                    </a:lnTo>
                    <a:lnTo>
                      <a:pt x="120" y="330"/>
                    </a:lnTo>
                    <a:lnTo>
                      <a:pt x="102" y="336"/>
                    </a:lnTo>
                    <a:lnTo>
                      <a:pt x="84" y="336"/>
                    </a:lnTo>
                    <a:lnTo>
                      <a:pt x="72" y="342"/>
                    </a:lnTo>
                    <a:lnTo>
                      <a:pt x="60" y="342"/>
                    </a:lnTo>
                    <a:lnTo>
                      <a:pt x="42" y="360"/>
                    </a:lnTo>
                    <a:lnTo>
                      <a:pt x="12" y="360"/>
                    </a:lnTo>
                    <a:lnTo>
                      <a:pt x="0" y="372"/>
                    </a:lnTo>
                    <a:lnTo>
                      <a:pt x="18" y="390"/>
                    </a:lnTo>
                    <a:lnTo>
                      <a:pt x="24" y="444"/>
                    </a:lnTo>
                    <a:lnTo>
                      <a:pt x="84" y="444"/>
                    </a:lnTo>
                    <a:lnTo>
                      <a:pt x="96" y="462"/>
                    </a:lnTo>
                    <a:lnTo>
                      <a:pt x="114" y="462"/>
                    </a:lnTo>
                    <a:lnTo>
                      <a:pt x="132" y="486"/>
                    </a:lnTo>
                    <a:lnTo>
                      <a:pt x="138" y="486"/>
                    </a:lnTo>
                    <a:lnTo>
                      <a:pt x="150" y="480"/>
                    </a:lnTo>
                    <a:lnTo>
                      <a:pt x="162" y="480"/>
                    </a:lnTo>
                    <a:lnTo>
                      <a:pt x="180" y="498"/>
                    </a:lnTo>
                    <a:lnTo>
                      <a:pt x="192" y="498"/>
                    </a:lnTo>
                    <a:lnTo>
                      <a:pt x="204" y="510"/>
                    </a:lnTo>
                    <a:lnTo>
                      <a:pt x="204" y="516"/>
                    </a:lnTo>
                    <a:lnTo>
                      <a:pt x="198" y="528"/>
                    </a:lnTo>
                    <a:lnTo>
                      <a:pt x="192" y="534"/>
                    </a:lnTo>
                    <a:lnTo>
                      <a:pt x="204" y="552"/>
                    </a:lnTo>
                    <a:lnTo>
                      <a:pt x="192" y="564"/>
                    </a:lnTo>
                    <a:lnTo>
                      <a:pt x="204" y="576"/>
                    </a:lnTo>
                    <a:lnTo>
                      <a:pt x="198" y="582"/>
                    </a:lnTo>
                    <a:lnTo>
                      <a:pt x="198" y="588"/>
                    </a:lnTo>
                    <a:lnTo>
                      <a:pt x="192" y="594"/>
                    </a:lnTo>
                    <a:lnTo>
                      <a:pt x="192" y="606"/>
                    </a:lnTo>
                    <a:lnTo>
                      <a:pt x="204" y="630"/>
                    </a:lnTo>
                    <a:lnTo>
                      <a:pt x="204" y="642"/>
                    </a:lnTo>
                    <a:lnTo>
                      <a:pt x="198" y="648"/>
                    </a:lnTo>
                    <a:lnTo>
                      <a:pt x="198" y="654"/>
                    </a:lnTo>
                    <a:lnTo>
                      <a:pt x="192" y="654"/>
                    </a:lnTo>
                    <a:lnTo>
                      <a:pt x="192" y="666"/>
                    </a:lnTo>
                    <a:lnTo>
                      <a:pt x="174" y="678"/>
                    </a:lnTo>
                    <a:lnTo>
                      <a:pt x="192" y="702"/>
                    </a:lnTo>
                    <a:lnTo>
                      <a:pt x="174" y="720"/>
                    </a:lnTo>
                    <a:lnTo>
                      <a:pt x="174" y="732"/>
                    </a:lnTo>
                    <a:lnTo>
                      <a:pt x="198" y="756"/>
                    </a:lnTo>
                    <a:lnTo>
                      <a:pt x="198" y="762"/>
                    </a:lnTo>
                    <a:lnTo>
                      <a:pt x="192" y="774"/>
                    </a:lnTo>
                    <a:lnTo>
                      <a:pt x="180" y="786"/>
                    </a:lnTo>
                    <a:lnTo>
                      <a:pt x="180" y="798"/>
                    </a:lnTo>
                    <a:lnTo>
                      <a:pt x="168" y="810"/>
                    </a:lnTo>
                    <a:lnTo>
                      <a:pt x="156" y="816"/>
                    </a:lnTo>
                    <a:lnTo>
                      <a:pt x="156" y="846"/>
                    </a:lnTo>
                    <a:lnTo>
                      <a:pt x="144" y="858"/>
                    </a:lnTo>
                    <a:lnTo>
                      <a:pt x="156" y="876"/>
                    </a:lnTo>
                    <a:lnTo>
                      <a:pt x="138" y="882"/>
                    </a:lnTo>
                    <a:lnTo>
                      <a:pt x="72" y="966"/>
                    </a:lnTo>
                    <a:lnTo>
                      <a:pt x="72" y="996"/>
                    </a:lnTo>
                    <a:lnTo>
                      <a:pt x="78" y="1014"/>
                    </a:lnTo>
                    <a:lnTo>
                      <a:pt x="78" y="1032"/>
                    </a:lnTo>
                    <a:lnTo>
                      <a:pt x="84" y="1044"/>
                    </a:lnTo>
                    <a:lnTo>
                      <a:pt x="84" y="1062"/>
                    </a:lnTo>
                    <a:lnTo>
                      <a:pt x="114" y="1122"/>
                    </a:lnTo>
                    <a:lnTo>
                      <a:pt x="114" y="1212"/>
                    </a:lnTo>
                    <a:lnTo>
                      <a:pt x="90" y="1248"/>
                    </a:lnTo>
                    <a:lnTo>
                      <a:pt x="114" y="1248"/>
                    </a:lnTo>
                    <a:lnTo>
                      <a:pt x="108" y="1260"/>
                    </a:lnTo>
                    <a:lnTo>
                      <a:pt x="108" y="1284"/>
                    </a:lnTo>
                    <a:lnTo>
                      <a:pt x="114" y="1290"/>
                    </a:lnTo>
                    <a:lnTo>
                      <a:pt x="120" y="1290"/>
                    </a:lnTo>
                    <a:lnTo>
                      <a:pt x="126" y="1314"/>
                    </a:lnTo>
                    <a:lnTo>
                      <a:pt x="144" y="1314"/>
                    </a:lnTo>
                    <a:lnTo>
                      <a:pt x="156" y="1326"/>
                    </a:lnTo>
                    <a:lnTo>
                      <a:pt x="162" y="1338"/>
                    </a:lnTo>
                    <a:lnTo>
                      <a:pt x="168" y="1320"/>
                    </a:lnTo>
                    <a:lnTo>
                      <a:pt x="168" y="1284"/>
                    </a:lnTo>
                    <a:lnTo>
                      <a:pt x="162" y="1272"/>
                    </a:lnTo>
                    <a:lnTo>
                      <a:pt x="156" y="1266"/>
                    </a:lnTo>
                    <a:lnTo>
                      <a:pt x="150" y="1266"/>
                    </a:lnTo>
                    <a:lnTo>
                      <a:pt x="150" y="1242"/>
                    </a:lnTo>
                    <a:lnTo>
                      <a:pt x="162" y="1230"/>
                    </a:lnTo>
                    <a:lnTo>
                      <a:pt x="222" y="1188"/>
                    </a:lnTo>
                    <a:lnTo>
                      <a:pt x="276" y="1158"/>
                    </a:lnTo>
                    <a:lnTo>
                      <a:pt x="294" y="1146"/>
                    </a:lnTo>
                    <a:lnTo>
                      <a:pt x="312" y="1140"/>
                    </a:lnTo>
                    <a:lnTo>
                      <a:pt x="330" y="1128"/>
                    </a:lnTo>
                    <a:lnTo>
                      <a:pt x="342" y="1122"/>
                    </a:lnTo>
                    <a:lnTo>
                      <a:pt x="360" y="1104"/>
                    </a:lnTo>
                    <a:lnTo>
                      <a:pt x="360" y="1080"/>
                    </a:lnTo>
                    <a:lnTo>
                      <a:pt x="354" y="1080"/>
                    </a:lnTo>
                    <a:lnTo>
                      <a:pt x="354" y="1086"/>
                    </a:lnTo>
                    <a:lnTo>
                      <a:pt x="348" y="1080"/>
                    </a:lnTo>
                    <a:lnTo>
                      <a:pt x="342" y="1080"/>
                    </a:lnTo>
                    <a:lnTo>
                      <a:pt x="342" y="1068"/>
                    </a:lnTo>
                    <a:lnTo>
                      <a:pt x="366" y="1020"/>
                    </a:lnTo>
                    <a:lnTo>
                      <a:pt x="366" y="990"/>
                    </a:lnTo>
                    <a:lnTo>
                      <a:pt x="360" y="984"/>
                    </a:lnTo>
                    <a:lnTo>
                      <a:pt x="360" y="978"/>
                    </a:lnTo>
                    <a:lnTo>
                      <a:pt x="372" y="948"/>
                    </a:lnTo>
                    <a:lnTo>
                      <a:pt x="366" y="942"/>
                    </a:lnTo>
                    <a:lnTo>
                      <a:pt x="348" y="960"/>
                    </a:lnTo>
                    <a:lnTo>
                      <a:pt x="354" y="918"/>
                    </a:lnTo>
                    <a:lnTo>
                      <a:pt x="348" y="906"/>
                    </a:lnTo>
                    <a:lnTo>
                      <a:pt x="336" y="900"/>
                    </a:lnTo>
                    <a:lnTo>
                      <a:pt x="330" y="888"/>
                    </a:lnTo>
                    <a:lnTo>
                      <a:pt x="330" y="870"/>
                    </a:lnTo>
                    <a:lnTo>
                      <a:pt x="336" y="858"/>
                    </a:lnTo>
                    <a:lnTo>
                      <a:pt x="336" y="834"/>
                    </a:lnTo>
                    <a:lnTo>
                      <a:pt x="324" y="822"/>
                    </a:lnTo>
                    <a:lnTo>
                      <a:pt x="318" y="822"/>
                    </a:lnTo>
                    <a:lnTo>
                      <a:pt x="312" y="816"/>
                    </a:lnTo>
                    <a:lnTo>
                      <a:pt x="312" y="792"/>
                    </a:lnTo>
                    <a:lnTo>
                      <a:pt x="318" y="780"/>
                    </a:lnTo>
                    <a:lnTo>
                      <a:pt x="324" y="762"/>
                    </a:lnTo>
                    <a:lnTo>
                      <a:pt x="336" y="750"/>
                    </a:lnTo>
                    <a:lnTo>
                      <a:pt x="372" y="732"/>
                    </a:lnTo>
                    <a:lnTo>
                      <a:pt x="378" y="726"/>
                    </a:lnTo>
                    <a:lnTo>
                      <a:pt x="378" y="714"/>
                    </a:lnTo>
                    <a:lnTo>
                      <a:pt x="390" y="690"/>
                    </a:lnTo>
                    <a:lnTo>
                      <a:pt x="396" y="684"/>
                    </a:lnTo>
                    <a:lnTo>
                      <a:pt x="402" y="684"/>
                    </a:lnTo>
                    <a:lnTo>
                      <a:pt x="414" y="678"/>
                    </a:lnTo>
                    <a:lnTo>
                      <a:pt x="420" y="678"/>
                    </a:lnTo>
                    <a:lnTo>
                      <a:pt x="426" y="672"/>
                    </a:lnTo>
                    <a:lnTo>
                      <a:pt x="450" y="660"/>
                    </a:lnTo>
                    <a:lnTo>
                      <a:pt x="462" y="648"/>
                    </a:lnTo>
                    <a:lnTo>
                      <a:pt x="474" y="612"/>
                    </a:lnTo>
                    <a:lnTo>
                      <a:pt x="498" y="576"/>
                    </a:lnTo>
                    <a:lnTo>
                      <a:pt x="522" y="564"/>
                    </a:lnTo>
                    <a:lnTo>
                      <a:pt x="558" y="552"/>
                    </a:lnTo>
                    <a:lnTo>
                      <a:pt x="600" y="534"/>
                    </a:lnTo>
                    <a:lnTo>
                      <a:pt x="624" y="522"/>
                    </a:lnTo>
                    <a:lnTo>
                      <a:pt x="630" y="516"/>
                    </a:lnTo>
                    <a:lnTo>
                      <a:pt x="666" y="498"/>
                    </a:lnTo>
                    <a:lnTo>
                      <a:pt x="672" y="492"/>
                    </a:lnTo>
                    <a:lnTo>
                      <a:pt x="684" y="486"/>
                    </a:lnTo>
                    <a:lnTo>
                      <a:pt x="684" y="474"/>
                    </a:lnTo>
                    <a:lnTo>
                      <a:pt x="714" y="444"/>
                    </a:lnTo>
                    <a:lnTo>
                      <a:pt x="714" y="432"/>
                    </a:lnTo>
                    <a:lnTo>
                      <a:pt x="720" y="420"/>
                    </a:lnTo>
                    <a:lnTo>
                      <a:pt x="732" y="414"/>
                    </a:lnTo>
                    <a:lnTo>
                      <a:pt x="738" y="402"/>
                    </a:lnTo>
                    <a:lnTo>
                      <a:pt x="744" y="396"/>
                    </a:lnTo>
                    <a:lnTo>
                      <a:pt x="744" y="378"/>
                    </a:lnTo>
                    <a:lnTo>
                      <a:pt x="750" y="372"/>
                    </a:lnTo>
                    <a:lnTo>
                      <a:pt x="762" y="348"/>
                    </a:lnTo>
                    <a:lnTo>
                      <a:pt x="762" y="3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8" name="Morocco" descr="© INSCALE GmbH, 05.05.2010&#10;http://www.presentationload.com/">
                <a:extLst>
                  <a:ext uri="{FF2B5EF4-FFF2-40B4-BE49-F238E27FC236}">
                    <a16:creationId xmlns:a16="http://schemas.microsoft.com/office/drawing/2014/main" id="{01E1830D-5617-0D4B-A71E-25A5CD8E559A}"/>
                  </a:ext>
                </a:extLst>
              </p:cNvPr>
              <p:cNvSpPr>
                <a:spLocks/>
              </p:cNvSpPr>
              <p:nvPr/>
            </p:nvSpPr>
            <p:spPr bwMode="gray">
              <a:xfrm>
                <a:off x="5351430" y="2927055"/>
                <a:ext cx="356671" cy="277775"/>
              </a:xfrm>
              <a:custGeom>
                <a:avLst/>
                <a:gdLst>
                  <a:gd name="T0" fmla="*/ 2147483647 w 846"/>
                  <a:gd name="T1" fmla="*/ 2147483647 h 660"/>
                  <a:gd name="T2" fmla="*/ 2147483647 w 846"/>
                  <a:gd name="T3" fmla="*/ 2147483647 h 660"/>
                  <a:gd name="T4" fmla="*/ 2147483647 w 846"/>
                  <a:gd name="T5" fmla="*/ 2147483647 h 660"/>
                  <a:gd name="T6" fmla="*/ 2147483647 w 846"/>
                  <a:gd name="T7" fmla="*/ 2147483647 h 660"/>
                  <a:gd name="T8" fmla="*/ 2147483647 w 846"/>
                  <a:gd name="T9" fmla="*/ 2147483647 h 660"/>
                  <a:gd name="T10" fmla="*/ 2147483647 w 846"/>
                  <a:gd name="T11" fmla="*/ 2147483647 h 660"/>
                  <a:gd name="T12" fmla="*/ 2147483647 w 846"/>
                  <a:gd name="T13" fmla="*/ 2147483647 h 660"/>
                  <a:gd name="T14" fmla="*/ 2147483647 w 846"/>
                  <a:gd name="T15" fmla="*/ 2147483647 h 660"/>
                  <a:gd name="T16" fmla="*/ 2147483647 w 846"/>
                  <a:gd name="T17" fmla="*/ 2147483647 h 660"/>
                  <a:gd name="T18" fmla="*/ 2147483647 w 846"/>
                  <a:gd name="T19" fmla="*/ 0 h 660"/>
                  <a:gd name="T20" fmla="*/ 2147483647 w 846"/>
                  <a:gd name="T21" fmla="*/ 2147483647 h 660"/>
                  <a:gd name="T22" fmla="*/ 2147483647 w 846"/>
                  <a:gd name="T23" fmla="*/ 2147483647 h 660"/>
                  <a:gd name="T24" fmla="*/ 2147483647 w 846"/>
                  <a:gd name="T25" fmla="*/ 2147483647 h 660"/>
                  <a:gd name="T26" fmla="*/ 2147483647 w 846"/>
                  <a:gd name="T27" fmla="*/ 2147483647 h 660"/>
                  <a:gd name="T28" fmla="*/ 2147483647 w 846"/>
                  <a:gd name="T29" fmla="*/ 2147483647 h 660"/>
                  <a:gd name="T30" fmla="*/ 2147483647 w 846"/>
                  <a:gd name="T31" fmla="*/ 2147483647 h 660"/>
                  <a:gd name="T32" fmla="*/ 2147483647 w 846"/>
                  <a:gd name="T33" fmla="*/ 2147483647 h 660"/>
                  <a:gd name="T34" fmla="*/ 2147483647 w 846"/>
                  <a:gd name="T35" fmla="*/ 2147483647 h 660"/>
                  <a:gd name="T36" fmla="*/ 2147483647 w 846"/>
                  <a:gd name="T37" fmla="*/ 2147483647 h 660"/>
                  <a:gd name="T38" fmla="*/ 2147483647 w 846"/>
                  <a:gd name="T39" fmla="*/ 2147483647 h 660"/>
                  <a:gd name="T40" fmla="*/ 2147483647 w 846"/>
                  <a:gd name="T41" fmla="*/ 2147483647 h 660"/>
                  <a:gd name="T42" fmla="*/ 2147483647 w 846"/>
                  <a:gd name="T43" fmla="*/ 2147483647 h 660"/>
                  <a:gd name="T44" fmla="*/ 2147483647 w 846"/>
                  <a:gd name="T45" fmla="*/ 2147483647 h 660"/>
                  <a:gd name="T46" fmla="*/ 2147483647 w 846"/>
                  <a:gd name="T47" fmla="*/ 2147483647 h 660"/>
                  <a:gd name="T48" fmla="*/ 2147483647 w 846"/>
                  <a:gd name="T49" fmla="*/ 2147483647 h 660"/>
                  <a:gd name="T50" fmla="*/ 2147483647 w 846"/>
                  <a:gd name="T51" fmla="*/ 2147483647 h 660"/>
                  <a:gd name="T52" fmla="*/ 2147483647 w 846"/>
                  <a:gd name="T53" fmla="*/ 2147483647 h 660"/>
                  <a:gd name="T54" fmla="*/ 2147483647 w 846"/>
                  <a:gd name="T55" fmla="*/ 2147483647 h 660"/>
                  <a:gd name="T56" fmla="*/ 2147483647 w 846"/>
                  <a:gd name="T57" fmla="*/ 2147483647 h 660"/>
                  <a:gd name="T58" fmla="*/ 2147483647 w 846"/>
                  <a:gd name="T59" fmla="*/ 2147483647 h 660"/>
                  <a:gd name="T60" fmla="*/ 2147483647 w 846"/>
                  <a:gd name="T61" fmla="*/ 2147483647 h 660"/>
                  <a:gd name="T62" fmla="*/ 2147483647 w 846"/>
                  <a:gd name="T63" fmla="*/ 2147483647 h 660"/>
                  <a:gd name="T64" fmla="*/ 2147483647 w 846"/>
                  <a:gd name="T65" fmla="*/ 2147483647 h 660"/>
                  <a:gd name="T66" fmla="*/ 2147483647 w 846"/>
                  <a:gd name="T67" fmla="*/ 2147483647 h 660"/>
                  <a:gd name="T68" fmla="*/ 2147483647 w 846"/>
                  <a:gd name="T69" fmla="*/ 2147483647 h 660"/>
                  <a:gd name="T70" fmla="*/ 2147483647 w 846"/>
                  <a:gd name="T71" fmla="*/ 2147483647 h 660"/>
                  <a:gd name="T72" fmla="*/ 2147483647 w 846"/>
                  <a:gd name="T73" fmla="*/ 2147483647 h 660"/>
                  <a:gd name="T74" fmla="*/ 2147483647 w 846"/>
                  <a:gd name="T75" fmla="*/ 2147483647 h 660"/>
                  <a:gd name="T76" fmla="*/ 2147483647 w 846"/>
                  <a:gd name="T77" fmla="*/ 2147483647 h 660"/>
                  <a:gd name="T78" fmla="*/ 2147483647 w 846"/>
                  <a:gd name="T79" fmla="*/ 2147483647 h 660"/>
                  <a:gd name="T80" fmla="*/ 2147483647 w 846"/>
                  <a:gd name="T81" fmla="*/ 2147483647 h 660"/>
                  <a:gd name="T82" fmla="*/ 2147483647 w 846"/>
                  <a:gd name="T83" fmla="*/ 2147483647 h 660"/>
                  <a:gd name="T84" fmla="*/ 2147483647 w 846"/>
                  <a:gd name="T85" fmla="*/ 2147483647 h 660"/>
                  <a:gd name="T86" fmla="*/ 2147483647 w 846"/>
                  <a:gd name="T87" fmla="*/ 2147483647 h 660"/>
                  <a:gd name="T88" fmla="*/ 2147483647 w 846"/>
                  <a:gd name="T89" fmla="*/ 2147483647 h 6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6"/>
                  <a:gd name="T136" fmla="*/ 0 h 660"/>
                  <a:gd name="T137" fmla="*/ 846 w 846"/>
                  <a:gd name="T138" fmla="*/ 660 h 66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6" h="660">
                    <a:moveTo>
                      <a:pt x="822" y="246"/>
                    </a:moveTo>
                    <a:lnTo>
                      <a:pt x="822" y="216"/>
                    </a:lnTo>
                    <a:lnTo>
                      <a:pt x="804" y="216"/>
                    </a:lnTo>
                    <a:lnTo>
                      <a:pt x="816" y="186"/>
                    </a:lnTo>
                    <a:lnTo>
                      <a:pt x="804" y="168"/>
                    </a:lnTo>
                    <a:lnTo>
                      <a:pt x="810" y="102"/>
                    </a:lnTo>
                    <a:lnTo>
                      <a:pt x="798" y="102"/>
                    </a:lnTo>
                    <a:lnTo>
                      <a:pt x="798" y="90"/>
                    </a:lnTo>
                    <a:lnTo>
                      <a:pt x="804" y="84"/>
                    </a:lnTo>
                    <a:lnTo>
                      <a:pt x="792" y="78"/>
                    </a:lnTo>
                    <a:lnTo>
                      <a:pt x="786" y="66"/>
                    </a:lnTo>
                    <a:lnTo>
                      <a:pt x="780" y="60"/>
                    </a:lnTo>
                    <a:lnTo>
                      <a:pt x="744" y="42"/>
                    </a:lnTo>
                    <a:lnTo>
                      <a:pt x="720" y="42"/>
                    </a:lnTo>
                    <a:lnTo>
                      <a:pt x="708" y="48"/>
                    </a:lnTo>
                    <a:lnTo>
                      <a:pt x="702" y="54"/>
                    </a:lnTo>
                    <a:lnTo>
                      <a:pt x="696" y="54"/>
                    </a:lnTo>
                    <a:lnTo>
                      <a:pt x="690" y="48"/>
                    </a:lnTo>
                    <a:lnTo>
                      <a:pt x="678" y="48"/>
                    </a:lnTo>
                    <a:lnTo>
                      <a:pt x="666" y="42"/>
                    </a:lnTo>
                    <a:lnTo>
                      <a:pt x="654" y="42"/>
                    </a:lnTo>
                    <a:lnTo>
                      <a:pt x="642" y="48"/>
                    </a:lnTo>
                    <a:lnTo>
                      <a:pt x="636" y="54"/>
                    </a:lnTo>
                    <a:lnTo>
                      <a:pt x="624" y="54"/>
                    </a:lnTo>
                    <a:lnTo>
                      <a:pt x="588" y="36"/>
                    </a:lnTo>
                    <a:lnTo>
                      <a:pt x="570" y="18"/>
                    </a:lnTo>
                    <a:lnTo>
                      <a:pt x="564" y="6"/>
                    </a:lnTo>
                    <a:lnTo>
                      <a:pt x="558" y="6"/>
                    </a:lnTo>
                    <a:lnTo>
                      <a:pt x="552" y="0"/>
                    </a:lnTo>
                    <a:lnTo>
                      <a:pt x="528" y="0"/>
                    </a:lnTo>
                    <a:lnTo>
                      <a:pt x="528" y="6"/>
                    </a:lnTo>
                    <a:lnTo>
                      <a:pt x="522" y="12"/>
                    </a:lnTo>
                    <a:lnTo>
                      <a:pt x="522" y="30"/>
                    </a:lnTo>
                    <a:lnTo>
                      <a:pt x="516" y="48"/>
                    </a:lnTo>
                    <a:lnTo>
                      <a:pt x="498" y="84"/>
                    </a:lnTo>
                    <a:lnTo>
                      <a:pt x="492" y="102"/>
                    </a:lnTo>
                    <a:lnTo>
                      <a:pt x="468" y="138"/>
                    </a:lnTo>
                    <a:lnTo>
                      <a:pt x="462" y="150"/>
                    </a:lnTo>
                    <a:lnTo>
                      <a:pt x="450" y="162"/>
                    </a:lnTo>
                    <a:lnTo>
                      <a:pt x="438" y="168"/>
                    </a:lnTo>
                    <a:lnTo>
                      <a:pt x="420" y="168"/>
                    </a:lnTo>
                    <a:lnTo>
                      <a:pt x="408" y="174"/>
                    </a:lnTo>
                    <a:lnTo>
                      <a:pt x="402" y="174"/>
                    </a:lnTo>
                    <a:lnTo>
                      <a:pt x="396" y="180"/>
                    </a:lnTo>
                    <a:lnTo>
                      <a:pt x="384" y="186"/>
                    </a:lnTo>
                    <a:lnTo>
                      <a:pt x="378" y="198"/>
                    </a:lnTo>
                    <a:lnTo>
                      <a:pt x="360" y="192"/>
                    </a:lnTo>
                    <a:lnTo>
                      <a:pt x="330" y="204"/>
                    </a:lnTo>
                    <a:lnTo>
                      <a:pt x="330" y="210"/>
                    </a:lnTo>
                    <a:lnTo>
                      <a:pt x="324" y="216"/>
                    </a:lnTo>
                    <a:lnTo>
                      <a:pt x="324" y="228"/>
                    </a:lnTo>
                    <a:lnTo>
                      <a:pt x="318" y="240"/>
                    </a:lnTo>
                    <a:lnTo>
                      <a:pt x="312" y="240"/>
                    </a:lnTo>
                    <a:lnTo>
                      <a:pt x="288" y="264"/>
                    </a:lnTo>
                    <a:lnTo>
                      <a:pt x="288" y="288"/>
                    </a:lnTo>
                    <a:lnTo>
                      <a:pt x="276" y="312"/>
                    </a:lnTo>
                    <a:lnTo>
                      <a:pt x="264" y="324"/>
                    </a:lnTo>
                    <a:lnTo>
                      <a:pt x="258" y="336"/>
                    </a:lnTo>
                    <a:lnTo>
                      <a:pt x="246" y="354"/>
                    </a:lnTo>
                    <a:lnTo>
                      <a:pt x="246" y="402"/>
                    </a:lnTo>
                    <a:lnTo>
                      <a:pt x="240" y="408"/>
                    </a:lnTo>
                    <a:lnTo>
                      <a:pt x="234" y="408"/>
                    </a:lnTo>
                    <a:lnTo>
                      <a:pt x="234" y="414"/>
                    </a:lnTo>
                    <a:lnTo>
                      <a:pt x="240" y="420"/>
                    </a:lnTo>
                    <a:lnTo>
                      <a:pt x="252" y="420"/>
                    </a:lnTo>
                    <a:lnTo>
                      <a:pt x="252" y="474"/>
                    </a:lnTo>
                    <a:lnTo>
                      <a:pt x="240" y="474"/>
                    </a:lnTo>
                    <a:lnTo>
                      <a:pt x="228" y="480"/>
                    </a:lnTo>
                    <a:lnTo>
                      <a:pt x="192" y="540"/>
                    </a:lnTo>
                    <a:lnTo>
                      <a:pt x="180" y="552"/>
                    </a:lnTo>
                    <a:lnTo>
                      <a:pt x="168" y="552"/>
                    </a:lnTo>
                    <a:lnTo>
                      <a:pt x="162" y="558"/>
                    </a:lnTo>
                    <a:lnTo>
                      <a:pt x="150" y="564"/>
                    </a:lnTo>
                    <a:lnTo>
                      <a:pt x="144" y="576"/>
                    </a:lnTo>
                    <a:lnTo>
                      <a:pt x="132" y="588"/>
                    </a:lnTo>
                    <a:lnTo>
                      <a:pt x="126" y="600"/>
                    </a:lnTo>
                    <a:lnTo>
                      <a:pt x="120" y="606"/>
                    </a:lnTo>
                    <a:lnTo>
                      <a:pt x="84" y="624"/>
                    </a:lnTo>
                    <a:lnTo>
                      <a:pt x="66" y="624"/>
                    </a:lnTo>
                    <a:lnTo>
                      <a:pt x="54" y="630"/>
                    </a:lnTo>
                    <a:lnTo>
                      <a:pt x="48" y="630"/>
                    </a:lnTo>
                    <a:lnTo>
                      <a:pt x="42" y="636"/>
                    </a:lnTo>
                    <a:lnTo>
                      <a:pt x="12" y="636"/>
                    </a:lnTo>
                    <a:lnTo>
                      <a:pt x="6" y="642"/>
                    </a:lnTo>
                    <a:lnTo>
                      <a:pt x="6" y="654"/>
                    </a:lnTo>
                    <a:lnTo>
                      <a:pt x="0" y="660"/>
                    </a:lnTo>
                    <a:lnTo>
                      <a:pt x="312" y="660"/>
                    </a:lnTo>
                    <a:lnTo>
                      <a:pt x="312" y="600"/>
                    </a:lnTo>
                    <a:lnTo>
                      <a:pt x="318" y="570"/>
                    </a:lnTo>
                    <a:lnTo>
                      <a:pt x="330" y="564"/>
                    </a:lnTo>
                    <a:lnTo>
                      <a:pt x="336" y="558"/>
                    </a:lnTo>
                    <a:lnTo>
                      <a:pt x="348" y="552"/>
                    </a:lnTo>
                    <a:lnTo>
                      <a:pt x="378" y="522"/>
                    </a:lnTo>
                    <a:lnTo>
                      <a:pt x="378" y="516"/>
                    </a:lnTo>
                    <a:lnTo>
                      <a:pt x="396" y="516"/>
                    </a:lnTo>
                    <a:lnTo>
                      <a:pt x="426" y="498"/>
                    </a:lnTo>
                    <a:lnTo>
                      <a:pt x="438" y="504"/>
                    </a:lnTo>
                    <a:lnTo>
                      <a:pt x="444" y="510"/>
                    </a:lnTo>
                    <a:lnTo>
                      <a:pt x="456" y="510"/>
                    </a:lnTo>
                    <a:lnTo>
                      <a:pt x="462" y="498"/>
                    </a:lnTo>
                    <a:lnTo>
                      <a:pt x="462" y="492"/>
                    </a:lnTo>
                    <a:lnTo>
                      <a:pt x="486" y="486"/>
                    </a:lnTo>
                    <a:lnTo>
                      <a:pt x="492" y="474"/>
                    </a:lnTo>
                    <a:lnTo>
                      <a:pt x="504" y="474"/>
                    </a:lnTo>
                    <a:lnTo>
                      <a:pt x="516" y="480"/>
                    </a:lnTo>
                    <a:lnTo>
                      <a:pt x="540" y="480"/>
                    </a:lnTo>
                    <a:lnTo>
                      <a:pt x="552" y="468"/>
                    </a:lnTo>
                    <a:lnTo>
                      <a:pt x="564" y="444"/>
                    </a:lnTo>
                    <a:lnTo>
                      <a:pt x="570" y="438"/>
                    </a:lnTo>
                    <a:lnTo>
                      <a:pt x="576" y="426"/>
                    </a:lnTo>
                    <a:lnTo>
                      <a:pt x="618" y="426"/>
                    </a:lnTo>
                    <a:lnTo>
                      <a:pt x="624" y="420"/>
                    </a:lnTo>
                    <a:lnTo>
                      <a:pt x="636" y="414"/>
                    </a:lnTo>
                    <a:lnTo>
                      <a:pt x="648" y="402"/>
                    </a:lnTo>
                    <a:lnTo>
                      <a:pt x="648" y="396"/>
                    </a:lnTo>
                    <a:lnTo>
                      <a:pt x="672" y="384"/>
                    </a:lnTo>
                    <a:lnTo>
                      <a:pt x="660" y="366"/>
                    </a:lnTo>
                    <a:lnTo>
                      <a:pt x="654" y="354"/>
                    </a:lnTo>
                    <a:lnTo>
                      <a:pt x="648" y="348"/>
                    </a:lnTo>
                    <a:lnTo>
                      <a:pt x="648" y="336"/>
                    </a:lnTo>
                    <a:lnTo>
                      <a:pt x="654" y="330"/>
                    </a:lnTo>
                    <a:lnTo>
                      <a:pt x="678" y="330"/>
                    </a:lnTo>
                    <a:lnTo>
                      <a:pt x="690" y="324"/>
                    </a:lnTo>
                    <a:lnTo>
                      <a:pt x="714" y="324"/>
                    </a:lnTo>
                    <a:lnTo>
                      <a:pt x="714" y="312"/>
                    </a:lnTo>
                    <a:lnTo>
                      <a:pt x="720" y="306"/>
                    </a:lnTo>
                    <a:lnTo>
                      <a:pt x="720" y="300"/>
                    </a:lnTo>
                    <a:lnTo>
                      <a:pt x="732" y="300"/>
                    </a:lnTo>
                    <a:lnTo>
                      <a:pt x="738" y="306"/>
                    </a:lnTo>
                    <a:lnTo>
                      <a:pt x="744" y="300"/>
                    </a:lnTo>
                    <a:lnTo>
                      <a:pt x="744" y="294"/>
                    </a:lnTo>
                    <a:lnTo>
                      <a:pt x="762" y="294"/>
                    </a:lnTo>
                    <a:lnTo>
                      <a:pt x="774" y="300"/>
                    </a:lnTo>
                    <a:lnTo>
                      <a:pt x="828" y="294"/>
                    </a:lnTo>
                    <a:lnTo>
                      <a:pt x="828" y="282"/>
                    </a:lnTo>
                    <a:lnTo>
                      <a:pt x="846" y="264"/>
                    </a:lnTo>
                    <a:lnTo>
                      <a:pt x="822" y="2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39" name="Mauritania" descr="© INSCALE GmbH, 05.05.2010&#10;http://www.presentationload.com/">
                <a:extLst>
                  <a:ext uri="{FF2B5EF4-FFF2-40B4-BE49-F238E27FC236}">
                    <a16:creationId xmlns:a16="http://schemas.microsoft.com/office/drawing/2014/main" id="{AA056AAE-96FC-B04E-989A-0E90501C9CE0}"/>
                  </a:ext>
                </a:extLst>
              </p:cNvPr>
              <p:cNvSpPr>
                <a:spLocks/>
              </p:cNvSpPr>
              <p:nvPr/>
            </p:nvSpPr>
            <p:spPr bwMode="gray">
              <a:xfrm>
                <a:off x="5231445" y="3219623"/>
                <a:ext cx="359959" cy="422416"/>
              </a:xfrm>
              <a:custGeom>
                <a:avLst/>
                <a:gdLst>
                  <a:gd name="T0" fmla="*/ 2147483647 w 858"/>
                  <a:gd name="T1" fmla="*/ 2147483647 h 1002"/>
                  <a:gd name="T2" fmla="*/ 2147483647 w 858"/>
                  <a:gd name="T3" fmla="*/ 2147483647 h 1002"/>
                  <a:gd name="T4" fmla="*/ 2147483647 w 858"/>
                  <a:gd name="T5" fmla="*/ 2147483647 h 1002"/>
                  <a:gd name="T6" fmla="*/ 2147483647 w 858"/>
                  <a:gd name="T7" fmla="*/ 2147483647 h 1002"/>
                  <a:gd name="T8" fmla="*/ 2147483647 w 858"/>
                  <a:gd name="T9" fmla="*/ 2147483647 h 1002"/>
                  <a:gd name="T10" fmla="*/ 2147483647 w 858"/>
                  <a:gd name="T11" fmla="*/ 2147483647 h 1002"/>
                  <a:gd name="T12" fmla="*/ 2147483647 w 858"/>
                  <a:gd name="T13" fmla="*/ 2147483647 h 1002"/>
                  <a:gd name="T14" fmla="*/ 2147483647 w 858"/>
                  <a:gd name="T15" fmla="*/ 2147483647 h 1002"/>
                  <a:gd name="T16" fmla="*/ 2147483647 w 858"/>
                  <a:gd name="T17" fmla="*/ 2147483647 h 1002"/>
                  <a:gd name="T18" fmla="*/ 2147483647 w 858"/>
                  <a:gd name="T19" fmla="*/ 2147483647 h 1002"/>
                  <a:gd name="T20" fmla="*/ 2147483647 w 858"/>
                  <a:gd name="T21" fmla="*/ 2147483647 h 1002"/>
                  <a:gd name="T22" fmla="*/ 2147483647 w 858"/>
                  <a:gd name="T23" fmla="*/ 2147483647 h 1002"/>
                  <a:gd name="T24" fmla="*/ 2147483647 w 858"/>
                  <a:gd name="T25" fmla="*/ 2147483647 h 1002"/>
                  <a:gd name="T26" fmla="*/ 2147483647 w 858"/>
                  <a:gd name="T27" fmla="*/ 2147483647 h 1002"/>
                  <a:gd name="T28" fmla="*/ 2147483647 w 858"/>
                  <a:gd name="T29" fmla="*/ 2147483647 h 1002"/>
                  <a:gd name="T30" fmla="*/ 2147483647 w 858"/>
                  <a:gd name="T31" fmla="*/ 2147483647 h 1002"/>
                  <a:gd name="T32" fmla="*/ 2147483647 w 858"/>
                  <a:gd name="T33" fmla="*/ 2147483647 h 1002"/>
                  <a:gd name="T34" fmla="*/ 2147483647 w 858"/>
                  <a:gd name="T35" fmla="*/ 2147483647 h 1002"/>
                  <a:gd name="T36" fmla="*/ 2147483647 w 858"/>
                  <a:gd name="T37" fmla="*/ 2147483647 h 1002"/>
                  <a:gd name="T38" fmla="*/ 2147483647 w 858"/>
                  <a:gd name="T39" fmla="*/ 2147483647 h 1002"/>
                  <a:gd name="T40" fmla="*/ 2147483647 w 858"/>
                  <a:gd name="T41" fmla="*/ 2147483647 h 1002"/>
                  <a:gd name="T42" fmla="*/ 2147483647 w 858"/>
                  <a:gd name="T43" fmla="*/ 2147483647 h 1002"/>
                  <a:gd name="T44" fmla="*/ 2147483647 w 858"/>
                  <a:gd name="T45" fmla="*/ 2147483647 h 1002"/>
                  <a:gd name="T46" fmla="*/ 2147483647 w 858"/>
                  <a:gd name="T47" fmla="*/ 2147483647 h 1002"/>
                  <a:gd name="T48" fmla="*/ 2147483647 w 858"/>
                  <a:gd name="T49" fmla="*/ 2147483647 h 1002"/>
                  <a:gd name="T50" fmla="*/ 2147483647 w 858"/>
                  <a:gd name="T51" fmla="*/ 2147483647 h 1002"/>
                  <a:gd name="T52" fmla="*/ 2147483647 w 858"/>
                  <a:gd name="T53" fmla="*/ 2147483647 h 1002"/>
                  <a:gd name="T54" fmla="*/ 2147483647 w 858"/>
                  <a:gd name="T55" fmla="*/ 2147483647 h 1002"/>
                  <a:gd name="T56" fmla="*/ 2147483647 w 858"/>
                  <a:gd name="T57" fmla="*/ 2147483647 h 1002"/>
                  <a:gd name="T58" fmla="*/ 2147483647 w 858"/>
                  <a:gd name="T59" fmla="*/ 2147483647 h 1002"/>
                  <a:gd name="T60" fmla="*/ 2147483647 w 858"/>
                  <a:gd name="T61" fmla="*/ 2147483647 h 1002"/>
                  <a:gd name="T62" fmla="*/ 2147483647 w 858"/>
                  <a:gd name="T63" fmla="*/ 2147483647 h 1002"/>
                  <a:gd name="T64" fmla="*/ 2147483647 w 858"/>
                  <a:gd name="T65" fmla="*/ 2147483647 h 1002"/>
                  <a:gd name="T66" fmla="*/ 2147483647 w 858"/>
                  <a:gd name="T67" fmla="*/ 2147483647 h 1002"/>
                  <a:gd name="T68" fmla="*/ 2147483647 w 858"/>
                  <a:gd name="T69" fmla="*/ 2147483647 h 1002"/>
                  <a:gd name="T70" fmla="*/ 2147483647 w 858"/>
                  <a:gd name="T71" fmla="*/ 2147483647 h 1002"/>
                  <a:gd name="T72" fmla="*/ 2147483647 w 858"/>
                  <a:gd name="T73" fmla="*/ 2147483647 h 1002"/>
                  <a:gd name="T74" fmla="*/ 2147483647 w 858"/>
                  <a:gd name="T75" fmla="*/ 2147483647 h 1002"/>
                  <a:gd name="T76" fmla="*/ 2147483647 w 858"/>
                  <a:gd name="T77" fmla="*/ 2147483647 h 1002"/>
                  <a:gd name="T78" fmla="*/ 2147483647 w 858"/>
                  <a:gd name="T79" fmla="*/ 2147483647 h 1002"/>
                  <a:gd name="T80" fmla="*/ 2147483647 w 858"/>
                  <a:gd name="T81" fmla="*/ 2147483647 h 1002"/>
                  <a:gd name="T82" fmla="*/ 2147483647 w 858"/>
                  <a:gd name="T83" fmla="*/ 2147483647 h 1002"/>
                  <a:gd name="T84" fmla="*/ 2147483647 w 858"/>
                  <a:gd name="T85" fmla="*/ 2147483647 h 1002"/>
                  <a:gd name="T86" fmla="*/ 2147483647 w 858"/>
                  <a:gd name="T87" fmla="*/ 2147483647 h 1002"/>
                  <a:gd name="T88" fmla="*/ 2147483647 w 858"/>
                  <a:gd name="T89" fmla="*/ 2147483647 h 1002"/>
                  <a:gd name="T90" fmla="*/ 2147483647 w 858"/>
                  <a:gd name="T91" fmla="*/ 2147483647 h 1002"/>
                  <a:gd name="T92" fmla="*/ 2147483647 w 858"/>
                  <a:gd name="T93" fmla="*/ 2147483647 h 1002"/>
                  <a:gd name="T94" fmla="*/ 2147483647 w 858"/>
                  <a:gd name="T95" fmla="*/ 2147483647 h 1002"/>
                  <a:gd name="T96" fmla="*/ 2147483647 w 858"/>
                  <a:gd name="T97" fmla="*/ 2147483647 h 1002"/>
                  <a:gd name="T98" fmla="*/ 0 w 858"/>
                  <a:gd name="T99" fmla="*/ 2147483647 h 100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8"/>
                  <a:gd name="T151" fmla="*/ 0 h 1002"/>
                  <a:gd name="T152" fmla="*/ 858 w 858"/>
                  <a:gd name="T153" fmla="*/ 1002 h 100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8" h="1002">
                    <a:moveTo>
                      <a:pt x="0" y="498"/>
                    </a:moveTo>
                    <a:lnTo>
                      <a:pt x="18" y="498"/>
                    </a:lnTo>
                    <a:lnTo>
                      <a:pt x="18" y="528"/>
                    </a:lnTo>
                    <a:lnTo>
                      <a:pt x="24" y="534"/>
                    </a:lnTo>
                    <a:lnTo>
                      <a:pt x="30" y="534"/>
                    </a:lnTo>
                    <a:lnTo>
                      <a:pt x="30" y="528"/>
                    </a:lnTo>
                    <a:lnTo>
                      <a:pt x="36" y="522"/>
                    </a:lnTo>
                    <a:lnTo>
                      <a:pt x="48" y="558"/>
                    </a:lnTo>
                    <a:lnTo>
                      <a:pt x="42" y="600"/>
                    </a:lnTo>
                    <a:lnTo>
                      <a:pt x="30" y="600"/>
                    </a:lnTo>
                    <a:lnTo>
                      <a:pt x="36" y="624"/>
                    </a:lnTo>
                    <a:lnTo>
                      <a:pt x="24" y="630"/>
                    </a:lnTo>
                    <a:lnTo>
                      <a:pt x="30" y="642"/>
                    </a:lnTo>
                    <a:lnTo>
                      <a:pt x="36" y="648"/>
                    </a:lnTo>
                    <a:lnTo>
                      <a:pt x="48" y="666"/>
                    </a:lnTo>
                    <a:lnTo>
                      <a:pt x="60" y="690"/>
                    </a:lnTo>
                    <a:lnTo>
                      <a:pt x="60" y="720"/>
                    </a:lnTo>
                    <a:lnTo>
                      <a:pt x="54" y="738"/>
                    </a:lnTo>
                    <a:lnTo>
                      <a:pt x="54" y="750"/>
                    </a:lnTo>
                    <a:lnTo>
                      <a:pt x="48" y="756"/>
                    </a:lnTo>
                    <a:lnTo>
                      <a:pt x="48" y="804"/>
                    </a:lnTo>
                    <a:lnTo>
                      <a:pt x="42" y="816"/>
                    </a:lnTo>
                    <a:lnTo>
                      <a:pt x="30" y="822"/>
                    </a:lnTo>
                    <a:lnTo>
                      <a:pt x="24" y="840"/>
                    </a:lnTo>
                    <a:lnTo>
                      <a:pt x="18" y="852"/>
                    </a:lnTo>
                    <a:lnTo>
                      <a:pt x="18" y="864"/>
                    </a:lnTo>
                    <a:lnTo>
                      <a:pt x="12" y="876"/>
                    </a:lnTo>
                    <a:lnTo>
                      <a:pt x="12" y="906"/>
                    </a:lnTo>
                    <a:lnTo>
                      <a:pt x="18" y="900"/>
                    </a:lnTo>
                    <a:lnTo>
                      <a:pt x="36" y="864"/>
                    </a:lnTo>
                    <a:lnTo>
                      <a:pt x="42" y="858"/>
                    </a:lnTo>
                    <a:lnTo>
                      <a:pt x="54" y="852"/>
                    </a:lnTo>
                    <a:lnTo>
                      <a:pt x="60" y="852"/>
                    </a:lnTo>
                    <a:lnTo>
                      <a:pt x="66" y="858"/>
                    </a:lnTo>
                    <a:lnTo>
                      <a:pt x="72" y="858"/>
                    </a:lnTo>
                    <a:lnTo>
                      <a:pt x="84" y="852"/>
                    </a:lnTo>
                    <a:lnTo>
                      <a:pt x="114" y="858"/>
                    </a:lnTo>
                    <a:lnTo>
                      <a:pt x="114" y="840"/>
                    </a:lnTo>
                    <a:lnTo>
                      <a:pt x="138" y="852"/>
                    </a:lnTo>
                    <a:lnTo>
                      <a:pt x="162" y="852"/>
                    </a:lnTo>
                    <a:lnTo>
                      <a:pt x="174" y="858"/>
                    </a:lnTo>
                    <a:lnTo>
                      <a:pt x="180" y="858"/>
                    </a:lnTo>
                    <a:lnTo>
                      <a:pt x="186" y="870"/>
                    </a:lnTo>
                    <a:lnTo>
                      <a:pt x="198" y="882"/>
                    </a:lnTo>
                    <a:lnTo>
                      <a:pt x="204" y="894"/>
                    </a:lnTo>
                    <a:lnTo>
                      <a:pt x="216" y="888"/>
                    </a:lnTo>
                    <a:lnTo>
                      <a:pt x="234" y="888"/>
                    </a:lnTo>
                    <a:lnTo>
                      <a:pt x="240" y="894"/>
                    </a:lnTo>
                    <a:lnTo>
                      <a:pt x="240" y="900"/>
                    </a:lnTo>
                    <a:lnTo>
                      <a:pt x="246" y="912"/>
                    </a:lnTo>
                    <a:lnTo>
                      <a:pt x="246" y="942"/>
                    </a:lnTo>
                    <a:lnTo>
                      <a:pt x="264" y="942"/>
                    </a:lnTo>
                    <a:lnTo>
                      <a:pt x="270" y="948"/>
                    </a:lnTo>
                    <a:lnTo>
                      <a:pt x="270" y="972"/>
                    </a:lnTo>
                    <a:lnTo>
                      <a:pt x="300" y="978"/>
                    </a:lnTo>
                    <a:lnTo>
                      <a:pt x="312" y="1002"/>
                    </a:lnTo>
                    <a:lnTo>
                      <a:pt x="330" y="1002"/>
                    </a:lnTo>
                    <a:lnTo>
                      <a:pt x="342" y="996"/>
                    </a:lnTo>
                    <a:lnTo>
                      <a:pt x="348" y="996"/>
                    </a:lnTo>
                    <a:lnTo>
                      <a:pt x="348" y="948"/>
                    </a:lnTo>
                    <a:lnTo>
                      <a:pt x="360" y="936"/>
                    </a:lnTo>
                    <a:lnTo>
                      <a:pt x="378" y="936"/>
                    </a:lnTo>
                    <a:lnTo>
                      <a:pt x="402" y="960"/>
                    </a:lnTo>
                    <a:lnTo>
                      <a:pt x="408" y="972"/>
                    </a:lnTo>
                    <a:lnTo>
                      <a:pt x="420" y="948"/>
                    </a:lnTo>
                    <a:lnTo>
                      <a:pt x="456" y="948"/>
                    </a:lnTo>
                    <a:lnTo>
                      <a:pt x="462" y="954"/>
                    </a:lnTo>
                    <a:lnTo>
                      <a:pt x="492" y="954"/>
                    </a:lnTo>
                    <a:lnTo>
                      <a:pt x="504" y="948"/>
                    </a:lnTo>
                    <a:lnTo>
                      <a:pt x="510" y="948"/>
                    </a:lnTo>
                    <a:lnTo>
                      <a:pt x="510" y="936"/>
                    </a:lnTo>
                    <a:lnTo>
                      <a:pt x="516" y="930"/>
                    </a:lnTo>
                    <a:lnTo>
                      <a:pt x="522" y="930"/>
                    </a:lnTo>
                    <a:lnTo>
                      <a:pt x="522" y="942"/>
                    </a:lnTo>
                    <a:lnTo>
                      <a:pt x="786" y="942"/>
                    </a:lnTo>
                    <a:lnTo>
                      <a:pt x="798" y="900"/>
                    </a:lnTo>
                    <a:lnTo>
                      <a:pt x="804" y="894"/>
                    </a:lnTo>
                    <a:lnTo>
                      <a:pt x="804" y="882"/>
                    </a:lnTo>
                    <a:lnTo>
                      <a:pt x="786" y="864"/>
                    </a:lnTo>
                    <a:lnTo>
                      <a:pt x="780" y="864"/>
                    </a:lnTo>
                    <a:lnTo>
                      <a:pt x="738" y="174"/>
                    </a:lnTo>
                    <a:lnTo>
                      <a:pt x="858" y="180"/>
                    </a:lnTo>
                    <a:lnTo>
                      <a:pt x="600" y="0"/>
                    </a:lnTo>
                    <a:lnTo>
                      <a:pt x="594" y="48"/>
                    </a:lnTo>
                    <a:lnTo>
                      <a:pt x="588" y="54"/>
                    </a:lnTo>
                    <a:lnTo>
                      <a:pt x="588" y="90"/>
                    </a:lnTo>
                    <a:lnTo>
                      <a:pt x="366" y="96"/>
                    </a:lnTo>
                    <a:lnTo>
                      <a:pt x="366" y="108"/>
                    </a:lnTo>
                    <a:lnTo>
                      <a:pt x="354" y="114"/>
                    </a:lnTo>
                    <a:lnTo>
                      <a:pt x="354" y="306"/>
                    </a:lnTo>
                    <a:lnTo>
                      <a:pt x="348" y="312"/>
                    </a:lnTo>
                    <a:lnTo>
                      <a:pt x="336" y="318"/>
                    </a:lnTo>
                    <a:lnTo>
                      <a:pt x="306" y="318"/>
                    </a:lnTo>
                    <a:lnTo>
                      <a:pt x="282" y="330"/>
                    </a:lnTo>
                    <a:lnTo>
                      <a:pt x="276" y="342"/>
                    </a:lnTo>
                    <a:lnTo>
                      <a:pt x="276" y="360"/>
                    </a:lnTo>
                    <a:lnTo>
                      <a:pt x="282" y="372"/>
                    </a:lnTo>
                    <a:lnTo>
                      <a:pt x="276" y="474"/>
                    </a:lnTo>
                    <a:lnTo>
                      <a:pt x="0" y="474"/>
                    </a:lnTo>
                    <a:lnTo>
                      <a:pt x="0" y="49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0" name="Mali" descr="© INSCALE GmbH, 05.05.2010&#10;http://www.presentationload.com/">
                <a:extLst>
                  <a:ext uri="{FF2B5EF4-FFF2-40B4-BE49-F238E27FC236}">
                    <a16:creationId xmlns:a16="http://schemas.microsoft.com/office/drawing/2014/main" id="{A44B30AD-1E5E-FC48-B170-EC1F159F4576}"/>
                  </a:ext>
                </a:extLst>
              </p:cNvPr>
              <p:cNvSpPr>
                <a:spLocks/>
              </p:cNvSpPr>
              <p:nvPr/>
            </p:nvSpPr>
            <p:spPr bwMode="gray">
              <a:xfrm>
                <a:off x="5362937" y="3293586"/>
                <a:ext cx="488161" cy="504598"/>
              </a:xfrm>
              <a:custGeom>
                <a:avLst/>
                <a:gdLst>
                  <a:gd name="T0" fmla="*/ 2147483647 w 1164"/>
                  <a:gd name="T1" fmla="*/ 2147483647 h 1200"/>
                  <a:gd name="T2" fmla="*/ 2147483647 w 1164"/>
                  <a:gd name="T3" fmla="*/ 2147483647 h 1200"/>
                  <a:gd name="T4" fmla="*/ 2147483647 w 1164"/>
                  <a:gd name="T5" fmla="*/ 2147483647 h 1200"/>
                  <a:gd name="T6" fmla="*/ 2147483647 w 1164"/>
                  <a:gd name="T7" fmla="*/ 2147483647 h 1200"/>
                  <a:gd name="T8" fmla="*/ 2147483647 w 1164"/>
                  <a:gd name="T9" fmla="*/ 2147483647 h 1200"/>
                  <a:gd name="T10" fmla="*/ 2147483647 w 1164"/>
                  <a:gd name="T11" fmla="*/ 2147483647 h 1200"/>
                  <a:gd name="T12" fmla="*/ 2147483647 w 1164"/>
                  <a:gd name="T13" fmla="*/ 2147483647 h 1200"/>
                  <a:gd name="T14" fmla="*/ 2147483647 w 1164"/>
                  <a:gd name="T15" fmla="*/ 2147483647 h 1200"/>
                  <a:gd name="T16" fmla="*/ 2147483647 w 1164"/>
                  <a:gd name="T17" fmla="*/ 2147483647 h 1200"/>
                  <a:gd name="T18" fmla="*/ 2147483647 w 1164"/>
                  <a:gd name="T19" fmla="*/ 2147483647 h 1200"/>
                  <a:gd name="T20" fmla="*/ 2147483647 w 1164"/>
                  <a:gd name="T21" fmla="*/ 2147483647 h 1200"/>
                  <a:gd name="T22" fmla="*/ 2147483647 w 1164"/>
                  <a:gd name="T23" fmla="*/ 2147483647 h 1200"/>
                  <a:gd name="T24" fmla="*/ 2147483647 w 1164"/>
                  <a:gd name="T25" fmla="*/ 2147483647 h 1200"/>
                  <a:gd name="T26" fmla="*/ 2147483647 w 1164"/>
                  <a:gd name="T27" fmla="*/ 2147483647 h 1200"/>
                  <a:gd name="T28" fmla="*/ 2147483647 w 1164"/>
                  <a:gd name="T29" fmla="*/ 2147483647 h 1200"/>
                  <a:gd name="T30" fmla="*/ 2147483647 w 1164"/>
                  <a:gd name="T31" fmla="*/ 2147483647 h 1200"/>
                  <a:gd name="T32" fmla="*/ 2147483647 w 1164"/>
                  <a:gd name="T33" fmla="*/ 2147483647 h 1200"/>
                  <a:gd name="T34" fmla="*/ 2147483647 w 1164"/>
                  <a:gd name="T35" fmla="*/ 2147483647 h 1200"/>
                  <a:gd name="T36" fmla="*/ 2147483647 w 1164"/>
                  <a:gd name="T37" fmla="*/ 2147483647 h 1200"/>
                  <a:gd name="T38" fmla="*/ 2147483647 w 1164"/>
                  <a:gd name="T39" fmla="*/ 2147483647 h 1200"/>
                  <a:gd name="T40" fmla="*/ 2147483647 w 1164"/>
                  <a:gd name="T41" fmla="*/ 2147483647 h 1200"/>
                  <a:gd name="T42" fmla="*/ 2147483647 w 1164"/>
                  <a:gd name="T43" fmla="*/ 2147483647 h 1200"/>
                  <a:gd name="T44" fmla="*/ 2147483647 w 1164"/>
                  <a:gd name="T45" fmla="*/ 2147483647 h 1200"/>
                  <a:gd name="T46" fmla="*/ 2147483647 w 1164"/>
                  <a:gd name="T47" fmla="*/ 2147483647 h 1200"/>
                  <a:gd name="T48" fmla="*/ 2147483647 w 1164"/>
                  <a:gd name="T49" fmla="*/ 2147483647 h 1200"/>
                  <a:gd name="T50" fmla="*/ 2147483647 w 1164"/>
                  <a:gd name="T51" fmla="*/ 2147483647 h 1200"/>
                  <a:gd name="T52" fmla="*/ 2147483647 w 1164"/>
                  <a:gd name="T53" fmla="*/ 2147483647 h 1200"/>
                  <a:gd name="T54" fmla="*/ 0 w 1164"/>
                  <a:gd name="T55" fmla="*/ 2147483647 h 1200"/>
                  <a:gd name="T56" fmla="*/ 2147483647 w 1164"/>
                  <a:gd name="T57" fmla="*/ 2147483647 h 1200"/>
                  <a:gd name="T58" fmla="*/ 2147483647 w 1164"/>
                  <a:gd name="T59" fmla="*/ 2147483647 h 1200"/>
                  <a:gd name="T60" fmla="*/ 2147483647 w 1164"/>
                  <a:gd name="T61" fmla="*/ 2147483647 h 1200"/>
                  <a:gd name="T62" fmla="*/ 2147483647 w 1164"/>
                  <a:gd name="T63" fmla="*/ 2147483647 h 1200"/>
                  <a:gd name="T64" fmla="*/ 2147483647 w 1164"/>
                  <a:gd name="T65" fmla="*/ 2147483647 h 1200"/>
                  <a:gd name="T66" fmla="*/ 2147483647 w 1164"/>
                  <a:gd name="T67" fmla="*/ 2147483647 h 1200"/>
                  <a:gd name="T68" fmla="*/ 2147483647 w 1164"/>
                  <a:gd name="T69" fmla="*/ 2147483647 h 1200"/>
                  <a:gd name="T70" fmla="*/ 2147483647 w 1164"/>
                  <a:gd name="T71" fmla="*/ 2147483647 h 1200"/>
                  <a:gd name="T72" fmla="*/ 2147483647 w 1164"/>
                  <a:gd name="T73" fmla="*/ 2147483647 h 1200"/>
                  <a:gd name="T74" fmla="*/ 2147483647 w 1164"/>
                  <a:gd name="T75" fmla="*/ 2147483647 h 1200"/>
                  <a:gd name="T76" fmla="*/ 2147483647 w 1164"/>
                  <a:gd name="T77" fmla="*/ 2147483647 h 1200"/>
                  <a:gd name="T78" fmla="*/ 2147483647 w 1164"/>
                  <a:gd name="T79" fmla="*/ 2147483647 h 1200"/>
                  <a:gd name="T80" fmla="*/ 2147483647 w 1164"/>
                  <a:gd name="T81" fmla="*/ 2147483647 h 1200"/>
                  <a:gd name="T82" fmla="*/ 2147483647 w 1164"/>
                  <a:gd name="T83" fmla="*/ 2147483647 h 1200"/>
                  <a:gd name="T84" fmla="*/ 2147483647 w 1164"/>
                  <a:gd name="T85" fmla="*/ 2147483647 h 1200"/>
                  <a:gd name="T86" fmla="*/ 2147483647 w 1164"/>
                  <a:gd name="T87" fmla="*/ 2147483647 h 1200"/>
                  <a:gd name="T88" fmla="*/ 2147483647 w 1164"/>
                  <a:gd name="T89" fmla="*/ 2147483647 h 1200"/>
                  <a:gd name="T90" fmla="*/ 2147483647 w 1164"/>
                  <a:gd name="T91" fmla="*/ 2147483647 h 1200"/>
                  <a:gd name="T92" fmla="*/ 2147483647 w 1164"/>
                  <a:gd name="T93" fmla="*/ 2147483647 h 1200"/>
                  <a:gd name="T94" fmla="*/ 2147483647 w 1164"/>
                  <a:gd name="T95" fmla="*/ 2147483647 h 1200"/>
                  <a:gd name="T96" fmla="*/ 2147483647 w 1164"/>
                  <a:gd name="T97" fmla="*/ 2147483647 h 1200"/>
                  <a:gd name="T98" fmla="*/ 2147483647 w 1164"/>
                  <a:gd name="T99" fmla="*/ 2147483647 h 1200"/>
                  <a:gd name="T100" fmla="*/ 2147483647 w 1164"/>
                  <a:gd name="T101" fmla="*/ 2147483647 h 1200"/>
                  <a:gd name="T102" fmla="*/ 2147483647 w 1164"/>
                  <a:gd name="T103" fmla="*/ 2147483647 h 1200"/>
                  <a:gd name="T104" fmla="*/ 2147483647 w 1164"/>
                  <a:gd name="T105" fmla="*/ 2147483647 h 1200"/>
                  <a:gd name="T106" fmla="*/ 2147483647 w 1164"/>
                  <a:gd name="T107" fmla="*/ 2147483647 h 1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64"/>
                  <a:gd name="T163" fmla="*/ 0 h 1200"/>
                  <a:gd name="T164" fmla="*/ 1164 w 1164"/>
                  <a:gd name="T165" fmla="*/ 1200 h 12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64" h="1200">
                    <a:moveTo>
                      <a:pt x="612" y="954"/>
                    </a:moveTo>
                    <a:lnTo>
                      <a:pt x="636" y="948"/>
                    </a:lnTo>
                    <a:lnTo>
                      <a:pt x="636" y="912"/>
                    </a:lnTo>
                    <a:lnTo>
                      <a:pt x="654" y="912"/>
                    </a:lnTo>
                    <a:lnTo>
                      <a:pt x="654" y="906"/>
                    </a:lnTo>
                    <a:lnTo>
                      <a:pt x="660" y="900"/>
                    </a:lnTo>
                    <a:lnTo>
                      <a:pt x="666" y="888"/>
                    </a:lnTo>
                    <a:lnTo>
                      <a:pt x="678" y="882"/>
                    </a:lnTo>
                    <a:lnTo>
                      <a:pt x="684" y="870"/>
                    </a:lnTo>
                    <a:lnTo>
                      <a:pt x="690" y="864"/>
                    </a:lnTo>
                    <a:lnTo>
                      <a:pt x="696" y="864"/>
                    </a:lnTo>
                    <a:lnTo>
                      <a:pt x="708" y="876"/>
                    </a:lnTo>
                    <a:lnTo>
                      <a:pt x="720" y="876"/>
                    </a:lnTo>
                    <a:lnTo>
                      <a:pt x="720" y="870"/>
                    </a:lnTo>
                    <a:lnTo>
                      <a:pt x="726" y="864"/>
                    </a:lnTo>
                    <a:lnTo>
                      <a:pt x="726" y="846"/>
                    </a:lnTo>
                    <a:lnTo>
                      <a:pt x="750" y="846"/>
                    </a:lnTo>
                    <a:lnTo>
                      <a:pt x="768" y="822"/>
                    </a:lnTo>
                    <a:lnTo>
                      <a:pt x="792" y="822"/>
                    </a:lnTo>
                    <a:lnTo>
                      <a:pt x="810" y="804"/>
                    </a:lnTo>
                    <a:lnTo>
                      <a:pt x="858" y="804"/>
                    </a:lnTo>
                    <a:lnTo>
                      <a:pt x="882" y="816"/>
                    </a:lnTo>
                    <a:lnTo>
                      <a:pt x="930" y="804"/>
                    </a:lnTo>
                    <a:lnTo>
                      <a:pt x="954" y="786"/>
                    </a:lnTo>
                    <a:lnTo>
                      <a:pt x="1020" y="792"/>
                    </a:lnTo>
                    <a:lnTo>
                      <a:pt x="1020" y="774"/>
                    </a:lnTo>
                    <a:lnTo>
                      <a:pt x="1068" y="780"/>
                    </a:lnTo>
                    <a:lnTo>
                      <a:pt x="1080" y="774"/>
                    </a:lnTo>
                    <a:lnTo>
                      <a:pt x="1104" y="774"/>
                    </a:lnTo>
                    <a:lnTo>
                      <a:pt x="1122" y="768"/>
                    </a:lnTo>
                    <a:lnTo>
                      <a:pt x="1134" y="762"/>
                    </a:lnTo>
                    <a:lnTo>
                      <a:pt x="1140" y="750"/>
                    </a:lnTo>
                    <a:lnTo>
                      <a:pt x="1140" y="732"/>
                    </a:lnTo>
                    <a:lnTo>
                      <a:pt x="1146" y="720"/>
                    </a:lnTo>
                    <a:lnTo>
                      <a:pt x="1146" y="708"/>
                    </a:lnTo>
                    <a:lnTo>
                      <a:pt x="1164" y="684"/>
                    </a:lnTo>
                    <a:lnTo>
                      <a:pt x="1164" y="480"/>
                    </a:lnTo>
                    <a:lnTo>
                      <a:pt x="1140" y="480"/>
                    </a:lnTo>
                    <a:lnTo>
                      <a:pt x="1134" y="486"/>
                    </a:lnTo>
                    <a:lnTo>
                      <a:pt x="1104" y="486"/>
                    </a:lnTo>
                    <a:lnTo>
                      <a:pt x="1092" y="480"/>
                    </a:lnTo>
                    <a:lnTo>
                      <a:pt x="1086" y="474"/>
                    </a:lnTo>
                    <a:lnTo>
                      <a:pt x="1086" y="468"/>
                    </a:lnTo>
                    <a:lnTo>
                      <a:pt x="1104" y="450"/>
                    </a:lnTo>
                    <a:lnTo>
                      <a:pt x="1104" y="432"/>
                    </a:lnTo>
                    <a:lnTo>
                      <a:pt x="1092" y="408"/>
                    </a:lnTo>
                    <a:lnTo>
                      <a:pt x="1080" y="402"/>
                    </a:lnTo>
                    <a:lnTo>
                      <a:pt x="1050" y="402"/>
                    </a:lnTo>
                    <a:lnTo>
                      <a:pt x="1044" y="408"/>
                    </a:lnTo>
                    <a:lnTo>
                      <a:pt x="1038" y="408"/>
                    </a:lnTo>
                    <a:lnTo>
                      <a:pt x="1032" y="378"/>
                    </a:lnTo>
                    <a:lnTo>
                      <a:pt x="996" y="378"/>
                    </a:lnTo>
                    <a:lnTo>
                      <a:pt x="984" y="366"/>
                    </a:lnTo>
                    <a:lnTo>
                      <a:pt x="984" y="348"/>
                    </a:lnTo>
                    <a:lnTo>
                      <a:pt x="978" y="342"/>
                    </a:lnTo>
                    <a:lnTo>
                      <a:pt x="954" y="342"/>
                    </a:lnTo>
                    <a:lnTo>
                      <a:pt x="954" y="318"/>
                    </a:lnTo>
                    <a:lnTo>
                      <a:pt x="546" y="6"/>
                    </a:lnTo>
                    <a:lnTo>
                      <a:pt x="426" y="0"/>
                    </a:lnTo>
                    <a:lnTo>
                      <a:pt x="468" y="690"/>
                    </a:lnTo>
                    <a:lnTo>
                      <a:pt x="474" y="690"/>
                    </a:lnTo>
                    <a:lnTo>
                      <a:pt x="492" y="708"/>
                    </a:lnTo>
                    <a:lnTo>
                      <a:pt x="492" y="720"/>
                    </a:lnTo>
                    <a:lnTo>
                      <a:pt x="486" y="726"/>
                    </a:lnTo>
                    <a:lnTo>
                      <a:pt x="474" y="768"/>
                    </a:lnTo>
                    <a:lnTo>
                      <a:pt x="210" y="768"/>
                    </a:lnTo>
                    <a:lnTo>
                      <a:pt x="210" y="756"/>
                    </a:lnTo>
                    <a:lnTo>
                      <a:pt x="204" y="756"/>
                    </a:lnTo>
                    <a:lnTo>
                      <a:pt x="198" y="762"/>
                    </a:lnTo>
                    <a:lnTo>
                      <a:pt x="198" y="774"/>
                    </a:lnTo>
                    <a:lnTo>
                      <a:pt x="192" y="774"/>
                    </a:lnTo>
                    <a:lnTo>
                      <a:pt x="180" y="780"/>
                    </a:lnTo>
                    <a:lnTo>
                      <a:pt x="150" y="780"/>
                    </a:lnTo>
                    <a:lnTo>
                      <a:pt x="144" y="774"/>
                    </a:lnTo>
                    <a:lnTo>
                      <a:pt x="108" y="774"/>
                    </a:lnTo>
                    <a:lnTo>
                      <a:pt x="96" y="798"/>
                    </a:lnTo>
                    <a:lnTo>
                      <a:pt x="90" y="786"/>
                    </a:lnTo>
                    <a:lnTo>
                      <a:pt x="66" y="762"/>
                    </a:lnTo>
                    <a:lnTo>
                      <a:pt x="48" y="762"/>
                    </a:lnTo>
                    <a:lnTo>
                      <a:pt x="36" y="774"/>
                    </a:lnTo>
                    <a:lnTo>
                      <a:pt x="36" y="822"/>
                    </a:lnTo>
                    <a:lnTo>
                      <a:pt x="30" y="822"/>
                    </a:lnTo>
                    <a:lnTo>
                      <a:pt x="18" y="828"/>
                    </a:lnTo>
                    <a:lnTo>
                      <a:pt x="0" y="828"/>
                    </a:lnTo>
                    <a:lnTo>
                      <a:pt x="0" y="852"/>
                    </a:lnTo>
                    <a:lnTo>
                      <a:pt x="12" y="870"/>
                    </a:lnTo>
                    <a:lnTo>
                      <a:pt x="12" y="876"/>
                    </a:lnTo>
                    <a:lnTo>
                      <a:pt x="24" y="888"/>
                    </a:lnTo>
                    <a:lnTo>
                      <a:pt x="24" y="906"/>
                    </a:lnTo>
                    <a:lnTo>
                      <a:pt x="18" y="912"/>
                    </a:lnTo>
                    <a:lnTo>
                      <a:pt x="18" y="936"/>
                    </a:lnTo>
                    <a:lnTo>
                      <a:pt x="24" y="942"/>
                    </a:lnTo>
                    <a:lnTo>
                      <a:pt x="36" y="942"/>
                    </a:lnTo>
                    <a:lnTo>
                      <a:pt x="36" y="936"/>
                    </a:lnTo>
                    <a:lnTo>
                      <a:pt x="42" y="936"/>
                    </a:lnTo>
                    <a:lnTo>
                      <a:pt x="48" y="942"/>
                    </a:lnTo>
                    <a:lnTo>
                      <a:pt x="54" y="954"/>
                    </a:lnTo>
                    <a:lnTo>
                      <a:pt x="54" y="1032"/>
                    </a:lnTo>
                    <a:lnTo>
                      <a:pt x="60" y="1044"/>
                    </a:lnTo>
                    <a:lnTo>
                      <a:pt x="60" y="1050"/>
                    </a:lnTo>
                    <a:lnTo>
                      <a:pt x="66" y="1056"/>
                    </a:lnTo>
                    <a:lnTo>
                      <a:pt x="72" y="1050"/>
                    </a:lnTo>
                    <a:lnTo>
                      <a:pt x="78" y="1038"/>
                    </a:lnTo>
                    <a:lnTo>
                      <a:pt x="90" y="1026"/>
                    </a:lnTo>
                    <a:lnTo>
                      <a:pt x="102" y="1038"/>
                    </a:lnTo>
                    <a:lnTo>
                      <a:pt x="108" y="1050"/>
                    </a:lnTo>
                    <a:lnTo>
                      <a:pt x="108" y="1062"/>
                    </a:lnTo>
                    <a:lnTo>
                      <a:pt x="114" y="1050"/>
                    </a:lnTo>
                    <a:lnTo>
                      <a:pt x="126" y="1038"/>
                    </a:lnTo>
                    <a:lnTo>
                      <a:pt x="132" y="1026"/>
                    </a:lnTo>
                    <a:lnTo>
                      <a:pt x="138" y="1026"/>
                    </a:lnTo>
                    <a:lnTo>
                      <a:pt x="144" y="1032"/>
                    </a:lnTo>
                    <a:lnTo>
                      <a:pt x="150" y="1032"/>
                    </a:lnTo>
                    <a:lnTo>
                      <a:pt x="162" y="1038"/>
                    </a:lnTo>
                    <a:lnTo>
                      <a:pt x="168" y="1044"/>
                    </a:lnTo>
                    <a:lnTo>
                      <a:pt x="180" y="1050"/>
                    </a:lnTo>
                    <a:lnTo>
                      <a:pt x="198" y="1032"/>
                    </a:lnTo>
                    <a:lnTo>
                      <a:pt x="198" y="1014"/>
                    </a:lnTo>
                    <a:lnTo>
                      <a:pt x="204" y="1008"/>
                    </a:lnTo>
                    <a:lnTo>
                      <a:pt x="216" y="1008"/>
                    </a:lnTo>
                    <a:lnTo>
                      <a:pt x="228" y="1014"/>
                    </a:lnTo>
                    <a:lnTo>
                      <a:pt x="228" y="1032"/>
                    </a:lnTo>
                    <a:lnTo>
                      <a:pt x="246" y="1044"/>
                    </a:lnTo>
                    <a:lnTo>
                      <a:pt x="234" y="1074"/>
                    </a:lnTo>
                    <a:lnTo>
                      <a:pt x="270" y="1092"/>
                    </a:lnTo>
                    <a:lnTo>
                      <a:pt x="246" y="1128"/>
                    </a:lnTo>
                    <a:lnTo>
                      <a:pt x="270" y="1128"/>
                    </a:lnTo>
                    <a:lnTo>
                      <a:pt x="270" y="1164"/>
                    </a:lnTo>
                    <a:lnTo>
                      <a:pt x="300" y="1194"/>
                    </a:lnTo>
                    <a:lnTo>
                      <a:pt x="312" y="1200"/>
                    </a:lnTo>
                    <a:lnTo>
                      <a:pt x="312" y="1182"/>
                    </a:lnTo>
                    <a:lnTo>
                      <a:pt x="318" y="1176"/>
                    </a:lnTo>
                    <a:lnTo>
                      <a:pt x="330" y="1176"/>
                    </a:lnTo>
                    <a:lnTo>
                      <a:pt x="348" y="1182"/>
                    </a:lnTo>
                    <a:lnTo>
                      <a:pt x="366" y="1200"/>
                    </a:lnTo>
                    <a:lnTo>
                      <a:pt x="372" y="1182"/>
                    </a:lnTo>
                    <a:lnTo>
                      <a:pt x="390" y="1182"/>
                    </a:lnTo>
                    <a:lnTo>
                      <a:pt x="396" y="1158"/>
                    </a:lnTo>
                    <a:lnTo>
                      <a:pt x="408" y="1176"/>
                    </a:lnTo>
                    <a:lnTo>
                      <a:pt x="420" y="1152"/>
                    </a:lnTo>
                    <a:lnTo>
                      <a:pt x="420" y="1188"/>
                    </a:lnTo>
                    <a:lnTo>
                      <a:pt x="444" y="1194"/>
                    </a:lnTo>
                    <a:lnTo>
                      <a:pt x="450" y="1188"/>
                    </a:lnTo>
                    <a:lnTo>
                      <a:pt x="456" y="1176"/>
                    </a:lnTo>
                    <a:lnTo>
                      <a:pt x="462" y="1170"/>
                    </a:lnTo>
                    <a:lnTo>
                      <a:pt x="474" y="1170"/>
                    </a:lnTo>
                    <a:lnTo>
                      <a:pt x="468" y="1116"/>
                    </a:lnTo>
                    <a:lnTo>
                      <a:pt x="492" y="1116"/>
                    </a:lnTo>
                    <a:lnTo>
                      <a:pt x="504" y="1092"/>
                    </a:lnTo>
                    <a:lnTo>
                      <a:pt x="480" y="1062"/>
                    </a:lnTo>
                    <a:lnTo>
                      <a:pt x="498" y="1050"/>
                    </a:lnTo>
                    <a:lnTo>
                      <a:pt x="504" y="1050"/>
                    </a:lnTo>
                    <a:lnTo>
                      <a:pt x="510" y="1044"/>
                    </a:lnTo>
                    <a:lnTo>
                      <a:pt x="546" y="1044"/>
                    </a:lnTo>
                    <a:lnTo>
                      <a:pt x="546" y="1032"/>
                    </a:lnTo>
                    <a:lnTo>
                      <a:pt x="540" y="1026"/>
                    </a:lnTo>
                    <a:lnTo>
                      <a:pt x="546" y="1026"/>
                    </a:lnTo>
                    <a:lnTo>
                      <a:pt x="552" y="1020"/>
                    </a:lnTo>
                    <a:lnTo>
                      <a:pt x="552" y="990"/>
                    </a:lnTo>
                    <a:lnTo>
                      <a:pt x="570" y="990"/>
                    </a:lnTo>
                    <a:lnTo>
                      <a:pt x="570" y="960"/>
                    </a:lnTo>
                    <a:lnTo>
                      <a:pt x="564" y="954"/>
                    </a:lnTo>
                    <a:lnTo>
                      <a:pt x="582" y="924"/>
                    </a:lnTo>
                    <a:lnTo>
                      <a:pt x="612" y="9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1" name="Malawi" descr="© INSCALE GmbH, 05.05.2010&#10;http://www.presentationload.com/">
                <a:extLst>
                  <a:ext uri="{FF2B5EF4-FFF2-40B4-BE49-F238E27FC236}">
                    <a16:creationId xmlns:a16="http://schemas.microsoft.com/office/drawing/2014/main" id="{54D36160-67D5-924B-A7ED-F326EBD83085}"/>
                  </a:ext>
                </a:extLst>
              </p:cNvPr>
              <p:cNvSpPr>
                <a:spLocks/>
              </p:cNvSpPr>
              <p:nvPr/>
            </p:nvSpPr>
            <p:spPr bwMode="gray">
              <a:xfrm>
                <a:off x="6695929" y="4460568"/>
                <a:ext cx="98618" cy="262983"/>
              </a:xfrm>
              <a:custGeom>
                <a:avLst/>
                <a:gdLst>
                  <a:gd name="T0" fmla="*/ 2147483647 w 234"/>
                  <a:gd name="T1" fmla="*/ 2147483647 h 624"/>
                  <a:gd name="T2" fmla="*/ 2147483647 w 234"/>
                  <a:gd name="T3" fmla="*/ 2147483647 h 624"/>
                  <a:gd name="T4" fmla="*/ 2147483647 w 234"/>
                  <a:gd name="T5" fmla="*/ 2147483647 h 624"/>
                  <a:gd name="T6" fmla="*/ 2147483647 w 234"/>
                  <a:gd name="T7" fmla="*/ 2147483647 h 624"/>
                  <a:gd name="T8" fmla="*/ 2147483647 w 234"/>
                  <a:gd name="T9" fmla="*/ 2147483647 h 624"/>
                  <a:gd name="T10" fmla="*/ 2147483647 w 234"/>
                  <a:gd name="T11" fmla="*/ 2147483647 h 624"/>
                  <a:gd name="T12" fmla="*/ 2147483647 w 234"/>
                  <a:gd name="T13" fmla="*/ 2147483647 h 624"/>
                  <a:gd name="T14" fmla="*/ 2147483647 w 234"/>
                  <a:gd name="T15" fmla="*/ 2147483647 h 624"/>
                  <a:gd name="T16" fmla="*/ 2147483647 w 234"/>
                  <a:gd name="T17" fmla="*/ 2147483647 h 624"/>
                  <a:gd name="T18" fmla="*/ 2147483647 w 234"/>
                  <a:gd name="T19" fmla="*/ 2147483647 h 624"/>
                  <a:gd name="T20" fmla="*/ 2147483647 w 234"/>
                  <a:gd name="T21" fmla="*/ 2147483647 h 624"/>
                  <a:gd name="T22" fmla="*/ 2147483647 w 234"/>
                  <a:gd name="T23" fmla="*/ 2147483647 h 624"/>
                  <a:gd name="T24" fmla="*/ 2147483647 w 234"/>
                  <a:gd name="T25" fmla="*/ 2147483647 h 624"/>
                  <a:gd name="T26" fmla="*/ 2147483647 w 234"/>
                  <a:gd name="T27" fmla="*/ 2147483647 h 624"/>
                  <a:gd name="T28" fmla="*/ 2147483647 w 234"/>
                  <a:gd name="T29" fmla="*/ 2147483647 h 624"/>
                  <a:gd name="T30" fmla="*/ 2147483647 w 234"/>
                  <a:gd name="T31" fmla="*/ 2147483647 h 624"/>
                  <a:gd name="T32" fmla="*/ 2147483647 w 234"/>
                  <a:gd name="T33" fmla="*/ 2147483647 h 624"/>
                  <a:gd name="T34" fmla="*/ 2147483647 w 234"/>
                  <a:gd name="T35" fmla="*/ 2147483647 h 624"/>
                  <a:gd name="T36" fmla="*/ 2147483647 w 234"/>
                  <a:gd name="T37" fmla="*/ 2147483647 h 624"/>
                  <a:gd name="T38" fmla="*/ 2147483647 w 234"/>
                  <a:gd name="T39" fmla="*/ 2147483647 h 624"/>
                  <a:gd name="T40" fmla="*/ 2147483647 w 234"/>
                  <a:gd name="T41" fmla="*/ 2147483647 h 624"/>
                  <a:gd name="T42" fmla="*/ 2147483647 w 234"/>
                  <a:gd name="T43" fmla="*/ 2147483647 h 624"/>
                  <a:gd name="T44" fmla="*/ 2147483647 w 234"/>
                  <a:gd name="T45" fmla="*/ 2147483647 h 624"/>
                  <a:gd name="T46" fmla="*/ 2147483647 w 234"/>
                  <a:gd name="T47" fmla="*/ 0 h 624"/>
                  <a:gd name="T48" fmla="*/ 2147483647 w 234"/>
                  <a:gd name="T49" fmla="*/ 2147483647 h 624"/>
                  <a:gd name="T50" fmla="*/ 2147483647 w 234"/>
                  <a:gd name="T51" fmla="*/ 2147483647 h 624"/>
                  <a:gd name="T52" fmla="*/ 2147483647 w 234"/>
                  <a:gd name="T53" fmla="*/ 2147483647 h 624"/>
                  <a:gd name="T54" fmla="*/ 2147483647 w 234"/>
                  <a:gd name="T55" fmla="*/ 2147483647 h 624"/>
                  <a:gd name="T56" fmla="*/ 2147483647 w 234"/>
                  <a:gd name="T57" fmla="*/ 2147483647 h 624"/>
                  <a:gd name="T58" fmla="*/ 2147483647 w 234"/>
                  <a:gd name="T59" fmla="*/ 2147483647 h 624"/>
                  <a:gd name="T60" fmla="*/ 2147483647 w 234"/>
                  <a:gd name="T61" fmla="*/ 2147483647 h 624"/>
                  <a:gd name="T62" fmla="*/ 2147483647 w 234"/>
                  <a:gd name="T63" fmla="*/ 2147483647 h 624"/>
                  <a:gd name="T64" fmla="*/ 2147483647 w 234"/>
                  <a:gd name="T65" fmla="*/ 2147483647 h 624"/>
                  <a:gd name="T66" fmla="*/ 2147483647 w 234"/>
                  <a:gd name="T67" fmla="*/ 2147483647 h 624"/>
                  <a:gd name="T68" fmla="*/ 2147483647 w 234"/>
                  <a:gd name="T69" fmla="*/ 2147483647 h 624"/>
                  <a:gd name="T70" fmla="*/ 2147483647 w 234"/>
                  <a:gd name="T71" fmla="*/ 2147483647 h 624"/>
                  <a:gd name="T72" fmla="*/ 2147483647 w 234"/>
                  <a:gd name="T73" fmla="*/ 2147483647 h 624"/>
                  <a:gd name="T74" fmla="*/ 0 w 234"/>
                  <a:gd name="T75" fmla="*/ 2147483647 h 624"/>
                  <a:gd name="T76" fmla="*/ 2147483647 w 234"/>
                  <a:gd name="T77" fmla="*/ 2147483647 h 624"/>
                  <a:gd name="T78" fmla="*/ 2147483647 w 234"/>
                  <a:gd name="T79" fmla="*/ 2147483647 h 624"/>
                  <a:gd name="T80" fmla="*/ 2147483647 w 234"/>
                  <a:gd name="T81" fmla="*/ 2147483647 h 624"/>
                  <a:gd name="T82" fmla="*/ 2147483647 w 234"/>
                  <a:gd name="T83" fmla="*/ 2147483647 h 624"/>
                  <a:gd name="T84" fmla="*/ 2147483647 w 234"/>
                  <a:gd name="T85" fmla="*/ 2147483647 h 624"/>
                  <a:gd name="T86" fmla="*/ 2147483647 w 234"/>
                  <a:gd name="T87" fmla="*/ 2147483647 h 624"/>
                  <a:gd name="T88" fmla="*/ 2147483647 w 234"/>
                  <a:gd name="T89" fmla="*/ 2147483647 h 624"/>
                  <a:gd name="T90" fmla="*/ 2147483647 w 234"/>
                  <a:gd name="T91" fmla="*/ 2147483647 h 624"/>
                  <a:gd name="T92" fmla="*/ 2147483647 w 234"/>
                  <a:gd name="T93" fmla="*/ 2147483647 h 624"/>
                  <a:gd name="T94" fmla="*/ 2147483647 w 234"/>
                  <a:gd name="T95" fmla="*/ 2147483647 h 624"/>
                  <a:gd name="T96" fmla="*/ 2147483647 w 234"/>
                  <a:gd name="T97" fmla="*/ 2147483647 h 624"/>
                  <a:gd name="T98" fmla="*/ 2147483647 w 234"/>
                  <a:gd name="T99" fmla="*/ 2147483647 h 624"/>
                  <a:gd name="T100" fmla="*/ 2147483647 w 234"/>
                  <a:gd name="T101" fmla="*/ 2147483647 h 624"/>
                  <a:gd name="T102" fmla="*/ 2147483647 w 234"/>
                  <a:gd name="T103" fmla="*/ 2147483647 h 624"/>
                  <a:gd name="T104" fmla="*/ 2147483647 w 234"/>
                  <a:gd name="T105" fmla="*/ 2147483647 h 624"/>
                  <a:gd name="T106" fmla="*/ 2147483647 w 234"/>
                  <a:gd name="T107" fmla="*/ 2147483647 h 624"/>
                  <a:gd name="T108" fmla="*/ 2147483647 w 234"/>
                  <a:gd name="T109" fmla="*/ 2147483647 h 624"/>
                  <a:gd name="T110" fmla="*/ 2147483647 w 234"/>
                  <a:gd name="T111" fmla="*/ 2147483647 h 624"/>
                  <a:gd name="T112" fmla="*/ 2147483647 w 234"/>
                  <a:gd name="T113" fmla="*/ 2147483647 h 624"/>
                  <a:gd name="T114" fmla="*/ 2147483647 w 234"/>
                  <a:gd name="T115" fmla="*/ 2147483647 h 624"/>
                  <a:gd name="T116" fmla="*/ 2147483647 w 234"/>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34"/>
                  <a:gd name="T178" fmla="*/ 0 h 624"/>
                  <a:gd name="T179" fmla="*/ 234 w 234"/>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34" h="624">
                    <a:moveTo>
                      <a:pt x="234" y="432"/>
                    </a:moveTo>
                    <a:lnTo>
                      <a:pt x="222" y="420"/>
                    </a:lnTo>
                    <a:lnTo>
                      <a:pt x="210" y="402"/>
                    </a:lnTo>
                    <a:lnTo>
                      <a:pt x="204" y="390"/>
                    </a:lnTo>
                    <a:lnTo>
                      <a:pt x="198" y="384"/>
                    </a:lnTo>
                    <a:lnTo>
                      <a:pt x="186" y="360"/>
                    </a:lnTo>
                    <a:lnTo>
                      <a:pt x="162" y="336"/>
                    </a:lnTo>
                    <a:lnTo>
                      <a:pt x="156" y="336"/>
                    </a:lnTo>
                    <a:lnTo>
                      <a:pt x="156" y="330"/>
                    </a:lnTo>
                    <a:lnTo>
                      <a:pt x="150" y="330"/>
                    </a:lnTo>
                    <a:lnTo>
                      <a:pt x="150" y="342"/>
                    </a:lnTo>
                    <a:lnTo>
                      <a:pt x="156" y="342"/>
                    </a:lnTo>
                    <a:lnTo>
                      <a:pt x="168" y="354"/>
                    </a:lnTo>
                    <a:lnTo>
                      <a:pt x="168" y="366"/>
                    </a:lnTo>
                    <a:lnTo>
                      <a:pt x="174" y="378"/>
                    </a:lnTo>
                    <a:lnTo>
                      <a:pt x="174" y="390"/>
                    </a:lnTo>
                    <a:lnTo>
                      <a:pt x="168" y="396"/>
                    </a:lnTo>
                    <a:lnTo>
                      <a:pt x="162" y="396"/>
                    </a:lnTo>
                    <a:lnTo>
                      <a:pt x="162" y="390"/>
                    </a:lnTo>
                    <a:lnTo>
                      <a:pt x="156" y="384"/>
                    </a:lnTo>
                    <a:lnTo>
                      <a:pt x="156" y="378"/>
                    </a:lnTo>
                    <a:lnTo>
                      <a:pt x="144" y="384"/>
                    </a:lnTo>
                    <a:lnTo>
                      <a:pt x="132" y="384"/>
                    </a:lnTo>
                    <a:lnTo>
                      <a:pt x="132" y="360"/>
                    </a:lnTo>
                    <a:lnTo>
                      <a:pt x="126" y="354"/>
                    </a:lnTo>
                    <a:lnTo>
                      <a:pt x="126" y="342"/>
                    </a:lnTo>
                    <a:lnTo>
                      <a:pt x="120" y="330"/>
                    </a:lnTo>
                    <a:lnTo>
                      <a:pt x="120" y="282"/>
                    </a:lnTo>
                    <a:lnTo>
                      <a:pt x="84" y="246"/>
                    </a:lnTo>
                    <a:lnTo>
                      <a:pt x="90" y="240"/>
                    </a:lnTo>
                    <a:lnTo>
                      <a:pt x="90" y="222"/>
                    </a:lnTo>
                    <a:lnTo>
                      <a:pt x="96" y="210"/>
                    </a:lnTo>
                    <a:lnTo>
                      <a:pt x="114" y="192"/>
                    </a:lnTo>
                    <a:lnTo>
                      <a:pt x="120" y="180"/>
                    </a:lnTo>
                    <a:lnTo>
                      <a:pt x="126" y="174"/>
                    </a:lnTo>
                    <a:lnTo>
                      <a:pt x="126" y="156"/>
                    </a:lnTo>
                    <a:lnTo>
                      <a:pt x="120" y="150"/>
                    </a:lnTo>
                    <a:lnTo>
                      <a:pt x="120" y="102"/>
                    </a:lnTo>
                    <a:lnTo>
                      <a:pt x="114" y="78"/>
                    </a:lnTo>
                    <a:lnTo>
                      <a:pt x="114" y="60"/>
                    </a:lnTo>
                    <a:lnTo>
                      <a:pt x="102" y="60"/>
                    </a:lnTo>
                    <a:lnTo>
                      <a:pt x="84" y="42"/>
                    </a:lnTo>
                    <a:lnTo>
                      <a:pt x="84" y="36"/>
                    </a:lnTo>
                    <a:lnTo>
                      <a:pt x="90" y="24"/>
                    </a:lnTo>
                    <a:lnTo>
                      <a:pt x="90" y="18"/>
                    </a:lnTo>
                    <a:lnTo>
                      <a:pt x="60" y="18"/>
                    </a:lnTo>
                    <a:lnTo>
                      <a:pt x="54" y="0"/>
                    </a:lnTo>
                    <a:lnTo>
                      <a:pt x="30" y="0"/>
                    </a:lnTo>
                    <a:lnTo>
                      <a:pt x="30" y="12"/>
                    </a:lnTo>
                    <a:lnTo>
                      <a:pt x="42" y="12"/>
                    </a:lnTo>
                    <a:lnTo>
                      <a:pt x="54" y="24"/>
                    </a:lnTo>
                    <a:lnTo>
                      <a:pt x="54" y="66"/>
                    </a:lnTo>
                    <a:lnTo>
                      <a:pt x="60" y="66"/>
                    </a:lnTo>
                    <a:lnTo>
                      <a:pt x="66" y="60"/>
                    </a:lnTo>
                    <a:lnTo>
                      <a:pt x="66" y="84"/>
                    </a:lnTo>
                    <a:lnTo>
                      <a:pt x="78" y="84"/>
                    </a:lnTo>
                    <a:lnTo>
                      <a:pt x="78" y="96"/>
                    </a:lnTo>
                    <a:lnTo>
                      <a:pt x="54" y="108"/>
                    </a:lnTo>
                    <a:lnTo>
                      <a:pt x="48" y="114"/>
                    </a:lnTo>
                    <a:lnTo>
                      <a:pt x="42" y="114"/>
                    </a:lnTo>
                    <a:lnTo>
                      <a:pt x="42" y="132"/>
                    </a:lnTo>
                    <a:lnTo>
                      <a:pt x="54" y="138"/>
                    </a:lnTo>
                    <a:lnTo>
                      <a:pt x="48" y="156"/>
                    </a:lnTo>
                    <a:lnTo>
                      <a:pt x="48" y="228"/>
                    </a:lnTo>
                    <a:lnTo>
                      <a:pt x="60" y="228"/>
                    </a:lnTo>
                    <a:lnTo>
                      <a:pt x="60" y="234"/>
                    </a:lnTo>
                    <a:lnTo>
                      <a:pt x="42" y="252"/>
                    </a:lnTo>
                    <a:lnTo>
                      <a:pt x="30" y="258"/>
                    </a:lnTo>
                    <a:lnTo>
                      <a:pt x="24" y="264"/>
                    </a:lnTo>
                    <a:lnTo>
                      <a:pt x="18" y="264"/>
                    </a:lnTo>
                    <a:lnTo>
                      <a:pt x="24" y="300"/>
                    </a:lnTo>
                    <a:lnTo>
                      <a:pt x="18" y="312"/>
                    </a:lnTo>
                    <a:lnTo>
                      <a:pt x="12" y="318"/>
                    </a:lnTo>
                    <a:lnTo>
                      <a:pt x="6" y="330"/>
                    </a:lnTo>
                    <a:lnTo>
                      <a:pt x="0" y="336"/>
                    </a:lnTo>
                    <a:lnTo>
                      <a:pt x="0" y="342"/>
                    </a:lnTo>
                    <a:lnTo>
                      <a:pt x="12" y="348"/>
                    </a:lnTo>
                    <a:lnTo>
                      <a:pt x="24" y="360"/>
                    </a:lnTo>
                    <a:lnTo>
                      <a:pt x="36" y="366"/>
                    </a:lnTo>
                    <a:lnTo>
                      <a:pt x="66" y="414"/>
                    </a:lnTo>
                    <a:lnTo>
                      <a:pt x="96" y="414"/>
                    </a:lnTo>
                    <a:lnTo>
                      <a:pt x="102" y="408"/>
                    </a:lnTo>
                    <a:lnTo>
                      <a:pt x="120" y="408"/>
                    </a:lnTo>
                    <a:lnTo>
                      <a:pt x="126" y="414"/>
                    </a:lnTo>
                    <a:lnTo>
                      <a:pt x="126" y="450"/>
                    </a:lnTo>
                    <a:lnTo>
                      <a:pt x="132" y="450"/>
                    </a:lnTo>
                    <a:lnTo>
                      <a:pt x="126" y="480"/>
                    </a:lnTo>
                    <a:lnTo>
                      <a:pt x="114" y="486"/>
                    </a:lnTo>
                    <a:lnTo>
                      <a:pt x="126" y="504"/>
                    </a:lnTo>
                    <a:lnTo>
                      <a:pt x="120" y="510"/>
                    </a:lnTo>
                    <a:lnTo>
                      <a:pt x="108" y="516"/>
                    </a:lnTo>
                    <a:lnTo>
                      <a:pt x="102" y="522"/>
                    </a:lnTo>
                    <a:lnTo>
                      <a:pt x="102" y="528"/>
                    </a:lnTo>
                    <a:lnTo>
                      <a:pt x="114" y="528"/>
                    </a:lnTo>
                    <a:lnTo>
                      <a:pt x="114" y="558"/>
                    </a:lnTo>
                    <a:lnTo>
                      <a:pt x="126" y="564"/>
                    </a:lnTo>
                    <a:lnTo>
                      <a:pt x="132" y="570"/>
                    </a:lnTo>
                    <a:lnTo>
                      <a:pt x="144" y="576"/>
                    </a:lnTo>
                    <a:lnTo>
                      <a:pt x="150" y="582"/>
                    </a:lnTo>
                    <a:lnTo>
                      <a:pt x="162" y="588"/>
                    </a:lnTo>
                    <a:lnTo>
                      <a:pt x="162" y="600"/>
                    </a:lnTo>
                    <a:lnTo>
                      <a:pt x="156" y="606"/>
                    </a:lnTo>
                    <a:lnTo>
                      <a:pt x="156" y="618"/>
                    </a:lnTo>
                    <a:lnTo>
                      <a:pt x="162" y="624"/>
                    </a:lnTo>
                    <a:lnTo>
                      <a:pt x="168" y="618"/>
                    </a:lnTo>
                    <a:lnTo>
                      <a:pt x="180" y="612"/>
                    </a:lnTo>
                    <a:lnTo>
                      <a:pt x="180" y="582"/>
                    </a:lnTo>
                    <a:lnTo>
                      <a:pt x="174" y="576"/>
                    </a:lnTo>
                    <a:lnTo>
                      <a:pt x="168" y="576"/>
                    </a:lnTo>
                    <a:lnTo>
                      <a:pt x="168" y="558"/>
                    </a:lnTo>
                    <a:lnTo>
                      <a:pt x="174" y="546"/>
                    </a:lnTo>
                    <a:lnTo>
                      <a:pt x="186" y="540"/>
                    </a:lnTo>
                    <a:lnTo>
                      <a:pt x="210" y="540"/>
                    </a:lnTo>
                    <a:lnTo>
                      <a:pt x="216" y="534"/>
                    </a:lnTo>
                    <a:lnTo>
                      <a:pt x="216" y="474"/>
                    </a:lnTo>
                    <a:lnTo>
                      <a:pt x="222" y="468"/>
                    </a:lnTo>
                    <a:lnTo>
                      <a:pt x="228" y="456"/>
                    </a:lnTo>
                    <a:lnTo>
                      <a:pt x="234" y="450"/>
                    </a:lnTo>
                    <a:lnTo>
                      <a:pt x="234" y="4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2" name="Madagascar" descr="© INSCALE GmbH, 05.05.2010&#10;http://www.presentationload.com/">
                <a:extLst>
                  <a:ext uri="{FF2B5EF4-FFF2-40B4-BE49-F238E27FC236}">
                    <a16:creationId xmlns:a16="http://schemas.microsoft.com/office/drawing/2014/main" id="{A048BFD1-09D5-4F48-B6BA-7E25BFB39731}"/>
                  </a:ext>
                </a:extLst>
              </p:cNvPr>
              <p:cNvSpPr>
                <a:spLocks/>
              </p:cNvSpPr>
              <p:nvPr/>
            </p:nvSpPr>
            <p:spPr bwMode="gray">
              <a:xfrm>
                <a:off x="6983565" y="4557546"/>
                <a:ext cx="249834" cy="458576"/>
              </a:xfrm>
              <a:custGeom>
                <a:avLst/>
                <a:gdLst>
                  <a:gd name="T0" fmla="*/ 2147483647 w 594"/>
                  <a:gd name="T1" fmla="*/ 2147483647 h 1092"/>
                  <a:gd name="T2" fmla="*/ 2147483647 w 594"/>
                  <a:gd name="T3" fmla="*/ 2147483647 h 1092"/>
                  <a:gd name="T4" fmla="*/ 2147483647 w 594"/>
                  <a:gd name="T5" fmla="*/ 2147483647 h 1092"/>
                  <a:gd name="T6" fmla="*/ 2147483647 w 594"/>
                  <a:gd name="T7" fmla="*/ 2147483647 h 1092"/>
                  <a:gd name="T8" fmla="*/ 2147483647 w 594"/>
                  <a:gd name="T9" fmla="*/ 2147483647 h 1092"/>
                  <a:gd name="T10" fmla="*/ 2147483647 w 594"/>
                  <a:gd name="T11" fmla="*/ 2147483647 h 1092"/>
                  <a:gd name="T12" fmla="*/ 2147483647 w 594"/>
                  <a:gd name="T13" fmla="*/ 2147483647 h 1092"/>
                  <a:gd name="T14" fmla="*/ 2147483647 w 594"/>
                  <a:gd name="T15" fmla="*/ 2147483647 h 1092"/>
                  <a:gd name="T16" fmla="*/ 2147483647 w 594"/>
                  <a:gd name="T17" fmla="*/ 2147483647 h 1092"/>
                  <a:gd name="T18" fmla="*/ 2147483647 w 594"/>
                  <a:gd name="T19" fmla="*/ 2147483647 h 1092"/>
                  <a:gd name="T20" fmla="*/ 2147483647 w 594"/>
                  <a:gd name="T21" fmla="*/ 2147483647 h 1092"/>
                  <a:gd name="T22" fmla="*/ 2147483647 w 594"/>
                  <a:gd name="T23" fmla="*/ 2147483647 h 1092"/>
                  <a:gd name="T24" fmla="*/ 2147483647 w 594"/>
                  <a:gd name="T25" fmla="*/ 2147483647 h 1092"/>
                  <a:gd name="T26" fmla="*/ 2147483647 w 594"/>
                  <a:gd name="T27" fmla="*/ 2147483647 h 1092"/>
                  <a:gd name="T28" fmla="*/ 2147483647 w 594"/>
                  <a:gd name="T29" fmla="*/ 2147483647 h 1092"/>
                  <a:gd name="T30" fmla="*/ 2147483647 w 594"/>
                  <a:gd name="T31" fmla="*/ 2147483647 h 1092"/>
                  <a:gd name="T32" fmla="*/ 2147483647 w 594"/>
                  <a:gd name="T33" fmla="*/ 0 h 1092"/>
                  <a:gd name="T34" fmla="*/ 2147483647 w 594"/>
                  <a:gd name="T35" fmla="*/ 2147483647 h 1092"/>
                  <a:gd name="T36" fmla="*/ 2147483647 w 594"/>
                  <a:gd name="T37" fmla="*/ 2147483647 h 1092"/>
                  <a:gd name="T38" fmla="*/ 2147483647 w 594"/>
                  <a:gd name="T39" fmla="*/ 2147483647 h 1092"/>
                  <a:gd name="T40" fmla="*/ 2147483647 w 594"/>
                  <a:gd name="T41" fmla="*/ 2147483647 h 1092"/>
                  <a:gd name="T42" fmla="*/ 2147483647 w 594"/>
                  <a:gd name="T43" fmla="*/ 2147483647 h 1092"/>
                  <a:gd name="T44" fmla="*/ 2147483647 w 594"/>
                  <a:gd name="T45" fmla="*/ 2147483647 h 1092"/>
                  <a:gd name="T46" fmla="*/ 2147483647 w 594"/>
                  <a:gd name="T47" fmla="*/ 2147483647 h 1092"/>
                  <a:gd name="T48" fmla="*/ 2147483647 w 594"/>
                  <a:gd name="T49" fmla="*/ 2147483647 h 1092"/>
                  <a:gd name="T50" fmla="*/ 2147483647 w 594"/>
                  <a:gd name="T51" fmla="*/ 2147483647 h 1092"/>
                  <a:gd name="T52" fmla="*/ 2147483647 w 594"/>
                  <a:gd name="T53" fmla="*/ 2147483647 h 1092"/>
                  <a:gd name="T54" fmla="*/ 2147483647 w 594"/>
                  <a:gd name="T55" fmla="*/ 2147483647 h 1092"/>
                  <a:gd name="T56" fmla="*/ 2147483647 w 594"/>
                  <a:gd name="T57" fmla="*/ 2147483647 h 1092"/>
                  <a:gd name="T58" fmla="*/ 2147483647 w 594"/>
                  <a:gd name="T59" fmla="*/ 2147483647 h 1092"/>
                  <a:gd name="T60" fmla="*/ 2147483647 w 594"/>
                  <a:gd name="T61" fmla="*/ 2147483647 h 1092"/>
                  <a:gd name="T62" fmla="*/ 2147483647 w 594"/>
                  <a:gd name="T63" fmla="*/ 2147483647 h 1092"/>
                  <a:gd name="T64" fmla="*/ 2147483647 w 594"/>
                  <a:gd name="T65" fmla="*/ 2147483647 h 1092"/>
                  <a:gd name="T66" fmla="*/ 2147483647 w 594"/>
                  <a:gd name="T67" fmla="*/ 2147483647 h 1092"/>
                  <a:gd name="T68" fmla="*/ 2147483647 w 594"/>
                  <a:gd name="T69" fmla="*/ 2147483647 h 1092"/>
                  <a:gd name="T70" fmla="*/ 2147483647 w 594"/>
                  <a:gd name="T71" fmla="*/ 2147483647 h 1092"/>
                  <a:gd name="T72" fmla="*/ 2147483647 w 594"/>
                  <a:gd name="T73" fmla="*/ 2147483647 h 1092"/>
                  <a:gd name="T74" fmla="*/ 2147483647 w 594"/>
                  <a:gd name="T75" fmla="*/ 2147483647 h 1092"/>
                  <a:gd name="T76" fmla="*/ 2147483647 w 594"/>
                  <a:gd name="T77" fmla="*/ 2147483647 h 1092"/>
                  <a:gd name="T78" fmla="*/ 2147483647 w 594"/>
                  <a:gd name="T79" fmla="*/ 2147483647 h 1092"/>
                  <a:gd name="T80" fmla="*/ 2147483647 w 594"/>
                  <a:gd name="T81" fmla="*/ 2147483647 h 1092"/>
                  <a:gd name="T82" fmla="*/ 2147483647 w 594"/>
                  <a:gd name="T83" fmla="*/ 2147483647 h 1092"/>
                  <a:gd name="T84" fmla="*/ 2147483647 w 594"/>
                  <a:gd name="T85" fmla="*/ 2147483647 h 1092"/>
                  <a:gd name="T86" fmla="*/ 0 w 594"/>
                  <a:gd name="T87" fmla="*/ 2147483647 h 1092"/>
                  <a:gd name="T88" fmla="*/ 2147483647 w 594"/>
                  <a:gd name="T89" fmla="*/ 2147483647 h 1092"/>
                  <a:gd name="T90" fmla="*/ 2147483647 w 594"/>
                  <a:gd name="T91" fmla="*/ 2147483647 h 1092"/>
                  <a:gd name="T92" fmla="*/ 2147483647 w 594"/>
                  <a:gd name="T93" fmla="*/ 2147483647 h 1092"/>
                  <a:gd name="T94" fmla="*/ 2147483647 w 594"/>
                  <a:gd name="T95" fmla="*/ 2147483647 h 1092"/>
                  <a:gd name="T96" fmla="*/ 2147483647 w 594"/>
                  <a:gd name="T97" fmla="*/ 2147483647 h 1092"/>
                  <a:gd name="T98" fmla="*/ 2147483647 w 594"/>
                  <a:gd name="T99" fmla="*/ 2147483647 h 1092"/>
                  <a:gd name="T100" fmla="*/ 2147483647 w 594"/>
                  <a:gd name="T101" fmla="*/ 2147483647 h 1092"/>
                  <a:gd name="T102" fmla="*/ 2147483647 w 594"/>
                  <a:gd name="T103" fmla="*/ 2147483647 h 109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94"/>
                  <a:gd name="T157" fmla="*/ 0 h 1092"/>
                  <a:gd name="T158" fmla="*/ 594 w 594"/>
                  <a:gd name="T159" fmla="*/ 1092 h 109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94" h="1092">
                    <a:moveTo>
                      <a:pt x="120" y="330"/>
                    </a:moveTo>
                    <a:lnTo>
                      <a:pt x="144" y="324"/>
                    </a:lnTo>
                    <a:lnTo>
                      <a:pt x="192" y="324"/>
                    </a:lnTo>
                    <a:lnTo>
                      <a:pt x="192" y="300"/>
                    </a:lnTo>
                    <a:lnTo>
                      <a:pt x="252" y="312"/>
                    </a:lnTo>
                    <a:lnTo>
                      <a:pt x="270" y="282"/>
                    </a:lnTo>
                    <a:lnTo>
                      <a:pt x="312" y="288"/>
                    </a:lnTo>
                    <a:lnTo>
                      <a:pt x="312" y="258"/>
                    </a:lnTo>
                    <a:lnTo>
                      <a:pt x="324" y="228"/>
                    </a:lnTo>
                    <a:lnTo>
                      <a:pt x="324" y="258"/>
                    </a:lnTo>
                    <a:lnTo>
                      <a:pt x="336" y="276"/>
                    </a:lnTo>
                    <a:lnTo>
                      <a:pt x="348" y="240"/>
                    </a:lnTo>
                    <a:lnTo>
                      <a:pt x="348" y="210"/>
                    </a:lnTo>
                    <a:lnTo>
                      <a:pt x="354" y="192"/>
                    </a:lnTo>
                    <a:lnTo>
                      <a:pt x="354" y="186"/>
                    </a:lnTo>
                    <a:lnTo>
                      <a:pt x="360" y="186"/>
                    </a:lnTo>
                    <a:lnTo>
                      <a:pt x="372" y="198"/>
                    </a:lnTo>
                    <a:lnTo>
                      <a:pt x="372" y="204"/>
                    </a:lnTo>
                    <a:lnTo>
                      <a:pt x="378" y="204"/>
                    </a:lnTo>
                    <a:lnTo>
                      <a:pt x="402" y="180"/>
                    </a:lnTo>
                    <a:lnTo>
                      <a:pt x="396" y="168"/>
                    </a:lnTo>
                    <a:lnTo>
                      <a:pt x="396" y="150"/>
                    </a:lnTo>
                    <a:lnTo>
                      <a:pt x="390" y="138"/>
                    </a:lnTo>
                    <a:lnTo>
                      <a:pt x="402" y="126"/>
                    </a:lnTo>
                    <a:lnTo>
                      <a:pt x="414" y="126"/>
                    </a:lnTo>
                    <a:lnTo>
                      <a:pt x="420" y="132"/>
                    </a:lnTo>
                    <a:lnTo>
                      <a:pt x="426" y="132"/>
                    </a:lnTo>
                    <a:lnTo>
                      <a:pt x="432" y="126"/>
                    </a:lnTo>
                    <a:lnTo>
                      <a:pt x="438" y="114"/>
                    </a:lnTo>
                    <a:lnTo>
                      <a:pt x="450" y="102"/>
                    </a:lnTo>
                    <a:lnTo>
                      <a:pt x="456" y="90"/>
                    </a:lnTo>
                    <a:lnTo>
                      <a:pt x="462" y="72"/>
                    </a:lnTo>
                    <a:lnTo>
                      <a:pt x="462" y="42"/>
                    </a:lnTo>
                    <a:lnTo>
                      <a:pt x="492" y="0"/>
                    </a:lnTo>
                    <a:lnTo>
                      <a:pt x="546" y="60"/>
                    </a:lnTo>
                    <a:lnTo>
                      <a:pt x="546" y="90"/>
                    </a:lnTo>
                    <a:lnTo>
                      <a:pt x="552" y="96"/>
                    </a:lnTo>
                    <a:lnTo>
                      <a:pt x="558" y="114"/>
                    </a:lnTo>
                    <a:lnTo>
                      <a:pt x="576" y="150"/>
                    </a:lnTo>
                    <a:lnTo>
                      <a:pt x="582" y="156"/>
                    </a:lnTo>
                    <a:lnTo>
                      <a:pt x="582" y="162"/>
                    </a:lnTo>
                    <a:lnTo>
                      <a:pt x="564" y="216"/>
                    </a:lnTo>
                    <a:lnTo>
                      <a:pt x="594" y="276"/>
                    </a:lnTo>
                    <a:lnTo>
                      <a:pt x="594" y="288"/>
                    </a:lnTo>
                    <a:lnTo>
                      <a:pt x="588" y="294"/>
                    </a:lnTo>
                    <a:lnTo>
                      <a:pt x="576" y="294"/>
                    </a:lnTo>
                    <a:lnTo>
                      <a:pt x="564" y="288"/>
                    </a:lnTo>
                    <a:lnTo>
                      <a:pt x="558" y="282"/>
                    </a:lnTo>
                    <a:lnTo>
                      <a:pt x="552" y="282"/>
                    </a:lnTo>
                    <a:lnTo>
                      <a:pt x="522" y="288"/>
                    </a:lnTo>
                    <a:lnTo>
                      <a:pt x="528" y="330"/>
                    </a:lnTo>
                    <a:lnTo>
                      <a:pt x="522" y="336"/>
                    </a:lnTo>
                    <a:lnTo>
                      <a:pt x="516" y="348"/>
                    </a:lnTo>
                    <a:lnTo>
                      <a:pt x="504" y="354"/>
                    </a:lnTo>
                    <a:lnTo>
                      <a:pt x="486" y="390"/>
                    </a:lnTo>
                    <a:lnTo>
                      <a:pt x="486" y="402"/>
                    </a:lnTo>
                    <a:lnTo>
                      <a:pt x="492" y="414"/>
                    </a:lnTo>
                    <a:lnTo>
                      <a:pt x="504" y="450"/>
                    </a:lnTo>
                    <a:lnTo>
                      <a:pt x="498" y="468"/>
                    </a:lnTo>
                    <a:lnTo>
                      <a:pt x="486" y="510"/>
                    </a:lnTo>
                    <a:lnTo>
                      <a:pt x="462" y="570"/>
                    </a:lnTo>
                    <a:lnTo>
                      <a:pt x="432" y="642"/>
                    </a:lnTo>
                    <a:lnTo>
                      <a:pt x="390" y="720"/>
                    </a:lnTo>
                    <a:lnTo>
                      <a:pt x="324" y="852"/>
                    </a:lnTo>
                    <a:lnTo>
                      <a:pt x="312" y="894"/>
                    </a:lnTo>
                    <a:lnTo>
                      <a:pt x="306" y="912"/>
                    </a:lnTo>
                    <a:lnTo>
                      <a:pt x="306" y="948"/>
                    </a:lnTo>
                    <a:lnTo>
                      <a:pt x="294" y="984"/>
                    </a:lnTo>
                    <a:lnTo>
                      <a:pt x="276" y="1014"/>
                    </a:lnTo>
                    <a:lnTo>
                      <a:pt x="258" y="1032"/>
                    </a:lnTo>
                    <a:lnTo>
                      <a:pt x="240" y="1044"/>
                    </a:lnTo>
                    <a:lnTo>
                      <a:pt x="222" y="1062"/>
                    </a:lnTo>
                    <a:lnTo>
                      <a:pt x="216" y="1062"/>
                    </a:lnTo>
                    <a:lnTo>
                      <a:pt x="210" y="1068"/>
                    </a:lnTo>
                    <a:lnTo>
                      <a:pt x="186" y="1068"/>
                    </a:lnTo>
                    <a:lnTo>
                      <a:pt x="150" y="1086"/>
                    </a:lnTo>
                    <a:lnTo>
                      <a:pt x="114" y="1092"/>
                    </a:lnTo>
                    <a:lnTo>
                      <a:pt x="78" y="1074"/>
                    </a:lnTo>
                    <a:lnTo>
                      <a:pt x="60" y="1056"/>
                    </a:lnTo>
                    <a:lnTo>
                      <a:pt x="48" y="1038"/>
                    </a:lnTo>
                    <a:lnTo>
                      <a:pt x="36" y="1026"/>
                    </a:lnTo>
                    <a:lnTo>
                      <a:pt x="36" y="1020"/>
                    </a:lnTo>
                    <a:lnTo>
                      <a:pt x="30" y="1014"/>
                    </a:lnTo>
                    <a:lnTo>
                      <a:pt x="48" y="990"/>
                    </a:lnTo>
                    <a:lnTo>
                      <a:pt x="42" y="978"/>
                    </a:lnTo>
                    <a:lnTo>
                      <a:pt x="24" y="948"/>
                    </a:lnTo>
                    <a:lnTo>
                      <a:pt x="12" y="900"/>
                    </a:lnTo>
                    <a:lnTo>
                      <a:pt x="0" y="834"/>
                    </a:lnTo>
                    <a:lnTo>
                      <a:pt x="0" y="786"/>
                    </a:lnTo>
                    <a:lnTo>
                      <a:pt x="6" y="756"/>
                    </a:lnTo>
                    <a:lnTo>
                      <a:pt x="18" y="738"/>
                    </a:lnTo>
                    <a:lnTo>
                      <a:pt x="60" y="696"/>
                    </a:lnTo>
                    <a:lnTo>
                      <a:pt x="72" y="678"/>
                    </a:lnTo>
                    <a:lnTo>
                      <a:pt x="90" y="672"/>
                    </a:lnTo>
                    <a:lnTo>
                      <a:pt x="96" y="660"/>
                    </a:lnTo>
                    <a:lnTo>
                      <a:pt x="108" y="654"/>
                    </a:lnTo>
                    <a:lnTo>
                      <a:pt x="108" y="636"/>
                    </a:lnTo>
                    <a:lnTo>
                      <a:pt x="102" y="600"/>
                    </a:lnTo>
                    <a:lnTo>
                      <a:pt x="96" y="558"/>
                    </a:lnTo>
                    <a:lnTo>
                      <a:pt x="96" y="522"/>
                    </a:lnTo>
                    <a:lnTo>
                      <a:pt x="78" y="432"/>
                    </a:lnTo>
                    <a:lnTo>
                      <a:pt x="90" y="408"/>
                    </a:lnTo>
                    <a:lnTo>
                      <a:pt x="132" y="366"/>
                    </a:lnTo>
                    <a:lnTo>
                      <a:pt x="132" y="360"/>
                    </a:lnTo>
                    <a:lnTo>
                      <a:pt x="120" y="3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3" name="Libya" descr="© INSCALE GmbH, 05.05.2010&#10;http://www.presentationload.com/">
                <a:extLst>
                  <a:ext uri="{FF2B5EF4-FFF2-40B4-BE49-F238E27FC236}">
                    <a16:creationId xmlns:a16="http://schemas.microsoft.com/office/drawing/2014/main" id="{9F89DF75-A16E-3C43-A8D3-44E51C5EC566}"/>
                  </a:ext>
                </a:extLst>
              </p:cNvPr>
              <p:cNvSpPr>
                <a:spLocks/>
              </p:cNvSpPr>
              <p:nvPr/>
            </p:nvSpPr>
            <p:spPr bwMode="gray">
              <a:xfrm>
                <a:off x="6002313" y="3015810"/>
                <a:ext cx="461863" cy="466793"/>
              </a:xfrm>
              <a:custGeom>
                <a:avLst/>
                <a:gdLst>
                  <a:gd name="T0" fmla="*/ 2147483647 w 1098"/>
                  <a:gd name="T1" fmla="*/ 2147483647 h 1110"/>
                  <a:gd name="T2" fmla="*/ 2147483647 w 1098"/>
                  <a:gd name="T3" fmla="*/ 2147483647 h 1110"/>
                  <a:gd name="T4" fmla="*/ 2147483647 w 1098"/>
                  <a:gd name="T5" fmla="*/ 2147483647 h 1110"/>
                  <a:gd name="T6" fmla="*/ 2147483647 w 1098"/>
                  <a:gd name="T7" fmla="*/ 2147483647 h 1110"/>
                  <a:gd name="T8" fmla="*/ 2147483647 w 1098"/>
                  <a:gd name="T9" fmla="*/ 2147483647 h 1110"/>
                  <a:gd name="T10" fmla="*/ 2147483647 w 1098"/>
                  <a:gd name="T11" fmla="*/ 2147483647 h 1110"/>
                  <a:gd name="T12" fmla="*/ 2147483647 w 1098"/>
                  <a:gd name="T13" fmla="*/ 2147483647 h 1110"/>
                  <a:gd name="T14" fmla="*/ 2147483647 w 1098"/>
                  <a:gd name="T15" fmla="*/ 2147483647 h 1110"/>
                  <a:gd name="T16" fmla="*/ 2147483647 w 1098"/>
                  <a:gd name="T17" fmla="*/ 2147483647 h 1110"/>
                  <a:gd name="T18" fmla="*/ 2147483647 w 1098"/>
                  <a:gd name="T19" fmla="*/ 2147483647 h 1110"/>
                  <a:gd name="T20" fmla="*/ 2147483647 w 1098"/>
                  <a:gd name="T21" fmla="*/ 2147483647 h 1110"/>
                  <a:gd name="T22" fmla="*/ 2147483647 w 1098"/>
                  <a:gd name="T23" fmla="*/ 2147483647 h 1110"/>
                  <a:gd name="T24" fmla="*/ 0 w 1098"/>
                  <a:gd name="T25" fmla="*/ 2147483647 h 1110"/>
                  <a:gd name="T26" fmla="*/ 2147483647 w 1098"/>
                  <a:gd name="T27" fmla="*/ 2147483647 h 1110"/>
                  <a:gd name="T28" fmla="*/ 2147483647 w 1098"/>
                  <a:gd name="T29" fmla="*/ 2147483647 h 1110"/>
                  <a:gd name="T30" fmla="*/ 2147483647 w 1098"/>
                  <a:gd name="T31" fmla="*/ 2147483647 h 1110"/>
                  <a:gd name="T32" fmla="*/ 2147483647 w 1098"/>
                  <a:gd name="T33" fmla="*/ 2147483647 h 1110"/>
                  <a:gd name="T34" fmla="*/ 2147483647 w 1098"/>
                  <a:gd name="T35" fmla="*/ 2147483647 h 1110"/>
                  <a:gd name="T36" fmla="*/ 2147483647 w 1098"/>
                  <a:gd name="T37" fmla="*/ 2147483647 h 1110"/>
                  <a:gd name="T38" fmla="*/ 2147483647 w 1098"/>
                  <a:gd name="T39" fmla="*/ 2147483647 h 1110"/>
                  <a:gd name="T40" fmla="*/ 2147483647 w 1098"/>
                  <a:gd name="T41" fmla="*/ 2147483647 h 1110"/>
                  <a:gd name="T42" fmla="*/ 2147483647 w 1098"/>
                  <a:gd name="T43" fmla="*/ 2147483647 h 1110"/>
                  <a:gd name="T44" fmla="*/ 2147483647 w 1098"/>
                  <a:gd name="T45" fmla="*/ 2147483647 h 1110"/>
                  <a:gd name="T46" fmla="*/ 2147483647 w 1098"/>
                  <a:gd name="T47" fmla="*/ 2147483647 h 1110"/>
                  <a:gd name="T48" fmla="*/ 2147483647 w 1098"/>
                  <a:gd name="T49" fmla="*/ 2147483647 h 1110"/>
                  <a:gd name="T50" fmla="*/ 2147483647 w 1098"/>
                  <a:gd name="T51" fmla="*/ 2147483647 h 1110"/>
                  <a:gd name="T52" fmla="*/ 2147483647 w 1098"/>
                  <a:gd name="T53" fmla="*/ 2147483647 h 1110"/>
                  <a:gd name="T54" fmla="*/ 2147483647 w 1098"/>
                  <a:gd name="T55" fmla="*/ 2147483647 h 1110"/>
                  <a:gd name="T56" fmla="*/ 2147483647 w 1098"/>
                  <a:gd name="T57" fmla="*/ 2147483647 h 1110"/>
                  <a:gd name="T58" fmla="*/ 2147483647 w 1098"/>
                  <a:gd name="T59" fmla="*/ 2147483647 h 1110"/>
                  <a:gd name="T60" fmla="*/ 2147483647 w 1098"/>
                  <a:gd name="T61" fmla="*/ 2147483647 h 1110"/>
                  <a:gd name="T62" fmla="*/ 2147483647 w 1098"/>
                  <a:gd name="T63" fmla="*/ 2147483647 h 1110"/>
                  <a:gd name="T64" fmla="*/ 2147483647 w 1098"/>
                  <a:gd name="T65" fmla="*/ 2147483647 h 1110"/>
                  <a:gd name="T66" fmla="*/ 2147483647 w 1098"/>
                  <a:gd name="T67" fmla="*/ 2147483647 h 1110"/>
                  <a:gd name="T68" fmla="*/ 2147483647 w 1098"/>
                  <a:gd name="T69" fmla="*/ 2147483647 h 1110"/>
                  <a:gd name="T70" fmla="*/ 2147483647 w 1098"/>
                  <a:gd name="T71" fmla="*/ 2147483647 h 1110"/>
                  <a:gd name="T72" fmla="*/ 2147483647 w 1098"/>
                  <a:gd name="T73" fmla="*/ 2147483647 h 1110"/>
                  <a:gd name="T74" fmla="*/ 2147483647 w 1098"/>
                  <a:gd name="T75" fmla="*/ 2147483647 h 1110"/>
                  <a:gd name="T76" fmla="*/ 2147483647 w 1098"/>
                  <a:gd name="T77" fmla="*/ 2147483647 h 1110"/>
                  <a:gd name="T78" fmla="*/ 2147483647 w 1098"/>
                  <a:gd name="T79" fmla="*/ 2147483647 h 1110"/>
                  <a:gd name="T80" fmla="*/ 2147483647 w 1098"/>
                  <a:gd name="T81" fmla="*/ 2147483647 h 1110"/>
                  <a:gd name="T82" fmla="*/ 2147483647 w 1098"/>
                  <a:gd name="T83" fmla="*/ 2147483647 h 1110"/>
                  <a:gd name="T84" fmla="*/ 2147483647 w 1098"/>
                  <a:gd name="T85" fmla="*/ 2147483647 h 1110"/>
                  <a:gd name="T86" fmla="*/ 2147483647 w 1098"/>
                  <a:gd name="T87" fmla="*/ 2147483647 h 1110"/>
                  <a:gd name="T88" fmla="*/ 2147483647 w 1098"/>
                  <a:gd name="T89" fmla="*/ 2147483647 h 1110"/>
                  <a:gd name="T90" fmla="*/ 2147483647 w 1098"/>
                  <a:gd name="T91" fmla="*/ 2147483647 h 1110"/>
                  <a:gd name="T92" fmla="*/ 2147483647 w 1098"/>
                  <a:gd name="T93" fmla="*/ 2147483647 h 1110"/>
                  <a:gd name="T94" fmla="*/ 2147483647 w 1098"/>
                  <a:gd name="T95" fmla="*/ 2147483647 h 1110"/>
                  <a:gd name="T96" fmla="*/ 2147483647 w 1098"/>
                  <a:gd name="T97" fmla="*/ 2147483647 h 1110"/>
                  <a:gd name="T98" fmla="*/ 2147483647 w 1098"/>
                  <a:gd name="T99" fmla="*/ 2147483647 h 1110"/>
                  <a:gd name="T100" fmla="*/ 2147483647 w 1098"/>
                  <a:gd name="T101" fmla="*/ 2147483647 h 1110"/>
                  <a:gd name="T102" fmla="*/ 2147483647 w 1098"/>
                  <a:gd name="T103" fmla="*/ 2147483647 h 1110"/>
                  <a:gd name="T104" fmla="*/ 2147483647 w 1098"/>
                  <a:gd name="T105" fmla="*/ 2147483647 h 1110"/>
                  <a:gd name="T106" fmla="*/ 2147483647 w 1098"/>
                  <a:gd name="T107" fmla="*/ 2147483647 h 1110"/>
                  <a:gd name="T108" fmla="*/ 2147483647 w 1098"/>
                  <a:gd name="T109" fmla="*/ 2147483647 h 1110"/>
                  <a:gd name="T110" fmla="*/ 2147483647 w 1098"/>
                  <a:gd name="T111" fmla="*/ 2147483647 h 1110"/>
                  <a:gd name="T112" fmla="*/ 2147483647 w 1098"/>
                  <a:gd name="T113" fmla="*/ 2147483647 h 1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8"/>
                  <a:gd name="T172" fmla="*/ 0 h 1110"/>
                  <a:gd name="T173" fmla="*/ 1098 w 1098"/>
                  <a:gd name="T174" fmla="*/ 1110 h 111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8" h="1110">
                    <a:moveTo>
                      <a:pt x="156" y="60"/>
                    </a:moveTo>
                    <a:lnTo>
                      <a:pt x="150" y="66"/>
                    </a:lnTo>
                    <a:lnTo>
                      <a:pt x="126" y="78"/>
                    </a:lnTo>
                    <a:lnTo>
                      <a:pt x="114" y="78"/>
                    </a:lnTo>
                    <a:lnTo>
                      <a:pt x="102" y="84"/>
                    </a:lnTo>
                    <a:lnTo>
                      <a:pt x="96" y="90"/>
                    </a:lnTo>
                    <a:lnTo>
                      <a:pt x="90" y="102"/>
                    </a:lnTo>
                    <a:lnTo>
                      <a:pt x="84" y="108"/>
                    </a:lnTo>
                    <a:lnTo>
                      <a:pt x="78" y="120"/>
                    </a:lnTo>
                    <a:lnTo>
                      <a:pt x="72" y="120"/>
                    </a:lnTo>
                    <a:lnTo>
                      <a:pt x="54" y="138"/>
                    </a:lnTo>
                    <a:lnTo>
                      <a:pt x="54" y="156"/>
                    </a:lnTo>
                    <a:lnTo>
                      <a:pt x="66" y="180"/>
                    </a:lnTo>
                    <a:lnTo>
                      <a:pt x="66" y="204"/>
                    </a:lnTo>
                    <a:lnTo>
                      <a:pt x="36" y="234"/>
                    </a:lnTo>
                    <a:lnTo>
                      <a:pt x="30" y="234"/>
                    </a:lnTo>
                    <a:lnTo>
                      <a:pt x="24" y="240"/>
                    </a:lnTo>
                    <a:lnTo>
                      <a:pt x="12" y="246"/>
                    </a:lnTo>
                    <a:lnTo>
                      <a:pt x="6" y="246"/>
                    </a:lnTo>
                    <a:lnTo>
                      <a:pt x="0" y="252"/>
                    </a:lnTo>
                    <a:lnTo>
                      <a:pt x="12" y="270"/>
                    </a:lnTo>
                    <a:lnTo>
                      <a:pt x="36" y="330"/>
                    </a:lnTo>
                    <a:lnTo>
                      <a:pt x="48" y="354"/>
                    </a:lnTo>
                    <a:lnTo>
                      <a:pt x="48" y="360"/>
                    </a:lnTo>
                    <a:lnTo>
                      <a:pt x="42" y="372"/>
                    </a:lnTo>
                    <a:lnTo>
                      <a:pt x="42" y="402"/>
                    </a:lnTo>
                    <a:lnTo>
                      <a:pt x="36" y="408"/>
                    </a:lnTo>
                    <a:lnTo>
                      <a:pt x="36" y="414"/>
                    </a:lnTo>
                    <a:lnTo>
                      <a:pt x="42" y="432"/>
                    </a:lnTo>
                    <a:lnTo>
                      <a:pt x="30" y="456"/>
                    </a:lnTo>
                    <a:lnTo>
                      <a:pt x="36" y="510"/>
                    </a:lnTo>
                    <a:lnTo>
                      <a:pt x="36" y="516"/>
                    </a:lnTo>
                    <a:lnTo>
                      <a:pt x="42" y="522"/>
                    </a:lnTo>
                    <a:lnTo>
                      <a:pt x="42" y="534"/>
                    </a:lnTo>
                    <a:lnTo>
                      <a:pt x="36" y="546"/>
                    </a:lnTo>
                    <a:lnTo>
                      <a:pt x="30" y="552"/>
                    </a:lnTo>
                    <a:lnTo>
                      <a:pt x="18" y="558"/>
                    </a:lnTo>
                    <a:lnTo>
                      <a:pt x="6" y="558"/>
                    </a:lnTo>
                    <a:lnTo>
                      <a:pt x="0" y="564"/>
                    </a:lnTo>
                    <a:lnTo>
                      <a:pt x="0" y="570"/>
                    </a:lnTo>
                    <a:lnTo>
                      <a:pt x="6" y="582"/>
                    </a:lnTo>
                    <a:lnTo>
                      <a:pt x="18" y="594"/>
                    </a:lnTo>
                    <a:lnTo>
                      <a:pt x="24" y="612"/>
                    </a:lnTo>
                    <a:lnTo>
                      <a:pt x="36" y="624"/>
                    </a:lnTo>
                    <a:lnTo>
                      <a:pt x="42" y="636"/>
                    </a:lnTo>
                    <a:lnTo>
                      <a:pt x="48" y="642"/>
                    </a:lnTo>
                    <a:lnTo>
                      <a:pt x="48" y="684"/>
                    </a:lnTo>
                    <a:lnTo>
                      <a:pt x="72" y="708"/>
                    </a:lnTo>
                    <a:lnTo>
                      <a:pt x="96" y="696"/>
                    </a:lnTo>
                    <a:lnTo>
                      <a:pt x="102" y="696"/>
                    </a:lnTo>
                    <a:lnTo>
                      <a:pt x="138" y="714"/>
                    </a:lnTo>
                    <a:lnTo>
                      <a:pt x="150" y="714"/>
                    </a:lnTo>
                    <a:lnTo>
                      <a:pt x="162" y="726"/>
                    </a:lnTo>
                    <a:lnTo>
                      <a:pt x="162" y="732"/>
                    </a:lnTo>
                    <a:lnTo>
                      <a:pt x="168" y="744"/>
                    </a:lnTo>
                    <a:lnTo>
                      <a:pt x="174" y="762"/>
                    </a:lnTo>
                    <a:lnTo>
                      <a:pt x="180" y="774"/>
                    </a:lnTo>
                    <a:lnTo>
                      <a:pt x="186" y="780"/>
                    </a:lnTo>
                    <a:lnTo>
                      <a:pt x="186" y="786"/>
                    </a:lnTo>
                    <a:lnTo>
                      <a:pt x="222" y="792"/>
                    </a:lnTo>
                    <a:lnTo>
                      <a:pt x="234" y="792"/>
                    </a:lnTo>
                    <a:lnTo>
                      <a:pt x="246" y="798"/>
                    </a:lnTo>
                    <a:lnTo>
                      <a:pt x="258" y="798"/>
                    </a:lnTo>
                    <a:lnTo>
                      <a:pt x="276" y="804"/>
                    </a:lnTo>
                    <a:lnTo>
                      <a:pt x="288" y="810"/>
                    </a:lnTo>
                    <a:lnTo>
                      <a:pt x="294" y="810"/>
                    </a:lnTo>
                    <a:lnTo>
                      <a:pt x="300" y="816"/>
                    </a:lnTo>
                    <a:lnTo>
                      <a:pt x="312" y="822"/>
                    </a:lnTo>
                    <a:lnTo>
                      <a:pt x="318" y="828"/>
                    </a:lnTo>
                    <a:lnTo>
                      <a:pt x="324" y="840"/>
                    </a:lnTo>
                    <a:lnTo>
                      <a:pt x="336" y="846"/>
                    </a:lnTo>
                    <a:lnTo>
                      <a:pt x="342" y="852"/>
                    </a:lnTo>
                    <a:lnTo>
                      <a:pt x="360" y="846"/>
                    </a:lnTo>
                    <a:lnTo>
                      <a:pt x="396" y="828"/>
                    </a:lnTo>
                    <a:lnTo>
                      <a:pt x="456" y="792"/>
                    </a:lnTo>
                    <a:lnTo>
                      <a:pt x="468" y="786"/>
                    </a:lnTo>
                    <a:lnTo>
                      <a:pt x="1026" y="1110"/>
                    </a:lnTo>
                    <a:lnTo>
                      <a:pt x="1026" y="1062"/>
                    </a:lnTo>
                    <a:lnTo>
                      <a:pt x="1098" y="1062"/>
                    </a:lnTo>
                    <a:lnTo>
                      <a:pt x="1098" y="828"/>
                    </a:lnTo>
                    <a:lnTo>
                      <a:pt x="1092" y="750"/>
                    </a:lnTo>
                    <a:lnTo>
                      <a:pt x="1092" y="660"/>
                    </a:lnTo>
                    <a:lnTo>
                      <a:pt x="1086" y="564"/>
                    </a:lnTo>
                    <a:lnTo>
                      <a:pt x="1086" y="468"/>
                    </a:lnTo>
                    <a:lnTo>
                      <a:pt x="1080" y="390"/>
                    </a:lnTo>
                    <a:lnTo>
                      <a:pt x="1080" y="306"/>
                    </a:lnTo>
                    <a:lnTo>
                      <a:pt x="1068" y="270"/>
                    </a:lnTo>
                    <a:lnTo>
                      <a:pt x="1056" y="258"/>
                    </a:lnTo>
                    <a:lnTo>
                      <a:pt x="1050" y="246"/>
                    </a:lnTo>
                    <a:lnTo>
                      <a:pt x="1050" y="240"/>
                    </a:lnTo>
                    <a:lnTo>
                      <a:pt x="1056" y="228"/>
                    </a:lnTo>
                    <a:lnTo>
                      <a:pt x="1062" y="222"/>
                    </a:lnTo>
                    <a:lnTo>
                      <a:pt x="1068" y="210"/>
                    </a:lnTo>
                    <a:lnTo>
                      <a:pt x="1074" y="204"/>
                    </a:lnTo>
                    <a:lnTo>
                      <a:pt x="1074" y="198"/>
                    </a:lnTo>
                    <a:lnTo>
                      <a:pt x="1068" y="186"/>
                    </a:lnTo>
                    <a:lnTo>
                      <a:pt x="1056" y="180"/>
                    </a:lnTo>
                    <a:lnTo>
                      <a:pt x="1056" y="150"/>
                    </a:lnTo>
                    <a:lnTo>
                      <a:pt x="1080" y="126"/>
                    </a:lnTo>
                    <a:lnTo>
                      <a:pt x="1074" y="114"/>
                    </a:lnTo>
                    <a:lnTo>
                      <a:pt x="1074" y="96"/>
                    </a:lnTo>
                    <a:lnTo>
                      <a:pt x="1056" y="102"/>
                    </a:lnTo>
                    <a:lnTo>
                      <a:pt x="1044" y="90"/>
                    </a:lnTo>
                    <a:lnTo>
                      <a:pt x="1032" y="102"/>
                    </a:lnTo>
                    <a:lnTo>
                      <a:pt x="1026" y="102"/>
                    </a:lnTo>
                    <a:lnTo>
                      <a:pt x="1020" y="96"/>
                    </a:lnTo>
                    <a:lnTo>
                      <a:pt x="1008" y="90"/>
                    </a:lnTo>
                    <a:lnTo>
                      <a:pt x="1002" y="84"/>
                    </a:lnTo>
                    <a:lnTo>
                      <a:pt x="990" y="78"/>
                    </a:lnTo>
                    <a:lnTo>
                      <a:pt x="978" y="78"/>
                    </a:lnTo>
                    <a:lnTo>
                      <a:pt x="966" y="84"/>
                    </a:lnTo>
                    <a:lnTo>
                      <a:pt x="954" y="84"/>
                    </a:lnTo>
                    <a:lnTo>
                      <a:pt x="942" y="78"/>
                    </a:lnTo>
                    <a:lnTo>
                      <a:pt x="936" y="72"/>
                    </a:lnTo>
                    <a:lnTo>
                      <a:pt x="936" y="48"/>
                    </a:lnTo>
                    <a:lnTo>
                      <a:pt x="930" y="42"/>
                    </a:lnTo>
                    <a:lnTo>
                      <a:pt x="918" y="36"/>
                    </a:lnTo>
                    <a:lnTo>
                      <a:pt x="882" y="36"/>
                    </a:lnTo>
                    <a:lnTo>
                      <a:pt x="876" y="30"/>
                    </a:lnTo>
                    <a:lnTo>
                      <a:pt x="864" y="30"/>
                    </a:lnTo>
                    <a:lnTo>
                      <a:pt x="852" y="24"/>
                    </a:lnTo>
                    <a:lnTo>
                      <a:pt x="840" y="24"/>
                    </a:lnTo>
                    <a:lnTo>
                      <a:pt x="834" y="30"/>
                    </a:lnTo>
                    <a:lnTo>
                      <a:pt x="834" y="36"/>
                    </a:lnTo>
                    <a:lnTo>
                      <a:pt x="798" y="36"/>
                    </a:lnTo>
                    <a:lnTo>
                      <a:pt x="780" y="42"/>
                    </a:lnTo>
                    <a:lnTo>
                      <a:pt x="768" y="48"/>
                    </a:lnTo>
                    <a:lnTo>
                      <a:pt x="732" y="84"/>
                    </a:lnTo>
                    <a:lnTo>
                      <a:pt x="720" y="108"/>
                    </a:lnTo>
                    <a:lnTo>
                      <a:pt x="720" y="120"/>
                    </a:lnTo>
                    <a:lnTo>
                      <a:pt x="726" y="138"/>
                    </a:lnTo>
                    <a:lnTo>
                      <a:pt x="738" y="150"/>
                    </a:lnTo>
                    <a:lnTo>
                      <a:pt x="744" y="162"/>
                    </a:lnTo>
                    <a:lnTo>
                      <a:pt x="744" y="180"/>
                    </a:lnTo>
                    <a:lnTo>
                      <a:pt x="738" y="192"/>
                    </a:lnTo>
                    <a:lnTo>
                      <a:pt x="714" y="216"/>
                    </a:lnTo>
                    <a:lnTo>
                      <a:pt x="708" y="228"/>
                    </a:lnTo>
                    <a:lnTo>
                      <a:pt x="696" y="234"/>
                    </a:lnTo>
                    <a:lnTo>
                      <a:pt x="666" y="234"/>
                    </a:lnTo>
                    <a:lnTo>
                      <a:pt x="648" y="228"/>
                    </a:lnTo>
                    <a:lnTo>
                      <a:pt x="630" y="216"/>
                    </a:lnTo>
                    <a:lnTo>
                      <a:pt x="612" y="198"/>
                    </a:lnTo>
                    <a:lnTo>
                      <a:pt x="582" y="180"/>
                    </a:lnTo>
                    <a:lnTo>
                      <a:pt x="552" y="168"/>
                    </a:lnTo>
                    <a:lnTo>
                      <a:pt x="528" y="162"/>
                    </a:lnTo>
                    <a:lnTo>
                      <a:pt x="462" y="162"/>
                    </a:lnTo>
                    <a:lnTo>
                      <a:pt x="438" y="150"/>
                    </a:lnTo>
                    <a:lnTo>
                      <a:pt x="426" y="138"/>
                    </a:lnTo>
                    <a:lnTo>
                      <a:pt x="420" y="126"/>
                    </a:lnTo>
                    <a:lnTo>
                      <a:pt x="414" y="108"/>
                    </a:lnTo>
                    <a:lnTo>
                      <a:pt x="414" y="96"/>
                    </a:lnTo>
                    <a:lnTo>
                      <a:pt x="402" y="72"/>
                    </a:lnTo>
                    <a:lnTo>
                      <a:pt x="378" y="60"/>
                    </a:lnTo>
                    <a:lnTo>
                      <a:pt x="366" y="60"/>
                    </a:lnTo>
                    <a:lnTo>
                      <a:pt x="354" y="54"/>
                    </a:lnTo>
                    <a:lnTo>
                      <a:pt x="348" y="48"/>
                    </a:lnTo>
                    <a:lnTo>
                      <a:pt x="324" y="36"/>
                    </a:lnTo>
                    <a:lnTo>
                      <a:pt x="318" y="36"/>
                    </a:lnTo>
                    <a:lnTo>
                      <a:pt x="306" y="30"/>
                    </a:lnTo>
                    <a:lnTo>
                      <a:pt x="264" y="30"/>
                    </a:lnTo>
                    <a:lnTo>
                      <a:pt x="252" y="36"/>
                    </a:lnTo>
                    <a:lnTo>
                      <a:pt x="216" y="36"/>
                    </a:lnTo>
                    <a:lnTo>
                      <a:pt x="192" y="24"/>
                    </a:lnTo>
                    <a:lnTo>
                      <a:pt x="180" y="12"/>
                    </a:lnTo>
                    <a:lnTo>
                      <a:pt x="168" y="6"/>
                    </a:lnTo>
                    <a:lnTo>
                      <a:pt x="150" y="6"/>
                    </a:lnTo>
                    <a:lnTo>
                      <a:pt x="144" y="0"/>
                    </a:lnTo>
                    <a:lnTo>
                      <a:pt x="138" y="42"/>
                    </a:lnTo>
                    <a:lnTo>
                      <a:pt x="144" y="42"/>
                    </a:lnTo>
                    <a:lnTo>
                      <a:pt x="156" y="54"/>
                    </a:lnTo>
                    <a:lnTo>
                      <a:pt x="156"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4" name="Liberia" descr="© INSCALE GmbH, 05.05.2010&#10;http://www.presentationload.com/">
                <a:extLst>
                  <a:ext uri="{FF2B5EF4-FFF2-40B4-BE49-F238E27FC236}">
                    <a16:creationId xmlns:a16="http://schemas.microsoft.com/office/drawing/2014/main" id="{1DE8D99E-2304-3748-B20E-9E31699B0FF8}"/>
                  </a:ext>
                </a:extLst>
              </p:cNvPr>
              <p:cNvSpPr>
                <a:spLocks/>
              </p:cNvSpPr>
              <p:nvPr/>
            </p:nvSpPr>
            <p:spPr bwMode="gray">
              <a:xfrm>
                <a:off x="5372798" y="3850780"/>
                <a:ext cx="129848" cy="144640"/>
              </a:xfrm>
              <a:custGeom>
                <a:avLst/>
                <a:gdLst>
                  <a:gd name="T0" fmla="*/ 2147483647 w 312"/>
                  <a:gd name="T1" fmla="*/ 2147483647 h 342"/>
                  <a:gd name="T2" fmla="*/ 2147483647 w 312"/>
                  <a:gd name="T3" fmla="*/ 2147483647 h 342"/>
                  <a:gd name="T4" fmla="*/ 2147483647 w 312"/>
                  <a:gd name="T5" fmla="*/ 2147483647 h 342"/>
                  <a:gd name="T6" fmla="*/ 2147483647 w 312"/>
                  <a:gd name="T7" fmla="*/ 2147483647 h 342"/>
                  <a:gd name="T8" fmla="*/ 2147483647 w 312"/>
                  <a:gd name="T9" fmla="*/ 2147483647 h 342"/>
                  <a:gd name="T10" fmla="*/ 2147483647 w 312"/>
                  <a:gd name="T11" fmla="*/ 2147483647 h 342"/>
                  <a:gd name="T12" fmla="*/ 2147483647 w 312"/>
                  <a:gd name="T13" fmla="*/ 2147483647 h 342"/>
                  <a:gd name="T14" fmla="*/ 2147483647 w 312"/>
                  <a:gd name="T15" fmla="*/ 2147483647 h 342"/>
                  <a:gd name="T16" fmla="*/ 2147483647 w 312"/>
                  <a:gd name="T17" fmla="*/ 2147483647 h 342"/>
                  <a:gd name="T18" fmla="*/ 2147483647 w 312"/>
                  <a:gd name="T19" fmla="*/ 2147483647 h 342"/>
                  <a:gd name="T20" fmla="*/ 2147483647 w 312"/>
                  <a:gd name="T21" fmla="*/ 2147483647 h 342"/>
                  <a:gd name="T22" fmla="*/ 2147483647 w 312"/>
                  <a:gd name="T23" fmla="*/ 2147483647 h 342"/>
                  <a:gd name="T24" fmla="*/ 2147483647 w 312"/>
                  <a:gd name="T25" fmla="*/ 2147483647 h 342"/>
                  <a:gd name="T26" fmla="*/ 2147483647 w 312"/>
                  <a:gd name="T27" fmla="*/ 2147483647 h 342"/>
                  <a:gd name="T28" fmla="*/ 2147483647 w 312"/>
                  <a:gd name="T29" fmla="*/ 2147483647 h 342"/>
                  <a:gd name="T30" fmla="*/ 2147483647 w 312"/>
                  <a:gd name="T31" fmla="*/ 2147483647 h 342"/>
                  <a:gd name="T32" fmla="*/ 2147483647 w 312"/>
                  <a:gd name="T33" fmla="*/ 2147483647 h 342"/>
                  <a:gd name="T34" fmla="*/ 2147483647 w 312"/>
                  <a:gd name="T35" fmla="*/ 2147483647 h 342"/>
                  <a:gd name="T36" fmla="*/ 2147483647 w 312"/>
                  <a:gd name="T37" fmla="*/ 2147483647 h 342"/>
                  <a:gd name="T38" fmla="*/ 2147483647 w 312"/>
                  <a:gd name="T39" fmla="*/ 2147483647 h 342"/>
                  <a:gd name="T40" fmla="*/ 2147483647 w 312"/>
                  <a:gd name="T41" fmla="*/ 2147483647 h 342"/>
                  <a:gd name="T42" fmla="*/ 2147483647 w 312"/>
                  <a:gd name="T43" fmla="*/ 2147483647 h 342"/>
                  <a:gd name="T44" fmla="*/ 2147483647 w 312"/>
                  <a:gd name="T45" fmla="*/ 2147483647 h 342"/>
                  <a:gd name="T46" fmla="*/ 2147483647 w 312"/>
                  <a:gd name="T47" fmla="*/ 2147483647 h 342"/>
                  <a:gd name="T48" fmla="*/ 2147483647 w 312"/>
                  <a:gd name="T49" fmla="*/ 2147483647 h 342"/>
                  <a:gd name="T50" fmla="*/ 2147483647 w 312"/>
                  <a:gd name="T51" fmla="*/ 0 h 342"/>
                  <a:gd name="T52" fmla="*/ 2147483647 w 312"/>
                  <a:gd name="T53" fmla="*/ 0 h 342"/>
                  <a:gd name="T54" fmla="*/ 2147483647 w 312"/>
                  <a:gd name="T55" fmla="*/ 2147483647 h 342"/>
                  <a:gd name="T56" fmla="*/ 2147483647 w 312"/>
                  <a:gd name="T57" fmla="*/ 2147483647 h 342"/>
                  <a:gd name="T58" fmla="*/ 2147483647 w 312"/>
                  <a:gd name="T59" fmla="*/ 2147483647 h 342"/>
                  <a:gd name="T60" fmla="*/ 2147483647 w 312"/>
                  <a:gd name="T61" fmla="*/ 2147483647 h 342"/>
                  <a:gd name="T62" fmla="*/ 2147483647 w 312"/>
                  <a:gd name="T63" fmla="*/ 2147483647 h 342"/>
                  <a:gd name="T64" fmla="*/ 2147483647 w 312"/>
                  <a:gd name="T65" fmla="*/ 2147483647 h 342"/>
                  <a:gd name="T66" fmla="*/ 2147483647 w 312"/>
                  <a:gd name="T67" fmla="*/ 2147483647 h 342"/>
                  <a:gd name="T68" fmla="*/ 2147483647 w 312"/>
                  <a:gd name="T69" fmla="*/ 2147483647 h 342"/>
                  <a:gd name="T70" fmla="*/ 2147483647 w 312"/>
                  <a:gd name="T71" fmla="*/ 2147483647 h 342"/>
                  <a:gd name="T72" fmla="*/ 2147483647 w 312"/>
                  <a:gd name="T73" fmla="*/ 2147483647 h 342"/>
                  <a:gd name="T74" fmla="*/ 2147483647 w 312"/>
                  <a:gd name="T75" fmla="*/ 2147483647 h 342"/>
                  <a:gd name="T76" fmla="*/ 2147483647 w 312"/>
                  <a:gd name="T77" fmla="*/ 2147483647 h 342"/>
                  <a:gd name="T78" fmla="*/ 0 w 312"/>
                  <a:gd name="T79" fmla="*/ 2147483647 h 342"/>
                  <a:gd name="T80" fmla="*/ 2147483647 w 312"/>
                  <a:gd name="T81" fmla="*/ 2147483647 h 342"/>
                  <a:gd name="T82" fmla="*/ 2147483647 w 312"/>
                  <a:gd name="T83" fmla="*/ 2147483647 h 342"/>
                  <a:gd name="T84" fmla="*/ 2147483647 w 312"/>
                  <a:gd name="T85" fmla="*/ 2147483647 h 342"/>
                  <a:gd name="T86" fmla="*/ 2147483647 w 312"/>
                  <a:gd name="T87" fmla="*/ 2147483647 h 342"/>
                  <a:gd name="T88" fmla="*/ 2147483647 w 312"/>
                  <a:gd name="T89" fmla="*/ 2147483647 h 342"/>
                  <a:gd name="T90" fmla="*/ 2147483647 w 312"/>
                  <a:gd name="T91" fmla="*/ 2147483647 h 342"/>
                  <a:gd name="T92" fmla="*/ 2147483647 w 312"/>
                  <a:gd name="T93" fmla="*/ 2147483647 h 342"/>
                  <a:gd name="T94" fmla="*/ 2147483647 w 312"/>
                  <a:gd name="T95" fmla="*/ 2147483647 h 342"/>
                  <a:gd name="T96" fmla="*/ 2147483647 w 312"/>
                  <a:gd name="T97" fmla="*/ 2147483647 h 342"/>
                  <a:gd name="T98" fmla="*/ 2147483647 w 312"/>
                  <a:gd name="T99" fmla="*/ 2147483647 h 342"/>
                  <a:gd name="T100" fmla="*/ 2147483647 w 312"/>
                  <a:gd name="T101" fmla="*/ 2147483647 h 342"/>
                  <a:gd name="T102" fmla="*/ 2147483647 w 312"/>
                  <a:gd name="T103" fmla="*/ 2147483647 h 342"/>
                  <a:gd name="T104" fmla="*/ 2147483647 w 312"/>
                  <a:gd name="T105" fmla="*/ 2147483647 h 342"/>
                  <a:gd name="T106" fmla="*/ 2147483647 w 312"/>
                  <a:gd name="T107" fmla="*/ 2147483647 h 342"/>
                  <a:gd name="T108" fmla="*/ 2147483647 w 312"/>
                  <a:gd name="T109" fmla="*/ 2147483647 h 342"/>
                  <a:gd name="T110" fmla="*/ 2147483647 w 312"/>
                  <a:gd name="T111" fmla="*/ 2147483647 h 342"/>
                  <a:gd name="T112" fmla="*/ 2147483647 w 312"/>
                  <a:gd name="T113" fmla="*/ 2147483647 h 342"/>
                  <a:gd name="T114" fmla="*/ 2147483647 w 312"/>
                  <a:gd name="T115" fmla="*/ 2147483647 h 342"/>
                  <a:gd name="T116" fmla="*/ 2147483647 w 312"/>
                  <a:gd name="T117" fmla="*/ 2147483647 h 342"/>
                  <a:gd name="T118" fmla="*/ 2147483647 w 312"/>
                  <a:gd name="T119" fmla="*/ 2147483647 h 342"/>
                  <a:gd name="T120" fmla="*/ 2147483647 w 312"/>
                  <a:gd name="T121" fmla="*/ 2147483647 h 34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12"/>
                  <a:gd name="T184" fmla="*/ 0 h 342"/>
                  <a:gd name="T185" fmla="*/ 312 w 312"/>
                  <a:gd name="T186" fmla="*/ 342 h 34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12" h="342">
                    <a:moveTo>
                      <a:pt x="312" y="252"/>
                    </a:moveTo>
                    <a:lnTo>
                      <a:pt x="312" y="240"/>
                    </a:lnTo>
                    <a:lnTo>
                      <a:pt x="282" y="210"/>
                    </a:lnTo>
                    <a:lnTo>
                      <a:pt x="282" y="180"/>
                    </a:lnTo>
                    <a:lnTo>
                      <a:pt x="246" y="186"/>
                    </a:lnTo>
                    <a:lnTo>
                      <a:pt x="246" y="174"/>
                    </a:lnTo>
                    <a:lnTo>
                      <a:pt x="228" y="174"/>
                    </a:lnTo>
                    <a:lnTo>
                      <a:pt x="222" y="168"/>
                    </a:lnTo>
                    <a:lnTo>
                      <a:pt x="228" y="156"/>
                    </a:lnTo>
                    <a:lnTo>
                      <a:pt x="240" y="150"/>
                    </a:lnTo>
                    <a:lnTo>
                      <a:pt x="246" y="132"/>
                    </a:lnTo>
                    <a:lnTo>
                      <a:pt x="246" y="108"/>
                    </a:lnTo>
                    <a:lnTo>
                      <a:pt x="228" y="72"/>
                    </a:lnTo>
                    <a:lnTo>
                      <a:pt x="222" y="72"/>
                    </a:lnTo>
                    <a:lnTo>
                      <a:pt x="216" y="78"/>
                    </a:lnTo>
                    <a:lnTo>
                      <a:pt x="210" y="90"/>
                    </a:lnTo>
                    <a:lnTo>
                      <a:pt x="210" y="102"/>
                    </a:lnTo>
                    <a:lnTo>
                      <a:pt x="198" y="114"/>
                    </a:lnTo>
                    <a:lnTo>
                      <a:pt x="192" y="114"/>
                    </a:lnTo>
                    <a:lnTo>
                      <a:pt x="180" y="102"/>
                    </a:lnTo>
                    <a:lnTo>
                      <a:pt x="180" y="96"/>
                    </a:lnTo>
                    <a:lnTo>
                      <a:pt x="168" y="96"/>
                    </a:lnTo>
                    <a:lnTo>
                      <a:pt x="168" y="36"/>
                    </a:lnTo>
                    <a:lnTo>
                      <a:pt x="162" y="18"/>
                    </a:lnTo>
                    <a:lnTo>
                      <a:pt x="150" y="6"/>
                    </a:lnTo>
                    <a:lnTo>
                      <a:pt x="138" y="0"/>
                    </a:lnTo>
                    <a:lnTo>
                      <a:pt x="132" y="0"/>
                    </a:lnTo>
                    <a:lnTo>
                      <a:pt x="126" y="6"/>
                    </a:lnTo>
                    <a:lnTo>
                      <a:pt x="126" y="18"/>
                    </a:lnTo>
                    <a:lnTo>
                      <a:pt x="102" y="12"/>
                    </a:lnTo>
                    <a:lnTo>
                      <a:pt x="108" y="36"/>
                    </a:lnTo>
                    <a:lnTo>
                      <a:pt x="84" y="42"/>
                    </a:lnTo>
                    <a:lnTo>
                      <a:pt x="84" y="60"/>
                    </a:lnTo>
                    <a:lnTo>
                      <a:pt x="78" y="72"/>
                    </a:lnTo>
                    <a:lnTo>
                      <a:pt x="66" y="78"/>
                    </a:lnTo>
                    <a:lnTo>
                      <a:pt x="54" y="90"/>
                    </a:lnTo>
                    <a:lnTo>
                      <a:pt x="42" y="96"/>
                    </a:lnTo>
                    <a:lnTo>
                      <a:pt x="24" y="114"/>
                    </a:lnTo>
                    <a:lnTo>
                      <a:pt x="24" y="150"/>
                    </a:lnTo>
                    <a:lnTo>
                      <a:pt x="0" y="126"/>
                    </a:lnTo>
                    <a:lnTo>
                      <a:pt x="36" y="162"/>
                    </a:lnTo>
                    <a:lnTo>
                      <a:pt x="60" y="162"/>
                    </a:lnTo>
                    <a:lnTo>
                      <a:pt x="72" y="192"/>
                    </a:lnTo>
                    <a:lnTo>
                      <a:pt x="102" y="192"/>
                    </a:lnTo>
                    <a:lnTo>
                      <a:pt x="108" y="198"/>
                    </a:lnTo>
                    <a:lnTo>
                      <a:pt x="120" y="222"/>
                    </a:lnTo>
                    <a:lnTo>
                      <a:pt x="132" y="240"/>
                    </a:lnTo>
                    <a:lnTo>
                      <a:pt x="150" y="252"/>
                    </a:lnTo>
                    <a:lnTo>
                      <a:pt x="162" y="270"/>
                    </a:lnTo>
                    <a:lnTo>
                      <a:pt x="180" y="282"/>
                    </a:lnTo>
                    <a:lnTo>
                      <a:pt x="198" y="288"/>
                    </a:lnTo>
                    <a:lnTo>
                      <a:pt x="210" y="294"/>
                    </a:lnTo>
                    <a:lnTo>
                      <a:pt x="228" y="300"/>
                    </a:lnTo>
                    <a:lnTo>
                      <a:pt x="258" y="330"/>
                    </a:lnTo>
                    <a:lnTo>
                      <a:pt x="294" y="342"/>
                    </a:lnTo>
                    <a:lnTo>
                      <a:pt x="300" y="342"/>
                    </a:lnTo>
                    <a:lnTo>
                      <a:pt x="300" y="294"/>
                    </a:lnTo>
                    <a:lnTo>
                      <a:pt x="306" y="288"/>
                    </a:lnTo>
                    <a:lnTo>
                      <a:pt x="306" y="276"/>
                    </a:lnTo>
                    <a:lnTo>
                      <a:pt x="312" y="264"/>
                    </a:lnTo>
                    <a:lnTo>
                      <a:pt x="312" y="25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5" name="Lesotho" descr="© INSCALE GmbH, 05.05.2010&#10;http://www.presentationload.com/">
                <a:extLst>
                  <a:ext uri="{FF2B5EF4-FFF2-40B4-BE49-F238E27FC236}">
                    <a16:creationId xmlns:a16="http://schemas.microsoft.com/office/drawing/2014/main" id="{693A7D25-C228-654C-92E1-4D52D4999BFD}"/>
                  </a:ext>
                </a:extLst>
              </p:cNvPr>
              <p:cNvSpPr>
                <a:spLocks/>
              </p:cNvSpPr>
              <p:nvPr/>
            </p:nvSpPr>
            <p:spPr bwMode="gray">
              <a:xfrm>
                <a:off x="6511841" y="5111451"/>
                <a:ext cx="70678" cy="69033"/>
              </a:xfrm>
              <a:custGeom>
                <a:avLst/>
                <a:gdLst>
                  <a:gd name="T0" fmla="*/ 0 w 168"/>
                  <a:gd name="T1" fmla="*/ 2147483647 h 162"/>
                  <a:gd name="T2" fmla="*/ 2147483647 w 168"/>
                  <a:gd name="T3" fmla="*/ 2147483647 h 162"/>
                  <a:gd name="T4" fmla="*/ 2147483647 w 168"/>
                  <a:gd name="T5" fmla="*/ 2147483647 h 162"/>
                  <a:gd name="T6" fmla="*/ 2147483647 w 168"/>
                  <a:gd name="T7" fmla="*/ 2147483647 h 162"/>
                  <a:gd name="T8" fmla="*/ 2147483647 w 168"/>
                  <a:gd name="T9" fmla="*/ 2147483647 h 162"/>
                  <a:gd name="T10" fmla="*/ 2147483647 w 168"/>
                  <a:gd name="T11" fmla="*/ 2147483647 h 162"/>
                  <a:gd name="T12" fmla="*/ 2147483647 w 168"/>
                  <a:gd name="T13" fmla="*/ 2147483647 h 162"/>
                  <a:gd name="T14" fmla="*/ 2147483647 w 168"/>
                  <a:gd name="T15" fmla="*/ 2147483647 h 162"/>
                  <a:gd name="T16" fmla="*/ 2147483647 w 168"/>
                  <a:gd name="T17" fmla="*/ 2147483647 h 162"/>
                  <a:gd name="T18" fmla="*/ 2147483647 w 168"/>
                  <a:gd name="T19" fmla="*/ 2147483647 h 162"/>
                  <a:gd name="T20" fmla="*/ 2147483647 w 168"/>
                  <a:gd name="T21" fmla="*/ 2147483647 h 162"/>
                  <a:gd name="T22" fmla="*/ 2147483647 w 168"/>
                  <a:gd name="T23" fmla="*/ 2147483647 h 162"/>
                  <a:gd name="T24" fmla="*/ 2147483647 w 168"/>
                  <a:gd name="T25" fmla="*/ 2147483647 h 162"/>
                  <a:gd name="T26" fmla="*/ 2147483647 w 168"/>
                  <a:gd name="T27" fmla="*/ 2147483647 h 162"/>
                  <a:gd name="T28" fmla="*/ 2147483647 w 168"/>
                  <a:gd name="T29" fmla="*/ 2147483647 h 162"/>
                  <a:gd name="T30" fmla="*/ 2147483647 w 168"/>
                  <a:gd name="T31" fmla="*/ 2147483647 h 162"/>
                  <a:gd name="T32" fmla="*/ 2147483647 w 168"/>
                  <a:gd name="T33" fmla="*/ 2147483647 h 162"/>
                  <a:gd name="T34" fmla="*/ 2147483647 w 168"/>
                  <a:gd name="T35" fmla="*/ 2147483647 h 162"/>
                  <a:gd name="T36" fmla="*/ 2147483647 w 168"/>
                  <a:gd name="T37" fmla="*/ 2147483647 h 162"/>
                  <a:gd name="T38" fmla="*/ 2147483647 w 168"/>
                  <a:gd name="T39" fmla="*/ 2147483647 h 162"/>
                  <a:gd name="T40" fmla="*/ 2147483647 w 168"/>
                  <a:gd name="T41" fmla="*/ 2147483647 h 162"/>
                  <a:gd name="T42" fmla="*/ 2147483647 w 168"/>
                  <a:gd name="T43" fmla="*/ 0 h 162"/>
                  <a:gd name="T44" fmla="*/ 2147483647 w 168"/>
                  <a:gd name="T45" fmla="*/ 0 h 162"/>
                  <a:gd name="T46" fmla="*/ 2147483647 w 168"/>
                  <a:gd name="T47" fmla="*/ 2147483647 h 162"/>
                  <a:gd name="T48" fmla="*/ 2147483647 w 168"/>
                  <a:gd name="T49" fmla="*/ 2147483647 h 162"/>
                  <a:gd name="T50" fmla="*/ 2147483647 w 168"/>
                  <a:gd name="T51" fmla="*/ 2147483647 h 162"/>
                  <a:gd name="T52" fmla="*/ 2147483647 w 168"/>
                  <a:gd name="T53" fmla="*/ 2147483647 h 162"/>
                  <a:gd name="T54" fmla="*/ 2147483647 w 168"/>
                  <a:gd name="T55" fmla="*/ 2147483647 h 162"/>
                  <a:gd name="T56" fmla="*/ 2147483647 w 168"/>
                  <a:gd name="T57" fmla="*/ 2147483647 h 162"/>
                  <a:gd name="T58" fmla="*/ 2147483647 w 168"/>
                  <a:gd name="T59" fmla="*/ 2147483647 h 162"/>
                  <a:gd name="T60" fmla="*/ 0 w 168"/>
                  <a:gd name="T61" fmla="*/ 2147483647 h 1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8"/>
                  <a:gd name="T94" fmla="*/ 0 h 162"/>
                  <a:gd name="T95" fmla="*/ 168 w 168"/>
                  <a:gd name="T96" fmla="*/ 162 h 16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8" h="162">
                    <a:moveTo>
                      <a:pt x="0" y="78"/>
                    </a:moveTo>
                    <a:lnTo>
                      <a:pt x="24" y="114"/>
                    </a:lnTo>
                    <a:lnTo>
                      <a:pt x="24" y="132"/>
                    </a:lnTo>
                    <a:lnTo>
                      <a:pt x="54" y="162"/>
                    </a:lnTo>
                    <a:lnTo>
                      <a:pt x="72" y="162"/>
                    </a:lnTo>
                    <a:lnTo>
                      <a:pt x="72" y="150"/>
                    </a:lnTo>
                    <a:lnTo>
                      <a:pt x="78" y="144"/>
                    </a:lnTo>
                    <a:lnTo>
                      <a:pt x="84" y="132"/>
                    </a:lnTo>
                    <a:lnTo>
                      <a:pt x="90" y="126"/>
                    </a:lnTo>
                    <a:lnTo>
                      <a:pt x="102" y="120"/>
                    </a:lnTo>
                    <a:lnTo>
                      <a:pt x="120" y="120"/>
                    </a:lnTo>
                    <a:lnTo>
                      <a:pt x="132" y="114"/>
                    </a:lnTo>
                    <a:lnTo>
                      <a:pt x="138" y="108"/>
                    </a:lnTo>
                    <a:lnTo>
                      <a:pt x="150" y="102"/>
                    </a:lnTo>
                    <a:lnTo>
                      <a:pt x="144" y="84"/>
                    </a:lnTo>
                    <a:lnTo>
                      <a:pt x="168" y="66"/>
                    </a:lnTo>
                    <a:lnTo>
                      <a:pt x="162" y="42"/>
                    </a:lnTo>
                    <a:lnTo>
                      <a:pt x="150" y="36"/>
                    </a:lnTo>
                    <a:lnTo>
                      <a:pt x="144" y="24"/>
                    </a:lnTo>
                    <a:lnTo>
                      <a:pt x="138" y="18"/>
                    </a:lnTo>
                    <a:lnTo>
                      <a:pt x="132" y="6"/>
                    </a:lnTo>
                    <a:lnTo>
                      <a:pt x="126" y="0"/>
                    </a:lnTo>
                    <a:lnTo>
                      <a:pt x="90" y="0"/>
                    </a:lnTo>
                    <a:lnTo>
                      <a:pt x="78" y="6"/>
                    </a:lnTo>
                    <a:lnTo>
                      <a:pt x="78" y="18"/>
                    </a:lnTo>
                    <a:lnTo>
                      <a:pt x="54" y="18"/>
                    </a:lnTo>
                    <a:lnTo>
                      <a:pt x="48" y="24"/>
                    </a:lnTo>
                    <a:lnTo>
                      <a:pt x="48" y="42"/>
                    </a:lnTo>
                    <a:lnTo>
                      <a:pt x="30" y="60"/>
                    </a:lnTo>
                    <a:lnTo>
                      <a:pt x="24" y="78"/>
                    </a:lnTo>
                    <a:lnTo>
                      <a:pt x="0" y="7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6" name="Kenya" descr="© INSCALE GmbH, 05.05.2010&#10;http://www.presentationload.com/">
                <a:extLst>
                  <a:ext uri="{FF2B5EF4-FFF2-40B4-BE49-F238E27FC236}">
                    <a16:creationId xmlns:a16="http://schemas.microsoft.com/office/drawing/2014/main" id="{0C7DE925-F765-914E-89C7-EA810A5DEDF1}"/>
                  </a:ext>
                </a:extLst>
              </p:cNvPr>
              <p:cNvSpPr>
                <a:spLocks/>
              </p:cNvSpPr>
              <p:nvPr/>
            </p:nvSpPr>
            <p:spPr bwMode="gray">
              <a:xfrm>
                <a:off x="6741949" y="3982272"/>
                <a:ext cx="236686" cy="320510"/>
              </a:xfrm>
              <a:custGeom>
                <a:avLst/>
                <a:gdLst>
                  <a:gd name="T0" fmla="*/ 2147483647 w 564"/>
                  <a:gd name="T1" fmla="*/ 2147483647 h 762"/>
                  <a:gd name="T2" fmla="*/ 2147483647 w 564"/>
                  <a:gd name="T3" fmla="*/ 2147483647 h 762"/>
                  <a:gd name="T4" fmla="*/ 2147483647 w 564"/>
                  <a:gd name="T5" fmla="*/ 2147483647 h 762"/>
                  <a:gd name="T6" fmla="*/ 2147483647 w 564"/>
                  <a:gd name="T7" fmla="*/ 2147483647 h 762"/>
                  <a:gd name="T8" fmla="*/ 2147483647 w 564"/>
                  <a:gd name="T9" fmla="*/ 2147483647 h 762"/>
                  <a:gd name="T10" fmla="*/ 2147483647 w 564"/>
                  <a:gd name="T11" fmla="*/ 2147483647 h 762"/>
                  <a:gd name="T12" fmla="*/ 2147483647 w 564"/>
                  <a:gd name="T13" fmla="*/ 2147483647 h 762"/>
                  <a:gd name="T14" fmla="*/ 2147483647 w 564"/>
                  <a:gd name="T15" fmla="*/ 2147483647 h 762"/>
                  <a:gd name="T16" fmla="*/ 2147483647 w 564"/>
                  <a:gd name="T17" fmla="*/ 2147483647 h 762"/>
                  <a:gd name="T18" fmla="*/ 2147483647 w 564"/>
                  <a:gd name="T19" fmla="*/ 2147483647 h 762"/>
                  <a:gd name="T20" fmla="*/ 2147483647 w 564"/>
                  <a:gd name="T21" fmla="*/ 2147483647 h 762"/>
                  <a:gd name="T22" fmla="*/ 2147483647 w 564"/>
                  <a:gd name="T23" fmla="*/ 2147483647 h 762"/>
                  <a:gd name="T24" fmla="*/ 2147483647 w 564"/>
                  <a:gd name="T25" fmla="*/ 0 h 762"/>
                  <a:gd name="T26" fmla="*/ 2147483647 w 564"/>
                  <a:gd name="T27" fmla="*/ 2147483647 h 762"/>
                  <a:gd name="T28" fmla="*/ 2147483647 w 564"/>
                  <a:gd name="T29" fmla="*/ 2147483647 h 762"/>
                  <a:gd name="T30" fmla="*/ 2147483647 w 564"/>
                  <a:gd name="T31" fmla="*/ 2147483647 h 762"/>
                  <a:gd name="T32" fmla="*/ 2147483647 w 564"/>
                  <a:gd name="T33" fmla="*/ 2147483647 h 762"/>
                  <a:gd name="T34" fmla="*/ 2147483647 w 564"/>
                  <a:gd name="T35" fmla="*/ 2147483647 h 762"/>
                  <a:gd name="T36" fmla="*/ 2147483647 w 564"/>
                  <a:gd name="T37" fmla="*/ 2147483647 h 762"/>
                  <a:gd name="T38" fmla="*/ 2147483647 w 564"/>
                  <a:gd name="T39" fmla="*/ 2147483647 h 762"/>
                  <a:gd name="T40" fmla="*/ 2147483647 w 564"/>
                  <a:gd name="T41" fmla="*/ 2147483647 h 762"/>
                  <a:gd name="T42" fmla="*/ 2147483647 w 564"/>
                  <a:gd name="T43" fmla="*/ 2147483647 h 762"/>
                  <a:gd name="T44" fmla="*/ 2147483647 w 564"/>
                  <a:gd name="T45" fmla="*/ 2147483647 h 762"/>
                  <a:gd name="T46" fmla="*/ 2147483647 w 564"/>
                  <a:gd name="T47" fmla="*/ 2147483647 h 762"/>
                  <a:gd name="T48" fmla="*/ 2147483647 w 564"/>
                  <a:gd name="T49" fmla="*/ 2147483647 h 762"/>
                  <a:gd name="T50" fmla="*/ 2147483647 w 564"/>
                  <a:gd name="T51" fmla="*/ 2147483647 h 762"/>
                  <a:gd name="T52" fmla="*/ 2147483647 w 564"/>
                  <a:gd name="T53" fmla="*/ 2147483647 h 762"/>
                  <a:gd name="T54" fmla="*/ 2147483647 w 564"/>
                  <a:gd name="T55" fmla="*/ 2147483647 h 762"/>
                  <a:gd name="T56" fmla="*/ 2147483647 w 564"/>
                  <a:gd name="T57" fmla="*/ 2147483647 h 762"/>
                  <a:gd name="T58" fmla="*/ 0 w 564"/>
                  <a:gd name="T59" fmla="*/ 2147483647 h 762"/>
                  <a:gd name="T60" fmla="*/ 2147483647 w 564"/>
                  <a:gd name="T61" fmla="*/ 2147483647 h 762"/>
                  <a:gd name="T62" fmla="*/ 2147483647 w 564"/>
                  <a:gd name="T63" fmla="*/ 2147483647 h 762"/>
                  <a:gd name="T64" fmla="*/ 2147483647 w 564"/>
                  <a:gd name="T65" fmla="*/ 2147483647 h 762"/>
                  <a:gd name="T66" fmla="*/ 2147483647 w 564"/>
                  <a:gd name="T67" fmla="*/ 2147483647 h 762"/>
                  <a:gd name="T68" fmla="*/ 2147483647 w 564"/>
                  <a:gd name="T69" fmla="*/ 2147483647 h 762"/>
                  <a:gd name="T70" fmla="*/ 0 w 564"/>
                  <a:gd name="T71" fmla="*/ 2147483647 h 762"/>
                  <a:gd name="T72" fmla="*/ 2147483647 w 564"/>
                  <a:gd name="T73" fmla="*/ 2147483647 h 762"/>
                  <a:gd name="T74" fmla="*/ 2147483647 w 564"/>
                  <a:gd name="T75" fmla="*/ 2147483647 h 762"/>
                  <a:gd name="T76" fmla="*/ 2147483647 w 564"/>
                  <a:gd name="T77" fmla="*/ 2147483647 h 762"/>
                  <a:gd name="T78" fmla="*/ 2147483647 w 564"/>
                  <a:gd name="T79" fmla="*/ 2147483647 h 762"/>
                  <a:gd name="T80" fmla="*/ 2147483647 w 564"/>
                  <a:gd name="T81" fmla="*/ 2147483647 h 762"/>
                  <a:gd name="T82" fmla="*/ 2147483647 w 564"/>
                  <a:gd name="T83" fmla="*/ 2147483647 h 762"/>
                  <a:gd name="T84" fmla="*/ 2147483647 w 564"/>
                  <a:gd name="T85" fmla="*/ 2147483647 h 762"/>
                  <a:gd name="T86" fmla="*/ 2147483647 w 564"/>
                  <a:gd name="T87" fmla="*/ 2147483647 h 762"/>
                  <a:gd name="T88" fmla="*/ 2147483647 w 564"/>
                  <a:gd name="T89" fmla="*/ 2147483647 h 762"/>
                  <a:gd name="T90" fmla="*/ 2147483647 w 564"/>
                  <a:gd name="T91" fmla="*/ 2147483647 h 762"/>
                  <a:gd name="T92" fmla="*/ 2147483647 w 564"/>
                  <a:gd name="T93" fmla="*/ 2147483647 h 762"/>
                  <a:gd name="T94" fmla="*/ 2147483647 w 564"/>
                  <a:gd name="T95" fmla="*/ 2147483647 h 762"/>
                  <a:gd name="T96" fmla="*/ 2147483647 w 564"/>
                  <a:gd name="T97" fmla="*/ 2147483647 h 762"/>
                  <a:gd name="T98" fmla="*/ 2147483647 w 564"/>
                  <a:gd name="T99" fmla="*/ 2147483647 h 762"/>
                  <a:gd name="T100" fmla="*/ 2147483647 w 564"/>
                  <a:gd name="T101" fmla="*/ 2147483647 h 76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64"/>
                  <a:gd name="T154" fmla="*/ 0 h 762"/>
                  <a:gd name="T155" fmla="*/ 564 w 564"/>
                  <a:gd name="T156" fmla="*/ 762 h 76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64" h="762">
                    <a:moveTo>
                      <a:pt x="498" y="150"/>
                    </a:moveTo>
                    <a:lnTo>
                      <a:pt x="540" y="108"/>
                    </a:lnTo>
                    <a:lnTo>
                      <a:pt x="558" y="72"/>
                    </a:lnTo>
                    <a:lnTo>
                      <a:pt x="564" y="66"/>
                    </a:lnTo>
                    <a:lnTo>
                      <a:pt x="564" y="60"/>
                    </a:lnTo>
                    <a:lnTo>
                      <a:pt x="540" y="54"/>
                    </a:lnTo>
                    <a:lnTo>
                      <a:pt x="534" y="60"/>
                    </a:lnTo>
                    <a:lnTo>
                      <a:pt x="504" y="60"/>
                    </a:lnTo>
                    <a:lnTo>
                      <a:pt x="480" y="30"/>
                    </a:lnTo>
                    <a:lnTo>
                      <a:pt x="462" y="48"/>
                    </a:lnTo>
                    <a:lnTo>
                      <a:pt x="456" y="48"/>
                    </a:lnTo>
                    <a:lnTo>
                      <a:pt x="450" y="54"/>
                    </a:lnTo>
                    <a:lnTo>
                      <a:pt x="438" y="60"/>
                    </a:lnTo>
                    <a:lnTo>
                      <a:pt x="426" y="60"/>
                    </a:lnTo>
                    <a:lnTo>
                      <a:pt x="414" y="72"/>
                    </a:lnTo>
                    <a:lnTo>
                      <a:pt x="414" y="84"/>
                    </a:lnTo>
                    <a:lnTo>
                      <a:pt x="390" y="102"/>
                    </a:lnTo>
                    <a:lnTo>
                      <a:pt x="378" y="96"/>
                    </a:lnTo>
                    <a:lnTo>
                      <a:pt x="372" y="96"/>
                    </a:lnTo>
                    <a:lnTo>
                      <a:pt x="360" y="90"/>
                    </a:lnTo>
                    <a:lnTo>
                      <a:pt x="330" y="90"/>
                    </a:lnTo>
                    <a:lnTo>
                      <a:pt x="318" y="84"/>
                    </a:lnTo>
                    <a:lnTo>
                      <a:pt x="288" y="84"/>
                    </a:lnTo>
                    <a:lnTo>
                      <a:pt x="210" y="24"/>
                    </a:lnTo>
                    <a:lnTo>
                      <a:pt x="138" y="18"/>
                    </a:lnTo>
                    <a:lnTo>
                      <a:pt x="132" y="0"/>
                    </a:lnTo>
                    <a:lnTo>
                      <a:pt x="108" y="12"/>
                    </a:lnTo>
                    <a:lnTo>
                      <a:pt x="18" y="12"/>
                    </a:lnTo>
                    <a:lnTo>
                      <a:pt x="0" y="42"/>
                    </a:lnTo>
                    <a:lnTo>
                      <a:pt x="6" y="48"/>
                    </a:lnTo>
                    <a:lnTo>
                      <a:pt x="12" y="60"/>
                    </a:lnTo>
                    <a:lnTo>
                      <a:pt x="12" y="84"/>
                    </a:lnTo>
                    <a:lnTo>
                      <a:pt x="18" y="84"/>
                    </a:lnTo>
                    <a:lnTo>
                      <a:pt x="24" y="90"/>
                    </a:lnTo>
                    <a:lnTo>
                      <a:pt x="24" y="84"/>
                    </a:lnTo>
                    <a:lnTo>
                      <a:pt x="30" y="84"/>
                    </a:lnTo>
                    <a:lnTo>
                      <a:pt x="30" y="96"/>
                    </a:lnTo>
                    <a:lnTo>
                      <a:pt x="24" y="102"/>
                    </a:lnTo>
                    <a:lnTo>
                      <a:pt x="24" y="108"/>
                    </a:lnTo>
                    <a:lnTo>
                      <a:pt x="42" y="126"/>
                    </a:lnTo>
                    <a:lnTo>
                      <a:pt x="36" y="132"/>
                    </a:lnTo>
                    <a:lnTo>
                      <a:pt x="72" y="174"/>
                    </a:lnTo>
                    <a:lnTo>
                      <a:pt x="66" y="180"/>
                    </a:lnTo>
                    <a:lnTo>
                      <a:pt x="60" y="180"/>
                    </a:lnTo>
                    <a:lnTo>
                      <a:pt x="54" y="186"/>
                    </a:lnTo>
                    <a:lnTo>
                      <a:pt x="54" y="192"/>
                    </a:lnTo>
                    <a:lnTo>
                      <a:pt x="66" y="216"/>
                    </a:lnTo>
                    <a:lnTo>
                      <a:pt x="72" y="222"/>
                    </a:lnTo>
                    <a:lnTo>
                      <a:pt x="78" y="234"/>
                    </a:lnTo>
                    <a:lnTo>
                      <a:pt x="78" y="246"/>
                    </a:lnTo>
                    <a:lnTo>
                      <a:pt x="66" y="258"/>
                    </a:lnTo>
                    <a:lnTo>
                      <a:pt x="60" y="282"/>
                    </a:lnTo>
                    <a:lnTo>
                      <a:pt x="42" y="282"/>
                    </a:lnTo>
                    <a:lnTo>
                      <a:pt x="36" y="288"/>
                    </a:lnTo>
                    <a:lnTo>
                      <a:pt x="36" y="312"/>
                    </a:lnTo>
                    <a:lnTo>
                      <a:pt x="18" y="324"/>
                    </a:lnTo>
                    <a:lnTo>
                      <a:pt x="12" y="342"/>
                    </a:lnTo>
                    <a:lnTo>
                      <a:pt x="6" y="348"/>
                    </a:lnTo>
                    <a:lnTo>
                      <a:pt x="0" y="360"/>
                    </a:lnTo>
                    <a:lnTo>
                      <a:pt x="0" y="384"/>
                    </a:lnTo>
                    <a:lnTo>
                      <a:pt x="18" y="402"/>
                    </a:lnTo>
                    <a:lnTo>
                      <a:pt x="30" y="402"/>
                    </a:lnTo>
                    <a:lnTo>
                      <a:pt x="30" y="390"/>
                    </a:lnTo>
                    <a:lnTo>
                      <a:pt x="54" y="390"/>
                    </a:lnTo>
                    <a:lnTo>
                      <a:pt x="60" y="408"/>
                    </a:lnTo>
                    <a:lnTo>
                      <a:pt x="42" y="408"/>
                    </a:lnTo>
                    <a:lnTo>
                      <a:pt x="30" y="420"/>
                    </a:lnTo>
                    <a:lnTo>
                      <a:pt x="24" y="414"/>
                    </a:lnTo>
                    <a:lnTo>
                      <a:pt x="18" y="414"/>
                    </a:lnTo>
                    <a:lnTo>
                      <a:pt x="6" y="420"/>
                    </a:lnTo>
                    <a:lnTo>
                      <a:pt x="0" y="432"/>
                    </a:lnTo>
                    <a:lnTo>
                      <a:pt x="0" y="438"/>
                    </a:lnTo>
                    <a:lnTo>
                      <a:pt x="12" y="450"/>
                    </a:lnTo>
                    <a:lnTo>
                      <a:pt x="6" y="468"/>
                    </a:lnTo>
                    <a:lnTo>
                      <a:pt x="258" y="624"/>
                    </a:lnTo>
                    <a:lnTo>
                      <a:pt x="270" y="636"/>
                    </a:lnTo>
                    <a:lnTo>
                      <a:pt x="270" y="642"/>
                    </a:lnTo>
                    <a:lnTo>
                      <a:pt x="264" y="648"/>
                    </a:lnTo>
                    <a:lnTo>
                      <a:pt x="258" y="648"/>
                    </a:lnTo>
                    <a:lnTo>
                      <a:pt x="252" y="654"/>
                    </a:lnTo>
                    <a:lnTo>
                      <a:pt x="366" y="762"/>
                    </a:lnTo>
                    <a:lnTo>
                      <a:pt x="384" y="756"/>
                    </a:lnTo>
                    <a:lnTo>
                      <a:pt x="414" y="690"/>
                    </a:lnTo>
                    <a:lnTo>
                      <a:pt x="414" y="660"/>
                    </a:lnTo>
                    <a:lnTo>
                      <a:pt x="426" y="648"/>
                    </a:lnTo>
                    <a:lnTo>
                      <a:pt x="432" y="648"/>
                    </a:lnTo>
                    <a:lnTo>
                      <a:pt x="444" y="636"/>
                    </a:lnTo>
                    <a:lnTo>
                      <a:pt x="444" y="624"/>
                    </a:lnTo>
                    <a:lnTo>
                      <a:pt x="438" y="618"/>
                    </a:lnTo>
                    <a:lnTo>
                      <a:pt x="438" y="600"/>
                    </a:lnTo>
                    <a:lnTo>
                      <a:pt x="444" y="594"/>
                    </a:lnTo>
                    <a:lnTo>
                      <a:pt x="456" y="588"/>
                    </a:lnTo>
                    <a:lnTo>
                      <a:pt x="468" y="588"/>
                    </a:lnTo>
                    <a:lnTo>
                      <a:pt x="474" y="582"/>
                    </a:lnTo>
                    <a:lnTo>
                      <a:pt x="480" y="582"/>
                    </a:lnTo>
                    <a:lnTo>
                      <a:pt x="486" y="540"/>
                    </a:lnTo>
                    <a:lnTo>
                      <a:pt x="516" y="540"/>
                    </a:lnTo>
                    <a:lnTo>
                      <a:pt x="528" y="534"/>
                    </a:lnTo>
                    <a:lnTo>
                      <a:pt x="534" y="522"/>
                    </a:lnTo>
                    <a:lnTo>
                      <a:pt x="540" y="516"/>
                    </a:lnTo>
                    <a:lnTo>
                      <a:pt x="498" y="450"/>
                    </a:lnTo>
                    <a:lnTo>
                      <a:pt x="498"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7" name="Guinea-Bissau" descr="© INSCALE GmbH, 05.05.2010&#10;http://www.presentationload.com/">
                <a:extLst>
                  <a:ext uri="{FF2B5EF4-FFF2-40B4-BE49-F238E27FC236}">
                    <a16:creationId xmlns:a16="http://schemas.microsoft.com/office/drawing/2014/main" id="{3D79DF79-D1C5-3742-88D2-830634D28314}"/>
                  </a:ext>
                </a:extLst>
              </p:cNvPr>
              <p:cNvSpPr>
                <a:spLocks/>
              </p:cNvSpPr>
              <p:nvPr/>
            </p:nvSpPr>
            <p:spPr bwMode="gray">
              <a:xfrm>
                <a:off x="5241307" y="3709428"/>
                <a:ext cx="77252" cy="65745"/>
              </a:xfrm>
              <a:custGeom>
                <a:avLst/>
                <a:gdLst>
                  <a:gd name="T0" fmla="*/ 2147483647 w 186"/>
                  <a:gd name="T1" fmla="*/ 2147483647 h 156"/>
                  <a:gd name="T2" fmla="*/ 2147483647 w 186"/>
                  <a:gd name="T3" fmla="*/ 2147483647 h 156"/>
                  <a:gd name="T4" fmla="*/ 2147483647 w 186"/>
                  <a:gd name="T5" fmla="*/ 2147483647 h 156"/>
                  <a:gd name="T6" fmla="*/ 2147483647 w 186"/>
                  <a:gd name="T7" fmla="*/ 2147483647 h 156"/>
                  <a:gd name="T8" fmla="*/ 2147483647 w 186"/>
                  <a:gd name="T9" fmla="*/ 2147483647 h 156"/>
                  <a:gd name="T10" fmla="*/ 2147483647 w 186"/>
                  <a:gd name="T11" fmla="*/ 2147483647 h 156"/>
                  <a:gd name="T12" fmla="*/ 2147483647 w 186"/>
                  <a:gd name="T13" fmla="*/ 2147483647 h 156"/>
                  <a:gd name="T14" fmla="*/ 2147483647 w 186"/>
                  <a:gd name="T15" fmla="*/ 2147483647 h 156"/>
                  <a:gd name="T16" fmla="*/ 2147483647 w 186"/>
                  <a:gd name="T17" fmla="*/ 2147483647 h 156"/>
                  <a:gd name="T18" fmla="*/ 2147483647 w 186"/>
                  <a:gd name="T19" fmla="*/ 2147483647 h 156"/>
                  <a:gd name="T20" fmla="*/ 2147483647 w 186"/>
                  <a:gd name="T21" fmla="*/ 2147483647 h 156"/>
                  <a:gd name="T22" fmla="*/ 2147483647 w 186"/>
                  <a:gd name="T23" fmla="*/ 2147483647 h 156"/>
                  <a:gd name="T24" fmla="*/ 2147483647 w 186"/>
                  <a:gd name="T25" fmla="*/ 2147483647 h 156"/>
                  <a:gd name="T26" fmla="*/ 2147483647 w 186"/>
                  <a:gd name="T27" fmla="*/ 2147483647 h 156"/>
                  <a:gd name="T28" fmla="*/ 2147483647 w 186"/>
                  <a:gd name="T29" fmla="*/ 0 h 156"/>
                  <a:gd name="T30" fmla="*/ 2147483647 w 186"/>
                  <a:gd name="T31" fmla="*/ 2147483647 h 156"/>
                  <a:gd name="T32" fmla="*/ 2147483647 w 186"/>
                  <a:gd name="T33" fmla="*/ 2147483647 h 156"/>
                  <a:gd name="T34" fmla="*/ 2147483647 w 186"/>
                  <a:gd name="T35" fmla="*/ 2147483647 h 156"/>
                  <a:gd name="T36" fmla="*/ 0 w 186"/>
                  <a:gd name="T37" fmla="*/ 2147483647 h 156"/>
                  <a:gd name="T38" fmla="*/ 2147483647 w 186"/>
                  <a:gd name="T39" fmla="*/ 2147483647 h 156"/>
                  <a:gd name="T40" fmla="*/ 2147483647 w 186"/>
                  <a:gd name="T41" fmla="*/ 2147483647 h 156"/>
                  <a:gd name="T42" fmla="*/ 2147483647 w 186"/>
                  <a:gd name="T43" fmla="*/ 2147483647 h 156"/>
                  <a:gd name="T44" fmla="*/ 2147483647 w 186"/>
                  <a:gd name="T45" fmla="*/ 2147483647 h 156"/>
                  <a:gd name="T46" fmla="*/ 2147483647 w 186"/>
                  <a:gd name="T47" fmla="*/ 2147483647 h 156"/>
                  <a:gd name="T48" fmla="*/ 2147483647 w 186"/>
                  <a:gd name="T49" fmla="*/ 2147483647 h 156"/>
                  <a:gd name="T50" fmla="*/ 2147483647 w 186"/>
                  <a:gd name="T51" fmla="*/ 2147483647 h 156"/>
                  <a:gd name="T52" fmla="*/ 2147483647 w 186"/>
                  <a:gd name="T53" fmla="*/ 2147483647 h 156"/>
                  <a:gd name="T54" fmla="*/ 2147483647 w 186"/>
                  <a:gd name="T55" fmla="*/ 2147483647 h 156"/>
                  <a:gd name="T56" fmla="*/ 2147483647 w 186"/>
                  <a:gd name="T57" fmla="*/ 2147483647 h 156"/>
                  <a:gd name="T58" fmla="*/ 2147483647 w 186"/>
                  <a:gd name="T59" fmla="*/ 2147483647 h 156"/>
                  <a:gd name="T60" fmla="*/ 2147483647 w 186"/>
                  <a:gd name="T61" fmla="*/ 2147483647 h 156"/>
                  <a:gd name="T62" fmla="*/ 2147483647 w 186"/>
                  <a:gd name="T63" fmla="*/ 2147483647 h 156"/>
                  <a:gd name="T64" fmla="*/ 2147483647 w 186"/>
                  <a:gd name="T65" fmla="*/ 2147483647 h 156"/>
                  <a:gd name="T66" fmla="*/ 2147483647 w 186"/>
                  <a:gd name="T67" fmla="*/ 2147483647 h 156"/>
                  <a:gd name="T68" fmla="*/ 2147483647 w 186"/>
                  <a:gd name="T69" fmla="*/ 2147483647 h 156"/>
                  <a:gd name="T70" fmla="*/ 2147483647 w 186"/>
                  <a:gd name="T71" fmla="*/ 2147483647 h 156"/>
                  <a:gd name="T72" fmla="*/ 2147483647 w 186"/>
                  <a:gd name="T73" fmla="*/ 2147483647 h 1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156"/>
                  <a:gd name="T113" fmla="*/ 186 w 186"/>
                  <a:gd name="T114" fmla="*/ 156 h 1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156">
                    <a:moveTo>
                      <a:pt x="126" y="102"/>
                    </a:moveTo>
                    <a:lnTo>
                      <a:pt x="132" y="96"/>
                    </a:lnTo>
                    <a:lnTo>
                      <a:pt x="144" y="90"/>
                    </a:lnTo>
                    <a:lnTo>
                      <a:pt x="174" y="90"/>
                    </a:lnTo>
                    <a:lnTo>
                      <a:pt x="180" y="84"/>
                    </a:lnTo>
                    <a:lnTo>
                      <a:pt x="186" y="72"/>
                    </a:lnTo>
                    <a:lnTo>
                      <a:pt x="186" y="66"/>
                    </a:lnTo>
                    <a:lnTo>
                      <a:pt x="180" y="60"/>
                    </a:lnTo>
                    <a:lnTo>
                      <a:pt x="168" y="54"/>
                    </a:lnTo>
                    <a:lnTo>
                      <a:pt x="162" y="48"/>
                    </a:lnTo>
                    <a:lnTo>
                      <a:pt x="162" y="36"/>
                    </a:lnTo>
                    <a:lnTo>
                      <a:pt x="168" y="30"/>
                    </a:lnTo>
                    <a:lnTo>
                      <a:pt x="186" y="30"/>
                    </a:lnTo>
                    <a:lnTo>
                      <a:pt x="186" y="6"/>
                    </a:lnTo>
                    <a:lnTo>
                      <a:pt x="84" y="0"/>
                    </a:lnTo>
                    <a:lnTo>
                      <a:pt x="54" y="24"/>
                    </a:lnTo>
                    <a:lnTo>
                      <a:pt x="18" y="24"/>
                    </a:lnTo>
                    <a:lnTo>
                      <a:pt x="6" y="36"/>
                    </a:lnTo>
                    <a:lnTo>
                      <a:pt x="0" y="72"/>
                    </a:lnTo>
                    <a:lnTo>
                      <a:pt x="6" y="78"/>
                    </a:lnTo>
                    <a:lnTo>
                      <a:pt x="18" y="78"/>
                    </a:lnTo>
                    <a:lnTo>
                      <a:pt x="42" y="66"/>
                    </a:lnTo>
                    <a:lnTo>
                      <a:pt x="66" y="66"/>
                    </a:lnTo>
                    <a:lnTo>
                      <a:pt x="90" y="60"/>
                    </a:lnTo>
                    <a:lnTo>
                      <a:pt x="90" y="84"/>
                    </a:lnTo>
                    <a:lnTo>
                      <a:pt x="78" y="78"/>
                    </a:lnTo>
                    <a:lnTo>
                      <a:pt x="72" y="78"/>
                    </a:lnTo>
                    <a:lnTo>
                      <a:pt x="66" y="72"/>
                    </a:lnTo>
                    <a:lnTo>
                      <a:pt x="54" y="72"/>
                    </a:lnTo>
                    <a:lnTo>
                      <a:pt x="54" y="96"/>
                    </a:lnTo>
                    <a:lnTo>
                      <a:pt x="60" y="102"/>
                    </a:lnTo>
                    <a:lnTo>
                      <a:pt x="90" y="96"/>
                    </a:lnTo>
                    <a:lnTo>
                      <a:pt x="54" y="114"/>
                    </a:lnTo>
                    <a:lnTo>
                      <a:pt x="84" y="156"/>
                    </a:lnTo>
                    <a:lnTo>
                      <a:pt x="90" y="132"/>
                    </a:lnTo>
                    <a:lnTo>
                      <a:pt x="108" y="102"/>
                    </a:lnTo>
                    <a:lnTo>
                      <a:pt x="126" y="10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8" name="Guinea" descr="© INSCALE GmbH, 05.05.2010&#10;http://www.presentationload.com/">
                <a:extLst>
                  <a:ext uri="{FF2B5EF4-FFF2-40B4-BE49-F238E27FC236}">
                    <a16:creationId xmlns:a16="http://schemas.microsoft.com/office/drawing/2014/main" id="{3552BAEC-B829-E24C-A68E-56FD3950628B}"/>
                  </a:ext>
                </a:extLst>
              </p:cNvPr>
              <p:cNvSpPr>
                <a:spLocks/>
              </p:cNvSpPr>
              <p:nvPr/>
            </p:nvSpPr>
            <p:spPr bwMode="gray">
              <a:xfrm>
                <a:off x="5279110" y="3712715"/>
                <a:ext cx="218604" cy="185732"/>
              </a:xfrm>
              <a:custGeom>
                <a:avLst/>
                <a:gdLst>
                  <a:gd name="T0" fmla="*/ 2147483647 w 522"/>
                  <a:gd name="T1" fmla="*/ 2147483647 h 444"/>
                  <a:gd name="T2" fmla="*/ 2147483647 w 522"/>
                  <a:gd name="T3" fmla="*/ 2147483647 h 444"/>
                  <a:gd name="T4" fmla="*/ 2147483647 w 522"/>
                  <a:gd name="T5" fmla="*/ 2147483647 h 444"/>
                  <a:gd name="T6" fmla="*/ 2147483647 w 522"/>
                  <a:gd name="T7" fmla="*/ 2147483647 h 444"/>
                  <a:gd name="T8" fmla="*/ 2147483647 w 522"/>
                  <a:gd name="T9" fmla="*/ 2147483647 h 444"/>
                  <a:gd name="T10" fmla="*/ 2147483647 w 522"/>
                  <a:gd name="T11" fmla="*/ 2147483647 h 444"/>
                  <a:gd name="T12" fmla="*/ 2147483647 w 522"/>
                  <a:gd name="T13" fmla="*/ 2147483647 h 444"/>
                  <a:gd name="T14" fmla="*/ 2147483647 w 522"/>
                  <a:gd name="T15" fmla="*/ 2147483647 h 444"/>
                  <a:gd name="T16" fmla="*/ 2147483647 w 522"/>
                  <a:gd name="T17" fmla="*/ 2147483647 h 444"/>
                  <a:gd name="T18" fmla="*/ 2147483647 w 522"/>
                  <a:gd name="T19" fmla="*/ 2147483647 h 444"/>
                  <a:gd name="T20" fmla="*/ 2147483647 w 522"/>
                  <a:gd name="T21" fmla="*/ 2147483647 h 444"/>
                  <a:gd name="T22" fmla="*/ 2147483647 w 522"/>
                  <a:gd name="T23" fmla="*/ 2147483647 h 444"/>
                  <a:gd name="T24" fmla="*/ 2147483647 w 522"/>
                  <a:gd name="T25" fmla="*/ 2147483647 h 444"/>
                  <a:gd name="T26" fmla="*/ 2147483647 w 522"/>
                  <a:gd name="T27" fmla="*/ 2147483647 h 444"/>
                  <a:gd name="T28" fmla="*/ 2147483647 w 522"/>
                  <a:gd name="T29" fmla="*/ 2147483647 h 444"/>
                  <a:gd name="T30" fmla="*/ 2147483647 w 522"/>
                  <a:gd name="T31" fmla="*/ 2147483647 h 444"/>
                  <a:gd name="T32" fmla="*/ 2147483647 w 522"/>
                  <a:gd name="T33" fmla="*/ 2147483647 h 444"/>
                  <a:gd name="T34" fmla="*/ 2147483647 w 522"/>
                  <a:gd name="T35" fmla="*/ 2147483647 h 444"/>
                  <a:gd name="T36" fmla="*/ 2147483647 w 522"/>
                  <a:gd name="T37" fmla="*/ 2147483647 h 444"/>
                  <a:gd name="T38" fmla="*/ 2147483647 w 522"/>
                  <a:gd name="T39" fmla="*/ 2147483647 h 444"/>
                  <a:gd name="T40" fmla="*/ 2147483647 w 522"/>
                  <a:gd name="T41" fmla="*/ 2147483647 h 444"/>
                  <a:gd name="T42" fmla="*/ 2147483647 w 522"/>
                  <a:gd name="T43" fmla="*/ 2147483647 h 444"/>
                  <a:gd name="T44" fmla="*/ 2147483647 w 522"/>
                  <a:gd name="T45" fmla="*/ 2147483647 h 444"/>
                  <a:gd name="T46" fmla="*/ 2147483647 w 522"/>
                  <a:gd name="T47" fmla="*/ 2147483647 h 444"/>
                  <a:gd name="T48" fmla="*/ 2147483647 w 522"/>
                  <a:gd name="T49" fmla="*/ 2147483647 h 444"/>
                  <a:gd name="T50" fmla="*/ 2147483647 w 522"/>
                  <a:gd name="T51" fmla="*/ 2147483647 h 444"/>
                  <a:gd name="T52" fmla="*/ 2147483647 w 522"/>
                  <a:gd name="T53" fmla="*/ 2147483647 h 444"/>
                  <a:gd name="T54" fmla="*/ 2147483647 w 522"/>
                  <a:gd name="T55" fmla="*/ 2147483647 h 444"/>
                  <a:gd name="T56" fmla="*/ 2147483647 w 522"/>
                  <a:gd name="T57" fmla="*/ 2147483647 h 444"/>
                  <a:gd name="T58" fmla="*/ 2147483647 w 522"/>
                  <a:gd name="T59" fmla="*/ 2147483647 h 444"/>
                  <a:gd name="T60" fmla="*/ 2147483647 w 522"/>
                  <a:gd name="T61" fmla="*/ 2147483647 h 444"/>
                  <a:gd name="T62" fmla="*/ 2147483647 w 522"/>
                  <a:gd name="T63" fmla="*/ 2147483647 h 444"/>
                  <a:gd name="T64" fmla="*/ 2147483647 w 522"/>
                  <a:gd name="T65" fmla="*/ 2147483647 h 444"/>
                  <a:gd name="T66" fmla="*/ 2147483647 w 522"/>
                  <a:gd name="T67" fmla="*/ 2147483647 h 444"/>
                  <a:gd name="T68" fmla="*/ 2147483647 w 522"/>
                  <a:gd name="T69" fmla="*/ 2147483647 h 444"/>
                  <a:gd name="T70" fmla="*/ 2147483647 w 522"/>
                  <a:gd name="T71" fmla="*/ 2147483647 h 444"/>
                  <a:gd name="T72" fmla="*/ 2147483647 w 522"/>
                  <a:gd name="T73" fmla="*/ 2147483647 h 444"/>
                  <a:gd name="T74" fmla="*/ 2147483647 w 522"/>
                  <a:gd name="T75" fmla="*/ 2147483647 h 444"/>
                  <a:gd name="T76" fmla="*/ 2147483647 w 522"/>
                  <a:gd name="T77" fmla="*/ 2147483647 h 444"/>
                  <a:gd name="T78" fmla="*/ 2147483647 w 522"/>
                  <a:gd name="T79" fmla="*/ 2147483647 h 444"/>
                  <a:gd name="T80" fmla="*/ 2147483647 w 522"/>
                  <a:gd name="T81" fmla="*/ 2147483647 h 444"/>
                  <a:gd name="T82" fmla="*/ 2147483647 w 522"/>
                  <a:gd name="T83" fmla="*/ 2147483647 h 444"/>
                  <a:gd name="T84" fmla="*/ 2147483647 w 522"/>
                  <a:gd name="T85" fmla="*/ 2147483647 h 444"/>
                  <a:gd name="T86" fmla="*/ 2147483647 w 522"/>
                  <a:gd name="T87" fmla="*/ 2147483647 h 444"/>
                  <a:gd name="T88" fmla="*/ 2147483647 w 522"/>
                  <a:gd name="T89" fmla="*/ 2147483647 h 444"/>
                  <a:gd name="T90" fmla="*/ 2147483647 w 522"/>
                  <a:gd name="T91" fmla="*/ 2147483647 h 444"/>
                  <a:gd name="T92" fmla="*/ 2147483647 w 522"/>
                  <a:gd name="T93" fmla="*/ 2147483647 h 4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2"/>
                  <a:gd name="T142" fmla="*/ 0 h 444"/>
                  <a:gd name="T143" fmla="*/ 522 w 522"/>
                  <a:gd name="T144" fmla="*/ 444 h 4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2" h="444">
                    <a:moveTo>
                      <a:pt x="96" y="0"/>
                    </a:moveTo>
                    <a:lnTo>
                      <a:pt x="96" y="24"/>
                    </a:lnTo>
                    <a:lnTo>
                      <a:pt x="78" y="24"/>
                    </a:lnTo>
                    <a:lnTo>
                      <a:pt x="72" y="30"/>
                    </a:lnTo>
                    <a:lnTo>
                      <a:pt x="72" y="42"/>
                    </a:lnTo>
                    <a:lnTo>
                      <a:pt x="78" y="48"/>
                    </a:lnTo>
                    <a:lnTo>
                      <a:pt x="90" y="54"/>
                    </a:lnTo>
                    <a:lnTo>
                      <a:pt x="96" y="60"/>
                    </a:lnTo>
                    <a:lnTo>
                      <a:pt x="96" y="66"/>
                    </a:lnTo>
                    <a:lnTo>
                      <a:pt x="90" y="78"/>
                    </a:lnTo>
                    <a:lnTo>
                      <a:pt x="84" y="84"/>
                    </a:lnTo>
                    <a:lnTo>
                      <a:pt x="54" y="84"/>
                    </a:lnTo>
                    <a:lnTo>
                      <a:pt x="42" y="90"/>
                    </a:lnTo>
                    <a:lnTo>
                      <a:pt x="36" y="96"/>
                    </a:lnTo>
                    <a:lnTo>
                      <a:pt x="18" y="96"/>
                    </a:lnTo>
                    <a:lnTo>
                      <a:pt x="0" y="126"/>
                    </a:lnTo>
                    <a:lnTo>
                      <a:pt x="0" y="132"/>
                    </a:lnTo>
                    <a:lnTo>
                      <a:pt x="18" y="150"/>
                    </a:lnTo>
                    <a:lnTo>
                      <a:pt x="30" y="150"/>
                    </a:lnTo>
                    <a:lnTo>
                      <a:pt x="30" y="162"/>
                    </a:lnTo>
                    <a:lnTo>
                      <a:pt x="24" y="168"/>
                    </a:lnTo>
                    <a:lnTo>
                      <a:pt x="30" y="180"/>
                    </a:lnTo>
                    <a:lnTo>
                      <a:pt x="30" y="192"/>
                    </a:lnTo>
                    <a:lnTo>
                      <a:pt x="54" y="204"/>
                    </a:lnTo>
                    <a:lnTo>
                      <a:pt x="72" y="204"/>
                    </a:lnTo>
                    <a:lnTo>
                      <a:pt x="72" y="228"/>
                    </a:lnTo>
                    <a:lnTo>
                      <a:pt x="84" y="228"/>
                    </a:lnTo>
                    <a:lnTo>
                      <a:pt x="90" y="222"/>
                    </a:lnTo>
                    <a:lnTo>
                      <a:pt x="90" y="234"/>
                    </a:lnTo>
                    <a:lnTo>
                      <a:pt x="96" y="246"/>
                    </a:lnTo>
                    <a:lnTo>
                      <a:pt x="96" y="258"/>
                    </a:lnTo>
                    <a:lnTo>
                      <a:pt x="114" y="276"/>
                    </a:lnTo>
                    <a:lnTo>
                      <a:pt x="126" y="282"/>
                    </a:lnTo>
                    <a:lnTo>
                      <a:pt x="132" y="288"/>
                    </a:lnTo>
                    <a:lnTo>
                      <a:pt x="138" y="282"/>
                    </a:lnTo>
                    <a:lnTo>
                      <a:pt x="150" y="276"/>
                    </a:lnTo>
                    <a:lnTo>
                      <a:pt x="156" y="264"/>
                    </a:lnTo>
                    <a:lnTo>
                      <a:pt x="168" y="252"/>
                    </a:lnTo>
                    <a:lnTo>
                      <a:pt x="174" y="240"/>
                    </a:lnTo>
                    <a:lnTo>
                      <a:pt x="180" y="234"/>
                    </a:lnTo>
                    <a:lnTo>
                      <a:pt x="180" y="228"/>
                    </a:lnTo>
                    <a:lnTo>
                      <a:pt x="216" y="228"/>
                    </a:lnTo>
                    <a:lnTo>
                      <a:pt x="222" y="210"/>
                    </a:lnTo>
                    <a:lnTo>
                      <a:pt x="258" y="210"/>
                    </a:lnTo>
                    <a:lnTo>
                      <a:pt x="300" y="270"/>
                    </a:lnTo>
                    <a:lnTo>
                      <a:pt x="300" y="288"/>
                    </a:lnTo>
                    <a:lnTo>
                      <a:pt x="312" y="300"/>
                    </a:lnTo>
                    <a:lnTo>
                      <a:pt x="312" y="318"/>
                    </a:lnTo>
                    <a:lnTo>
                      <a:pt x="306" y="330"/>
                    </a:lnTo>
                    <a:lnTo>
                      <a:pt x="300" y="336"/>
                    </a:lnTo>
                    <a:lnTo>
                      <a:pt x="294" y="354"/>
                    </a:lnTo>
                    <a:lnTo>
                      <a:pt x="324" y="342"/>
                    </a:lnTo>
                    <a:lnTo>
                      <a:pt x="348" y="348"/>
                    </a:lnTo>
                    <a:lnTo>
                      <a:pt x="348" y="336"/>
                    </a:lnTo>
                    <a:lnTo>
                      <a:pt x="354" y="330"/>
                    </a:lnTo>
                    <a:lnTo>
                      <a:pt x="360" y="330"/>
                    </a:lnTo>
                    <a:lnTo>
                      <a:pt x="372" y="336"/>
                    </a:lnTo>
                    <a:lnTo>
                      <a:pt x="384" y="348"/>
                    </a:lnTo>
                    <a:lnTo>
                      <a:pt x="390" y="366"/>
                    </a:lnTo>
                    <a:lnTo>
                      <a:pt x="390" y="426"/>
                    </a:lnTo>
                    <a:lnTo>
                      <a:pt x="402" y="426"/>
                    </a:lnTo>
                    <a:lnTo>
                      <a:pt x="402" y="432"/>
                    </a:lnTo>
                    <a:lnTo>
                      <a:pt x="414" y="444"/>
                    </a:lnTo>
                    <a:lnTo>
                      <a:pt x="420" y="444"/>
                    </a:lnTo>
                    <a:lnTo>
                      <a:pt x="432" y="432"/>
                    </a:lnTo>
                    <a:lnTo>
                      <a:pt x="432" y="420"/>
                    </a:lnTo>
                    <a:lnTo>
                      <a:pt x="438" y="408"/>
                    </a:lnTo>
                    <a:lnTo>
                      <a:pt x="444" y="402"/>
                    </a:lnTo>
                    <a:lnTo>
                      <a:pt x="456" y="402"/>
                    </a:lnTo>
                    <a:lnTo>
                      <a:pt x="468" y="408"/>
                    </a:lnTo>
                    <a:lnTo>
                      <a:pt x="474" y="414"/>
                    </a:lnTo>
                    <a:lnTo>
                      <a:pt x="480" y="414"/>
                    </a:lnTo>
                    <a:lnTo>
                      <a:pt x="486" y="408"/>
                    </a:lnTo>
                    <a:lnTo>
                      <a:pt x="486" y="390"/>
                    </a:lnTo>
                    <a:lnTo>
                      <a:pt x="480" y="384"/>
                    </a:lnTo>
                    <a:lnTo>
                      <a:pt x="480" y="378"/>
                    </a:lnTo>
                    <a:lnTo>
                      <a:pt x="498" y="378"/>
                    </a:lnTo>
                    <a:lnTo>
                      <a:pt x="492" y="366"/>
                    </a:lnTo>
                    <a:lnTo>
                      <a:pt x="480" y="360"/>
                    </a:lnTo>
                    <a:lnTo>
                      <a:pt x="474" y="348"/>
                    </a:lnTo>
                    <a:lnTo>
                      <a:pt x="474" y="336"/>
                    </a:lnTo>
                    <a:lnTo>
                      <a:pt x="492" y="336"/>
                    </a:lnTo>
                    <a:lnTo>
                      <a:pt x="498" y="342"/>
                    </a:lnTo>
                    <a:lnTo>
                      <a:pt x="510" y="342"/>
                    </a:lnTo>
                    <a:lnTo>
                      <a:pt x="516" y="348"/>
                    </a:lnTo>
                    <a:lnTo>
                      <a:pt x="516" y="342"/>
                    </a:lnTo>
                    <a:lnTo>
                      <a:pt x="522" y="336"/>
                    </a:lnTo>
                    <a:lnTo>
                      <a:pt x="522" y="324"/>
                    </a:lnTo>
                    <a:lnTo>
                      <a:pt x="516" y="324"/>
                    </a:lnTo>
                    <a:lnTo>
                      <a:pt x="504" y="318"/>
                    </a:lnTo>
                    <a:lnTo>
                      <a:pt x="498" y="318"/>
                    </a:lnTo>
                    <a:lnTo>
                      <a:pt x="498" y="306"/>
                    </a:lnTo>
                    <a:lnTo>
                      <a:pt x="504" y="294"/>
                    </a:lnTo>
                    <a:lnTo>
                      <a:pt x="510" y="288"/>
                    </a:lnTo>
                    <a:lnTo>
                      <a:pt x="492" y="282"/>
                    </a:lnTo>
                    <a:lnTo>
                      <a:pt x="504" y="264"/>
                    </a:lnTo>
                    <a:lnTo>
                      <a:pt x="486" y="258"/>
                    </a:lnTo>
                    <a:lnTo>
                      <a:pt x="480" y="222"/>
                    </a:lnTo>
                    <a:lnTo>
                      <a:pt x="498" y="198"/>
                    </a:lnTo>
                    <a:lnTo>
                      <a:pt x="468" y="168"/>
                    </a:lnTo>
                    <a:lnTo>
                      <a:pt x="468" y="132"/>
                    </a:lnTo>
                    <a:lnTo>
                      <a:pt x="444" y="132"/>
                    </a:lnTo>
                    <a:lnTo>
                      <a:pt x="468" y="96"/>
                    </a:lnTo>
                    <a:lnTo>
                      <a:pt x="432" y="78"/>
                    </a:lnTo>
                    <a:lnTo>
                      <a:pt x="444" y="48"/>
                    </a:lnTo>
                    <a:lnTo>
                      <a:pt x="426" y="36"/>
                    </a:lnTo>
                    <a:lnTo>
                      <a:pt x="426" y="18"/>
                    </a:lnTo>
                    <a:lnTo>
                      <a:pt x="414" y="12"/>
                    </a:lnTo>
                    <a:lnTo>
                      <a:pt x="402" y="12"/>
                    </a:lnTo>
                    <a:lnTo>
                      <a:pt x="396" y="18"/>
                    </a:lnTo>
                    <a:lnTo>
                      <a:pt x="396" y="36"/>
                    </a:lnTo>
                    <a:lnTo>
                      <a:pt x="378" y="54"/>
                    </a:lnTo>
                    <a:lnTo>
                      <a:pt x="366" y="48"/>
                    </a:lnTo>
                    <a:lnTo>
                      <a:pt x="360" y="42"/>
                    </a:lnTo>
                    <a:lnTo>
                      <a:pt x="348" y="36"/>
                    </a:lnTo>
                    <a:lnTo>
                      <a:pt x="342" y="36"/>
                    </a:lnTo>
                    <a:lnTo>
                      <a:pt x="336" y="30"/>
                    </a:lnTo>
                    <a:lnTo>
                      <a:pt x="330" y="30"/>
                    </a:lnTo>
                    <a:lnTo>
                      <a:pt x="324" y="42"/>
                    </a:lnTo>
                    <a:lnTo>
                      <a:pt x="312" y="54"/>
                    </a:lnTo>
                    <a:lnTo>
                      <a:pt x="306" y="66"/>
                    </a:lnTo>
                    <a:lnTo>
                      <a:pt x="306" y="54"/>
                    </a:lnTo>
                    <a:lnTo>
                      <a:pt x="300" y="42"/>
                    </a:lnTo>
                    <a:lnTo>
                      <a:pt x="288" y="30"/>
                    </a:lnTo>
                    <a:lnTo>
                      <a:pt x="276" y="42"/>
                    </a:lnTo>
                    <a:lnTo>
                      <a:pt x="270" y="54"/>
                    </a:lnTo>
                    <a:lnTo>
                      <a:pt x="264" y="60"/>
                    </a:lnTo>
                    <a:lnTo>
                      <a:pt x="258" y="54"/>
                    </a:lnTo>
                    <a:lnTo>
                      <a:pt x="258" y="48"/>
                    </a:lnTo>
                    <a:lnTo>
                      <a:pt x="252" y="36"/>
                    </a:lnTo>
                    <a:lnTo>
                      <a:pt x="252" y="24"/>
                    </a:lnTo>
                    <a:lnTo>
                      <a:pt x="210" y="24"/>
                    </a:lnTo>
                    <a:lnTo>
                      <a:pt x="204" y="30"/>
                    </a:lnTo>
                    <a:lnTo>
                      <a:pt x="192" y="36"/>
                    </a:lnTo>
                    <a:lnTo>
                      <a:pt x="180" y="36"/>
                    </a:lnTo>
                    <a:lnTo>
                      <a:pt x="174" y="30"/>
                    </a:lnTo>
                    <a:lnTo>
                      <a:pt x="168" y="18"/>
                    </a:lnTo>
                    <a:lnTo>
                      <a:pt x="162" y="12"/>
                    </a:lnTo>
                    <a:lnTo>
                      <a:pt x="156" y="18"/>
                    </a:lnTo>
                    <a:lnTo>
                      <a:pt x="138" y="18"/>
                    </a:lnTo>
                    <a:lnTo>
                      <a:pt x="132" y="6"/>
                    </a:lnTo>
                    <a:lnTo>
                      <a:pt x="132" y="0"/>
                    </a:lnTo>
                    <a:lnTo>
                      <a:pt x="96"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49" name="Ghana" descr="© INSCALE GmbH, 05.05.2010&#10;http://www.presentationload.com/">
                <a:extLst>
                  <a:ext uri="{FF2B5EF4-FFF2-40B4-BE49-F238E27FC236}">
                    <a16:creationId xmlns:a16="http://schemas.microsoft.com/office/drawing/2014/main" id="{E6C0E297-8E41-4F45-AE58-A3CB1FFC1073}"/>
                  </a:ext>
                </a:extLst>
              </p:cNvPr>
              <p:cNvSpPr>
                <a:spLocks/>
              </p:cNvSpPr>
              <p:nvPr/>
            </p:nvSpPr>
            <p:spPr bwMode="gray">
              <a:xfrm>
                <a:off x="5624276" y="3765311"/>
                <a:ext cx="136423" cy="216960"/>
              </a:xfrm>
              <a:custGeom>
                <a:avLst/>
                <a:gdLst>
                  <a:gd name="T0" fmla="*/ 2147483647 w 324"/>
                  <a:gd name="T1" fmla="*/ 2147483647 h 516"/>
                  <a:gd name="T2" fmla="*/ 2147483647 w 324"/>
                  <a:gd name="T3" fmla="*/ 2147483647 h 516"/>
                  <a:gd name="T4" fmla="*/ 2147483647 w 324"/>
                  <a:gd name="T5" fmla="*/ 2147483647 h 516"/>
                  <a:gd name="T6" fmla="*/ 2147483647 w 324"/>
                  <a:gd name="T7" fmla="*/ 2147483647 h 516"/>
                  <a:gd name="T8" fmla="*/ 2147483647 w 324"/>
                  <a:gd name="T9" fmla="*/ 2147483647 h 516"/>
                  <a:gd name="T10" fmla="*/ 2147483647 w 324"/>
                  <a:gd name="T11" fmla="*/ 2147483647 h 516"/>
                  <a:gd name="T12" fmla="*/ 2147483647 w 324"/>
                  <a:gd name="T13" fmla="*/ 2147483647 h 516"/>
                  <a:gd name="T14" fmla="*/ 2147483647 w 324"/>
                  <a:gd name="T15" fmla="*/ 2147483647 h 516"/>
                  <a:gd name="T16" fmla="*/ 2147483647 w 324"/>
                  <a:gd name="T17" fmla="*/ 2147483647 h 516"/>
                  <a:gd name="T18" fmla="*/ 2147483647 w 324"/>
                  <a:gd name="T19" fmla="*/ 2147483647 h 516"/>
                  <a:gd name="T20" fmla="*/ 2147483647 w 324"/>
                  <a:gd name="T21" fmla="*/ 2147483647 h 516"/>
                  <a:gd name="T22" fmla="*/ 2147483647 w 324"/>
                  <a:gd name="T23" fmla="*/ 2147483647 h 516"/>
                  <a:gd name="T24" fmla="*/ 2147483647 w 324"/>
                  <a:gd name="T25" fmla="*/ 2147483647 h 516"/>
                  <a:gd name="T26" fmla="*/ 2147483647 w 324"/>
                  <a:gd name="T27" fmla="*/ 0 h 516"/>
                  <a:gd name="T28" fmla="*/ 2147483647 w 324"/>
                  <a:gd name="T29" fmla="*/ 2147483647 h 516"/>
                  <a:gd name="T30" fmla="*/ 2147483647 w 324"/>
                  <a:gd name="T31" fmla="*/ 2147483647 h 516"/>
                  <a:gd name="T32" fmla="*/ 2147483647 w 324"/>
                  <a:gd name="T33" fmla="*/ 2147483647 h 516"/>
                  <a:gd name="T34" fmla="*/ 2147483647 w 324"/>
                  <a:gd name="T35" fmla="*/ 2147483647 h 516"/>
                  <a:gd name="T36" fmla="*/ 2147483647 w 324"/>
                  <a:gd name="T37" fmla="*/ 2147483647 h 516"/>
                  <a:gd name="T38" fmla="*/ 2147483647 w 324"/>
                  <a:gd name="T39" fmla="*/ 2147483647 h 516"/>
                  <a:gd name="T40" fmla="*/ 2147483647 w 324"/>
                  <a:gd name="T41" fmla="*/ 2147483647 h 516"/>
                  <a:gd name="T42" fmla="*/ 2147483647 w 324"/>
                  <a:gd name="T43" fmla="*/ 2147483647 h 516"/>
                  <a:gd name="T44" fmla="*/ 2147483647 w 324"/>
                  <a:gd name="T45" fmla="*/ 2147483647 h 516"/>
                  <a:gd name="T46" fmla="*/ 2147483647 w 324"/>
                  <a:gd name="T47" fmla="*/ 2147483647 h 516"/>
                  <a:gd name="T48" fmla="*/ 2147483647 w 324"/>
                  <a:gd name="T49" fmla="*/ 2147483647 h 516"/>
                  <a:gd name="T50" fmla="*/ 2147483647 w 324"/>
                  <a:gd name="T51" fmla="*/ 2147483647 h 516"/>
                  <a:gd name="T52" fmla="*/ 2147483647 w 324"/>
                  <a:gd name="T53" fmla="*/ 2147483647 h 516"/>
                  <a:gd name="T54" fmla="*/ 0 w 324"/>
                  <a:gd name="T55" fmla="*/ 2147483647 h 516"/>
                  <a:gd name="T56" fmla="*/ 2147483647 w 324"/>
                  <a:gd name="T57" fmla="*/ 2147483647 h 516"/>
                  <a:gd name="T58" fmla="*/ 2147483647 w 324"/>
                  <a:gd name="T59" fmla="*/ 2147483647 h 516"/>
                  <a:gd name="T60" fmla="*/ 2147483647 w 324"/>
                  <a:gd name="T61" fmla="*/ 2147483647 h 516"/>
                  <a:gd name="T62" fmla="*/ 2147483647 w 324"/>
                  <a:gd name="T63" fmla="*/ 2147483647 h 516"/>
                  <a:gd name="T64" fmla="*/ 2147483647 w 324"/>
                  <a:gd name="T65" fmla="*/ 2147483647 h 516"/>
                  <a:gd name="T66" fmla="*/ 2147483647 w 324"/>
                  <a:gd name="T67" fmla="*/ 2147483647 h 516"/>
                  <a:gd name="T68" fmla="*/ 2147483647 w 324"/>
                  <a:gd name="T69" fmla="*/ 2147483647 h 516"/>
                  <a:gd name="T70" fmla="*/ 2147483647 w 324"/>
                  <a:gd name="T71" fmla="*/ 2147483647 h 516"/>
                  <a:gd name="T72" fmla="*/ 2147483647 w 324"/>
                  <a:gd name="T73" fmla="*/ 2147483647 h 516"/>
                  <a:gd name="T74" fmla="*/ 2147483647 w 324"/>
                  <a:gd name="T75" fmla="*/ 2147483647 h 516"/>
                  <a:gd name="T76" fmla="*/ 2147483647 w 324"/>
                  <a:gd name="T77" fmla="*/ 2147483647 h 516"/>
                  <a:gd name="T78" fmla="*/ 2147483647 w 324"/>
                  <a:gd name="T79" fmla="*/ 2147483647 h 516"/>
                  <a:gd name="T80" fmla="*/ 2147483647 w 324"/>
                  <a:gd name="T81" fmla="*/ 2147483647 h 516"/>
                  <a:gd name="T82" fmla="*/ 2147483647 w 324"/>
                  <a:gd name="T83" fmla="*/ 2147483647 h 516"/>
                  <a:gd name="T84" fmla="*/ 2147483647 w 324"/>
                  <a:gd name="T85" fmla="*/ 2147483647 h 516"/>
                  <a:gd name="T86" fmla="*/ 2147483647 w 324"/>
                  <a:gd name="T87" fmla="*/ 2147483647 h 5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4"/>
                  <a:gd name="T133" fmla="*/ 0 h 516"/>
                  <a:gd name="T134" fmla="*/ 324 w 324"/>
                  <a:gd name="T135" fmla="*/ 516 h 5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4" h="516">
                    <a:moveTo>
                      <a:pt x="282" y="342"/>
                    </a:moveTo>
                    <a:lnTo>
                      <a:pt x="282" y="330"/>
                    </a:lnTo>
                    <a:lnTo>
                      <a:pt x="288" y="318"/>
                    </a:lnTo>
                    <a:lnTo>
                      <a:pt x="288" y="306"/>
                    </a:lnTo>
                    <a:lnTo>
                      <a:pt x="282" y="300"/>
                    </a:lnTo>
                    <a:lnTo>
                      <a:pt x="276" y="300"/>
                    </a:lnTo>
                    <a:lnTo>
                      <a:pt x="276" y="282"/>
                    </a:lnTo>
                    <a:lnTo>
                      <a:pt x="282" y="276"/>
                    </a:lnTo>
                    <a:lnTo>
                      <a:pt x="282" y="234"/>
                    </a:lnTo>
                    <a:lnTo>
                      <a:pt x="288" y="228"/>
                    </a:lnTo>
                    <a:lnTo>
                      <a:pt x="288" y="216"/>
                    </a:lnTo>
                    <a:lnTo>
                      <a:pt x="282" y="210"/>
                    </a:lnTo>
                    <a:lnTo>
                      <a:pt x="270" y="204"/>
                    </a:lnTo>
                    <a:lnTo>
                      <a:pt x="264" y="198"/>
                    </a:lnTo>
                    <a:lnTo>
                      <a:pt x="276" y="186"/>
                    </a:lnTo>
                    <a:lnTo>
                      <a:pt x="282" y="186"/>
                    </a:lnTo>
                    <a:lnTo>
                      <a:pt x="282" y="180"/>
                    </a:lnTo>
                    <a:lnTo>
                      <a:pt x="270" y="168"/>
                    </a:lnTo>
                    <a:lnTo>
                      <a:pt x="276" y="156"/>
                    </a:lnTo>
                    <a:lnTo>
                      <a:pt x="276" y="132"/>
                    </a:lnTo>
                    <a:lnTo>
                      <a:pt x="270" y="126"/>
                    </a:lnTo>
                    <a:lnTo>
                      <a:pt x="264" y="126"/>
                    </a:lnTo>
                    <a:lnTo>
                      <a:pt x="252" y="138"/>
                    </a:lnTo>
                    <a:lnTo>
                      <a:pt x="264" y="60"/>
                    </a:lnTo>
                    <a:lnTo>
                      <a:pt x="228" y="36"/>
                    </a:lnTo>
                    <a:lnTo>
                      <a:pt x="240" y="24"/>
                    </a:lnTo>
                    <a:lnTo>
                      <a:pt x="240" y="6"/>
                    </a:lnTo>
                    <a:lnTo>
                      <a:pt x="222" y="0"/>
                    </a:lnTo>
                    <a:lnTo>
                      <a:pt x="198" y="12"/>
                    </a:lnTo>
                    <a:lnTo>
                      <a:pt x="42" y="12"/>
                    </a:lnTo>
                    <a:lnTo>
                      <a:pt x="36" y="18"/>
                    </a:lnTo>
                    <a:lnTo>
                      <a:pt x="30" y="30"/>
                    </a:lnTo>
                    <a:lnTo>
                      <a:pt x="30" y="48"/>
                    </a:lnTo>
                    <a:lnTo>
                      <a:pt x="36" y="48"/>
                    </a:lnTo>
                    <a:lnTo>
                      <a:pt x="42" y="78"/>
                    </a:lnTo>
                    <a:lnTo>
                      <a:pt x="42" y="132"/>
                    </a:lnTo>
                    <a:lnTo>
                      <a:pt x="48" y="126"/>
                    </a:lnTo>
                    <a:lnTo>
                      <a:pt x="54" y="156"/>
                    </a:lnTo>
                    <a:lnTo>
                      <a:pt x="42" y="156"/>
                    </a:lnTo>
                    <a:lnTo>
                      <a:pt x="42" y="162"/>
                    </a:lnTo>
                    <a:lnTo>
                      <a:pt x="48" y="168"/>
                    </a:lnTo>
                    <a:lnTo>
                      <a:pt x="48" y="180"/>
                    </a:lnTo>
                    <a:lnTo>
                      <a:pt x="54" y="192"/>
                    </a:lnTo>
                    <a:lnTo>
                      <a:pt x="54" y="204"/>
                    </a:lnTo>
                    <a:lnTo>
                      <a:pt x="60" y="216"/>
                    </a:lnTo>
                    <a:lnTo>
                      <a:pt x="60" y="228"/>
                    </a:lnTo>
                    <a:lnTo>
                      <a:pt x="48" y="252"/>
                    </a:lnTo>
                    <a:lnTo>
                      <a:pt x="42" y="258"/>
                    </a:lnTo>
                    <a:lnTo>
                      <a:pt x="36" y="270"/>
                    </a:lnTo>
                    <a:lnTo>
                      <a:pt x="36" y="288"/>
                    </a:lnTo>
                    <a:lnTo>
                      <a:pt x="30" y="300"/>
                    </a:lnTo>
                    <a:lnTo>
                      <a:pt x="30" y="312"/>
                    </a:lnTo>
                    <a:lnTo>
                      <a:pt x="12" y="330"/>
                    </a:lnTo>
                    <a:lnTo>
                      <a:pt x="6" y="342"/>
                    </a:lnTo>
                    <a:lnTo>
                      <a:pt x="0" y="348"/>
                    </a:lnTo>
                    <a:lnTo>
                      <a:pt x="0" y="372"/>
                    </a:lnTo>
                    <a:lnTo>
                      <a:pt x="6" y="384"/>
                    </a:lnTo>
                    <a:lnTo>
                      <a:pt x="12" y="402"/>
                    </a:lnTo>
                    <a:lnTo>
                      <a:pt x="12" y="414"/>
                    </a:lnTo>
                    <a:lnTo>
                      <a:pt x="18" y="426"/>
                    </a:lnTo>
                    <a:lnTo>
                      <a:pt x="24" y="432"/>
                    </a:lnTo>
                    <a:lnTo>
                      <a:pt x="24" y="438"/>
                    </a:lnTo>
                    <a:lnTo>
                      <a:pt x="48" y="444"/>
                    </a:lnTo>
                    <a:lnTo>
                      <a:pt x="48" y="498"/>
                    </a:lnTo>
                    <a:lnTo>
                      <a:pt x="72" y="498"/>
                    </a:lnTo>
                    <a:lnTo>
                      <a:pt x="78" y="504"/>
                    </a:lnTo>
                    <a:lnTo>
                      <a:pt x="78" y="510"/>
                    </a:lnTo>
                    <a:lnTo>
                      <a:pt x="84" y="516"/>
                    </a:lnTo>
                    <a:lnTo>
                      <a:pt x="96" y="516"/>
                    </a:lnTo>
                    <a:lnTo>
                      <a:pt x="108" y="510"/>
                    </a:lnTo>
                    <a:lnTo>
                      <a:pt x="114" y="504"/>
                    </a:lnTo>
                    <a:lnTo>
                      <a:pt x="132" y="492"/>
                    </a:lnTo>
                    <a:lnTo>
                      <a:pt x="138" y="486"/>
                    </a:lnTo>
                    <a:lnTo>
                      <a:pt x="150" y="480"/>
                    </a:lnTo>
                    <a:lnTo>
                      <a:pt x="180" y="480"/>
                    </a:lnTo>
                    <a:lnTo>
                      <a:pt x="186" y="474"/>
                    </a:lnTo>
                    <a:lnTo>
                      <a:pt x="198" y="468"/>
                    </a:lnTo>
                    <a:lnTo>
                      <a:pt x="216" y="450"/>
                    </a:lnTo>
                    <a:lnTo>
                      <a:pt x="228" y="450"/>
                    </a:lnTo>
                    <a:lnTo>
                      <a:pt x="234" y="444"/>
                    </a:lnTo>
                    <a:lnTo>
                      <a:pt x="240" y="444"/>
                    </a:lnTo>
                    <a:lnTo>
                      <a:pt x="258" y="426"/>
                    </a:lnTo>
                    <a:lnTo>
                      <a:pt x="270" y="426"/>
                    </a:lnTo>
                    <a:lnTo>
                      <a:pt x="276" y="432"/>
                    </a:lnTo>
                    <a:lnTo>
                      <a:pt x="294" y="432"/>
                    </a:lnTo>
                    <a:lnTo>
                      <a:pt x="306" y="426"/>
                    </a:lnTo>
                    <a:lnTo>
                      <a:pt x="324" y="408"/>
                    </a:lnTo>
                    <a:lnTo>
                      <a:pt x="294" y="384"/>
                    </a:lnTo>
                    <a:lnTo>
                      <a:pt x="282" y="3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0" name="The Gambia" descr="© INSCALE GmbH, 05.05.2010&#10;http://www.presentationload.com/">
                <a:extLst>
                  <a:ext uri="{FF2B5EF4-FFF2-40B4-BE49-F238E27FC236}">
                    <a16:creationId xmlns:a16="http://schemas.microsoft.com/office/drawing/2014/main" id="{A0583D3B-02BA-6E4C-8303-196532E368B1}"/>
                  </a:ext>
                </a:extLst>
              </p:cNvPr>
              <p:cNvSpPr>
                <a:spLocks/>
              </p:cNvSpPr>
              <p:nvPr/>
            </p:nvSpPr>
            <p:spPr bwMode="gray">
              <a:xfrm>
                <a:off x="5226515" y="3674911"/>
                <a:ext cx="90401" cy="21367"/>
              </a:xfrm>
              <a:custGeom>
                <a:avLst/>
                <a:gdLst>
                  <a:gd name="T0" fmla="*/ 2147483647 w 216"/>
                  <a:gd name="T1" fmla="*/ 2147483647 h 54"/>
                  <a:gd name="T2" fmla="*/ 2147483647 w 216"/>
                  <a:gd name="T3" fmla="*/ 2147483647 h 54"/>
                  <a:gd name="T4" fmla="*/ 2147483647 w 216"/>
                  <a:gd name="T5" fmla="*/ 2147483647 h 54"/>
                  <a:gd name="T6" fmla="*/ 2147483647 w 216"/>
                  <a:gd name="T7" fmla="*/ 2147483647 h 54"/>
                  <a:gd name="T8" fmla="*/ 0 w 216"/>
                  <a:gd name="T9" fmla="*/ 2147483647 h 54"/>
                  <a:gd name="T10" fmla="*/ 0 w 216"/>
                  <a:gd name="T11" fmla="*/ 2147483647 h 54"/>
                  <a:gd name="T12" fmla="*/ 2147483647 w 216"/>
                  <a:gd name="T13" fmla="*/ 2147483647 h 54"/>
                  <a:gd name="T14" fmla="*/ 2147483647 w 216"/>
                  <a:gd name="T15" fmla="*/ 2147483647 h 54"/>
                  <a:gd name="T16" fmla="*/ 2147483647 w 216"/>
                  <a:gd name="T17" fmla="*/ 2147483647 h 54"/>
                  <a:gd name="T18" fmla="*/ 2147483647 w 216"/>
                  <a:gd name="T19" fmla="*/ 2147483647 h 54"/>
                  <a:gd name="T20" fmla="*/ 2147483647 w 216"/>
                  <a:gd name="T21" fmla="*/ 2147483647 h 54"/>
                  <a:gd name="T22" fmla="*/ 2147483647 w 216"/>
                  <a:gd name="T23" fmla="*/ 2147483647 h 54"/>
                  <a:gd name="T24" fmla="*/ 2147483647 w 216"/>
                  <a:gd name="T25" fmla="*/ 2147483647 h 54"/>
                  <a:gd name="T26" fmla="*/ 2147483647 w 216"/>
                  <a:gd name="T27" fmla="*/ 2147483647 h 54"/>
                  <a:gd name="T28" fmla="*/ 2147483647 w 216"/>
                  <a:gd name="T29" fmla="*/ 2147483647 h 54"/>
                  <a:gd name="T30" fmla="*/ 2147483647 w 216"/>
                  <a:gd name="T31" fmla="*/ 2147483647 h 54"/>
                  <a:gd name="T32" fmla="*/ 2147483647 w 216"/>
                  <a:gd name="T33" fmla="*/ 2147483647 h 54"/>
                  <a:gd name="T34" fmla="*/ 2147483647 w 216"/>
                  <a:gd name="T35" fmla="*/ 2147483647 h 54"/>
                  <a:gd name="T36" fmla="*/ 2147483647 w 216"/>
                  <a:gd name="T37" fmla="*/ 2147483647 h 54"/>
                  <a:gd name="T38" fmla="*/ 2147483647 w 216"/>
                  <a:gd name="T39" fmla="*/ 2147483647 h 54"/>
                  <a:gd name="T40" fmla="*/ 2147483647 w 216"/>
                  <a:gd name="T41" fmla="*/ 2147483647 h 54"/>
                  <a:gd name="T42" fmla="*/ 2147483647 w 216"/>
                  <a:gd name="T43" fmla="*/ 2147483647 h 54"/>
                  <a:gd name="T44" fmla="*/ 2147483647 w 216"/>
                  <a:gd name="T45" fmla="*/ 2147483647 h 54"/>
                  <a:gd name="T46" fmla="*/ 2147483647 w 216"/>
                  <a:gd name="T47" fmla="*/ 2147483647 h 54"/>
                  <a:gd name="T48" fmla="*/ 2147483647 w 216"/>
                  <a:gd name="T49" fmla="*/ 2147483647 h 54"/>
                  <a:gd name="T50" fmla="*/ 2147483647 w 216"/>
                  <a:gd name="T51" fmla="*/ 2147483647 h 54"/>
                  <a:gd name="T52" fmla="*/ 2147483647 w 216"/>
                  <a:gd name="T53" fmla="*/ 2147483647 h 54"/>
                  <a:gd name="T54" fmla="*/ 2147483647 w 216"/>
                  <a:gd name="T55" fmla="*/ 2147483647 h 54"/>
                  <a:gd name="T56" fmla="*/ 2147483647 w 216"/>
                  <a:gd name="T57" fmla="*/ 2147483647 h 54"/>
                  <a:gd name="T58" fmla="*/ 2147483647 w 216"/>
                  <a:gd name="T59" fmla="*/ 0 h 54"/>
                  <a:gd name="T60" fmla="*/ 2147483647 w 216"/>
                  <a:gd name="T61" fmla="*/ 0 h 54"/>
                  <a:gd name="T62" fmla="*/ 2147483647 w 216"/>
                  <a:gd name="T63" fmla="*/ 2147483647 h 54"/>
                  <a:gd name="T64" fmla="*/ 2147483647 w 216"/>
                  <a:gd name="T65" fmla="*/ 2147483647 h 54"/>
                  <a:gd name="T66" fmla="*/ 2147483647 w 216"/>
                  <a:gd name="T67" fmla="*/ 2147483647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54"/>
                  <a:gd name="T104" fmla="*/ 216 w 216"/>
                  <a:gd name="T105" fmla="*/ 54 h 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54">
                    <a:moveTo>
                      <a:pt x="18" y="18"/>
                    </a:moveTo>
                    <a:lnTo>
                      <a:pt x="12" y="24"/>
                    </a:lnTo>
                    <a:lnTo>
                      <a:pt x="6" y="36"/>
                    </a:lnTo>
                    <a:lnTo>
                      <a:pt x="6" y="42"/>
                    </a:lnTo>
                    <a:lnTo>
                      <a:pt x="0" y="48"/>
                    </a:lnTo>
                    <a:lnTo>
                      <a:pt x="0" y="54"/>
                    </a:lnTo>
                    <a:lnTo>
                      <a:pt x="72" y="54"/>
                    </a:lnTo>
                    <a:lnTo>
                      <a:pt x="72" y="42"/>
                    </a:lnTo>
                    <a:lnTo>
                      <a:pt x="84" y="42"/>
                    </a:lnTo>
                    <a:lnTo>
                      <a:pt x="90" y="36"/>
                    </a:lnTo>
                    <a:lnTo>
                      <a:pt x="114" y="36"/>
                    </a:lnTo>
                    <a:lnTo>
                      <a:pt x="120" y="24"/>
                    </a:lnTo>
                    <a:lnTo>
                      <a:pt x="126" y="18"/>
                    </a:lnTo>
                    <a:lnTo>
                      <a:pt x="132" y="24"/>
                    </a:lnTo>
                    <a:lnTo>
                      <a:pt x="144" y="30"/>
                    </a:lnTo>
                    <a:lnTo>
                      <a:pt x="150" y="42"/>
                    </a:lnTo>
                    <a:lnTo>
                      <a:pt x="168" y="48"/>
                    </a:lnTo>
                    <a:lnTo>
                      <a:pt x="192" y="48"/>
                    </a:lnTo>
                    <a:lnTo>
                      <a:pt x="198" y="42"/>
                    </a:lnTo>
                    <a:lnTo>
                      <a:pt x="210" y="36"/>
                    </a:lnTo>
                    <a:lnTo>
                      <a:pt x="216" y="30"/>
                    </a:lnTo>
                    <a:lnTo>
                      <a:pt x="216" y="24"/>
                    </a:lnTo>
                    <a:lnTo>
                      <a:pt x="210" y="18"/>
                    </a:lnTo>
                    <a:lnTo>
                      <a:pt x="186" y="18"/>
                    </a:lnTo>
                    <a:lnTo>
                      <a:pt x="180" y="24"/>
                    </a:lnTo>
                    <a:lnTo>
                      <a:pt x="168" y="24"/>
                    </a:lnTo>
                    <a:lnTo>
                      <a:pt x="162" y="12"/>
                    </a:lnTo>
                    <a:lnTo>
                      <a:pt x="156" y="6"/>
                    </a:lnTo>
                    <a:lnTo>
                      <a:pt x="144" y="12"/>
                    </a:lnTo>
                    <a:lnTo>
                      <a:pt x="144" y="0"/>
                    </a:lnTo>
                    <a:lnTo>
                      <a:pt x="90" y="0"/>
                    </a:lnTo>
                    <a:lnTo>
                      <a:pt x="90" y="12"/>
                    </a:lnTo>
                    <a:lnTo>
                      <a:pt x="18" y="12"/>
                    </a:lnTo>
                    <a:lnTo>
                      <a:pt x="18"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1" name="Gabon" descr="© INSCALE GmbH, 05.05.2010&#10;http://www.presentationload.com/">
                <a:extLst>
                  <a:ext uri="{FF2B5EF4-FFF2-40B4-BE49-F238E27FC236}">
                    <a16:creationId xmlns:a16="http://schemas.microsoft.com/office/drawing/2014/main" id="{3D4F4F76-A494-1E4C-BF0D-FA4F7007C7B2}"/>
                  </a:ext>
                </a:extLst>
              </p:cNvPr>
              <p:cNvSpPr>
                <a:spLocks/>
              </p:cNvSpPr>
              <p:nvPr/>
            </p:nvSpPr>
            <p:spPr bwMode="gray">
              <a:xfrm>
                <a:off x="5982589" y="4059523"/>
                <a:ext cx="175871" cy="215317"/>
              </a:xfrm>
              <a:custGeom>
                <a:avLst/>
                <a:gdLst>
                  <a:gd name="T0" fmla="*/ 2147483647 w 420"/>
                  <a:gd name="T1" fmla="*/ 2147483647 h 510"/>
                  <a:gd name="T2" fmla="*/ 2147483647 w 420"/>
                  <a:gd name="T3" fmla="*/ 2147483647 h 510"/>
                  <a:gd name="T4" fmla="*/ 2147483647 w 420"/>
                  <a:gd name="T5" fmla="*/ 2147483647 h 510"/>
                  <a:gd name="T6" fmla="*/ 2147483647 w 420"/>
                  <a:gd name="T7" fmla="*/ 2147483647 h 510"/>
                  <a:gd name="T8" fmla="*/ 2147483647 w 420"/>
                  <a:gd name="T9" fmla="*/ 2147483647 h 510"/>
                  <a:gd name="T10" fmla="*/ 2147483647 w 420"/>
                  <a:gd name="T11" fmla="*/ 2147483647 h 510"/>
                  <a:gd name="T12" fmla="*/ 2147483647 w 420"/>
                  <a:gd name="T13" fmla="*/ 2147483647 h 510"/>
                  <a:gd name="T14" fmla="*/ 2147483647 w 420"/>
                  <a:gd name="T15" fmla="*/ 2147483647 h 510"/>
                  <a:gd name="T16" fmla="*/ 2147483647 w 420"/>
                  <a:gd name="T17" fmla="*/ 2147483647 h 510"/>
                  <a:gd name="T18" fmla="*/ 2147483647 w 420"/>
                  <a:gd name="T19" fmla="*/ 2147483647 h 510"/>
                  <a:gd name="T20" fmla="*/ 2147483647 w 420"/>
                  <a:gd name="T21" fmla="*/ 2147483647 h 510"/>
                  <a:gd name="T22" fmla="*/ 2147483647 w 420"/>
                  <a:gd name="T23" fmla="*/ 2147483647 h 510"/>
                  <a:gd name="T24" fmla="*/ 2147483647 w 420"/>
                  <a:gd name="T25" fmla="*/ 2147483647 h 510"/>
                  <a:gd name="T26" fmla="*/ 2147483647 w 420"/>
                  <a:gd name="T27" fmla="*/ 2147483647 h 510"/>
                  <a:gd name="T28" fmla="*/ 2147483647 w 420"/>
                  <a:gd name="T29" fmla="*/ 2147483647 h 510"/>
                  <a:gd name="T30" fmla="*/ 2147483647 w 420"/>
                  <a:gd name="T31" fmla="*/ 2147483647 h 510"/>
                  <a:gd name="T32" fmla="*/ 2147483647 w 420"/>
                  <a:gd name="T33" fmla="*/ 2147483647 h 510"/>
                  <a:gd name="T34" fmla="*/ 2147483647 w 420"/>
                  <a:gd name="T35" fmla="*/ 2147483647 h 510"/>
                  <a:gd name="T36" fmla="*/ 2147483647 w 420"/>
                  <a:gd name="T37" fmla="*/ 2147483647 h 510"/>
                  <a:gd name="T38" fmla="*/ 2147483647 w 420"/>
                  <a:gd name="T39" fmla="*/ 2147483647 h 510"/>
                  <a:gd name="T40" fmla="*/ 2147483647 w 420"/>
                  <a:gd name="T41" fmla="*/ 2147483647 h 510"/>
                  <a:gd name="T42" fmla="*/ 2147483647 w 420"/>
                  <a:gd name="T43" fmla="*/ 2147483647 h 510"/>
                  <a:gd name="T44" fmla="*/ 2147483647 w 420"/>
                  <a:gd name="T45" fmla="*/ 2147483647 h 510"/>
                  <a:gd name="T46" fmla="*/ 2147483647 w 420"/>
                  <a:gd name="T47" fmla="*/ 2147483647 h 510"/>
                  <a:gd name="T48" fmla="*/ 2147483647 w 420"/>
                  <a:gd name="T49" fmla="*/ 2147483647 h 510"/>
                  <a:gd name="T50" fmla="*/ 2147483647 w 420"/>
                  <a:gd name="T51" fmla="*/ 2147483647 h 510"/>
                  <a:gd name="T52" fmla="*/ 2147483647 w 420"/>
                  <a:gd name="T53" fmla="*/ 2147483647 h 510"/>
                  <a:gd name="T54" fmla="*/ 2147483647 w 420"/>
                  <a:gd name="T55" fmla="*/ 2147483647 h 510"/>
                  <a:gd name="T56" fmla="*/ 2147483647 w 420"/>
                  <a:gd name="T57" fmla="*/ 2147483647 h 510"/>
                  <a:gd name="T58" fmla="*/ 2147483647 w 420"/>
                  <a:gd name="T59" fmla="*/ 2147483647 h 510"/>
                  <a:gd name="T60" fmla="*/ 2147483647 w 420"/>
                  <a:gd name="T61" fmla="*/ 2147483647 h 510"/>
                  <a:gd name="T62" fmla="*/ 2147483647 w 420"/>
                  <a:gd name="T63" fmla="*/ 2147483647 h 510"/>
                  <a:gd name="T64" fmla="*/ 2147483647 w 420"/>
                  <a:gd name="T65" fmla="*/ 2147483647 h 510"/>
                  <a:gd name="T66" fmla="*/ 2147483647 w 420"/>
                  <a:gd name="T67" fmla="*/ 2147483647 h 510"/>
                  <a:gd name="T68" fmla="*/ 2147483647 w 420"/>
                  <a:gd name="T69" fmla="*/ 2147483647 h 510"/>
                  <a:gd name="T70" fmla="*/ 2147483647 w 420"/>
                  <a:gd name="T71" fmla="*/ 2147483647 h 510"/>
                  <a:gd name="T72" fmla="*/ 2147483647 w 420"/>
                  <a:gd name="T73" fmla="*/ 2147483647 h 510"/>
                  <a:gd name="T74" fmla="*/ 2147483647 w 420"/>
                  <a:gd name="T75" fmla="*/ 2147483647 h 510"/>
                  <a:gd name="T76" fmla="*/ 2147483647 w 420"/>
                  <a:gd name="T77" fmla="*/ 2147483647 h 510"/>
                  <a:gd name="T78" fmla="*/ 2147483647 w 420"/>
                  <a:gd name="T79" fmla="*/ 2147483647 h 510"/>
                  <a:gd name="T80" fmla="*/ 2147483647 w 420"/>
                  <a:gd name="T81" fmla="*/ 2147483647 h 510"/>
                  <a:gd name="T82" fmla="*/ 2147483647 w 420"/>
                  <a:gd name="T83" fmla="*/ 2147483647 h 510"/>
                  <a:gd name="T84" fmla="*/ 2147483647 w 420"/>
                  <a:gd name="T85" fmla="*/ 2147483647 h 510"/>
                  <a:gd name="T86" fmla="*/ 2147483647 w 420"/>
                  <a:gd name="T87" fmla="*/ 2147483647 h 510"/>
                  <a:gd name="T88" fmla="*/ 2147483647 w 420"/>
                  <a:gd name="T89" fmla="*/ 2147483647 h 510"/>
                  <a:gd name="T90" fmla="*/ 2147483647 w 420"/>
                  <a:gd name="T91" fmla="*/ 2147483647 h 510"/>
                  <a:gd name="T92" fmla="*/ 2147483647 w 420"/>
                  <a:gd name="T93" fmla="*/ 2147483647 h 510"/>
                  <a:gd name="T94" fmla="*/ 2147483647 w 420"/>
                  <a:gd name="T95" fmla="*/ 2147483647 h 510"/>
                  <a:gd name="T96" fmla="*/ 2147483647 w 420"/>
                  <a:gd name="T97" fmla="*/ 2147483647 h 510"/>
                  <a:gd name="T98" fmla="*/ 2147483647 w 420"/>
                  <a:gd name="T99" fmla="*/ 2147483647 h 510"/>
                  <a:gd name="T100" fmla="*/ 2147483647 w 420"/>
                  <a:gd name="T101" fmla="*/ 2147483647 h 510"/>
                  <a:gd name="T102" fmla="*/ 2147483647 w 420"/>
                  <a:gd name="T103" fmla="*/ 2147483647 h 510"/>
                  <a:gd name="T104" fmla="*/ 2147483647 w 420"/>
                  <a:gd name="T105" fmla="*/ 2147483647 h 510"/>
                  <a:gd name="T106" fmla="*/ 2147483647 w 420"/>
                  <a:gd name="T107" fmla="*/ 2147483647 h 510"/>
                  <a:gd name="T108" fmla="*/ 2147483647 w 420"/>
                  <a:gd name="T109" fmla="*/ 2147483647 h 510"/>
                  <a:gd name="T110" fmla="*/ 2147483647 w 420"/>
                  <a:gd name="T111" fmla="*/ 2147483647 h 5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0"/>
                  <a:gd name="T169" fmla="*/ 0 h 510"/>
                  <a:gd name="T170" fmla="*/ 420 w 420"/>
                  <a:gd name="T171" fmla="*/ 510 h 51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0" h="510">
                    <a:moveTo>
                      <a:pt x="420" y="240"/>
                    </a:moveTo>
                    <a:lnTo>
                      <a:pt x="414" y="234"/>
                    </a:lnTo>
                    <a:lnTo>
                      <a:pt x="396" y="234"/>
                    </a:lnTo>
                    <a:lnTo>
                      <a:pt x="390" y="216"/>
                    </a:lnTo>
                    <a:lnTo>
                      <a:pt x="372" y="210"/>
                    </a:lnTo>
                    <a:lnTo>
                      <a:pt x="372" y="174"/>
                    </a:lnTo>
                    <a:lnTo>
                      <a:pt x="384" y="150"/>
                    </a:lnTo>
                    <a:lnTo>
                      <a:pt x="396" y="150"/>
                    </a:lnTo>
                    <a:lnTo>
                      <a:pt x="402" y="144"/>
                    </a:lnTo>
                    <a:lnTo>
                      <a:pt x="408" y="132"/>
                    </a:lnTo>
                    <a:lnTo>
                      <a:pt x="414" y="126"/>
                    </a:lnTo>
                    <a:lnTo>
                      <a:pt x="414" y="114"/>
                    </a:lnTo>
                    <a:lnTo>
                      <a:pt x="402" y="108"/>
                    </a:lnTo>
                    <a:lnTo>
                      <a:pt x="402" y="90"/>
                    </a:lnTo>
                    <a:lnTo>
                      <a:pt x="396" y="84"/>
                    </a:lnTo>
                    <a:lnTo>
                      <a:pt x="396" y="78"/>
                    </a:lnTo>
                    <a:lnTo>
                      <a:pt x="384" y="78"/>
                    </a:lnTo>
                    <a:lnTo>
                      <a:pt x="378" y="72"/>
                    </a:lnTo>
                    <a:lnTo>
                      <a:pt x="360" y="72"/>
                    </a:lnTo>
                    <a:lnTo>
                      <a:pt x="360" y="90"/>
                    </a:lnTo>
                    <a:lnTo>
                      <a:pt x="354" y="96"/>
                    </a:lnTo>
                    <a:lnTo>
                      <a:pt x="330" y="96"/>
                    </a:lnTo>
                    <a:lnTo>
                      <a:pt x="324" y="90"/>
                    </a:lnTo>
                    <a:lnTo>
                      <a:pt x="318" y="54"/>
                    </a:lnTo>
                    <a:lnTo>
                      <a:pt x="336" y="24"/>
                    </a:lnTo>
                    <a:lnTo>
                      <a:pt x="336" y="6"/>
                    </a:lnTo>
                    <a:lnTo>
                      <a:pt x="288" y="12"/>
                    </a:lnTo>
                    <a:lnTo>
                      <a:pt x="282" y="12"/>
                    </a:lnTo>
                    <a:lnTo>
                      <a:pt x="270" y="6"/>
                    </a:lnTo>
                    <a:lnTo>
                      <a:pt x="264" y="6"/>
                    </a:lnTo>
                    <a:lnTo>
                      <a:pt x="252" y="18"/>
                    </a:lnTo>
                    <a:lnTo>
                      <a:pt x="222" y="18"/>
                    </a:lnTo>
                    <a:lnTo>
                      <a:pt x="210" y="0"/>
                    </a:lnTo>
                    <a:lnTo>
                      <a:pt x="192" y="18"/>
                    </a:lnTo>
                    <a:lnTo>
                      <a:pt x="186" y="54"/>
                    </a:lnTo>
                    <a:lnTo>
                      <a:pt x="192" y="60"/>
                    </a:lnTo>
                    <a:lnTo>
                      <a:pt x="192" y="90"/>
                    </a:lnTo>
                    <a:lnTo>
                      <a:pt x="186" y="108"/>
                    </a:lnTo>
                    <a:lnTo>
                      <a:pt x="186" y="114"/>
                    </a:lnTo>
                    <a:lnTo>
                      <a:pt x="84" y="114"/>
                    </a:lnTo>
                    <a:lnTo>
                      <a:pt x="84" y="108"/>
                    </a:lnTo>
                    <a:lnTo>
                      <a:pt x="72" y="108"/>
                    </a:lnTo>
                    <a:lnTo>
                      <a:pt x="60" y="120"/>
                    </a:lnTo>
                    <a:lnTo>
                      <a:pt x="60" y="126"/>
                    </a:lnTo>
                    <a:lnTo>
                      <a:pt x="66" y="132"/>
                    </a:lnTo>
                    <a:lnTo>
                      <a:pt x="66" y="144"/>
                    </a:lnTo>
                    <a:lnTo>
                      <a:pt x="72" y="150"/>
                    </a:lnTo>
                    <a:lnTo>
                      <a:pt x="72" y="162"/>
                    </a:lnTo>
                    <a:lnTo>
                      <a:pt x="48" y="162"/>
                    </a:lnTo>
                    <a:lnTo>
                      <a:pt x="48" y="210"/>
                    </a:lnTo>
                    <a:lnTo>
                      <a:pt x="42" y="228"/>
                    </a:lnTo>
                    <a:lnTo>
                      <a:pt x="36" y="240"/>
                    </a:lnTo>
                    <a:lnTo>
                      <a:pt x="30" y="246"/>
                    </a:lnTo>
                    <a:lnTo>
                      <a:pt x="18" y="252"/>
                    </a:lnTo>
                    <a:lnTo>
                      <a:pt x="0" y="252"/>
                    </a:lnTo>
                    <a:lnTo>
                      <a:pt x="30" y="306"/>
                    </a:lnTo>
                    <a:lnTo>
                      <a:pt x="42" y="294"/>
                    </a:lnTo>
                    <a:lnTo>
                      <a:pt x="54" y="312"/>
                    </a:lnTo>
                    <a:lnTo>
                      <a:pt x="48" y="318"/>
                    </a:lnTo>
                    <a:lnTo>
                      <a:pt x="48" y="330"/>
                    </a:lnTo>
                    <a:lnTo>
                      <a:pt x="42" y="336"/>
                    </a:lnTo>
                    <a:lnTo>
                      <a:pt x="42" y="342"/>
                    </a:lnTo>
                    <a:lnTo>
                      <a:pt x="48" y="348"/>
                    </a:lnTo>
                    <a:lnTo>
                      <a:pt x="66" y="348"/>
                    </a:lnTo>
                    <a:lnTo>
                      <a:pt x="72" y="390"/>
                    </a:lnTo>
                    <a:lnTo>
                      <a:pt x="102" y="396"/>
                    </a:lnTo>
                    <a:lnTo>
                      <a:pt x="96" y="408"/>
                    </a:lnTo>
                    <a:lnTo>
                      <a:pt x="144" y="462"/>
                    </a:lnTo>
                    <a:lnTo>
                      <a:pt x="138" y="468"/>
                    </a:lnTo>
                    <a:lnTo>
                      <a:pt x="174" y="510"/>
                    </a:lnTo>
                    <a:lnTo>
                      <a:pt x="180" y="492"/>
                    </a:lnTo>
                    <a:lnTo>
                      <a:pt x="204" y="480"/>
                    </a:lnTo>
                    <a:lnTo>
                      <a:pt x="222" y="498"/>
                    </a:lnTo>
                    <a:lnTo>
                      <a:pt x="228" y="492"/>
                    </a:lnTo>
                    <a:lnTo>
                      <a:pt x="228" y="456"/>
                    </a:lnTo>
                    <a:lnTo>
                      <a:pt x="210" y="444"/>
                    </a:lnTo>
                    <a:lnTo>
                      <a:pt x="228" y="432"/>
                    </a:lnTo>
                    <a:lnTo>
                      <a:pt x="198" y="414"/>
                    </a:lnTo>
                    <a:lnTo>
                      <a:pt x="210" y="414"/>
                    </a:lnTo>
                    <a:lnTo>
                      <a:pt x="210" y="402"/>
                    </a:lnTo>
                    <a:lnTo>
                      <a:pt x="204" y="396"/>
                    </a:lnTo>
                    <a:lnTo>
                      <a:pt x="204" y="378"/>
                    </a:lnTo>
                    <a:lnTo>
                      <a:pt x="210" y="378"/>
                    </a:lnTo>
                    <a:lnTo>
                      <a:pt x="216" y="384"/>
                    </a:lnTo>
                    <a:lnTo>
                      <a:pt x="228" y="384"/>
                    </a:lnTo>
                    <a:lnTo>
                      <a:pt x="240" y="390"/>
                    </a:lnTo>
                    <a:lnTo>
                      <a:pt x="258" y="390"/>
                    </a:lnTo>
                    <a:lnTo>
                      <a:pt x="264" y="384"/>
                    </a:lnTo>
                    <a:lnTo>
                      <a:pt x="270" y="372"/>
                    </a:lnTo>
                    <a:lnTo>
                      <a:pt x="282" y="366"/>
                    </a:lnTo>
                    <a:lnTo>
                      <a:pt x="264" y="348"/>
                    </a:lnTo>
                    <a:lnTo>
                      <a:pt x="264" y="342"/>
                    </a:lnTo>
                    <a:lnTo>
                      <a:pt x="294" y="342"/>
                    </a:lnTo>
                    <a:lnTo>
                      <a:pt x="312" y="384"/>
                    </a:lnTo>
                    <a:lnTo>
                      <a:pt x="342" y="384"/>
                    </a:lnTo>
                    <a:lnTo>
                      <a:pt x="348" y="378"/>
                    </a:lnTo>
                    <a:lnTo>
                      <a:pt x="354" y="366"/>
                    </a:lnTo>
                    <a:lnTo>
                      <a:pt x="360" y="360"/>
                    </a:lnTo>
                    <a:lnTo>
                      <a:pt x="366" y="360"/>
                    </a:lnTo>
                    <a:lnTo>
                      <a:pt x="366" y="390"/>
                    </a:lnTo>
                    <a:lnTo>
                      <a:pt x="372" y="396"/>
                    </a:lnTo>
                    <a:lnTo>
                      <a:pt x="384" y="396"/>
                    </a:lnTo>
                    <a:lnTo>
                      <a:pt x="390" y="390"/>
                    </a:lnTo>
                    <a:lnTo>
                      <a:pt x="396" y="378"/>
                    </a:lnTo>
                    <a:lnTo>
                      <a:pt x="396" y="354"/>
                    </a:lnTo>
                    <a:lnTo>
                      <a:pt x="408" y="348"/>
                    </a:lnTo>
                    <a:lnTo>
                      <a:pt x="414" y="342"/>
                    </a:lnTo>
                    <a:lnTo>
                      <a:pt x="408" y="318"/>
                    </a:lnTo>
                    <a:lnTo>
                      <a:pt x="414" y="306"/>
                    </a:lnTo>
                    <a:lnTo>
                      <a:pt x="414" y="258"/>
                    </a:lnTo>
                    <a:lnTo>
                      <a:pt x="420" y="252"/>
                    </a:lnTo>
                    <a:lnTo>
                      <a:pt x="420" y="24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2" name="Ethiopia" descr="© INSCALE GmbH, 05.05.2010&#10;http://www.presentationload.com/">
                <a:extLst>
                  <a:ext uri="{FF2B5EF4-FFF2-40B4-BE49-F238E27FC236}">
                    <a16:creationId xmlns:a16="http://schemas.microsoft.com/office/drawing/2014/main" id="{C251E309-BC40-A248-AB09-0A33DCE74BA7}"/>
                  </a:ext>
                </a:extLst>
              </p:cNvPr>
              <p:cNvSpPr>
                <a:spLocks/>
              </p:cNvSpPr>
              <p:nvPr/>
            </p:nvSpPr>
            <p:spPr bwMode="gray">
              <a:xfrm>
                <a:off x="6710722" y="3637108"/>
                <a:ext cx="443783" cy="387899"/>
              </a:xfrm>
              <a:custGeom>
                <a:avLst/>
                <a:gdLst>
                  <a:gd name="T0" fmla="*/ 2147483647 w 1056"/>
                  <a:gd name="T1" fmla="*/ 2147483647 h 924"/>
                  <a:gd name="T2" fmla="*/ 2147483647 w 1056"/>
                  <a:gd name="T3" fmla="*/ 2147483647 h 924"/>
                  <a:gd name="T4" fmla="*/ 2147483647 w 1056"/>
                  <a:gd name="T5" fmla="*/ 2147483647 h 924"/>
                  <a:gd name="T6" fmla="*/ 2147483647 w 1056"/>
                  <a:gd name="T7" fmla="*/ 2147483647 h 924"/>
                  <a:gd name="T8" fmla="*/ 2147483647 w 1056"/>
                  <a:gd name="T9" fmla="*/ 2147483647 h 924"/>
                  <a:gd name="T10" fmla="*/ 2147483647 w 1056"/>
                  <a:gd name="T11" fmla="*/ 2147483647 h 924"/>
                  <a:gd name="T12" fmla="*/ 2147483647 w 1056"/>
                  <a:gd name="T13" fmla="*/ 2147483647 h 924"/>
                  <a:gd name="T14" fmla="*/ 2147483647 w 1056"/>
                  <a:gd name="T15" fmla="*/ 2147483647 h 924"/>
                  <a:gd name="T16" fmla="*/ 2147483647 w 1056"/>
                  <a:gd name="T17" fmla="*/ 2147483647 h 924"/>
                  <a:gd name="T18" fmla="*/ 2147483647 w 1056"/>
                  <a:gd name="T19" fmla="*/ 2147483647 h 924"/>
                  <a:gd name="T20" fmla="*/ 2147483647 w 1056"/>
                  <a:gd name="T21" fmla="*/ 2147483647 h 924"/>
                  <a:gd name="T22" fmla="*/ 2147483647 w 1056"/>
                  <a:gd name="T23" fmla="*/ 2147483647 h 924"/>
                  <a:gd name="T24" fmla="*/ 2147483647 w 1056"/>
                  <a:gd name="T25" fmla="*/ 2147483647 h 924"/>
                  <a:gd name="T26" fmla="*/ 2147483647 w 1056"/>
                  <a:gd name="T27" fmla="*/ 2147483647 h 924"/>
                  <a:gd name="T28" fmla="*/ 2147483647 w 1056"/>
                  <a:gd name="T29" fmla="*/ 2147483647 h 924"/>
                  <a:gd name="T30" fmla="*/ 2147483647 w 1056"/>
                  <a:gd name="T31" fmla="*/ 2147483647 h 924"/>
                  <a:gd name="T32" fmla="*/ 2147483647 w 1056"/>
                  <a:gd name="T33" fmla="*/ 2147483647 h 924"/>
                  <a:gd name="T34" fmla="*/ 2147483647 w 1056"/>
                  <a:gd name="T35" fmla="*/ 2147483647 h 924"/>
                  <a:gd name="T36" fmla="*/ 2147483647 w 1056"/>
                  <a:gd name="T37" fmla="*/ 2147483647 h 924"/>
                  <a:gd name="T38" fmla="*/ 2147483647 w 1056"/>
                  <a:gd name="T39" fmla="*/ 2147483647 h 924"/>
                  <a:gd name="T40" fmla="*/ 2147483647 w 1056"/>
                  <a:gd name="T41" fmla="*/ 2147483647 h 924"/>
                  <a:gd name="T42" fmla="*/ 2147483647 w 1056"/>
                  <a:gd name="T43" fmla="*/ 2147483647 h 924"/>
                  <a:gd name="T44" fmla="*/ 2147483647 w 1056"/>
                  <a:gd name="T45" fmla="*/ 2147483647 h 924"/>
                  <a:gd name="T46" fmla="*/ 2147483647 w 1056"/>
                  <a:gd name="T47" fmla="*/ 2147483647 h 924"/>
                  <a:gd name="T48" fmla="*/ 2147483647 w 1056"/>
                  <a:gd name="T49" fmla="*/ 2147483647 h 924"/>
                  <a:gd name="T50" fmla="*/ 2147483647 w 1056"/>
                  <a:gd name="T51" fmla="*/ 2147483647 h 924"/>
                  <a:gd name="T52" fmla="*/ 2147483647 w 1056"/>
                  <a:gd name="T53" fmla="*/ 2147483647 h 924"/>
                  <a:gd name="T54" fmla="*/ 2147483647 w 1056"/>
                  <a:gd name="T55" fmla="*/ 2147483647 h 924"/>
                  <a:gd name="T56" fmla="*/ 2147483647 w 1056"/>
                  <a:gd name="T57" fmla="*/ 2147483647 h 924"/>
                  <a:gd name="T58" fmla="*/ 2147483647 w 1056"/>
                  <a:gd name="T59" fmla="*/ 2147483647 h 924"/>
                  <a:gd name="T60" fmla="*/ 2147483647 w 1056"/>
                  <a:gd name="T61" fmla="*/ 2147483647 h 924"/>
                  <a:gd name="T62" fmla="*/ 2147483647 w 1056"/>
                  <a:gd name="T63" fmla="*/ 2147483647 h 924"/>
                  <a:gd name="T64" fmla="*/ 2147483647 w 1056"/>
                  <a:gd name="T65" fmla="*/ 2147483647 h 924"/>
                  <a:gd name="T66" fmla="*/ 2147483647 w 1056"/>
                  <a:gd name="T67" fmla="*/ 2147483647 h 924"/>
                  <a:gd name="T68" fmla="*/ 2147483647 w 1056"/>
                  <a:gd name="T69" fmla="*/ 2147483647 h 924"/>
                  <a:gd name="T70" fmla="*/ 2147483647 w 1056"/>
                  <a:gd name="T71" fmla="*/ 2147483647 h 924"/>
                  <a:gd name="T72" fmla="*/ 2147483647 w 1056"/>
                  <a:gd name="T73" fmla="*/ 0 h 924"/>
                  <a:gd name="T74" fmla="*/ 2147483647 w 1056"/>
                  <a:gd name="T75" fmla="*/ 2147483647 h 924"/>
                  <a:gd name="T76" fmla="*/ 2147483647 w 1056"/>
                  <a:gd name="T77" fmla="*/ 2147483647 h 924"/>
                  <a:gd name="T78" fmla="*/ 2147483647 w 1056"/>
                  <a:gd name="T79" fmla="*/ 2147483647 h 924"/>
                  <a:gd name="T80" fmla="*/ 2147483647 w 1056"/>
                  <a:gd name="T81" fmla="*/ 2147483647 h 924"/>
                  <a:gd name="T82" fmla="*/ 2147483647 w 1056"/>
                  <a:gd name="T83" fmla="*/ 2147483647 h 924"/>
                  <a:gd name="T84" fmla="*/ 2147483647 w 1056"/>
                  <a:gd name="T85" fmla="*/ 2147483647 h 924"/>
                  <a:gd name="T86" fmla="*/ 2147483647 w 1056"/>
                  <a:gd name="T87" fmla="*/ 2147483647 h 924"/>
                  <a:gd name="T88" fmla="*/ 2147483647 w 1056"/>
                  <a:gd name="T89" fmla="*/ 2147483647 h 924"/>
                  <a:gd name="T90" fmla="*/ 2147483647 w 1056"/>
                  <a:gd name="T91" fmla="*/ 2147483647 h 924"/>
                  <a:gd name="T92" fmla="*/ 2147483647 w 1056"/>
                  <a:gd name="T93" fmla="*/ 2147483647 h 924"/>
                  <a:gd name="T94" fmla="*/ 2147483647 w 1056"/>
                  <a:gd name="T95" fmla="*/ 2147483647 h 924"/>
                  <a:gd name="T96" fmla="*/ 2147483647 w 1056"/>
                  <a:gd name="T97" fmla="*/ 2147483647 h 924"/>
                  <a:gd name="T98" fmla="*/ 2147483647 w 1056"/>
                  <a:gd name="T99" fmla="*/ 2147483647 h 924"/>
                  <a:gd name="T100" fmla="*/ 2147483647 w 1056"/>
                  <a:gd name="T101" fmla="*/ 2147483647 h 924"/>
                  <a:gd name="T102" fmla="*/ 2147483647 w 1056"/>
                  <a:gd name="T103" fmla="*/ 2147483647 h 924"/>
                  <a:gd name="T104" fmla="*/ 2147483647 w 1056"/>
                  <a:gd name="T105" fmla="*/ 2147483647 h 924"/>
                  <a:gd name="T106" fmla="*/ 2147483647 w 1056"/>
                  <a:gd name="T107" fmla="*/ 2147483647 h 924"/>
                  <a:gd name="T108" fmla="*/ 2147483647 w 1056"/>
                  <a:gd name="T109" fmla="*/ 2147483647 h 924"/>
                  <a:gd name="T110" fmla="*/ 2147483647 w 1056"/>
                  <a:gd name="T111" fmla="*/ 2147483647 h 924"/>
                  <a:gd name="T112" fmla="*/ 2147483647 w 1056"/>
                  <a:gd name="T113" fmla="*/ 2147483647 h 924"/>
                  <a:gd name="T114" fmla="*/ 2147483647 w 1056"/>
                  <a:gd name="T115" fmla="*/ 2147483647 h 924"/>
                  <a:gd name="T116" fmla="*/ 2147483647 w 1056"/>
                  <a:gd name="T117" fmla="*/ 2147483647 h 9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56"/>
                  <a:gd name="T178" fmla="*/ 0 h 924"/>
                  <a:gd name="T179" fmla="*/ 1056 w 1056"/>
                  <a:gd name="T180" fmla="*/ 924 h 9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56" h="924">
                    <a:moveTo>
                      <a:pt x="84" y="642"/>
                    </a:moveTo>
                    <a:lnTo>
                      <a:pt x="108" y="642"/>
                    </a:lnTo>
                    <a:lnTo>
                      <a:pt x="114" y="666"/>
                    </a:lnTo>
                    <a:lnTo>
                      <a:pt x="126" y="666"/>
                    </a:lnTo>
                    <a:lnTo>
                      <a:pt x="126" y="702"/>
                    </a:lnTo>
                    <a:lnTo>
                      <a:pt x="138" y="708"/>
                    </a:lnTo>
                    <a:lnTo>
                      <a:pt x="138" y="726"/>
                    </a:lnTo>
                    <a:lnTo>
                      <a:pt x="156" y="762"/>
                    </a:lnTo>
                    <a:lnTo>
                      <a:pt x="168" y="768"/>
                    </a:lnTo>
                    <a:lnTo>
                      <a:pt x="186" y="768"/>
                    </a:lnTo>
                    <a:lnTo>
                      <a:pt x="192" y="774"/>
                    </a:lnTo>
                    <a:lnTo>
                      <a:pt x="198" y="786"/>
                    </a:lnTo>
                    <a:lnTo>
                      <a:pt x="198" y="804"/>
                    </a:lnTo>
                    <a:lnTo>
                      <a:pt x="210" y="840"/>
                    </a:lnTo>
                    <a:lnTo>
                      <a:pt x="282" y="846"/>
                    </a:lnTo>
                    <a:lnTo>
                      <a:pt x="360" y="906"/>
                    </a:lnTo>
                    <a:lnTo>
                      <a:pt x="390" y="906"/>
                    </a:lnTo>
                    <a:lnTo>
                      <a:pt x="402" y="912"/>
                    </a:lnTo>
                    <a:lnTo>
                      <a:pt x="432" y="912"/>
                    </a:lnTo>
                    <a:lnTo>
                      <a:pt x="444" y="918"/>
                    </a:lnTo>
                    <a:lnTo>
                      <a:pt x="450" y="918"/>
                    </a:lnTo>
                    <a:lnTo>
                      <a:pt x="462" y="924"/>
                    </a:lnTo>
                    <a:lnTo>
                      <a:pt x="486" y="906"/>
                    </a:lnTo>
                    <a:lnTo>
                      <a:pt x="486" y="894"/>
                    </a:lnTo>
                    <a:lnTo>
                      <a:pt x="498" y="882"/>
                    </a:lnTo>
                    <a:lnTo>
                      <a:pt x="510" y="882"/>
                    </a:lnTo>
                    <a:lnTo>
                      <a:pt x="522" y="876"/>
                    </a:lnTo>
                    <a:lnTo>
                      <a:pt x="528" y="870"/>
                    </a:lnTo>
                    <a:lnTo>
                      <a:pt x="534" y="870"/>
                    </a:lnTo>
                    <a:lnTo>
                      <a:pt x="552" y="852"/>
                    </a:lnTo>
                    <a:lnTo>
                      <a:pt x="576" y="882"/>
                    </a:lnTo>
                    <a:lnTo>
                      <a:pt x="606" y="882"/>
                    </a:lnTo>
                    <a:lnTo>
                      <a:pt x="612" y="876"/>
                    </a:lnTo>
                    <a:lnTo>
                      <a:pt x="636" y="882"/>
                    </a:lnTo>
                    <a:lnTo>
                      <a:pt x="636" y="876"/>
                    </a:lnTo>
                    <a:lnTo>
                      <a:pt x="648" y="864"/>
                    </a:lnTo>
                    <a:lnTo>
                      <a:pt x="660" y="864"/>
                    </a:lnTo>
                    <a:lnTo>
                      <a:pt x="672" y="858"/>
                    </a:lnTo>
                    <a:lnTo>
                      <a:pt x="696" y="858"/>
                    </a:lnTo>
                    <a:lnTo>
                      <a:pt x="714" y="840"/>
                    </a:lnTo>
                    <a:lnTo>
                      <a:pt x="714" y="828"/>
                    </a:lnTo>
                    <a:lnTo>
                      <a:pt x="726" y="822"/>
                    </a:lnTo>
                    <a:lnTo>
                      <a:pt x="732" y="816"/>
                    </a:lnTo>
                    <a:lnTo>
                      <a:pt x="744" y="810"/>
                    </a:lnTo>
                    <a:lnTo>
                      <a:pt x="756" y="810"/>
                    </a:lnTo>
                    <a:lnTo>
                      <a:pt x="762" y="804"/>
                    </a:lnTo>
                    <a:lnTo>
                      <a:pt x="846" y="804"/>
                    </a:lnTo>
                    <a:lnTo>
                      <a:pt x="1056" y="558"/>
                    </a:lnTo>
                    <a:lnTo>
                      <a:pt x="984" y="564"/>
                    </a:lnTo>
                    <a:lnTo>
                      <a:pt x="948" y="546"/>
                    </a:lnTo>
                    <a:lnTo>
                      <a:pt x="936" y="534"/>
                    </a:lnTo>
                    <a:lnTo>
                      <a:pt x="918" y="528"/>
                    </a:lnTo>
                    <a:lnTo>
                      <a:pt x="906" y="522"/>
                    </a:lnTo>
                    <a:lnTo>
                      <a:pt x="882" y="516"/>
                    </a:lnTo>
                    <a:lnTo>
                      <a:pt x="810" y="492"/>
                    </a:lnTo>
                    <a:lnTo>
                      <a:pt x="774" y="474"/>
                    </a:lnTo>
                    <a:lnTo>
                      <a:pt x="768" y="462"/>
                    </a:lnTo>
                    <a:lnTo>
                      <a:pt x="762" y="456"/>
                    </a:lnTo>
                    <a:lnTo>
                      <a:pt x="756" y="444"/>
                    </a:lnTo>
                    <a:lnTo>
                      <a:pt x="732" y="444"/>
                    </a:lnTo>
                    <a:lnTo>
                      <a:pt x="732" y="438"/>
                    </a:lnTo>
                    <a:lnTo>
                      <a:pt x="726" y="432"/>
                    </a:lnTo>
                    <a:lnTo>
                      <a:pt x="714" y="408"/>
                    </a:lnTo>
                    <a:lnTo>
                      <a:pt x="708" y="402"/>
                    </a:lnTo>
                    <a:lnTo>
                      <a:pt x="702" y="390"/>
                    </a:lnTo>
                    <a:lnTo>
                      <a:pt x="696" y="384"/>
                    </a:lnTo>
                    <a:lnTo>
                      <a:pt x="690" y="372"/>
                    </a:lnTo>
                    <a:lnTo>
                      <a:pt x="690" y="360"/>
                    </a:lnTo>
                    <a:lnTo>
                      <a:pt x="678" y="348"/>
                    </a:lnTo>
                    <a:lnTo>
                      <a:pt x="696" y="318"/>
                    </a:lnTo>
                    <a:lnTo>
                      <a:pt x="690" y="312"/>
                    </a:lnTo>
                    <a:lnTo>
                      <a:pt x="678" y="306"/>
                    </a:lnTo>
                    <a:lnTo>
                      <a:pt x="666" y="306"/>
                    </a:lnTo>
                    <a:lnTo>
                      <a:pt x="660" y="312"/>
                    </a:lnTo>
                    <a:lnTo>
                      <a:pt x="654" y="312"/>
                    </a:lnTo>
                    <a:lnTo>
                      <a:pt x="648" y="318"/>
                    </a:lnTo>
                    <a:lnTo>
                      <a:pt x="624" y="318"/>
                    </a:lnTo>
                    <a:lnTo>
                      <a:pt x="612" y="306"/>
                    </a:lnTo>
                    <a:lnTo>
                      <a:pt x="612" y="294"/>
                    </a:lnTo>
                    <a:lnTo>
                      <a:pt x="606" y="276"/>
                    </a:lnTo>
                    <a:lnTo>
                      <a:pt x="606" y="264"/>
                    </a:lnTo>
                    <a:lnTo>
                      <a:pt x="624" y="246"/>
                    </a:lnTo>
                    <a:lnTo>
                      <a:pt x="654" y="192"/>
                    </a:lnTo>
                    <a:lnTo>
                      <a:pt x="642" y="174"/>
                    </a:lnTo>
                    <a:lnTo>
                      <a:pt x="630" y="174"/>
                    </a:lnTo>
                    <a:lnTo>
                      <a:pt x="618" y="168"/>
                    </a:lnTo>
                    <a:lnTo>
                      <a:pt x="612" y="162"/>
                    </a:lnTo>
                    <a:lnTo>
                      <a:pt x="612" y="138"/>
                    </a:lnTo>
                    <a:lnTo>
                      <a:pt x="600" y="126"/>
                    </a:lnTo>
                    <a:lnTo>
                      <a:pt x="576" y="114"/>
                    </a:lnTo>
                    <a:lnTo>
                      <a:pt x="570" y="108"/>
                    </a:lnTo>
                    <a:lnTo>
                      <a:pt x="546" y="72"/>
                    </a:lnTo>
                    <a:lnTo>
                      <a:pt x="534" y="66"/>
                    </a:lnTo>
                    <a:lnTo>
                      <a:pt x="528" y="60"/>
                    </a:lnTo>
                    <a:lnTo>
                      <a:pt x="516" y="60"/>
                    </a:lnTo>
                    <a:lnTo>
                      <a:pt x="498" y="36"/>
                    </a:lnTo>
                    <a:lnTo>
                      <a:pt x="468" y="36"/>
                    </a:lnTo>
                    <a:lnTo>
                      <a:pt x="462" y="30"/>
                    </a:lnTo>
                    <a:lnTo>
                      <a:pt x="444" y="30"/>
                    </a:lnTo>
                    <a:lnTo>
                      <a:pt x="432" y="36"/>
                    </a:lnTo>
                    <a:lnTo>
                      <a:pt x="420" y="36"/>
                    </a:lnTo>
                    <a:lnTo>
                      <a:pt x="420" y="24"/>
                    </a:lnTo>
                    <a:lnTo>
                      <a:pt x="414" y="18"/>
                    </a:lnTo>
                    <a:lnTo>
                      <a:pt x="408" y="24"/>
                    </a:lnTo>
                    <a:lnTo>
                      <a:pt x="402" y="36"/>
                    </a:lnTo>
                    <a:lnTo>
                      <a:pt x="372" y="36"/>
                    </a:lnTo>
                    <a:lnTo>
                      <a:pt x="366" y="24"/>
                    </a:lnTo>
                    <a:lnTo>
                      <a:pt x="360" y="18"/>
                    </a:lnTo>
                    <a:lnTo>
                      <a:pt x="354" y="18"/>
                    </a:lnTo>
                    <a:lnTo>
                      <a:pt x="342" y="6"/>
                    </a:lnTo>
                    <a:lnTo>
                      <a:pt x="330" y="0"/>
                    </a:lnTo>
                    <a:lnTo>
                      <a:pt x="330" y="12"/>
                    </a:lnTo>
                    <a:lnTo>
                      <a:pt x="324" y="24"/>
                    </a:lnTo>
                    <a:lnTo>
                      <a:pt x="318" y="42"/>
                    </a:lnTo>
                    <a:lnTo>
                      <a:pt x="318" y="54"/>
                    </a:lnTo>
                    <a:lnTo>
                      <a:pt x="306" y="66"/>
                    </a:lnTo>
                    <a:lnTo>
                      <a:pt x="288" y="48"/>
                    </a:lnTo>
                    <a:lnTo>
                      <a:pt x="288" y="42"/>
                    </a:lnTo>
                    <a:lnTo>
                      <a:pt x="282" y="36"/>
                    </a:lnTo>
                    <a:lnTo>
                      <a:pt x="276" y="36"/>
                    </a:lnTo>
                    <a:lnTo>
                      <a:pt x="276" y="42"/>
                    </a:lnTo>
                    <a:lnTo>
                      <a:pt x="270" y="48"/>
                    </a:lnTo>
                    <a:lnTo>
                      <a:pt x="234" y="48"/>
                    </a:lnTo>
                    <a:lnTo>
                      <a:pt x="234" y="90"/>
                    </a:lnTo>
                    <a:lnTo>
                      <a:pt x="228" y="96"/>
                    </a:lnTo>
                    <a:lnTo>
                      <a:pt x="222" y="108"/>
                    </a:lnTo>
                    <a:lnTo>
                      <a:pt x="216" y="114"/>
                    </a:lnTo>
                    <a:lnTo>
                      <a:pt x="210" y="126"/>
                    </a:lnTo>
                    <a:lnTo>
                      <a:pt x="210" y="174"/>
                    </a:lnTo>
                    <a:lnTo>
                      <a:pt x="180" y="174"/>
                    </a:lnTo>
                    <a:lnTo>
                      <a:pt x="174" y="180"/>
                    </a:lnTo>
                    <a:lnTo>
                      <a:pt x="168" y="192"/>
                    </a:lnTo>
                    <a:lnTo>
                      <a:pt x="162" y="198"/>
                    </a:lnTo>
                    <a:lnTo>
                      <a:pt x="162" y="234"/>
                    </a:lnTo>
                    <a:lnTo>
                      <a:pt x="156" y="240"/>
                    </a:lnTo>
                    <a:lnTo>
                      <a:pt x="144" y="240"/>
                    </a:lnTo>
                    <a:lnTo>
                      <a:pt x="138" y="246"/>
                    </a:lnTo>
                    <a:lnTo>
                      <a:pt x="138" y="270"/>
                    </a:lnTo>
                    <a:lnTo>
                      <a:pt x="126" y="288"/>
                    </a:lnTo>
                    <a:lnTo>
                      <a:pt x="126" y="294"/>
                    </a:lnTo>
                    <a:lnTo>
                      <a:pt x="132" y="300"/>
                    </a:lnTo>
                    <a:lnTo>
                      <a:pt x="132" y="336"/>
                    </a:lnTo>
                    <a:lnTo>
                      <a:pt x="126" y="342"/>
                    </a:lnTo>
                    <a:lnTo>
                      <a:pt x="114" y="342"/>
                    </a:lnTo>
                    <a:lnTo>
                      <a:pt x="108" y="336"/>
                    </a:lnTo>
                    <a:lnTo>
                      <a:pt x="108" y="324"/>
                    </a:lnTo>
                    <a:lnTo>
                      <a:pt x="102" y="324"/>
                    </a:lnTo>
                    <a:lnTo>
                      <a:pt x="84" y="342"/>
                    </a:lnTo>
                    <a:lnTo>
                      <a:pt x="84" y="360"/>
                    </a:lnTo>
                    <a:lnTo>
                      <a:pt x="90" y="372"/>
                    </a:lnTo>
                    <a:lnTo>
                      <a:pt x="90" y="390"/>
                    </a:lnTo>
                    <a:lnTo>
                      <a:pt x="84" y="396"/>
                    </a:lnTo>
                    <a:lnTo>
                      <a:pt x="72" y="402"/>
                    </a:lnTo>
                    <a:lnTo>
                      <a:pt x="66" y="414"/>
                    </a:lnTo>
                    <a:lnTo>
                      <a:pt x="66" y="426"/>
                    </a:lnTo>
                    <a:lnTo>
                      <a:pt x="72" y="438"/>
                    </a:lnTo>
                    <a:lnTo>
                      <a:pt x="72" y="450"/>
                    </a:lnTo>
                    <a:lnTo>
                      <a:pt x="78" y="456"/>
                    </a:lnTo>
                    <a:lnTo>
                      <a:pt x="78" y="492"/>
                    </a:lnTo>
                    <a:lnTo>
                      <a:pt x="72" y="504"/>
                    </a:lnTo>
                    <a:lnTo>
                      <a:pt x="72" y="516"/>
                    </a:lnTo>
                    <a:lnTo>
                      <a:pt x="66" y="522"/>
                    </a:lnTo>
                    <a:lnTo>
                      <a:pt x="54" y="522"/>
                    </a:lnTo>
                    <a:lnTo>
                      <a:pt x="48" y="528"/>
                    </a:lnTo>
                    <a:lnTo>
                      <a:pt x="42" y="522"/>
                    </a:lnTo>
                    <a:lnTo>
                      <a:pt x="6" y="522"/>
                    </a:lnTo>
                    <a:lnTo>
                      <a:pt x="12" y="546"/>
                    </a:lnTo>
                    <a:lnTo>
                      <a:pt x="6" y="552"/>
                    </a:lnTo>
                    <a:lnTo>
                      <a:pt x="0" y="564"/>
                    </a:lnTo>
                    <a:lnTo>
                      <a:pt x="0" y="576"/>
                    </a:lnTo>
                    <a:lnTo>
                      <a:pt x="6" y="576"/>
                    </a:lnTo>
                    <a:lnTo>
                      <a:pt x="18" y="582"/>
                    </a:lnTo>
                    <a:lnTo>
                      <a:pt x="42" y="582"/>
                    </a:lnTo>
                    <a:lnTo>
                      <a:pt x="48" y="588"/>
                    </a:lnTo>
                    <a:lnTo>
                      <a:pt x="60" y="594"/>
                    </a:lnTo>
                    <a:lnTo>
                      <a:pt x="66" y="606"/>
                    </a:lnTo>
                    <a:lnTo>
                      <a:pt x="78" y="612"/>
                    </a:lnTo>
                    <a:lnTo>
                      <a:pt x="78" y="630"/>
                    </a:lnTo>
                    <a:lnTo>
                      <a:pt x="84" y="6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3" name="Eritrea" descr="© INSCALE GmbH, 05.05.2010&#10;http://www.presentationload.com/">
                <a:extLst>
                  <a:ext uri="{FF2B5EF4-FFF2-40B4-BE49-F238E27FC236}">
                    <a16:creationId xmlns:a16="http://schemas.microsoft.com/office/drawing/2014/main" id="{28E99D8A-B87D-9E48-9F9F-7AED1DFF3B54}"/>
                  </a:ext>
                </a:extLst>
              </p:cNvPr>
              <p:cNvSpPr>
                <a:spLocks/>
              </p:cNvSpPr>
              <p:nvPr/>
            </p:nvSpPr>
            <p:spPr bwMode="gray">
              <a:xfrm>
                <a:off x="6804408" y="3530270"/>
                <a:ext cx="202169" cy="192306"/>
              </a:xfrm>
              <a:custGeom>
                <a:avLst/>
                <a:gdLst>
                  <a:gd name="T0" fmla="*/ 2147483647 w 480"/>
                  <a:gd name="T1" fmla="*/ 2147483647 h 456"/>
                  <a:gd name="T2" fmla="*/ 2147483647 w 480"/>
                  <a:gd name="T3" fmla="*/ 2147483647 h 456"/>
                  <a:gd name="T4" fmla="*/ 2147483647 w 480"/>
                  <a:gd name="T5" fmla="*/ 2147483647 h 456"/>
                  <a:gd name="T6" fmla="*/ 2147483647 w 480"/>
                  <a:gd name="T7" fmla="*/ 2147483647 h 456"/>
                  <a:gd name="T8" fmla="*/ 2147483647 w 480"/>
                  <a:gd name="T9" fmla="*/ 2147483647 h 456"/>
                  <a:gd name="T10" fmla="*/ 2147483647 w 480"/>
                  <a:gd name="T11" fmla="*/ 2147483647 h 456"/>
                  <a:gd name="T12" fmla="*/ 2147483647 w 480"/>
                  <a:gd name="T13" fmla="*/ 2147483647 h 456"/>
                  <a:gd name="T14" fmla="*/ 2147483647 w 480"/>
                  <a:gd name="T15" fmla="*/ 2147483647 h 456"/>
                  <a:gd name="T16" fmla="*/ 0 w 480"/>
                  <a:gd name="T17" fmla="*/ 2147483647 h 456"/>
                  <a:gd name="T18" fmla="*/ 2147483647 w 480"/>
                  <a:gd name="T19" fmla="*/ 2147483647 h 456"/>
                  <a:gd name="T20" fmla="*/ 2147483647 w 480"/>
                  <a:gd name="T21" fmla="*/ 2147483647 h 456"/>
                  <a:gd name="T22" fmla="*/ 2147483647 w 480"/>
                  <a:gd name="T23" fmla="*/ 2147483647 h 456"/>
                  <a:gd name="T24" fmla="*/ 2147483647 w 480"/>
                  <a:gd name="T25" fmla="*/ 2147483647 h 456"/>
                  <a:gd name="T26" fmla="*/ 2147483647 w 480"/>
                  <a:gd name="T27" fmla="*/ 2147483647 h 456"/>
                  <a:gd name="T28" fmla="*/ 2147483647 w 480"/>
                  <a:gd name="T29" fmla="*/ 2147483647 h 456"/>
                  <a:gd name="T30" fmla="*/ 2147483647 w 480"/>
                  <a:gd name="T31" fmla="*/ 2147483647 h 456"/>
                  <a:gd name="T32" fmla="*/ 2147483647 w 480"/>
                  <a:gd name="T33" fmla="*/ 2147483647 h 456"/>
                  <a:gd name="T34" fmla="*/ 2147483647 w 480"/>
                  <a:gd name="T35" fmla="*/ 2147483647 h 456"/>
                  <a:gd name="T36" fmla="*/ 2147483647 w 480"/>
                  <a:gd name="T37" fmla="*/ 2147483647 h 456"/>
                  <a:gd name="T38" fmla="*/ 2147483647 w 480"/>
                  <a:gd name="T39" fmla="*/ 2147483647 h 456"/>
                  <a:gd name="T40" fmla="*/ 2147483647 w 480"/>
                  <a:gd name="T41" fmla="*/ 2147483647 h 456"/>
                  <a:gd name="T42" fmla="*/ 2147483647 w 480"/>
                  <a:gd name="T43" fmla="*/ 2147483647 h 456"/>
                  <a:gd name="T44" fmla="*/ 2147483647 w 480"/>
                  <a:gd name="T45" fmla="*/ 2147483647 h 456"/>
                  <a:gd name="T46" fmla="*/ 2147483647 w 480"/>
                  <a:gd name="T47" fmla="*/ 2147483647 h 456"/>
                  <a:gd name="T48" fmla="*/ 2147483647 w 480"/>
                  <a:gd name="T49" fmla="*/ 2147483647 h 456"/>
                  <a:gd name="T50" fmla="*/ 2147483647 w 480"/>
                  <a:gd name="T51" fmla="*/ 2147483647 h 456"/>
                  <a:gd name="T52" fmla="*/ 2147483647 w 480"/>
                  <a:gd name="T53" fmla="*/ 2147483647 h 456"/>
                  <a:gd name="T54" fmla="*/ 2147483647 w 480"/>
                  <a:gd name="T55" fmla="*/ 2147483647 h 456"/>
                  <a:gd name="T56" fmla="*/ 2147483647 w 480"/>
                  <a:gd name="T57" fmla="*/ 2147483647 h 456"/>
                  <a:gd name="T58" fmla="*/ 2147483647 w 480"/>
                  <a:gd name="T59" fmla="*/ 2147483647 h 456"/>
                  <a:gd name="T60" fmla="*/ 2147483647 w 480"/>
                  <a:gd name="T61" fmla="*/ 2147483647 h 456"/>
                  <a:gd name="T62" fmla="*/ 2147483647 w 480"/>
                  <a:gd name="T63" fmla="*/ 2147483647 h 456"/>
                  <a:gd name="T64" fmla="*/ 2147483647 w 480"/>
                  <a:gd name="T65" fmla="*/ 2147483647 h 456"/>
                  <a:gd name="T66" fmla="*/ 2147483647 w 480"/>
                  <a:gd name="T67" fmla="*/ 2147483647 h 456"/>
                  <a:gd name="T68" fmla="*/ 2147483647 w 480"/>
                  <a:gd name="T69" fmla="*/ 2147483647 h 456"/>
                  <a:gd name="T70" fmla="*/ 2147483647 w 480"/>
                  <a:gd name="T71" fmla="*/ 2147483647 h 456"/>
                  <a:gd name="T72" fmla="*/ 2147483647 w 480"/>
                  <a:gd name="T73" fmla="*/ 2147483647 h 456"/>
                  <a:gd name="T74" fmla="*/ 2147483647 w 480"/>
                  <a:gd name="T75" fmla="*/ 2147483647 h 456"/>
                  <a:gd name="T76" fmla="*/ 2147483647 w 480"/>
                  <a:gd name="T77" fmla="*/ 2147483647 h 456"/>
                  <a:gd name="T78" fmla="*/ 2147483647 w 480"/>
                  <a:gd name="T79" fmla="*/ 2147483647 h 456"/>
                  <a:gd name="T80" fmla="*/ 2147483647 w 480"/>
                  <a:gd name="T81" fmla="*/ 2147483647 h 456"/>
                  <a:gd name="T82" fmla="*/ 2147483647 w 480"/>
                  <a:gd name="T83" fmla="*/ 2147483647 h 456"/>
                  <a:gd name="T84" fmla="*/ 2147483647 w 480"/>
                  <a:gd name="T85" fmla="*/ 2147483647 h 456"/>
                  <a:gd name="T86" fmla="*/ 2147483647 w 480"/>
                  <a:gd name="T87" fmla="*/ 2147483647 h 456"/>
                  <a:gd name="T88" fmla="*/ 2147483647 w 480"/>
                  <a:gd name="T89" fmla="*/ 2147483647 h 456"/>
                  <a:gd name="T90" fmla="*/ 2147483647 w 480"/>
                  <a:gd name="T91" fmla="*/ 2147483647 h 456"/>
                  <a:gd name="T92" fmla="*/ 2147483647 w 480"/>
                  <a:gd name="T93" fmla="*/ 2147483647 h 456"/>
                  <a:gd name="T94" fmla="*/ 2147483647 w 480"/>
                  <a:gd name="T95" fmla="*/ 2147483647 h 456"/>
                  <a:gd name="T96" fmla="*/ 2147483647 w 480"/>
                  <a:gd name="T97" fmla="*/ 0 h 456"/>
                  <a:gd name="T98" fmla="*/ 2147483647 w 480"/>
                  <a:gd name="T99" fmla="*/ 2147483647 h 456"/>
                  <a:gd name="T100" fmla="*/ 2147483647 w 480"/>
                  <a:gd name="T101" fmla="*/ 2147483647 h 456"/>
                  <a:gd name="T102" fmla="*/ 2147483647 w 480"/>
                  <a:gd name="T103" fmla="*/ 2147483647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80"/>
                  <a:gd name="T157" fmla="*/ 0 h 456"/>
                  <a:gd name="T158" fmla="*/ 480 w 480"/>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80" h="456">
                    <a:moveTo>
                      <a:pt x="78" y="54"/>
                    </a:moveTo>
                    <a:lnTo>
                      <a:pt x="78" y="66"/>
                    </a:lnTo>
                    <a:lnTo>
                      <a:pt x="72" y="72"/>
                    </a:lnTo>
                    <a:lnTo>
                      <a:pt x="72" y="78"/>
                    </a:lnTo>
                    <a:lnTo>
                      <a:pt x="66" y="84"/>
                    </a:lnTo>
                    <a:lnTo>
                      <a:pt x="48" y="84"/>
                    </a:lnTo>
                    <a:lnTo>
                      <a:pt x="48" y="102"/>
                    </a:lnTo>
                    <a:lnTo>
                      <a:pt x="42" y="108"/>
                    </a:lnTo>
                    <a:lnTo>
                      <a:pt x="30" y="108"/>
                    </a:lnTo>
                    <a:lnTo>
                      <a:pt x="30" y="120"/>
                    </a:lnTo>
                    <a:lnTo>
                      <a:pt x="36" y="126"/>
                    </a:lnTo>
                    <a:lnTo>
                      <a:pt x="36" y="168"/>
                    </a:lnTo>
                    <a:lnTo>
                      <a:pt x="30" y="180"/>
                    </a:lnTo>
                    <a:lnTo>
                      <a:pt x="24" y="186"/>
                    </a:lnTo>
                    <a:lnTo>
                      <a:pt x="18" y="186"/>
                    </a:lnTo>
                    <a:lnTo>
                      <a:pt x="18" y="222"/>
                    </a:lnTo>
                    <a:lnTo>
                      <a:pt x="12" y="222"/>
                    </a:lnTo>
                    <a:lnTo>
                      <a:pt x="0" y="228"/>
                    </a:lnTo>
                    <a:lnTo>
                      <a:pt x="0" y="246"/>
                    </a:lnTo>
                    <a:lnTo>
                      <a:pt x="6" y="252"/>
                    </a:lnTo>
                    <a:lnTo>
                      <a:pt x="12" y="300"/>
                    </a:lnTo>
                    <a:lnTo>
                      <a:pt x="48" y="300"/>
                    </a:lnTo>
                    <a:lnTo>
                      <a:pt x="54" y="294"/>
                    </a:lnTo>
                    <a:lnTo>
                      <a:pt x="54" y="288"/>
                    </a:lnTo>
                    <a:lnTo>
                      <a:pt x="60" y="288"/>
                    </a:lnTo>
                    <a:lnTo>
                      <a:pt x="66" y="294"/>
                    </a:lnTo>
                    <a:lnTo>
                      <a:pt x="66" y="300"/>
                    </a:lnTo>
                    <a:lnTo>
                      <a:pt x="84" y="318"/>
                    </a:lnTo>
                    <a:lnTo>
                      <a:pt x="96" y="306"/>
                    </a:lnTo>
                    <a:lnTo>
                      <a:pt x="96" y="294"/>
                    </a:lnTo>
                    <a:lnTo>
                      <a:pt x="102" y="276"/>
                    </a:lnTo>
                    <a:lnTo>
                      <a:pt x="108" y="264"/>
                    </a:lnTo>
                    <a:lnTo>
                      <a:pt x="108" y="252"/>
                    </a:lnTo>
                    <a:lnTo>
                      <a:pt x="120" y="258"/>
                    </a:lnTo>
                    <a:lnTo>
                      <a:pt x="132" y="270"/>
                    </a:lnTo>
                    <a:lnTo>
                      <a:pt x="138" y="270"/>
                    </a:lnTo>
                    <a:lnTo>
                      <a:pt x="144" y="276"/>
                    </a:lnTo>
                    <a:lnTo>
                      <a:pt x="150" y="288"/>
                    </a:lnTo>
                    <a:lnTo>
                      <a:pt x="180" y="288"/>
                    </a:lnTo>
                    <a:lnTo>
                      <a:pt x="186" y="276"/>
                    </a:lnTo>
                    <a:lnTo>
                      <a:pt x="192" y="270"/>
                    </a:lnTo>
                    <a:lnTo>
                      <a:pt x="198" y="276"/>
                    </a:lnTo>
                    <a:lnTo>
                      <a:pt x="198" y="288"/>
                    </a:lnTo>
                    <a:lnTo>
                      <a:pt x="210" y="288"/>
                    </a:lnTo>
                    <a:lnTo>
                      <a:pt x="222" y="282"/>
                    </a:lnTo>
                    <a:lnTo>
                      <a:pt x="240" y="282"/>
                    </a:lnTo>
                    <a:lnTo>
                      <a:pt x="246" y="288"/>
                    </a:lnTo>
                    <a:lnTo>
                      <a:pt x="276" y="288"/>
                    </a:lnTo>
                    <a:lnTo>
                      <a:pt x="294" y="312"/>
                    </a:lnTo>
                    <a:lnTo>
                      <a:pt x="306" y="312"/>
                    </a:lnTo>
                    <a:lnTo>
                      <a:pt x="312" y="318"/>
                    </a:lnTo>
                    <a:lnTo>
                      <a:pt x="324" y="324"/>
                    </a:lnTo>
                    <a:lnTo>
                      <a:pt x="348" y="360"/>
                    </a:lnTo>
                    <a:lnTo>
                      <a:pt x="354" y="366"/>
                    </a:lnTo>
                    <a:lnTo>
                      <a:pt x="378" y="378"/>
                    </a:lnTo>
                    <a:lnTo>
                      <a:pt x="390" y="390"/>
                    </a:lnTo>
                    <a:lnTo>
                      <a:pt x="390" y="414"/>
                    </a:lnTo>
                    <a:lnTo>
                      <a:pt x="396" y="420"/>
                    </a:lnTo>
                    <a:lnTo>
                      <a:pt x="408" y="426"/>
                    </a:lnTo>
                    <a:lnTo>
                      <a:pt x="420" y="426"/>
                    </a:lnTo>
                    <a:lnTo>
                      <a:pt x="432" y="444"/>
                    </a:lnTo>
                    <a:lnTo>
                      <a:pt x="456" y="456"/>
                    </a:lnTo>
                    <a:lnTo>
                      <a:pt x="468" y="438"/>
                    </a:lnTo>
                    <a:lnTo>
                      <a:pt x="480" y="432"/>
                    </a:lnTo>
                    <a:lnTo>
                      <a:pt x="474" y="420"/>
                    </a:lnTo>
                    <a:lnTo>
                      <a:pt x="456" y="402"/>
                    </a:lnTo>
                    <a:lnTo>
                      <a:pt x="432" y="402"/>
                    </a:lnTo>
                    <a:lnTo>
                      <a:pt x="426" y="396"/>
                    </a:lnTo>
                    <a:lnTo>
                      <a:pt x="426" y="360"/>
                    </a:lnTo>
                    <a:lnTo>
                      <a:pt x="420" y="360"/>
                    </a:lnTo>
                    <a:lnTo>
                      <a:pt x="414" y="354"/>
                    </a:lnTo>
                    <a:lnTo>
                      <a:pt x="366" y="330"/>
                    </a:lnTo>
                    <a:lnTo>
                      <a:pt x="360" y="324"/>
                    </a:lnTo>
                    <a:lnTo>
                      <a:pt x="360" y="312"/>
                    </a:lnTo>
                    <a:lnTo>
                      <a:pt x="354" y="300"/>
                    </a:lnTo>
                    <a:lnTo>
                      <a:pt x="354" y="288"/>
                    </a:lnTo>
                    <a:lnTo>
                      <a:pt x="348" y="276"/>
                    </a:lnTo>
                    <a:lnTo>
                      <a:pt x="348" y="270"/>
                    </a:lnTo>
                    <a:lnTo>
                      <a:pt x="336" y="270"/>
                    </a:lnTo>
                    <a:lnTo>
                      <a:pt x="324" y="264"/>
                    </a:lnTo>
                    <a:lnTo>
                      <a:pt x="306" y="264"/>
                    </a:lnTo>
                    <a:lnTo>
                      <a:pt x="282" y="240"/>
                    </a:lnTo>
                    <a:lnTo>
                      <a:pt x="264" y="246"/>
                    </a:lnTo>
                    <a:lnTo>
                      <a:pt x="252" y="228"/>
                    </a:lnTo>
                    <a:lnTo>
                      <a:pt x="234" y="222"/>
                    </a:lnTo>
                    <a:lnTo>
                      <a:pt x="216" y="204"/>
                    </a:lnTo>
                    <a:lnTo>
                      <a:pt x="210" y="192"/>
                    </a:lnTo>
                    <a:lnTo>
                      <a:pt x="204" y="186"/>
                    </a:lnTo>
                    <a:lnTo>
                      <a:pt x="198" y="174"/>
                    </a:lnTo>
                    <a:lnTo>
                      <a:pt x="198" y="114"/>
                    </a:lnTo>
                    <a:lnTo>
                      <a:pt x="192" y="90"/>
                    </a:lnTo>
                    <a:lnTo>
                      <a:pt x="186" y="78"/>
                    </a:lnTo>
                    <a:lnTo>
                      <a:pt x="180" y="60"/>
                    </a:lnTo>
                    <a:lnTo>
                      <a:pt x="168" y="42"/>
                    </a:lnTo>
                    <a:lnTo>
                      <a:pt x="162" y="24"/>
                    </a:lnTo>
                    <a:lnTo>
                      <a:pt x="156" y="12"/>
                    </a:lnTo>
                    <a:lnTo>
                      <a:pt x="150" y="6"/>
                    </a:lnTo>
                    <a:lnTo>
                      <a:pt x="150" y="0"/>
                    </a:lnTo>
                    <a:lnTo>
                      <a:pt x="144" y="0"/>
                    </a:lnTo>
                    <a:lnTo>
                      <a:pt x="144" y="12"/>
                    </a:lnTo>
                    <a:lnTo>
                      <a:pt x="132" y="36"/>
                    </a:lnTo>
                    <a:lnTo>
                      <a:pt x="108" y="48"/>
                    </a:lnTo>
                    <a:lnTo>
                      <a:pt x="90" y="54"/>
                    </a:lnTo>
                    <a:lnTo>
                      <a:pt x="78" y="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4" name="Equatorial Guinea" descr="© INSCALE GmbH, 05.05.2010&#10;http://www.presentationload.com/">
                <a:extLst>
                  <a:ext uri="{FF2B5EF4-FFF2-40B4-BE49-F238E27FC236}">
                    <a16:creationId xmlns:a16="http://schemas.microsoft.com/office/drawing/2014/main" id="{61539474-5645-2741-852A-E61C2E8A355C}"/>
                  </a:ext>
                </a:extLst>
              </p:cNvPr>
              <p:cNvSpPr>
                <a:spLocks/>
              </p:cNvSpPr>
              <p:nvPr/>
            </p:nvSpPr>
            <p:spPr bwMode="gray">
              <a:xfrm>
                <a:off x="6002313" y="4062809"/>
                <a:ext cx="60815" cy="46021"/>
              </a:xfrm>
              <a:custGeom>
                <a:avLst/>
                <a:gdLst>
                  <a:gd name="T0" fmla="*/ 2147483647 w 144"/>
                  <a:gd name="T1" fmla="*/ 2147483647 h 108"/>
                  <a:gd name="T2" fmla="*/ 2147483647 w 144"/>
                  <a:gd name="T3" fmla="*/ 2147483647 h 108"/>
                  <a:gd name="T4" fmla="*/ 2147483647 w 144"/>
                  <a:gd name="T5" fmla="*/ 2147483647 h 108"/>
                  <a:gd name="T6" fmla="*/ 2147483647 w 144"/>
                  <a:gd name="T7" fmla="*/ 0 h 108"/>
                  <a:gd name="T8" fmla="*/ 2147483647 w 144"/>
                  <a:gd name="T9" fmla="*/ 2147483647 h 108"/>
                  <a:gd name="T10" fmla="*/ 2147483647 w 144"/>
                  <a:gd name="T11" fmla="*/ 2147483647 h 108"/>
                  <a:gd name="T12" fmla="*/ 2147483647 w 144"/>
                  <a:gd name="T13" fmla="*/ 2147483647 h 108"/>
                  <a:gd name="T14" fmla="*/ 2147483647 w 144"/>
                  <a:gd name="T15" fmla="*/ 2147483647 h 108"/>
                  <a:gd name="T16" fmla="*/ 2147483647 w 144"/>
                  <a:gd name="T17" fmla="*/ 2147483647 h 108"/>
                  <a:gd name="T18" fmla="*/ 0 w 144"/>
                  <a:gd name="T19" fmla="*/ 2147483647 h 108"/>
                  <a:gd name="T20" fmla="*/ 0 w 144"/>
                  <a:gd name="T21" fmla="*/ 2147483647 h 108"/>
                  <a:gd name="T22" fmla="*/ 2147483647 w 144"/>
                  <a:gd name="T23" fmla="*/ 2147483647 h 108"/>
                  <a:gd name="T24" fmla="*/ 2147483647 w 144"/>
                  <a:gd name="T25" fmla="*/ 2147483647 h 108"/>
                  <a:gd name="T26" fmla="*/ 2147483647 w 144"/>
                  <a:gd name="T27" fmla="*/ 2147483647 h 108"/>
                  <a:gd name="T28" fmla="*/ 2147483647 w 144"/>
                  <a:gd name="T29" fmla="*/ 2147483647 h 108"/>
                  <a:gd name="T30" fmla="*/ 2147483647 w 144"/>
                  <a:gd name="T31" fmla="*/ 2147483647 h 108"/>
                  <a:gd name="T32" fmla="*/ 2147483647 w 144"/>
                  <a:gd name="T33" fmla="*/ 2147483647 h 108"/>
                  <a:gd name="T34" fmla="*/ 2147483647 w 144"/>
                  <a:gd name="T35" fmla="*/ 2147483647 h 108"/>
                  <a:gd name="T36" fmla="*/ 2147483647 w 144"/>
                  <a:gd name="T37" fmla="*/ 2147483647 h 108"/>
                  <a:gd name="T38" fmla="*/ 2147483647 w 144"/>
                  <a:gd name="T39" fmla="*/ 2147483647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
                  <a:gd name="T61" fmla="*/ 0 h 108"/>
                  <a:gd name="T62" fmla="*/ 144 w 144"/>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 h="108">
                    <a:moveTo>
                      <a:pt x="138" y="48"/>
                    </a:moveTo>
                    <a:lnTo>
                      <a:pt x="144" y="12"/>
                    </a:lnTo>
                    <a:lnTo>
                      <a:pt x="48" y="12"/>
                    </a:lnTo>
                    <a:lnTo>
                      <a:pt x="36" y="0"/>
                    </a:lnTo>
                    <a:lnTo>
                      <a:pt x="30" y="6"/>
                    </a:lnTo>
                    <a:lnTo>
                      <a:pt x="30" y="42"/>
                    </a:lnTo>
                    <a:lnTo>
                      <a:pt x="18" y="54"/>
                    </a:lnTo>
                    <a:lnTo>
                      <a:pt x="12" y="66"/>
                    </a:lnTo>
                    <a:lnTo>
                      <a:pt x="6" y="72"/>
                    </a:lnTo>
                    <a:lnTo>
                      <a:pt x="0" y="84"/>
                    </a:lnTo>
                    <a:lnTo>
                      <a:pt x="0" y="90"/>
                    </a:lnTo>
                    <a:lnTo>
                      <a:pt x="6" y="96"/>
                    </a:lnTo>
                    <a:lnTo>
                      <a:pt x="18" y="102"/>
                    </a:lnTo>
                    <a:lnTo>
                      <a:pt x="36" y="102"/>
                    </a:lnTo>
                    <a:lnTo>
                      <a:pt x="36" y="108"/>
                    </a:lnTo>
                    <a:lnTo>
                      <a:pt x="138" y="108"/>
                    </a:lnTo>
                    <a:lnTo>
                      <a:pt x="138" y="102"/>
                    </a:lnTo>
                    <a:lnTo>
                      <a:pt x="144" y="84"/>
                    </a:lnTo>
                    <a:lnTo>
                      <a:pt x="144" y="54"/>
                    </a:lnTo>
                    <a:lnTo>
                      <a:pt x="138" y="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5" name="Egypt" descr="© INSCALE GmbH, 05.05.2010&#10;http://www.presentationload.com/">
                <a:extLst>
                  <a:ext uri="{FF2B5EF4-FFF2-40B4-BE49-F238E27FC236}">
                    <a16:creationId xmlns:a16="http://schemas.microsoft.com/office/drawing/2014/main" id="{4E8EE99D-EFF9-EB41-8D38-FB78E9365A29}"/>
                  </a:ext>
                </a:extLst>
              </p:cNvPr>
              <p:cNvSpPr>
                <a:spLocks/>
              </p:cNvSpPr>
              <p:nvPr/>
            </p:nvSpPr>
            <p:spPr bwMode="gray">
              <a:xfrm>
                <a:off x="6444451" y="3068407"/>
                <a:ext cx="332016" cy="338590"/>
              </a:xfrm>
              <a:custGeom>
                <a:avLst/>
                <a:gdLst>
                  <a:gd name="T0" fmla="*/ 2147483647 w 792"/>
                  <a:gd name="T1" fmla="*/ 2147483647 h 804"/>
                  <a:gd name="T2" fmla="*/ 2147483647 w 792"/>
                  <a:gd name="T3" fmla="*/ 2147483647 h 804"/>
                  <a:gd name="T4" fmla="*/ 2147483647 w 792"/>
                  <a:gd name="T5" fmla="*/ 2147483647 h 804"/>
                  <a:gd name="T6" fmla="*/ 2147483647 w 792"/>
                  <a:gd name="T7" fmla="*/ 2147483647 h 804"/>
                  <a:gd name="T8" fmla="*/ 2147483647 w 792"/>
                  <a:gd name="T9" fmla="*/ 2147483647 h 804"/>
                  <a:gd name="T10" fmla="*/ 2147483647 w 792"/>
                  <a:gd name="T11" fmla="*/ 2147483647 h 804"/>
                  <a:gd name="T12" fmla="*/ 2147483647 w 792"/>
                  <a:gd name="T13" fmla="*/ 2147483647 h 804"/>
                  <a:gd name="T14" fmla="*/ 2147483647 w 792"/>
                  <a:gd name="T15" fmla="*/ 2147483647 h 804"/>
                  <a:gd name="T16" fmla="*/ 2147483647 w 792"/>
                  <a:gd name="T17" fmla="*/ 2147483647 h 804"/>
                  <a:gd name="T18" fmla="*/ 2147483647 w 792"/>
                  <a:gd name="T19" fmla="*/ 2147483647 h 804"/>
                  <a:gd name="T20" fmla="*/ 2147483647 w 792"/>
                  <a:gd name="T21" fmla="*/ 2147483647 h 804"/>
                  <a:gd name="T22" fmla="*/ 2147483647 w 792"/>
                  <a:gd name="T23" fmla="*/ 2147483647 h 804"/>
                  <a:gd name="T24" fmla="*/ 2147483647 w 792"/>
                  <a:gd name="T25" fmla="*/ 2147483647 h 804"/>
                  <a:gd name="T26" fmla="*/ 2147483647 w 792"/>
                  <a:gd name="T27" fmla="*/ 2147483647 h 804"/>
                  <a:gd name="T28" fmla="*/ 2147483647 w 792"/>
                  <a:gd name="T29" fmla="*/ 2147483647 h 804"/>
                  <a:gd name="T30" fmla="*/ 2147483647 w 792"/>
                  <a:gd name="T31" fmla="*/ 2147483647 h 804"/>
                  <a:gd name="T32" fmla="*/ 2147483647 w 792"/>
                  <a:gd name="T33" fmla="*/ 2147483647 h 804"/>
                  <a:gd name="T34" fmla="*/ 2147483647 w 792"/>
                  <a:gd name="T35" fmla="*/ 2147483647 h 804"/>
                  <a:gd name="T36" fmla="*/ 2147483647 w 792"/>
                  <a:gd name="T37" fmla="*/ 2147483647 h 804"/>
                  <a:gd name="T38" fmla="*/ 2147483647 w 792"/>
                  <a:gd name="T39" fmla="*/ 2147483647 h 804"/>
                  <a:gd name="T40" fmla="*/ 2147483647 w 792"/>
                  <a:gd name="T41" fmla="*/ 2147483647 h 804"/>
                  <a:gd name="T42" fmla="*/ 2147483647 w 792"/>
                  <a:gd name="T43" fmla="*/ 2147483647 h 804"/>
                  <a:gd name="T44" fmla="*/ 2147483647 w 792"/>
                  <a:gd name="T45" fmla="*/ 2147483647 h 804"/>
                  <a:gd name="T46" fmla="*/ 2147483647 w 792"/>
                  <a:gd name="T47" fmla="*/ 2147483647 h 804"/>
                  <a:gd name="T48" fmla="*/ 2147483647 w 792"/>
                  <a:gd name="T49" fmla="*/ 2147483647 h 804"/>
                  <a:gd name="T50" fmla="*/ 2147483647 w 792"/>
                  <a:gd name="T51" fmla="*/ 2147483647 h 804"/>
                  <a:gd name="T52" fmla="*/ 2147483647 w 792"/>
                  <a:gd name="T53" fmla="*/ 2147483647 h 804"/>
                  <a:gd name="T54" fmla="*/ 2147483647 w 792"/>
                  <a:gd name="T55" fmla="*/ 2147483647 h 804"/>
                  <a:gd name="T56" fmla="*/ 2147483647 w 792"/>
                  <a:gd name="T57" fmla="*/ 2147483647 h 804"/>
                  <a:gd name="T58" fmla="*/ 2147483647 w 792"/>
                  <a:gd name="T59" fmla="*/ 2147483647 h 804"/>
                  <a:gd name="T60" fmla="*/ 2147483647 w 792"/>
                  <a:gd name="T61" fmla="*/ 2147483647 h 804"/>
                  <a:gd name="T62" fmla="*/ 2147483647 w 792"/>
                  <a:gd name="T63" fmla="*/ 2147483647 h 804"/>
                  <a:gd name="T64" fmla="*/ 2147483647 w 792"/>
                  <a:gd name="T65" fmla="*/ 2147483647 h 804"/>
                  <a:gd name="T66" fmla="*/ 2147483647 w 792"/>
                  <a:gd name="T67" fmla="*/ 2147483647 h 804"/>
                  <a:gd name="T68" fmla="*/ 2147483647 w 792"/>
                  <a:gd name="T69" fmla="*/ 2147483647 h 804"/>
                  <a:gd name="T70" fmla="*/ 2147483647 w 792"/>
                  <a:gd name="T71" fmla="*/ 2147483647 h 804"/>
                  <a:gd name="T72" fmla="*/ 2147483647 w 792"/>
                  <a:gd name="T73" fmla="*/ 2147483647 h 804"/>
                  <a:gd name="T74" fmla="*/ 2147483647 w 792"/>
                  <a:gd name="T75" fmla="*/ 2147483647 h 804"/>
                  <a:gd name="T76" fmla="*/ 2147483647 w 792"/>
                  <a:gd name="T77" fmla="*/ 2147483647 h 804"/>
                  <a:gd name="T78" fmla="*/ 2147483647 w 792"/>
                  <a:gd name="T79" fmla="*/ 2147483647 h 804"/>
                  <a:gd name="T80" fmla="*/ 2147483647 w 792"/>
                  <a:gd name="T81" fmla="*/ 2147483647 h 804"/>
                  <a:gd name="T82" fmla="*/ 2147483647 w 792"/>
                  <a:gd name="T83" fmla="*/ 2147483647 h 804"/>
                  <a:gd name="T84" fmla="*/ 2147483647 w 792"/>
                  <a:gd name="T85" fmla="*/ 2147483647 h 804"/>
                  <a:gd name="T86" fmla="*/ 2147483647 w 792"/>
                  <a:gd name="T87" fmla="*/ 2147483647 h 804"/>
                  <a:gd name="T88" fmla="*/ 2147483647 w 792"/>
                  <a:gd name="T89" fmla="*/ 2147483647 h 804"/>
                  <a:gd name="T90" fmla="*/ 2147483647 w 792"/>
                  <a:gd name="T91" fmla="*/ 0 h 804"/>
                  <a:gd name="T92" fmla="*/ 2147483647 w 792"/>
                  <a:gd name="T93" fmla="*/ 2147483647 h 804"/>
                  <a:gd name="T94" fmla="*/ 2147483647 w 792"/>
                  <a:gd name="T95" fmla="*/ 0 h 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92"/>
                  <a:gd name="T145" fmla="*/ 0 h 804"/>
                  <a:gd name="T146" fmla="*/ 792 w 792"/>
                  <a:gd name="T147" fmla="*/ 804 h 8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92" h="804">
                    <a:moveTo>
                      <a:pt x="12" y="18"/>
                    </a:moveTo>
                    <a:lnTo>
                      <a:pt x="6" y="24"/>
                    </a:lnTo>
                    <a:lnTo>
                      <a:pt x="6" y="54"/>
                    </a:lnTo>
                    <a:lnTo>
                      <a:pt x="18" y="60"/>
                    </a:lnTo>
                    <a:lnTo>
                      <a:pt x="24" y="72"/>
                    </a:lnTo>
                    <a:lnTo>
                      <a:pt x="24" y="78"/>
                    </a:lnTo>
                    <a:lnTo>
                      <a:pt x="18" y="84"/>
                    </a:lnTo>
                    <a:lnTo>
                      <a:pt x="12" y="96"/>
                    </a:lnTo>
                    <a:lnTo>
                      <a:pt x="6" y="102"/>
                    </a:lnTo>
                    <a:lnTo>
                      <a:pt x="0" y="114"/>
                    </a:lnTo>
                    <a:lnTo>
                      <a:pt x="0" y="120"/>
                    </a:lnTo>
                    <a:lnTo>
                      <a:pt x="6" y="132"/>
                    </a:lnTo>
                    <a:lnTo>
                      <a:pt x="18" y="144"/>
                    </a:lnTo>
                    <a:lnTo>
                      <a:pt x="30" y="180"/>
                    </a:lnTo>
                    <a:lnTo>
                      <a:pt x="30" y="264"/>
                    </a:lnTo>
                    <a:lnTo>
                      <a:pt x="36" y="342"/>
                    </a:lnTo>
                    <a:lnTo>
                      <a:pt x="36" y="438"/>
                    </a:lnTo>
                    <a:lnTo>
                      <a:pt x="42" y="534"/>
                    </a:lnTo>
                    <a:lnTo>
                      <a:pt x="42" y="624"/>
                    </a:lnTo>
                    <a:lnTo>
                      <a:pt x="48" y="702"/>
                    </a:lnTo>
                    <a:lnTo>
                      <a:pt x="48" y="774"/>
                    </a:lnTo>
                    <a:lnTo>
                      <a:pt x="474" y="780"/>
                    </a:lnTo>
                    <a:lnTo>
                      <a:pt x="492" y="762"/>
                    </a:lnTo>
                    <a:lnTo>
                      <a:pt x="498" y="762"/>
                    </a:lnTo>
                    <a:lnTo>
                      <a:pt x="498" y="774"/>
                    </a:lnTo>
                    <a:lnTo>
                      <a:pt x="618" y="780"/>
                    </a:lnTo>
                    <a:lnTo>
                      <a:pt x="624" y="786"/>
                    </a:lnTo>
                    <a:lnTo>
                      <a:pt x="630" y="798"/>
                    </a:lnTo>
                    <a:lnTo>
                      <a:pt x="636" y="804"/>
                    </a:lnTo>
                    <a:lnTo>
                      <a:pt x="654" y="804"/>
                    </a:lnTo>
                    <a:lnTo>
                      <a:pt x="660" y="798"/>
                    </a:lnTo>
                    <a:lnTo>
                      <a:pt x="672" y="774"/>
                    </a:lnTo>
                    <a:lnTo>
                      <a:pt x="684" y="762"/>
                    </a:lnTo>
                    <a:lnTo>
                      <a:pt x="696" y="762"/>
                    </a:lnTo>
                    <a:lnTo>
                      <a:pt x="702" y="756"/>
                    </a:lnTo>
                    <a:lnTo>
                      <a:pt x="720" y="756"/>
                    </a:lnTo>
                    <a:lnTo>
                      <a:pt x="726" y="750"/>
                    </a:lnTo>
                    <a:lnTo>
                      <a:pt x="732" y="738"/>
                    </a:lnTo>
                    <a:lnTo>
                      <a:pt x="732" y="714"/>
                    </a:lnTo>
                    <a:lnTo>
                      <a:pt x="762" y="714"/>
                    </a:lnTo>
                    <a:lnTo>
                      <a:pt x="786" y="690"/>
                    </a:lnTo>
                    <a:lnTo>
                      <a:pt x="780" y="684"/>
                    </a:lnTo>
                    <a:lnTo>
                      <a:pt x="774" y="672"/>
                    </a:lnTo>
                    <a:lnTo>
                      <a:pt x="774" y="624"/>
                    </a:lnTo>
                    <a:lnTo>
                      <a:pt x="792" y="618"/>
                    </a:lnTo>
                    <a:lnTo>
                      <a:pt x="786" y="618"/>
                    </a:lnTo>
                    <a:lnTo>
                      <a:pt x="756" y="588"/>
                    </a:lnTo>
                    <a:lnTo>
                      <a:pt x="732" y="552"/>
                    </a:lnTo>
                    <a:lnTo>
                      <a:pt x="726" y="528"/>
                    </a:lnTo>
                    <a:lnTo>
                      <a:pt x="714" y="492"/>
                    </a:lnTo>
                    <a:lnTo>
                      <a:pt x="702" y="468"/>
                    </a:lnTo>
                    <a:lnTo>
                      <a:pt x="690" y="462"/>
                    </a:lnTo>
                    <a:lnTo>
                      <a:pt x="684" y="450"/>
                    </a:lnTo>
                    <a:lnTo>
                      <a:pt x="672" y="444"/>
                    </a:lnTo>
                    <a:lnTo>
                      <a:pt x="666" y="432"/>
                    </a:lnTo>
                    <a:lnTo>
                      <a:pt x="654" y="396"/>
                    </a:lnTo>
                    <a:lnTo>
                      <a:pt x="654" y="378"/>
                    </a:lnTo>
                    <a:lnTo>
                      <a:pt x="618" y="336"/>
                    </a:lnTo>
                    <a:lnTo>
                      <a:pt x="618" y="318"/>
                    </a:lnTo>
                    <a:lnTo>
                      <a:pt x="606" y="294"/>
                    </a:lnTo>
                    <a:lnTo>
                      <a:pt x="594" y="282"/>
                    </a:lnTo>
                    <a:lnTo>
                      <a:pt x="588" y="270"/>
                    </a:lnTo>
                    <a:lnTo>
                      <a:pt x="576" y="258"/>
                    </a:lnTo>
                    <a:lnTo>
                      <a:pt x="570" y="246"/>
                    </a:lnTo>
                    <a:lnTo>
                      <a:pt x="558" y="234"/>
                    </a:lnTo>
                    <a:lnTo>
                      <a:pt x="552" y="222"/>
                    </a:lnTo>
                    <a:lnTo>
                      <a:pt x="546" y="216"/>
                    </a:lnTo>
                    <a:lnTo>
                      <a:pt x="552" y="210"/>
                    </a:lnTo>
                    <a:lnTo>
                      <a:pt x="552" y="198"/>
                    </a:lnTo>
                    <a:lnTo>
                      <a:pt x="540" y="174"/>
                    </a:lnTo>
                    <a:lnTo>
                      <a:pt x="528" y="168"/>
                    </a:lnTo>
                    <a:lnTo>
                      <a:pt x="522" y="168"/>
                    </a:lnTo>
                    <a:lnTo>
                      <a:pt x="540" y="144"/>
                    </a:lnTo>
                    <a:lnTo>
                      <a:pt x="558" y="156"/>
                    </a:lnTo>
                    <a:lnTo>
                      <a:pt x="558" y="174"/>
                    </a:lnTo>
                    <a:lnTo>
                      <a:pt x="564" y="186"/>
                    </a:lnTo>
                    <a:lnTo>
                      <a:pt x="576" y="198"/>
                    </a:lnTo>
                    <a:lnTo>
                      <a:pt x="582" y="210"/>
                    </a:lnTo>
                    <a:lnTo>
                      <a:pt x="588" y="216"/>
                    </a:lnTo>
                    <a:lnTo>
                      <a:pt x="588" y="246"/>
                    </a:lnTo>
                    <a:lnTo>
                      <a:pt x="606" y="264"/>
                    </a:lnTo>
                    <a:lnTo>
                      <a:pt x="612" y="276"/>
                    </a:lnTo>
                    <a:lnTo>
                      <a:pt x="636" y="300"/>
                    </a:lnTo>
                    <a:lnTo>
                      <a:pt x="648" y="306"/>
                    </a:lnTo>
                    <a:lnTo>
                      <a:pt x="654" y="306"/>
                    </a:lnTo>
                    <a:lnTo>
                      <a:pt x="666" y="300"/>
                    </a:lnTo>
                    <a:lnTo>
                      <a:pt x="678" y="288"/>
                    </a:lnTo>
                    <a:lnTo>
                      <a:pt x="672" y="270"/>
                    </a:lnTo>
                    <a:lnTo>
                      <a:pt x="684" y="246"/>
                    </a:lnTo>
                    <a:lnTo>
                      <a:pt x="684" y="234"/>
                    </a:lnTo>
                    <a:lnTo>
                      <a:pt x="690" y="222"/>
                    </a:lnTo>
                    <a:lnTo>
                      <a:pt x="690" y="198"/>
                    </a:lnTo>
                    <a:lnTo>
                      <a:pt x="696" y="186"/>
                    </a:lnTo>
                    <a:lnTo>
                      <a:pt x="696" y="180"/>
                    </a:lnTo>
                    <a:lnTo>
                      <a:pt x="702" y="168"/>
                    </a:lnTo>
                    <a:lnTo>
                      <a:pt x="648" y="24"/>
                    </a:lnTo>
                    <a:lnTo>
                      <a:pt x="642" y="24"/>
                    </a:lnTo>
                    <a:lnTo>
                      <a:pt x="636" y="30"/>
                    </a:lnTo>
                    <a:lnTo>
                      <a:pt x="624" y="30"/>
                    </a:lnTo>
                    <a:lnTo>
                      <a:pt x="600" y="42"/>
                    </a:lnTo>
                    <a:lnTo>
                      <a:pt x="576" y="42"/>
                    </a:lnTo>
                    <a:lnTo>
                      <a:pt x="564" y="36"/>
                    </a:lnTo>
                    <a:lnTo>
                      <a:pt x="558" y="30"/>
                    </a:lnTo>
                    <a:lnTo>
                      <a:pt x="552" y="36"/>
                    </a:lnTo>
                    <a:lnTo>
                      <a:pt x="540" y="42"/>
                    </a:lnTo>
                    <a:lnTo>
                      <a:pt x="534" y="42"/>
                    </a:lnTo>
                    <a:lnTo>
                      <a:pt x="510" y="30"/>
                    </a:lnTo>
                    <a:lnTo>
                      <a:pt x="504" y="24"/>
                    </a:lnTo>
                    <a:lnTo>
                      <a:pt x="504" y="18"/>
                    </a:lnTo>
                    <a:lnTo>
                      <a:pt x="498" y="12"/>
                    </a:lnTo>
                    <a:lnTo>
                      <a:pt x="486" y="6"/>
                    </a:lnTo>
                    <a:lnTo>
                      <a:pt x="468" y="6"/>
                    </a:lnTo>
                    <a:lnTo>
                      <a:pt x="456" y="12"/>
                    </a:lnTo>
                    <a:lnTo>
                      <a:pt x="438" y="12"/>
                    </a:lnTo>
                    <a:lnTo>
                      <a:pt x="432" y="18"/>
                    </a:lnTo>
                    <a:lnTo>
                      <a:pt x="420" y="18"/>
                    </a:lnTo>
                    <a:lnTo>
                      <a:pt x="414" y="12"/>
                    </a:lnTo>
                    <a:lnTo>
                      <a:pt x="390" y="12"/>
                    </a:lnTo>
                    <a:lnTo>
                      <a:pt x="378" y="18"/>
                    </a:lnTo>
                    <a:lnTo>
                      <a:pt x="372" y="24"/>
                    </a:lnTo>
                    <a:lnTo>
                      <a:pt x="366" y="36"/>
                    </a:lnTo>
                    <a:lnTo>
                      <a:pt x="360" y="42"/>
                    </a:lnTo>
                    <a:lnTo>
                      <a:pt x="336" y="42"/>
                    </a:lnTo>
                    <a:lnTo>
                      <a:pt x="324" y="54"/>
                    </a:lnTo>
                    <a:lnTo>
                      <a:pt x="312" y="60"/>
                    </a:lnTo>
                    <a:lnTo>
                      <a:pt x="306" y="60"/>
                    </a:lnTo>
                    <a:lnTo>
                      <a:pt x="300" y="54"/>
                    </a:lnTo>
                    <a:lnTo>
                      <a:pt x="288" y="54"/>
                    </a:lnTo>
                    <a:lnTo>
                      <a:pt x="276" y="48"/>
                    </a:lnTo>
                    <a:lnTo>
                      <a:pt x="264" y="48"/>
                    </a:lnTo>
                    <a:lnTo>
                      <a:pt x="258" y="42"/>
                    </a:lnTo>
                    <a:lnTo>
                      <a:pt x="204" y="42"/>
                    </a:lnTo>
                    <a:lnTo>
                      <a:pt x="198" y="36"/>
                    </a:lnTo>
                    <a:lnTo>
                      <a:pt x="186" y="30"/>
                    </a:lnTo>
                    <a:lnTo>
                      <a:pt x="174" y="18"/>
                    </a:lnTo>
                    <a:lnTo>
                      <a:pt x="126" y="18"/>
                    </a:lnTo>
                    <a:lnTo>
                      <a:pt x="120" y="12"/>
                    </a:lnTo>
                    <a:lnTo>
                      <a:pt x="96" y="0"/>
                    </a:lnTo>
                    <a:lnTo>
                      <a:pt x="78" y="0"/>
                    </a:lnTo>
                    <a:lnTo>
                      <a:pt x="66" y="12"/>
                    </a:lnTo>
                    <a:lnTo>
                      <a:pt x="54" y="12"/>
                    </a:lnTo>
                    <a:lnTo>
                      <a:pt x="42" y="6"/>
                    </a:lnTo>
                    <a:lnTo>
                      <a:pt x="36" y="6"/>
                    </a:lnTo>
                    <a:lnTo>
                      <a:pt x="36" y="0"/>
                    </a:lnTo>
                    <a:lnTo>
                      <a:pt x="30" y="0"/>
                    </a:lnTo>
                    <a:lnTo>
                      <a:pt x="12"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6" name="Djibouti" descr="© INSCALE GmbH, 05.05.2010&#10;http://www.presentationload.com/">
                <a:extLst>
                  <a:ext uri="{FF2B5EF4-FFF2-40B4-BE49-F238E27FC236}">
                    <a16:creationId xmlns:a16="http://schemas.microsoft.com/office/drawing/2014/main" id="{ABD443C3-4D02-2941-A93E-75461A11AA8D}"/>
                  </a:ext>
                </a:extLst>
              </p:cNvPr>
              <p:cNvSpPr>
                <a:spLocks/>
              </p:cNvSpPr>
              <p:nvPr/>
            </p:nvSpPr>
            <p:spPr bwMode="gray">
              <a:xfrm>
                <a:off x="6965485" y="3712715"/>
                <a:ext cx="49309" cy="57528"/>
              </a:xfrm>
              <a:custGeom>
                <a:avLst/>
                <a:gdLst>
                  <a:gd name="T0" fmla="*/ 2147483647 w 114"/>
                  <a:gd name="T1" fmla="*/ 2147483647 h 138"/>
                  <a:gd name="T2" fmla="*/ 2147483647 w 114"/>
                  <a:gd name="T3" fmla="*/ 2147483647 h 138"/>
                  <a:gd name="T4" fmla="*/ 2147483647 w 114"/>
                  <a:gd name="T5" fmla="*/ 2147483647 h 138"/>
                  <a:gd name="T6" fmla="*/ 0 w 114"/>
                  <a:gd name="T7" fmla="*/ 2147483647 h 138"/>
                  <a:gd name="T8" fmla="*/ 0 w 114"/>
                  <a:gd name="T9" fmla="*/ 2147483647 h 138"/>
                  <a:gd name="T10" fmla="*/ 2147483647 w 114"/>
                  <a:gd name="T11" fmla="*/ 2147483647 h 138"/>
                  <a:gd name="T12" fmla="*/ 2147483647 w 114"/>
                  <a:gd name="T13" fmla="*/ 2147483647 h 138"/>
                  <a:gd name="T14" fmla="*/ 2147483647 w 114"/>
                  <a:gd name="T15" fmla="*/ 2147483647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2147483647 w 114"/>
                  <a:gd name="T29" fmla="*/ 2147483647 h 138"/>
                  <a:gd name="T30" fmla="*/ 2147483647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0 h 138"/>
                  <a:gd name="T56" fmla="*/ 2147483647 w 114"/>
                  <a:gd name="T57" fmla="*/ 2147483647 h 138"/>
                  <a:gd name="T58" fmla="*/ 2147483647 w 114"/>
                  <a:gd name="T59" fmla="*/ 2147483647 h 1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4"/>
                  <a:gd name="T91" fmla="*/ 0 h 138"/>
                  <a:gd name="T92" fmla="*/ 114 w 114"/>
                  <a:gd name="T93" fmla="*/ 138 h 1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4" h="138">
                    <a:moveTo>
                      <a:pt x="72" y="24"/>
                    </a:moveTo>
                    <a:lnTo>
                      <a:pt x="48" y="12"/>
                    </a:lnTo>
                    <a:lnTo>
                      <a:pt x="18" y="66"/>
                    </a:lnTo>
                    <a:lnTo>
                      <a:pt x="0" y="84"/>
                    </a:lnTo>
                    <a:lnTo>
                      <a:pt x="0" y="96"/>
                    </a:lnTo>
                    <a:lnTo>
                      <a:pt x="6" y="114"/>
                    </a:lnTo>
                    <a:lnTo>
                      <a:pt x="6" y="126"/>
                    </a:lnTo>
                    <a:lnTo>
                      <a:pt x="18" y="138"/>
                    </a:lnTo>
                    <a:lnTo>
                      <a:pt x="42" y="138"/>
                    </a:lnTo>
                    <a:lnTo>
                      <a:pt x="48" y="132"/>
                    </a:lnTo>
                    <a:lnTo>
                      <a:pt x="54" y="132"/>
                    </a:lnTo>
                    <a:lnTo>
                      <a:pt x="60" y="126"/>
                    </a:lnTo>
                    <a:lnTo>
                      <a:pt x="72" y="126"/>
                    </a:lnTo>
                    <a:lnTo>
                      <a:pt x="84" y="132"/>
                    </a:lnTo>
                    <a:lnTo>
                      <a:pt x="90" y="138"/>
                    </a:lnTo>
                    <a:lnTo>
                      <a:pt x="90" y="132"/>
                    </a:lnTo>
                    <a:lnTo>
                      <a:pt x="114" y="108"/>
                    </a:lnTo>
                    <a:lnTo>
                      <a:pt x="114" y="102"/>
                    </a:lnTo>
                    <a:lnTo>
                      <a:pt x="102" y="90"/>
                    </a:lnTo>
                    <a:lnTo>
                      <a:pt x="66" y="90"/>
                    </a:lnTo>
                    <a:lnTo>
                      <a:pt x="78" y="84"/>
                    </a:lnTo>
                    <a:lnTo>
                      <a:pt x="84" y="72"/>
                    </a:lnTo>
                    <a:lnTo>
                      <a:pt x="96" y="66"/>
                    </a:lnTo>
                    <a:lnTo>
                      <a:pt x="102" y="54"/>
                    </a:lnTo>
                    <a:lnTo>
                      <a:pt x="114" y="42"/>
                    </a:lnTo>
                    <a:lnTo>
                      <a:pt x="114" y="24"/>
                    </a:lnTo>
                    <a:lnTo>
                      <a:pt x="108" y="12"/>
                    </a:lnTo>
                    <a:lnTo>
                      <a:pt x="96" y="0"/>
                    </a:lnTo>
                    <a:lnTo>
                      <a:pt x="84" y="6"/>
                    </a:lnTo>
                    <a:lnTo>
                      <a:pt x="72" y="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7" name="Côte d'Ivoire" descr="© INSCALE GmbH, 05.05.2010&#10;http://www.presentationload.com/">
                <a:extLst>
                  <a:ext uri="{FF2B5EF4-FFF2-40B4-BE49-F238E27FC236}">
                    <a16:creationId xmlns:a16="http://schemas.microsoft.com/office/drawing/2014/main" id="{B57F5A91-856C-324B-89C0-6DE2FD89B857}"/>
                  </a:ext>
                </a:extLst>
              </p:cNvPr>
              <p:cNvSpPr>
                <a:spLocks/>
              </p:cNvSpPr>
              <p:nvPr/>
            </p:nvSpPr>
            <p:spPr bwMode="gray">
              <a:xfrm>
                <a:off x="5464842" y="3778460"/>
                <a:ext cx="184088" cy="216960"/>
              </a:xfrm>
              <a:custGeom>
                <a:avLst/>
                <a:gdLst>
                  <a:gd name="T0" fmla="*/ 2147483647 w 438"/>
                  <a:gd name="T1" fmla="*/ 2147483647 h 516"/>
                  <a:gd name="T2" fmla="*/ 2147483647 w 438"/>
                  <a:gd name="T3" fmla="*/ 2147483647 h 516"/>
                  <a:gd name="T4" fmla="*/ 2147483647 w 438"/>
                  <a:gd name="T5" fmla="*/ 2147483647 h 516"/>
                  <a:gd name="T6" fmla="*/ 2147483647 w 438"/>
                  <a:gd name="T7" fmla="*/ 2147483647 h 516"/>
                  <a:gd name="T8" fmla="*/ 2147483647 w 438"/>
                  <a:gd name="T9" fmla="*/ 2147483647 h 516"/>
                  <a:gd name="T10" fmla="*/ 2147483647 w 438"/>
                  <a:gd name="T11" fmla="*/ 2147483647 h 516"/>
                  <a:gd name="T12" fmla="*/ 2147483647 w 438"/>
                  <a:gd name="T13" fmla="*/ 2147483647 h 516"/>
                  <a:gd name="T14" fmla="*/ 2147483647 w 438"/>
                  <a:gd name="T15" fmla="*/ 2147483647 h 516"/>
                  <a:gd name="T16" fmla="*/ 2147483647 w 438"/>
                  <a:gd name="T17" fmla="*/ 2147483647 h 516"/>
                  <a:gd name="T18" fmla="*/ 2147483647 w 438"/>
                  <a:gd name="T19" fmla="*/ 2147483647 h 516"/>
                  <a:gd name="T20" fmla="*/ 2147483647 w 438"/>
                  <a:gd name="T21" fmla="*/ 2147483647 h 516"/>
                  <a:gd name="T22" fmla="*/ 2147483647 w 438"/>
                  <a:gd name="T23" fmla="*/ 2147483647 h 516"/>
                  <a:gd name="T24" fmla="*/ 2147483647 w 438"/>
                  <a:gd name="T25" fmla="*/ 2147483647 h 516"/>
                  <a:gd name="T26" fmla="*/ 2147483647 w 438"/>
                  <a:gd name="T27" fmla="*/ 2147483647 h 516"/>
                  <a:gd name="T28" fmla="*/ 2147483647 w 438"/>
                  <a:gd name="T29" fmla="*/ 2147483647 h 516"/>
                  <a:gd name="T30" fmla="*/ 2147483647 w 438"/>
                  <a:gd name="T31" fmla="*/ 2147483647 h 516"/>
                  <a:gd name="T32" fmla="*/ 2147483647 w 438"/>
                  <a:gd name="T33" fmla="*/ 0 h 516"/>
                  <a:gd name="T34" fmla="*/ 2147483647 w 438"/>
                  <a:gd name="T35" fmla="*/ 2147483647 h 516"/>
                  <a:gd name="T36" fmla="*/ 2147483647 w 438"/>
                  <a:gd name="T37" fmla="*/ 2147483647 h 516"/>
                  <a:gd name="T38" fmla="*/ 2147483647 w 438"/>
                  <a:gd name="T39" fmla="*/ 2147483647 h 516"/>
                  <a:gd name="T40" fmla="*/ 2147483647 w 438"/>
                  <a:gd name="T41" fmla="*/ 2147483647 h 516"/>
                  <a:gd name="T42" fmla="*/ 2147483647 w 438"/>
                  <a:gd name="T43" fmla="*/ 2147483647 h 516"/>
                  <a:gd name="T44" fmla="*/ 2147483647 w 438"/>
                  <a:gd name="T45" fmla="*/ 2147483647 h 516"/>
                  <a:gd name="T46" fmla="*/ 2147483647 w 438"/>
                  <a:gd name="T47" fmla="*/ 2147483647 h 516"/>
                  <a:gd name="T48" fmla="*/ 2147483647 w 438"/>
                  <a:gd name="T49" fmla="*/ 2147483647 h 516"/>
                  <a:gd name="T50" fmla="*/ 2147483647 w 438"/>
                  <a:gd name="T51" fmla="*/ 2147483647 h 516"/>
                  <a:gd name="T52" fmla="*/ 2147483647 w 438"/>
                  <a:gd name="T53" fmla="*/ 2147483647 h 516"/>
                  <a:gd name="T54" fmla="*/ 2147483647 w 438"/>
                  <a:gd name="T55" fmla="*/ 2147483647 h 516"/>
                  <a:gd name="T56" fmla="*/ 2147483647 w 438"/>
                  <a:gd name="T57" fmla="*/ 2147483647 h 516"/>
                  <a:gd name="T58" fmla="*/ 2147483647 w 438"/>
                  <a:gd name="T59" fmla="*/ 2147483647 h 516"/>
                  <a:gd name="T60" fmla="*/ 2147483647 w 438"/>
                  <a:gd name="T61" fmla="*/ 2147483647 h 516"/>
                  <a:gd name="T62" fmla="*/ 2147483647 w 438"/>
                  <a:gd name="T63" fmla="*/ 2147483647 h 516"/>
                  <a:gd name="T64" fmla="*/ 2147483647 w 438"/>
                  <a:gd name="T65" fmla="*/ 2147483647 h 516"/>
                  <a:gd name="T66" fmla="*/ 2147483647 w 438"/>
                  <a:gd name="T67" fmla="*/ 2147483647 h 516"/>
                  <a:gd name="T68" fmla="*/ 2147483647 w 438"/>
                  <a:gd name="T69" fmla="*/ 2147483647 h 516"/>
                  <a:gd name="T70" fmla="*/ 2147483647 w 438"/>
                  <a:gd name="T71" fmla="*/ 2147483647 h 516"/>
                  <a:gd name="T72" fmla="*/ 2147483647 w 438"/>
                  <a:gd name="T73" fmla="*/ 2147483647 h 516"/>
                  <a:gd name="T74" fmla="*/ 2147483647 w 438"/>
                  <a:gd name="T75" fmla="*/ 2147483647 h 516"/>
                  <a:gd name="T76" fmla="*/ 2147483647 w 438"/>
                  <a:gd name="T77" fmla="*/ 2147483647 h 516"/>
                  <a:gd name="T78" fmla="*/ 2147483647 w 438"/>
                  <a:gd name="T79" fmla="*/ 2147483647 h 516"/>
                  <a:gd name="T80" fmla="*/ 2147483647 w 438"/>
                  <a:gd name="T81" fmla="*/ 2147483647 h 516"/>
                  <a:gd name="T82" fmla="*/ 2147483647 w 438"/>
                  <a:gd name="T83" fmla="*/ 2147483647 h 516"/>
                  <a:gd name="T84" fmla="*/ 2147483647 w 438"/>
                  <a:gd name="T85" fmla="*/ 2147483647 h 516"/>
                  <a:gd name="T86" fmla="*/ 2147483647 w 438"/>
                  <a:gd name="T87" fmla="*/ 2147483647 h 516"/>
                  <a:gd name="T88" fmla="*/ 2147483647 w 438"/>
                  <a:gd name="T89" fmla="*/ 2147483647 h 5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38"/>
                  <a:gd name="T136" fmla="*/ 0 h 516"/>
                  <a:gd name="T137" fmla="*/ 438 w 438"/>
                  <a:gd name="T138" fmla="*/ 516 h 5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38" h="516">
                    <a:moveTo>
                      <a:pt x="402" y="408"/>
                    </a:moveTo>
                    <a:lnTo>
                      <a:pt x="402" y="402"/>
                    </a:lnTo>
                    <a:lnTo>
                      <a:pt x="396" y="396"/>
                    </a:lnTo>
                    <a:lnTo>
                      <a:pt x="390" y="384"/>
                    </a:lnTo>
                    <a:lnTo>
                      <a:pt x="390" y="372"/>
                    </a:lnTo>
                    <a:lnTo>
                      <a:pt x="384" y="354"/>
                    </a:lnTo>
                    <a:lnTo>
                      <a:pt x="378" y="342"/>
                    </a:lnTo>
                    <a:lnTo>
                      <a:pt x="378" y="318"/>
                    </a:lnTo>
                    <a:lnTo>
                      <a:pt x="384" y="312"/>
                    </a:lnTo>
                    <a:lnTo>
                      <a:pt x="390" y="300"/>
                    </a:lnTo>
                    <a:lnTo>
                      <a:pt x="408" y="282"/>
                    </a:lnTo>
                    <a:lnTo>
                      <a:pt x="408" y="270"/>
                    </a:lnTo>
                    <a:lnTo>
                      <a:pt x="414" y="258"/>
                    </a:lnTo>
                    <a:lnTo>
                      <a:pt x="414" y="240"/>
                    </a:lnTo>
                    <a:lnTo>
                      <a:pt x="420" y="228"/>
                    </a:lnTo>
                    <a:lnTo>
                      <a:pt x="426" y="222"/>
                    </a:lnTo>
                    <a:lnTo>
                      <a:pt x="438" y="198"/>
                    </a:lnTo>
                    <a:lnTo>
                      <a:pt x="438" y="186"/>
                    </a:lnTo>
                    <a:lnTo>
                      <a:pt x="432" y="174"/>
                    </a:lnTo>
                    <a:lnTo>
                      <a:pt x="432" y="162"/>
                    </a:lnTo>
                    <a:lnTo>
                      <a:pt x="426" y="150"/>
                    </a:lnTo>
                    <a:lnTo>
                      <a:pt x="426" y="138"/>
                    </a:lnTo>
                    <a:lnTo>
                      <a:pt x="420" y="132"/>
                    </a:lnTo>
                    <a:lnTo>
                      <a:pt x="420" y="126"/>
                    </a:lnTo>
                    <a:lnTo>
                      <a:pt x="432" y="126"/>
                    </a:lnTo>
                    <a:lnTo>
                      <a:pt x="426" y="96"/>
                    </a:lnTo>
                    <a:lnTo>
                      <a:pt x="408" y="102"/>
                    </a:lnTo>
                    <a:lnTo>
                      <a:pt x="408" y="90"/>
                    </a:lnTo>
                    <a:lnTo>
                      <a:pt x="390" y="72"/>
                    </a:lnTo>
                    <a:lnTo>
                      <a:pt x="372" y="66"/>
                    </a:lnTo>
                    <a:lnTo>
                      <a:pt x="342" y="66"/>
                    </a:lnTo>
                    <a:lnTo>
                      <a:pt x="318" y="78"/>
                    </a:lnTo>
                    <a:lnTo>
                      <a:pt x="318" y="84"/>
                    </a:lnTo>
                    <a:lnTo>
                      <a:pt x="312" y="90"/>
                    </a:lnTo>
                    <a:lnTo>
                      <a:pt x="300" y="90"/>
                    </a:lnTo>
                    <a:lnTo>
                      <a:pt x="294" y="84"/>
                    </a:lnTo>
                    <a:lnTo>
                      <a:pt x="282" y="84"/>
                    </a:lnTo>
                    <a:lnTo>
                      <a:pt x="276" y="78"/>
                    </a:lnTo>
                    <a:lnTo>
                      <a:pt x="264" y="72"/>
                    </a:lnTo>
                    <a:lnTo>
                      <a:pt x="258" y="60"/>
                    </a:lnTo>
                    <a:lnTo>
                      <a:pt x="258" y="48"/>
                    </a:lnTo>
                    <a:lnTo>
                      <a:pt x="252" y="42"/>
                    </a:lnTo>
                    <a:lnTo>
                      <a:pt x="252" y="36"/>
                    </a:lnTo>
                    <a:lnTo>
                      <a:pt x="228" y="42"/>
                    </a:lnTo>
                    <a:lnTo>
                      <a:pt x="228" y="18"/>
                    </a:lnTo>
                    <a:lnTo>
                      <a:pt x="216" y="18"/>
                    </a:lnTo>
                    <a:lnTo>
                      <a:pt x="210" y="24"/>
                    </a:lnTo>
                    <a:lnTo>
                      <a:pt x="204" y="36"/>
                    </a:lnTo>
                    <a:lnTo>
                      <a:pt x="198" y="42"/>
                    </a:lnTo>
                    <a:lnTo>
                      <a:pt x="174" y="36"/>
                    </a:lnTo>
                    <a:lnTo>
                      <a:pt x="174" y="0"/>
                    </a:lnTo>
                    <a:lnTo>
                      <a:pt x="162" y="24"/>
                    </a:lnTo>
                    <a:lnTo>
                      <a:pt x="150" y="6"/>
                    </a:lnTo>
                    <a:lnTo>
                      <a:pt x="144" y="30"/>
                    </a:lnTo>
                    <a:lnTo>
                      <a:pt x="126" y="30"/>
                    </a:lnTo>
                    <a:lnTo>
                      <a:pt x="120" y="48"/>
                    </a:lnTo>
                    <a:lnTo>
                      <a:pt x="102" y="30"/>
                    </a:lnTo>
                    <a:lnTo>
                      <a:pt x="84" y="24"/>
                    </a:lnTo>
                    <a:lnTo>
                      <a:pt x="72" y="24"/>
                    </a:lnTo>
                    <a:lnTo>
                      <a:pt x="66" y="30"/>
                    </a:lnTo>
                    <a:lnTo>
                      <a:pt x="66" y="48"/>
                    </a:lnTo>
                    <a:lnTo>
                      <a:pt x="54" y="42"/>
                    </a:lnTo>
                    <a:lnTo>
                      <a:pt x="36" y="66"/>
                    </a:lnTo>
                    <a:lnTo>
                      <a:pt x="42" y="102"/>
                    </a:lnTo>
                    <a:lnTo>
                      <a:pt x="60" y="108"/>
                    </a:lnTo>
                    <a:lnTo>
                      <a:pt x="48" y="126"/>
                    </a:lnTo>
                    <a:lnTo>
                      <a:pt x="66" y="132"/>
                    </a:lnTo>
                    <a:lnTo>
                      <a:pt x="60" y="138"/>
                    </a:lnTo>
                    <a:lnTo>
                      <a:pt x="54" y="150"/>
                    </a:lnTo>
                    <a:lnTo>
                      <a:pt x="54" y="162"/>
                    </a:lnTo>
                    <a:lnTo>
                      <a:pt x="60" y="162"/>
                    </a:lnTo>
                    <a:lnTo>
                      <a:pt x="72" y="168"/>
                    </a:lnTo>
                    <a:lnTo>
                      <a:pt x="78" y="168"/>
                    </a:lnTo>
                    <a:lnTo>
                      <a:pt x="78" y="180"/>
                    </a:lnTo>
                    <a:lnTo>
                      <a:pt x="72" y="186"/>
                    </a:lnTo>
                    <a:lnTo>
                      <a:pt x="72" y="192"/>
                    </a:lnTo>
                    <a:lnTo>
                      <a:pt x="66" y="186"/>
                    </a:lnTo>
                    <a:lnTo>
                      <a:pt x="54" y="186"/>
                    </a:lnTo>
                    <a:lnTo>
                      <a:pt x="48" y="180"/>
                    </a:lnTo>
                    <a:lnTo>
                      <a:pt x="30" y="180"/>
                    </a:lnTo>
                    <a:lnTo>
                      <a:pt x="30" y="192"/>
                    </a:lnTo>
                    <a:lnTo>
                      <a:pt x="36" y="204"/>
                    </a:lnTo>
                    <a:lnTo>
                      <a:pt x="48" y="210"/>
                    </a:lnTo>
                    <a:lnTo>
                      <a:pt x="54" y="222"/>
                    </a:lnTo>
                    <a:lnTo>
                      <a:pt x="36" y="222"/>
                    </a:lnTo>
                    <a:lnTo>
                      <a:pt x="36" y="228"/>
                    </a:lnTo>
                    <a:lnTo>
                      <a:pt x="42" y="234"/>
                    </a:lnTo>
                    <a:lnTo>
                      <a:pt x="42" y="252"/>
                    </a:lnTo>
                    <a:lnTo>
                      <a:pt x="36" y="258"/>
                    </a:lnTo>
                    <a:lnTo>
                      <a:pt x="30" y="258"/>
                    </a:lnTo>
                    <a:lnTo>
                      <a:pt x="18" y="252"/>
                    </a:lnTo>
                    <a:lnTo>
                      <a:pt x="12" y="246"/>
                    </a:lnTo>
                    <a:lnTo>
                      <a:pt x="6" y="246"/>
                    </a:lnTo>
                    <a:lnTo>
                      <a:pt x="24" y="282"/>
                    </a:lnTo>
                    <a:lnTo>
                      <a:pt x="24" y="306"/>
                    </a:lnTo>
                    <a:lnTo>
                      <a:pt x="18" y="324"/>
                    </a:lnTo>
                    <a:lnTo>
                      <a:pt x="6" y="330"/>
                    </a:lnTo>
                    <a:lnTo>
                      <a:pt x="0" y="342"/>
                    </a:lnTo>
                    <a:lnTo>
                      <a:pt x="6" y="348"/>
                    </a:lnTo>
                    <a:lnTo>
                      <a:pt x="24" y="348"/>
                    </a:lnTo>
                    <a:lnTo>
                      <a:pt x="24" y="360"/>
                    </a:lnTo>
                    <a:lnTo>
                      <a:pt x="60" y="354"/>
                    </a:lnTo>
                    <a:lnTo>
                      <a:pt x="60" y="384"/>
                    </a:lnTo>
                    <a:lnTo>
                      <a:pt x="90" y="414"/>
                    </a:lnTo>
                    <a:lnTo>
                      <a:pt x="90" y="438"/>
                    </a:lnTo>
                    <a:lnTo>
                      <a:pt x="84" y="450"/>
                    </a:lnTo>
                    <a:lnTo>
                      <a:pt x="84" y="462"/>
                    </a:lnTo>
                    <a:lnTo>
                      <a:pt x="78" y="468"/>
                    </a:lnTo>
                    <a:lnTo>
                      <a:pt x="78" y="516"/>
                    </a:lnTo>
                    <a:lnTo>
                      <a:pt x="90" y="516"/>
                    </a:lnTo>
                    <a:lnTo>
                      <a:pt x="96" y="510"/>
                    </a:lnTo>
                    <a:lnTo>
                      <a:pt x="102" y="498"/>
                    </a:lnTo>
                    <a:lnTo>
                      <a:pt x="114" y="498"/>
                    </a:lnTo>
                    <a:lnTo>
                      <a:pt x="126" y="486"/>
                    </a:lnTo>
                    <a:lnTo>
                      <a:pt x="138" y="480"/>
                    </a:lnTo>
                    <a:lnTo>
                      <a:pt x="198" y="456"/>
                    </a:lnTo>
                    <a:lnTo>
                      <a:pt x="228" y="450"/>
                    </a:lnTo>
                    <a:lnTo>
                      <a:pt x="264" y="450"/>
                    </a:lnTo>
                    <a:lnTo>
                      <a:pt x="270" y="444"/>
                    </a:lnTo>
                    <a:lnTo>
                      <a:pt x="282" y="444"/>
                    </a:lnTo>
                    <a:lnTo>
                      <a:pt x="294" y="438"/>
                    </a:lnTo>
                    <a:lnTo>
                      <a:pt x="330" y="438"/>
                    </a:lnTo>
                    <a:lnTo>
                      <a:pt x="336" y="444"/>
                    </a:lnTo>
                    <a:lnTo>
                      <a:pt x="342" y="444"/>
                    </a:lnTo>
                    <a:lnTo>
                      <a:pt x="348" y="450"/>
                    </a:lnTo>
                    <a:lnTo>
                      <a:pt x="366" y="450"/>
                    </a:lnTo>
                    <a:lnTo>
                      <a:pt x="378" y="438"/>
                    </a:lnTo>
                    <a:lnTo>
                      <a:pt x="384" y="438"/>
                    </a:lnTo>
                    <a:lnTo>
                      <a:pt x="384" y="444"/>
                    </a:lnTo>
                    <a:lnTo>
                      <a:pt x="396" y="456"/>
                    </a:lnTo>
                    <a:lnTo>
                      <a:pt x="408" y="462"/>
                    </a:lnTo>
                    <a:lnTo>
                      <a:pt x="420" y="462"/>
                    </a:lnTo>
                    <a:lnTo>
                      <a:pt x="426" y="468"/>
                    </a:lnTo>
                    <a:lnTo>
                      <a:pt x="426" y="414"/>
                    </a:lnTo>
                    <a:lnTo>
                      <a:pt x="402" y="4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8" name="Congo" descr="© INSCALE GmbH, 05.05.2010&#10;http://www.presentationload.com/">
                <a:extLst>
                  <a:ext uri="{FF2B5EF4-FFF2-40B4-BE49-F238E27FC236}">
                    <a16:creationId xmlns:a16="http://schemas.microsoft.com/office/drawing/2014/main" id="{E3FB7898-355C-B345-AC39-EB1F89578BBE}"/>
                  </a:ext>
                </a:extLst>
              </p:cNvPr>
              <p:cNvSpPr>
                <a:spLocks/>
              </p:cNvSpPr>
              <p:nvPr/>
            </p:nvSpPr>
            <p:spPr bwMode="gray">
              <a:xfrm>
                <a:off x="6091069" y="3959261"/>
                <a:ext cx="567056" cy="637731"/>
              </a:xfrm>
              <a:custGeom>
                <a:avLst/>
                <a:gdLst>
                  <a:gd name="T0" fmla="*/ 2147483647 w 1350"/>
                  <a:gd name="T1" fmla="*/ 2147483647 h 1518"/>
                  <a:gd name="T2" fmla="*/ 2147483647 w 1350"/>
                  <a:gd name="T3" fmla="*/ 2147483647 h 1518"/>
                  <a:gd name="T4" fmla="*/ 2147483647 w 1350"/>
                  <a:gd name="T5" fmla="*/ 2147483647 h 1518"/>
                  <a:gd name="T6" fmla="*/ 2147483647 w 1350"/>
                  <a:gd name="T7" fmla="*/ 2147483647 h 1518"/>
                  <a:gd name="T8" fmla="*/ 2147483647 w 1350"/>
                  <a:gd name="T9" fmla="*/ 2147483647 h 1518"/>
                  <a:gd name="T10" fmla="*/ 2147483647 w 1350"/>
                  <a:gd name="T11" fmla="*/ 2147483647 h 1518"/>
                  <a:gd name="T12" fmla="*/ 2147483647 w 1350"/>
                  <a:gd name="T13" fmla="*/ 2147483647 h 1518"/>
                  <a:gd name="T14" fmla="*/ 2147483647 w 1350"/>
                  <a:gd name="T15" fmla="*/ 2147483647 h 1518"/>
                  <a:gd name="T16" fmla="*/ 2147483647 w 1350"/>
                  <a:gd name="T17" fmla="*/ 2147483647 h 1518"/>
                  <a:gd name="T18" fmla="*/ 2147483647 w 1350"/>
                  <a:gd name="T19" fmla="*/ 2147483647 h 1518"/>
                  <a:gd name="T20" fmla="*/ 2147483647 w 1350"/>
                  <a:gd name="T21" fmla="*/ 2147483647 h 1518"/>
                  <a:gd name="T22" fmla="*/ 2147483647 w 1350"/>
                  <a:gd name="T23" fmla="*/ 2147483647 h 1518"/>
                  <a:gd name="T24" fmla="*/ 2147483647 w 1350"/>
                  <a:gd name="T25" fmla="*/ 2147483647 h 1518"/>
                  <a:gd name="T26" fmla="*/ 2147483647 w 1350"/>
                  <a:gd name="T27" fmla="*/ 2147483647 h 1518"/>
                  <a:gd name="T28" fmla="*/ 2147483647 w 1350"/>
                  <a:gd name="T29" fmla="*/ 2147483647 h 1518"/>
                  <a:gd name="T30" fmla="*/ 2147483647 w 1350"/>
                  <a:gd name="T31" fmla="*/ 2147483647 h 1518"/>
                  <a:gd name="T32" fmla="*/ 2147483647 w 1350"/>
                  <a:gd name="T33" fmla="*/ 2147483647 h 1518"/>
                  <a:gd name="T34" fmla="*/ 2147483647 w 1350"/>
                  <a:gd name="T35" fmla="*/ 2147483647 h 1518"/>
                  <a:gd name="T36" fmla="*/ 2147483647 w 1350"/>
                  <a:gd name="T37" fmla="*/ 2147483647 h 1518"/>
                  <a:gd name="T38" fmla="*/ 2147483647 w 1350"/>
                  <a:gd name="T39" fmla="*/ 2147483647 h 1518"/>
                  <a:gd name="T40" fmla="*/ 2147483647 w 1350"/>
                  <a:gd name="T41" fmla="*/ 2147483647 h 1518"/>
                  <a:gd name="T42" fmla="*/ 2147483647 w 1350"/>
                  <a:gd name="T43" fmla="*/ 2147483647 h 1518"/>
                  <a:gd name="T44" fmla="*/ 2147483647 w 1350"/>
                  <a:gd name="T45" fmla="*/ 2147483647 h 1518"/>
                  <a:gd name="T46" fmla="*/ 2147483647 w 1350"/>
                  <a:gd name="T47" fmla="*/ 2147483647 h 1518"/>
                  <a:gd name="T48" fmla="*/ 2147483647 w 1350"/>
                  <a:gd name="T49" fmla="*/ 2147483647 h 1518"/>
                  <a:gd name="T50" fmla="*/ 2147483647 w 1350"/>
                  <a:gd name="T51" fmla="*/ 2147483647 h 1518"/>
                  <a:gd name="T52" fmla="*/ 2147483647 w 1350"/>
                  <a:gd name="T53" fmla="*/ 2147483647 h 1518"/>
                  <a:gd name="T54" fmla="*/ 2147483647 w 1350"/>
                  <a:gd name="T55" fmla="*/ 2147483647 h 1518"/>
                  <a:gd name="T56" fmla="*/ 2147483647 w 1350"/>
                  <a:gd name="T57" fmla="*/ 2147483647 h 1518"/>
                  <a:gd name="T58" fmla="*/ 2147483647 w 1350"/>
                  <a:gd name="T59" fmla="*/ 2147483647 h 1518"/>
                  <a:gd name="T60" fmla="*/ 2147483647 w 1350"/>
                  <a:gd name="T61" fmla="*/ 2147483647 h 1518"/>
                  <a:gd name="T62" fmla="*/ 2147483647 w 1350"/>
                  <a:gd name="T63" fmla="*/ 2147483647 h 1518"/>
                  <a:gd name="T64" fmla="*/ 2147483647 w 1350"/>
                  <a:gd name="T65" fmla="*/ 2147483647 h 1518"/>
                  <a:gd name="T66" fmla="*/ 2147483647 w 1350"/>
                  <a:gd name="T67" fmla="*/ 2147483647 h 1518"/>
                  <a:gd name="T68" fmla="*/ 2147483647 w 1350"/>
                  <a:gd name="T69" fmla="*/ 2147483647 h 1518"/>
                  <a:gd name="T70" fmla="*/ 2147483647 w 1350"/>
                  <a:gd name="T71" fmla="*/ 2147483647 h 1518"/>
                  <a:gd name="T72" fmla="*/ 2147483647 w 1350"/>
                  <a:gd name="T73" fmla="*/ 2147483647 h 1518"/>
                  <a:gd name="T74" fmla="*/ 2147483647 w 1350"/>
                  <a:gd name="T75" fmla="*/ 2147483647 h 1518"/>
                  <a:gd name="T76" fmla="*/ 2147483647 w 1350"/>
                  <a:gd name="T77" fmla="*/ 2147483647 h 1518"/>
                  <a:gd name="T78" fmla="*/ 2147483647 w 1350"/>
                  <a:gd name="T79" fmla="*/ 2147483647 h 1518"/>
                  <a:gd name="T80" fmla="*/ 2147483647 w 1350"/>
                  <a:gd name="T81" fmla="*/ 2147483647 h 1518"/>
                  <a:gd name="T82" fmla="*/ 2147483647 w 1350"/>
                  <a:gd name="T83" fmla="*/ 2147483647 h 1518"/>
                  <a:gd name="T84" fmla="*/ 2147483647 w 1350"/>
                  <a:gd name="T85" fmla="*/ 2147483647 h 1518"/>
                  <a:gd name="T86" fmla="*/ 2147483647 w 1350"/>
                  <a:gd name="T87" fmla="*/ 2147483647 h 1518"/>
                  <a:gd name="T88" fmla="*/ 2147483647 w 1350"/>
                  <a:gd name="T89" fmla="*/ 2147483647 h 1518"/>
                  <a:gd name="T90" fmla="*/ 2147483647 w 1350"/>
                  <a:gd name="T91" fmla="*/ 2147483647 h 1518"/>
                  <a:gd name="T92" fmla="*/ 2147483647 w 1350"/>
                  <a:gd name="T93" fmla="*/ 2147483647 h 1518"/>
                  <a:gd name="T94" fmla="*/ 2147483647 w 1350"/>
                  <a:gd name="T95" fmla="*/ 2147483647 h 1518"/>
                  <a:gd name="T96" fmla="*/ 2147483647 w 1350"/>
                  <a:gd name="T97" fmla="*/ 2147483647 h 1518"/>
                  <a:gd name="T98" fmla="*/ 2147483647 w 1350"/>
                  <a:gd name="T99" fmla="*/ 2147483647 h 1518"/>
                  <a:gd name="T100" fmla="*/ 2147483647 w 1350"/>
                  <a:gd name="T101" fmla="*/ 2147483647 h 1518"/>
                  <a:gd name="T102" fmla="*/ 2147483647 w 1350"/>
                  <a:gd name="T103" fmla="*/ 2147483647 h 1518"/>
                  <a:gd name="T104" fmla="*/ 2147483647 w 1350"/>
                  <a:gd name="T105" fmla="*/ 2147483647 h 1518"/>
                  <a:gd name="T106" fmla="*/ 2147483647 w 1350"/>
                  <a:gd name="T107" fmla="*/ 2147483647 h 1518"/>
                  <a:gd name="T108" fmla="*/ 2147483647 w 1350"/>
                  <a:gd name="T109" fmla="*/ 2147483647 h 1518"/>
                  <a:gd name="T110" fmla="*/ 2147483647 w 1350"/>
                  <a:gd name="T111" fmla="*/ 2147483647 h 1518"/>
                  <a:gd name="T112" fmla="*/ 2147483647 w 1350"/>
                  <a:gd name="T113" fmla="*/ 2147483647 h 1518"/>
                  <a:gd name="T114" fmla="*/ 2147483647 w 1350"/>
                  <a:gd name="T115" fmla="*/ 2147483647 h 1518"/>
                  <a:gd name="T116" fmla="*/ 2147483647 w 1350"/>
                  <a:gd name="T117" fmla="*/ 2147483647 h 1518"/>
                  <a:gd name="T118" fmla="*/ 2147483647 w 1350"/>
                  <a:gd name="T119" fmla="*/ 2147483647 h 1518"/>
                  <a:gd name="T120" fmla="*/ 2147483647 w 1350"/>
                  <a:gd name="T121" fmla="*/ 2147483647 h 1518"/>
                  <a:gd name="T122" fmla="*/ 2147483647 w 1350"/>
                  <a:gd name="T123" fmla="*/ 2147483647 h 1518"/>
                  <a:gd name="T124" fmla="*/ 2147483647 w 1350"/>
                  <a:gd name="T125" fmla="*/ 2147483647 h 151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350"/>
                  <a:gd name="T190" fmla="*/ 0 h 1518"/>
                  <a:gd name="T191" fmla="*/ 1350 w 1350"/>
                  <a:gd name="T192" fmla="*/ 1518 h 151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350" h="1518">
                    <a:moveTo>
                      <a:pt x="1242" y="468"/>
                    </a:moveTo>
                    <a:lnTo>
                      <a:pt x="1242" y="438"/>
                    </a:lnTo>
                    <a:lnTo>
                      <a:pt x="1260" y="366"/>
                    </a:lnTo>
                    <a:lnTo>
                      <a:pt x="1278" y="354"/>
                    </a:lnTo>
                    <a:lnTo>
                      <a:pt x="1278" y="342"/>
                    </a:lnTo>
                    <a:lnTo>
                      <a:pt x="1302" y="330"/>
                    </a:lnTo>
                    <a:lnTo>
                      <a:pt x="1308" y="318"/>
                    </a:lnTo>
                    <a:lnTo>
                      <a:pt x="1320" y="312"/>
                    </a:lnTo>
                    <a:lnTo>
                      <a:pt x="1332" y="288"/>
                    </a:lnTo>
                    <a:lnTo>
                      <a:pt x="1344" y="276"/>
                    </a:lnTo>
                    <a:lnTo>
                      <a:pt x="1350" y="264"/>
                    </a:lnTo>
                    <a:lnTo>
                      <a:pt x="1350" y="252"/>
                    </a:lnTo>
                    <a:lnTo>
                      <a:pt x="1344" y="246"/>
                    </a:lnTo>
                    <a:lnTo>
                      <a:pt x="1332" y="240"/>
                    </a:lnTo>
                    <a:lnTo>
                      <a:pt x="1320" y="240"/>
                    </a:lnTo>
                    <a:lnTo>
                      <a:pt x="1314" y="234"/>
                    </a:lnTo>
                    <a:lnTo>
                      <a:pt x="1314" y="222"/>
                    </a:lnTo>
                    <a:lnTo>
                      <a:pt x="1320" y="210"/>
                    </a:lnTo>
                    <a:lnTo>
                      <a:pt x="1326" y="204"/>
                    </a:lnTo>
                    <a:lnTo>
                      <a:pt x="1326" y="198"/>
                    </a:lnTo>
                    <a:lnTo>
                      <a:pt x="1320" y="192"/>
                    </a:lnTo>
                    <a:lnTo>
                      <a:pt x="1308" y="186"/>
                    </a:lnTo>
                    <a:lnTo>
                      <a:pt x="1326" y="168"/>
                    </a:lnTo>
                    <a:lnTo>
                      <a:pt x="1320" y="144"/>
                    </a:lnTo>
                    <a:lnTo>
                      <a:pt x="1302" y="144"/>
                    </a:lnTo>
                    <a:lnTo>
                      <a:pt x="1296" y="120"/>
                    </a:lnTo>
                    <a:lnTo>
                      <a:pt x="1290" y="120"/>
                    </a:lnTo>
                    <a:lnTo>
                      <a:pt x="1284" y="114"/>
                    </a:lnTo>
                    <a:lnTo>
                      <a:pt x="1272" y="108"/>
                    </a:lnTo>
                    <a:lnTo>
                      <a:pt x="1260" y="96"/>
                    </a:lnTo>
                    <a:lnTo>
                      <a:pt x="1254" y="84"/>
                    </a:lnTo>
                    <a:lnTo>
                      <a:pt x="1248" y="66"/>
                    </a:lnTo>
                    <a:lnTo>
                      <a:pt x="1236" y="60"/>
                    </a:lnTo>
                    <a:lnTo>
                      <a:pt x="1230" y="54"/>
                    </a:lnTo>
                    <a:lnTo>
                      <a:pt x="1218" y="66"/>
                    </a:lnTo>
                    <a:lnTo>
                      <a:pt x="1218" y="72"/>
                    </a:lnTo>
                    <a:lnTo>
                      <a:pt x="1206" y="84"/>
                    </a:lnTo>
                    <a:lnTo>
                      <a:pt x="1200" y="84"/>
                    </a:lnTo>
                    <a:lnTo>
                      <a:pt x="1188" y="78"/>
                    </a:lnTo>
                    <a:lnTo>
                      <a:pt x="1188" y="72"/>
                    </a:lnTo>
                    <a:lnTo>
                      <a:pt x="1176" y="66"/>
                    </a:lnTo>
                    <a:lnTo>
                      <a:pt x="1164" y="66"/>
                    </a:lnTo>
                    <a:lnTo>
                      <a:pt x="1158" y="72"/>
                    </a:lnTo>
                    <a:lnTo>
                      <a:pt x="1152" y="84"/>
                    </a:lnTo>
                    <a:lnTo>
                      <a:pt x="1146" y="90"/>
                    </a:lnTo>
                    <a:lnTo>
                      <a:pt x="1098" y="66"/>
                    </a:lnTo>
                    <a:lnTo>
                      <a:pt x="1098" y="42"/>
                    </a:lnTo>
                    <a:lnTo>
                      <a:pt x="1068" y="18"/>
                    </a:lnTo>
                    <a:lnTo>
                      <a:pt x="1062" y="6"/>
                    </a:lnTo>
                    <a:lnTo>
                      <a:pt x="1044" y="24"/>
                    </a:lnTo>
                    <a:lnTo>
                      <a:pt x="1026" y="30"/>
                    </a:lnTo>
                    <a:lnTo>
                      <a:pt x="1002" y="30"/>
                    </a:lnTo>
                    <a:lnTo>
                      <a:pt x="990" y="18"/>
                    </a:lnTo>
                    <a:lnTo>
                      <a:pt x="990" y="12"/>
                    </a:lnTo>
                    <a:lnTo>
                      <a:pt x="954" y="18"/>
                    </a:lnTo>
                    <a:lnTo>
                      <a:pt x="942" y="6"/>
                    </a:lnTo>
                    <a:lnTo>
                      <a:pt x="942" y="0"/>
                    </a:lnTo>
                    <a:lnTo>
                      <a:pt x="936" y="0"/>
                    </a:lnTo>
                    <a:lnTo>
                      <a:pt x="918" y="18"/>
                    </a:lnTo>
                    <a:lnTo>
                      <a:pt x="918" y="30"/>
                    </a:lnTo>
                    <a:lnTo>
                      <a:pt x="906" y="30"/>
                    </a:lnTo>
                    <a:lnTo>
                      <a:pt x="900" y="36"/>
                    </a:lnTo>
                    <a:lnTo>
                      <a:pt x="876" y="36"/>
                    </a:lnTo>
                    <a:lnTo>
                      <a:pt x="864" y="24"/>
                    </a:lnTo>
                    <a:lnTo>
                      <a:pt x="840" y="42"/>
                    </a:lnTo>
                    <a:lnTo>
                      <a:pt x="822" y="42"/>
                    </a:lnTo>
                    <a:lnTo>
                      <a:pt x="810" y="54"/>
                    </a:lnTo>
                    <a:lnTo>
                      <a:pt x="798" y="60"/>
                    </a:lnTo>
                    <a:lnTo>
                      <a:pt x="792" y="66"/>
                    </a:lnTo>
                    <a:lnTo>
                      <a:pt x="786" y="66"/>
                    </a:lnTo>
                    <a:lnTo>
                      <a:pt x="762" y="42"/>
                    </a:lnTo>
                    <a:lnTo>
                      <a:pt x="756" y="54"/>
                    </a:lnTo>
                    <a:lnTo>
                      <a:pt x="738" y="72"/>
                    </a:lnTo>
                    <a:lnTo>
                      <a:pt x="738" y="84"/>
                    </a:lnTo>
                    <a:lnTo>
                      <a:pt x="732" y="90"/>
                    </a:lnTo>
                    <a:lnTo>
                      <a:pt x="726" y="102"/>
                    </a:lnTo>
                    <a:lnTo>
                      <a:pt x="720" y="108"/>
                    </a:lnTo>
                    <a:lnTo>
                      <a:pt x="708" y="102"/>
                    </a:lnTo>
                    <a:lnTo>
                      <a:pt x="702" y="96"/>
                    </a:lnTo>
                    <a:lnTo>
                      <a:pt x="690" y="90"/>
                    </a:lnTo>
                    <a:lnTo>
                      <a:pt x="642" y="90"/>
                    </a:lnTo>
                    <a:lnTo>
                      <a:pt x="630" y="84"/>
                    </a:lnTo>
                    <a:lnTo>
                      <a:pt x="624" y="78"/>
                    </a:lnTo>
                    <a:lnTo>
                      <a:pt x="582" y="78"/>
                    </a:lnTo>
                    <a:lnTo>
                      <a:pt x="582" y="48"/>
                    </a:lnTo>
                    <a:lnTo>
                      <a:pt x="576" y="42"/>
                    </a:lnTo>
                    <a:lnTo>
                      <a:pt x="558" y="42"/>
                    </a:lnTo>
                    <a:lnTo>
                      <a:pt x="558" y="30"/>
                    </a:lnTo>
                    <a:lnTo>
                      <a:pt x="546" y="24"/>
                    </a:lnTo>
                    <a:lnTo>
                      <a:pt x="534" y="24"/>
                    </a:lnTo>
                    <a:lnTo>
                      <a:pt x="516" y="18"/>
                    </a:lnTo>
                    <a:lnTo>
                      <a:pt x="504" y="18"/>
                    </a:lnTo>
                    <a:lnTo>
                      <a:pt x="492" y="24"/>
                    </a:lnTo>
                    <a:lnTo>
                      <a:pt x="486" y="30"/>
                    </a:lnTo>
                    <a:lnTo>
                      <a:pt x="486" y="36"/>
                    </a:lnTo>
                    <a:lnTo>
                      <a:pt x="480" y="48"/>
                    </a:lnTo>
                    <a:lnTo>
                      <a:pt x="480" y="54"/>
                    </a:lnTo>
                    <a:lnTo>
                      <a:pt x="474" y="66"/>
                    </a:lnTo>
                    <a:lnTo>
                      <a:pt x="462" y="78"/>
                    </a:lnTo>
                    <a:lnTo>
                      <a:pt x="456" y="78"/>
                    </a:lnTo>
                    <a:lnTo>
                      <a:pt x="444" y="90"/>
                    </a:lnTo>
                    <a:lnTo>
                      <a:pt x="444" y="102"/>
                    </a:lnTo>
                    <a:lnTo>
                      <a:pt x="450" y="102"/>
                    </a:lnTo>
                    <a:lnTo>
                      <a:pt x="450" y="120"/>
                    </a:lnTo>
                    <a:lnTo>
                      <a:pt x="438" y="138"/>
                    </a:lnTo>
                    <a:lnTo>
                      <a:pt x="450" y="150"/>
                    </a:lnTo>
                    <a:lnTo>
                      <a:pt x="450" y="186"/>
                    </a:lnTo>
                    <a:lnTo>
                      <a:pt x="444" y="198"/>
                    </a:lnTo>
                    <a:lnTo>
                      <a:pt x="438" y="216"/>
                    </a:lnTo>
                    <a:lnTo>
                      <a:pt x="426" y="228"/>
                    </a:lnTo>
                    <a:lnTo>
                      <a:pt x="414" y="252"/>
                    </a:lnTo>
                    <a:lnTo>
                      <a:pt x="408" y="258"/>
                    </a:lnTo>
                    <a:lnTo>
                      <a:pt x="408" y="288"/>
                    </a:lnTo>
                    <a:lnTo>
                      <a:pt x="414" y="300"/>
                    </a:lnTo>
                    <a:lnTo>
                      <a:pt x="414" y="324"/>
                    </a:lnTo>
                    <a:lnTo>
                      <a:pt x="396" y="360"/>
                    </a:lnTo>
                    <a:lnTo>
                      <a:pt x="396" y="372"/>
                    </a:lnTo>
                    <a:lnTo>
                      <a:pt x="402" y="378"/>
                    </a:lnTo>
                    <a:lnTo>
                      <a:pt x="408" y="390"/>
                    </a:lnTo>
                    <a:lnTo>
                      <a:pt x="408" y="414"/>
                    </a:lnTo>
                    <a:lnTo>
                      <a:pt x="402" y="426"/>
                    </a:lnTo>
                    <a:lnTo>
                      <a:pt x="390" y="432"/>
                    </a:lnTo>
                    <a:lnTo>
                      <a:pt x="390" y="486"/>
                    </a:lnTo>
                    <a:lnTo>
                      <a:pt x="384" y="492"/>
                    </a:lnTo>
                    <a:lnTo>
                      <a:pt x="372" y="498"/>
                    </a:lnTo>
                    <a:lnTo>
                      <a:pt x="366" y="510"/>
                    </a:lnTo>
                    <a:lnTo>
                      <a:pt x="318" y="534"/>
                    </a:lnTo>
                    <a:lnTo>
                      <a:pt x="312" y="540"/>
                    </a:lnTo>
                    <a:lnTo>
                      <a:pt x="306" y="552"/>
                    </a:lnTo>
                    <a:lnTo>
                      <a:pt x="306" y="588"/>
                    </a:lnTo>
                    <a:lnTo>
                      <a:pt x="282" y="612"/>
                    </a:lnTo>
                    <a:lnTo>
                      <a:pt x="276" y="612"/>
                    </a:lnTo>
                    <a:lnTo>
                      <a:pt x="282" y="714"/>
                    </a:lnTo>
                    <a:lnTo>
                      <a:pt x="252" y="756"/>
                    </a:lnTo>
                    <a:lnTo>
                      <a:pt x="246" y="762"/>
                    </a:lnTo>
                    <a:lnTo>
                      <a:pt x="228" y="762"/>
                    </a:lnTo>
                    <a:lnTo>
                      <a:pt x="216" y="774"/>
                    </a:lnTo>
                    <a:lnTo>
                      <a:pt x="210" y="786"/>
                    </a:lnTo>
                    <a:lnTo>
                      <a:pt x="192" y="804"/>
                    </a:lnTo>
                    <a:lnTo>
                      <a:pt x="186" y="816"/>
                    </a:lnTo>
                    <a:lnTo>
                      <a:pt x="180" y="822"/>
                    </a:lnTo>
                    <a:lnTo>
                      <a:pt x="168" y="828"/>
                    </a:lnTo>
                    <a:lnTo>
                      <a:pt x="150" y="828"/>
                    </a:lnTo>
                    <a:lnTo>
                      <a:pt x="144" y="822"/>
                    </a:lnTo>
                    <a:lnTo>
                      <a:pt x="150" y="810"/>
                    </a:lnTo>
                    <a:lnTo>
                      <a:pt x="150" y="780"/>
                    </a:lnTo>
                    <a:lnTo>
                      <a:pt x="144" y="780"/>
                    </a:lnTo>
                    <a:lnTo>
                      <a:pt x="126" y="798"/>
                    </a:lnTo>
                    <a:lnTo>
                      <a:pt x="102" y="792"/>
                    </a:lnTo>
                    <a:lnTo>
                      <a:pt x="102" y="810"/>
                    </a:lnTo>
                    <a:lnTo>
                      <a:pt x="96" y="822"/>
                    </a:lnTo>
                    <a:lnTo>
                      <a:pt x="90" y="828"/>
                    </a:lnTo>
                    <a:lnTo>
                      <a:pt x="78" y="828"/>
                    </a:lnTo>
                    <a:lnTo>
                      <a:pt x="72" y="822"/>
                    </a:lnTo>
                    <a:lnTo>
                      <a:pt x="72" y="816"/>
                    </a:lnTo>
                    <a:lnTo>
                      <a:pt x="66" y="810"/>
                    </a:lnTo>
                    <a:lnTo>
                      <a:pt x="66" y="804"/>
                    </a:lnTo>
                    <a:lnTo>
                      <a:pt x="54" y="804"/>
                    </a:lnTo>
                    <a:lnTo>
                      <a:pt x="48" y="816"/>
                    </a:lnTo>
                    <a:lnTo>
                      <a:pt x="12" y="846"/>
                    </a:lnTo>
                    <a:lnTo>
                      <a:pt x="18" y="858"/>
                    </a:lnTo>
                    <a:lnTo>
                      <a:pt x="18" y="864"/>
                    </a:lnTo>
                    <a:lnTo>
                      <a:pt x="24" y="876"/>
                    </a:lnTo>
                    <a:lnTo>
                      <a:pt x="24" y="882"/>
                    </a:lnTo>
                    <a:lnTo>
                      <a:pt x="18" y="888"/>
                    </a:lnTo>
                    <a:lnTo>
                      <a:pt x="6" y="894"/>
                    </a:lnTo>
                    <a:lnTo>
                      <a:pt x="0" y="900"/>
                    </a:lnTo>
                    <a:lnTo>
                      <a:pt x="6" y="906"/>
                    </a:lnTo>
                    <a:lnTo>
                      <a:pt x="6" y="912"/>
                    </a:lnTo>
                    <a:lnTo>
                      <a:pt x="18" y="918"/>
                    </a:lnTo>
                    <a:lnTo>
                      <a:pt x="18" y="924"/>
                    </a:lnTo>
                    <a:lnTo>
                      <a:pt x="54" y="906"/>
                    </a:lnTo>
                    <a:lnTo>
                      <a:pt x="78" y="912"/>
                    </a:lnTo>
                    <a:lnTo>
                      <a:pt x="84" y="906"/>
                    </a:lnTo>
                    <a:lnTo>
                      <a:pt x="96" y="912"/>
                    </a:lnTo>
                    <a:lnTo>
                      <a:pt x="120" y="906"/>
                    </a:lnTo>
                    <a:lnTo>
                      <a:pt x="132" y="912"/>
                    </a:lnTo>
                    <a:lnTo>
                      <a:pt x="162" y="912"/>
                    </a:lnTo>
                    <a:lnTo>
                      <a:pt x="174" y="906"/>
                    </a:lnTo>
                    <a:lnTo>
                      <a:pt x="186" y="906"/>
                    </a:lnTo>
                    <a:lnTo>
                      <a:pt x="198" y="912"/>
                    </a:lnTo>
                    <a:lnTo>
                      <a:pt x="228" y="912"/>
                    </a:lnTo>
                    <a:lnTo>
                      <a:pt x="246" y="906"/>
                    </a:lnTo>
                    <a:lnTo>
                      <a:pt x="270" y="906"/>
                    </a:lnTo>
                    <a:lnTo>
                      <a:pt x="276" y="900"/>
                    </a:lnTo>
                    <a:lnTo>
                      <a:pt x="294" y="900"/>
                    </a:lnTo>
                    <a:lnTo>
                      <a:pt x="300" y="906"/>
                    </a:lnTo>
                    <a:lnTo>
                      <a:pt x="306" y="918"/>
                    </a:lnTo>
                    <a:lnTo>
                      <a:pt x="318" y="930"/>
                    </a:lnTo>
                    <a:lnTo>
                      <a:pt x="318" y="972"/>
                    </a:lnTo>
                    <a:lnTo>
                      <a:pt x="336" y="990"/>
                    </a:lnTo>
                    <a:lnTo>
                      <a:pt x="336" y="1014"/>
                    </a:lnTo>
                    <a:lnTo>
                      <a:pt x="330" y="1020"/>
                    </a:lnTo>
                    <a:lnTo>
                      <a:pt x="330" y="1026"/>
                    </a:lnTo>
                    <a:lnTo>
                      <a:pt x="336" y="1032"/>
                    </a:lnTo>
                    <a:lnTo>
                      <a:pt x="342" y="1032"/>
                    </a:lnTo>
                    <a:lnTo>
                      <a:pt x="354" y="1044"/>
                    </a:lnTo>
                    <a:lnTo>
                      <a:pt x="354" y="1056"/>
                    </a:lnTo>
                    <a:lnTo>
                      <a:pt x="360" y="1062"/>
                    </a:lnTo>
                    <a:lnTo>
                      <a:pt x="372" y="1086"/>
                    </a:lnTo>
                    <a:lnTo>
                      <a:pt x="402" y="1086"/>
                    </a:lnTo>
                    <a:lnTo>
                      <a:pt x="414" y="1092"/>
                    </a:lnTo>
                    <a:lnTo>
                      <a:pt x="420" y="1080"/>
                    </a:lnTo>
                    <a:lnTo>
                      <a:pt x="444" y="1080"/>
                    </a:lnTo>
                    <a:lnTo>
                      <a:pt x="456" y="1074"/>
                    </a:lnTo>
                    <a:lnTo>
                      <a:pt x="462" y="1080"/>
                    </a:lnTo>
                    <a:lnTo>
                      <a:pt x="504" y="1074"/>
                    </a:lnTo>
                    <a:lnTo>
                      <a:pt x="504" y="1056"/>
                    </a:lnTo>
                    <a:lnTo>
                      <a:pt x="510" y="1050"/>
                    </a:lnTo>
                    <a:lnTo>
                      <a:pt x="510" y="1044"/>
                    </a:lnTo>
                    <a:lnTo>
                      <a:pt x="522" y="1044"/>
                    </a:lnTo>
                    <a:lnTo>
                      <a:pt x="522" y="1032"/>
                    </a:lnTo>
                    <a:lnTo>
                      <a:pt x="516" y="1020"/>
                    </a:lnTo>
                    <a:lnTo>
                      <a:pt x="510" y="1014"/>
                    </a:lnTo>
                    <a:lnTo>
                      <a:pt x="510" y="1008"/>
                    </a:lnTo>
                    <a:lnTo>
                      <a:pt x="516" y="1002"/>
                    </a:lnTo>
                    <a:lnTo>
                      <a:pt x="564" y="1002"/>
                    </a:lnTo>
                    <a:lnTo>
                      <a:pt x="564" y="996"/>
                    </a:lnTo>
                    <a:lnTo>
                      <a:pt x="576" y="996"/>
                    </a:lnTo>
                    <a:lnTo>
                      <a:pt x="588" y="1002"/>
                    </a:lnTo>
                    <a:lnTo>
                      <a:pt x="588" y="1026"/>
                    </a:lnTo>
                    <a:lnTo>
                      <a:pt x="678" y="1026"/>
                    </a:lnTo>
                    <a:lnTo>
                      <a:pt x="678" y="1050"/>
                    </a:lnTo>
                    <a:lnTo>
                      <a:pt x="666" y="1068"/>
                    </a:lnTo>
                    <a:lnTo>
                      <a:pt x="672" y="1086"/>
                    </a:lnTo>
                    <a:lnTo>
                      <a:pt x="684" y="1098"/>
                    </a:lnTo>
                    <a:lnTo>
                      <a:pt x="690" y="1110"/>
                    </a:lnTo>
                    <a:lnTo>
                      <a:pt x="690" y="1122"/>
                    </a:lnTo>
                    <a:lnTo>
                      <a:pt x="684" y="1134"/>
                    </a:lnTo>
                    <a:lnTo>
                      <a:pt x="678" y="1140"/>
                    </a:lnTo>
                    <a:lnTo>
                      <a:pt x="684" y="1164"/>
                    </a:lnTo>
                    <a:lnTo>
                      <a:pt x="684" y="1176"/>
                    </a:lnTo>
                    <a:lnTo>
                      <a:pt x="678" y="1182"/>
                    </a:lnTo>
                    <a:lnTo>
                      <a:pt x="678" y="1194"/>
                    </a:lnTo>
                    <a:lnTo>
                      <a:pt x="684" y="1212"/>
                    </a:lnTo>
                    <a:lnTo>
                      <a:pt x="696" y="1230"/>
                    </a:lnTo>
                    <a:lnTo>
                      <a:pt x="708" y="1254"/>
                    </a:lnTo>
                    <a:lnTo>
                      <a:pt x="714" y="1260"/>
                    </a:lnTo>
                    <a:lnTo>
                      <a:pt x="714" y="1278"/>
                    </a:lnTo>
                    <a:lnTo>
                      <a:pt x="708" y="1290"/>
                    </a:lnTo>
                    <a:lnTo>
                      <a:pt x="708" y="1302"/>
                    </a:lnTo>
                    <a:lnTo>
                      <a:pt x="702" y="1308"/>
                    </a:lnTo>
                    <a:lnTo>
                      <a:pt x="702" y="1332"/>
                    </a:lnTo>
                    <a:lnTo>
                      <a:pt x="708" y="1338"/>
                    </a:lnTo>
                    <a:lnTo>
                      <a:pt x="714" y="1338"/>
                    </a:lnTo>
                    <a:lnTo>
                      <a:pt x="720" y="1344"/>
                    </a:lnTo>
                    <a:lnTo>
                      <a:pt x="726" y="1326"/>
                    </a:lnTo>
                    <a:lnTo>
                      <a:pt x="756" y="1332"/>
                    </a:lnTo>
                    <a:lnTo>
                      <a:pt x="780" y="1326"/>
                    </a:lnTo>
                    <a:lnTo>
                      <a:pt x="780" y="1314"/>
                    </a:lnTo>
                    <a:lnTo>
                      <a:pt x="792" y="1314"/>
                    </a:lnTo>
                    <a:lnTo>
                      <a:pt x="804" y="1326"/>
                    </a:lnTo>
                    <a:lnTo>
                      <a:pt x="828" y="1326"/>
                    </a:lnTo>
                    <a:lnTo>
                      <a:pt x="834" y="1308"/>
                    </a:lnTo>
                    <a:lnTo>
                      <a:pt x="840" y="1320"/>
                    </a:lnTo>
                    <a:lnTo>
                      <a:pt x="858" y="1320"/>
                    </a:lnTo>
                    <a:lnTo>
                      <a:pt x="858" y="1350"/>
                    </a:lnTo>
                    <a:lnTo>
                      <a:pt x="864" y="1356"/>
                    </a:lnTo>
                    <a:lnTo>
                      <a:pt x="882" y="1356"/>
                    </a:lnTo>
                    <a:lnTo>
                      <a:pt x="882" y="1350"/>
                    </a:lnTo>
                    <a:lnTo>
                      <a:pt x="876" y="1344"/>
                    </a:lnTo>
                    <a:lnTo>
                      <a:pt x="918" y="1338"/>
                    </a:lnTo>
                    <a:lnTo>
                      <a:pt x="918" y="1356"/>
                    </a:lnTo>
                    <a:lnTo>
                      <a:pt x="924" y="1368"/>
                    </a:lnTo>
                    <a:lnTo>
                      <a:pt x="930" y="1374"/>
                    </a:lnTo>
                    <a:lnTo>
                      <a:pt x="948" y="1386"/>
                    </a:lnTo>
                    <a:lnTo>
                      <a:pt x="984" y="1392"/>
                    </a:lnTo>
                    <a:lnTo>
                      <a:pt x="1014" y="1398"/>
                    </a:lnTo>
                    <a:lnTo>
                      <a:pt x="1032" y="1398"/>
                    </a:lnTo>
                    <a:lnTo>
                      <a:pt x="1032" y="1392"/>
                    </a:lnTo>
                    <a:lnTo>
                      <a:pt x="1038" y="1386"/>
                    </a:lnTo>
                    <a:lnTo>
                      <a:pt x="1038" y="1368"/>
                    </a:lnTo>
                    <a:lnTo>
                      <a:pt x="1044" y="1362"/>
                    </a:lnTo>
                    <a:lnTo>
                      <a:pt x="1050" y="1362"/>
                    </a:lnTo>
                    <a:lnTo>
                      <a:pt x="1062" y="1374"/>
                    </a:lnTo>
                    <a:lnTo>
                      <a:pt x="1062" y="1386"/>
                    </a:lnTo>
                    <a:lnTo>
                      <a:pt x="1068" y="1392"/>
                    </a:lnTo>
                    <a:lnTo>
                      <a:pt x="1080" y="1392"/>
                    </a:lnTo>
                    <a:lnTo>
                      <a:pt x="1080" y="1404"/>
                    </a:lnTo>
                    <a:lnTo>
                      <a:pt x="1074" y="1404"/>
                    </a:lnTo>
                    <a:lnTo>
                      <a:pt x="1074" y="1416"/>
                    </a:lnTo>
                    <a:lnTo>
                      <a:pt x="1104" y="1416"/>
                    </a:lnTo>
                    <a:lnTo>
                      <a:pt x="1110" y="1422"/>
                    </a:lnTo>
                    <a:lnTo>
                      <a:pt x="1110" y="1434"/>
                    </a:lnTo>
                    <a:lnTo>
                      <a:pt x="1122" y="1434"/>
                    </a:lnTo>
                    <a:lnTo>
                      <a:pt x="1128" y="1428"/>
                    </a:lnTo>
                    <a:lnTo>
                      <a:pt x="1134" y="1428"/>
                    </a:lnTo>
                    <a:lnTo>
                      <a:pt x="1140" y="1434"/>
                    </a:lnTo>
                    <a:lnTo>
                      <a:pt x="1146" y="1446"/>
                    </a:lnTo>
                    <a:lnTo>
                      <a:pt x="1146" y="1452"/>
                    </a:lnTo>
                    <a:lnTo>
                      <a:pt x="1152" y="1464"/>
                    </a:lnTo>
                    <a:lnTo>
                      <a:pt x="1164" y="1464"/>
                    </a:lnTo>
                    <a:lnTo>
                      <a:pt x="1176" y="1476"/>
                    </a:lnTo>
                    <a:lnTo>
                      <a:pt x="1176" y="1488"/>
                    </a:lnTo>
                    <a:lnTo>
                      <a:pt x="1182" y="1500"/>
                    </a:lnTo>
                    <a:lnTo>
                      <a:pt x="1182" y="1512"/>
                    </a:lnTo>
                    <a:lnTo>
                      <a:pt x="1200" y="1512"/>
                    </a:lnTo>
                    <a:lnTo>
                      <a:pt x="1218" y="1500"/>
                    </a:lnTo>
                    <a:lnTo>
                      <a:pt x="1224" y="1512"/>
                    </a:lnTo>
                    <a:lnTo>
                      <a:pt x="1224" y="1518"/>
                    </a:lnTo>
                    <a:lnTo>
                      <a:pt x="1230" y="1518"/>
                    </a:lnTo>
                    <a:lnTo>
                      <a:pt x="1236" y="1500"/>
                    </a:lnTo>
                    <a:lnTo>
                      <a:pt x="1242" y="1464"/>
                    </a:lnTo>
                    <a:lnTo>
                      <a:pt x="1242" y="1416"/>
                    </a:lnTo>
                    <a:lnTo>
                      <a:pt x="1218" y="1416"/>
                    </a:lnTo>
                    <a:lnTo>
                      <a:pt x="1218" y="1434"/>
                    </a:lnTo>
                    <a:lnTo>
                      <a:pt x="1212" y="1440"/>
                    </a:lnTo>
                    <a:lnTo>
                      <a:pt x="1206" y="1440"/>
                    </a:lnTo>
                    <a:lnTo>
                      <a:pt x="1194" y="1434"/>
                    </a:lnTo>
                    <a:lnTo>
                      <a:pt x="1164" y="1404"/>
                    </a:lnTo>
                    <a:lnTo>
                      <a:pt x="1158" y="1404"/>
                    </a:lnTo>
                    <a:lnTo>
                      <a:pt x="1158" y="1398"/>
                    </a:lnTo>
                    <a:lnTo>
                      <a:pt x="1152" y="1398"/>
                    </a:lnTo>
                    <a:lnTo>
                      <a:pt x="1140" y="1386"/>
                    </a:lnTo>
                    <a:lnTo>
                      <a:pt x="1140" y="1362"/>
                    </a:lnTo>
                    <a:lnTo>
                      <a:pt x="1146" y="1350"/>
                    </a:lnTo>
                    <a:lnTo>
                      <a:pt x="1152" y="1332"/>
                    </a:lnTo>
                    <a:lnTo>
                      <a:pt x="1158" y="1320"/>
                    </a:lnTo>
                    <a:lnTo>
                      <a:pt x="1170" y="1308"/>
                    </a:lnTo>
                    <a:lnTo>
                      <a:pt x="1170" y="1254"/>
                    </a:lnTo>
                    <a:lnTo>
                      <a:pt x="1164" y="1236"/>
                    </a:lnTo>
                    <a:lnTo>
                      <a:pt x="1164" y="1212"/>
                    </a:lnTo>
                    <a:lnTo>
                      <a:pt x="1158" y="1206"/>
                    </a:lnTo>
                    <a:lnTo>
                      <a:pt x="1158" y="1200"/>
                    </a:lnTo>
                    <a:lnTo>
                      <a:pt x="1152" y="1194"/>
                    </a:lnTo>
                    <a:lnTo>
                      <a:pt x="1152" y="1188"/>
                    </a:lnTo>
                    <a:lnTo>
                      <a:pt x="1140" y="1176"/>
                    </a:lnTo>
                    <a:lnTo>
                      <a:pt x="1146" y="1176"/>
                    </a:lnTo>
                    <a:lnTo>
                      <a:pt x="1152" y="1170"/>
                    </a:lnTo>
                    <a:lnTo>
                      <a:pt x="1164" y="1164"/>
                    </a:lnTo>
                    <a:lnTo>
                      <a:pt x="1182" y="1146"/>
                    </a:lnTo>
                    <a:lnTo>
                      <a:pt x="1182" y="1116"/>
                    </a:lnTo>
                    <a:lnTo>
                      <a:pt x="1194" y="1116"/>
                    </a:lnTo>
                    <a:lnTo>
                      <a:pt x="1212" y="1110"/>
                    </a:lnTo>
                    <a:lnTo>
                      <a:pt x="1230" y="1110"/>
                    </a:lnTo>
                    <a:lnTo>
                      <a:pt x="1242" y="1104"/>
                    </a:lnTo>
                    <a:lnTo>
                      <a:pt x="1260" y="1104"/>
                    </a:lnTo>
                    <a:lnTo>
                      <a:pt x="1284" y="1092"/>
                    </a:lnTo>
                    <a:lnTo>
                      <a:pt x="1290" y="1092"/>
                    </a:lnTo>
                    <a:lnTo>
                      <a:pt x="1290" y="1086"/>
                    </a:lnTo>
                    <a:lnTo>
                      <a:pt x="1284" y="1074"/>
                    </a:lnTo>
                    <a:lnTo>
                      <a:pt x="1272" y="1062"/>
                    </a:lnTo>
                    <a:lnTo>
                      <a:pt x="1272" y="1014"/>
                    </a:lnTo>
                    <a:lnTo>
                      <a:pt x="1248" y="1014"/>
                    </a:lnTo>
                    <a:lnTo>
                      <a:pt x="1248" y="1008"/>
                    </a:lnTo>
                    <a:lnTo>
                      <a:pt x="1242" y="996"/>
                    </a:lnTo>
                    <a:lnTo>
                      <a:pt x="1242" y="978"/>
                    </a:lnTo>
                    <a:lnTo>
                      <a:pt x="1236" y="972"/>
                    </a:lnTo>
                    <a:lnTo>
                      <a:pt x="1224" y="966"/>
                    </a:lnTo>
                    <a:lnTo>
                      <a:pt x="1218" y="960"/>
                    </a:lnTo>
                    <a:lnTo>
                      <a:pt x="1206" y="936"/>
                    </a:lnTo>
                    <a:lnTo>
                      <a:pt x="1206" y="906"/>
                    </a:lnTo>
                    <a:lnTo>
                      <a:pt x="1212" y="900"/>
                    </a:lnTo>
                    <a:lnTo>
                      <a:pt x="1212" y="876"/>
                    </a:lnTo>
                    <a:lnTo>
                      <a:pt x="1200" y="864"/>
                    </a:lnTo>
                    <a:lnTo>
                      <a:pt x="1194" y="852"/>
                    </a:lnTo>
                    <a:lnTo>
                      <a:pt x="1194" y="804"/>
                    </a:lnTo>
                    <a:lnTo>
                      <a:pt x="1200" y="780"/>
                    </a:lnTo>
                    <a:lnTo>
                      <a:pt x="1200" y="750"/>
                    </a:lnTo>
                    <a:lnTo>
                      <a:pt x="1212" y="738"/>
                    </a:lnTo>
                    <a:lnTo>
                      <a:pt x="1218" y="744"/>
                    </a:lnTo>
                    <a:lnTo>
                      <a:pt x="1218" y="732"/>
                    </a:lnTo>
                    <a:lnTo>
                      <a:pt x="1224" y="726"/>
                    </a:lnTo>
                    <a:lnTo>
                      <a:pt x="1224" y="696"/>
                    </a:lnTo>
                    <a:lnTo>
                      <a:pt x="1218" y="690"/>
                    </a:lnTo>
                    <a:lnTo>
                      <a:pt x="1206" y="684"/>
                    </a:lnTo>
                    <a:lnTo>
                      <a:pt x="1200" y="678"/>
                    </a:lnTo>
                    <a:lnTo>
                      <a:pt x="1188" y="648"/>
                    </a:lnTo>
                    <a:lnTo>
                      <a:pt x="1182" y="642"/>
                    </a:lnTo>
                    <a:lnTo>
                      <a:pt x="1176" y="642"/>
                    </a:lnTo>
                    <a:lnTo>
                      <a:pt x="1176" y="636"/>
                    </a:lnTo>
                    <a:lnTo>
                      <a:pt x="1182" y="624"/>
                    </a:lnTo>
                    <a:lnTo>
                      <a:pt x="1194" y="618"/>
                    </a:lnTo>
                    <a:lnTo>
                      <a:pt x="1206" y="606"/>
                    </a:lnTo>
                    <a:lnTo>
                      <a:pt x="1206" y="594"/>
                    </a:lnTo>
                    <a:lnTo>
                      <a:pt x="1200" y="588"/>
                    </a:lnTo>
                    <a:lnTo>
                      <a:pt x="1194" y="576"/>
                    </a:lnTo>
                    <a:lnTo>
                      <a:pt x="1194" y="570"/>
                    </a:lnTo>
                    <a:lnTo>
                      <a:pt x="1200" y="564"/>
                    </a:lnTo>
                    <a:lnTo>
                      <a:pt x="1224" y="552"/>
                    </a:lnTo>
                    <a:lnTo>
                      <a:pt x="1230" y="546"/>
                    </a:lnTo>
                    <a:lnTo>
                      <a:pt x="1236" y="546"/>
                    </a:lnTo>
                    <a:lnTo>
                      <a:pt x="1242" y="4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59" name="Congo (Brazzaville)" descr="© INSCALE GmbH, 05.05.2010&#10;http://www.presentationload.com/">
                <a:extLst>
                  <a:ext uri="{FF2B5EF4-FFF2-40B4-BE49-F238E27FC236}">
                    <a16:creationId xmlns:a16="http://schemas.microsoft.com/office/drawing/2014/main" id="{0AF4E52B-641E-A944-9F4B-2300956482CF}"/>
                  </a:ext>
                </a:extLst>
              </p:cNvPr>
              <p:cNvSpPr>
                <a:spLocks/>
              </p:cNvSpPr>
              <p:nvPr/>
            </p:nvSpPr>
            <p:spPr bwMode="gray">
              <a:xfrm>
                <a:off x="6054909" y="4015144"/>
                <a:ext cx="225180" cy="294213"/>
              </a:xfrm>
              <a:custGeom>
                <a:avLst/>
                <a:gdLst>
                  <a:gd name="T0" fmla="*/ 2147483647 w 534"/>
                  <a:gd name="T1" fmla="*/ 2147483647 h 702"/>
                  <a:gd name="T2" fmla="*/ 2147483647 w 534"/>
                  <a:gd name="T3" fmla="*/ 2147483647 h 702"/>
                  <a:gd name="T4" fmla="*/ 2147483647 w 534"/>
                  <a:gd name="T5" fmla="*/ 2147483647 h 702"/>
                  <a:gd name="T6" fmla="*/ 2147483647 w 534"/>
                  <a:gd name="T7" fmla="*/ 2147483647 h 702"/>
                  <a:gd name="T8" fmla="*/ 2147483647 w 534"/>
                  <a:gd name="T9" fmla="*/ 2147483647 h 702"/>
                  <a:gd name="T10" fmla="*/ 2147483647 w 534"/>
                  <a:gd name="T11" fmla="*/ 2147483647 h 702"/>
                  <a:gd name="T12" fmla="*/ 2147483647 w 534"/>
                  <a:gd name="T13" fmla="*/ 2147483647 h 702"/>
                  <a:gd name="T14" fmla="*/ 2147483647 w 534"/>
                  <a:gd name="T15" fmla="*/ 2147483647 h 702"/>
                  <a:gd name="T16" fmla="*/ 2147483647 w 534"/>
                  <a:gd name="T17" fmla="*/ 2147483647 h 702"/>
                  <a:gd name="T18" fmla="*/ 2147483647 w 534"/>
                  <a:gd name="T19" fmla="*/ 2147483647 h 702"/>
                  <a:gd name="T20" fmla="*/ 2147483647 w 534"/>
                  <a:gd name="T21" fmla="*/ 2147483647 h 702"/>
                  <a:gd name="T22" fmla="*/ 2147483647 w 534"/>
                  <a:gd name="T23" fmla="*/ 2147483647 h 702"/>
                  <a:gd name="T24" fmla="*/ 2147483647 w 534"/>
                  <a:gd name="T25" fmla="*/ 2147483647 h 702"/>
                  <a:gd name="T26" fmla="*/ 2147483647 w 534"/>
                  <a:gd name="T27" fmla="*/ 2147483647 h 702"/>
                  <a:gd name="T28" fmla="*/ 2147483647 w 534"/>
                  <a:gd name="T29" fmla="*/ 2147483647 h 702"/>
                  <a:gd name="T30" fmla="*/ 2147483647 w 534"/>
                  <a:gd name="T31" fmla="*/ 2147483647 h 702"/>
                  <a:gd name="T32" fmla="*/ 2147483647 w 534"/>
                  <a:gd name="T33" fmla="*/ 2147483647 h 702"/>
                  <a:gd name="T34" fmla="*/ 2147483647 w 534"/>
                  <a:gd name="T35" fmla="*/ 2147483647 h 702"/>
                  <a:gd name="T36" fmla="*/ 2147483647 w 534"/>
                  <a:gd name="T37" fmla="*/ 2147483647 h 702"/>
                  <a:gd name="T38" fmla="*/ 2147483647 w 534"/>
                  <a:gd name="T39" fmla="*/ 2147483647 h 702"/>
                  <a:gd name="T40" fmla="*/ 2147483647 w 534"/>
                  <a:gd name="T41" fmla="*/ 2147483647 h 702"/>
                  <a:gd name="T42" fmla="*/ 2147483647 w 534"/>
                  <a:gd name="T43" fmla="*/ 2147483647 h 702"/>
                  <a:gd name="T44" fmla="*/ 2147483647 w 534"/>
                  <a:gd name="T45" fmla="*/ 2147483647 h 702"/>
                  <a:gd name="T46" fmla="*/ 2147483647 w 534"/>
                  <a:gd name="T47" fmla="*/ 2147483647 h 702"/>
                  <a:gd name="T48" fmla="*/ 2147483647 w 534"/>
                  <a:gd name="T49" fmla="*/ 2147483647 h 702"/>
                  <a:gd name="T50" fmla="*/ 0 w 534"/>
                  <a:gd name="T51" fmla="*/ 2147483647 h 702"/>
                  <a:gd name="T52" fmla="*/ 2147483647 w 534"/>
                  <a:gd name="T53" fmla="*/ 2147483647 h 702"/>
                  <a:gd name="T54" fmla="*/ 2147483647 w 534"/>
                  <a:gd name="T55" fmla="*/ 2147483647 h 702"/>
                  <a:gd name="T56" fmla="*/ 2147483647 w 534"/>
                  <a:gd name="T57" fmla="*/ 2147483647 h 702"/>
                  <a:gd name="T58" fmla="*/ 2147483647 w 534"/>
                  <a:gd name="T59" fmla="*/ 2147483647 h 702"/>
                  <a:gd name="T60" fmla="*/ 2147483647 w 534"/>
                  <a:gd name="T61" fmla="*/ 2147483647 h 702"/>
                  <a:gd name="T62" fmla="*/ 2147483647 w 534"/>
                  <a:gd name="T63" fmla="*/ 2147483647 h 702"/>
                  <a:gd name="T64" fmla="*/ 2147483647 w 534"/>
                  <a:gd name="T65" fmla="*/ 2147483647 h 702"/>
                  <a:gd name="T66" fmla="*/ 2147483647 w 534"/>
                  <a:gd name="T67" fmla="*/ 2147483647 h 702"/>
                  <a:gd name="T68" fmla="*/ 2147483647 w 534"/>
                  <a:gd name="T69" fmla="*/ 2147483647 h 702"/>
                  <a:gd name="T70" fmla="*/ 2147483647 w 534"/>
                  <a:gd name="T71" fmla="*/ 2147483647 h 702"/>
                  <a:gd name="T72" fmla="*/ 2147483647 w 534"/>
                  <a:gd name="T73" fmla="*/ 2147483647 h 702"/>
                  <a:gd name="T74" fmla="*/ 2147483647 w 534"/>
                  <a:gd name="T75" fmla="*/ 2147483647 h 702"/>
                  <a:gd name="T76" fmla="*/ 2147483647 w 534"/>
                  <a:gd name="T77" fmla="*/ 2147483647 h 702"/>
                  <a:gd name="T78" fmla="*/ 2147483647 w 534"/>
                  <a:gd name="T79" fmla="*/ 2147483647 h 702"/>
                  <a:gd name="T80" fmla="*/ 2147483647 w 534"/>
                  <a:gd name="T81" fmla="*/ 2147483647 h 702"/>
                  <a:gd name="T82" fmla="*/ 2147483647 w 534"/>
                  <a:gd name="T83" fmla="*/ 2147483647 h 702"/>
                  <a:gd name="T84" fmla="*/ 2147483647 w 534"/>
                  <a:gd name="T85" fmla="*/ 2147483647 h 702"/>
                  <a:gd name="T86" fmla="*/ 2147483647 w 534"/>
                  <a:gd name="T87" fmla="*/ 2147483647 h 702"/>
                  <a:gd name="T88" fmla="*/ 2147483647 w 534"/>
                  <a:gd name="T89" fmla="*/ 2147483647 h 702"/>
                  <a:gd name="T90" fmla="*/ 2147483647 w 534"/>
                  <a:gd name="T91" fmla="*/ 2147483647 h 702"/>
                  <a:gd name="T92" fmla="*/ 2147483647 w 534"/>
                  <a:gd name="T93" fmla="*/ 2147483647 h 702"/>
                  <a:gd name="T94" fmla="*/ 2147483647 w 534"/>
                  <a:gd name="T95" fmla="*/ 2147483647 h 702"/>
                  <a:gd name="T96" fmla="*/ 2147483647 w 534"/>
                  <a:gd name="T97" fmla="*/ 2147483647 h 702"/>
                  <a:gd name="T98" fmla="*/ 2147483647 w 534"/>
                  <a:gd name="T99" fmla="*/ 2147483647 h 702"/>
                  <a:gd name="T100" fmla="*/ 2147483647 w 534"/>
                  <a:gd name="T101" fmla="*/ 2147483647 h 702"/>
                  <a:gd name="T102" fmla="*/ 2147483647 w 534"/>
                  <a:gd name="T103" fmla="*/ 2147483647 h 7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34"/>
                  <a:gd name="T157" fmla="*/ 0 h 702"/>
                  <a:gd name="T158" fmla="*/ 534 w 534"/>
                  <a:gd name="T159" fmla="*/ 702 h 7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34" h="702">
                    <a:moveTo>
                      <a:pt x="366" y="120"/>
                    </a:moveTo>
                    <a:lnTo>
                      <a:pt x="360" y="126"/>
                    </a:lnTo>
                    <a:lnTo>
                      <a:pt x="354" y="168"/>
                    </a:lnTo>
                    <a:lnTo>
                      <a:pt x="330" y="144"/>
                    </a:lnTo>
                    <a:lnTo>
                      <a:pt x="294" y="144"/>
                    </a:lnTo>
                    <a:lnTo>
                      <a:pt x="288" y="138"/>
                    </a:lnTo>
                    <a:lnTo>
                      <a:pt x="276" y="138"/>
                    </a:lnTo>
                    <a:lnTo>
                      <a:pt x="270" y="132"/>
                    </a:lnTo>
                    <a:lnTo>
                      <a:pt x="258" y="126"/>
                    </a:lnTo>
                    <a:lnTo>
                      <a:pt x="210" y="126"/>
                    </a:lnTo>
                    <a:lnTo>
                      <a:pt x="192" y="132"/>
                    </a:lnTo>
                    <a:lnTo>
                      <a:pt x="162" y="132"/>
                    </a:lnTo>
                    <a:lnTo>
                      <a:pt x="144" y="162"/>
                    </a:lnTo>
                    <a:lnTo>
                      <a:pt x="150" y="198"/>
                    </a:lnTo>
                    <a:lnTo>
                      <a:pt x="156" y="204"/>
                    </a:lnTo>
                    <a:lnTo>
                      <a:pt x="180" y="204"/>
                    </a:lnTo>
                    <a:lnTo>
                      <a:pt x="186" y="198"/>
                    </a:lnTo>
                    <a:lnTo>
                      <a:pt x="186" y="180"/>
                    </a:lnTo>
                    <a:lnTo>
                      <a:pt x="204" y="180"/>
                    </a:lnTo>
                    <a:lnTo>
                      <a:pt x="210" y="186"/>
                    </a:lnTo>
                    <a:lnTo>
                      <a:pt x="222" y="186"/>
                    </a:lnTo>
                    <a:lnTo>
                      <a:pt x="222" y="192"/>
                    </a:lnTo>
                    <a:lnTo>
                      <a:pt x="228" y="198"/>
                    </a:lnTo>
                    <a:lnTo>
                      <a:pt x="228" y="216"/>
                    </a:lnTo>
                    <a:lnTo>
                      <a:pt x="240" y="222"/>
                    </a:lnTo>
                    <a:lnTo>
                      <a:pt x="240" y="234"/>
                    </a:lnTo>
                    <a:lnTo>
                      <a:pt x="234" y="240"/>
                    </a:lnTo>
                    <a:lnTo>
                      <a:pt x="228" y="252"/>
                    </a:lnTo>
                    <a:lnTo>
                      <a:pt x="222" y="258"/>
                    </a:lnTo>
                    <a:lnTo>
                      <a:pt x="210" y="258"/>
                    </a:lnTo>
                    <a:lnTo>
                      <a:pt x="198" y="282"/>
                    </a:lnTo>
                    <a:lnTo>
                      <a:pt x="198" y="318"/>
                    </a:lnTo>
                    <a:lnTo>
                      <a:pt x="216" y="324"/>
                    </a:lnTo>
                    <a:lnTo>
                      <a:pt x="222" y="342"/>
                    </a:lnTo>
                    <a:lnTo>
                      <a:pt x="240" y="342"/>
                    </a:lnTo>
                    <a:lnTo>
                      <a:pt x="246" y="348"/>
                    </a:lnTo>
                    <a:lnTo>
                      <a:pt x="246" y="360"/>
                    </a:lnTo>
                    <a:lnTo>
                      <a:pt x="240" y="366"/>
                    </a:lnTo>
                    <a:lnTo>
                      <a:pt x="240" y="414"/>
                    </a:lnTo>
                    <a:lnTo>
                      <a:pt x="234" y="426"/>
                    </a:lnTo>
                    <a:lnTo>
                      <a:pt x="240" y="450"/>
                    </a:lnTo>
                    <a:lnTo>
                      <a:pt x="234" y="456"/>
                    </a:lnTo>
                    <a:lnTo>
                      <a:pt x="222" y="462"/>
                    </a:lnTo>
                    <a:lnTo>
                      <a:pt x="222" y="486"/>
                    </a:lnTo>
                    <a:lnTo>
                      <a:pt x="216" y="498"/>
                    </a:lnTo>
                    <a:lnTo>
                      <a:pt x="210" y="504"/>
                    </a:lnTo>
                    <a:lnTo>
                      <a:pt x="198" y="504"/>
                    </a:lnTo>
                    <a:lnTo>
                      <a:pt x="192" y="498"/>
                    </a:lnTo>
                    <a:lnTo>
                      <a:pt x="192" y="468"/>
                    </a:lnTo>
                    <a:lnTo>
                      <a:pt x="186" y="468"/>
                    </a:lnTo>
                    <a:lnTo>
                      <a:pt x="180" y="474"/>
                    </a:lnTo>
                    <a:lnTo>
                      <a:pt x="174" y="486"/>
                    </a:lnTo>
                    <a:lnTo>
                      <a:pt x="168" y="492"/>
                    </a:lnTo>
                    <a:lnTo>
                      <a:pt x="138" y="492"/>
                    </a:lnTo>
                    <a:lnTo>
                      <a:pt x="120" y="450"/>
                    </a:lnTo>
                    <a:lnTo>
                      <a:pt x="90" y="450"/>
                    </a:lnTo>
                    <a:lnTo>
                      <a:pt x="90" y="456"/>
                    </a:lnTo>
                    <a:lnTo>
                      <a:pt x="108" y="474"/>
                    </a:lnTo>
                    <a:lnTo>
                      <a:pt x="96" y="480"/>
                    </a:lnTo>
                    <a:lnTo>
                      <a:pt x="90" y="492"/>
                    </a:lnTo>
                    <a:lnTo>
                      <a:pt x="84" y="498"/>
                    </a:lnTo>
                    <a:lnTo>
                      <a:pt x="66" y="498"/>
                    </a:lnTo>
                    <a:lnTo>
                      <a:pt x="54" y="492"/>
                    </a:lnTo>
                    <a:lnTo>
                      <a:pt x="42" y="492"/>
                    </a:lnTo>
                    <a:lnTo>
                      <a:pt x="36" y="486"/>
                    </a:lnTo>
                    <a:lnTo>
                      <a:pt x="30" y="486"/>
                    </a:lnTo>
                    <a:lnTo>
                      <a:pt x="30" y="504"/>
                    </a:lnTo>
                    <a:lnTo>
                      <a:pt x="36" y="510"/>
                    </a:lnTo>
                    <a:lnTo>
                      <a:pt x="36" y="522"/>
                    </a:lnTo>
                    <a:lnTo>
                      <a:pt x="24" y="522"/>
                    </a:lnTo>
                    <a:lnTo>
                      <a:pt x="54" y="540"/>
                    </a:lnTo>
                    <a:lnTo>
                      <a:pt x="36" y="552"/>
                    </a:lnTo>
                    <a:lnTo>
                      <a:pt x="54" y="564"/>
                    </a:lnTo>
                    <a:lnTo>
                      <a:pt x="54" y="600"/>
                    </a:lnTo>
                    <a:lnTo>
                      <a:pt x="48" y="606"/>
                    </a:lnTo>
                    <a:lnTo>
                      <a:pt x="30" y="588"/>
                    </a:lnTo>
                    <a:lnTo>
                      <a:pt x="6" y="600"/>
                    </a:lnTo>
                    <a:lnTo>
                      <a:pt x="0" y="618"/>
                    </a:lnTo>
                    <a:lnTo>
                      <a:pt x="54" y="666"/>
                    </a:lnTo>
                    <a:lnTo>
                      <a:pt x="54" y="684"/>
                    </a:lnTo>
                    <a:lnTo>
                      <a:pt x="72" y="702"/>
                    </a:lnTo>
                    <a:lnTo>
                      <a:pt x="72" y="690"/>
                    </a:lnTo>
                    <a:lnTo>
                      <a:pt x="90" y="690"/>
                    </a:lnTo>
                    <a:lnTo>
                      <a:pt x="90" y="672"/>
                    </a:lnTo>
                    <a:lnTo>
                      <a:pt x="102" y="666"/>
                    </a:lnTo>
                    <a:lnTo>
                      <a:pt x="108" y="660"/>
                    </a:lnTo>
                    <a:lnTo>
                      <a:pt x="120" y="654"/>
                    </a:lnTo>
                    <a:lnTo>
                      <a:pt x="126" y="648"/>
                    </a:lnTo>
                    <a:lnTo>
                      <a:pt x="132" y="654"/>
                    </a:lnTo>
                    <a:lnTo>
                      <a:pt x="132" y="660"/>
                    </a:lnTo>
                    <a:lnTo>
                      <a:pt x="138" y="666"/>
                    </a:lnTo>
                    <a:lnTo>
                      <a:pt x="138" y="672"/>
                    </a:lnTo>
                    <a:lnTo>
                      <a:pt x="150" y="672"/>
                    </a:lnTo>
                    <a:lnTo>
                      <a:pt x="150" y="678"/>
                    </a:lnTo>
                    <a:lnTo>
                      <a:pt x="156" y="684"/>
                    </a:lnTo>
                    <a:lnTo>
                      <a:pt x="156" y="690"/>
                    </a:lnTo>
                    <a:lnTo>
                      <a:pt x="162" y="696"/>
                    </a:lnTo>
                    <a:lnTo>
                      <a:pt x="174" y="696"/>
                    </a:lnTo>
                    <a:lnTo>
                      <a:pt x="180" y="690"/>
                    </a:lnTo>
                    <a:lnTo>
                      <a:pt x="186" y="678"/>
                    </a:lnTo>
                    <a:lnTo>
                      <a:pt x="186" y="660"/>
                    </a:lnTo>
                    <a:lnTo>
                      <a:pt x="210" y="666"/>
                    </a:lnTo>
                    <a:lnTo>
                      <a:pt x="228" y="648"/>
                    </a:lnTo>
                    <a:lnTo>
                      <a:pt x="234" y="648"/>
                    </a:lnTo>
                    <a:lnTo>
                      <a:pt x="234" y="678"/>
                    </a:lnTo>
                    <a:lnTo>
                      <a:pt x="228" y="690"/>
                    </a:lnTo>
                    <a:lnTo>
                      <a:pt x="234" y="696"/>
                    </a:lnTo>
                    <a:lnTo>
                      <a:pt x="252" y="696"/>
                    </a:lnTo>
                    <a:lnTo>
                      <a:pt x="264" y="690"/>
                    </a:lnTo>
                    <a:lnTo>
                      <a:pt x="270" y="684"/>
                    </a:lnTo>
                    <a:lnTo>
                      <a:pt x="276" y="672"/>
                    </a:lnTo>
                    <a:lnTo>
                      <a:pt x="294" y="654"/>
                    </a:lnTo>
                    <a:lnTo>
                      <a:pt x="300" y="642"/>
                    </a:lnTo>
                    <a:lnTo>
                      <a:pt x="312" y="630"/>
                    </a:lnTo>
                    <a:lnTo>
                      <a:pt x="330" y="630"/>
                    </a:lnTo>
                    <a:lnTo>
                      <a:pt x="336" y="624"/>
                    </a:lnTo>
                    <a:lnTo>
                      <a:pt x="366" y="582"/>
                    </a:lnTo>
                    <a:lnTo>
                      <a:pt x="360" y="480"/>
                    </a:lnTo>
                    <a:lnTo>
                      <a:pt x="366" y="480"/>
                    </a:lnTo>
                    <a:lnTo>
                      <a:pt x="390" y="456"/>
                    </a:lnTo>
                    <a:lnTo>
                      <a:pt x="390" y="420"/>
                    </a:lnTo>
                    <a:lnTo>
                      <a:pt x="396" y="408"/>
                    </a:lnTo>
                    <a:lnTo>
                      <a:pt x="402" y="402"/>
                    </a:lnTo>
                    <a:lnTo>
                      <a:pt x="450" y="378"/>
                    </a:lnTo>
                    <a:lnTo>
                      <a:pt x="456" y="366"/>
                    </a:lnTo>
                    <a:lnTo>
                      <a:pt x="468" y="360"/>
                    </a:lnTo>
                    <a:lnTo>
                      <a:pt x="474" y="354"/>
                    </a:lnTo>
                    <a:lnTo>
                      <a:pt x="474" y="300"/>
                    </a:lnTo>
                    <a:lnTo>
                      <a:pt x="486" y="294"/>
                    </a:lnTo>
                    <a:lnTo>
                      <a:pt x="492" y="282"/>
                    </a:lnTo>
                    <a:lnTo>
                      <a:pt x="492" y="258"/>
                    </a:lnTo>
                    <a:lnTo>
                      <a:pt x="486" y="246"/>
                    </a:lnTo>
                    <a:lnTo>
                      <a:pt x="480" y="240"/>
                    </a:lnTo>
                    <a:lnTo>
                      <a:pt x="480" y="228"/>
                    </a:lnTo>
                    <a:lnTo>
                      <a:pt x="498" y="192"/>
                    </a:lnTo>
                    <a:lnTo>
                      <a:pt x="498" y="168"/>
                    </a:lnTo>
                    <a:lnTo>
                      <a:pt x="492" y="156"/>
                    </a:lnTo>
                    <a:lnTo>
                      <a:pt x="492" y="126"/>
                    </a:lnTo>
                    <a:lnTo>
                      <a:pt x="498" y="120"/>
                    </a:lnTo>
                    <a:lnTo>
                      <a:pt x="510" y="96"/>
                    </a:lnTo>
                    <a:lnTo>
                      <a:pt x="522" y="84"/>
                    </a:lnTo>
                    <a:lnTo>
                      <a:pt x="528" y="66"/>
                    </a:lnTo>
                    <a:lnTo>
                      <a:pt x="534" y="54"/>
                    </a:lnTo>
                    <a:lnTo>
                      <a:pt x="534" y="18"/>
                    </a:lnTo>
                    <a:lnTo>
                      <a:pt x="522" y="6"/>
                    </a:lnTo>
                    <a:lnTo>
                      <a:pt x="510" y="18"/>
                    </a:lnTo>
                    <a:lnTo>
                      <a:pt x="498" y="18"/>
                    </a:lnTo>
                    <a:lnTo>
                      <a:pt x="462" y="0"/>
                    </a:lnTo>
                    <a:lnTo>
                      <a:pt x="444" y="0"/>
                    </a:lnTo>
                    <a:lnTo>
                      <a:pt x="426" y="18"/>
                    </a:lnTo>
                    <a:lnTo>
                      <a:pt x="396" y="18"/>
                    </a:lnTo>
                    <a:lnTo>
                      <a:pt x="378" y="48"/>
                    </a:lnTo>
                    <a:lnTo>
                      <a:pt x="390" y="60"/>
                    </a:lnTo>
                    <a:lnTo>
                      <a:pt x="390" y="84"/>
                    </a:lnTo>
                    <a:lnTo>
                      <a:pt x="384" y="96"/>
                    </a:lnTo>
                    <a:lnTo>
                      <a:pt x="378" y="102"/>
                    </a:lnTo>
                    <a:lnTo>
                      <a:pt x="372" y="114"/>
                    </a:lnTo>
                    <a:lnTo>
                      <a:pt x="366"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0" name="Chad" descr="© INSCALE GmbH, 05.05.2010&#10;http://www.presentationload.com/">
                <a:extLst>
                  <a:ext uri="{FF2B5EF4-FFF2-40B4-BE49-F238E27FC236}">
                    <a16:creationId xmlns:a16="http://schemas.microsoft.com/office/drawing/2014/main" id="{D0E654C6-E764-094F-86D9-CC4BE6A1894D}"/>
                  </a:ext>
                </a:extLst>
              </p:cNvPr>
              <p:cNvSpPr>
                <a:spLocks/>
              </p:cNvSpPr>
              <p:nvPr/>
            </p:nvSpPr>
            <p:spPr bwMode="gray">
              <a:xfrm>
                <a:off x="6123941" y="3346182"/>
                <a:ext cx="312291" cy="542400"/>
              </a:xfrm>
              <a:custGeom>
                <a:avLst/>
                <a:gdLst>
                  <a:gd name="T0" fmla="*/ 2147483647 w 744"/>
                  <a:gd name="T1" fmla="*/ 2147483647 h 1290"/>
                  <a:gd name="T2" fmla="*/ 2147483647 w 744"/>
                  <a:gd name="T3" fmla="*/ 0 h 1290"/>
                  <a:gd name="T4" fmla="*/ 2147483647 w 744"/>
                  <a:gd name="T5" fmla="*/ 2147483647 h 1290"/>
                  <a:gd name="T6" fmla="*/ 2147483647 w 744"/>
                  <a:gd name="T7" fmla="*/ 2147483647 h 1290"/>
                  <a:gd name="T8" fmla="*/ 2147483647 w 744"/>
                  <a:gd name="T9" fmla="*/ 2147483647 h 1290"/>
                  <a:gd name="T10" fmla="*/ 2147483647 w 744"/>
                  <a:gd name="T11" fmla="*/ 2147483647 h 1290"/>
                  <a:gd name="T12" fmla="*/ 2147483647 w 744"/>
                  <a:gd name="T13" fmla="*/ 2147483647 h 1290"/>
                  <a:gd name="T14" fmla="*/ 2147483647 w 744"/>
                  <a:gd name="T15" fmla="*/ 2147483647 h 1290"/>
                  <a:gd name="T16" fmla="*/ 2147483647 w 744"/>
                  <a:gd name="T17" fmla="*/ 2147483647 h 1290"/>
                  <a:gd name="T18" fmla="*/ 0 w 744"/>
                  <a:gd name="T19" fmla="*/ 2147483647 h 1290"/>
                  <a:gd name="T20" fmla="*/ 2147483647 w 744"/>
                  <a:gd name="T21" fmla="*/ 2147483647 h 1290"/>
                  <a:gd name="T22" fmla="*/ 2147483647 w 744"/>
                  <a:gd name="T23" fmla="*/ 2147483647 h 1290"/>
                  <a:gd name="T24" fmla="*/ 2147483647 w 744"/>
                  <a:gd name="T25" fmla="*/ 2147483647 h 1290"/>
                  <a:gd name="T26" fmla="*/ 2147483647 w 744"/>
                  <a:gd name="T27" fmla="*/ 2147483647 h 1290"/>
                  <a:gd name="T28" fmla="*/ 2147483647 w 744"/>
                  <a:gd name="T29" fmla="*/ 2147483647 h 1290"/>
                  <a:gd name="T30" fmla="*/ 2147483647 w 744"/>
                  <a:gd name="T31" fmla="*/ 2147483647 h 1290"/>
                  <a:gd name="T32" fmla="*/ 2147483647 w 744"/>
                  <a:gd name="T33" fmla="*/ 2147483647 h 1290"/>
                  <a:gd name="T34" fmla="*/ 2147483647 w 744"/>
                  <a:gd name="T35" fmla="*/ 2147483647 h 1290"/>
                  <a:gd name="T36" fmla="*/ 2147483647 w 744"/>
                  <a:gd name="T37" fmla="*/ 2147483647 h 1290"/>
                  <a:gd name="T38" fmla="*/ 2147483647 w 744"/>
                  <a:gd name="T39" fmla="*/ 2147483647 h 1290"/>
                  <a:gd name="T40" fmla="*/ 2147483647 w 744"/>
                  <a:gd name="T41" fmla="*/ 2147483647 h 1290"/>
                  <a:gd name="T42" fmla="*/ 2147483647 w 744"/>
                  <a:gd name="T43" fmla="*/ 2147483647 h 1290"/>
                  <a:gd name="T44" fmla="*/ 2147483647 w 744"/>
                  <a:gd name="T45" fmla="*/ 2147483647 h 1290"/>
                  <a:gd name="T46" fmla="*/ 2147483647 w 744"/>
                  <a:gd name="T47" fmla="*/ 2147483647 h 1290"/>
                  <a:gd name="T48" fmla="*/ 2147483647 w 744"/>
                  <a:gd name="T49" fmla="*/ 2147483647 h 1290"/>
                  <a:gd name="T50" fmla="*/ 2147483647 w 744"/>
                  <a:gd name="T51" fmla="*/ 2147483647 h 1290"/>
                  <a:gd name="T52" fmla="*/ 2147483647 w 744"/>
                  <a:gd name="T53" fmla="*/ 2147483647 h 1290"/>
                  <a:gd name="T54" fmla="*/ 2147483647 w 744"/>
                  <a:gd name="T55" fmla="*/ 2147483647 h 1290"/>
                  <a:gd name="T56" fmla="*/ 2147483647 w 744"/>
                  <a:gd name="T57" fmla="*/ 2147483647 h 1290"/>
                  <a:gd name="T58" fmla="*/ 2147483647 w 744"/>
                  <a:gd name="T59" fmla="*/ 2147483647 h 1290"/>
                  <a:gd name="T60" fmla="*/ 2147483647 w 744"/>
                  <a:gd name="T61" fmla="*/ 2147483647 h 1290"/>
                  <a:gd name="T62" fmla="*/ 2147483647 w 744"/>
                  <a:gd name="T63" fmla="*/ 2147483647 h 1290"/>
                  <a:gd name="T64" fmla="*/ 2147483647 w 744"/>
                  <a:gd name="T65" fmla="*/ 2147483647 h 1290"/>
                  <a:gd name="T66" fmla="*/ 2147483647 w 744"/>
                  <a:gd name="T67" fmla="*/ 2147483647 h 1290"/>
                  <a:gd name="T68" fmla="*/ 2147483647 w 744"/>
                  <a:gd name="T69" fmla="*/ 2147483647 h 1290"/>
                  <a:gd name="T70" fmla="*/ 2147483647 w 744"/>
                  <a:gd name="T71" fmla="*/ 2147483647 h 1290"/>
                  <a:gd name="T72" fmla="*/ 2147483647 w 744"/>
                  <a:gd name="T73" fmla="*/ 2147483647 h 1290"/>
                  <a:gd name="T74" fmla="*/ 2147483647 w 744"/>
                  <a:gd name="T75" fmla="*/ 2147483647 h 1290"/>
                  <a:gd name="T76" fmla="*/ 2147483647 w 744"/>
                  <a:gd name="T77" fmla="*/ 2147483647 h 1290"/>
                  <a:gd name="T78" fmla="*/ 2147483647 w 744"/>
                  <a:gd name="T79" fmla="*/ 2147483647 h 1290"/>
                  <a:gd name="T80" fmla="*/ 2147483647 w 744"/>
                  <a:gd name="T81" fmla="*/ 2147483647 h 1290"/>
                  <a:gd name="T82" fmla="*/ 2147483647 w 744"/>
                  <a:gd name="T83" fmla="*/ 2147483647 h 1290"/>
                  <a:gd name="T84" fmla="*/ 2147483647 w 744"/>
                  <a:gd name="T85" fmla="*/ 2147483647 h 1290"/>
                  <a:gd name="T86" fmla="*/ 2147483647 w 744"/>
                  <a:gd name="T87" fmla="*/ 2147483647 h 1290"/>
                  <a:gd name="T88" fmla="*/ 2147483647 w 744"/>
                  <a:gd name="T89" fmla="*/ 2147483647 h 1290"/>
                  <a:gd name="T90" fmla="*/ 2147483647 w 744"/>
                  <a:gd name="T91" fmla="*/ 2147483647 h 1290"/>
                  <a:gd name="T92" fmla="*/ 2147483647 w 744"/>
                  <a:gd name="T93" fmla="*/ 2147483647 h 129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44"/>
                  <a:gd name="T142" fmla="*/ 0 h 1290"/>
                  <a:gd name="T143" fmla="*/ 744 w 744"/>
                  <a:gd name="T144" fmla="*/ 1290 h 129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44" h="1290">
                    <a:moveTo>
                      <a:pt x="678" y="624"/>
                    </a:moveTo>
                    <a:lnTo>
                      <a:pt x="720" y="624"/>
                    </a:lnTo>
                    <a:lnTo>
                      <a:pt x="732" y="630"/>
                    </a:lnTo>
                    <a:lnTo>
                      <a:pt x="744" y="630"/>
                    </a:lnTo>
                    <a:lnTo>
                      <a:pt x="738" y="324"/>
                    </a:lnTo>
                    <a:lnTo>
                      <a:pt x="180" y="0"/>
                    </a:lnTo>
                    <a:lnTo>
                      <a:pt x="156" y="12"/>
                    </a:lnTo>
                    <a:lnTo>
                      <a:pt x="144" y="24"/>
                    </a:lnTo>
                    <a:lnTo>
                      <a:pt x="126" y="30"/>
                    </a:lnTo>
                    <a:lnTo>
                      <a:pt x="108" y="42"/>
                    </a:lnTo>
                    <a:lnTo>
                      <a:pt x="126" y="108"/>
                    </a:lnTo>
                    <a:lnTo>
                      <a:pt x="114" y="156"/>
                    </a:lnTo>
                    <a:lnTo>
                      <a:pt x="144" y="192"/>
                    </a:lnTo>
                    <a:lnTo>
                      <a:pt x="150" y="216"/>
                    </a:lnTo>
                    <a:lnTo>
                      <a:pt x="180" y="252"/>
                    </a:lnTo>
                    <a:lnTo>
                      <a:pt x="162" y="288"/>
                    </a:lnTo>
                    <a:lnTo>
                      <a:pt x="144" y="534"/>
                    </a:lnTo>
                    <a:lnTo>
                      <a:pt x="138" y="540"/>
                    </a:lnTo>
                    <a:lnTo>
                      <a:pt x="120" y="564"/>
                    </a:lnTo>
                    <a:lnTo>
                      <a:pt x="96" y="588"/>
                    </a:lnTo>
                    <a:lnTo>
                      <a:pt x="72" y="618"/>
                    </a:lnTo>
                    <a:lnTo>
                      <a:pt x="54" y="636"/>
                    </a:lnTo>
                    <a:lnTo>
                      <a:pt x="48" y="648"/>
                    </a:lnTo>
                    <a:lnTo>
                      <a:pt x="36" y="666"/>
                    </a:lnTo>
                    <a:lnTo>
                      <a:pt x="30" y="678"/>
                    </a:lnTo>
                    <a:lnTo>
                      <a:pt x="24" y="696"/>
                    </a:lnTo>
                    <a:lnTo>
                      <a:pt x="24" y="708"/>
                    </a:lnTo>
                    <a:lnTo>
                      <a:pt x="18" y="714"/>
                    </a:lnTo>
                    <a:lnTo>
                      <a:pt x="18" y="720"/>
                    </a:lnTo>
                    <a:lnTo>
                      <a:pt x="0" y="726"/>
                    </a:lnTo>
                    <a:lnTo>
                      <a:pt x="6" y="786"/>
                    </a:lnTo>
                    <a:lnTo>
                      <a:pt x="18" y="786"/>
                    </a:lnTo>
                    <a:lnTo>
                      <a:pt x="48" y="834"/>
                    </a:lnTo>
                    <a:lnTo>
                      <a:pt x="48" y="846"/>
                    </a:lnTo>
                    <a:lnTo>
                      <a:pt x="48" y="840"/>
                    </a:lnTo>
                    <a:lnTo>
                      <a:pt x="72" y="834"/>
                    </a:lnTo>
                    <a:lnTo>
                      <a:pt x="72" y="852"/>
                    </a:lnTo>
                    <a:lnTo>
                      <a:pt x="78" y="864"/>
                    </a:lnTo>
                    <a:lnTo>
                      <a:pt x="84" y="870"/>
                    </a:lnTo>
                    <a:lnTo>
                      <a:pt x="96" y="870"/>
                    </a:lnTo>
                    <a:lnTo>
                      <a:pt x="102" y="876"/>
                    </a:lnTo>
                    <a:lnTo>
                      <a:pt x="108" y="876"/>
                    </a:lnTo>
                    <a:lnTo>
                      <a:pt x="102" y="912"/>
                    </a:lnTo>
                    <a:lnTo>
                      <a:pt x="114" y="918"/>
                    </a:lnTo>
                    <a:lnTo>
                      <a:pt x="120" y="930"/>
                    </a:lnTo>
                    <a:lnTo>
                      <a:pt x="120" y="966"/>
                    </a:lnTo>
                    <a:lnTo>
                      <a:pt x="114" y="966"/>
                    </a:lnTo>
                    <a:lnTo>
                      <a:pt x="114" y="1002"/>
                    </a:lnTo>
                    <a:lnTo>
                      <a:pt x="120" y="1020"/>
                    </a:lnTo>
                    <a:lnTo>
                      <a:pt x="120" y="1038"/>
                    </a:lnTo>
                    <a:lnTo>
                      <a:pt x="126" y="1050"/>
                    </a:lnTo>
                    <a:lnTo>
                      <a:pt x="138" y="1056"/>
                    </a:lnTo>
                    <a:lnTo>
                      <a:pt x="144" y="1068"/>
                    </a:lnTo>
                    <a:lnTo>
                      <a:pt x="162" y="1086"/>
                    </a:lnTo>
                    <a:lnTo>
                      <a:pt x="66" y="1086"/>
                    </a:lnTo>
                    <a:lnTo>
                      <a:pt x="54" y="1092"/>
                    </a:lnTo>
                    <a:lnTo>
                      <a:pt x="48" y="1098"/>
                    </a:lnTo>
                    <a:lnTo>
                      <a:pt x="48" y="1110"/>
                    </a:lnTo>
                    <a:lnTo>
                      <a:pt x="60" y="1134"/>
                    </a:lnTo>
                    <a:lnTo>
                      <a:pt x="72" y="1146"/>
                    </a:lnTo>
                    <a:lnTo>
                      <a:pt x="78" y="1158"/>
                    </a:lnTo>
                    <a:lnTo>
                      <a:pt x="90" y="1170"/>
                    </a:lnTo>
                    <a:lnTo>
                      <a:pt x="108" y="1182"/>
                    </a:lnTo>
                    <a:lnTo>
                      <a:pt x="120" y="1188"/>
                    </a:lnTo>
                    <a:lnTo>
                      <a:pt x="132" y="1200"/>
                    </a:lnTo>
                    <a:lnTo>
                      <a:pt x="144" y="1224"/>
                    </a:lnTo>
                    <a:lnTo>
                      <a:pt x="144" y="1242"/>
                    </a:lnTo>
                    <a:lnTo>
                      <a:pt x="150" y="1254"/>
                    </a:lnTo>
                    <a:lnTo>
                      <a:pt x="156" y="1272"/>
                    </a:lnTo>
                    <a:lnTo>
                      <a:pt x="156" y="1284"/>
                    </a:lnTo>
                    <a:lnTo>
                      <a:pt x="162" y="1284"/>
                    </a:lnTo>
                    <a:lnTo>
                      <a:pt x="168" y="1290"/>
                    </a:lnTo>
                    <a:lnTo>
                      <a:pt x="186" y="1290"/>
                    </a:lnTo>
                    <a:lnTo>
                      <a:pt x="198" y="1284"/>
                    </a:lnTo>
                    <a:lnTo>
                      <a:pt x="216" y="1266"/>
                    </a:lnTo>
                    <a:lnTo>
                      <a:pt x="228" y="1260"/>
                    </a:lnTo>
                    <a:lnTo>
                      <a:pt x="234" y="1254"/>
                    </a:lnTo>
                    <a:lnTo>
                      <a:pt x="234" y="1278"/>
                    </a:lnTo>
                    <a:lnTo>
                      <a:pt x="240" y="1284"/>
                    </a:lnTo>
                    <a:lnTo>
                      <a:pt x="246" y="1284"/>
                    </a:lnTo>
                    <a:lnTo>
                      <a:pt x="258" y="1278"/>
                    </a:lnTo>
                    <a:lnTo>
                      <a:pt x="270" y="1266"/>
                    </a:lnTo>
                    <a:lnTo>
                      <a:pt x="276" y="1254"/>
                    </a:lnTo>
                    <a:lnTo>
                      <a:pt x="282" y="1248"/>
                    </a:lnTo>
                    <a:lnTo>
                      <a:pt x="372" y="1248"/>
                    </a:lnTo>
                    <a:lnTo>
                      <a:pt x="378" y="1242"/>
                    </a:lnTo>
                    <a:lnTo>
                      <a:pt x="384" y="1230"/>
                    </a:lnTo>
                    <a:lnTo>
                      <a:pt x="390" y="1224"/>
                    </a:lnTo>
                    <a:lnTo>
                      <a:pt x="396" y="1212"/>
                    </a:lnTo>
                    <a:lnTo>
                      <a:pt x="402" y="1206"/>
                    </a:lnTo>
                    <a:lnTo>
                      <a:pt x="402" y="1194"/>
                    </a:lnTo>
                    <a:lnTo>
                      <a:pt x="390" y="1182"/>
                    </a:lnTo>
                    <a:lnTo>
                      <a:pt x="384" y="1182"/>
                    </a:lnTo>
                    <a:lnTo>
                      <a:pt x="402" y="1170"/>
                    </a:lnTo>
                    <a:lnTo>
                      <a:pt x="420" y="1170"/>
                    </a:lnTo>
                    <a:lnTo>
                      <a:pt x="462" y="1164"/>
                    </a:lnTo>
                    <a:lnTo>
                      <a:pt x="510" y="1146"/>
                    </a:lnTo>
                    <a:lnTo>
                      <a:pt x="528" y="1134"/>
                    </a:lnTo>
                    <a:lnTo>
                      <a:pt x="552" y="1110"/>
                    </a:lnTo>
                    <a:lnTo>
                      <a:pt x="552" y="1092"/>
                    </a:lnTo>
                    <a:lnTo>
                      <a:pt x="588" y="1068"/>
                    </a:lnTo>
                    <a:lnTo>
                      <a:pt x="594" y="1038"/>
                    </a:lnTo>
                    <a:lnTo>
                      <a:pt x="648" y="1008"/>
                    </a:lnTo>
                    <a:lnTo>
                      <a:pt x="672" y="1008"/>
                    </a:lnTo>
                    <a:lnTo>
                      <a:pt x="672" y="996"/>
                    </a:lnTo>
                    <a:lnTo>
                      <a:pt x="684" y="996"/>
                    </a:lnTo>
                    <a:lnTo>
                      <a:pt x="684" y="990"/>
                    </a:lnTo>
                    <a:lnTo>
                      <a:pt x="678" y="984"/>
                    </a:lnTo>
                    <a:lnTo>
                      <a:pt x="666" y="966"/>
                    </a:lnTo>
                    <a:lnTo>
                      <a:pt x="654" y="960"/>
                    </a:lnTo>
                    <a:lnTo>
                      <a:pt x="648" y="960"/>
                    </a:lnTo>
                    <a:lnTo>
                      <a:pt x="642" y="936"/>
                    </a:lnTo>
                    <a:lnTo>
                      <a:pt x="660" y="930"/>
                    </a:lnTo>
                    <a:lnTo>
                      <a:pt x="642" y="918"/>
                    </a:lnTo>
                    <a:lnTo>
                      <a:pt x="642" y="876"/>
                    </a:lnTo>
                    <a:lnTo>
                      <a:pt x="636" y="870"/>
                    </a:lnTo>
                    <a:lnTo>
                      <a:pt x="624" y="870"/>
                    </a:lnTo>
                    <a:lnTo>
                      <a:pt x="618" y="876"/>
                    </a:lnTo>
                    <a:lnTo>
                      <a:pt x="606" y="876"/>
                    </a:lnTo>
                    <a:lnTo>
                      <a:pt x="600" y="870"/>
                    </a:lnTo>
                    <a:lnTo>
                      <a:pt x="600" y="852"/>
                    </a:lnTo>
                    <a:lnTo>
                      <a:pt x="606" y="840"/>
                    </a:lnTo>
                    <a:lnTo>
                      <a:pt x="618" y="834"/>
                    </a:lnTo>
                    <a:lnTo>
                      <a:pt x="630" y="822"/>
                    </a:lnTo>
                    <a:lnTo>
                      <a:pt x="630" y="810"/>
                    </a:lnTo>
                    <a:lnTo>
                      <a:pt x="618" y="786"/>
                    </a:lnTo>
                    <a:lnTo>
                      <a:pt x="612" y="780"/>
                    </a:lnTo>
                    <a:lnTo>
                      <a:pt x="630" y="762"/>
                    </a:lnTo>
                    <a:lnTo>
                      <a:pt x="648" y="750"/>
                    </a:lnTo>
                    <a:lnTo>
                      <a:pt x="642" y="732"/>
                    </a:lnTo>
                    <a:lnTo>
                      <a:pt x="636" y="708"/>
                    </a:lnTo>
                    <a:lnTo>
                      <a:pt x="648" y="708"/>
                    </a:lnTo>
                    <a:lnTo>
                      <a:pt x="648" y="690"/>
                    </a:lnTo>
                    <a:lnTo>
                      <a:pt x="660" y="678"/>
                    </a:lnTo>
                    <a:lnTo>
                      <a:pt x="672" y="672"/>
                    </a:lnTo>
                    <a:lnTo>
                      <a:pt x="678" y="666"/>
                    </a:lnTo>
                    <a:lnTo>
                      <a:pt x="678" y="660"/>
                    </a:lnTo>
                    <a:lnTo>
                      <a:pt x="672" y="654"/>
                    </a:lnTo>
                    <a:lnTo>
                      <a:pt x="672" y="642"/>
                    </a:lnTo>
                    <a:lnTo>
                      <a:pt x="666" y="636"/>
                    </a:lnTo>
                    <a:lnTo>
                      <a:pt x="678" y="6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1" name="Central African Republic" descr="© INSCALE GmbH, 05.05.2010&#10;http://www.presentationload.com/">
                <a:extLst>
                  <a:ext uri="{FF2B5EF4-FFF2-40B4-BE49-F238E27FC236}">
                    <a16:creationId xmlns:a16="http://schemas.microsoft.com/office/drawing/2014/main" id="{D1559077-FE5C-3C4A-AB19-B44087AAF7B9}"/>
                  </a:ext>
                </a:extLst>
              </p:cNvPr>
              <p:cNvSpPr>
                <a:spLocks/>
              </p:cNvSpPr>
              <p:nvPr/>
            </p:nvSpPr>
            <p:spPr bwMode="gray">
              <a:xfrm>
                <a:off x="6153527" y="3770242"/>
                <a:ext cx="384614" cy="294213"/>
              </a:xfrm>
              <a:custGeom>
                <a:avLst/>
                <a:gdLst>
                  <a:gd name="T0" fmla="*/ 2147483647 w 912"/>
                  <a:gd name="T1" fmla="*/ 2147483647 h 702"/>
                  <a:gd name="T2" fmla="*/ 2147483647 w 912"/>
                  <a:gd name="T3" fmla="*/ 2147483647 h 702"/>
                  <a:gd name="T4" fmla="*/ 2147483647 w 912"/>
                  <a:gd name="T5" fmla="*/ 2147483647 h 702"/>
                  <a:gd name="T6" fmla="*/ 2147483647 w 912"/>
                  <a:gd name="T7" fmla="*/ 2147483647 h 702"/>
                  <a:gd name="T8" fmla="*/ 2147483647 w 912"/>
                  <a:gd name="T9" fmla="*/ 2147483647 h 702"/>
                  <a:gd name="T10" fmla="*/ 2147483647 w 912"/>
                  <a:gd name="T11" fmla="*/ 2147483647 h 702"/>
                  <a:gd name="T12" fmla="*/ 2147483647 w 912"/>
                  <a:gd name="T13" fmla="*/ 2147483647 h 702"/>
                  <a:gd name="T14" fmla="*/ 2147483647 w 912"/>
                  <a:gd name="T15" fmla="*/ 2147483647 h 702"/>
                  <a:gd name="T16" fmla="*/ 2147483647 w 912"/>
                  <a:gd name="T17" fmla="*/ 2147483647 h 702"/>
                  <a:gd name="T18" fmla="*/ 2147483647 w 912"/>
                  <a:gd name="T19" fmla="*/ 2147483647 h 702"/>
                  <a:gd name="T20" fmla="*/ 2147483647 w 912"/>
                  <a:gd name="T21" fmla="*/ 2147483647 h 702"/>
                  <a:gd name="T22" fmla="*/ 2147483647 w 912"/>
                  <a:gd name="T23" fmla="*/ 2147483647 h 702"/>
                  <a:gd name="T24" fmla="*/ 2147483647 w 912"/>
                  <a:gd name="T25" fmla="*/ 2147483647 h 702"/>
                  <a:gd name="T26" fmla="*/ 2147483647 w 912"/>
                  <a:gd name="T27" fmla="*/ 2147483647 h 702"/>
                  <a:gd name="T28" fmla="*/ 2147483647 w 912"/>
                  <a:gd name="T29" fmla="*/ 2147483647 h 702"/>
                  <a:gd name="T30" fmla="*/ 2147483647 w 912"/>
                  <a:gd name="T31" fmla="*/ 0 h 702"/>
                  <a:gd name="T32" fmla="*/ 2147483647 w 912"/>
                  <a:gd name="T33" fmla="*/ 2147483647 h 702"/>
                  <a:gd name="T34" fmla="*/ 2147483647 w 912"/>
                  <a:gd name="T35" fmla="*/ 2147483647 h 702"/>
                  <a:gd name="T36" fmla="*/ 2147483647 w 912"/>
                  <a:gd name="T37" fmla="*/ 2147483647 h 702"/>
                  <a:gd name="T38" fmla="*/ 2147483647 w 912"/>
                  <a:gd name="T39" fmla="*/ 2147483647 h 702"/>
                  <a:gd name="T40" fmla="*/ 2147483647 w 912"/>
                  <a:gd name="T41" fmla="*/ 2147483647 h 702"/>
                  <a:gd name="T42" fmla="*/ 2147483647 w 912"/>
                  <a:gd name="T43" fmla="*/ 2147483647 h 702"/>
                  <a:gd name="T44" fmla="*/ 2147483647 w 912"/>
                  <a:gd name="T45" fmla="*/ 2147483647 h 702"/>
                  <a:gd name="T46" fmla="*/ 2147483647 w 912"/>
                  <a:gd name="T47" fmla="*/ 2147483647 h 702"/>
                  <a:gd name="T48" fmla="*/ 2147483647 w 912"/>
                  <a:gd name="T49" fmla="*/ 2147483647 h 702"/>
                  <a:gd name="T50" fmla="*/ 2147483647 w 912"/>
                  <a:gd name="T51" fmla="*/ 2147483647 h 702"/>
                  <a:gd name="T52" fmla="*/ 2147483647 w 912"/>
                  <a:gd name="T53" fmla="*/ 2147483647 h 702"/>
                  <a:gd name="T54" fmla="*/ 2147483647 w 912"/>
                  <a:gd name="T55" fmla="*/ 2147483647 h 702"/>
                  <a:gd name="T56" fmla="*/ 2147483647 w 912"/>
                  <a:gd name="T57" fmla="*/ 2147483647 h 702"/>
                  <a:gd name="T58" fmla="*/ 2147483647 w 912"/>
                  <a:gd name="T59" fmla="*/ 2147483647 h 702"/>
                  <a:gd name="T60" fmla="*/ 0 w 912"/>
                  <a:gd name="T61" fmla="*/ 2147483647 h 702"/>
                  <a:gd name="T62" fmla="*/ 2147483647 w 912"/>
                  <a:gd name="T63" fmla="*/ 2147483647 h 702"/>
                  <a:gd name="T64" fmla="*/ 2147483647 w 912"/>
                  <a:gd name="T65" fmla="*/ 2147483647 h 702"/>
                  <a:gd name="T66" fmla="*/ 2147483647 w 912"/>
                  <a:gd name="T67" fmla="*/ 2147483647 h 702"/>
                  <a:gd name="T68" fmla="*/ 2147483647 w 912"/>
                  <a:gd name="T69" fmla="*/ 2147483647 h 702"/>
                  <a:gd name="T70" fmla="*/ 2147483647 w 912"/>
                  <a:gd name="T71" fmla="*/ 2147483647 h 702"/>
                  <a:gd name="T72" fmla="*/ 2147483647 w 912"/>
                  <a:gd name="T73" fmla="*/ 2147483647 h 702"/>
                  <a:gd name="T74" fmla="*/ 2147483647 w 912"/>
                  <a:gd name="T75" fmla="*/ 2147483647 h 702"/>
                  <a:gd name="T76" fmla="*/ 2147483647 w 912"/>
                  <a:gd name="T77" fmla="*/ 2147483647 h 702"/>
                  <a:gd name="T78" fmla="*/ 2147483647 w 912"/>
                  <a:gd name="T79" fmla="*/ 2147483647 h 702"/>
                  <a:gd name="T80" fmla="*/ 2147483647 w 912"/>
                  <a:gd name="T81" fmla="*/ 2147483647 h 702"/>
                  <a:gd name="T82" fmla="*/ 2147483647 w 912"/>
                  <a:gd name="T83" fmla="*/ 2147483647 h 702"/>
                  <a:gd name="T84" fmla="*/ 2147483647 w 912"/>
                  <a:gd name="T85" fmla="*/ 2147483647 h 702"/>
                  <a:gd name="T86" fmla="*/ 2147483647 w 912"/>
                  <a:gd name="T87" fmla="*/ 2147483647 h 702"/>
                  <a:gd name="T88" fmla="*/ 2147483647 w 912"/>
                  <a:gd name="T89" fmla="*/ 2147483647 h 702"/>
                  <a:gd name="T90" fmla="*/ 2147483647 w 912"/>
                  <a:gd name="T91" fmla="*/ 2147483647 h 702"/>
                  <a:gd name="T92" fmla="*/ 2147483647 w 912"/>
                  <a:gd name="T93" fmla="*/ 2147483647 h 702"/>
                  <a:gd name="T94" fmla="*/ 2147483647 w 912"/>
                  <a:gd name="T95" fmla="*/ 2147483647 h 702"/>
                  <a:gd name="T96" fmla="*/ 2147483647 w 912"/>
                  <a:gd name="T97" fmla="*/ 2147483647 h 702"/>
                  <a:gd name="T98" fmla="*/ 2147483647 w 912"/>
                  <a:gd name="T99" fmla="*/ 2147483647 h 702"/>
                  <a:gd name="T100" fmla="*/ 2147483647 w 912"/>
                  <a:gd name="T101" fmla="*/ 2147483647 h 702"/>
                  <a:gd name="T102" fmla="*/ 2147483647 w 912"/>
                  <a:gd name="T103" fmla="*/ 2147483647 h 702"/>
                  <a:gd name="T104" fmla="*/ 2147483647 w 912"/>
                  <a:gd name="T105" fmla="*/ 2147483647 h 702"/>
                  <a:gd name="T106" fmla="*/ 2147483647 w 912"/>
                  <a:gd name="T107" fmla="*/ 2147483647 h 702"/>
                  <a:gd name="T108" fmla="*/ 2147483647 w 912"/>
                  <a:gd name="T109" fmla="*/ 2147483647 h 702"/>
                  <a:gd name="T110" fmla="*/ 2147483647 w 912"/>
                  <a:gd name="T111" fmla="*/ 2147483647 h 702"/>
                  <a:gd name="T112" fmla="*/ 2147483647 w 912"/>
                  <a:gd name="T113" fmla="*/ 2147483647 h 702"/>
                  <a:gd name="T114" fmla="*/ 2147483647 w 912"/>
                  <a:gd name="T115" fmla="*/ 2147483647 h 702"/>
                  <a:gd name="T116" fmla="*/ 2147483647 w 912"/>
                  <a:gd name="T117" fmla="*/ 2147483647 h 702"/>
                  <a:gd name="T118" fmla="*/ 2147483647 w 912"/>
                  <a:gd name="T119" fmla="*/ 2147483647 h 702"/>
                  <a:gd name="T120" fmla="*/ 2147483647 w 912"/>
                  <a:gd name="T121" fmla="*/ 2147483647 h 7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12"/>
                  <a:gd name="T184" fmla="*/ 0 h 702"/>
                  <a:gd name="T185" fmla="*/ 912 w 912"/>
                  <a:gd name="T186" fmla="*/ 702 h 7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12" h="702">
                    <a:moveTo>
                      <a:pt x="906" y="420"/>
                    </a:moveTo>
                    <a:lnTo>
                      <a:pt x="900" y="414"/>
                    </a:lnTo>
                    <a:lnTo>
                      <a:pt x="888" y="408"/>
                    </a:lnTo>
                    <a:lnTo>
                      <a:pt x="882" y="402"/>
                    </a:lnTo>
                    <a:lnTo>
                      <a:pt x="858" y="396"/>
                    </a:lnTo>
                    <a:lnTo>
                      <a:pt x="858" y="378"/>
                    </a:lnTo>
                    <a:lnTo>
                      <a:pt x="846" y="366"/>
                    </a:lnTo>
                    <a:lnTo>
                      <a:pt x="846" y="360"/>
                    </a:lnTo>
                    <a:lnTo>
                      <a:pt x="858" y="360"/>
                    </a:lnTo>
                    <a:lnTo>
                      <a:pt x="858" y="348"/>
                    </a:lnTo>
                    <a:lnTo>
                      <a:pt x="852" y="342"/>
                    </a:lnTo>
                    <a:lnTo>
                      <a:pt x="834" y="342"/>
                    </a:lnTo>
                    <a:lnTo>
                      <a:pt x="834" y="336"/>
                    </a:lnTo>
                    <a:lnTo>
                      <a:pt x="828" y="330"/>
                    </a:lnTo>
                    <a:lnTo>
                      <a:pt x="822" y="318"/>
                    </a:lnTo>
                    <a:lnTo>
                      <a:pt x="810" y="306"/>
                    </a:lnTo>
                    <a:lnTo>
                      <a:pt x="798" y="300"/>
                    </a:lnTo>
                    <a:lnTo>
                      <a:pt x="792" y="300"/>
                    </a:lnTo>
                    <a:lnTo>
                      <a:pt x="780" y="294"/>
                    </a:lnTo>
                    <a:lnTo>
                      <a:pt x="768" y="282"/>
                    </a:lnTo>
                    <a:lnTo>
                      <a:pt x="768" y="276"/>
                    </a:lnTo>
                    <a:lnTo>
                      <a:pt x="774" y="276"/>
                    </a:lnTo>
                    <a:lnTo>
                      <a:pt x="774" y="270"/>
                    </a:lnTo>
                    <a:lnTo>
                      <a:pt x="780" y="270"/>
                    </a:lnTo>
                    <a:lnTo>
                      <a:pt x="780" y="264"/>
                    </a:lnTo>
                    <a:lnTo>
                      <a:pt x="768" y="252"/>
                    </a:lnTo>
                    <a:lnTo>
                      <a:pt x="756" y="246"/>
                    </a:lnTo>
                    <a:lnTo>
                      <a:pt x="750" y="246"/>
                    </a:lnTo>
                    <a:lnTo>
                      <a:pt x="750" y="228"/>
                    </a:lnTo>
                    <a:lnTo>
                      <a:pt x="720" y="228"/>
                    </a:lnTo>
                    <a:lnTo>
                      <a:pt x="696" y="216"/>
                    </a:lnTo>
                    <a:lnTo>
                      <a:pt x="696" y="186"/>
                    </a:lnTo>
                    <a:lnTo>
                      <a:pt x="648" y="180"/>
                    </a:lnTo>
                    <a:lnTo>
                      <a:pt x="654" y="162"/>
                    </a:lnTo>
                    <a:lnTo>
                      <a:pt x="648" y="162"/>
                    </a:lnTo>
                    <a:lnTo>
                      <a:pt x="642" y="156"/>
                    </a:lnTo>
                    <a:lnTo>
                      <a:pt x="642" y="150"/>
                    </a:lnTo>
                    <a:lnTo>
                      <a:pt x="648" y="144"/>
                    </a:lnTo>
                    <a:lnTo>
                      <a:pt x="654" y="132"/>
                    </a:lnTo>
                    <a:lnTo>
                      <a:pt x="660" y="126"/>
                    </a:lnTo>
                    <a:lnTo>
                      <a:pt x="660" y="96"/>
                    </a:lnTo>
                    <a:lnTo>
                      <a:pt x="654" y="84"/>
                    </a:lnTo>
                    <a:lnTo>
                      <a:pt x="648" y="66"/>
                    </a:lnTo>
                    <a:lnTo>
                      <a:pt x="636" y="54"/>
                    </a:lnTo>
                    <a:lnTo>
                      <a:pt x="630" y="42"/>
                    </a:lnTo>
                    <a:lnTo>
                      <a:pt x="600" y="12"/>
                    </a:lnTo>
                    <a:lnTo>
                      <a:pt x="600" y="0"/>
                    </a:lnTo>
                    <a:lnTo>
                      <a:pt x="576" y="0"/>
                    </a:lnTo>
                    <a:lnTo>
                      <a:pt x="522" y="30"/>
                    </a:lnTo>
                    <a:lnTo>
                      <a:pt x="516" y="60"/>
                    </a:lnTo>
                    <a:lnTo>
                      <a:pt x="480" y="84"/>
                    </a:lnTo>
                    <a:lnTo>
                      <a:pt x="480" y="102"/>
                    </a:lnTo>
                    <a:lnTo>
                      <a:pt x="456" y="126"/>
                    </a:lnTo>
                    <a:lnTo>
                      <a:pt x="438" y="138"/>
                    </a:lnTo>
                    <a:lnTo>
                      <a:pt x="390" y="156"/>
                    </a:lnTo>
                    <a:lnTo>
                      <a:pt x="348" y="162"/>
                    </a:lnTo>
                    <a:lnTo>
                      <a:pt x="330" y="162"/>
                    </a:lnTo>
                    <a:lnTo>
                      <a:pt x="312" y="174"/>
                    </a:lnTo>
                    <a:lnTo>
                      <a:pt x="318" y="174"/>
                    </a:lnTo>
                    <a:lnTo>
                      <a:pt x="330" y="186"/>
                    </a:lnTo>
                    <a:lnTo>
                      <a:pt x="330" y="198"/>
                    </a:lnTo>
                    <a:lnTo>
                      <a:pt x="324" y="204"/>
                    </a:lnTo>
                    <a:lnTo>
                      <a:pt x="318" y="216"/>
                    </a:lnTo>
                    <a:lnTo>
                      <a:pt x="312" y="222"/>
                    </a:lnTo>
                    <a:lnTo>
                      <a:pt x="306" y="234"/>
                    </a:lnTo>
                    <a:lnTo>
                      <a:pt x="300" y="240"/>
                    </a:lnTo>
                    <a:lnTo>
                      <a:pt x="210" y="240"/>
                    </a:lnTo>
                    <a:lnTo>
                      <a:pt x="204" y="246"/>
                    </a:lnTo>
                    <a:lnTo>
                      <a:pt x="198" y="258"/>
                    </a:lnTo>
                    <a:lnTo>
                      <a:pt x="186" y="270"/>
                    </a:lnTo>
                    <a:lnTo>
                      <a:pt x="174" y="276"/>
                    </a:lnTo>
                    <a:lnTo>
                      <a:pt x="168" y="276"/>
                    </a:lnTo>
                    <a:lnTo>
                      <a:pt x="162" y="270"/>
                    </a:lnTo>
                    <a:lnTo>
                      <a:pt x="162" y="246"/>
                    </a:lnTo>
                    <a:lnTo>
                      <a:pt x="156" y="252"/>
                    </a:lnTo>
                    <a:lnTo>
                      <a:pt x="144" y="258"/>
                    </a:lnTo>
                    <a:lnTo>
                      <a:pt x="126" y="276"/>
                    </a:lnTo>
                    <a:lnTo>
                      <a:pt x="114" y="282"/>
                    </a:lnTo>
                    <a:lnTo>
                      <a:pt x="96" y="282"/>
                    </a:lnTo>
                    <a:lnTo>
                      <a:pt x="90" y="276"/>
                    </a:lnTo>
                    <a:lnTo>
                      <a:pt x="78" y="276"/>
                    </a:lnTo>
                    <a:lnTo>
                      <a:pt x="66" y="288"/>
                    </a:lnTo>
                    <a:lnTo>
                      <a:pt x="60" y="300"/>
                    </a:lnTo>
                    <a:lnTo>
                      <a:pt x="54" y="306"/>
                    </a:lnTo>
                    <a:lnTo>
                      <a:pt x="54" y="324"/>
                    </a:lnTo>
                    <a:lnTo>
                      <a:pt x="48" y="336"/>
                    </a:lnTo>
                    <a:lnTo>
                      <a:pt x="42" y="336"/>
                    </a:lnTo>
                    <a:lnTo>
                      <a:pt x="36" y="372"/>
                    </a:lnTo>
                    <a:lnTo>
                      <a:pt x="30" y="372"/>
                    </a:lnTo>
                    <a:lnTo>
                      <a:pt x="24" y="378"/>
                    </a:lnTo>
                    <a:lnTo>
                      <a:pt x="12" y="384"/>
                    </a:lnTo>
                    <a:lnTo>
                      <a:pt x="0" y="396"/>
                    </a:lnTo>
                    <a:lnTo>
                      <a:pt x="0" y="402"/>
                    </a:lnTo>
                    <a:lnTo>
                      <a:pt x="12" y="408"/>
                    </a:lnTo>
                    <a:lnTo>
                      <a:pt x="18" y="408"/>
                    </a:lnTo>
                    <a:lnTo>
                      <a:pt x="18" y="444"/>
                    </a:lnTo>
                    <a:lnTo>
                      <a:pt x="6" y="456"/>
                    </a:lnTo>
                    <a:lnTo>
                      <a:pt x="24" y="468"/>
                    </a:lnTo>
                    <a:lnTo>
                      <a:pt x="24" y="516"/>
                    </a:lnTo>
                    <a:lnTo>
                      <a:pt x="30" y="516"/>
                    </a:lnTo>
                    <a:lnTo>
                      <a:pt x="48" y="534"/>
                    </a:lnTo>
                    <a:lnTo>
                      <a:pt x="54" y="534"/>
                    </a:lnTo>
                    <a:lnTo>
                      <a:pt x="54" y="576"/>
                    </a:lnTo>
                    <a:lnTo>
                      <a:pt x="60" y="582"/>
                    </a:lnTo>
                    <a:lnTo>
                      <a:pt x="72" y="606"/>
                    </a:lnTo>
                    <a:lnTo>
                      <a:pt x="84" y="618"/>
                    </a:lnTo>
                    <a:lnTo>
                      <a:pt x="96" y="624"/>
                    </a:lnTo>
                    <a:lnTo>
                      <a:pt x="102" y="636"/>
                    </a:lnTo>
                    <a:lnTo>
                      <a:pt x="114" y="642"/>
                    </a:lnTo>
                    <a:lnTo>
                      <a:pt x="120" y="660"/>
                    </a:lnTo>
                    <a:lnTo>
                      <a:pt x="120" y="690"/>
                    </a:lnTo>
                    <a:lnTo>
                      <a:pt x="132" y="702"/>
                    </a:lnTo>
                    <a:lnTo>
                      <a:pt x="138" y="696"/>
                    </a:lnTo>
                    <a:lnTo>
                      <a:pt x="144" y="684"/>
                    </a:lnTo>
                    <a:lnTo>
                      <a:pt x="150" y="678"/>
                    </a:lnTo>
                    <a:lnTo>
                      <a:pt x="156" y="666"/>
                    </a:lnTo>
                    <a:lnTo>
                      <a:pt x="156" y="642"/>
                    </a:lnTo>
                    <a:lnTo>
                      <a:pt x="144" y="630"/>
                    </a:lnTo>
                    <a:lnTo>
                      <a:pt x="162" y="600"/>
                    </a:lnTo>
                    <a:lnTo>
                      <a:pt x="192" y="600"/>
                    </a:lnTo>
                    <a:lnTo>
                      <a:pt x="210" y="582"/>
                    </a:lnTo>
                    <a:lnTo>
                      <a:pt x="228" y="582"/>
                    </a:lnTo>
                    <a:lnTo>
                      <a:pt x="264" y="600"/>
                    </a:lnTo>
                    <a:lnTo>
                      <a:pt x="276" y="600"/>
                    </a:lnTo>
                    <a:lnTo>
                      <a:pt x="288" y="588"/>
                    </a:lnTo>
                    <a:lnTo>
                      <a:pt x="300" y="570"/>
                    </a:lnTo>
                    <a:lnTo>
                      <a:pt x="300" y="552"/>
                    </a:lnTo>
                    <a:lnTo>
                      <a:pt x="294" y="552"/>
                    </a:lnTo>
                    <a:lnTo>
                      <a:pt x="294" y="540"/>
                    </a:lnTo>
                    <a:lnTo>
                      <a:pt x="306" y="528"/>
                    </a:lnTo>
                    <a:lnTo>
                      <a:pt x="312" y="528"/>
                    </a:lnTo>
                    <a:lnTo>
                      <a:pt x="324" y="516"/>
                    </a:lnTo>
                    <a:lnTo>
                      <a:pt x="330" y="504"/>
                    </a:lnTo>
                    <a:lnTo>
                      <a:pt x="330" y="498"/>
                    </a:lnTo>
                    <a:lnTo>
                      <a:pt x="336" y="486"/>
                    </a:lnTo>
                    <a:lnTo>
                      <a:pt x="336" y="480"/>
                    </a:lnTo>
                    <a:lnTo>
                      <a:pt x="342" y="474"/>
                    </a:lnTo>
                    <a:lnTo>
                      <a:pt x="354" y="468"/>
                    </a:lnTo>
                    <a:lnTo>
                      <a:pt x="366" y="468"/>
                    </a:lnTo>
                    <a:lnTo>
                      <a:pt x="384" y="474"/>
                    </a:lnTo>
                    <a:lnTo>
                      <a:pt x="396" y="474"/>
                    </a:lnTo>
                    <a:lnTo>
                      <a:pt x="408" y="480"/>
                    </a:lnTo>
                    <a:lnTo>
                      <a:pt x="408" y="492"/>
                    </a:lnTo>
                    <a:lnTo>
                      <a:pt x="426" y="492"/>
                    </a:lnTo>
                    <a:lnTo>
                      <a:pt x="432" y="498"/>
                    </a:lnTo>
                    <a:lnTo>
                      <a:pt x="432" y="528"/>
                    </a:lnTo>
                    <a:lnTo>
                      <a:pt x="474" y="528"/>
                    </a:lnTo>
                    <a:lnTo>
                      <a:pt x="480" y="534"/>
                    </a:lnTo>
                    <a:lnTo>
                      <a:pt x="492" y="540"/>
                    </a:lnTo>
                    <a:lnTo>
                      <a:pt x="540" y="540"/>
                    </a:lnTo>
                    <a:lnTo>
                      <a:pt x="552" y="546"/>
                    </a:lnTo>
                    <a:lnTo>
                      <a:pt x="558" y="552"/>
                    </a:lnTo>
                    <a:lnTo>
                      <a:pt x="570" y="558"/>
                    </a:lnTo>
                    <a:lnTo>
                      <a:pt x="576" y="552"/>
                    </a:lnTo>
                    <a:lnTo>
                      <a:pt x="582" y="540"/>
                    </a:lnTo>
                    <a:lnTo>
                      <a:pt x="588" y="534"/>
                    </a:lnTo>
                    <a:lnTo>
                      <a:pt x="588" y="522"/>
                    </a:lnTo>
                    <a:lnTo>
                      <a:pt x="606" y="504"/>
                    </a:lnTo>
                    <a:lnTo>
                      <a:pt x="612" y="492"/>
                    </a:lnTo>
                    <a:lnTo>
                      <a:pt x="636" y="516"/>
                    </a:lnTo>
                    <a:lnTo>
                      <a:pt x="642" y="516"/>
                    </a:lnTo>
                    <a:lnTo>
                      <a:pt x="648" y="510"/>
                    </a:lnTo>
                    <a:lnTo>
                      <a:pt x="660" y="504"/>
                    </a:lnTo>
                    <a:lnTo>
                      <a:pt x="672" y="492"/>
                    </a:lnTo>
                    <a:lnTo>
                      <a:pt x="690" y="492"/>
                    </a:lnTo>
                    <a:lnTo>
                      <a:pt x="714" y="474"/>
                    </a:lnTo>
                    <a:lnTo>
                      <a:pt x="726" y="486"/>
                    </a:lnTo>
                    <a:lnTo>
                      <a:pt x="750" y="486"/>
                    </a:lnTo>
                    <a:lnTo>
                      <a:pt x="756" y="480"/>
                    </a:lnTo>
                    <a:lnTo>
                      <a:pt x="768" y="480"/>
                    </a:lnTo>
                    <a:lnTo>
                      <a:pt x="768" y="468"/>
                    </a:lnTo>
                    <a:lnTo>
                      <a:pt x="786" y="450"/>
                    </a:lnTo>
                    <a:lnTo>
                      <a:pt x="792" y="450"/>
                    </a:lnTo>
                    <a:lnTo>
                      <a:pt x="792" y="456"/>
                    </a:lnTo>
                    <a:lnTo>
                      <a:pt x="804" y="468"/>
                    </a:lnTo>
                    <a:lnTo>
                      <a:pt x="840" y="462"/>
                    </a:lnTo>
                    <a:lnTo>
                      <a:pt x="840" y="468"/>
                    </a:lnTo>
                    <a:lnTo>
                      <a:pt x="852" y="480"/>
                    </a:lnTo>
                    <a:lnTo>
                      <a:pt x="876" y="480"/>
                    </a:lnTo>
                    <a:lnTo>
                      <a:pt x="894" y="474"/>
                    </a:lnTo>
                    <a:lnTo>
                      <a:pt x="912" y="456"/>
                    </a:lnTo>
                    <a:lnTo>
                      <a:pt x="912" y="432"/>
                    </a:lnTo>
                    <a:lnTo>
                      <a:pt x="906" y="4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2" name="Cameroon" descr="© INSCALE GmbH, 05.05.2010&#10;http://www.presentationload.com/">
                <a:extLst>
                  <a:ext uri="{FF2B5EF4-FFF2-40B4-BE49-F238E27FC236}">
                    <a16:creationId xmlns:a16="http://schemas.microsoft.com/office/drawing/2014/main" id="{A493D0C9-A1DA-9240-8A8F-71A26541F796}"/>
                  </a:ext>
                </a:extLst>
              </p:cNvPr>
              <p:cNvSpPr>
                <a:spLocks/>
              </p:cNvSpPr>
              <p:nvPr/>
            </p:nvSpPr>
            <p:spPr bwMode="gray">
              <a:xfrm>
                <a:off x="5979302" y="3696279"/>
                <a:ext cx="230109" cy="389542"/>
              </a:xfrm>
              <a:custGeom>
                <a:avLst/>
                <a:gdLst>
                  <a:gd name="T0" fmla="*/ 2147483647 w 546"/>
                  <a:gd name="T1" fmla="*/ 0 h 924"/>
                  <a:gd name="T2" fmla="*/ 2147483647 w 546"/>
                  <a:gd name="T3" fmla="*/ 2147483647 h 924"/>
                  <a:gd name="T4" fmla="*/ 2147483647 w 546"/>
                  <a:gd name="T5" fmla="*/ 2147483647 h 924"/>
                  <a:gd name="T6" fmla="*/ 2147483647 w 546"/>
                  <a:gd name="T7" fmla="*/ 2147483647 h 924"/>
                  <a:gd name="T8" fmla="*/ 2147483647 w 546"/>
                  <a:gd name="T9" fmla="*/ 2147483647 h 924"/>
                  <a:gd name="T10" fmla="*/ 2147483647 w 546"/>
                  <a:gd name="T11" fmla="*/ 2147483647 h 924"/>
                  <a:gd name="T12" fmla="*/ 2147483647 w 546"/>
                  <a:gd name="T13" fmla="*/ 2147483647 h 924"/>
                  <a:gd name="T14" fmla="*/ 2147483647 w 546"/>
                  <a:gd name="T15" fmla="*/ 2147483647 h 924"/>
                  <a:gd name="T16" fmla="*/ 2147483647 w 546"/>
                  <a:gd name="T17" fmla="*/ 2147483647 h 924"/>
                  <a:gd name="T18" fmla="*/ 2147483647 w 546"/>
                  <a:gd name="T19" fmla="*/ 2147483647 h 924"/>
                  <a:gd name="T20" fmla="*/ 2147483647 w 546"/>
                  <a:gd name="T21" fmla="*/ 2147483647 h 924"/>
                  <a:gd name="T22" fmla="*/ 2147483647 w 546"/>
                  <a:gd name="T23" fmla="*/ 2147483647 h 924"/>
                  <a:gd name="T24" fmla="*/ 2147483647 w 546"/>
                  <a:gd name="T25" fmla="*/ 2147483647 h 924"/>
                  <a:gd name="T26" fmla="*/ 2147483647 w 546"/>
                  <a:gd name="T27" fmla="*/ 2147483647 h 924"/>
                  <a:gd name="T28" fmla="*/ 2147483647 w 546"/>
                  <a:gd name="T29" fmla="*/ 2147483647 h 924"/>
                  <a:gd name="T30" fmla="*/ 2147483647 w 546"/>
                  <a:gd name="T31" fmla="*/ 2147483647 h 924"/>
                  <a:gd name="T32" fmla="*/ 2147483647 w 546"/>
                  <a:gd name="T33" fmla="*/ 2147483647 h 924"/>
                  <a:gd name="T34" fmla="*/ 2147483647 w 546"/>
                  <a:gd name="T35" fmla="*/ 2147483647 h 924"/>
                  <a:gd name="T36" fmla="*/ 2147483647 w 546"/>
                  <a:gd name="T37" fmla="*/ 2147483647 h 924"/>
                  <a:gd name="T38" fmla="*/ 2147483647 w 546"/>
                  <a:gd name="T39" fmla="*/ 2147483647 h 924"/>
                  <a:gd name="T40" fmla="*/ 2147483647 w 546"/>
                  <a:gd name="T41" fmla="*/ 2147483647 h 924"/>
                  <a:gd name="T42" fmla="*/ 2147483647 w 546"/>
                  <a:gd name="T43" fmla="*/ 2147483647 h 924"/>
                  <a:gd name="T44" fmla="*/ 2147483647 w 546"/>
                  <a:gd name="T45" fmla="*/ 2147483647 h 924"/>
                  <a:gd name="T46" fmla="*/ 2147483647 w 546"/>
                  <a:gd name="T47" fmla="*/ 2147483647 h 924"/>
                  <a:gd name="T48" fmla="*/ 2147483647 w 546"/>
                  <a:gd name="T49" fmla="*/ 2147483647 h 924"/>
                  <a:gd name="T50" fmla="*/ 2147483647 w 546"/>
                  <a:gd name="T51" fmla="*/ 2147483647 h 924"/>
                  <a:gd name="T52" fmla="*/ 2147483647 w 546"/>
                  <a:gd name="T53" fmla="*/ 2147483647 h 924"/>
                  <a:gd name="T54" fmla="*/ 2147483647 w 546"/>
                  <a:gd name="T55" fmla="*/ 2147483647 h 924"/>
                  <a:gd name="T56" fmla="*/ 2147483647 w 546"/>
                  <a:gd name="T57" fmla="*/ 2147483647 h 924"/>
                  <a:gd name="T58" fmla="*/ 2147483647 w 546"/>
                  <a:gd name="T59" fmla="*/ 2147483647 h 924"/>
                  <a:gd name="T60" fmla="*/ 2147483647 w 546"/>
                  <a:gd name="T61" fmla="*/ 2147483647 h 924"/>
                  <a:gd name="T62" fmla="*/ 2147483647 w 546"/>
                  <a:gd name="T63" fmla="*/ 2147483647 h 924"/>
                  <a:gd name="T64" fmla="*/ 2147483647 w 546"/>
                  <a:gd name="T65" fmla="*/ 2147483647 h 924"/>
                  <a:gd name="T66" fmla="*/ 2147483647 w 546"/>
                  <a:gd name="T67" fmla="*/ 2147483647 h 924"/>
                  <a:gd name="T68" fmla="*/ 2147483647 w 546"/>
                  <a:gd name="T69" fmla="*/ 2147483647 h 924"/>
                  <a:gd name="T70" fmla="*/ 2147483647 w 546"/>
                  <a:gd name="T71" fmla="*/ 2147483647 h 924"/>
                  <a:gd name="T72" fmla="*/ 2147483647 w 546"/>
                  <a:gd name="T73" fmla="*/ 2147483647 h 924"/>
                  <a:gd name="T74" fmla="*/ 2147483647 w 546"/>
                  <a:gd name="T75" fmla="*/ 2147483647 h 924"/>
                  <a:gd name="T76" fmla="*/ 2147483647 w 546"/>
                  <a:gd name="T77" fmla="*/ 2147483647 h 924"/>
                  <a:gd name="T78" fmla="*/ 2147483647 w 546"/>
                  <a:gd name="T79" fmla="*/ 2147483647 h 924"/>
                  <a:gd name="T80" fmla="*/ 2147483647 w 546"/>
                  <a:gd name="T81" fmla="*/ 2147483647 h 924"/>
                  <a:gd name="T82" fmla="*/ 2147483647 w 546"/>
                  <a:gd name="T83" fmla="*/ 2147483647 h 924"/>
                  <a:gd name="T84" fmla="*/ 2147483647 w 546"/>
                  <a:gd name="T85" fmla="*/ 2147483647 h 924"/>
                  <a:gd name="T86" fmla="*/ 2147483647 w 546"/>
                  <a:gd name="T87" fmla="*/ 2147483647 h 924"/>
                  <a:gd name="T88" fmla="*/ 2147483647 w 546"/>
                  <a:gd name="T89" fmla="*/ 2147483647 h 924"/>
                  <a:gd name="T90" fmla="*/ 2147483647 w 546"/>
                  <a:gd name="T91" fmla="*/ 2147483647 h 924"/>
                  <a:gd name="T92" fmla="*/ 2147483647 w 546"/>
                  <a:gd name="T93" fmla="*/ 2147483647 h 924"/>
                  <a:gd name="T94" fmla="*/ 2147483647 w 546"/>
                  <a:gd name="T95" fmla="*/ 2147483647 h 924"/>
                  <a:gd name="T96" fmla="*/ 2147483647 w 546"/>
                  <a:gd name="T97" fmla="*/ 2147483647 h 924"/>
                  <a:gd name="T98" fmla="*/ 2147483647 w 546"/>
                  <a:gd name="T99" fmla="*/ 2147483647 h 924"/>
                  <a:gd name="T100" fmla="*/ 2147483647 w 546"/>
                  <a:gd name="T101" fmla="*/ 2147483647 h 924"/>
                  <a:gd name="T102" fmla="*/ 2147483647 w 546"/>
                  <a:gd name="T103" fmla="*/ 2147483647 h 924"/>
                  <a:gd name="T104" fmla="*/ 2147483647 w 546"/>
                  <a:gd name="T105" fmla="*/ 2147483647 h 924"/>
                  <a:gd name="T106" fmla="*/ 2147483647 w 546"/>
                  <a:gd name="T107" fmla="*/ 2147483647 h 924"/>
                  <a:gd name="T108" fmla="*/ 2147483647 w 546"/>
                  <a:gd name="T109" fmla="*/ 2147483647 h 924"/>
                  <a:gd name="T110" fmla="*/ 2147483647 w 546"/>
                  <a:gd name="T111" fmla="*/ 2147483647 h 9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6"/>
                  <a:gd name="T169" fmla="*/ 0 h 924"/>
                  <a:gd name="T170" fmla="*/ 546 w 546"/>
                  <a:gd name="T171" fmla="*/ 924 h 9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6" h="924">
                    <a:moveTo>
                      <a:pt x="420" y="30"/>
                    </a:moveTo>
                    <a:lnTo>
                      <a:pt x="414" y="18"/>
                    </a:lnTo>
                    <a:lnTo>
                      <a:pt x="414" y="0"/>
                    </a:lnTo>
                    <a:lnTo>
                      <a:pt x="390" y="6"/>
                    </a:lnTo>
                    <a:lnTo>
                      <a:pt x="390" y="54"/>
                    </a:lnTo>
                    <a:lnTo>
                      <a:pt x="396" y="60"/>
                    </a:lnTo>
                    <a:lnTo>
                      <a:pt x="396" y="66"/>
                    </a:lnTo>
                    <a:lnTo>
                      <a:pt x="426" y="66"/>
                    </a:lnTo>
                    <a:lnTo>
                      <a:pt x="426" y="96"/>
                    </a:lnTo>
                    <a:lnTo>
                      <a:pt x="420" y="102"/>
                    </a:lnTo>
                    <a:lnTo>
                      <a:pt x="420" y="108"/>
                    </a:lnTo>
                    <a:lnTo>
                      <a:pt x="426" y="114"/>
                    </a:lnTo>
                    <a:lnTo>
                      <a:pt x="426" y="126"/>
                    </a:lnTo>
                    <a:lnTo>
                      <a:pt x="408" y="144"/>
                    </a:lnTo>
                    <a:lnTo>
                      <a:pt x="396" y="150"/>
                    </a:lnTo>
                    <a:lnTo>
                      <a:pt x="384" y="150"/>
                    </a:lnTo>
                    <a:lnTo>
                      <a:pt x="384" y="156"/>
                    </a:lnTo>
                    <a:lnTo>
                      <a:pt x="378" y="162"/>
                    </a:lnTo>
                    <a:lnTo>
                      <a:pt x="378" y="168"/>
                    </a:lnTo>
                    <a:lnTo>
                      <a:pt x="372" y="174"/>
                    </a:lnTo>
                    <a:lnTo>
                      <a:pt x="372" y="180"/>
                    </a:lnTo>
                    <a:lnTo>
                      <a:pt x="360" y="192"/>
                    </a:lnTo>
                    <a:lnTo>
                      <a:pt x="354" y="204"/>
                    </a:lnTo>
                    <a:lnTo>
                      <a:pt x="348" y="234"/>
                    </a:lnTo>
                    <a:lnTo>
                      <a:pt x="342" y="240"/>
                    </a:lnTo>
                    <a:lnTo>
                      <a:pt x="342" y="270"/>
                    </a:lnTo>
                    <a:lnTo>
                      <a:pt x="336" y="288"/>
                    </a:lnTo>
                    <a:lnTo>
                      <a:pt x="330" y="294"/>
                    </a:lnTo>
                    <a:lnTo>
                      <a:pt x="312" y="294"/>
                    </a:lnTo>
                    <a:lnTo>
                      <a:pt x="312" y="324"/>
                    </a:lnTo>
                    <a:lnTo>
                      <a:pt x="306" y="342"/>
                    </a:lnTo>
                    <a:lnTo>
                      <a:pt x="306" y="354"/>
                    </a:lnTo>
                    <a:lnTo>
                      <a:pt x="300" y="360"/>
                    </a:lnTo>
                    <a:lnTo>
                      <a:pt x="288" y="366"/>
                    </a:lnTo>
                    <a:lnTo>
                      <a:pt x="282" y="372"/>
                    </a:lnTo>
                    <a:lnTo>
                      <a:pt x="270" y="378"/>
                    </a:lnTo>
                    <a:lnTo>
                      <a:pt x="258" y="426"/>
                    </a:lnTo>
                    <a:lnTo>
                      <a:pt x="234" y="456"/>
                    </a:lnTo>
                    <a:lnTo>
                      <a:pt x="234" y="486"/>
                    </a:lnTo>
                    <a:lnTo>
                      <a:pt x="228" y="492"/>
                    </a:lnTo>
                    <a:lnTo>
                      <a:pt x="216" y="498"/>
                    </a:lnTo>
                    <a:lnTo>
                      <a:pt x="210" y="510"/>
                    </a:lnTo>
                    <a:lnTo>
                      <a:pt x="210" y="522"/>
                    </a:lnTo>
                    <a:lnTo>
                      <a:pt x="192" y="540"/>
                    </a:lnTo>
                    <a:lnTo>
                      <a:pt x="186" y="540"/>
                    </a:lnTo>
                    <a:lnTo>
                      <a:pt x="180" y="534"/>
                    </a:lnTo>
                    <a:lnTo>
                      <a:pt x="174" y="522"/>
                    </a:lnTo>
                    <a:lnTo>
                      <a:pt x="174" y="516"/>
                    </a:lnTo>
                    <a:lnTo>
                      <a:pt x="168" y="504"/>
                    </a:lnTo>
                    <a:lnTo>
                      <a:pt x="156" y="492"/>
                    </a:lnTo>
                    <a:lnTo>
                      <a:pt x="150" y="480"/>
                    </a:lnTo>
                    <a:lnTo>
                      <a:pt x="138" y="480"/>
                    </a:lnTo>
                    <a:lnTo>
                      <a:pt x="144" y="486"/>
                    </a:lnTo>
                    <a:lnTo>
                      <a:pt x="144" y="498"/>
                    </a:lnTo>
                    <a:lnTo>
                      <a:pt x="138" y="504"/>
                    </a:lnTo>
                    <a:lnTo>
                      <a:pt x="132" y="504"/>
                    </a:lnTo>
                    <a:lnTo>
                      <a:pt x="120" y="498"/>
                    </a:lnTo>
                    <a:lnTo>
                      <a:pt x="114" y="492"/>
                    </a:lnTo>
                    <a:lnTo>
                      <a:pt x="108" y="492"/>
                    </a:lnTo>
                    <a:lnTo>
                      <a:pt x="102" y="498"/>
                    </a:lnTo>
                    <a:lnTo>
                      <a:pt x="90" y="522"/>
                    </a:lnTo>
                    <a:lnTo>
                      <a:pt x="84" y="528"/>
                    </a:lnTo>
                    <a:lnTo>
                      <a:pt x="84" y="534"/>
                    </a:lnTo>
                    <a:lnTo>
                      <a:pt x="18" y="588"/>
                    </a:lnTo>
                    <a:lnTo>
                      <a:pt x="18" y="642"/>
                    </a:lnTo>
                    <a:lnTo>
                      <a:pt x="12" y="654"/>
                    </a:lnTo>
                    <a:lnTo>
                      <a:pt x="12" y="666"/>
                    </a:lnTo>
                    <a:lnTo>
                      <a:pt x="6" y="672"/>
                    </a:lnTo>
                    <a:lnTo>
                      <a:pt x="6" y="678"/>
                    </a:lnTo>
                    <a:lnTo>
                      <a:pt x="0" y="690"/>
                    </a:lnTo>
                    <a:lnTo>
                      <a:pt x="24" y="684"/>
                    </a:lnTo>
                    <a:lnTo>
                      <a:pt x="24" y="708"/>
                    </a:lnTo>
                    <a:lnTo>
                      <a:pt x="36" y="732"/>
                    </a:lnTo>
                    <a:lnTo>
                      <a:pt x="60" y="744"/>
                    </a:lnTo>
                    <a:lnTo>
                      <a:pt x="66" y="750"/>
                    </a:lnTo>
                    <a:lnTo>
                      <a:pt x="84" y="726"/>
                    </a:lnTo>
                    <a:lnTo>
                      <a:pt x="66" y="756"/>
                    </a:lnTo>
                    <a:lnTo>
                      <a:pt x="84" y="786"/>
                    </a:lnTo>
                    <a:lnTo>
                      <a:pt x="102" y="792"/>
                    </a:lnTo>
                    <a:lnTo>
                      <a:pt x="102" y="840"/>
                    </a:lnTo>
                    <a:lnTo>
                      <a:pt x="90" y="840"/>
                    </a:lnTo>
                    <a:lnTo>
                      <a:pt x="90" y="870"/>
                    </a:lnTo>
                    <a:lnTo>
                      <a:pt x="102" y="882"/>
                    </a:lnTo>
                    <a:lnTo>
                      <a:pt x="198" y="882"/>
                    </a:lnTo>
                    <a:lnTo>
                      <a:pt x="216" y="864"/>
                    </a:lnTo>
                    <a:lnTo>
                      <a:pt x="228" y="882"/>
                    </a:lnTo>
                    <a:lnTo>
                      <a:pt x="258" y="882"/>
                    </a:lnTo>
                    <a:lnTo>
                      <a:pt x="270" y="870"/>
                    </a:lnTo>
                    <a:lnTo>
                      <a:pt x="276" y="870"/>
                    </a:lnTo>
                    <a:lnTo>
                      <a:pt x="288" y="876"/>
                    </a:lnTo>
                    <a:lnTo>
                      <a:pt x="294" y="876"/>
                    </a:lnTo>
                    <a:lnTo>
                      <a:pt x="342" y="870"/>
                    </a:lnTo>
                    <a:lnTo>
                      <a:pt x="342" y="888"/>
                    </a:lnTo>
                    <a:lnTo>
                      <a:pt x="372" y="888"/>
                    </a:lnTo>
                    <a:lnTo>
                      <a:pt x="390" y="882"/>
                    </a:lnTo>
                    <a:lnTo>
                      <a:pt x="438" y="882"/>
                    </a:lnTo>
                    <a:lnTo>
                      <a:pt x="450" y="888"/>
                    </a:lnTo>
                    <a:lnTo>
                      <a:pt x="456" y="894"/>
                    </a:lnTo>
                    <a:lnTo>
                      <a:pt x="468" y="894"/>
                    </a:lnTo>
                    <a:lnTo>
                      <a:pt x="474" y="900"/>
                    </a:lnTo>
                    <a:lnTo>
                      <a:pt x="510" y="900"/>
                    </a:lnTo>
                    <a:lnTo>
                      <a:pt x="534" y="924"/>
                    </a:lnTo>
                    <a:lnTo>
                      <a:pt x="540" y="882"/>
                    </a:lnTo>
                    <a:lnTo>
                      <a:pt x="546" y="876"/>
                    </a:lnTo>
                    <a:lnTo>
                      <a:pt x="534" y="864"/>
                    </a:lnTo>
                    <a:lnTo>
                      <a:pt x="534" y="834"/>
                    </a:lnTo>
                    <a:lnTo>
                      <a:pt x="528" y="816"/>
                    </a:lnTo>
                    <a:lnTo>
                      <a:pt x="516" y="810"/>
                    </a:lnTo>
                    <a:lnTo>
                      <a:pt x="510" y="798"/>
                    </a:lnTo>
                    <a:lnTo>
                      <a:pt x="498" y="792"/>
                    </a:lnTo>
                    <a:lnTo>
                      <a:pt x="486" y="780"/>
                    </a:lnTo>
                    <a:lnTo>
                      <a:pt x="474" y="756"/>
                    </a:lnTo>
                    <a:lnTo>
                      <a:pt x="468" y="750"/>
                    </a:lnTo>
                    <a:lnTo>
                      <a:pt x="468" y="708"/>
                    </a:lnTo>
                    <a:lnTo>
                      <a:pt x="462" y="708"/>
                    </a:lnTo>
                    <a:lnTo>
                      <a:pt x="444" y="690"/>
                    </a:lnTo>
                    <a:lnTo>
                      <a:pt x="438" y="690"/>
                    </a:lnTo>
                    <a:lnTo>
                      <a:pt x="438" y="642"/>
                    </a:lnTo>
                    <a:lnTo>
                      <a:pt x="420" y="630"/>
                    </a:lnTo>
                    <a:lnTo>
                      <a:pt x="432" y="618"/>
                    </a:lnTo>
                    <a:lnTo>
                      <a:pt x="432" y="582"/>
                    </a:lnTo>
                    <a:lnTo>
                      <a:pt x="426" y="582"/>
                    </a:lnTo>
                    <a:lnTo>
                      <a:pt x="414" y="576"/>
                    </a:lnTo>
                    <a:lnTo>
                      <a:pt x="414" y="570"/>
                    </a:lnTo>
                    <a:lnTo>
                      <a:pt x="426" y="558"/>
                    </a:lnTo>
                    <a:lnTo>
                      <a:pt x="438" y="552"/>
                    </a:lnTo>
                    <a:lnTo>
                      <a:pt x="444" y="546"/>
                    </a:lnTo>
                    <a:lnTo>
                      <a:pt x="450" y="546"/>
                    </a:lnTo>
                    <a:lnTo>
                      <a:pt x="456" y="510"/>
                    </a:lnTo>
                    <a:lnTo>
                      <a:pt x="462" y="510"/>
                    </a:lnTo>
                    <a:lnTo>
                      <a:pt x="468" y="498"/>
                    </a:lnTo>
                    <a:lnTo>
                      <a:pt x="468" y="480"/>
                    </a:lnTo>
                    <a:lnTo>
                      <a:pt x="474" y="474"/>
                    </a:lnTo>
                    <a:lnTo>
                      <a:pt x="480" y="462"/>
                    </a:lnTo>
                    <a:lnTo>
                      <a:pt x="492" y="450"/>
                    </a:lnTo>
                    <a:lnTo>
                      <a:pt x="498" y="450"/>
                    </a:lnTo>
                    <a:lnTo>
                      <a:pt x="498" y="438"/>
                    </a:lnTo>
                    <a:lnTo>
                      <a:pt x="492" y="420"/>
                    </a:lnTo>
                    <a:lnTo>
                      <a:pt x="486" y="408"/>
                    </a:lnTo>
                    <a:lnTo>
                      <a:pt x="486" y="390"/>
                    </a:lnTo>
                    <a:lnTo>
                      <a:pt x="474" y="366"/>
                    </a:lnTo>
                    <a:lnTo>
                      <a:pt x="462" y="354"/>
                    </a:lnTo>
                    <a:lnTo>
                      <a:pt x="450" y="348"/>
                    </a:lnTo>
                    <a:lnTo>
                      <a:pt x="432" y="336"/>
                    </a:lnTo>
                    <a:lnTo>
                      <a:pt x="420" y="324"/>
                    </a:lnTo>
                    <a:lnTo>
                      <a:pt x="414" y="312"/>
                    </a:lnTo>
                    <a:lnTo>
                      <a:pt x="402" y="300"/>
                    </a:lnTo>
                    <a:lnTo>
                      <a:pt x="390" y="276"/>
                    </a:lnTo>
                    <a:lnTo>
                      <a:pt x="390" y="264"/>
                    </a:lnTo>
                    <a:lnTo>
                      <a:pt x="396" y="258"/>
                    </a:lnTo>
                    <a:lnTo>
                      <a:pt x="408" y="252"/>
                    </a:lnTo>
                    <a:lnTo>
                      <a:pt x="504" y="252"/>
                    </a:lnTo>
                    <a:lnTo>
                      <a:pt x="486" y="234"/>
                    </a:lnTo>
                    <a:lnTo>
                      <a:pt x="480" y="222"/>
                    </a:lnTo>
                    <a:lnTo>
                      <a:pt x="468" y="216"/>
                    </a:lnTo>
                    <a:lnTo>
                      <a:pt x="462" y="204"/>
                    </a:lnTo>
                    <a:lnTo>
                      <a:pt x="462" y="186"/>
                    </a:lnTo>
                    <a:lnTo>
                      <a:pt x="456" y="168"/>
                    </a:lnTo>
                    <a:lnTo>
                      <a:pt x="456" y="132"/>
                    </a:lnTo>
                    <a:lnTo>
                      <a:pt x="462" y="132"/>
                    </a:lnTo>
                    <a:lnTo>
                      <a:pt x="462" y="96"/>
                    </a:lnTo>
                    <a:lnTo>
                      <a:pt x="456" y="84"/>
                    </a:lnTo>
                    <a:lnTo>
                      <a:pt x="444" y="78"/>
                    </a:lnTo>
                    <a:lnTo>
                      <a:pt x="450" y="42"/>
                    </a:lnTo>
                    <a:lnTo>
                      <a:pt x="444" y="42"/>
                    </a:lnTo>
                    <a:lnTo>
                      <a:pt x="438" y="36"/>
                    </a:lnTo>
                    <a:lnTo>
                      <a:pt x="426" y="36"/>
                    </a:lnTo>
                    <a:lnTo>
                      <a:pt x="420"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3" name="Burundi" descr="© INSCALE GmbH, 05.05.2010&#10;http://www.presentationload.com/">
                <a:extLst>
                  <a:ext uri="{FF2B5EF4-FFF2-40B4-BE49-F238E27FC236}">
                    <a16:creationId xmlns:a16="http://schemas.microsoft.com/office/drawing/2014/main" id="{3B7E1FD9-243F-BA44-9D84-00AC65799D0F}"/>
                  </a:ext>
                </a:extLst>
              </p:cNvPr>
              <p:cNvSpPr>
                <a:spLocks/>
              </p:cNvSpPr>
              <p:nvPr/>
            </p:nvSpPr>
            <p:spPr bwMode="gray">
              <a:xfrm>
                <a:off x="6590737" y="4223886"/>
                <a:ext cx="55884" cy="70677"/>
              </a:xfrm>
              <a:custGeom>
                <a:avLst/>
                <a:gdLst>
                  <a:gd name="T0" fmla="*/ 2147483647 w 132"/>
                  <a:gd name="T1" fmla="*/ 2147483647 h 168"/>
                  <a:gd name="T2" fmla="*/ 2147483647 w 132"/>
                  <a:gd name="T3" fmla="*/ 2147483647 h 168"/>
                  <a:gd name="T4" fmla="*/ 2147483647 w 132"/>
                  <a:gd name="T5" fmla="*/ 2147483647 h 168"/>
                  <a:gd name="T6" fmla="*/ 2147483647 w 132"/>
                  <a:gd name="T7" fmla="*/ 2147483647 h 168"/>
                  <a:gd name="T8" fmla="*/ 2147483647 w 132"/>
                  <a:gd name="T9" fmla="*/ 2147483647 h 168"/>
                  <a:gd name="T10" fmla="*/ 2147483647 w 132"/>
                  <a:gd name="T11" fmla="*/ 2147483647 h 168"/>
                  <a:gd name="T12" fmla="*/ 2147483647 w 132"/>
                  <a:gd name="T13" fmla="*/ 2147483647 h 168"/>
                  <a:gd name="T14" fmla="*/ 2147483647 w 132"/>
                  <a:gd name="T15" fmla="*/ 2147483647 h 168"/>
                  <a:gd name="T16" fmla="*/ 2147483647 w 132"/>
                  <a:gd name="T17" fmla="*/ 2147483647 h 168"/>
                  <a:gd name="T18" fmla="*/ 2147483647 w 132"/>
                  <a:gd name="T19" fmla="*/ 2147483647 h 168"/>
                  <a:gd name="T20" fmla="*/ 2147483647 w 132"/>
                  <a:gd name="T21" fmla="*/ 2147483647 h 168"/>
                  <a:gd name="T22" fmla="*/ 2147483647 w 132"/>
                  <a:gd name="T23" fmla="*/ 2147483647 h 168"/>
                  <a:gd name="T24" fmla="*/ 2147483647 w 132"/>
                  <a:gd name="T25" fmla="*/ 2147483647 h 168"/>
                  <a:gd name="T26" fmla="*/ 2147483647 w 132"/>
                  <a:gd name="T27" fmla="*/ 2147483647 h 168"/>
                  <a:gd name="T28" fmla="*/ 2147483647 w 132"/>
                  <a:gd name="T29" fmla="*/ 2147483647 h 168"/>
                  <a:gd name="T30" fmla="*/ 2147483647 w 132"/>
                  <a:gd name="T31" fmla="*/ 2147483647 h 168"/>
                  <a:gd name="T32" fmla="*/ 2147483647 w 132"/>
                  <a:gd name="T33" fmla="*/ 2147483647 h 168"/>
                  <a:gd name="T34" fmla="*/ 2147483647 w 132"/>
                  <a:gd name="T35" fmla="*/ 2147483647 h 168"/>
                  <a:gd name="T36" fmla="*/ 2147483647 w 132"/>
                  <a:gd name="T37" fmla="*/ 2147483647 h 168"/>
                  <a:gd name="T38" fmla="*/ 2147483647 w 132"/>
                  <a:gd name="T39" fmla="*/ 2147483647 h 168"/>
                  <a:gd name="T40" fmla="*/ 2147483647 w 132"/>
                  <a:gd name="T41" fmla="*/ 2147483647 h 168"/>
                  <a:gd name="T42" fmla="*/ 2147483647 w 132"/>
                  <a:gd name="T43" fmla="*/ 2147483647 h 168"/>
                  <a:gd name="T44" fmla="*/ 2147483647 w 132"/>
                  <a:gd name="T45" fmla="*/ 2147483647 h 168"/>
                  <a:gd name="T46" fmla="*/ 2147483647 w 132"/>
                  <a:gd name="T47" fmla="*/ 0 h 168"/>
                  <a:gd name="T48" fmla="*/ 2147483647 w 132"/>
                  <a:gd name="T49" fmla="*/ 0 h 168"/>
                  <a:gd name="T50" fmla="*/ 2147483647 w 132"/>
                  <a:gd name="T51" fmla="*/ 0 h 168"/>
                  <a:gd name="T52" fmla="*/ 2147483647 w 132"/>
                  <a:gd name="T53" fmla="*/ 2147483647 h 168"/>
                  <a:gd name="T54" fmla="*/ 2147483647 w 132"/>
                  <a:gd name="T55" fmla="*/ 2147483647 h 168"/>
                  <a:gd name="T56" fmla="*/ 2147483647 w 132"/>
                  <a:gd name="T57" fmla="*/ 2147483647 h 168"/>
                  <a:gd name="T58" fmla="*/ 2147483647 w 132"/>
                  <a:gd name="T59" fmla="*/ 2147483647 h 168"/>
                  <a:gd name="T60" fmla="*/ 2147483647 w 132"/>
                  <a:gd name="T61" fmla="*/ 2147483647 h 168"/>
                  <a:gd name="T62" fmla="*/ 2147483647 w 132"/>
                  <a:gd name="T63" fmla="*/ 2147483647 h 168"/>
                  <a:gd name="T64" fmla="*/ 0 w 132"/>
                  <a:gd name="T65" fmla="*/ 2147483647 h 168"/>
                  <a:gd name="T66" fmla="*/ 2147483647 w 132"/>
                  <a:gd name="T67" fmla="*/ 2147483647 h 168"/>
                  <a:gd name="T68" fmla="*/ 2147483647 w 132"/>
                  <a:gd name="T69" fmla="*/ 2147483647 h 168"/>
                  <a:gd name="T70" fmla="*/ 2147483647 w 132"/>
                  <a:gd name="T71" fmla="*/ 2147483647 h 168"/>
                  <a:gd name="T72" fmla="*/ 2147483647 w 132"/>
                  <a:gd name="T73" fmla="*/ 2147483647 h 168"/>
                  <a:gd name="T74" fmla="*/ 2147483647 w 132"/>
                  <a:gd name="T75" fmla="*/ 2147483647 h 1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2"/>
                  <a:gd name="T115" fmla="*/ 0 h 168"/>
                  <a:gd name="T116" fmla="*/ 132 w 132"/>
                  <a:gd name="T117" fmla="*/ 168 h 1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2" h="168">
                    <a:moveTo>
                      <a:pt x="36" y="72"/>
                    </a:moveTo>
                    <a:lnTo>
                      <a:pt x="36" y="96"/>
                    </a:lnTo>
                    <a:lnTo>
                      <a:pt x="30" y="102"/>
                    </a:lnTo>
                    <a:lnTo>
                      <a:pt x="30" y="138"/>
                    </a:lnTo>
                    <a:lnTo>
                      <a:pt x="36" y="156"/>
                    </a:lnTo>
                    <a:lnTo>
                      <a:pt x="42" y="168"/>
                    </a:lnTo>
                    <a:lnTo>
                      <a:pt x="54" y="168"/>
                    </a:lnTo>
                    <a:lnTo>
                      <a:pt x="60" y="162"/>
                    </a:lnTo>
                    <a:lnTo>
                      <a:pt x="72" y="156"/>
                    </a:lnTo>
                    <a:lnTo>
                      <a:pt x="84" y="144"/>
                    </a:lnTo>
                    <a:lnTo>
                      <a:pt x="90" y="132"/>
                    </a:lnTo>
                    <a:lnTo>
                      <a:pt x="90" y="114"/>
                    </a:lnTo>
                    <a:lnTo>
                      <a:pt x="96" y="102"/>
                    </a:lnTo>
                    <a:lnTo>
                      <a:pt x="114" y="84"/>
                    </a:lnTo>
                    <a:lnTo>
                      <a:pt x="126" y="84"/>
                    </a:lnTo>
                    <a:lnTo>
                      <a:pt x="120" y="72"/>
                    </a:lnTo>
                    <a:lnTo>
                      <a:pt x="132" y="66"/>
                    </a:lnTo>
                    <a:lnTo>
                      <a:pt x="132" y="48"/>
                    </a:lnTo>
                    <a:lnTo>
                      <a:pt x="114" y="48"/>
                    </a:lnTo>
                    <a:lnTo>
                      <a:pt x="108" y="42"/>
                    </a:lnTo>
                    <a:lnTo>
                      <a:pt x="102" y="42"/>
                    </a:lnTo>
                    <a:lnTo>
                      <a:pt x="102" y="24"/>
                    </a:lnTo>
                    <a:lnTo>
                      <a:pt x="108" y="12"/>
                    </a:lnTo>
                    <a:lnTo>
                      <a:pt x="108" y="0"/>
                    </a:lnTo>
                    <a:lnTo>
                      <a:pt x="120" y="0"/>
                    </a:lnTo>
                    <a:lnTo>
                      <a:pt x="66" y="0"/>
                    </a:lnTo>
                    <a:lnTo>
                      <a:pt x="60" y="24"/>
                    </a:lnTo>
                    <a:lnTo>
                      <a:pt x="48" y="30"/>
                    </a:lnTo>
                    <a:lnTo>
                      <a:pt x="42" y="36"/>
                    </a:lnTo>
                    <a:lnTo>
                      <a:pt x="30" y="36"/>
                    </a:lnTo>
                    <a:lnTo>
                      <a:pt x="24" y="30"/>
                    </a:lnTo>
                    <a:lnTo>
                      <a:pt x="18" y="18"/>
                    </a:lnTo>
                    <a:lnTo>
                      <a:pt x="0" y="18"/>
                    </a:lnTo>
                    <a:lnTo>
                      <a:pt x="12" y="48"/>
                    </a:lnTo>
                    <a:lnTo>
                      <a:pt x="18" y="54"/>
                    </a:lnTo>
                    <a:lnTo>
                      <a:pt x="30" y="60"/>
                    </a:lnTo>
                    <a:lnTo>
                      <a:pt x="36" y="66"/>
                    </a:lnTo>
                    <a:lnTo>
                      <a:pt x="36" y="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4" name="Burkina Faso" descr="© INSCALE GmbH, 05.05.2010&#10;http://www.presentationload.com/">
                <a:extLst>
                  <a:ext uri="{FF2B5EF4-FFF2-40B4-BE49-F238E27FC236}">
                    <a16:creationId xmlns:a16="http://schemas.microsoft.com/office/drawing/2014/main" id="{C8157CA8-5D48-904C-988C-119B9E0CFD7A}"/>
                  </a:ext>
                </a:extLst>
              </p:cNvPr>
              <p:cNvSpPr>
                <a:spLocks/>
              </p:cNvSpPr>
              <p:nvPr/>
            </p:nvSpPr>
            <p:spPr bwMode="gray">
              <a:xfrm>
                <a:off x="5558531" y="3632176"/>
                <a:ext cx="239972" cy="189019"/>
              </a:xfrm>
              <a:custGeom>
                <a:avLst/>
                <a:gdLst>
                  <a:gd name="T0" fmla="*/ 2147483647 w 570"/>
                  <a:gd name="T1" fmla="*/ 2147483647 h 450"/>
                  <a:gd name="T2" fmla="*/ 2147483647 w 570"/>
                  <a:gd name="T3" fmla="*/ 2147483647 h 450"/>
                  <a:gd name="T4" fmla="*/ 2147483647 w 570"/>
                  <a:gd name="T5" fmla="*/ 2147483647 h 450"/>
                  <a:gd name="T6" fmla="*/ 2147483647 w 570"/>
                  <a:gd name="T7" fmla="*/ 2147483647 h 450"/>
                  <a:gd name="T8" fmla="*/ 2147483647 w 570"/>
                  <a:gd name="T9" fmla="*/ 2147483647 h 450"/>
                  <a:gd name="T10" fmla="*/ 2147483647 w 570"/>
                  <a:gd name="T11" fmla="*/ 2147483647 h 450"/>
                  <a:gd name="T12" fmla="*/ 2147483647 w 570"/>
                  <a:gd name="T13" fmla="*/ 2147483647 h 450"/>
                  <a:gd name="T14" fmla="*/ 2147483647 w 570"/>
                  <a:gd name="T15" fmla="*/ 2147483647 h 450"/>
                  <a:gd name="T16" fmla="*/ 2147483647 w 570"/>
                  <a:gd name="T17" fmla="*/ 2147483647 h 450"/>
                  <a:gd name="T18" fmla="*/ 2147483647 w 570"/>
                  <a:gd name="T19" fmla="*/ 2147483647 h 450"/>
                  <a:gd name="T20" fmla="*/ 2147483647 w 570"/>
                  <a:gd name="T21" fmla="*/ 2147483647 h 450"/>
                  <a:gd name="T22" fmla="*/ 2147483647 w 570"/>
                  <a:gd name="T23" fmla="*/ 2147483647 h 450"/>
                  <a:gd name="T24" fmla="*/ 2147483647 w 570"/>
                  <a:gd name="T25" fmla="*/ 2147483647 h 450"/>
                  <a:gd name="T26" fmla="*/ 2147483647 w 570"/>
                  <a:gd name="T27" fmla="*/ 2147483647 h 450"/>
                  <a:gd name="T28" fmla="*/ 2147483647 w 570"/>
                  <a:gd name="T29" fmla="*/ 2147483647 h 450"/>
                  <a:gd name="T30" fmla="*/ 2147483647 w 570"/>
                  <a:gd name="T31" fmla="*/ 2147483647 h 450"/>
                  <a:gd name="T32" fmla="*/ 2147483647 w 570"/>
                  <a:gd name="T33" fmla="*/ 2147483647 h 450"/>
                  <a:gd name="T34" fmla="*/ 2147483647 w 570"/>
                  <a:gd name="T35" fmla="*/ 2147483647 h 450"/>
                  <a:gd name="T36" fmla="*/ 2147483647 w 570"/>
                  <a:gd name="T37" fmla="*/ 2147483647 h 450"/>
                  <a:gd name="T38" fmla="*/ 2147483647 w 570"/>
                  <a:gd name="T39" fmla="*/ 2147483647 h 450"/>
                  <a:gd name="T40" fmla="*/ 2147483647 w 570"/>
                  <a:gd name="T41" fmla="*/ 2147483647 h 450"/>
                  <a:gd name="T42" fmla="*/ 2147483647 w 570"/>
                  <a:gd name="T43" fmla="*/ 2147483647 h 450"/>
                  <a:gd name="T44" fmla="*/ 2147483647 w 570"/>
                  <a:gd name="T45" fmla="*/ 2147483647 h 450"/>
                  <a:gd name="T46" fmla="*/ 2147483647 w 570"/>
                  <a:gd name="T47" fmla="*/ 2147483647 h 450"/>
                  <a:gd name="T48" fmla="*/ 2147483647 w 570"/>
                  <a:gd name="T49" fmla="*/ 2147483647 h 450"/>
                  <a:gd name="T50" fmla="*/ 2147483647 w 570"/>
                  <a:gd name="T51" fmla="*/ 2147483647 h 450"/>
                  <a:gd name="T52" fmla="*/ 2147483647 w 570"/>
                  <a:gd name="T53" fmla="*/ 2147483647 h 450"/>
                  <a:gd name="T54" fmla="*/ 2147483647 w 570"/>
                  <a:gd name="T55" fmla="*/ 2147483647 h 450"/>
                  <a:gd name="T56" fmla="*/ 2147483647 w 570"/>
                  <a:gd name="T57" fmla="*/ 2147483647 h 450"/>
                  <a:gd name="T58" fmla="*/ 2147483647 w 570"/>
                  <a:gd name="T59" fmla="*/ 2147483647 h 450"/>
                  <a:gd name="T60" fmla="*/ 2147483647 w 570"/>
                  <a:gd name="T61" fmla="*/ 2147483647 h 450"/>
                  <a:gd name="T62" fmla="*/ 2147483647 w 570"/>
                  <a:gd name="T63" fmla="*/ 2147483647 h 450"/>
                  <a:gd name="T64" fmla="*/ 2147483647 w 570"/>
                  <a:gd name="T65" fmla="*/ 2147483647 h 450"/>
                  <a:gd name="T66" fmla="*/ 2147483647 w 570"/>
                  <a:gd name="T67" fmla="*/ 0 h 450"/>
                  <a:gd name="T68" fmla="*/ 2147483647 w 570"/>
                  <a:gd name="T69" fmla="*/ 2147483647 h 450"/>
                  <a:gd name="T70" fmla="*/ 2147483647 w 570"/>
                  <a:gd name="T71" fmla="*/ 2147483647 h 450"/>
                  <a:gd name="T72" fmla="*/ 2147483647 w 570"/>
                  <a:gd name="T73" fmla="*/ 2147483647 h 450"/>
                  <a:gd name="T74" fmla="*/ 2147483647 w 570"/>
                  <a:gd name="T75" fmla="*/ 2147483647 h 450"/>
                  <a:gd name="T76" fmla="*/ 2147483647 w 570"/>
                  <a:gd name="T77" fmla="*/ 2147483647 h 450"/>
                  <a:gd name="T78" fmla="*/ 2147483647 w 570"/>
                  <a:gd name="T79" fmla="*/ 2147483647 h 450"/>
                  <a:gd name="T80" fmla="*/ 2147483647 w 570"/>
                  <a:gd name="T81" fmla="*/ 2147483647 h 450"/>
                  <a:gd name="T82" fmla="*/ 2147483647 w 570"/>
                  <a:gd name="T83" fmla="*/ 2147483647 h 450"/>
                  <a:gd name="T84" fmla="*/ 2147483647 w 570"/>
                  <a:gd name="T85" fmla="*/ 2147483647 h 450"/>
                  <a:gd name="T86" fmla="*/ 2147483647 w 570"/>
                  <a:gd name="T87" fmla="*/ 2147483647 h 450"/>
                  <a:gd name="T88" fmla="*/ 2147483647 w 570"/>
                  <a:gd name="T89" fmla="*/ 2147483647 h 450"/>
                  <a:gd name="T90" fmla="*/ 2147483647 w 570"/>
                  <a:gd name="T91" fmla="*/ 2147483647 h 450"/>
                  <a:gd name="T92" fmla="*/ 2147483647 w 570"/>
                  <a:gd name="T93" fmla="*/ 2147483647 h 450"/>
                  <a:gd name="T94" fmla="*/ 2147483647 w 570"/>
                  <a:gd name="T95" fmla="*/ 2147483647 h 450"/>
                  <a:gd name="T96" fmla="*/ 2147483647 w 570"/>
                  <a:gd name="T97" fmla="*/ 2147483647 h 450"/>
                  <a:gd name="T98" fmla="*/ 2147483647 w 570"/>
                  <a:gd name="T99" fmla="*/ 2147483647 h 450"/>
                  <a:gd name="T100" fmla="*/ 2147483647 w 570"/>
                  <a:gd name="T101" fmla="*/ 2147483647 h 450"/>
                  <a:gd name="T102" fmla="*/ 2147483647 w 570"/>
                  <a:gd name="T103" fmla="*/ 2147483647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0"/>
                  <a:gd name="T157" fmla="*/ 0 h 450"/>
                  <a:gd name="T158" fmla="*/ 570 w 570"/>
                  <a:gd name="T159" fmla="*/ 450 h 45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0" h="450">
                    <a:moveTo>
                      <a:pt x="0" y="312"/>
                    </a:moveTo>
                    <a:lnTo>
                      <a:pt x="6" y="366"/>
                    </a:lnTo>
                    <a:lnTo>
                      <a:pt x="6" y="390"/>
                    </a:lnTo>
                    <a:lnTo>
                      <a:pt x="30" y="384"/>
                    </a:lnTo>
                    <a:lnTo>
                      <a:pt x="30" y="390"/>
                    </a:lnTo>
                    <a:lnTo>
                      <a:pt x="36" y="396"/>
                    </a:lnTo>
                    <a:lnTo>
                      <a:pt x="36" y="408"/>
                    </a:lnTo>
                    <a:lnTo>
                      <a:pt x="42" y="420"/>
                    </a:lnTo>
                    <a:lnTo>
                      <a:pt x="54" y="426"/>
                    </a:lnTo>
                    <a:lnTo>
                      <a:pt x="60" y="432"/>
                    </a:lnTo>
                    <a:lnTo>
                      <a:pt x="72" y="432"/>
                    </a:lnTo>
                    <a:lnTo>
                      <a:pt x="78" y="438"/>
                    </a:lnTo>
                    <a:lnTo>
                      <a:pt x="90" y="438"/>
                    </a:lnTo>
                    <a:lnTo>
                      <a:pt x="96" y="432"/>
                    </a:lnTo>
                    <a:lnTo>
                      <a:pt x="96" y="426"/>
                    </a:lnTo>
                    <a:lnTo>
                      <a:pt x="120" y="414"/>
                    </a:lnTo>
                    <a:lnTo>
                      <a:pt x="150" y="414"/>
                    </a:lnTo>
                    <a:lnTo>
                      <a:pt x="168" y="420"/>
                    </a:lnTo>
                    <a:lnTo>
                      <a:pt x="186" y="438"/>
                    </a:lnTo>
                    <a:lnTo>
                      <a:pt x="186" y="450"/>
                    </a:lnTo>
                    <a:lnTo>
                      <a:pt x="204" y="444"/>
                    </a:lnTo>
                    <a:lnTo>
                      <a:pt x="198" y="450"/>
                    </a:lnTo>
                    <a:lnTo>
                      <a:pt x="198" y="396"/>
                    </a:lnTo>
                    <a:lnTo>
                      <a:pt x="192" y="366"/>
                    </a:lnTo>
                    <a:lnTo>
                      <a:pt x="186" y="366"/>
                    </a:lnTo>
                    <a:lnTo>
                      <a:pt x="186" y="348"/>
                    </a:lnTo>
                    <a:lnTo>
                      <a:pt x="192" y="336"/>
                    </a:lnTo>
                    <a:lnTo>
                      <a:pt x="198" y="330"/>
                    </a:lnTo>
                    <a:lnTo>
                      <a:pt x="354" y="330"/>
                    </a:lnTo>
                    <a:lnTo>
                      <a:pt x="378" y="318"/>
                    </a:lnTo>
                    <a:lnTo>
                      <a:pt x="396" y="324"/>
                    </a:lnTo>
                    <a:lnTo>
                      <a:pt x="414" y="324"/>
                    </a:lnTo>
                    <a:lnTo>
                      <a:pt x="438" y="330"/>
                    </a:lnTo>
                    <a:lnTo>
                      <a:pt x="456" y="330"/>
                    </a:lnTo>
                    <a:lnTo>
                      <a:pt x="462" y="318"/>
                    </a:lnTo>
                    <a:lnTo>
                      <a:pt x="474" y="318"/>
                    </a:lnTo>
                    <a:lnTo>
                      <a:pt x="480" y="306"/>
                    </a:lnTo>
                    <a:lnTo>
                      <a:pt x="498" y="288"/>
                    </a:lnTo>
                    <a:lnTo>
                      <a:pt x="528" y="288"/>
                    </a:lnTo>
                    <a:lnTo>
                      <a:pt x="534" y="294"/>
                    </a:lnTo>
                    <a:lnTo>
                      <a:pt x="534" y="282"/>
                    </a:lnTo>
                    <a:lnTo>
                      <a:pt x="540" y="282"/>
                    </a:lnTo>
                    <a:lnTo>
                      <a:pt x="546" y="276"/>
                    </a:lnTo>
                    <a:lnTo>
                      <a:pt x="558" y="276"/>
                    </a:lnTo>
                    <a:lnTo>
                      <a:pt x="564" y="258"/>
                    </a:lnTo>
                    <a:lnTo>
                      <a:pt x="570" y="252"/>
                    </a:lnTo>
                    <a:lnTo>
                      <a:pt x="564" y="252"/>
                    </a:lnTo>
                    <a:lnTo>
                      <a:pt x="540" y="216"/>
                    </a:lnTo>
                    <a:lnTo>
                      <a:pt x="564" y="210"/>
                    </a:lnTo>
                    <a:lnTo>
                      <a:pt x="558" y="198"/>
                    </a:lnTo>
                    <a:lnTo>
                      <a:pt x="546" y="186"/>
                    </a:lnTo>
                    <a:lnTo>
                      <a:pt x="534" y="186"/>
                    </a:lnTo>
                    <a:lnTo>
                      <a:pt x="522" y="198"/>
                    </a:lnTo>
                    <a:lnTo>
                      <a:pt x="504" y="198"/>
                    </a:lnTo>
                    <a:lnTo>
                      <a:pt x="498" y="186"/>
                    </a:lnTo>
                    <a:lnTo>
                      <a:pt x="486" y="180"/>
                    </a:lnTo>
                    <a:lnTo>
                      <a:pt x="462" y="156"/>
                    </a:lnTo>
                    <a:lnTo>
                      <a:pt x="462" y="150"/>
                    </a:lnTo>
                    <a:lnTo>
                      <a:pt x="480" y="132"/>
                    </a:lnTo>
                    <a:lnTo>
                      <a:pt x="468" y="132"/>
                    </a:lnTo>
                    <a:lnTo>
                      <a:pt x="468" y="114"/>
                    </a:lnTo>
                    <a:lnTo>
                      <a:pt x="444" y="114"/>
                    </a:lnTo>
                    <a:lnTo>
                      <a:pt x="432" y="108"/>
                    </a:lnTo>
                    <a:lnTo>
                      <a:pt x="420" y="84"/>
                    </a:lnTo>
                    <a:lnTo>
                      <a:pt x="420" y="60"/>
                    </a:lnTo>
                    <a:lnTo>
                      <a:pt x="414" y="48"/>
                    </a:lnTo>
                    <a:lnTo>
                      <a:pt x="414" y="12"/>
                    </a:lnTo>
                    <a:lnTo>
                      <a:pt x="390" y="0"/>
                    </a:lnTo>
                    <a:lnTo>
                      <a:pt x="342" y="0"/>
                    </a:lnTo>
                    <a:lnTo>
                      <a:pt x="324" y="18"/>
                    </a:lnTo>
                    <a:lnTo>
                      <a:pt x="300" y="18"/>
                    </a:lnTo>
                    <a:lnTo>
                      <a:pt x="282" y="42"/>
                    </a:lnTo>
                    <a:lnTo>
                      <a:pt x="258" y="42"/>
                    </a:lnTo>
                    <a:lnTo>
                      <a:pt x="258" y="60"/>
                    </a:lnTo>
                    <a:lnTo>
                      <a:pt x="252" y="66"/>
                    </a:lnTo>
                    <a:lnTo>
                      <a:pt x="252" y="72"/>
                    </a:lnTo>
                    <a:lnTo>
                      <a:pt x="240" y="72"/>
                    </a:lnTo>
                    <a:lnTo>
                      <a:pt x="228" y="60"/>
                    </a:lnTo>
                    <a:lnTo>
                      <a:pt x="222" y="60"/>
                    </a:lnTo>
                    <a:lnTo>
                      <a:pt x="216" y="66"/>
                    </a:lnTo>
                    <a:lnTo>
                      <a:pt x="210" y="78"/>
                    </a:lnTo>
                    <a:lnTo>
                      <a:pt x="198" y="84"/>
                    </a:lnTo>
                    <a:lnTo>
                      <a:pt x="192" y="96"/>
                    </a:lnTo>
                    <a:lnTo>
                      <a:pt x="186" y="102"/>
                    </a:lnTo>
                    <a:lnTo>
                      <a:pt x="186" y="108"/>
                    </a:lnTo>
                    <a:lnTo>
                      <a:pt x="168" y="108"/>
                    </a:lnTo>
                    <a:lnTo>
                      <a:pt x="168" y="144"/>
                    </a:lnTo>
                    <a:lnTo>
                      <a:pt x="144" y="150"/>
                    </a:lnTo>
                    <a:lnTo>
                      <a:pt x="114" y="120"/>
                    </a:lnTo>
                    <a:lnTo>
                      <a:pt x="96" y="150"/>
                    </a:lnTo>
                    <a:lnTo>
                      <a:pt x="102" y="156"/>
                    </a:lnTo>
                    <a:lnTo>
                      <a:pt x="102" y="186"/>
                    </a:lnTo>
                    <a:lnTo>
                      <a:pt x="84" y="186"/>
                    </a:lnTo>
                    <a:lnTo>
                      <a:pt x="84" y="216"/>
                    </a:lnTo>
                    <a:lnTo>
                      <a:pt x="78" y="222"/>
                    </a:lnTo>
                    <a:lnTo>
                      <a:pt x="72" y="222"/>
                    </a:lnTo>
                    <a:lnTo>
                      <a:pt x="78" y="228"/>
                    </a:lnTo>
                    <a:lnTo>
                      <a:pt x="78" y="240"/>
                    </a:lnTo>
                    <a:lnTo>
                      <a:pt x="42" y="240"/>
                    </a:lnTo>
                    <a:lnTo>
                      <a:pt x="36" y="246"/>
                    </a:lnTo>
                    <a:lnTo>
                      <a:pt x="30" y="246"/>
                    </a:lnTo>
                    <a:lnTo>
                      <a:pt x="12" y="258"/>
                    </a:lnTo>
                    <a:lnTo>
                      <a:pt x="36" y="288"/>
                    </a:lnTo>
                    <a:lnTo>
                      <a:pt x="24" y="312"/>
                    </a:lnTo>
                    <a:lnTo>
                      <a:pt x="0" y="31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5" name="Botswana" descr="© INSCALE GmbH, 05.05.2010&#10;http://www.presentationload.com/">
                <a:extLst>
                  <a:ext uri="{FF2B5EF4-FFF2-40B4-BE49-F238E27FC236}">
                    <a16:creationId xmlns:a16="http://schemas.microsoft.com/office/drawing/2014/main" id="{0D892BA1-87E4-1D47-9FF8-0CC4E598FD91}"/>
                  </a:ext>
                </a:extLst>
              </p:cNvPr>
              <p:cNvSpPr>
                <a:spLocks/>
              </p:cNvSpPr>
              <p:nvPr/>
            </p:nvSpPr>
            <p:spPr bwMode="gray">
              <a:xfrm>
                <a:off x="6312960" y="4743276"/>
                <a:ext cx="272844" cy="307361"/>
              </a:xfrm>
              <a:custGeom>
                <a:avLst/>
                <a:gdLst>
                  <a:gd name="T0" fmla="*/ 2147483647 w 648"/>
                  <a:gd name="T1" fmla="*/ 2147483647 h 732"/>
                  <a:gd name="T2" fmla="*/ 2147483647 w 648"/>
                  <a:gd name="T3" fmla="*/ 2147483647 h 732"/>
                  <a:gd name="T4" fmla="*/ 2147483647 w 648"/>
                  <a:gd name="T5" fmla="*/ 2147483647 h 732"/>
                  <a:gd name="T6" fmla="*/ 2147483647 w 648"/>
                  <a:gd name="T7" fmla="*/ 2147483647 h 732"/>
                  <a:gd name="T8" fmla="*/ 2147483647 w 648"/>
                  <a:gd name="T9" fmla="*/ 2147483647 h 732"/>
                  <a:gd name="T10" fmla="*/ 2147483647 w 648"/>
                  <a:gd name="T11" fmla="*/ 2147483647 h 732"/>
                  <a:gd name="T12" fmla="*/ 2147483647 w 648"/>
                  <a:gd name="T13" fmla="*/ 2147483647 h 732"/>
                  <a:gd name="T14" fmla="*/ 2147483647 w 648"/>
                  <a:gd name="T15" fmla="*/ 2147483647 h 732"/>
                  <a:gd name="T16" fmla="*/ 2147483647 w 648"/>
                  <a:gd name="T17" fmla="*/ 2147483647 h 732"/>
                  <a:gd name="T18" fmla="*/ 2147483647 w 648"/>
                  <a:gd name="T19" fmla="*/ 2147483647 h 732"/>
                  <a:gd name="T20" fmla="*/ 2147483647 w 648"/>
                  <a:gd name="T21" fmla="*/ 2147483647 h 732"/>
                  <a:gd name="T22" fmla="*/ 2147483647 w 648"/>
                  <a:gd name="T23" fmla="*/ 2147483647 h 732"/>
                  <a:gd name="T24" fmla="*/ 2147483647 w 648"/>
                  <a:gd name="T25" fmla="*/ 2147483647 h 732"/>
                  <a:gd name="T26" fmla="*/ 2147483647 w 648"/>
                  <a:gd name="T27" fmla="*/ 2147483647 h 732"/>
                  <a:gd name="T28" fmla="*/ 2147483647 w 648"/>
                  <a:gd name="T29" fmla="*/ 2147483647 h 732"/>
                  <a:gd name="T30" fmla="*/ 2147483647 w 648"/>
                  <a:gd name="T31" fmla="*/ 2147483647 h 732"/>
                  <a:gd name="T32" fmla="*/ 2147483647 w 648"/>
                  <a:gd name="T33" fmla="*/ 2147483647 h 732"/>
                  <a:gd name="T34" fmla="*/ 2147483647 w 648"/>
                  <a:gd name="T35" fmla="*/ 2147483647 h 732"/>
                  <a:gd name="T36" fmla="*/ 2147483647 w 648"/>
                  <a:gd name="T37" fmla="*/ 2147483647 h 732"/>
                  <a:gd name="T38" fmla="*/ 2147483647 w 648"/>
                  <a:gd name="T39" fmla="*/ 2147483647 h 732"/>
                  <a:gd name="T40" fmla="*/ 2147483647 w 648"/>
                  <a:gd name="T41" fmla="*/ 2147483647 h 732"/>
                  <a:gd name="T42" fmla="*/ 2147483647 w 648"/>
                  <a:gd name="T43" fmla="*/ 2147483647 h 732"/>
                  <a:gd name="T44" fmla="*/ 2147483647 w 648"/>
                  <a:gd name="T45" fmla="*/ 2147483647 h 732"/>
                  <a:gd name="T46" fmla="*/ 2147483647 w 648"/>
                  <a:gd name="T47" fmla="*/ 2147483647 h 732"/>
                  <a:gd name="T48" fmla="*/ 2147483647 w 648"/>
                  <a:gd name="T49" fmla="*/ 2147483647 h 732"/>
                  <a:gd name="T50" fmla="*/ 2147483647 w 648"/>
                  <a:gd name="T51" fmla="*/ 2147483647 h 732"/>
                  <a:gd name="T52" fmla="*/ 2147483647 w 648"/>
                  <a:gd name="T53" fmla="*/ 2147483647 h 732"/>
                  <a:gd name="T54" fmla="*/ 2147483647 w 648"/>
                  <a:gd name="T55" fmla="*/ 2147483647 h 732"/>
                  <a:gd name="T56" fmla="*/ 2147483647 w 648"/>
                  <a:gd name="T57" fmla="*/ 2147483647 h 732"/>
                  <a:gd name="T58" fmla="*/ 2147483647 w 648"/>
                  <a:gd name="T59" fmla="*/ 2147483647 h 732"/>
                  <a:gd name="T60" fmla="*/ 2147483647 w 648"/>
                  <a:gd name="T61" fmla="*/ 2147483647 h 732"/>
                  <a:gd name="T62" fmla="*/ 2147483647 w 648"/>
                  <a:gd name="T63" fmla="*/ 2147483647 h 732"/>
                  <a:gd name="T64" fmla="*/ 2147483647 w 648"/>
                  <a:gd name="T65" fmla="*/ 2147483647 h 732"/>
                  <a:gd name="T66" fmla="*/ 2147483647 w 648"/>
                  <a:gd name="T67" fmla="*/ 2147483647 h 732"/>
                  <a:gd name="T68" fmla="*/ 2147483647 w 648"/>
                  <a:gd name="T69" fmla="*/ 2147483647 h 732"/>
                  <a:gd name="T70" fmla="*/ 2147483647 w 648"/>
                  <a:gd name="T71" fmla="*/ 2147483647 h 732"/>
                  <a:gd name="T72" fmla="*/ 2147483647 w 648"/>
                  <a:gd name="T73" fmla="*/ 2147483647 h 732"/>
                  <a:gd name="T74" fmla="*/ 2147483647 w 648"/>
                  <a:gd name="T75" fmla="*/ 2147483647 h 732"/>
                  <a:gd name="T76" fmla="*/ 2147483647 w 648"/>
                  <a:gd name="T77" fmla="*/ 2147483647 h 732"/>
                  <a:gd name="T78" fmla="*/ 2147483647 w 648"/>
                  <a:gd name="T79" fmla="*/ 2147483647 h 732"/>
                  <a:gd name="T80" fmla="*/ 2147483647 w 648"/>
                  <a:gd name="T81" fmla="*/ 2147483647 h 732"/>
                  <a:gd name="T82" fmla="*/ 2147483647 w 648"/>
                  <a:gd name="T83" fmla="*/ 2147483647 h 732"/>
                  <a:gd name="T84" fmla="*/ 2147483647 w 648"/>
                  <a:gd name="T85" fmla="*/ 2147483647 h 732"/>
                  <a:gd name="T86" fmla="*/ 2147483647 w 648"/>
                  <a:gd name="T87" fmla="*/ 2147483647 h 732"/>
                  <a:gd name="T88" fmla="*/ 2147483647 w 648"/>
                  <a:gd name="T89" fmla="*/ 2147483647 h 732"/>
                  <a:gd name="T90" fmla="*/ 2147483647 w 648"/>
                  <a:gd name="T91" fmla="*/ 2147483647 h 732"/>
                  <a:gd name="T92" fmla="*/ 2147483647 w 648"/>
                  <a:gd name="T93" fmla="*/ 2147483647 h 732"/>
                  <a:gd name="T94" fmla="*/ 2147483647 w 648"/>
                  <a:gd name="T95" fmla="*/ 0 h 732"/>
                  <a:gd name="T96" fmla="*/ 2147483647 w 648"/>
                  <a:gd name="T97" fmla="*/ 2147483647 h 732"/>
                  <a:gd name="T98" fmla="*/ 2147483647 w 648"/>
                  <a:gd name="T99" fmla="*/ 2147483647 h 732"/>
                  <a:gd name="T100" fmla="*/ 2147483647 w 648"/>
                  <a:gd name="T101" fmla="*/ 2147483647 h 732"/>
                  <a:gd name="T102" fmla="*/ 2147483647 w 648"/>
                  <a:gd name="T103" fmla="*/ 2147483647 h 732"/>
                  <a:gd name="T104" fmla="*/ 2147483647 w 648"/>
                  <a:gd name="T105" fmla="*/ 2147483647 h 732"/>
                  <a:gd name="T106" fmla="*/ 2147483647 w 648"/>
                  <a:gd name="T107" fmla="*/ 2147483647 h 732"/>
                  <a:gd name="T108" fmla="*/ 2147483647 w 648"/>
                  <a:gd name="T109" fmla="*/ 2147483647 h 732"/>
                  <a:gd name="T110" fmla="*/ 2147483647 w 648"/>
                  <a:gd name="T111" fmla="*/ 2147483647 h 732"/>
                  <a:gd name="T112" fmla="*/ 2147483647 w 648"/>
                  <a:gd name="T113" fmla="*/ 2147483647 h 732"/>
                  <a:gd name="T114" fmla="*/ 0 w 648"/>
                  <a:gd name="T115" fmla="*/ 2147483647 h 7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48"/>
                  <a:gd name="T175" fmla="*/ 0 h 732"/>
                  <a:gd name="T176" fmla="*/ 648 w 648"/>
                  <a:gd name="T177" fmla="*/ 732 h 7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48" h="732">
                    <a:moveTo>
                      <a:pt x="0" y="570"/>
                    </a:moveTo>
                    <a:lnTo>
                      <a:pt x="12" y="576"/>
                    </a:lnTo>
                    <a:lnTo>
                      <a:pt x="18" y="582"/>
                    </a:lnTo>
                    <a:lnTo>
                      <a:pt x="30" y="588"/>
                    </a:lnTo>
                    <a:lnTo>
                      <a:pt x="36" y="594"/>
                    </a:lnTo>
                    <a:lnTo>
                      <a:pt x="42" y="612"/>
                    </a:lnTo>
                    <a:lnTo>
                      <a:pt x="48" y="624"/>
                    </a:lnTo>
                    <a:lnTo>
                      <a:pt x="48" y="642"/>
                    </a:lnTo>
                    <a:lnTo>
                      <a:pt x="54" y="648"/>
                    </a:lnTo>
                    <a:lnTo>
                      <a:pt x="54" y="672"/>
                    </a:lnTo>
                    <a:lnTo>
                      <a:pt x="48" y="684"/>
                    </a:lnTo>
                    <a:lnTo>
                      <a:pt x="48" y="690"/>
                    </a:lnTo>
                    <a:lnTo>
                      <a:pt x="42" y="702"/>
                    </a:lnTo>
                    <a:lnTo>
                      <a:pt x="42" y="732"/>
                    </a:lnTo>
                    <a:lnTo>
                      <a:pt x="120" y="732"/>
                    </a:lnTo>
                    <a:lnTo>
                      <a:pt x="120" y="714"/>
                    </a:lnTo>
                    <a:lnTo>
                      <a:pt x="144" y="714"/>
                    </a:lnTo>
                    <a:lnTo>
                      <a:pt x="144" y="708"/>
                    </a:lnTo>
                    <a:lnTo>
                      <a:pt x="150" y="702"/>
                    </a:lnTo>
                    <a:lnTo>
                      <a:pt x="156" y="690"/>
                    </a:lnTo>
                    <a:lnTo>
                      <a:pt x="162" y="684"/>
                    </a:lnTo>
                    <a:lnTo>
                      <a:pt x="168" y="684"/>
                    </a:lnTo>
                    <a:lnTo>
                      <a:pt x="174" y="678"/>
                    </a:lnTo>
                    <a:lnTo>
                      <a:pt x="186" y="678"/>
                    </a:lnTo>
                    <a:lnTo>
                      <a:pt x="186" y="654"/>
                    </a:lnTo>
                    <a:lnTo>
                      <a:pt x="192" y="642"/>
                    </a:lnTo>
                    <a:lnTo>
                      <a:pt x="192" y="630"/>
                    </a:lnTo>
                    <a:lnTo>
                      <a:pt x="198" y="618"/>
                    </a:lnTo>
                    <a:lnTo>
                      <a:pt x="204" y="612"/>
                    </a:lnTo>
                    <a:lnTo>
                      <a:pt x="216" y="606"/>
                    </a:lnTo>
                    <a:lnTo>
                      <a:pt x="228" y="606"/>
                    </a:lnTo>
                    <a:lnTo>
                      <a:pt x="240" y="612"/>
                    </a:lnTo>
                    <a:lnTo>
                      <a:pt x="246" y="618"/>
                    </a:lnTo>
                    <a:lnTo>
                      <a:pt x="258" y="624"/>
                    </a:lnTo>
                    <a:lnTo>
                      <a:pt x="270" y="636"/>
                    </a:lnTo>
                    <a:lnTo>
                      <a:pt x="300" y="636"/>
                    </a:lnTo>
                    <a:lnTo>
                      <a:pt x="306" y="642"/>
                    </a:lnTo>
                    <a:lnTo>
                      <a:pt x="318" y="648"/>
                    </a:lnTo>
                    <a:lnTo>
                      <a:pt x="324" y="654"/>
                    </a:lnTo>
                    <a:lnTo>
                      <a:pt x="336" y="654"/>
                    </a:lnTo>
                    <a:lnTo>
                      <a:pt x="348" y="648"/>
                    </a:lnTo>
                    <a:lnTo>
                      <a:pt x="354" y="642"/>
                    </a:lnTo>
                    <a:lnTo>
                      <a:pt x="360" y="648"/>
                    </a:lnTo>
                    <a:lnTo>
                      <a:pt x="372" y="648"/>
                    </a:lnTo>
                    <a:lnTo>
                      <a:pt x="384" y="642"/>
                    </a:lnTo>
                    <a:lnTo>
                      <a:pt x="390" y="636"/>
                    </a:lnTo>
                    <a:lnTo>
                      <a:pt x="396" y="624"/>
                    </a:lnTo>
                    <a:lnTo>
                      <a:pt x="402" y="606"/>
                    </a:lnTo>
                    <a:lnTo>
                      <a:pt x="408" y="594"/>
                    </a:lnTo>
                    <a:lnTo>
                      <a:pt x="408" y="582"/>
                    </a:lnTo>
                    <a:lnTo>
                      <a:pt x="426" y="564"/>
                    </a:lnTo>
                    <a:lnTo>
                      <a:pt x="444" y="558"/>
                    </a:lnTo>
                    <a:lnTo>
                      <a:pt x="456" y="552"/>
                    </a:lnTo>
                    <a:lnTo>
                      <a:pt x="462" y="546"/>
                    </a:lnTo>
                    <a:lnTo>
                      <a:pt x="468" y="534"/>
                    </a:lnTo>
                    <a:lnTo>
                      <a:pt x="480" y="528"/>
                    </a:lnTo>
                    <a:lnTo>
                      <a:pt x="480" y="492"/>
                    </a:lnTo>
                    <a:lnTo>
                      <a:pt x="492" y="468"/>
                    </a:lnTo>
                    <a:lnTo>
                      <a:pt x="504" y="462"/>
                    </a:lnTo>
                    <a:lnTo>
                      <a:pt x="510" y="462"/>
                    </a:lnTo>
                    <a:lnTo>
                      <a:pt x="522" y="456"/>
                    </a:lnTo>
                    <a:lnTo>
                      <a:pt x="564" y="414"/>
                    </a:lnTo>
                    <a:lnTo>
                      <a:pt x="576" y="390"/>
                    </a:lnTo>
                    <a:lnTo>
                      <a:pt x="582" y="384"/>
                    </a:lnTo>
                    <a:lnTo>
                      <a:pt x="594" y="384"/>
                    </a:lnTo>
                    <a:lnTo>
                      <a:pt x="606" y="378"/>
                    </a:lnTo>
                    <a:lnTo>
                      <a:pt x="618" y="378"/>
                    </a:lnTo>
                    <a:lnTo>
                      <a:pt x="630" y="354"/>
                    </a:lnTo>
                    <a:lnTo>
                      <a:pt x="648" y="354"/>
                    </a:lnTo>
                    <a:lnTo>
                      <a:pt x="648" y="348"/>
                    </a:lnTo>
                    <a:lnTo>
                      <a:pt x="642" y="336"/>
                    </a:lnTo>
                    <a:lnTo>
                      <a:pt x="624" y="318"/>
                    </a:lnTo>
                    <a:lnTo>
                      <a:pt x="606" y="312"/>
                    </a:lnTo>
                    <a:lnTo>
                      <a:pt x="594" y="312"/>
                    </a:lnTo>
                    <a:lnTo>
                      <a:pt x="576" y="306"/>
                    </a:lnTo>
                    <a:lnTo>
                      <a:pt x="564" y="306"/>
                    </a:lnTo>
                    <a:lnTo>
                      <a:pt x="564" y="276"/>
                    </a:lnTo>
                    <a:lnTo>
                      <a:pt x="546" y="276"/>
                    </a:lnTo>
                    <a:lnTo>
                      <a:pt x="546" y="246"/>
                    </a:lnTo>
                    <a:lnTo>
                      <a:pt x="552" y="240"/>
                    </a:lnTo>
                    <a:lnTo>
                      <a:pt x="546" y="216"/>
                    </a:lnTo>
                    <a:lnTo>
                      <a:pt x="516" y="216"/>
                    </a:lnTo>
                    <a:lnTo>
                      <a:pt x="516" y="186"/>
                    </a:lnTo>
                    <a:lnTo>
                      <a:pt x="510" y="180"/>
                    </a:lnTo>
                    <a:lnTo>
                      <a:pt x="480" y="180"/>
                    </a:lnTo>
                    <a:lnTo>
                      <a:pt x="462" y="162"/>
                    </a:lnTo>
                    <a:lnTo>
                      <a:pt x="450" y="156"/>
                    </a:lnTo>
                    <a:lnTo>
                      <a:pt x="432" y="120"/>
                    </a:lnTo>
                    <a:lnTo>
                      <a:pt x="432" y="96"/>
                    </a:lnTo>
                    <a:lnTo>
                      <a:pt x="426" y="90"/>
                    </a:lnTo>
                    <a:lnTo>
                      <a:pt x="414" y="66"/>
                    </a:lnTo>
                    <a:lnTo>
                      <a:pt x="408" y="60"/>
                    </a:lnTo>
                    <a:lnTo>
                      <a:pt x="396" y="60"/>
                    </a:lnTo>
                    <a:lnTo>
                      <a:pt x="396" y="30"/>
                    </a:lnTo>
                    <a:lnTo>
                      <a:pt x="384" y="18"/>
                    </a:lnTo>
                    <a:lnTo>
                      <a:pt x="378" y="0"/>
                    </a:lnTo>
                    <a:lnTo>
                      <a:pt x="342" y="6"/>
                    </a:lnTo>
                    <a:lnTo>
                      <a:pt x="330" y="18"/>
                    </a:lnTo>
                    <a:lnTo>
                      <a:pt x="306" y="18"/>
                    </a:lnTo>
                    <a:lnTo>
                      <a:pt x="264" y="60"/>
                    </a:lnTo>
                    <a:lnTo>
                      <a:pt x="258" y="60"/>
                    </a:lnTo>
                    <a:lnTo>
                      <a:pt x="258" y="42"/>
                    </a:lnTo>
                    <a:lnTo>
                      <a:pt x="252" y="42"/>
                    </a:lnTo>
                    <a:lnTo>
                      <a:pt x="252" y="24"/>
                    </a:lnTo>
                    <a:lnTo>
                      <a:pt x="246" y="18"/>
                    </a:lnTo>
                    <a:lnTo>
                      <a:pt x="228" y="18"/>
                    </a:lnTo>
                    <a:lnTo>
                      <a:pt x="216" y="24"/>
                    </a:lnTo>
                    <a:lnTo>
                      <a:pt x="168" y="36"/>
                    </a:lnTo>
                    <a:lnTo>
                      <a:pt x="132" y="36"/>
                    </a:lnTo>
                    <a:lnTo>
                      <a:pt x="114" y="42"/>
                    </a:lnTo>
                    <a:lnTo>
                      <a:pt x="78" y="42"/>
                    </a:lnTo>
                    <a:lnTo>
                      <a:pt x="78" y="216"/>
                    </a:lnTo>
                    <a:lnTo>
                      <a:pt x="72" y="222"/>
                    </a:lnTo>
                    <a:lnTo>
                      <a:pt x="78" y="348"/>
                    </a:lnTo>
                    <a:lnTo>
                      <a:pt x="6" y="348"/>
                    </a:lnTo>
                    <a:lnTo>
                      <a:pt x="0" y="5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6" name="Benin" descr="© INSCALE GmbH, 05.05.2010&#10;http://www.presentationload.com/">
                <a:extLst>
                  <a:ext uri="{FF2B5EF4-FFF2-40B4-BE49-F238E27FC236}">
                    <a16:creationId xmlns:a16="http://schemas.microsoft.com/office/drawing/2014/main" id="{0FC4D302-E335-6548-9A5B-7ECF3C96CE60}"/>
                  </a:ext>
                </a:extLst>
              </p:cNvPr>
              <p:cNvSpPr>
                <a:spLocks/>
              </p:cNvSpPr>
              <p:nvPr/>
            </p:nvSpPr>
            <p:spPr bwMode="gray">
              <a:xfrm>
                <a:off x="5747549" y="3722577"/>
                <a:ext cx="93688" cy="208743"/>
              </a:xfrm>
              <a:custGeom>
                <a:avLst/>
                <a:gdLst>
                  <a:gd name="T0" fmla="*/ 2147483647 w 222"/>
                  <a:gd name="T1" fmla="*/ 2147483647 h 498"/>
                  <a:gd name="T2" fmla="*/ 2147483647 w 222"/>
                  <a:gd name="T3" fmla="*/ 2147483647 h 498"/>
                  <a:gd name="T4" fmla="*/ 2147483647 w 222"/>
                  <a:gd name="T5" fmla="*/ 2147483647 h 498"/>
                  <a:gd name="T6" fmla="*/ 2147483647 w 222"/>
                  <a:gd name="T7" fmla="*/ 2147483647 h 498"/>
                  <a:gd name="T8" fmla="*/ 2147483647 w 222"/>
                  <a:gd name="T9" fmla="*/ 2147483647 h 498"/>
                  <a:gd name="T10" fmla="*/ 2147483647 w 222"/>
                  <a:gd name="T11" fmla="*/ 2147483647 h 498"/>
                  <a:gd name="T12" fmla="*/ 2147483647 w 222"/>
                  <a:gd name="T13" fmla="*/ 2147483647 h 498"/>
                  <a:gd name="T14" fmla="*/ 2147483647 w 222"/>
                  <a:gd name="T15" fmla="*/ 2147483647 h 498"/>
                  <a:gd name="T16" fmla="*/ 2147483647 w 222"/>
                  <a:gd name="T17" fmla="*/ 2147483647 h 498"/>
                  <a:gd name="T18" fmla="*/ 2147483647 w 222"/>
                  <a:gd name="T19" fmla="*/ 2147483647 h 498"/>
                  <a:gd name="T20" fmla="*/ 2147483647 w 222"/>
                  <a:gd name="T21" fmla="*/ 2147483647 h 498"/>
                  <a:gd name="T22" fmla="*/ 2147483647 w 222"/>
                  <a:gd name="T23" fmla="*/ 2147483647 h 498"/>
                  <a:gd name="T24" fmla="*/ 2147483647 w 222"/>
                  <a:gd name="T25" fmla="*/ 2147483647 h 498"/>
                  <a:gd name="T26" fmla="*/ 2147483647 w 222"/>
                  <a:gd name="T27" fmla="*/ 2147483647 h 498"/>
                  <a:gd name="T28" fmla="*/ 2147483647 w 222"/>
                  <a:gd name="T29" fmla="*/ 2147483647 h 498"/>
                  <a:gd name="T30" fmla="*/ 2147483647 w 222"/>
                  <a:gd name="T31" fmla="*/ 2147483647 h 498"/>
                  <a:gd name="T32" fmla="*/ 2147483647 w 222"/>
                  <a:gd name="T33" fmla="*/ 2147483647 h 498"/>
                  <a:gd name="T34" fmla="*/ 2147483647 w 222"/>
                  <a:gd name="T35" fmla="*/ 2147483647 h 498"/>
                  <a:gd name="T36" fmla="*/ 2147483647 w 222"/>
                  <a:gd name="T37" fmla="*/ 2147483647 h 498"/>
                  <a:gd name="T38" fmla="*/ 2147483647 w 222"/>
                  <a:gd name="T39" fmla="*/ 2147483647 h 498"/>
                  <a:gd name="T40" fmla="*/ 2147483647 w 222"/>
                  <a:gd name="T41" fmla="*/ 2147483647 h 498"/>
                  <a:gd name="T42" fmla="*/ 2147483647 w 222"/>
                  <a:gd name="T43" fmla="*/ 2147483647 h 498"/>
                  <a:gd name="T44" fmla="*/ 2147483647 w 222"/>
                  <a:gd name="T45" fmla="*/ 2147483647 h 498"/>
                  <a:gd name="T46" fmla="*/ 0 w 222"/>
                  <a:gd name="T47" fmla="*/ 2147483647 h 498"/>
                  <a:gd name="T48" fmla="*/ 2147483647 w 222"/>
                  <a:gd name="T49" fmla="*/ 2147483647 h 498"/>
                  <a:gd name="T50" fmla="*/ 2147483647 w 222"/>
                  <a:gd name="T51" fmla="*/ 2147483647 h 498"/>
                  <a:gd name="T52" fmla="*/ 2147483647 w 222"/>
                  <a:gd name="T53" fmla="*/ 2147483647 h 498"/>
                  <a:gd name="T54" fmla="*/ 2147483647 w 222"/>
                  <a:gd name="T55" fmla="*/ 2147483647 h 498"/>
                  <a:gd name="T56" fmla="*/ 2147483647 w 222"/>
                  <a:gd name="T57" fmla="*/ 2147483647 h 498"/>
                  <a:gd name="T58" fmla="*/ 2147483647 w 222"/>
                  <a:gd name="T59" fmla="*/ 2147483647 h 498"/>
                  <a:gd name="T60" fmla="*/ 2147483647 w 222"/>
                  <a:gd name="T61" fmla="*/ 2147483647 h 498"/>
                  <a:gd name="T62" fmla="*/ 2147483647 w 222"/>
                  <a:gd name="T63" fmla="*/ 2147483647 h 498"/>
                  <a:gd name="T64" fmla="*/ 2147483647 w 222"/>
                  <a:gd name="T65" fmla="*/ 2147483647 h 498"/>
                  <a:gd name="T66" fmla="*/ 2147483647 w 222"/>
                  <a:gd name="T67" fmla="*/ 2147483647 h 498"/>
                  <a:gd name="T68" fmla="*/ 2147483647 w 222"/>
                  <a:gd name="T69" fmla="*/ 2147483647 h 49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2"/>
                  <a:gd name="T106" fmla="*/ 0 h 498"/>
                  <a:gd name="T107" fmla="*/ 222 w 222"/>
                  <a:gd name="T108" fmla="*/ 498 h 49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2" h="498">
                    <a:moveTo>
                      <a:pt x="138" y="372"/>
                    </a:moveTo>
                    <a:lnTo>
                      <a:pt x="144" y="342"/>
                    </a:lnTo>
                    <a:lnTo>
                      <a:pt x="138" y="306"/>
                    </a:lnTo>
                    <a:lnTo>
                      <a:pt x="144" y="276"/>
                    </a:lnTo>
                    <a:lnTo>
                      <a:pt x="162" y="276"/>
                    </a:lnTo>
                    <a:lnTo>
                      <a:pt x="174" y="252"/>
                    </a:lnTo>
                    <a:lnTo>
                      <a:pt x="174" y="222"/>
                    </a:lnTo>
                    <a:lnTo>
                      <a:pt x="180" y="216"/>
                    </a:lnTo>
                    <a:lnTo>
                      <a:pt x="186" y="204"/>
                    </a:lnTo>
                    <a:lnTo>
                      <a:pt x="198" y="198"/>
                    </a:lnTo>
                    <a:lnTo>
                      <a:pt x="198" y="156"/>
                    </a:lnTo>
                    <a:lnTo>
                      <a:pt x="210" y="150"/>
                    </a:lnTo>
                    <a:lnTo>
                      <a:pt x="216" y="150"/>
                    </a:lnTo>
                    <a:lnTo>
                      <a:pt x="222" y="144"/>
                    </a:lnTo>
                    <a:lnTo>
                      <a:pt x="222" y="132"/>
                    </a:lnTo>
                    <a:lnTo>
                      <a:pt x="216" y="126"/>
                    </a:lnTo>
                    <a:lnTo>
                      <a:pt x="216" y="114"/>
                    </a:lnTo>
                    <a:lnTo>
                      <a:pt x="210" y="102"/>
                    </a:lnTo>
                    <a:lnTo>
                      <a:pt x="204" y="96"/>
                    </a:lnTo>
                    <a:lnTo>
                      <a:pt x="192" y="72"/>
                    </a:lnTo>
                    <a:lnTo>
                      <a:pt x="198" y="66"/>
                    </a:lnTo>
                    <a:lnTo>
                      <a:pt x="198" y="60"/>
                    </a:lnTo>
                    <a:lnTo>
                      <a:pt x="204" y="48"/>
                    </a:lnTo>
                    <a:lnTo>
                      <a:pt x="198" y="42"/>
                    </a:lnTo>
                    <a:lnTo>
                      <a:pt x="186" y="36"/>
                    </a:lnTo>
                    <a:lnTo>
                      <a:pt x="180" y="36"/>
                    </a:lnTo>
                    <a:lnTo>
                      <a:pt x="174" y="30"/>
                    </a:lnTo>
                    <a:lnTo>
                      <a:pt x="168" y="30"/>
                    </a:lnTo>
                    <a:lnTo>
                      <a:pt x="162" y="24"/>
                    </a:lnTo>
                    <a:lnTo>
                      <a:pt x="156" y="12"/>
                    </a:lnTo>
                    <a:lnTo>
                      <a:pt x="144" y="0"/>
                    </a:lnTo>
                    <a:lnTo>
                      <a:pt x="114" y="12"/>
                    </a:lnTo>
                    <a:lnTo>
                      <a:pt x="114" y="36"/>
                    </a:lnTo>
                    <a:lnTo>
                      <a:pt x="120" y="36"/>
                    </a:lnTo>
                    <a:lnTo>
                      <a:pt x="114" y="42"/>
                    </a:lnTo>
                    <a:lnTo>
                      <a:pt x="108" y="60"/>
                    </a:lnTo>
                    <a:lnTo>
                      <a:pt x="96" y="60"/>
                    </a:lnTo>
                    <a:lnTo>
                      <a:pt x="90" y="66"/>
                    </a:lnTo>
                    <a:lnTo>
                      <a:pt x="84" y="66"/>
                    </a:lnTo>
                    <a:lnTo>
                      <a:pt x="84" y="78"/>
                    </a:lnTo>
                    <a:lnTo>
                      <a:pt x="78" y="72"/>
                    </a:lnTo>
                    <a:lnTo>
                      <a:pt x="48" y="72"/>
                    </a:lnTo>
                    <a:lnTo>
                      <a:pt x="30" y="90"/>
                    </a:lnTo>
                    <a:lnTo>
                      <a:pt x="24" y="102"/>
                    </a:lnTo>
                    <a:lnTo>
                      <a:pt x="12" y="102"/>
                    </a:lnTo>
                    <a:lnTo>
                      <a:pt x="6" y="114"/>
                    </a:lnTo>
                    <a:lnTo>
                      <a:pt x="0" y="132"/>
                    </a:lnTo>
                    <a:lnTo>
                      <a:pt x="0" y="162"/>
                    </a:lnTo>
                    <a:lnTo>
                      <a:pt x="12" y="168"/>
                    </a:lnTo>
                    <a:lnTo>
                      <a:pt x="42" y="198"/>
                    </a:lnTo>
                    <a:lnTo>
                      <a:pt x="42" y="240"/>
                    </a:lnTo>
                    <a:lnTo>
                      <a:pt x="54" y="252"/>
                    </a:lnTo>
                    <a:lnTo>
                      <a:pt x="60" y="264"/>
                    </a:lnTo>
                    <a:lnTo>
                      <a:pt x="60" y="294"/>
                    </a:lnTo>
                    <a:lnTo>
                      <a:pt x="66" y="306"/>
                    </a:lnTo>
                    <a:lnTo>
                      <a:pt x="54" y="318"/>
                    </a:lnTo>
                    <a:lnTo>
                      <a:pt x="54" y="378"/>
                    </a:lnTo>
                    <a:lnTo>
                      <a:pt x="66" y="390"/>
                    </a:lnTo>
                    <a:lnTo>
                      <a:pt x="54" y="396"/>
                    </a:lnTo>
                    <a:lnTo>
                      <a:pt x="60" y="462"/>
                    </a:lnTo>
                    <a:lnTo>
                      <a:pt x="60" y="468"/>
                    </a:lnTo>
                    <a:lnTo>
                      <a:pt x="72" y="480"/>
                    </a:lnTo>
                    <a:lnTo>
                      <a:pt x="72" y="492"/>
                    </a:lnTo>
                    <a:lnTo>
                      <a:pt x="84" y="492"/>
                    </a:lnTo>
                    <a:lnTo>
                      <a:pt x="96" y="498"/>
                    </a:lnTo>
                    <a:lnTo>
                      <a:pt x="108" y="498"/>
                    </a:lnTo>
                    <a:lnTo>
                      <a:pt x="120" y="474"/>
                    </a:lnTo>
                    <a:lnTo>
                      <a:pt x="126" y="480"/>
                    </a:lnTo>
                    <a:lnTo>
                      <a:pt x="138" y="486"/>
                    </a:lnTo>
                    <a:lnTo>
                      <a:pt x="138" y="3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7" name="Angola" descr="© INSCALE GmbH, 05.05.2010&#10;http://www.presentationload.com/">
                <a:extLst>
                  <a:ext uri="{FF2B5EF4-FFF2-40B4-BE49-F238E27FC236}">
                    <a16:creationId xmlns:a16="http://schemas.microsoft.com/office/drawing/2014/main" id="{3673E224-BF85-BA49-8852-5C5FC8290516}"/>
                  </a:ext>
                </a:extLst>
              </p:cNvPr>
              <p:cNvSpPr>
                <a:spLocks noEditPoints="1"/>
              </p:cNvSpPr>
              <p:nvPr/>
            </p:nvSpPr>
            <p:spPr bwMode="gray">
              <a:xfrm>
                <a:off x="6071345" y="4286345"/>
                <a:ext cx="373107" cy="465151"/>
              </a:xfrm>
              <a:custGeom>
                <a:avLst/>
                <a:gdLst>
                  <a:gd name="T0" fmla="*/ 2147483647 w 888"/>
                  <a:gd name="T1" fmla="*/ 2147483647 h 1104"/>
                  <a:gd name="T2" fmla="*/ 2147483647 w 888"/>
                  <a:gd name="T3" fmla="*/ 2147483647 h 1104"/>
                  <a:gd name="T4" fmla="*/ 2147483647 w 888"/>
                  <a:gd name="T5" fmla="*/ 2147483647 h 1104"/>
                  <a:gd name="T6" fmla="*/ 2147483647 w 888"/>
                  <a:gd name="T7" fmla="*/ 0 h 1104"/>
                  <a:gd name="T8" fmla="*/ 2147483647 w 888"/>
                  <a:gd name="T9" fmla="*/ 2147483647 h 1104"/>
                  <a:gd name="T10" fmla="*/ 2147483647 w 888"/>
                  <a:gd name="T11" fmla="*/ 2147483647 h 1104"/>
                  <a:gd name="T12" fmla="*/ 2147483647 w 888"/>
                  <a:gd name="T13" fmla="*/ 2147483647 h 1104"/>
                  <a:gd name="T14" fmla="*/ 2147483647 w 888"/>
                  <a:gd name="T15" fmla="*/ 2147483647 h 1104"/>
                  <a:gd name="T16" fmla="*/ 2147483647 w 888"/>
                  <a:gd name="T17" fmla="*/ 2147483647 h 1104"/>
                  <a:gd name="T18" fmla="*/ 2147483647 w 888"/>
                  <a:gd name="T19" fmla="*/ 2147483647 h 1104"/>
                  <a:gd name="T20" fmla="*/ 2147483647 w 888"/>
                  <a:gd name="T21" fmla="*/ 2147483647 h 1104"/>
                  <a:gd name="T22" fmla="*/ 2147483647 w 888"/>
                  <a:gd name="T23" fmla="*/ 2147483647 h 1104"/>
                  <a:gd name="T24" fmla="*/ 2147483647 w 888"/>
                  <a:gd name="T25" fmla="*/ 2147483647 h 1104"/>
                  <a:gd name="T26" fmla="*/ 2147483647 w 888"/>
                  <a:gd name="T27" fmla="*/ 2147483647 h 1104"/>
                  <a:gd name="T28" fmla="*/ 2147483647 w 888"/>
                  <a:gd name="T29" fmla="*/ 2147483647 h 1104"/>
                  <a:gd name="T30" fmla="*/ 2147483647 w 888"/>
                  <a:gd name="T31" fmla="*/ 2147483647 h 1104"/>
                  <a:gd name="T32" fmla="*/ 2147483647 w 888"/>
                  <a:gd name="T33" fmla="*/ 2147483647 h 1104"/>
                  <a:gd name="T34" fmla="*/ 2147483647 w 888"/>
                  <a:gd name="T35" fmla="*/ 2147483647 h 1104"/>
                  <a:gd name="T36" fmla="*/ 2147483647 w 888"/>
                  <a:gd name="T37" fmla="*/ 2147483647 h 1104"/>
                  <a:gd name="T38" fmla="*/ 2147483647 w 888"/>
                  <a:gd name="T39" fmla="*/ 2147483647 h 1104"/>
                  <a:gd name="T40" fmla="*/ 2147483647 w 888"/>
                  <a:gd name="T41" fmla="*/ 2147483647 h 1104"/>
                  <a:gd name="T42" fmla="*/ 2147483647 w 888"/>
                  <a:gd name="T43" fmla="*/ 2147483647 h 1104"/>
                  <a:gd name="T44" fmla="*/ 2147483647 w 888"/>
                  <a:gd name="T45" fmla="*/ 2147483647 h 1104"/>
                  <a:gd name="T46" fmla="*/ 2147483647 w 888"/>
                  <a:gd name="T47" fmla="*/ 2147483647 h 1104"/>
                  <a:gd name="T48" fmla="*/ 2147483647 w 888"/>
                  <a:gd name="T49" fmla="*/ 2147483647 h 1104"/>
                  <a:gd name="T50" fmla="*/ 2147483647 w 888"/>
                  <a:gd name="T51" fmla="*/ 2147483647 h 1104"/>
                  <a:gd name="T52" fmla="*/ 2147483647 w 888"/>
                  <a:gd name="T53" fmla="*/ 2147483647 h 1104"/>
                  <a:gd name="T54" fmla="*/ 2147483647 w 888"/>
                  <a:gd name="T55" fmla="*/ 2147483647 h 1104"/>
                  <a:gd name="T56" fmla="*/ 2147483647 w 888"/>
                  <a:gd name="T57" fmla="*/ 2147483647 h 1104"/>
                  <a:gd name="T58" fmla="*/ 2147483647 w 888"/>
                  <a:gd name="T59" fmla="*/ 2147483647 h 1104"/>
                  <a:gd name="T60" fmla="*/ 2147483647 w 888"/>
                  <a:gd name="T61" fmla="*/ 2147483647 h 1104"/>
                  <a:gd name="T62" fmla="*/ 2147483647 w 888"/>
                  <a:gd name="T63" fmla="*/ 2147483647 h 1104"/>
                  <a:gd name="T64" fmla="*/ 2147483647 w 888"/>
                  <a:gd name="T65" fmla="*/ 2147483647 h 1104"/>
                  <a:gd name="T66" fmla="*/ 2147483647 w 888"/>
                  <a:gd name="T67" fmla="*/ 2147483647 h 1104"/>
                  <a:gd name="T68" fmla="*/ 2147483647 w 888"/>
                  <a:gd name="T69" fmla="*/ 2147483647 h 1104"/>
                  <a:gd name="T70" fmla="*/ 2147483647 w 888"/>
                  <a:gd name="T71" fmla="*/ 2147483647 h 1104"/>
                  <a:gd name="T72" fmla="*/ 2147483647 w 888"/>
                  <a:gd name="T73" fmla="*/ 2147483647 h 1104"/>
                  <a:gd name="T74" fmla="*/ 0 w 888"/>
                  <a:gd name="T75" fmla="*/ 2147483647 h 1104"/>
                  <a:gd name="T76" fmla="*/ 2147483647 w 888"/>
                  <a:gd name="T77" fmla="*/ 2147483647 h 1104"/>
                  <a:gd name="T78" fmla="*/ 2147483647 w 888"/>
                  <a:gd name="T79" fmla="*/ 2147483647 h 1104"/>
                  <a:gd name="T80" fmla="*/ 2147483647 w 888"/>
                  <a:gd name="T81" fmla="*/ 2147483647 h 1104"/>
                  <a:gd name="T82" fmla="*/ 2147483647 w 888"/>
                  <a:gd name="T83" fmla="*/ 2147483647 h 1104"/>
                  <a:gd name="T84" fmla="*/ 2147483647 w 888"/>
                  <a:gd name="T85" fmla="*/ 2147483647 h 1104"/>
                  <a:gd name="T86" fmla="*/ 2147483647 w 888"/>
                  <a:gd name="T87" fmla="*/ 2147483647 h 1104"/>
                  <a:gd name="T88" fmla="*/ 2147483647 w 888"/>
                  <a:gd name="T89" fmla="*/ 2147483647 h 1104"/>
                  <a:gd name="T90" fmla="*/ 2147483647 w 888"/>
                  <a:gd name="T91" fmla="*/ 2147483647 h 1104"/>
                  <a:gd name="T92" fmla="*/ 2147483647 w 888"/>
                  <a:gd name="T93" fmla="*/ 2147483647 h 1104"/>
                  <a:gd name="T94" fmla="*/ 2147483647 w 888"/>
                  <a:gd name="T95" fmla="*/ 2147483647 h 11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8"/>
                  <a:gd name="T145" fmla="*/ 0 h 1104"/>
                  <a:gd name="T146" fmla="*/ 888 w 888"/>
                  <a:gd name="T147" fmla="*/ 1104 h 11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8" h="1104">
                    <a:moveTo>
                      <a:pt x="42" y="114"/>
                    </a:moveTo>
                    <a:lnTo>
                      <a:pt x="42" y="120"/>
                    </a:lnTo>
                    <a:lnTo>
                      <a:pt x="48" y="120"/>
                    </a:lnTo>
                    <a:lnTo>
                      <a:pt x="54" y="114"/>
                    </a:lnTo>
                    <a:lnTo>
                      <a:pt x="66" y="108"/>
                    </a:lnTo>
                    <a:lnTo>
                      <a:pt x="72" y="102"/>
                    </a:lnTo>
                    <a:lnTo>
                      <a:pt x="72" y="96"/>
                    </a:lnTo>
                    <a:lnTo>
                      <a:pt x="66" y="84"/>
                    </a:lnTo>
                    <a:lnTo>
                      <a:pt x="66" y="78"/>
                    </a:lnTo>
                    <a:lnTo>
                      <a:pt x="60" y="66"/>
                    </a:lnTo>
                    <a:lnTo>
                      <a:pt x="96" y="36"/>
                    </a:lnTo>
                    <a:lnTo>
                      <a:pt x="102" y="24"/>
                    </a:lnTo>
                    <a:lnTo>
                      <a:pt x="102" y="18"/>
                    </a:lnTo>
                    <a:lnTo>
                      <a:pt x="96" y="12"/>
                    </a:lnTo>
                    <a:lnTo>
                      <a:pt x="96" y="6"/>
                    </a:lnTo>
                    <a:lnTo>
                      <a:pt x="90" y="0"/>
                    </a:lnTo>
                    <a:lnTo>
                      <a:pt x="84" y="6"/>
                    </a:lnTo>
                    <a:lnTo>
                      <a:pt x="72" y="12"/>
                    </a:lnTo>
                    <a:lnTo>
                      <a:pt x="66" y="18"/>
                    </a:lnTo>
                    <a:lnTo>
                      <a:pt x="54" y="24"/>
                    </a:lnTo>
                    <a:lnTo>
                      <a:pt x="54" y="42"/>
                    </a:lnTo>
                    <a:lnTo>
                      <a:pt x="36" y="42"/>
                    </a:lnTo>
                    <a:lnTo>
                      <a:pt x="36" y="60"/>
                    </a:lnTo>
                    <a:lnTo>
                      <a:pt x="42" y="114"/>
                    </a:lnTo>
                    <a:close/>
                    <a:moveTo>
                      <a:pt x="876" y="546"/>
                    </a:moveTo>
                    <a:lnTo>
                      <a:pt x="852" y="546"/>
                    </a:lnTo>
                    <a:lnTo>
                      <a:pt x="840" y="534"/>
                    </a:lnTo>
                    <a:lnTo>
                      <a:pt x="828" y="534"/>
                    </a:lnTo>
                    <a:lnTo>
                      <a:pt x="828" y="546"/>
                    </a:lnTo>
                    <a:lnTo>
                      <a:pt x="804" y="552"/>
                    </a:lnTo>
                    <a:lnTo>
                      <a:pt x="774" y="546"/>
                    </a:lnTo>
                    <a:lnTo>
                      <a:pt x="768" y="564"/>
                    </a:lnTo>
                    <a:lnTo>
                      <a:pt x="762" y="558"/>
                    </a:lnTo>
                    <a:lnTo>
                      <a:pt x="756" y="558"/>
                    </a:lnTo>
                    <a:lnTo>
                      <a:pt x="750" y="552"/>
                    </a:lnTo>
                    <a:lnTo>
                      <a:pt x="750" y="528"/>
                    </a:lnTo>
                    <a:lnTo>
                      <a:pt x="756" y="522"/>
                    </a:lnTo>
                    <a:lnTo>
                      <a:pt x="756" y="510"/>
                    </a:lnTo>
                    <a:lnTo>
                      <a:pt x="762" y="498"/>
                    </a:lnTo>
                    <a:lnTo>
                      <a:pt x="762" y="480"/>
                    </a:lnTo>
                    <a:lnTo>
                      <a:pt x="756" y="474"/>
                    </a:lnTo>
                    <a:lnTo>
                      <a:pt x="744" y="450"/>
                    </a:lnTo>
                    <a:lnTo>
                      <a:pt x="732" y="432"/>
                    </a:lnTo>
                    <a:lnTo>
                      <a:pt x="726" y="414"/>
                    </a:lnTo>
                    <a:lnTo>
                      <a:pt x="726" y="402"/>
                    </a:lnTo>
                    <a:lnTo>
                      <a:pt x="732" y="396"/>
                    </a:lnTo>
                    <a:lnTo>
                      <a:pt x="732" y="384"/>
                    </a:lnTo>
                    <a:lnTo>
                      <a:pt x="726" y="360"/>
                    </a:lnTo>
                    <a:lnTo>
                      <a:pt x="732" y="354"/>
                    </a:lnTo>
                    <a:lnTo>
                      <a:pt x="738" y="342"/>
                    </a:lnTo>
                    <a:lnTo>
                      <a:pt x="738" y="330"/>
                    </a:lnTo>
                    <a:lnTo>
                      <a:pt x="732" y="318"/>
                    </a:lnTo>
                    <a:lnTo>
                      <a:pt x="720" y="306"/>
                    </a:lnTo>
                    <a:lnTo>
                      <a:pt x="714" y="288"/>
                    </a:lnTo>
                    <a:lnTo>
                      <a:pt x="726" y="270"/>
                    </a:lnTo>
                    <a:lnTo>
                      <a:pt x="726" y="246"/>
                    </a:lnTo>
                    <a:lnTo>
                      <a:pt x="636" y="246"/>
                    </a:lnTo>
                    <a:lnTo>
                      <a:pt x="636" y="222"/>
                    </a:lnTo>
                    <a:lnTo>
                      <a:pt x="624" y="216"/>
                    </a:lnTo>
                    <a:lnTo>
                      <a:pt x="612" y="216"/>
                    </a:lnTo>
                    <a:lnTo>
                      <a:pt x="612" y="222"/>
                    </a:lnTo>
                    <a:lnTo>
                      <a:pt x="564" y="222"/>
                    </a:lnTo>
                    <a:lnTo>
                      <a:pt x="558" y="228"/>
                    </a:lnTo>
                    <a:lnTo>
                      <a:pt x="558" y="234"/>
                    </a:lnTo>
                    <a:lnTo>
                      <a:pt x="564" y="240"/>
                    </a:lnTo>
                    <a:lnTo>
                      <a:pt x="570" y="252"/>
                    </a:lnTo>
                    <a:lnTo>
                      <a:pt x="570" y="264"/>
                    </a:lnTo>
                    <a:lnTo>
                      <a:pt x="558" y="264"/>
                    </a:lnTo>
                    <a:lnTo>
                      <a:pt x="558" y="270"/>
                    </a:lnTo>
                    <a:lnTo>
                      <a:pt x="552" y="276"/>
                    </a:lnTo>
                    <a:lnTo>
                      <a:pt x="552" y="294"/>
                    </a:lnTo>
                    <a:lnTo>
                      <a:pt x="510" y="300"/>
                    </a:lnTo>
                    <a:lnTo>
                      <a:pt x="504" y="294"/>
                    </a:lnTo>
                    <a:lnTo>
                      <a:pt x="492" y="300"/>
                    </a:lnTo>
                    <a:lnTo>
                      <a:pt x="468" y="300"/>
                    </a:lnTo>
                    <a:lnTo>
                      <a:pt x="462" y="312"/>
                    </a:lnTo>
                    <a:lnTo>
                      <a:pt x="450" y="306"/>
                    </a:lnTo>
                    <a:lnTo>
                      <a:pt x="420" y="306"/>
                    </a:lnTo>
                    <a:lnTo>
                      <a:pt x="408" y="282"/>
                    </a:lnTo>
                    <a:lnTo>
                      <a:pt x="402" y="276"/>
                    </a:lnTo>
                    <a:lnTo>
                      <a:pt x="402" y="264"/>
                    </a:lnTo>
                    <a:lnTo>
                      <a:pt x="390" y="252"/>
                    </a:lnTo>
                    <a:lnTo>
                      <a:pt x="384" y="252"/>
                    </a:lnTo>
                    <a:lnTo>
                      <a:pt x="378" y="246"/>
                    </a:lnTo>
                    <a:lnTo>
                      <a:pt x="378" y="240"/>
                    </a:lnTo>
                    <a:lnTo>
                      <a:pt x="384" y="234"/>
                    </a:lnTo>
                    <a:lnTo>
                      <a:pt x="384" y="210"/>
                    </a:lnTo>
                    <a:lnTo>
                      <a:pt x="366" y="192"/>
                    </a:lnTo>
                    <a:lnTo>
                      <a:pt x="366" y="150"/>
                    </a:lnTo>
                    <a:lnTo>
                      <a:pt x="354" y="138"/>
                    </a:lnTo>
                    <a:lnTo>
                      <a:pt x="348" y="126"/>
                    </a:lnTo>
                    <a:lnTo>
                      <a:pt x="342" y="120"/>
                    </a:lnTo>
                    <a:lnTo>
                      <a:pt x="324" y="120"/>
                    </a:lnTo>
                    <a:lnTo>
                      <a:pt x="318" y="126"/>
                    </a:lnTo>
                    <a:lnTo>
                      <a:pt x="294" y="126"/>
                    </a:lnTo>
                    <a:lnTo>
                      <a:pt x="276" y="132"/>
                    </a:lnTo>
                    <a:lnTo>
                      <a:pt x="246" y="132"/>
                    </a:lnTo>
                    <a:lnTo>
                      <a:pt x="234" y="126"/>
                    </a:lnTo>
                    <a:lnTo>
                      <a:pt x="222" y="126"/>
                    </a:lnTo>
                    <a:lnTo>
                      <a:pt x="210" y="132"/>
                    </a:lnTo>
                    <a:lnTo>
                      <a:pt x="180" y="132"/>
                    </a:lnTo>
                    <a:lnTo>
                      <a:pt x="168" y="126"/>
                    </a:lnTo>
                    <a:lnTo>
                      <a:pt x="144" y="132"/>
                    </a:lnTo>
                    <a:lnTo>
                      <a:pt x="132" y="126"/>
                    </a:lnTo>
                    <a:lnTo>
                      <a:pt x="126" y="132"/>
                    </a:lnTo>
                    <a:lnTo>
                      <a:pt x="102" y="126"/>
                    </a:lnTo>
                    <a:lnTo>
                      <a:pt x="54" y="150"/>
                    </a:lnTo>
                    <a:lnTo>
                      <a:pt x="48" y="156"/>
                    </a:lnTo>
                    <a:lnTo>
                      <a:pt x="54" y="168"/>
                    </a:lnTo>
                    <a:lnTo>
                      <a:pt x="60" y="174"/>
                    </a:lnTo>
                    <a:lnTo>
                      <a:pt x="66" y="186"/>
                    </a:lnTo>
                    <a:lnTo>
                      <a:pt x="90" y="210"/>
                    </a:lnTo>
                    <a:lnTo>
                      <a:pt x="84" y="234"/>
                    </a:lnTo>
                    <a:lnTo>
                      <a:pt x="90" y="246"/>
                    </a:lnTo>
                    <a:lnTo>
                      <a:pt x="108" y="270"/>
                    </a:lnTo>
                    <a:lnTo>
                      <a:pt x="120" y="300"/>
                    </a:lnTo>
                    <a:lnTo>
                      <a:pt x="126" y="330"/>
                    </a:lnTo>
                    <a:lnTo>
                      <a:pt x="120" y="354"/>
                    </a:lnTo>
                    <a:lnTo>
                      <a:pt x="108" y="378"/>
                    </a:lnTo>
                    <a:lnTo>
                      <a:pt x="102" y="384"/>
                    </a:lnTo>
                    <a:lnTo>
                      <a:pt x="102" y="408"/>
                    </a:lnTo>
                    <a:lnTo>
                      <a:pt x="114" y="408"/>
                    </a:lnTo>
                    <a:lnTo>
                      <a:pt x="114" y="438"/>
                    </a:lnTo>
                    <a:lnTo>
                      <a:pt x="126" y="474"/>
                    </a:lnTo>
                    <a:lnTo>
                      <a:pt x="150" y="510"/>
                    </a:lnTo>
                    <a:lnTo>
                      <a:pt x="162" y="552"/>
                    </a:lnTo>
                    <a:lnTo>
                      <a:pt x="162" y="582"/>
                    </a:lnTo>
                    <a:lnTo>
                      <a:pt x="156" y="594"/>
                    </a:lnTo>
                    <a:lnTo>
                      <a:pt x="150" y="612"/>
                    </a:lnTo>
                    <a:lnTo>
                      <a:pt x="144" y="618"/>
                    </a:lnTo>
                    <a:lnTo>
                      <a:pt x="138" y="630"/>
                    </a:lnTo>
                    <a:lnTo>
                      <a:pt x="144" y="642"/>
                    </a:lnTo>
                    <a:lnTo>
                      <a:pt x="144" y="660"/>
                    </a:lnTo>
                    <a:lnTo>
                      <a:pt x="138" y="666"/>
                    </a:lnTo>
                    <a:lnTo>
                      <a:pt x="126" y="672"/>
                    </a:lnTo>
                    <a:lnTo>
                      <a:pt x="108" y="672"/>
                    </a:lnTo>
                    <a:lnTo>
                      <a:pt x="96" y="690"/>
                    </a:lnTo>
                    <a:lnTo>
                      <a:pt x="102" y="714"/>
                    </a:lnTo>
                    <a:lnTo>
                      <a:pt x="78" y="714"/>
                    </a:lnTo>
                    <a:lnTo>
                      <a:pt x="66" y="720"/>
                    </a:lnTo>
                    <a:lnTo>
                      <a:pt x="66" y="750"/>
                    </a:lnTo>
                    <a:lnTo>
                      <a:pt x="60" y="762"/>
                    </a:lnTo>
                    <a:lnTo>
                      <a:pt x="60" y="774"/>
                    </a:lnTo>
                    <a:lnTo>
                      <a:pt x="48" y="786"/>
                    </a:lnTo>
                    <a:lnTo>
                      <a:pt x="48" y="858"/>
                    </a:lnTo>
                    <a:lnTo>
                      <a:pt x="36" y="864"/>
                    </a:lnTo>
                    <a:lnTo>
                      <a:pt x="30" y="870"/>
                    </a:lnTo>
                    <a:lnTo>
                      <a:pt x="30" y="912"/>
                    </a:lnTo>
                    <a:lnTo>
                      <a:pt x="6" y="930"/>
                    </a:lnTo>
                    <a:lnTo>
                      <a:pt x="6" y="966"/>
                    </a:lnTo>
                    <a:lnTo>
                      <a:pt x="18" y="984"/>
                    </a:lnTo>
                    <a:lnTo>
                      <a:pt x="0" y="1002"/>
                    </a:lnTo>
                    <a:lnTo>
                      <a:pt x="0" y="1044"/>
                    </a:lnTo>
                    <a:lnTo>
                      <a:pt x="18" y="1044"/>
                    </a:lnTo>
                    <a:lnTo>
                      <a:pt x="36" y="1038"/>
                    </a:lnTo>
                    <a:lnTo>
                      <a:pt x="42" y="1044"/>
                    </a:lnTo>
                    <a:lnTo>
                      <a:pt x="72" y="1044"/>
                    </a:lnTo>
                    <a:lnTo>
                      <a:pt x="90" y="1026"/>
                    </a:lnTo>
                    <a:lnTo>
                      <a:pt x="90" y="1020"/>
                    </a:lnTo>
                    <a:lnTo>
                      <a:pt x="120" y="1020"/>
                    </a:lnTo>
                    <a:lnTo>
                      <a:pt x="126" y="1026"/>
                    </a:lnTo>
                    <a:lnTo>
                      <a:pt x="132" y="1038"/>
                    </a:lnTo>
                    <a:lnTo>
                      <a:pt x="156" y="1050"/>
                    </a:lnTo>
                    <a:lnTo>
                      <a:pt x="168" y="1050"/>
                    </a:lnTo>
                    <a:lnTo>
                      <a:pt x="174" y="1056"/>
                    </a:lnTo>
                    <a:lnTo>
                      <a:pt x="480" y="1056"/>
                    </a:lnTo>
                    <a:lnTo>
                      <a:pt x="480" y="1062"/>
                    </a:lnTo>
                    <a:lnTo>
                      <a:pt x="504" y="1086"/>
                    </a:lnTo>
                    <a:lnTo>
                      <a:pt x="540" y="1086"/>
                    </a:lnTo>
                    <a:lnTo>
                      <a:pt x="546" y="1098"/>
                    </a:lnTo>
                    <a:lnTo>
                      <a:pt x="618" y="1092"/>
                    </a:lnTo>
                    <a:lnTo>
                      <a:pt x="624" y="1104"/>
                    </a:lnTo>
                    <a:lnTo>
                      <a:pt x="696" y="1104"/>
                    </a:lnTo>
                    <a:lnTo>
                      <a:pt x="732" y="1098"/>
                    </a:lnTo>
                    <a:lnTo>
                      <a:pt x="780" y="1092"/>
                    </a:lnTo>
                    <a:lnTo>
                      <a:pt x="816" y="1080"/>
                    </a:lnTo>
                    <a:lnTo>
                      <a:pt x="828" y="1074"/>
                    </a:lnTo>
                    <a:lnTo>
                      <a:pt x="738" y="984"/>
                    </a:lnTo>
                    <a:lnTo>
                      <a:pt x="738" y="966"/>
                    </a:lnTo>
                    <a:lnTo>
                      <a:pt x="732" y="954"/>
                    </a:lnTo>
                    <a:lnTo>
                      <a:pt x="732" y="702"/>
                    </a:lnTo>
                    <a:lnTo>
                      <a:pt x="858" y="708"/>
                    </a:lnTo>
                    <a:lnTo>
                      <a:pt x="864" y="708"/>
                    </a:lnTo>
                    <a:lnTo>
                      <a:pt x="876" y="696"/>
                    </a:lnTo>
                    <a:lnTo>
                      <a:pt x="876" y="672"/>
                    </a:lnTo>
                    <a:lnTo>
                      <a:pt x="870" y="666"/>
                    </a:lnTo>
                    <a:lnTo>
                      <a:pt x="870" y="660"/>
                    </a:lnTo>
                    <a:lnTo>
                      <a:pt x="888" y="654"/>
                    </a:lnTo>
                    <a:lnTo>
                      <a:pt x="876" y="642"/>
                    </a:lnTo>
                    <a:lnTo>
                      <a:pt x="876" y="588"/>
                    </a:lnTo>
                    <a:lnTo>
                      <a:pt x="882" y="588"/>
                    </a:lnTo>
                    <a:lnTo>
                      <a:pt x="888" y="582"/>
                    </a:lnTo>
                    <a:lnTo>
                      <a:pt x="888" y="564"/>
                    </a:lnTo>
                    <a:lnTo>
                      <a:pt x="876" y="552"/>
                    </a:lnTo>
                    <a:lnTo>
                      <a:pt x="876" y="5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68" name="Algeria" descr="© INSCALE GmbH, 05.05.2010&#10;http://www.presentationload.com/">
                <a:extLst>
                  <a:ext uri="{FF2B5EF4-FFF2-40B4-BE49-F238E27FC236}">
                    <a16:creationId xmlns:a16="http://schemas.microsoft.com/office/drawing/2014/main" id="{040FF4E9-3BE3-0241-86CD-A1F481031D35}"/>
                  </a:ext>
                </a:extLst>
              </p:cNvPr>
              <p:cNvSpPr>
                <a:spLocks/>
              </p:cNvSpPr>
              <p:nvPr/>
            </p:nvSpPr>
            <p:spPr bwMode="gray">
              <a:xfrm>
                <a:off x="5459914" y="2882676"/>
                <a:ext cx="621297" cy="614719"/>
              </a:xfrm>
              <a:custGeom>
                <a:avLst/>
                <a:gdLst>
                  <a:gd name="T0" fmla="*/ 2147483647 w 1476"/>
                  <a:gd name="T1" fmla="*/ 2147483647 h 1464"/>
                  <a:gd name="T2" fmla="*/ 2147483647 w 1476"/>
                  <a:gd name="T3" fmla="*/ 2147483647 h 1464"/>
                  <a:gd name="T4" fmla="*/ 2147483647 w 1476"/>
                  <a:gd name="T5" fmla="*/ 2147483647 h 1464"/>
                  <a:gd name="T6" fmla="*/ 2147483647 w 1476"/>
                  <a:gd name="T7" fmla="*/ 2147483647 h 1464"/>
                  <a:gd name="T8" fmla="*/ 2147483647 w 1476"/>
                  <a:gd name="T9" fmla="*/ 2147483647 h 1464"/>
                  <a:gd name="T10" fmla="*/ 2147483647 w 1476"/>
                  <a:gd name="T11" fmla="*/ 2147483647 h 1464"/>
                  <a:gd name="T12" fmla="*/ 2147483647 w 1476"/>
                  <a:gd name="T13" fmla="*/ 2147483647 h 1464"/>
                  <a:gd name="T14" fmla="*/ 2147483647 w 1476"/>
                  <a:gd name="T15" fmla="*/ 2147483647 h 1464"/>
                  <a:gd name="T16" fmla="*/ 2147483647 w 1476"/>
                  <a:gd name="T17" fmla="*/ 2147483647 h 1464"/>
                  <a:gd name="T18" fmla="*/ 2147483647 w 1476"/>
                  <a:gd name="T19" fmla="*/ 2147483647 h 1464"/>
                  <a:gd name="T20" fmla="*/ 2147483647 w 1476"/>
                  <a:gd name="T21" fmla="*/ 2147483647 h 1464"/>
                  <a:gd name="T22" fmla="*/ 2147483647 w 1476"/>
                  <a:gd name="T23" fmla="*/ 2147483647 h 1464"/>
                  <a:gd name="T24" fmla="*/ 2147483647 w 1476"/>
                  <a:gd name="T25" fmla="*/ 2147483647 h 1464"/>
                  <a:gd name="T26" fmla="*/ 2147483647 w 1476"/>
                  <a:gd name="T27" fmla="*/ 2147483647 h 1464"/>
                  <a:gd name="T28" fmla="*/ 2147483647 w 1476"/>
                  <a:gd name="T29" fmla="*/ 2147483647 h 1464"/>
                  <a:gd name="T30" fmla="*/ 2147483647 w 1476"/>
                  <a:gd name="T31" fmla="*/ 2147483647 h 1464"/>
                  <a:gd name="T32" fmla="*/ 2147483647 w 1476"/>
                  <a:gd name="T33" fmla="*/ 2147483647 h 1464"/>
                  <a:gd name="T34" fmla="*/ 2147483647 w 1476"/>
                  <a:gd name="T35" fmla="*/ 2147483647 h 1464"/>
                  <a:gd name="T36" fmla="*/ 2147483647 w 1476"/>
                  <a:gd name="T37" fmla="*/ 2147483647 h 1464"/>
                  <a:gd name="T38" fmla="*/ 2147483647 w 1476"/>
                  <a:gd name="T39" fmla="*/ 2147483647 h 1464"/>
                  <a:gd name="T40" fmla="*/ 2147483647 w 1476"/>
                  <a:gd name="T41" fmla="*/ 2147483647 h 1464"/>
                  <a:gd name="T42" fmla="*/ 2147483647 w 1476"/>
                  <a:gd name="T43" fmla="*/ 2147483647 h 1464"/>
                  <a:gd name="T44" fmla="*/ 2147483647 w 1476"/>
                  <a:gd name="T45" fmla="*/ 2147483647 h 1464"/>
                  <a:gd name="T46" fmla="*/ 2147483647 w 1476"/>
                  <a:gd name="T47" fmla="*/ 2147483647 h 1464"/>
                  <a:gd name="T48" fmla="*/ 2147483647 w 1476"/>
                  <a:gd name="T49" fmla="*/ 2147483647 h 1464"/>
                  <a:gd name="T50" fmla="*/ 2147483647 w 1476"/>
                  <a:gd name="T51" fmla="*/ 2147483647 h 1464"/>
                  <a:gd name="T52" fmla="*/ 2147483647 w 1476"/>
                  <a:gd name="T53" fmla="*/ 2147483647 h 1464"/>
                  <a:gd name="T54" fmla="*/ 2147483647 w 1476"/>
                  <a:gd name="T55" fmla="*/ 2147483647 h 1464"/>
                  <a:gd name="T56" fmla="*/ 2147483647 w 1476"/>
                  <a:gd name="T57" fmla="*/ 2147483647 h 1464"/>
                  <a:gd name="T58" fmla="*/ 2147483647 w 1476"/>
                  <a:gd name="T59" fmla="*/ 2147483647 h 1464"/>
                  <a:gd name="T60" fmla="*/ 2147483647 w 1476"/>
                  <a:gd name="T61" fmla="*/ 2147483647 h 1464"/>
                  <a:gd name="T62" fmla="*/ 2147483647 w 1476"/>
                  <a:gd name="T63" fmla="*/ 2147483647 h 1464"/>
                  <a:gd name="T64" fmla="*/ 2147483647 w 1476"/>
                  <a:gd name="T65" fmla="*/ 2147483647 h 1464"/>
                  <a:gd name="T66" fmla="*/ 2147483647 w 1476"/>
                  <a:gd name="T67" fmla="*/ 2147483647 h 1464"/>
                  <a:gd name="T68" fmla="*/ 2147483647 w 1476"/>
                  <a:gd name="T69" fmla="*/ 2147483647 h 1464"/>
                  <a:gd name="T70" fmla="*/ 2147483647 w 1476"/>
                  <a:gd name="T71" fmla="*/ 2147483647 h 1464"/>
                  <a:gd name="T72" fmla="*/ 2147483647 w 1476"/>
                  <a:gd name="T73" fmla="*/ 2147483647 h 1464"/>
                  <a:gd name="T74" fmla="*/ 2147483647 w 1476"/>
                  <a:gd name="T75" fmla="*/ 2147483647 h 1464"/>
                  <a:gd name="T76" fmla="*/ 2147483647 w 1476"/>
                  <a:gd name="T77" fmla="*/ 2147483647 h 1464"/>
                  <a:gd name="T78" fmla="*/ 2147483647 w 1476"/>
                  <a:gd name="T79" fmla="*/ 2147483647 h 1464"/>
                  <a:gd name="T80" fmla="*/ 2147483647 w 1476"/>
                  <a:gd name="T81" fmla="*/ 2147483647 h 1464"/>
                  <a:gd name="T82" fmla="*/ 2147483647 w 1476"/>
                  <a:gd name="T83" fmla="*/ 2147483647 h 1464"/>
                  <a:gd name="T84" fmla="*/ 2147483647 w 1476"/>
                  <a:gd name="T85" fmla="*/ 2147483647 h 1464"/>
                  <a:gd name="T86" fmla="*/ 2147483647 w 1476"/>
                  <a:gd name="T87" fmla="*/ 2147483647 h 1464"/>
                  <a:gd name="T88" fmla="*/ 2147483647 w 1476"/>
                  <a:gd name="T89" fmla="*/ 2147483647 h 1464"/>
                  <a:gd name="T90" fmla="*/ 2147483647 w 1476"/>
                  <a:gd name="T91" fmla="*/ 2147483647 h 1464"/>
                  <a:gd name="T92" fmla="*/ 2147483647 w 1476"/>
                  <a:gd name="T93" fmla="*/ 2147483647 h 1464"/>
                  <a:gd name="T94" fmla="*/ 2147483647 w 1476"/>
                  <a:gd name="T95" fmla="*/ 2147483647 h 1464"/>
                  <a:gd name="T96" fmla="*/ 2147483647 w 1476"/>
                  <a:gd name="T97" fmla="*/ 2147483647 h 1464"/>
                  <a:gd name="T98" fmla="*/ 2147483647 w 1476"/>
                  <a:gd name="T99" fmla="*/ 2147483647 h 1464"/>
                  <a:gd name="T100" fmla="*/ 2147483647 w 1476"/>
                  <a:gd name="T101" fmla="*/ 2147483647 h 1464"/>
                  <a:gd name="T102" fmla="*/ 2147483647 w 1476"/>
                  <a:gd name="T103" fmla="*/ 2147483647 h 1464"/>
                  <a:gd name="T104" fmla="*/ 2147483647 w 1476"/>
                  <a:gd name="T105" fmla="*/ 2147483647 h 14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76"/>
                  <a:gd name="T160" fmla="*/ 0 h 1464"/>
                  <a:gd name="T161" fmla="*/ 1476 w 1476"/>
                  <a:gd name="T162" fmla="*/ 1464 h 14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76" h="1464">
                    <a:moveTo>
                      <a:pt x="360" y="534"/>
                    </a:moveTo>
                    <a:lnTo>
                      <a:pt x="318" y="534"/>
                    </a:lnTo>
                    <a:lnTo>
                      <a:pt x="312" y="546"/>
                    </a:lnTo>
                    <a:lnTo>
                      <a:pt x="306" y="552"/>
                    </a:lnTo>
                    <a:lnTo>
                      <a:pt x="294" y="576"/>
                    </a:lnTo>
                    <a:lnTo>
                      <a:pt x="282" y="588"/>
                    </a:lnTo>
                    <a:lnTo>
                      <a:pt x="258" y="588"/>
                    </a:lnTo>
                    <a:lnTo>
                      <a:pt x="246" y="582"/>
                    </a:lnTo>
                    <a:lnTo>
                      <a:pt x="234" y="582"/>
                    </a:lnTo>
                    <a:lnTo>
                      <a:pt x="228" y="594"/>
                    </a:lnTo>
                    <a:lnTo>
                      <a:pt x="204" y="600"/>
                    </a:lnTo>
                    <a:lnTo>
                      <a:pt x="204" y="606"/>
                    </a:lnTo>
                    <a:lnTo>
                      <a:pt x="198" y="618"/>
                    </a:lnTo>
                    <a:lnTo>
                      <a:pt x="186" y="618"/>
                    </a:lnTo>
                    <a:lnTo>
                      <a:pt x="180" y="612"/>
                    </a:lnTo>
                    <a:lnTo>
                      <a:pt x="168" y="606"/>
                    </a:lnTo>
                    <a:lnTo>
                      <a:pt x="138" y="624"/>
                    </a:lnTo>
                    <a:lnTo>
                      <a:pt x="120" y="624"/>
                    </a:lnTo>
                    <a:lnTo>
                      <a:pt x="120" y="630"/>
                    </a:lnTo>
                    <a:lnTo>
                      <a:pt x="90" y="660"/>
                    </a:lnTo>
                    <a:lnTo>
                      <a:pt x="78" y="666"/>
                    </a:lnTo>
                    <a:lnTo>
                      <a:pt x="72" y="672"/>
                    </a:lnTo>
                    <a:lnTo>
                      <a:pt x="60" y="678"/>
                    </a:lnTo>
                    <a:lnTo>
                      <a:pt x="54" y="708"/>
                    </a:lnTo>
                    <a:lnTo>
                      <a:pt x="54" y="768"/>
                    </a:lnTo>
                    <a:lnTo>
                      <a:pt x="0" y="768"/>
                    </a:lnTo>
                    <a:lnTo>
                      <a:pt x="54" y="768"/>
                    </a:lnTo>
                    <a:lnTo>
                      <a:pt x="54" y="804"/>
                    </a:lnTo>
                    <a:lnTo>
                      <a:pt x="312" y="984"/>
                    </a:lnTo>
                    <a:lnTo>
                      <a:pt x="720" y="1296"/>
                    </a:lnTo>
                    <a:lnTo>
                      <a:pt x="720" y="1320"/>
                    </a:lnTo>
                    <a:lnTo>
                      <a:pt x="744" y="1320"/>
                    </a:lnTo>
                    <a:lnTo>
                      <a:pt x="750" y="1326"/>
                    </a:lnTo>
                    <a:lnTo>
                      <a:pt x="750" y="1344"/>
                    </a:lnTo>
                    <a:lnTo>
                      <a:pt x="762" y="1356"/>
                    </a:lnTo>
                    <a:lnTo>
                      <a:pt x="798" y="1356"/>
                    </a:lnTo>
                    <a:lnTo>
                      <a:pt x="804" y="1386"/>
                    </a:lnTo>
                    <a:lnTo>
                      <a:pt x="810" y="1386"/>
                    </a:lnTo>
                    <a:lnTo>
                      <a:pt x="816" y="1380"/>
                    </a:lnTo>
                    <a:lnTo>
                      <a:pt x="846" y="1380"/>
                    </a:lnTo>
                    <a:lnTo>
                      <a:pt x="858" y="1386"/>
                    </a:lnTo>
                    <a:lnTo>
                      <a:pt x="870" y="1410"/>
                    </a:lnTo>
                    <a:lnTo>
                      <a:pt x="870" y="1428"/>
                    </a:lnTo>
                    <a:lnTo>
                      <a:pt x="852" y="1446"/>
                    </a:lnTo>
                    <a:lnTo>
                      <a:pt x="852" y="1452"/>
                    </a:lnTo>
                    <a:lnTo>
                      <a:pt x="858" y="1458"/>
                    </a:lnTo>
                    <a:lnTo>
                      <a:pt x="870" y="1464"/>
                    </a:lnTo>
                    <a:lnTo>
                      <a:pt x="900" y="1464"/>
                    </a:lnTo>
                    <a:lnTo>
                      <a:pt x="906" y="1458"/>
                    </a:lnTo>
                    <a:lnTo>
                      <a:pt x="924" y="1458"/>
                    </a:lnTo>
                    <a:lnTo>
                      <a:pt x="954" y="1452"/>
                    </a:lnTo>
                    <a:lnTo>
                      <a:pt x="984" y="1440"/>
                    </a:lnTo>
                    <a:lnTo>
                      <a:pt x="1020" y="1434"/>
                    </a:lnTo>
                    <a:lnTo>
                      <a:pt x="1038" y="1434"/>
                    </a:lnTo>
                    <a:lnTo>
                      <a:pt x="1062" y="1416"/>
                    </a:lnTo>
                    <a:lnTo>
                      <a:pt x="1098" y="1386"/>
                    </a:lnTo>
                    <a:lnTo>
                      <a:pt x="1128" y="1350"/>
                    </a:lnTo>
                    <a:lnTo>
                      <a:pt x="1158" y="1326"/>
                    </a:lnTo>
                    <a:lnTo>
                      <a:pt x="1182" y="1314"/>
                    </a:lnTo>
                    <a:lnTo>
                      <a:pt x="1224" y="1284"/>
                    </a:lnTo>
                    <a:lnTo>
                      <a:pt x="1272" y="1248"/>
                    </a:lnTo>
                    <a:lnTo>
                      <a:pt x="1332" y="1206"/>
                    </a:lnTo>
                    <a:lnTo>
                      <a:pt x="1386" y="1170"/>
                    </a:lnTo>
                    <a:lnTo>
                      <a:pt x="1434" y="1134"/>
                    </a:lnTo>
                    <a:lnTo>
                      <a:pt x="1464" y="1110"/>
                    </a:lnTo>
                    <a:lnTo>
                      <a:pt x="1476" y="1104"/>
                    </a:lnTo>
                    <a:lnTo>
                      <a:pt x="1476" y="1098"/>
                    </a:lnTo>
                    <a:lnTo>
                      <a:pt x="1470" y="1092"/>
                    </a:lnTo>
                    <a:lnTo>
                      <a:pt x="1464" y="1080"/>
                    </a:lnTo>
                    <a:lnTo>
                      <a:pt x="1458" y="1062"/>
                    </a:lnTo>
                    <a:lnTo>
                      <a:pt x="1452" y="1050"/>
                    </a:lnTo>
                    <a:lnTo>
                      <a:pt x="1452" y="1044"/>
                    </a:lnTo>
                    <a:lnTo>
                      <a:pt x="1440" y="1032"/>
                    </a:lnTo>
                    <a:lnTo>
                      <a:pt x="1428" y="1032"/>
                    </a:lnTo>
                    <a:lnTo>
                      <a:pt x="1392" y="1014"/>
                    </a:lnTo>
                    <a:lnTo>
                      <a:pt x="1386" y="1014"/>
                    </a:lnTo>
                    <a:lnTo>
                      <a:pt x="1362" y="1026"/>
                    </a:lnTo>
                    <a:lnTo>
                      <a:pt x="1338" y="1002"/>
                    </a:lnTo>
                    <a:lnTo>
                      <a:pt x="1338" y="960"/>
                    </a:lnTo>
                    <a:lnTo>
                      <a:pt x="1332" y="954"/>
                    </a:lnTo>
                    <a:lnTo>
                      <a:pt x="1326" y="942"/>
                    </a:lnTo>
                    <a:lnTo>
                      <a:pt x="1314" y="930"/>
                    </a:lnTo>
                    <a:lnTo>
                      <a:pt x="1308" y="912"/>
                    </a:lnTo>
                    <a:lnTo>
                      <a:pt x="1296" y="900"/>
                    </a:lnTo>
                    <a:lnTo>
                      <a:pt x="1290" y="888"/>
                    </a:lnTo>
                    <a:lnTo>
                      <a:pt x="1290" y="882"/>
                    </a:lnTo>
                    <a:lnTo>
                      <a:pt x="1296" y="876"/>
                    </a:lnTo>
                    <a:lnTo>
                      <a:pt x="1308" y="876"/>
                    </a:lnTo>
                    <a:lnTo>
                      <a:pt x="1320" y="870"/>
                    </a:lnTo>
                    <a:lnTo>
                      <a:pt x="1326" y="864"/>
                    </a:lnTo>
                    <a:lnTo>
                      <a:pt x="1332" y="852"/>
                    </a:lnTo>
                    <a:lnTo>
                      <a:pt x="1332" y="840"/>
                    </a:lnTo>
                    <a:lnTo>
                      <a:pt x="1326" y="834"/>
                    </a:lnTo>
                    <a:lnTo>
                      <a:pt x="1326" y="828"/>
                    </a:lnTo>
                    <a:lnTo>
                      <a:pt x="1320" y="774"/>
                    </a:lnTo>
                    <a:lnTo>
                      <a:pt x="1332" y="750"/>
                    </a:lnTo>
                    <a:lnTo>
                      <a:pt x="1326" y="732"/>
                    </a:lnTo>
                    <a:lnTo>
                      <a:pt x="1326" y="726"/>
                    </a:lnTo>
                    <a:lnTo>
                      <a:pt x="1332" y="720"/>
                    </a:lnTo>
                    <a:lnTo>
                      <a:pt x="1332" y="690"/>
                    </a:lnTo>
                    <a:lnTo>
                      <a:pt x="1338" y="678"/>
                    </a:lnTo>
                    <a:lnTo>
                      <a:pt x="1338" y="672"/>
                    </a:lnTo>
                    <a:lnTo>
                      <a:pt x="1326" y="648"/>
                    </a:lnTo>
                    <a:lnTo>
                      <a:pt x="1302" y="588"/>
                    </a:lnTo>
                    <a:lnTo>
                      <a:pt x="1290" y="570"/>
                    </a:lnTo>
                    <a:lnTo>
                      <a:pt x="1296" y="564"/>
                    </a:lnTo>
                    <a:lnTo>
                      <a:pt x="1308" y="558"/>
                    </a:lnTo>
                    <a:lnTo>
                      <a:pt x="1296" y="528"/>
                    </a:lnTo>
                    <a:lnTo>
                      <a:pt x="1284" y="480"/>
                    </a:lnTo>
                    <a:lnTo>
                      <a:pt x="1278" y="438"/>
                    </a:lnTo>
                    <a:lnTo>
                      <a:pt x="1272" y="414"/>
                    </a:lnTo>
                    <a:lnTo>
                      <a:pt x="1266" y="408"/>
                    </a:lnTo>
                    <a:lnTo>
                      <a:pt x="1260" y="396"/>
                    </a:lnTo>
                    <a:lnTo>
                      <a:pt x="1236" y="384"/>
                    </a:lnTo>
                    <a:lnTo>
                      <a:pt x="1230" y="378"/>
                    </a:lnTo>
                    <a:lnTo>
                      <a:pt x="1224" y="378"/>
                    </a:lnTo>
                    <a:lnTo>
                      <a:pt x="1224" y="336"/>
                    </a:lnTo>
                    <a:lnTo>
                      <a:pt x="1212" y="324"/>
                    </a:lnTo>
                    <a:lnTo>
                      <a:pt x="1194" y="318"/>
                    </a:lnTo>
                    <a:lnTo>
                      <a:pt x="1182" y="318"/>
                    </a:lnTo>
                    <a:lnTo>
                      <a:pt x="1182" y="288"/>
                    </a:lnTo>
                    <a:lnTo>
                      <a:pt x="1170" y="288"/>
                    </a:lnTo>
                    <a:lnTo>
                      <a:pt x="1170" y="246"/>
                    </a:lnTo>
                    <a:lnTo>
                      <a:pt x="1194" y="222"/>
                    </a:lnTo>
                    <a:lnTo>
                      <a:pt x="1218" y="204"/>
                    </a:lnTo>
                    <a:lnTo>
                      <a:pt x="1218" y="198"/>
                    </a:lnTo>
                    <a:lnTo>
                      <a:pt x="1224" y="192"/>
                    </a:lnTo>
                    <a:lnTo>
                      <a:pt x="1224" y="180"/>
                    </a:lnTo>
                    <a:lnTo>
                      <a:pt x="1230" y="168"/>
                    </a:lnTo>
                    <a:lnTo>
                      <a:pt x="1230" y="126"/>
                    </a:lnTo>
                    <a:lnTo>
                      <a:pt x="1224" y="114"/>
                    </a:lnTo>
                    <a:lnTo>
                      <a:pt x="1224" y="78"/>
                    </a:lnTo>
                    <a:lnTo>
                      <a:pt x="1230" y="66"/>
                    </a:lnTo>
                    <a:lnTo>
                      <a:pt x="1230" y="54"/>
                    </a:lnTo>
                    <a:lnTo>
                      <a:pt x="1212" y="48"/>
                    </a:lnTo>
                    <a:lnTo>
                      <a:pt x="1254" y="30"/>
                    </a:lnTo>
                    <a:lnTo>
                      <a:pt x="1254" y="18"/>
                    </a:lnTo>
                    <a:lnTo>
                      <a:pt x="1242" y="18"/>
                    </a:lnTo>
                    <a:lnTo>
                      <a:pt x="1236" y="12"/>
                    </a:lnTo>
                    <a:lnTo>
                      <a:pt x="1224" y="12"/>
                    </a:lnTo>
                    <a:lnTo>
                      <a:pt x="1206" y="24"/>
                    </a:lnTo>
                    <a:lnTo>
                      <a:pt x="1170" y="6"/>
                    </a:lnTo>
                    <a:lnTo>
                      <a:pt x="1152" y="6"/>
                    </a:lnTo>
                    <a:lnTo>
                      <a:pt x="1152" y="18"/>
                    </a:lnTo>
                    <a:lnTo>
                      <a:pt x="1116" y="18"/>
                    </a:lnTo>
                    <a:lnTo>
                      <a:pt x="1092" y="0"/>
                    </a:lnTo>
                    <a:lnTo>
                      <a:pt x="1086" y="30"/>
                    </a:lnTo>
                    <a:lnTo>
                      <a:pt x="1056" y="18"/>
                    </a:lnTo>
                    <a:lnTo>
                      <a:pt x="1026" y="42"/>
                    </a:lnTo>
                    <a:lnTo>
                      <a:pt x="1002" y="30"/>
                    </a:lnTo>
                    <a:lnTo>
                      <a:pt x="984" y="30"/>
                    </a:lnTo>
                    <a:lnTo>
                      <a:pt x="966" y="24"/>
                    </a:lnTo>
                    <a:lnTo>
                      <a:pt x="948" y="24"/>
                    </a:lnTo>
                    <a:lnTo>
                      <a:pt x="924" y="30"/>
                    </a:lnTo>
                    <a:lnTo>
                      <a:pt x="906" y="30"/>
                    </a:lnTo>
                    <a:lnTo>
                      <a:pt x="900" y="36"/>
                    </a:lnTo>
                    <a:lnTo>
                      <a:pt x="888" y="36"/>
                    </a:lnTo>
                    <a:lnTo>
                      <a:pt x="876" y="42"/>
                    </a:lnTo>
                    <a:lnTo>
                      <a:pt x="816" y="42"/>
                    </a:lnTo>
                    <a:lnTo>
                      <a:pt x="810" y="48"/>
                    </a:lnTo>
                    <a:lnTo>
                      <a:pt x="750" y="48"/>
                    </a:lnTo>
                    <a:lnTo>
                      <a:pt x="744" y="54"/>
                    </a:lnTo>
                    <a:lnTo>
                      <a:pt x="726" y="54"/>
                    </a:lnTo>
                    <a:lnTo>
                      <a:pt x="714" y="60"/>
                    </a:lnTo>
                    <a:lnTo>
                      <a:pt x="696" y="66"/>
                    </a:lnTo>
                    <a:lnTo>
                      <a:pt x="684" y="78"/>
                    </a:lnTo>
                    <a:lnTo>
                      <a:pt x="678" y="90"/>
                    </a:lnTo>
                    <a:lnTo>
                      <a:pt x="666" y="102"/>
                    </a:lnTo>
                    <a:lnTo>
                      <a:pt x="666" y="108"/>
                    </a:lnTo>
                    <a:lnTo>
                      <a:pt x="636" y="108"/>
                    </a:lnTo>
                    <a:lnTo>
                      <a:pt x="624" y="114"/>
                    </a:lnTo>
                    <a:lnTo>
                      <a:pt x="606" y="114"/>
                    </a:lnTo>
                    <a:lnTo>
                      <a:pt x="594" y="120"/>
                    </a:lnTo>
                    <a:lnTo>
                      <a:pt x="588" y="126"/>
                    </a:lnTo>
                    <a:lnTo>
                      <a:pt x="588" y="132"/>
                    </a:lnTo>
                    <a:lnTo>
                      <a:pt x="558" y="162"/>
                    </a:lnTo>
                    <a:lnTo>
                      <a:pt x="546" y="168"/>
                    </a:lnTo>
                    <a:lnTo>
                      <a:pt x="522" y="168"/>
                    </a:lnTo>
                    <a:lnTo>
                      <a:pt x="528" y="174"/>
                    </a:lnTo>
                    <a:lnTo>
                      <a:pt x="534" y="186"/>
                    </a:lnTo>
                    <a:lnTo>
                      <a:pt x="546" y="192"/>
                    </a:lnTo>
                    <a:lnTo>
                      <a:pt x="540" y="198"/>
                    </a:lnTo>
                    <a:lnTo>
                      <a:pt x="540" y="210"/>
                    </a:lnTo>
                    <a:lnTo>
                      <a:pt x="552" y="210"/>
                    </a:lnTo>
                    <a:lnTo>
                      <a:pt x="546" y="276"/>
                    </a:lnTo>
                    <a:lnTo>
                      <a:pt x="558" y="294"/>
                    </a:lnTo>
                    <a:lnTo>
                      <a:pt x="546" y="324"/>
                    </a:lnTo>
                    <a:lnTo>
                      <a:pt x="564" y="324"/>
                    </a:lnTo>
                    <a:lnTo>
                      <a:pt x="564" y="354"/>
                    </a:lnTo>
                    <a:lnTo>
                      <a:pt x="588" y="372"/>
                    </a:lnTo>
                    <a:lnTo>
                      <a:pt x="570" y="390"/>
                    </a:lnTo>
                    <a:lnTo>
                      <a:pt x="570" y="402"/>
                    </a:lnTo>
                    <a:lnTo>
                      <a:pt x="516" y="408"/>
                    </a:lnTo>
                    <a:lnTo>
                      <a:pt x="504" y="402"/>
                    </a:lnTo>
                    <a:lnTo>
                      <a:pt x="486" y="402"/>
                    </a:lnTo>
                    <a:lnTo>
                      <a:pt x="486" y="408"/>
                    </a:lnTo>
                    <a:lnTo>
                      <a:pt x="480" y="414"/>
                    </a:lnTo>
                    <a:lnTo>
                      <a:pt x="474" y="408"/>
                    </a:lnTo>
                    <a:lnTo>
                      <a:pt x="462" y="408"/>
                    </a:lnTo>
                    <a:lnTo>
                      <a:pt x="462" y="414"/>
                    </a:lnTo>
                    <a:lnTo>
                      <a:pt x="456" y="420"/>
                    </a:lnTo>
                    <a:lnTo>
                      <a:pt x="456" y="432"/>
                    </a:lnTo>
                    <a:lnTo>
                      <a:pt x="432" y="432"/>
                    </a:lnTo>
                    <a:lnTo>
                      <a:pt x="420" y="438"/>
                    </a:lnTo>
                    <a:lnTo>
                      <a:pt x="396" y="438"/>
                    </a:lnTo>
                    <a:lnTo>
                      <a:pt x="390" y="444"/>
                    </a:lnTo>
                    <a:lnTo>
                      <a:pt x="390" y="456"/>
                    </a:lnTo>
                    <a:lnTo>
                      <a:pt x="396" y="462"/>
                    </a:lnTo>
                    <a:lnTo>
                      <a:pt x="402" y="474"/>
                    </a:lnTo>
                    <a:lnTo>
                      <a:pt x="414" y="492"/>
                    </a:lnTo>
                    <a:lnTo>
                      <a:pt x="390" y="504"/>
                    </a:lnTo>
                    <a:lnTo>
                      <a:pt x="390" y="510"/>
                    </a:lnTo>
                    <a:lnTo>
                      <a:pt x="378" y="522"/>
                    </a:lnTo>
                    <a:lnTo>
                      <a:pt x="366" y="528"/>
                    </a:lnTo>
                    <a:lnTo>
                      <a:pt x="360" y="53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74" name="Asia">
              <a:extLst>
                <a:ext uri="{FF2B5EF4-FFF2-40B4-BE49-F238E27FC236}">
                  <a16:creationId xmlns:a16="http://schemas.microsoft.com/office/drawing/2014/main" id="{86B15410-E4D7-5E44-AA45-D10EF203FD83}"/>
                </a:ext>
              </a:extLst>
            </p:cNvPr>
            <p:cNvGrpSpPr/>
            <p:nvPr/>
          </p:nvGrpSpPr>
          <p:grpSpPr>
            <a:xfrm>
              <a:off x="6717296" y="2335344"/>
              <a:ext cx="3224821" cy="2161386"/>
              <a:chOff x="6717296" y="2335344"/>
              <a:chExt cx="3224821" cy="2161386"/>
            </a:xfrm>
          </p:grpSpPr>
          <p:sp>
            <p:nvSpPr>
              <p:cNvPr id="75" name="West Bank" descr="© INSCALE GmbH, 05.05.2010&#10;http://www.presentationload.com/">
                <a:extLst>
                  <a:ext uri="{FF2B5EF4-FFF2-40B4-BE49-F238E27FC236}">
                    <a16:creationId xmlns:a16="http://schemas.microsoft.com/office/drawing/2014/main" id="{9746A287-434C-A346-8508-083CF8D88CA4}"/>
                  </a:ext>
                </a:extLst>
              </p:cNvPr>
              <p:cNvSpPr>
                <a:spLocks/>
              </p:cNvSpPr>
              <p:nvPr/>
            </p:nvSpPr>
            <p:spPr bwMode="gray">
              <a:xfrm>
                <a:off x="6737019" y="3042110"/>
                <a:ext cx="18081" cy="39447"/>
              </a:xfrm>
              <a:custGeom>
                <a:avLst/>
                <a:gdLst>
                  <a:gd name="T0" fmla="*/ 2147483647 w 42"/>
                  <a:gd name="T1" fmla="*/ 2147483647 h 96"/>
                  <a:gd name="T2" fmla="*/ 2147483647 w 42"/>
                  <a:gd name="T3" fmla="*/ 2147483647 h 96"/>
                  <a:gd name="T4" fmla="*/ 2147483647 w 42"/>
                  <a:gd name="T5" fmla="*/ 2147483647 h 96"/>
                  <a:gd name="T6" fmla="*/ 2147483647 w 42"/>
                  <a:gd name="T7" fmla="*/ 0 h 96"/>
                  <a:gd name="T8" fmla="*/ 2147483647 w 42"/>
                  <a:gd name="T9" fmla="*/ 0 h 96"/>
                  <a:gd name="T10" fmla="*/ 0 w 42"/>
                  <a:gd name="T11" fmla="*/ 2147483647 h 96"/>
                  <a:gd name="T12" fmla="*/ 0 w 42"/>
                  <a:gd name="T13" fmla="*/ 2147483647 h 96"/>
                  <a:gd name="T14" fmla="*/ 2147483647 w 42"/>
                  <a:gd name="T15" fmla="*/ 2147483647 h 96"/>
                  <a:gd name="T16" fmla="*/ 2147483647 w 42"/>
                  <a:gd name="T17" fmla="*/ 2147483647 h 96"/>
                  <a:gd name="T18" fmla="*/ 2147483647 w 42"/>
                  <a:gd name="T19" fmla="*/ 2147483647 h 96"/>
                  <a:gd name="T20" fmla="*/ 2147483647 w 42"/>
                  <a:gd name="T21" fmla="*/ 2147483647 h 96"/>
                  <a:gd name="T22" fmla="*/ 2147483647 w 42"/>
                  <a:gd name="T23" fmla="*/ 214748364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96"/>
                  <a:gd name="T38" fmla="*/ 42 w 4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96">
                    <a:moveTo>
                      <a:pt x="24" y="78"/>
                    </a:moveTo>
                    <a:lnTo>
                      <a:pt x="30" y="84"/>
                    </a:lnTo>
                    <a:lnTo>
                      <a:pt x="42" y="72"/>
                    </a:lnTo>
                    <a:lnTo>
                      <a:pt x="36" y="0"/>
                    </a:lnTo>
                    <a:lnTo>
                      <a:pt x="18" y="0"/>
                    </a:lnTo>
                    <a:lnTo>
                      <a:pt x="0" y="18"/>
                    </a:lnTo>
                    <a:lnTo>
                      <a:pt x="0" y="90"/>
                    </a:lnTo>
                    <a:lnTo>
                      <a:pt x="6" y="96"/>
                    </a:lnTo>
                    <a:lnTo>
                      <a:pt x="12" y="90"/>
                    </a:lnTo>
                    <a:lnTo>
                      <a:pt x="18" y="90"/>
                    </a:lnTo>
                    <a:lnTo>
                      <a:pt x="18" y="84"/>
                    </a:lnTo>
                    <a:lnTo>
                      <a:pt x="24" y="7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76" name="Parcel Islands" descr="© INSCALE GmbH, 05.05.2010&#10;http://www.presentationload.com/">
                <a:extLst>
                  <a:ext uri="{FF2B5EF4-FFF2-40B4-BE49-F238E27FC236}">
                    <a16:creationId xmlns:a16="http://schemas.microsoft.com/office/drawing/2014/main" id="{D5437986-5F6E-2B4D-B146-5A5F7FC6F8B2}"/>
                  </a:ext>
                </a:extLst>
              </p:cNvPr>
              <p:cNvSpPr>
                <a:spLocks noEditPoints="1"/>
              </p:cNvSpPr>
              <p:nvPr/>
            </p:nvSpPr>
            <p:spPr bwMode="gray">
              <a:xfrm>
                <a:off x="9016749" y="3556567"/>
                <a:ext cx="39447" cy="26298"/>
              </a:xfrm>
              <a:custGeom>
                <a:avLst/>
                <a:gdLst>
                  <a:gd name="T0" fmla="*/ 2147483647 w 96"/>
                  <a:gd name="T1" fmla="*/ 2147483647 h 66"/>
                  <a:gd name="T2" fmla="*/ 2147483647 w 96"/>
                  <a:gd name="T3" fmla="*/ 2147483647 h 66"/>
                  <a:gd name="T4" fmla="*/ 0 w 96"/>
                  <a:gd name="T5" fmla="*/ 2147483647 h 66"/>
                  <a:gd name="T6" fmla="*/ 0 w 96"/>
                  <a:gd name="T7" fmla="*/ 2147483647 h 66"/>
                  <a:gd name="T8" fmla="*/ 2147483647 w 96"/>
                  <a:gd name="T9" fmla="*/ 2147483647 h 66"/>
                  <a:gd name="T10" fmla="*/ 2147483647 w 96"/>
                  <a:gd name="T11" fmla="*/ 2147483647 h 66"/>
                  <a:gd name="T12" fmla="*/ 2147483647 w 96"/>
                  <a:gd name="T13" fmla="*/ 2147483647 h 66"/>
                  <a:gd name="T14" fmla="*/ 2147483647 w 96"/>
                  <a:gd name="T15" fmla="*/ 2147483647 h 66"/>
                  <a:gd name="T16" fmla="*/ 2147483647 w 96"/>
                  <a:gd name="T17" fmla="*/ 2147483647 h 66"/>
                  <a:gd name="T18" fmla="*/ 2147483647 w 96"/>
                  <a:gd name="T19" fmla="*/ 0 h 66"/>
                  <a:gd name="T20" fmla="*/ 2147483647 w 96"/>
                  <a:gd name="T21" fmla="*/ 2147483647 h 66"/>
                  <a:gd name="T22" fmla="*/ 2147483647 w 96"/>
                  <a:gd name="T23" fmla="*/ 2147483647 h 66"/>
                  <a:gd name="T24" fmla="*/ 2147483647 w 96"/>
                  <a:gd name="T25" fmla="*/ 2147483647 h 66"/>
                  <a:gd name="T26" fmla="*/ 2147483647 w 96"/>
                  <a:gd name="T27" fmla="*/ 2147483647 h 66"/>
                  <a:gd name="T28" fmla="*/ 2147483647 w 96"/>
                  <a:gd name="T29" fmla="*/ 0 h 66"/>
                  <a:gd name="T30" fmla="*/ 2147483647 w 96"/>
                  <a:gd name="T31" fmla="*/ 0 h 66"/>
                  <a:gd name="T32" fmla="*/ 2147483647 w 96"/>
                  <a:gd name="T33" fmla="*/ 2147483647 h 66"/>
                  <a:gd name="T34" fmla="*/ 2147483647 w 96"/>
                  <a:gd name="T35" fmla="*/ 2147483647 h 66"/>
                  <a:gd name="T36" fmla="*/ 2147483647 w 96"/>
                  <a:gd name="T37" fmla="*/ 2147483647 h 66"/>
                  <a:gd name="T38" fmla="*/ 2147483647 w 96"/>
                  <a:gd name="T39" fmla="*/ 2147483647 h 66"/>
                  <a:gd name="T40" fmla="*/ 2147483647 w 96"/>
                  <a:gd name="T41" fmla="*/ 2147483647 h 66"/>
                  <a:gd name="T42" fmla="*/ 2147483647 w 96"/>
                  <a:gd name="T43" fmla="*/ 2147483647 h 66"/>
                  <a:gd name="T44" fmla="*/ 2147483647 w 96"/>
                  <a:gd name="T45" fmla="*/ 2147483647 h 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66"/>
                  <a:gd name="T71" fmla="*/ 96 w 96"/>
                  <a:gd name="T72" fmla="*/ 66 h 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66">
                    <a:moveTo>
                      <a:pt x="12" y="42"/>
                    </a:moveTo>
                    <a:lnTo>
                      <a:pt x="6" y="42"/>
                    </a:lnTo>
                    <a:lnTo>
                      <a:pt x="0" y="48"/>
                    </a:lnTo>
                    <a:lnTo>
                      <a:pt x="0" y="60"/>
                    </a:lnTo>
                    <a:lnTo>
                      <a:pt x="6" y="66"/>
                    </a:lnTo>
                    <a:lnTo>
                      <a:pt x="12" y="66"/>
                    </a:lnTo>
                    <a:lnTo>
                      <a:pt x="24" y="54"/>
                    </a:lnTo>
                    <a:lnTo>
                      <a:pt x="24" y="42"/>
                    </a:lnTo>
                    <a:lnTo>
                      <a:pt x="12" y="42"/>
                    </a:lnTo>
                    <a:close/>
                    <a:moveTo>
                      <a:pt x="42" y="0"/>
                    </a:moveTo>
                    <a:lnTo>
                      <a:pt x="42" y="18"/>
                    </a:lnTo>
                    <a:lnTo>
                      <a:pt x="54" y="30"/>
                    </a:lnTo>
                    <a:lnTo>
                      <a:pt x="60" y="30"/>
                    </a:lnTo>
                    <a:lnTo>
                      <a:pt x="72" y="24"/>
                    </a:lnTo>
                    <a:lnTo>
                      <a:pt x="48" y="0"/>
                    </a:lnTo>
                    <a:lnTo>
                      <a:pt x="42" y="0"/>
                    </a:lnTo>
                    <a:close/>
                    <a:moveTo>
                      <a:pt x="96" y="36"/>
                    </a:moveTo>
                    <a:lnTo>
                      <a:pt x="78" y="36"/>
                    </a:lnTo>
                    <a:lnTo>
                      <a:pt x="72" y="42"/>
                    </a:lnTo>
                    <a:lnTo>
                      <a:pt x="72" y="54"/>
                    </a:lnTo>
                    <a:lnTo>
                      <a:pt x="84" y="60"/>
                    </a:lnTo>
                    <a:lnTo>
                      <a:pt x="96" y="48"/>
                    </a:lnTo>
                    <a:lnTo>
                      <a:pt x="96" y="3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77" name="Yemen" descr="© INSCALE GmbH, 05.05.2010&#10;http://www.presentationload.com/">
                <a:extLst>
                  <a:ext uri="{FF2B5EF4-FFF2-40B4-BE49-F238E27FC236}">
                    <a16:creationId xmlns:a16="http://schemas.microsoft.com/office/drawing/2014/main" id="{489CACAD-2F0C-7648-8AAB-AD0D39BAA9B0}"/>
                  </a:ext>
                </a:extLst>
              </p:cNvPr>
              <p:cNvSpPr>
                <a:spLocks/>
              </p:cNvSpPr>
              <p:nvPr/>
            </p:nvSpPr>
            <p:spPr bwMode="gray">
              <a:xfrm>
                <a:off x="6988495" y="3497401"/>
                <a:ext cx="307360" cy="210386"/>
              </a:xfrm>
              <a:custGeom>
                <a:avLst/>
                <a:gdLst>
                  <a:gd name="T0" fmla="*/ 2147483647 w 732"/>
                  <a:gd name="T1" fmla="*/ 2147483647 h 498"/>
                  <a:gd name="T2" fmla="*/ 2147483647 w 732"/>
                  <a:gd name="T3" fmla="*/ 2147483647 h 498"/>
                  <a:gd name="T4" fmla="*/ 2147483647 w 732"/>
                  <a:gd name="T5" fmla="*/ 2147483647 h 498"/>
                  <a:gd name="T6" fmla="*/ 2147483647 w 732"/>
                  <a:gd name="T7" fmla="*/ 2147483647 h 498"/>
                  <a:gd name="T8" fmla="*/ 2147483647 w 732"/>
                  <a:gd name="T9" fmla="*/ 2147483647 h 498"/>
                  <a:gd name="T10" fmla="*/ 2147483647 w 732"/>
                  <a:gd name="T11" fmla="*/ 2147483647 h 498"/>
                  <a:gd name="T12" fmla="*/ 2147483647 w 732"/>
                  <a:gd name="T13" fmla="*/ 2147483647 h 498"/>
                  <a:gd name="T14" fmla="*/ 2147483647 w 732"/>
                  <a:gd name="T15" fmla="*/ 2147483647 h 498"/>
                  <a:gd name="T16" fmla="*/ 2147483647 w 732"/>
                  <a:gd name="T17" fmla="*/ 2147483647 h 498"/>
                  <a:gd name="T18" fmla="*/ 2147483647 w 732"/>
                  <a:gd name="T19" fmla="*/ 2147483647 h 498"/>
                  <a:gd name="T20" fmla="*/ 2147483647 w 732"/>
                  <a:gd name="T21" fmla="*/ 2147483647 h 498"/>
                  <a:gd name="T22" fmla="*/ 2147483647 w 732"/>
                  <a:gd name="T23" fmla="*/ 2147483647 h 498"/>
                  <a:gd name="T24" fmla="*/ 2147483647 w 732"/>
                  <a:gd name="T25" fmla="*/ 2147483647 h 498"/>
                  <a:gd name="T26" fmla="*/ 2147483647 w 732"/>
                  <a:gd name="T27" fmla="*/ 2147483647 h 498"/>
                  <a:gd name="T28" fmla="*/ 2147483647 w 732"/>
                  <a:gd name="T29" fmla="*/ 2147483647 h 498"/>
                  <a:gd name="T30" fmla="*/ 0 w 732"/>
                  <a:gd name="T31" fmla="*/ 2147483647 h 498"/>
                  <a:gd name="T32" fmla="*/ 2147483647 w 732"/>
                  <a:gd name="T33" fmla="*/ 2147483647 h 498"/>
                  <a:gd name="T34" fmla="*/ 2147483647 w 732"/>
                  <a:gd name="T35" fmla="*/ 2147483647 h 498"/>
                  <a:gd name="T36" fmla="*/ 2147483647 w 732"/>
                  <a:gd name="T37" fmla="*/ 2147483647 h 498"/>
                  <a:gd name="T38" fmla="*/ 2147483647 w 732"/>
                  <a:gd name="T39" fmla="*/ 2147483647 h 498"/>
                  <a:gd name="T40" fmla="*/ 2147483647 w 732"/>
                  <a:gd name="T41" fmla="*/ 2147483647 h 498"/>
                  <a:gd name="T42" fmla="*/ 2147483647 w 732"/>
                  <a:gd name="T43" fmla="*/ 2147483647 h 498"/>
                  <a:gd name="T44" fmla="*/ 2147483647 w 732"/>
                  <a:gd name="T45" fmla="*/ 2147483647 h 498"/>
                  <a:gd name="T46" fmla="*/ 2147483647 w 732"/>
                  <a:gd name="T47" fmla="*/ 2147483647 h 498"/>
                  <a:gd name="T48" fmla="*/ 2147483647 w 732"/>
                  <a:gd name="T49" fmla="*/ 2147483647 h 498"/>
                  <a:gd name="T50" fmla="*/ 2147483647 w 732"/>
                  <a:gd name="T51" fmla="*/ 2147483647 h 498"/>
                  <a:gd name="T52" fmla="*/ 2147483647 w 732"/>
                  <a:gd name="T53" fmla="*/ 2147483647 h 498"/>
                  <a:gd name="T54" fmla="*/ 2147483647 w 732"/>
                  <a:gd name="T55" fmla="*/ 2147483647 h 498"/>
                  <a:gd name="T56" fmla="*/ 2147483647 w 732"/>
                  <a:gd name="T57" fmla="*/ 2147483647 h 498"/>
                  <a:gd name="T58" fmla="*/ 2147483647 w 732"/>
                  <a:gd name="T59" fmla="*/ 2147483647 h 498"/>
                  <a:gd name="T60" fmla="*/ 2147483647 w 732"/>
                  <a:gd name="T61" fmla="*/ 2147483647 h 498"/>
                  <a:gd name="T62" fmla="*/ 2147483647 w 732"/>
                  <a:gd name="T63" fmla="*/ 2147483647 h 498"/>
                  <a:gd name="T64" fmla="*/ 2147483647 w 732"/>
                  <a:gd name="T65" fmla="*/ 2147483647 h 498"/>
                  <a:gd name="T66" fmla="*/ 2147483647 w 732"/>
                  <a:gd name="T67" fmla="*/ 2147483647 h 498"/>
                  <a:gd name="T68" fmla="*/ 2147483647 w 732"/>
                  <a:gd name="T69" fmla="*/ 2147483647 h 498"/>
                  <a:gd name="T70" fmla="*/ 2147483647 w 732"/>
                  <a:gd name="T71" fmla="*/ 2147483647 h 498"/>
                  <a:gd name="T72" fmla="*/ 2147483647 w 732"/>
                  <a:gd name="T73" fmla="*/ 2147483647 h 498"/>
                  <a:gd name="T74" fmla="*/ 2147483647 w 732"/>
                  <a:gd name="T75" fmla="*/ 2147483647 h 498"/>
                  <a:gd name="T76" fmla="*/ 2147483647 w 732"/>
                  <a:gd name="T77" fmla="*/ 0 h 498"/>
                  <a:gd name="T78" fmla="*/ 2147483647 w 732"/>
                  <a:gd name="T79" fmla="*/ 2147483647 h 498"/>
                  <a:gd name="T80" fmla="*/ 2147483647 w 732"/>
                  <a:gd name="T81" fmla="*/ 2147483647 h 4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2"/>
                  <a:gd name="T124" fmla="*/ 0 h 498"/>
                  <a:gd name="T125" fmla="*/ 732 w 732"/>
                  <a:gd name="T126" fmla="*/ 498 h 4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2" h="498">
                    <a:moveTo>
                      <a:pt x="468" y="24"/>
                    </a:moveTo>
                    <a:lnTo>
                      <a:pt x="450" y="30"/>
                    </a:lnTo>
                    <a:lnTo>
                      <a:pt x="420" y="36"/>
                    </a:lnTo>
                    <a:lnTo>
                      <a:pt x="390" y="54"/>
                    </a:lnTo>
                    <a:lnTo>
                      <a:pt x="372" y="72"/>
                    </a:lnTo>
                    <a:lnTo>
                      <a:pt x="366" y="84"/>
                    </a:lnTo>
                    <a:lnTo>
                      <a:pt x="354" y="96"/>
                    </a:lnTo>
                    <a:lnTo>
                      <a:pt x="348" y="108"/>
                    </a:lnTo>
                    <a:lnTo>
                      <a:pt x="342" y="114"/>
                    </a:lnTo>
                    <a:lnTo>
                      <a:pt x="336" y="126"/>
                    </a:lnTo>
                    <a:lnTo>
                      <a:pt x="336" y="144"/>
                    </a:lnTo>
                    <a:lnTo>
                      <a:pt x="330" y="150"/>
                    </a:lnTo>
                    <a:lnTo>
                      <a:pt x="324" y="162"/>
                    </a:lnTo>
                    <a:lnTo>
                      <a:pt x="312" y="162"/>
                    </a:lnTo>
                    <a:lnTo>
                      <a:pt x="300" y="156"/>
                    </a:lnTo>
                    <a:lnTo>
                      <a:pt x="294" y="144"/>
                    </a:lnTo>
                    <a:lnTo>
                      <a:pt x="288" y="138"/>
                    </a:lnTo>
                    <a:lnTo>
                      <a:pt x="210" y="138"/>
                    </a:lnTo>
                    <a:lnTo>
                      <a:pt x="204" y="132"/>
                    </a:lnTo>
                    <a:lnTo>
                      <a:pt x="192" y="126"/>
                    </a:lnTo>
                    <a:lnTo>
                      <a:pt x="102" y="126"/>
                    </a:lnTo>
                    <a:lnTo>
                      <a:pt x="96" y="132"/>
                    </a:lnTo>
                    <a:lnTo>
                      <a:pt x="72" y="138"/>
                    </a:lnTo>
                    <a:lnTo>
                      <a:pt x="54" y="120"/>
                    </a:lnTo>
                    <a:lnTo>
                      <a:pt x="48" y="120"/>
                    </a:lnTo>
                    <a:lnTo>
                      <a:pt x="42" y="126"/>
                    </a:lnTo>
                    <a:lnTo>
                      <a:pt x="36" y="138"/>
                    </a:lnTo>
                    <a:lnTo>
                      <a:pt x="36" y="186"/>
                    </a:lnTo>
                    <a:lnTo>
                      <a:pt x="30" y="192"/>
                    </a:lnTo>
                    <a:lnTo>
                      <a:pt x="24" y="204"/>
                    </a:lnTo>
                    <a:lnTo>
                      <a:pt x="12" y="216"/>
                    </a:lnTo>
                    <a:lnTo>
                      <a:pt x="0" y="252"/>
                    </a:lnTo>
                    <a:lnTo>
                      <a:pt x="0" y="258"/>
                    </a:lnTo>
                    <a:lnTo>
                      <a:pt x="18" y="276"/>
                    </a:lnTo>
                    <a:lnTo>
                      <a:pt x="24" y="288"/>
                    </a:lnTo>
                    <a:lnTo>
                      <a:pt x="36" y="294"/>
                    </a:lnTo>
                    <a:lnTo>
                      <a:pt x="24" y="408"/>
                    </a:lnTo>
                    <a:lnTo>
                      <a:pt x="54" y="444"/>
                    </a:lnTo>
                    <a:lnTo>
                      <a:pt x="54" y="456"/>
                    </a:lnTo>
                    <a:lnTo>
                      <a:pt x="60" y="468"/>
                    </a:lnTo>
                    <a:lnTo>
                      <a:pt x="78" y="486"/>
                    </a:lnTo>
                    <a:lnTo>
                      <a:pt x="90" y="492"/>
                    </a:lnTo>
                    <a:lnTo>
                      <a:pt x="114" y="498"/>
                    </a:lnTo>
                    <a:lnTo>
                      <a:pt x="132" y="498"/>
                    </a:lnTo>
                    <a:lnTo>
                      <a:pt x="150" y="492"/>
                    </a:lnTo>
                    <a:lnTo>
                      <a:pt x="162" y="486"/>
                    </a:lnTo>
                    <a:lnTo>
                      <a:pt x="168" y="480"/>
                    </a:lnTo>
                    <a:lnTo>
                      <a:pt x="186" y="444"/>
                    </a:lnTo>
                    <a:lnTo>
                      <a:pt x="198" y="432"/>
                    </a:lnTo>
                    <a:lnTo>
                      <a:pt x="210" y="432"/>
                    </a:lnTo>
                    <a:lnTo>
                      <a:pt x="228" y="438"/>
                    </a:lnTo>
                    <a:lnTo>
                      <a:pt x="270" y="438"/>
                    </a:lnTo>
                    <a:lnTo>
                      <a:pt x="324" y="432"/>
                    </a:lnTo>
                    <a:lnTo>
                      <a:pt x="366" y="426"/>
                    </a:lnTo>
                    <a:lnTo>
                      <a:pt x="390" y="414"/>
                    </a:lnTo>
                    <a:lnTo>
                      <a:pt x="402" y="402"/>
                    </a:lnTo>
                    <a:lnTo>
                      <a:pt x="414" y="384"/>
                    </a:lnTo>
                    <a:lnTo>
                      <a:pt x="426" y="372"/>
                    </a:lnTo>
                    <a:lnTo>
                      <a:pt x="450" y="360"/>
                    </a:lnTo>
                    <a:lnTo>
                      <a:pt x="462" y="348"/>
                    </a:lnTo>
                    <a:lnTo>
                      <a:pt x="474" y="342"/>
                    </a:lnTo>
                    <a:lnTo>
                      <a:pt x="486" y="330"/>
                    </a:lnTo>
                    <a:lnTo>
                      <a:pt x="504" y="324"/>
                    </a:lnTo>
                    <a:lnTo>
                      <a:pt x="528" y="312"/>
                    </a:lnTo>
                    <a:lnTo>
                      <a:pt x="546" y="306"/>
                    </a:lnTo>
                    <a:lnTo>
                      <a:pt x="558" y="294"/>
                    </a:lnTo>
                    <a:lnTo>
                      <a:pt x="594" y="276"/>
                    </a:lnTo>
                    <a:lnTo>
                      <a:pt x="666" y="276"/>
                    </a:lnTo>
                    <a:lnTo>
                      <a:pt x="666" y="270"/>
                    </a:lnTo>
                    <a:lnTo>
                      <a:pt x="672" y="264"/>
                    </a:lnTo>
                    <a:lnTo>
                      <a:pt x="684" y="240"/>
                    </a:lnTo>
                    <a:lnTo>
                      <a:pt x="690" y="222"/>
                    </a:lnTo>
                    <a:lnTo>
                      <a:pt x="702" y="210"/>
                    </a:lnTo>
                    <a:lnTo>
                      <a:pt x="708" y="198"/>
                    </a:lnTo>
                    <a:lnTo>
                      <a:pt x="720" y="192"/>
                    </a:lnTo>
                    <a:lnTo>
                      <a:pt x="720" y="186"/>
                    </a:lnTo>
                    <a:lnTo>
                      <a:pt x="732" y="186"/>
                    </a:lnTo>
                    <a:lnTo>
                      <a:pt x="648" y="0"/>
                    </a:lnTo>
                    <a:lnTo>
                      <a:pt x="630" y="0"/>
                    </a:lnTo>
                    <a:lnTo>
                      <a:pt x="588" y="6"/>
                    </a:lnTo>
                    <a:lnTo>
                      <a:pt x="540" y="18"/>
                    </a:lnTo>
                    <a:lnTo>
                      <a:pt x="492" y="24"/>
                    </a:lnTo>
                    <a:lnTo>
                      <a:pt x="468" y="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78" name="Uzbekistan" descr="© INSCALE GmbH, 05.05.2010&#10;http://www.presentationload.com/">
                <a:extLst>
                  <a:ext uri="{FF2B5EF4-FFF2-40B4-BE49-F238E27FC236}">
                    <a16:creationId xmlns:a16="http://schemas.microsoft.com/office/drawing/2014/main" id="{18C51DB3-F36F-4C40-AB8F-A528FE10D998}"/>
                  </a:ext>
                </a:extLst>
              </p:cNvPr>
              <p:cNvSpPr>
                <a:spLocks/>
              </p:cNvSpPr>
              <p:nvPr/>
            </p:nvSpPr>
            <p:spPr bwMode="gray">
              <a:xfrm>
                <a:off x="7258053" y="2603259"/>
                <a:ext cx="498024" cy="279419"/>
              </a:xfrm>
              <a:custGeom>
                <a:avLst/>
                <a:gdLst>
                  <a:gd name="T0" fmla="*/ 2147483647 w 1182"/>
                  <a:gd name="T1" fmla="*/ 2147483647 h 666"/>
                  <a:gd name="T2" fmla="*/ 2147483647 w 1182"/>
                  <a:gd name="T3" fmla="*/ 2147483647 h 666"/>
                  <a:gd name="T4" fmla="*/ 2147483647 w 1182"/>
                  <a:gd name="T5" fmla="*/ 2147483647 h 666"/>
                  <a:gd name="T6" fmla="*/ 2147483647 w 1182"/>
                  <a:gd name="T7" fmla="*/ 2147483647 h 666"/>
                  <a:gd name="T8" fmla="*/ 2147483647 w 1182"/>
                  <a:gd name="T9" fmla="*/ 2147483647 h 666"/>
                  <a:gd name="T10" fmla="*/ 2147483647 w 1182"/>
                  <a:gd name="T11" fmla="*/ 2147483647 h 666"/>
                  <a:gd name="T12" fmla="*/ 2147483647 w 1182"/>
                  <a:gd name="T13" fmla="*/ 2147483647 h 666"/>
                  <a:gd name="T14" fmla="*/ 2147483647 w 1182"/>
                  <a:gd name="T15" fmla="*/ 2147483647 h 666"/>
                  <a:gd name="T16" fmla="*/ 2147483647 w 1182"/>
                  <a:gd name="T17" fmla="*/ 2147483647 h 666"/>
                  <a:gd name="T18" fmla="*/ 2147483647 w 1182"/>
                  <a:gd name="T19" fmla="*/ 2147483647 h 666"/>
                  <a:gd name="T20" fmla="*/ 2147483647 w 1182"/>
                  <a:gd name="T21" fmla="*/ 2147483647 h 666"/>
                  <a:gd name="T22" fmla="*/ 2147483647 w 1182"/>
                  <a:gd name="T23" fmla="*/ 2147483647 h 666"/>
                  <a:gd name="T24" fmla="*/ 2147483647 w 1182"/>
                  <a:gd name="T25" fmla="*/ 2147483647 h 666"/>
                  <a:gd name="T26" fmla="*/ 2147483647 w 1182"/>
                  <a:gd name="T27" fmla="*/ 2147483647 h 666"/>
                  <a:gd name="T28" fmla="*/ 2147483647 w 1182"/>
                  <a:gd name="T29" fmla="*/ 2147483647 h 666"/>
                  <a:gd name="T30" fmla="*/ 2147483647 w 1182"/>
                  <a:gd name="T31" fmla="*/ 2147483647 h 666"/>
                  <a:gd name="T32" fmla="*/ 2147483647 w 1182"/>
                  <a:gd name="T33" fmla="*/ 2147483647 h 666"/>
                  <a:gd name="T34" fmla="*/ 2147483647 w 1182"/>
                  <a:gd name="T35" fmla="*/ 2147483647 h 666"/>
                  <a:gd name="T36" fmla="*/ 2147483647 w 1182"/>
                  <a:gd name="T37" fmla="*/ 2147483647 h 666"/>
                  <a:gd name="T38" fmla="*/ 2147483647 w 1182"/>
                  <a:gd name="T39" fmla="*/ 2147483647 h 666"/>
                  <a:gd name="T40" fmla="*/ 2147483647 w 1182"/>
                  <a:gd name="T41" fmla="*/ 2147483647 h 666"/>
                  <a:gd name="T42" fmla="*/ 2147483647 w 1182"/>
                  <a:gd name="T43" fmla="*/ 2147483647 h 666"/>
                  <a:gd name="T44" fmla="*/ 2147483647 w 1182"/>
                  <a:gd name="T45" fmla="*/ 2147483647 h 666"/>
                  <a:gd name="T46" fmla="*/ 2147483647 w 1182"/>
                  <a:gd name="T47" fmla="*/ 2147483647 h 666"/>
                  <a:gd name="T48" fmla="*/ 2147483647 w 1182"/>
                  <a:gd name="T49" fmla="*/ 2147483647 h 666"/>
                  <a:gd name="T50" fmla="*/ 2147483647 w 1182"/>
                  <a:gd name="T51" fmla="*/ 2147483647 h 666"/>
                  <a:gd name="T52" fmla="*/ 2147483647 w 1182"/>
                  <a:gd name="T53" fmla="*/ 2147483647 h 666"/>
                  <a:gd name="T54" fmla="*/ 2147483647 w 1182"/>
                  <a:gd name="T55" fmla="*/ 2147483647 h 666"/>
                  <a:gd name="T56" fmla="*/ 2147483647 w 1182"/>
                  <a:gd name="T57" fmla="*/ 2147483647 h 666"/>
                  <a:gd name="T58" fmla="*/ 2147483647 w 1182"/>
                  <a:gd name="T59" fmla="*/ 2147483647 h 666"/>
                  <a:gd name="T60" fmla="*/ 2147483647 w 1182"/>
                  <a:gd name="T61" fmla="*/ 2147483647 h 666"/>
                  <a:gd name="T62" fmla="*/ 2147483647 w 1182"/>
                  <a:gd name="T63" fmla="*/ 2147483647 h 666"/>
                  <a:gd name="T64" fmla="*/ 2147483647 w 1182"/>
                  <a:gd name="T65" fmla="*/ 2147483647 h 666"/>
                  <a:gd name="T66" fmla="*/ 2147483647 w 1182"/>
                  <a:gd name="T67" fmla="*/ 2147483647 h 666"/>
                  <a:gd name="T68" fmla="*/ 2147483647 w 1182"/>
                  <a:gd name="T69" fmla="*/ 2147483647 h 666"/>
                  <a:gd name="T70" fmla="*/ 2147483647 w 1182"/>
                  <a:gd name="T71" fmla="*/ 2147483647 h 666"/>
                  <a:gd name="T72" fmla="*/ 2147483647 w 1182"/>
                  <a:gd name="T73" fmla="*/ 2147483647 h 666"/>
                  <a:gd name="T74" fmla="*/ 2147483647 w 1182"/>
                  <a:gd name="T75" fmla="*/ 2147483647 h 666"/>
                  <a:gd name="T76" fmla="*/ 2147483647 w 1182"/>
                  <a:gd name="T77" fmla="*/ 2147483647 h 666"/>
                  <a:gd name="T78" fmla="*/ 2147483647 w 1182"/>
                  <a:gd name="T79" fmla="*/ 2147483647 h 666"/>
                  <a:gd name="T80" fmla="*/ 2147483647 w 1182"/>
                  <a:gd name="T81" fmla="*/ 2147483647 h 666"/>
                  <a:gd name="T82" fmla="*/ 2147483647 w 1182"/>
                  <a:gd name="T83" fmla="*/ 2147483647 h 666"/>
                  <a:gd name="T84" fmla="*/ 2147483647 w 1182"/>
                  <a:gd name="T85" fmla="*/ 2147483647 h 666"/>
                  <a:gd name="T86" fmla="*/ 2147483647 w 1182"/>
                  <a:gd name="T87" fmla="*/ 2147483647 h 666"/>
                  <a:gd name="T88" fmla="*/ 2147483647 w 1182"/>
                  <a:gd name="T89" fmla="*/ 2147483647 h 666"/>
                  <a:gd name="T90" fmla="*/ 2147483647 w 1182"/>
                  <a:gd name="T91" fmla="*/ 2147483647 h 666"/>
                  <a:gd name="T92" fmla="*/ 2147483647 w 1182"/>
                  <a:gd name="T93" fmla="*/ 2147483647 h 666"/>
                  <a:gd name="T94" fmla="*/ 2147483647 w 1182"/>
                  <a:gd name="T95" fmla="*/ 2147483647 h 666"/>
                  <a:gd name="T96" fmla="*/ 2147483647 w 1182"/>
                  <a:gd name="T97" fmla="*/ 2147483647 h 666"/>
                  <a:gd name="T98" fmla="*/ 2147483647 w 1182"/>
                  <a:gd name="T99" fmla="*/ 2147483647 h 666"/>
                  <a:gd name="T100" fmla="*/ 2147483647 w 1182"/>
                  <a:gd name="T101" fmla="*/ 2147483647 h 666"/>
                  <a:gd name="T102" fmla="*/ 2147483647 w 1182"/>
                  <a:gd name="T103" fmla="*/ 2147483647 h 666"/>
                  <a:gd name="T104" fmla="*/ 2147483647 w 1182"/>
                  <a:gd name="T105" fmla="*/ 2147483647 h 666"/>
                  <a:gd name="T106" fmla="*/ 2147483647 w 1182"/>
                  <a:gd name="T107" fmla="*/ 2147483647 h 666"/>
                  <a:gd name="T108" fmla="*/ 2147483647 w 1182"/>
                  <a:gd name="T109" fmla="*/ 2147483647 h 666"/>
                  <a:gd name="T110" fmla="*/ 2147483647 w 1182"/>
                  <a:gd name="T111" fmla="*/ 2147483647 h 666"/>
                  <a:gd name="T112" fmla="*/ 2147483647 w 1182"/>
                  <a:gd name="T113" fmla="*/ 2147483647 h 666"/>
                  <a:gd name="T114" fmla="*/ 2147483647 w 1182"/>
                  <a:gd name="T115" fmla="*/ 2147483647 h 66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82"/>
                  <a:gd name="T175" fmla="*/ 0 h 666"/>
                  <a:gd name="T176" fmla="*/ 1182 w 1182"/>
                  <a:gd name="T177" fmla="*/ 666 h 66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82" h="666">
                    <a:moveTo>
                      <a:pt x="1152" y="372"/>
                    </a:moveTo>
                    <a:lnTo>
                      <a:pt x="1146" y="360"/>
                    </a:lnTo>
                    <a:lnTo>
                      <a:pt x="1122" y="360"/>
                    </a:lnTo>
                    <a:lnTo>
                      <a:pt x="1116" y="342"/>
                    </a:lnTo>
                    <a:lnTo>
                      <a:pt x="1098" y="342"/>
                    </a:lnTo>
                    <a:lnTo>
                      <a:pt x="1080" y="318"/>
                    </a:lnTo>
                    <a:lnTo>
                      <a:pt x="1080" y="330"/>
                    </a:lnTo>
                    <a:lnTo>
                      <a:pt x="1068" y="330"/>
                    </a:lnTo>
                    <a:lnTo>
                      <a:pt x="1068" y="342"/>
                    </a:lnTo>
                    <a:lnTo>
                      <a:pt x="1032" y="342"/>
                    </a:lnTo>
                    <a:lnTo>
                      <a:pt x="1020" y="330"/>
                    </a:lnTo>
                    <a:lnTo>
                      <a:pt x="990" y="318"/>
                    </a:lnTo>
                    <a:lnTo>
                      <a:pt x="1038" y="270"/>
                    </a:lnTo>
                    <a:lnTo>
                      <a:pt x="1038" y="264"/>
                    </a:lnTo>
                    <a:lnTo>
                      <a:pt x="1032" y="264"/>
                    </a:lnTo>
                    <a:lnTo>
                      <a:pt x="1032" y="258"/>
                    </a:lnTo>
                    <a:lnTo>
                      <a:pt x="1002" y="276"/>
                    </a:lnTo>
                    <a:lnTo>
                      <a:pt x="978" y="276"/>
                    </a:lnTo>
                    <a:lnTo>
                      <a:pt x="966" y="300"/>
                    </a:lnTo>
                    <a:lnTo>
                      <a:pt x="960" y="300"/>
                    </a:lnTo>
                    <a:lnTo>
                      <a:pt x="954" y="306"/>
                    </a:lnTo>
                    <a:lnTo>
                      <a:pt x="942" y="306"/>
                    </a:lnTo>
                    <a:lnTo>
                      <a:pt x="930" y="312"/>
                    </a:lnTo>
                    <a:lnTo>
                      <a:pt x="918" y="324"/>
                    </a:lnTo>
                    <a:lnTo>
                      <a:pt x="918" y="342"/>
                    </a:lnTo>
                    <a:lnTo>
                      <a:pt x="912" y="342"/>
                    </a:lnTo>
                    <a:lnTo>
                      <a:pt x="906" y="348"/>
                    </a:lnTo>
                    <a:lnTo>
                      <a:pt x="894" y="354"/>
                    </a:lnTo>
                    <a:lnTo>
                      <a:pt x="882" y="366"/>
                    </a:lnTo>
                    <a:lnTo>
                      <a:pt x="882" y="378"/>
                    </a:lnTo>
                    <a:lnTo>
                      <a:pt x="888" y="384"/>
                    </a:lnTo>
                    <a:lnTo>
                      <a:pt x="888" y="396"/>
                    </a:lnTo>
                    <a:lnTo>
                      <a:pt x="882" y="390"/>
                    </a:lnTo>
                    <a:lnTo>
                      <a:pt x="870" y="390"/>
                    </a:lnTo>
                    <a:lnTo>
                      <a:pt x="858" y="384"/>
                    </a:lnTo>
                    <a:lnTo>
                      <a:pt x="852" y="384"/>
                    </a:lnTo>
                    <a:lnTo>
                      <a:pt x="852" y="372"/>
                    </a:lnTo>
                    <a:lnTo>
                      <a:pt x="858" y="366"/>
                    </a:lnTo>
                    <a:lnTo>
                      <a:pt x="858" y="348"/>
                    </a:lnTo>
                    <a:lnTo>
                      <a:pt x="840" y="342"/>
                    </a:lnTo>
                    <a:lnTo>
                      <a:pt x="762" y="342"/>
                    </a:lnTo>
                    <a:lnTo>
                      <a:pt x="732" y="282"/>
                    </a:lnTo>
                    <a:lnTo>
                      <a:pt x="726" y="276"/>
                    </a:lnTo>
                    <a:lnTo>
                      <a:pt x="714" y="276"/>
                    </a:lnTo>
                    <a:lnTo>
                      <a:pt x="708" y="282"/>
                    </a:lnTo>
                    <a:lnTo>
                      <a:pt x="702" y="282"/>
                    </a:lnTo>
                    <a:lnTo>
                      <a:pt x="696" y="276"/>
                    </a:lnTo>
                    <a:lnTo>
                      <a:pt x="696" y="234"/>
                    </a:lnTo>
                    <a:lnTo>
                      <a:pt x="690" y="216"/>
                    </a:lnTo>
                    <a:lnTo>
                      <a:pt x="690" y="204"/>
                    </a:lnTo>
                    <a:lnTo>
                      <a:pt x="660" y="204"/>
                    </a:lnTo>
                    <a:lnTo>
                      <a:pt x="654" y="192"/>
                    </a:lnTo>
                    <a:lnTo>
                      <a:pt x="642" y="186"/>
                    </a:lnTo>
                    <a:lnTo>
                      <a:pt x="636" y="168"/>
                    </a:lnTo>
                    <a:lnTo>
                      <a:pt x="618" y="150"/>
                    </a:lnTo>
                    <a:lnTo>
                      <a:pt x="612" y="138"/>
                    </a:lnTo>
                    <a:lnTo>
                      <a:pt x="600" y="138"/>
                    </a:lnTo>
                    <a:lnTo>
                      <a:pt x="576" y="150"/>
                    </a:lnTo>
                    <a:lnTo>
                      <a:pt x="570" y="156"/>
                    </a:lnTo>
                    <a:lnTo>
                      <a:pt x="552" y="156"/>
                    </a:lnTo>
                    <a:lnTo>
                      <a:pt x="534" y="150"/>
                    </a:lnTo>
                    <a:lnTo>
                      <a:pt x="474" y="150"/>
                    </a:lnTo>
                    <a:lnTo>
                      <a:pt x="456" y="156"/>
                    </a:lnTo>
                    <a:lnTo>
                      <a:pt x="420" y="156"/>
                    </a:lnTo>
                    <a:lnTo>
                      <a:pt x="414" y="162"/>
                    </a:lnTo>
                    <a:lnTo>
                      <a:pt x="408" y="162"/>
                    </a:lnTo>
                    <a:lnTo>
                      <a:pt x="330" y="90"/>
                    </a:lnTo>
                    <a:lnTo>
                      <a:pt x="264" y="54"/>
                    </a:lnTo>
                    <a:lnTo>
                      <a:pt x="270" y="66"/>
                    </a:lnTo>
                    <a:lnTo>
                      <a:pt x="270" y="90"/>
                    </a:lnTo>
                    <a:lnTo>
                      <a:pt x="264" y="102"/>
                    </a:lnTo>
                    <a:lnTo>
                      <a:pt x="258" y="108"/>
                    </a:lnTo>
                    <a:lnTo>
                      <a:pt x="240" y="108"/>
                    </a:lnTo>
                    <a:lnTo>
                      <a:pt x="228" y="102"/>
                    </a:lnTo>
                    <a:lnTo>
                      <a:pt x="222" y="96"/>
                    </a:lnTo>
                    <a:lnTo>
                      <a:pt x="222" y="78"/>
                    </a:lnTo>
                    <a:lnTo>
                      <a:pt x="210" y="54"/>
                    </a:lnTo>
                    <a:lnTo>
                      <a:pt x="216" y="36"/>
                    </a:lnTo>
                    <a:lnTo>
                      <a:pt x="162" y="12"/>
                    </a:lnTo>
                    <a:lnTo>
                      <a:pt x="156" y="30"/>
                    </a:lnTo>
                    <a:lnTo>
                      <a:pt x="168" y="36"/>
                    </a:lnTo>
                    <a:lnTo>
                      <a:pt x="174" y="48"/>
                    </a:lnTo>
                    <a:lnTo>
                      <a:pt x="174" y="72"/>
                    </a:lnTo>
                    <a:lnTo>
                      <a:pt x="168" y="78"/>
                    </a:lnTo>
                    <a:lnTo>
                      <a:pt x="156" y="84"/>
                    </a:lnTo>
                    <a:lnTo>
                      <a:pt x="150" y="84"/>
                    </a:lnTo>
                    <a:lnTo>
                      <a:pt x="144" y="78"/>
                    </a:lnTo>
                    <a:lnTo>
                      <a:pt x="144" y="60"/>
                    </a:lnTo>
                    <a:lnTo>
                      <a:pt x="132" y="48"/>
                    </a:lnTo>
                    <a:lnTo>
                      <a:pt x="132" y="42"/>
                    </a:lnTo>
                    <a:lnTo>
                      <a:pt x="144" y="30"/>
                    </a:lnTo>
                    <a:lnTo>
                      <a:pt x="150" y="6"/>
                    </a:lnTo>
                    <a:lnTo>
                      <a:pt x="144" y="0"/>
                    </a:lnTo>
                    <a:lnTo>
                      <a:pt x="0" y="42"/>
                    </a:lnTo>
                    <a:lnTo>
                      <a:pt x="48" y="324"/>
                    </a:lnTo>
                    <a:lnTo>
                      <a:pt x="60" y="324"/>
                    </a:lnTo>
                    <a:lnTo>
                      <a:pt x="72" y="336"/>
                    </a:lnTo>
                    <a:lnTo>
                      <a:pt x="138" y="336"/>
                    </a:lnTo>
                    <a:lnTo>
                      <a:pt x="132" y="324"/>
                    </a:lnTo>
                    <a:lnTo>
                      <a:pt x="120" y="318"/>
                    </a:lnTo>
                    <a:lnTo>
                      <a:pt x="114" y="300"/>
                    </a:lnTo>
                    <a:lnTo>
                      <a:pt x="114" y="288"/>
                    </a:lnTo>
                    <a:lnTo>
                      <a:pt x="132" y="270"/>
                    </a:lnTo>
                    <a:lnTo>
                      <a:pt x="144" y="264"/>
                    </a:lnTo>
                    <a:lnTo>
                      <a:pt x="156" y="264"/>
                    </a:lnTo>
                    <a:lnTo>
                      <a:pt x="162" y="258"/>
                    </a:lnTo>
                    <a:lnTo>
                      <a:pt x="168" y="258"/>
                    </a:lnTo>
                    <a:lnTo>
                      <a:pt x="168" y="246"/>
                    </a:lnTo>
                    <a:lnTo>
                      <a:pt x="174" y="240"/>
                    </a:lnTo>
                    <a:lnTo>
                      <a:pt x="180" y="240"/>
                    </a:lnTo>
                    <a:lnTo>
                      <a:pt x="186" y="246"/>
                    </a:lnTo>
                    <a:lnTo>
                      <a:pt x="198" y="246"/>
                    </a:lnTo>
                    <a:lnTo>
                      <a:pt x="204" y="252"/>
                    </a:lnTo>
                    <a:lnTo>
                      <a:pt x="174" y="222"/>
                    </a:lnTo>
                    <a:lnTo>
                      <a:pt x="204" y="228"/>
                    </a:lnTo>
                    <a:lnTo>
                      <a:pt x="210" y="216"/>
                    </a:lnTo>
                    <a:lnTo>
                      <a:pt x="228" y="240"/>
                    </a:lnTo>
                    <a:lnTo>
                      <a:pt x="252" y="240"/>
                    </a:lnTo>
                    <a:lnTo>
                      <a:pt x="252" y="252"/>
                    </a:lnTo>
                    <a:lnTo>
                      <a:pt x="264" y="258"/>
                    </a:lnTo>
                    <a:lnTo>
                      <a:pt x="300" y="258"/>
                    </a:lnTo>
                    <a:lnTo>
                      <a:pt x="306" y="264"/>
                    </a:lnTo>
                    <a:lnTo>
                      <a:pt x="312" y="276"/>
                    </a:lnTo>
                    <a:lnTo>
                      <a:pt x="312" y="288"/>
                    </a:lnTo>
                    <a:lnTo>
                      <a:pt x="324" y="294"/>
                    </a:lnTo>
                    <a:lnTo>
                      <a:pt x="312" y="306"/>
                    </a:lnTo>
                    <a:lnTo>
                      <a:pt x="312" y="318"/>
                    </a:lnTo>
                    <a:lnTo>
                      <a:pt x="330" y="336"/>
                    </a:lnTo>
                    <a:lnTo>
                      <a:pt x="360" y="336"/>
                    </a:lnTo>
                    <a:lnTo>
                      <a:pt x="414" y="342"/>
                    </a:lnTo>
                    <a:lnTo>
                      <a:pt x="414" y="336"/>
                    </a:lnTo>
                    <a:lnTo>
                      <a:pt x="450" y="354"/>
                    </a:lnTo>
                    <a:lnTo>
                      <a:pt x="468" y="384"/>
                    </a:lnTo>
                    <a:lnTo>
                      <a:pt x="486" y="402"/>
                    </a:lnTo>
                    <a:lnTo>
                      <a:pt x="486" y="408"/>
                    </a:lnTo>
                    <a:lnTo>
                      <a:pt x="492" y="414"/>
                    </a:lnTo>
                    <a:lnTo>
                      <a:pt x="510" y="450"/>
                    </a:lnTo>
                    <a:lnTo>
                      <a:pt x="522" y="462"/>
                    </a:lnTo>
                    <a:lnTo>
                      <a:pt x="534" y="468"/>
                    </a:lnTo>
                    <a:lnTo>
                      <a:pt x="552" y="468"/>
                    </a:lnTo>
                    <a:lnTo>
                      <a:pt x="564" y="474"/>
                    </a:lnTo>
                    <a:lnTo>
                      <a:pt x="570" y="474"/>
                    </a:lnTo>
                    <a:lnTo>
                      <a:pt x="582" y="486"/>
                    </a:lnTo>
                    <a:lnTo>
                      <a:pt x="588" y="498"/>
                    </a:lnTo>
                    <a:lnTo>
                      <a:pt x="594" y="504"/>
                    </a:lnTo>
                    <a:lnTo>
                      <a:pt x="624" y="522"/>
                    </a:lnTo>
                    <a:lnTo>
                      <a:pt x="648" y="522"/>
                    </a:lnTo>
                    <a:lnTo>
                      <a:pt x="666" y="534"/>
                    </a:lnTo>
                    <a:lnTo>
                      <a:pt x="690" y="546"/>
                    </a:lnTo>
                    <a:lnTo>
                      <a:pt x="696" y="552"/>
                    </a:lnTo>
                    <a:lnTo>
                      <a:pt x="708" y="558"/>
                    </a:lnTo>
                    <a:lnTo>
                      <a:pt x="720" y="570"/>
                    </a:lnTo>
                    <a:lnTo>
                      <a:pt x="732" y="570"/>
                    </a:lnTo>
                    <a:lnTo>
                      <a:pt x="744" y="582"/>
                    </a:lnTo>
                    <a:lnTo>
                      <a:pt x="750" y="582"/>
                    </a:lnTo>
                    <a:lnTo>
                      <a:pt x="774" y="576"/>
                    </a:lnTo>
                    <a:lnTo>
                      <a:pt x="822" y="606"/>
                    </a:lnTo>
                    <a:lnTo>
                      <a:pt x="816" y="612"/>
                    </a:lnTo>
                    <a:lnTo>
                      <a:pt x="816" y="630"/>
                    </a:lnTo>
                    <a:lnTo>
                      <a:pt x="828" y="642"/>
                    </a:lnTo>
                    <a:lnTo>
                      <a:pt x="828" y="654"/>
                    </a:lnTo>
                    <a:lnTo>
                      <a:pt x="840" y="654"/>
                    </a:lnTo>
                    <a:lnTo>
                      <a:pt x="852" y="642"/>
                    </a:lnTo>
                    <a:lnTo>
                      <a:pt x="870" y="666"/>
                    </a:lnTo>
                    <a:lnTo>
                      <a:pt x="882" y="660"/>
                    </a:lnTo>
                    <a:lnTo>
                      <a:pt x="894" y="660"/>
                    </a:lnTo>
                    <a:lnTo>
                      <a:pt x="900" y="666"/>
                    </a:lnTo>
                    <a:lnTo>
                      <a:pt x="906" y="666"/>
                    </a:lnTo>
                    <a:lnTo>
                      <a:pt x="900" y="666"/>
                    </a:lnTo>
                    <a:lnTo>
                      <a:pt x="900" y="642"/>
                    </a:lnTo>
                    <a:lnTo>
                      <a:pt x="906" y="636"/>
                    </a:lnTo>
                    <a:lnTo>
                      <a:pt x="912" y="624"/>
                    </a:lnTo>
                    <a:lnTo>
                      <a:pt x="924" y="618"/>
                    </a:lnTo>
                    <a:lnTo>
                      <a:pt x="930" y="606"/>
                    </a:lnTo>
                    <a:lnTo>
                      <a:pt x="930" y="588"/>
                    </a:lnTo>
                    <a:lnTo>
                      <a:pt x="918" y="576"/>
                    </a:lnTo>
                    <a:lnTo>
                      <a:pt x="906" y="570"/>
                    </a:lnTo>
                    <a:lnTo>
                      <a:pt x="900" y="564"/>
                    </a:lnTo>
                    <a:lnTo>
                      <a:pt x="900" y="546"/>
                    </a:lnTo>
                    <a:lnTo>
                      <a:pt x="906" y="540"/>
                    </a:lnTo>
                    <a:lnTo>
                      <a:pt x="906" y="534"/>
                    </a:lnTo>
                    <a:lnTo>
                      <a:pt x="894" y="522"/>
                    </a:lnTo>
                    <a:lnTo>
                      <a:pt x="882" y="522"/>
                    </a:lnTo>
                    <a:lnTo>
                      <a:pt x="876" y="516"/>
                    </a:lnTo>
                    <a:lnTo>
                      <a:pt x="870" y="516"/>
                    </a:lnTo>
                    <a:lnTo>
                      <a:pt x="858" y="504"/>
                    </a:lnTo>
                    <a:lnTo>
                      <a:pt x="840" y="504"/>
                    </a:lnTo>
                    <a:lnTo>
                      <a:pt x="840" y="486"/>
                    </a:lnTo>
                    <a:lnTo>
                      <a:pt x="846" y="480"/>
                    </a:lnTo>
                    <a:lnTo>
                      <a:pt x="894" y="480"/>
                    </a:lnTo>
                    <a:lnTo>
                      <a:pt x="918" y="468"/>
                    </a:lnTo>
                    <a:lnTo>
                      <a:pt x="918" y="456"/>
                    </a:lnTo>
                    <a:lnTo>
                      <a:pt x="912" y="456"/>
                    </a:lnTo>
                    <a:lnTo>
                      <a:pt x="930" y="444"/>
                    </a:lnTo>
                    <a:lnTo>
                      <a:pt x="906" y="420"/>
                    </a:lnTo>
                    <a:lnTo>
                      <a:pt x="948" y="420"/>
                    </a:lnTo>
                    <a:lnTo>
                      <a:pt x="948" y="414"/>
                    </a:lnTo>
                    <a:lnTo>
                      <a:pt x="936" y="402"/>
                    </a:lnTo>
                    <a:lnTo>
                      <a:pt x="936" y="390"/>
                    </a:lnTo>
                    <a:lnTo>
                      <a:pt x="942" y="384"/>
                    </a:lnTo>
                    <a:lnTo>
                      <a:pt x="942" y="372"/>
                    </a:lnTo>
                    <a:lnTo>
                      <a:pt x="954" y="372"/>
                    </a:lnTo>
                    <a:lnTo>
                      <a:pt x="972" y="390"/>
                    </a:lnTo>
                    <a:lnTo>
                      <a:pt x="978" y="390"/>
                    </a:lnTo>
                    <a:lnTo>
                      <a:pt x="984" y="378"/>
                    </a:lnTo>
                    <a:lnTo>
                      <a:pt x="996" y="372"/>
                    </a:lnTo>
                    <a:lnTo>
                      <a:pt x="1002" y="360"/>
                    </a:lnTo>
                    <a:lnTo>
                      <a:pt x="1020" y="360"/>
                    </a:lnTo>
                    <a:lnTo>
                      <a:pt x="1032" y="366"/>
                    </a:lnTo>
                    <a:lnTo>
                      <a:pt x="1038" y="372"/>
                    </a:lnTo>
                    <a:lnTo>
                      <a:pt x="1014" y="408"/>
                    </a:lnTo>
                    <a:lnTo>
                      <a:pt x="1026" y="408"/>
                    </a:lnTo>
                    <a:lnTo>
                      <a:pt x="1032" y="414"/>
                    </a:lnTo>
                    <a:lnTo>
                      <a:pt x="1044" y="414"/>
                    </a:lnTo>
                    <a:lnTo>
                      <a:pt x="1050" y="420"/>
                    </a:lnTo>
                    <a:lnTo>
                      <a:pt x="1056" y="420"/>
                    </a:lnTo>
                    <a:lnTo>
                      <a:pt x="1068" y="414"/>
                    </a:lnTo>
                    <a:lnTo>
                      <a:pt x="1086" y="414"/>
                    </a:lnTo>
                    <a:lnTo>
                      <a:pt x="1092" y="420"/>
                    </a:lnTo>
                    <a:lnTo>
                      <a:pt x="1098" y="420"/>
                    </a:lnTo>
                    <a:lnTo>
                      <a:pt x="1104" y="426"/>
                    </a:lnTo>
                    <a:lnTo>
                      <a:pt x="1110" y="426"/>
                    </a:lnTo>
                    <a:lnTo>
                      <a:pt x="1128" y="408"/>
                    </a:lnTo>
                    <a:lnTo>
                      <a:pt x="1146" y="402"/>
                    </a:lnTo>
                    <a:lnTo>
                      <a:pt x="1146" y="396"/>
                    </a:lnTo>
                    <a:lnTo>
                      <a:pt x="1158" y="396"/>
                    </a:lnTo>
                    <a:lnTo>
                      <a:pt x="1170" y="390"/>
                    </a:lnTo>
                    <a:lnTo>
                      <a:pt x="1182" y="378"/>
                    </a:lnTo>
                    <a:lnTo>
                      <a:pt x="1182" y="366"/>
                    </a:lnTo>
                    <a:lnTo>
                      <a:pt x="1170" y="366"/>
                    </a:lnTo>
                    <a:lnTo>
                      <a:pt x="1158" y="372"/>
                    </a:lnTo>
                    <a:lnTo>
                      <a:pt x="1152" y="3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79" name="Vietnam" descr="© INSCALE GmbH, 05.05.2010&#10;http://www.presentationload.com/">
                <a:extLst>
                  <a:ext uri="{FF2B5EF4-FFF2-40B4-BE49-F238E27FC236}">
                    <a16:creationId xmlns:a16="http://schemas.microsoft.com/office/drawing/2014/main" id="{DF6D1192-0F6E-734A-B5CC-B6BFDA5D4A06}"/>
                  </a:ext>
                </a:extLst>
              </p:cNvPr>
              <p:cNvSpPr>
                <a:spLocks/>
              </p:cNvSpPr>
              <p:nvPr/>
            </p:nvSpPr>
            <p:spPr bwMode="gray">
              <a:xfrm>
                <a:off x="8724180" y="3349471"/>
                <a:ext cx="254763" cy="501312"/>
              </a:xfrm>
              <a:custGeom>
                <a:avLst/>
                <a:gdLst>
                  <a:gd name="T0" fmla="*/ 2147483647 w 606"/>
                  <a:gd name="T1" fmla="*/ 2147483647 h 1194"/>
                  <a:gd name="T2" fmla="*/ 2147483647 w 606"/>
                  <a:gd name="T3" fmla="*/ 2147483647 h 1194"/>
                  <a:gd name="T4" fmla="*/ 2147483647 w 606"/>
                  <a:gd name="T5" fmla="*/ 2147483647 h 1194"/>
                  <a:gd name="T6" fmla="*/ 2147483647 w 606"/>
                  <a:gd name="T7" fmla="*/ 2147483647 h 1194"/>
                  <a:gd name="T8" fmla="*/ 2147483647 w 606"/>
                  <a:gd name="T9" fmla="*/ 2147483647 h 1194"/>
                  <a:gd name="T10" fmla="*/ 2147483647 w 606"/>
                  <a:gd name="T11" fmla="*/ 2147483647 h 1194"/>
                  <a:gd name="T12" fmla="*/ 2147483647 w 606"/>
                  <a:gd name="T13" fmla="*/ 2147483647 h 1194"/>
                  <a:gd name="T14" fmla="*/ 2147483647 w 606"/>
                  <a:gd name="T15" fmla="*/ 2147483647 h 1194"/>
                  <a:gd name="T16" fmla="*/ 2147483647 w 606"/>
                  <a:gd name="T17" fmla="*/ 2147483647 h 1194"/>
                  <a:gd name="T18" fmla="*/ 2147483647 w 606"/>
                  <a:gd name="T19" fmla="*/ 2147483647 h 1194"/>
                  <a:gd name="T20" fmla="*/ 2147483647 w 606"/>
                  <a:gd name="T21" fmla="*/ 2147483647 h 1194"/>
                  <a:gd name="T22" fmla="*/ 2147483647 w 606"/>
                  <a:gd name="T23" fmla="*/ 2147483647 h 1194"/>
                  <a:gd name="T24" fmla="*/ 2147483647 w 606"/>
                  <a:gd name="T25" fmla="*/ 2147483647 h 1194"/>
                  <a:gd name="T26" fmla="*/ 2147483647 w 606"/>
                  <a:gd name="T27" fmla="*/ 2147483647 h 1194"/>
                  <a:gd name="T28" fmla="*/ 2147483647 w 606"/>
                  <a:gd name="T29" fmla="*/ 2147483647 h 1194"/>
                  <a:gd name="T30" fmla="*/ 2147483647 w 606"/>
                  <a:gd name="T31" fmla="*/ 2147483647 h 1194"/>
                  <a:gd name="T32" fmla="*/ 2147483647 w 606"/>
                  <a:gd name="T33" fmla="*/ 2147483647 h 1194"/>
                  <a:gd name="T34" fmla="*/ 2147483647 w 606"/>
                  <a:gd name="T35" fmla="*/ 2147483647 h 1194"/>
                  <a:gd name="T36" fmla="*/ 2147483647 w 606"/>
                  <a:gd name="T37" fmla="*/ 2147483647 h 1194"/>
                  <a:gd name="T38" fmla="*/ 2147483647 w 606"/>
                  <a:gd name="T39" fmla="*/ 2147483647 h 1194"/>
                  <a:gd name="T40" fmla="*/ 2147483647 w 606"/>
                  <a:gd name="T41" fmla="*/ 2147483647 h 1194"/>
                  <a:gd name="T42" fmla="*/ 2147483647 w 606"/>
                  <a:gd name="T43" fmla="*/ 2147483647 h 1194"/>
                  <a:gd name="T44" fmla="*/ 2147483647 w 606"/>
                  <a:gd name="T45" fmla="*/ 2147483647 h 1194"/>
                  <a:gd name="T46" fmla="*/ 2147483647 w 606"/>
                  <a:gd name="T47" fmla="*/ 2147483647 h 1194"/>
                  <a:gd name="T48" fmla="*/ 2147483647 w 606"/>
                  <a:gd name="T49" fmla="*/ 2147483647 h 1194"/>
                  <a:gd name="T50" fmla="*/ 2147483647 w 606"/>
                  <a:gd name="T51" fmla="*/ 2147483647 h 1194"/>
                  <a:gd name="T52" fmla="*/ 2147483647 w 606"/>
                  <a:gd name="T53" fmla="*/ 2147483647 h 1194"/>
                  <a:gd name="T54" fmla="*/ 2147483647 w 606"/>
                  <a:gd name="T55" fmla="*/ 2147483647 h 1194"/>
                  <a:gd name="T56" fmla="*/ 2147483647 w 606"/>
                  <a:gd name="T57" fmla="*/ 2147483647 h 1194"/>
                  <a:gd name="T58" fmla="*/ 2147483647 w 606"/>
                  <a:gd name="T59" fmla="*/ 2147483647 h 1194"/>
                  <a:gd name="T60" fmla="*/ 2147483647 w 606"/>
                  <a:gd name="T61" fmla="*/ 2147483647 h 1194"/>
                  <a:gd name="T62" fmla="*/ 2147483647 w 606"/>
                  <a:gd name="T63" fmla="*/ 2147483647 h 1194"/>
                  <a:gd name="T64" fmla="*/ 2147483647 w 606"/>
                  <a:gd name="T65" fmla="*/ 2147483647 h 1194"/>
                  <a:gd name="T66" fmla="*/ 2147483647 w 606"/>
                  <a:gd name="T67" fmla="*/ 2147483647 h 1194"/>
                  <a:gd name="T68" fmla="*/ 2147483647 w 606"/>
                  <a:gd name="T69" fmla="*/ 2147483647 h 1194"/>
                  <a:gd name="T70" fmla="*/ 2147483647 w 606"/>
                  <a:gd name="T71" fmla="*/ 2147483647 h 1194"/>
                  <a:gd name="T72" fmla="*/ 2147483647 w 606"/>
                  <a:gd name="T73" fmla="*/ 2147483647 h 1194"/>
                  <a:gd name="T74" fmla="*/ 2147483647 w 606"/>
                  <a:gd name="T75" fmla="*/ 2147483647 h 1194"/>
                  <a:gd name="T76" fmla="*/ 2147483647 w 606"/>
                  <a:gd name="T77" fmla="*/ 2147483647 h 1194"/>
                  <a:gd name="T78" fmla="*/ 2147483647 w 606"/>
                  <a:gd name="T79" fmla="*/ 2147483647 h 1194"/>
                  <a:gd name="T80" fmla="*/ 2147483647 w 606"/>
                  <a:gd name="T81" fmla="*/ 2147483647 h 1194"/>
                  <a:gd name="T82" fmla="*/ 2147483647 w 606"/>
                  <a:gd name="T83" fmla="*/ 2147483647 h 1194"/>
                  <a:gd name="T84" fmla="*/ 2147483647 w 606"/>
                  <a:gd name="T85" fmla="*/ 2147483647 h 1194"/>
                  <a:gd name="T86" fmla="*/ 2147483647 w 606"/>
                  <a:gd name="T87" fmla="*/ 2147483647 h 1194"/>
                  <a:gd name="T88" fmla="*/ 2147483647 w 606"/>
                  <a:gd name="T89" fmla="*/ 2147483647 h 1194"/>
                  <a:gd name="T90" fmla="*/ 2147483647 w 606"/>
                  <a:gd name="T91" fmla="*/ 2147483647 h 1194"/>
                  <a:gd name="T92" fmla="*/ 2147483647 w 606"/>
                  <a:gd name="T93" fmla="*/ 2147483647 h 1194"/>
                  <a:gd name="T94" fmla="*/ 2147483647 w 606"/>
                  <a:gd name="T95" fmla="*/ 2147483647 h 1194"/>
                  <a:gd name="T96" fmla="*/ 2147483647 w 606"/>
                  <a:gd name="T97" fmla="*/ 2147483647 h 1194"/>
                  <a:gd name="T98" fmla="*/ 2147483647 w 606"/>
                  <a:gd name="T99" fmla="*/ 2147483647 h 1194"/>
                  <a:gd name="T100" fmla="*/ 2147483647 w 606"/>
                  <a:gd name="T101" fmla="*/ 2147483647 h 1194"/>
                  <a:gd name="T102" fmla="*/ 2147483647 w 606"/>
                  <a:gd name="T103" fmla="*/ 2147483647 h 1194"/>
                  <a:gd name="T104" fmla="*/ 2147483647 w 606"/>
                  <a:gd name="T105" fmla="*/ 2147483647 h 1194"/>
                  <a:gd name="T106" fmla="*/ 2147483647 w 606"/>
                  <a:gd name="T107" fmla="*/ 2147483647 h 1194"/>
                  <a:gd name="T108" fmla="*/ 2147483647 w 606"/>
                  <a:gd name="T109" fmla="*/ 2147483647 h 1194"/>
                  <a:gd name="T110" fmla="*/ 2147483647 w 606"/>
                  <a:gd name="T111" fmla="*/ 2147483647 h 1194"/>
                  <a:gd name="T112" fmla="*/ 2147483647 w 606"/>
                  <a:gd name="T113" fmla="*/ 2147483647 h 1194"/>
                  <a:gd name="T114" fmla="*/ 2147483647 w 606"/>
                  <a:gd name="T115" fmla="*/ 2147483647 h 1194"/>
                  <a:gd name="T116" fmla="*/ 2147483647 w 606"/>
                  <a:gd name="T117" fmla="*/ 2147483647 h 1194"/>
                  <a:gd name="T118" fmla="*/ 2147483647 w 606"/>
                  <a:gd name="T119" fmla="*/ 2147483647 h 1194"/>
                  <a:gd name="T120" fmla="*/ 2147483647 w 606"/>
                  <a:gd name="T121" fmla="*/ 2147483647 h 1194"/>
                  <a:gd name="T122" fmla="*/ 2147483647 w 606"/>
                  <a:gd name="T123" fmla="*/ 2147483647 h 11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06"/>
                  <a:gd name="T187" fmla="*/ 0 h 1194"/>
                  <a:gd name="T188" fmla="*/ 606 w 606"/>
                  <a:gd name="T189" fmla="*/ 1194 h 11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06" h="1194">
                    <a:moveTo>
                      <a:pt x="6" y="48"/>
                    </a:moveTo>
                    <a:lnTo>
                      <a:pt x="0" y="60"/>
                    </a:lnTo>
                    <a:lnTo>
                      <a:pt x="0" y="72"/>
                    </a:lnTo>
                    <a:lnTo>
                      <a:pt x="12" y="96"/>
                    </a:lnTo>
                    <a:lnTo>
                      <a:pt x="18" y="102"/>
                    </a:lnTo>
                    <a:lnTo>
                      <a:pt x="24" y="114"/>
                    </a:lnTo>
                    <a:lnTo>
                      <a:pt x="36" y="120"/>
                    </a:lnTo>
                    <a:lnTo>
                      <a:pt x="42" y="132"/>
                    </a:lnTo>
                    <a:lnTo>
                      <a:pt x="48" y="126"/>
                    </a:lnTo>
                    <a:lnTo>
                      <a:pt x="54" y="126"/>
                    </a:lnTo>
                    <a:lnTo>
                      <a:pt x="54" y="156"/>
                    </a:lnTo>
                    <a:lnTo>
                      <a:pt x="66" y="180"/>
                    </a:lnTo>
                    <a:lnTo>
                      <a:pt x="84" y="198"/>
                    </a:lnTo>
                    <a:lnTo>
                      <a:pt x="90" y="210"/>
                    </a:lnTo>
                    <a:lnTo>
                      <a:pt x="108" y="210"/>
                    </a:lnTo>
                    <a:lnTo>
                      <a:pt x="108" y="216"/>
                    </a:lnTo>
                    <a:lnTo>
                      <a:pt x="120" y="228"/>
                    </a:lnTo>
                    <a:lnTo>
                      <a:pt x="126" y="222"/>
                    </a:lnTo>
                    <a:lnTo>
                      <a:pt x="132" y="210"/>
                    </a:lnTo>
                    <a:lnTo>
                      <a:pt x="132" y="204"/>
                    </a:lnTo>
                    <a:lnTo>
                      <a:pt x="138" y="192"/>
                    </a:lnTo>
                    <a:lnTo>
                      <a:pt x="150" y="192"/>
                    </a:lnTo>
                    <a:lnTo>
                      <a:pt x="162" y="198"/>
                    </a:lnTo>
                    <a:lnTo>
                      <a:pt x="186" y="222"/>
                    </a:lnTo>
                    <a:lnTo>
                      <a:pt x="180" y="222"/>
                    </a:lnTo>
                    <a:lnTo>
                      <a:pt x="174" y="228"/>
                    </a:lnTo>
                    <a:lnTo>
                      <a:pt x="174" y="234"/>
                    </a:lnTo>
                    <a:lnTo>
                      <a:pt x="198" y="246"/>
                    </a:lnTo>
                    <a:lnTo>
                      <a:pt x="216" y="252"/>
                    </a:lnTo>
                    <a:lnTo>
                      <a:pt x="228" y="258"/>
                    </a:lnTo>
                    <a:lnTo>
                      <a:pt x="228" y="270"/>
                    </a:lnTo>
                    <a:lnTo>
                      <a:pt x="222" y="282"/>
                    </a:lnTo>
                    <a:lnTo>
                      <a:pt x="210" y="288"/>
                    </a:lnTo>
                    <a:lnTo>
                      <a:pt x="204" y="300"/>
                    </a:lnTo>
                    <a:lnTo>
                      <a:pt x="198" y="306"/>
                    </a:lnTo>
                    <a:lnTo>
                      <a:pt x="180" y="306"/>
                    </a:lnTo>
                    <a:lnTo>
                      <a:pt x="174" y="300"/>
                    </a:lnTo>
                    <a:lnTo>
                      <a:pt x="150" y="300"/>
                    </a:lnTo>
                    <a:lnTo>
                      <a:pt x="156" y="306"/>
                    </a:lnTo>
                    <a:lnTo>
                      <a:pt x="156" y="324"/>
                    </a:lnTo>
                    <a:lnTo>
                      <a:pt x="168" y="330"/>
                    </a:lnTo>
                    <a:lnTo>
                      <a:pt x="174" y="336"/>
                    </a:lnTo>
                    <a:lnTo>
                      <a:pt x="210" y="354"/>
                    </a:lnTo>
                    <a:lnTo>
                      <a:pt x="222" y="366"/>
                    </a:lnTo>
                    <a:lnTo>
                      <a:pt x="234" y="372"/>
                    </a:lnTo>
                    <a:lnTo>
                      <a:pt x="240" y="378"/>
                    </a:lnTo>
                    <a:lnTo>
                      <a:pt x="252" y="378"/>
                    </a:lnTo>
                    <a:lnTo>
                      <a:pt x="252" y="408"/>
                    </a:lnTo>
                    <a:lnTo>
                      <a:pt x="258" y="414"/>
                    </a:lnTo>
                    <a:lnTo>
                      <a:pt x="270" y="414"/>
                    </a:lnTo>
                    <a:lnTo>
                      <a:pt x="282" y="420"/>
                    </a:lnTo>
                    <a:lnTo>
                      <a:pt x="288" y="426"/>
                    </a:lnTo>
                    <a:lnTo>
                      <a:pt x="294" y="426"/>
                    </a:lnTo>
                    <a:lnTo>
                      <a:pt x="294" y="450"/>
                    </a:lnTo>
                    <a:lnTo>
                      <a:pt x="306" y="474"/>
                    </a:lnTo>
                    <a:lnTo>
                      <a:pt x="324" y="486"/>
                    </a:lnTo>
                    <a:lnTo>
                      <a:pt x="342" y="504"/>
                    </a:lnTo>
                    <a:lnTo>
                      <a:pt x="348" y="522"/>
                    </a:lnTo>
                    <a:lnTo>
                      <a:pt x="366" y="522"/>
                    </a:lnTo>
                    <a:lnTo>
                      <a:pt x="366" y="528"/>
                    </a:lnTo>
                    <a:lnTo>
                      <a:pt x="372" y="534"/>
                    </a:lnTo>
                    <a:lnTo>
                      <a:pt x="384" y="558"/>
                    </a:lnTo>
                    <a:lnTo>
                      <a:pt x="396" y="570"/>
                    </a:lnTo>
                    <a:lnTo>
                      <a:pt x="408" y="570"/>
                    </a:lnTo>
                    <a:lnTo>
                      <a:pt x="414" y="576"/>
                    </a:lnTo>
                    <a:lnTo>
                      <a:pt x="426" y="582"/>
                    </a:lnTo>
                    <a:lnTo>
                      <a:pt x="432" y="588"/>
                    </a:lnTo>
                    <a:lnTo>
                      <a:pt x="432" y="600"/>
                    </a:lnTo>
                    <a:lnTo>
                      <a:pt x="426" y="606"/>
                    </a:lnTo>
                    <a:lnTo>
                      <a:pt x="420" y="606"/>
                    </a:lnTo>
                    <a:lnTo>
                      <a:pt x="414" y="612"/>
                    </a:lnTo>
                    <a:lnTo>
                      <a:pt x="408" y="612"/>
                    </a:lnTo>
                    <a:lnTo>
                      <a:pt x="432" y="636"/>
                    </a:lnTo>
                    <a:lnTo>
                      <a:pt x="456" y="648"/>
                    </a:lnTo>
                    <a:lnTo>
                      <a:pt x="462" y="654"/>
                    </a:lnTo>
                    <a:lnTo>
                      <a:pt x="468" y="654"/>
                    </a:lnTo>
                    <a:lnTo>
                      <a:pt x="450" y="690"/>
                    </a:lnTo>
                    <a:lnTo>
                      <a:pt x="456" y="690"/>
                    </a:lnTo>
                    <a:lnTo>
                      <a:pt x="468" y="702"/>
                    </a:lnTo>
                    <a:lnTo>
                      <a:pt x="468" y="708"/>
                    </a:lnTo>
                    <a:lnTo>
                      <a:pt x="456" y="720"/>
                    </a:lnTo>
                    <a:lnTo>
                      <a:pt x="450" y="720"/>
                    </a:lnTo>
                    <a:lnTo>
                      <a:pt x="450" y="762"/>
                    </a:lnTo>
                    <a:lnTo>
                      <a:pt x="456" y="762"/>
                    </a:lnTo>
                    <a:lnTo>
                      <a:pt x="468" y="774"/>
                    </a:lnTo>
                    <a:lnTo>
                      <a:pt x="480" y="798"/>
                    </a:lnTo>
                    <a:lnTo>
                      <a:pt x="480" y="804"/>
                    </a:lnTo>
                    <a:lnTo>
                      <a:pt x="468" y="816"/>
                    </a:lnTo>
                    <a:lnTo>
                      <a:pt x="462" y="816"/>
                    </a:lnTo>
                    <a:lnTo>
                      <a:pt x="462" y="828"/>
                    </a:lnTo>
                    <a:lnTo>
                      <a:pt x="468" y="834"/>
                    </a:lnTo>
                    <a:lnTo>
                      <a:pt x="468" y="864"/>
                    </a:lnTo>
                    <a:lnTo>
                      <a:pt x="474" y="870"/>
                    </a:lnTo>
                    <a:lnTo>
                      <a:pt x="474" y="900"/>
                    </a:lnTo>
                    <a:lnTo>
                      <a:pt x="462" y="894"/>
                    </a:lnTo>
                    <a:lnTo>
                      <a:pt x="444" y="894"/>
                    </a:lnTo>
                    <a:lnTo>
                      <a:pt x="438" y="900"/>
                    </a:lnTo>
                    <a:lnTo>
                      <a:pt x="438" y="918"/>
                    </a:lnTo>
                    <a:lnTo>
                      <a:pt x="408" y="918"/>
                    </a:lnTo>
                    <a:lnTo>
                      <a:pt x="408" y="942"/>
                    </a:lnTo>
                    <a:lnTo>
                      <a:pt x="366" y="942"/>
                    </a:lnTo>
                    <a:lnTo>
                      <a:pt x="366" y="966"/>
                    </a:lnTo>
                    <a:lnTo>
                      <a:pt x="378" y="990"/>
                    </a:lnTo>
                    <a:lnTo>
                      <a:pt x="396" y="1008"/>
                    </a:lnTo>
                    <a:lnTo>
                      <a:pt x="396" y="1020"/>
                    </a:lnTo>
                    <a:lnTo>
                      <a:pt x="390" y="1014"/>
                    </a:lnTo>
                    <a:lnTo>
                      <a:pt x="378" y="1008"/>
                    </a:lnTo>
                    <a:lnTo>
                      <a:pt x="372" y="1002"/>
                    </a:lnTo>
                    <a:lnTo>
                      <a:pt x="360" y="996"/>
                    </a:lnTo>
                    <a:lnTo>
                      <a:pt x="348" y="996"/>
                    </a:lnTo>
                    <a:lnTo>
                      <a:pt x="342" y="1002"/>
                    </a:lnTo>
                    <a:lnTo>
                      <a:pt x="342" y="1008"/>
                    </a:lnTo>
                    <a:lnTo>
                      <a:pt x="306" y="1008"/>
                    </a:lnTo>
                    <a:lnTo>
                      <a:pt x="312" y="1014"/>
                    </a:lnTo>
                    <a:lnTo>
                      <a:pt x="318" y="1014"/>
                    </a:lnTo>
                    <a:lnTo>
                      <a:pt x="324" y="1020"/>
                    </a:lnTo>
                    <a:lnTo>
                      <a:pt x="324" y="1026"/>
                    </a:lnTo>
                    <a:lnTo>
                      <a:pt x="312" y="1032"/>
                    </a:lnTo>
                    <a:lnTo>
                      <a:pt x="294" y="1032"/>
                    </a:lnTo>
                    <a:lnTo>
                      <a:pt x="276" y="1038"/>
                    </a:lnTo>
                    <a:lnTo>
                      <a:pt x="270" y="1050"/>
                    </a:lnTo>
                    <a:lnTo>
                      <a:pt x="270" y="1056"/>
                    </a:lnTo>
                    <a:lnTo>
                      <a:pt x="288" y="1074"/>
                    </a:lnTo>
                    <a:lnTo>
                      <a:pt x="300" y="1080"/>
                    </a:lnTo>
                    <a:lnTo>
                      <a:pt x="306" y="1086"/>
                    </a:lnTo>
                    <a:lnTo>
                      <a:pt x="312" y="1086"/>
                    </a:lnTo>
                    <a:lnTo>
                      <a:pt x="294" y="1104"/>
                    </a:lnTo>
                    <a:lnTo>
                      <a:pt x="294" y="1110"/>
                    </a:lnTo>
                    <a:lnTo>
                      <a:pt x="300" y="1116"/>
                    </a:lnTo>
                    <a:lnTo>
                      <a:pt x="300" y="1128"/>
                    </a:lnTo>
                    <a:lnTo>
                      <a:pt x="306" y="1140"/>
                    </a:lnTo>
                    <a:lnTo>
                      <a:pt x="306" y="1152"/>
                    </a:lnTo>
                    <a:lnTo>
                      <a:pt x="312" y="1158"/>
                    </a:lnTo>
                    <a:lnTo>
                      <a:pt x="294" y="1176"/>
                    </a:lnTo>
                    <a:lnTo>
                      <a:pt x="294" y="1188"/>
                    </a:lnTo>
                    <a:lnTo>
                      <a:pt x="306" y="1194"/>
                    </a:lnTo>
                    <a:lnTo>
                      <a:pt x="318" y="1194"/>
                    </a:lnTo>
                    <a:lnTo>
                      <a:pt x="330" y="1188"/>
                    </a:lnTo>
                    <a:lnTo>
                      <a:pt x="354" y="1164"/>
                    </a:lnTo>
                    <a:lnTo>
                      <a:pt x="366" y="1158"/>
                    </a:lnTo>
                    <a:lnTo>
                      <a:pt x="378" y="1158"/>
                    </a:lnTo>
                    <a:lnTo>
                      <a:pt x="384" y="1134"/>
                    </a:lnTo>
                    <a:lnTo>
                      <a:pt x="384" y="1110"/>
                    </a:lnTo>
                    <a:lnTo>
                      <a:pt x="396" y="1110"/>
                    </a:lnTo>
                    <a:lnTo>
                      <a:pt x="402" y="1116"/>
                    </a:lnTo>
                    <a:lnTo>
                      <a:pt x="414" y="1116"/>
                    </a:lnTo>
                    <a:lnTo>
                      <a:pt x="426" y="1104"/>
                    </a:lnTo>
                    <a:lnTo>
                      <a:pt x="426" y="1092"/>
                    </a:lnTo>
                    <a:lnTo>
                      <a:pt x="420" y="1086"/>
                    </a:lnTo>
                    <a:lnTo>
                      <a:pt x="414" y="1074"/>
                    </a:lnTo>
                    <a:lnTo>
                      <a:pt x="408" y="1068"/>
                    </a:lnTo>
                    <a:lnTo>
                      <a:pt x="408" y="1062"/>
                    </a:lnTo>
                    <a:lnTo>
                      <a:pt x="414" y="1056"/>
                    </a:lnTo>
                    <a:lnTo>
                      <a:pt x="426" y="1056"/>
                    </a:lnTo>
                    <a:lnTo>
                      <a:pt x="438" y="1050"/>
                    </a:lnTo>
                    <a:lnTo>
                      <a:pt x="444" y="1044"/>
                    </a:lnTo>
                    <a:lnTo>
                      <a:pt x="450" y="1044"/>
                    </a:lnTo>
                    <a:lnTo>
                      <a:pt x="456" y="1050"/>
                    </a:lnTo>
                    <a:lnTo>
                      <a:pt x="468" y="1050"/>
                    </a:lnTo>
                    <a:lnTo>
                      <a:pt x="480" y="1044"/>
                    </a:lnTo>
                    <a:lnTo>
                      <a:pt x="498" y="1038"/>
                    </a:lnTo>
                    <a:lnTo>
                      <a:pt x="546" y="1014"/>
                    </a:lnTo>
                    <a:lnTo>
                      <a:pt x="582" y="978"/>
                    </a:lnTo>
                    <a:lnTo>
                      <a:pt x="588" y="960"/>
                    </a:lnTo>
                    <a:lnTo>
                      <a:pt x="594" y="936"/>
                    </a:lnTo>
                    <a:lnTo>
                      <a:pt x="606" y="876"/>
                    </a:lnTo>
                    <a:lnTo>
                      <a:pt x="606" y="846"/>
                    </a:lnTo>
                    <a:lnTo>
                      <a:pt x="600" y="834"/>
                    </a:lnTo>
                    <a:lnTo>
                      <a:pt x="576" y="810"/>
                    </a:lnTo>
                    <a:lnTo>
                      <a:pt x="594" y="804"/>
                    </a:lnTo>
                    <a:lnTo>
                      <a:pt x="594" y="774"/>
                    </a:lnTo>
                    <a:lnTo>
                      <a:pt x="588" y="756"/>
                    </a:lnTo>
                    <a:lnTo>
                      <a:pt x="588" y="744"/>
                    </a:lnTo>
                    <a:lnTo>
                      <a:pt x="570" y="708"/>
                    </a:lnTo>
                    <a:lnTo>
                      <a:pt x="564" y="690"/>
                    </a:lnTo>
                    <a:lnTo>
                      <a:pt x="558" y="684"/>
                    </a:lnTo>
                    <a:lnTo>
                      <a:pt x="552" y="672"/>
                    </a:lnTo>
                    <a:lnTo>
                      <a:pt x="558" y="666"/>
                    </a:lnTo>
                    <a:lnTo>
                      <a:pt x="558" y="642"/>
                    </a:lnTo>
                    <a:lnTo>
                      <a:pt x="522" y="606"/>
                    </a:lnTo>
                    <a:lnTo>
                      <a:pt x="486" y="576"/>
                    </a:lnTo>
                    <a:lnTo>
                      <a:pt x="456" y="552"/>
                    </a:lnTo>
                    <a:lnTo>
                      <a:pt x="432" y="534"/>
                    </a:lnTo>
                    <a:lnTo>
                      <a:pt x="420" y="528"/>
                    </a:lnTo>
                    <a:lnTo>
                      <a:pt x="402" y="516"/>
                    </a:lnTo>
                    <a:lnTo>
                      <a:pt x="390" y="510"/>
                    </a:lnTo>
                    <a:lnTo>
                      <a:pt x="384" y="504"/>
                    </a:lnTo>
                    <a:lnTo>
                      <a:pt x="384" y="468"/>
                    </a:lnTo>
                    <a:lnTo>
                      <a:pt x="336" y="420"/>
                    </a:lnTo>
                    <a:lnTo>
                      <a:pt x="306" y="384"/>
                    </a:lnTo>
                    <a:lnTo>
                      <a:pt x="288" y="354"/>
                    </a:lnTo>
                    <a:lnTo>
                      <a:pt x="282" y="336"/>
                    </a:lnTo>
                    <a:lnTo>
                      <a:pt x="282" y="318"/>
                    </a:lnTo>
                    <a:lnTo>
                      <a:pt x="276" y="306"/>
                    </a:lnTo>
                    <a:lnTo>
                      <a:pt x="276" y="282"/>
                    </a:lnTo>
                    <a:lnTo>
                      <a:pt x="282" y="276"/>
                    </a:lnTo>
                    <a:lnTo>
                      <a:pt x="294" y="252"/>
                    </a:lnTo>
                    <a:lnTo>
                      <a:pt x="294" y="240"/>
                    </a:lnTo>
                    <a:lnTo>
                      <a:pt x="300" y="240"/>
                    </a:lnTo>
                    <a:lnTo>
                      <a:pt x="312" y="228"/>
                    </a:lnTo>
                    <a:lnTo>
                      <a:pt x="324" y="222"/>
                    </a:lnTo>
                    <a:lnTo>
                      <a:pt x="336" y="210"/>
                    </a:lnTo>
                    <a:lnTo>
                      <a:pt x="336" y="204"/>
                    </a:lnTo>
                    <a:lnTo>
                      <a:pt x="342" y="198"/>
                    </a:lnTo>
                    <a:lnTo>
                      <a:pt x="372" y="198"/>
                    </a:lnTo>
                    <a:lnTo>
                      <a:pt x="384" y="186"/>
                    </a:lnTo>
                    <a:lnTo>
                      <a:pt x="390" y="174"/>
                    </a:lnTo>
                    <a:lnTo>
                      <a:pt x="390" y="156"/>
                    </a:lnTo>
                    <a:lnTo>
                      <a:pt x="396" y="144"/>
                    </a:lnTo>
                    <a:lnTo>
                      <a:pt x="390" y="144"/>
                    </a:lnTo>
                    <a:lnTo>
                      <a:pt x="384" y="138"/>
                    </a:lnTo>
                    <a:lnTo>
                      <a:pt x="354" y="138"/>
                    </a:lnTo>
                    <a:lnTo>
                      <a:pt x="342" y="132"/>
                    </a:lnTo>
                    <a:lnTo>
                      <a:pt x="336" y="120"/>
                    </a:lnTo>
                    <a:lnTo>
                      <a:pt x="330" y="114"/>
                    </a:lnTo>
                    <a:lnTo>
                      <a:pt x="312" y="114"/>
                    </a:lnTo>
                    <a:lnTo>
                      <a:pt x="312" y="96"/>
                    </a:lnTo>
                    <a:lnTo>
                      <a:pt x="300" y="90"/>
                    </a:lnTo>
                    <a:lnTo>
                      <a:pt x="294" y="72"/>
                    </a:lnTo>
                    <a:lnTo>
                      <a:pt x="312" y="54"/>
                    </a:lnTo>
                    <a:lnTo>
                      <a:pt x="312" y="48"/>
                    </a:lnTo>
                    <a:lnTo>
                      <a:pt x="306" y="42"/>
                    </a:lnTo>
                    <a:lnTo>
                      <a:pt x="276" y="42"/>
                    </a:lnTo>
                    <a:lnTo>
                      <a:pt x="264" y="30"/>
                    </a:lnTo>
                    <a:lnTo>
                      <a:pt x="234" y="36"/>
                    </a:lnTo>
                    <a:lnTo>
                      <a:pt x="204" y="0"/>
                    </a:lnTo>
                    <a:lnTo>
                      <a:pt x="198" y="0"/>
                    </a:lnTo>
                    <a:lnTo>
                      <a:pt x="192" y="6"/>
                    </a:lnTo>
                    <a:lnTo>
                      <a:pt x="180" y="12"/>
                    </a:lnTo>
                    <a:lnTo>
                      <a:pt x="174" y="18"/>
                    </a:lnTo>
                    <a:lnTo>
                      <a:pt x="174" y="30"/>
                    </a:lnTo>
                    <a:lnTo>
                      <a:pt x="168" y="42"/>
                    </a:lnTo>
                    <a:lnTo>
                      <a:pt x="168" y="48"/>
                    </a:lnTo>
                    <a:lnTo>
                      <a:pt x="150" y="48"/>
                    </a:lnTo>
                    <a:lnTo>
                      <a:pt x="144" y="54"/>
                    </a:lnTo>
                    <a:lnTo>
                      <a:pt x="138" y="48"/>
                    </a:lnTo>
                    <a:lnTo>
                      <a:pt x="120" y="48"/>
                    </a:lnTo>
                    <a:lnTo>
                      <a:pt x="132" y="60"/>
                    </a:lnTo>
                    <a:lnTo>
                      <a:pt x="132" y="72"/>
                    </a:lnTo>
                    <a:lnTo>
                      <a:pt x="114" y="72"/>
                    </a:lnTo>
                    <a:lnTo>
                      <a:pt x="108" y="66"/>
                    </a:lnTo>
                    <a:lnTo>
                      <a:pt x="96" y="48"/>
                    </a:lnTo>
                    <a:lnTo>
                      <a:pt x="90" y="48"/>
                    </a:lnTo>
                    <a:lnTo>
                      <a:pt x="90" y="66"/>
                    </a:lnTo>
                    <a:lnTo>
                      <a:pt x="72" y="48"/>
                    </a:lnTo>
                    <a:lnTo>
                      <a:pt x="66" y="54"/>
                    </a:lnTo>
                    <a:lnTo>
                      <a:pt x="60" y="66"/>
                    </a:lnTo>
                    <a:lnTo>
                      <a:pt x="54" y="72"/>
                    </a:lnTo>
                    <a:lnTo>
                      <a:pt x="42" y="72"/>
                    </a:lnTo>
                    <a:lnTo>
                      <a:pt x="18" y="48"/>
                    </a:lnTo>
                    <a:lnTo>
                      <a:pt x="6" y="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0" name="United Arab Emirates" descr="© INSCALE GmbH, 05.05.2010&#10;http://www.presentationload.com/">
                <a:extLst>
                  <a:ext uri="{FF2B5EF4-FFF2-40B4-BE49-F238E27FC236}">
                    <a16:creationId xmlns:a16="http://schemas.microsoft.com/office/drawing/2014/main" id="{004A939E-7B24-5E4E-878D-852D5678B486}"/>
                  </a:ext>
                </a:extLst>
              </p:cNvPr>
              <p:cNvSpPr>
                <a:spLocks/>
              </p:cNvSpPr>
              <p:nvPr/>
            </p:nvSpPr>
            <p:spPr bwMode="gray">
              <a:xfrm>
                <a:off x="7236685" y="3242634"/>
                <a:ext cx="141353" cy="134780"/>
              </a:xfrm>
              <a:custGeom>
                <a:avLst/>
                <a:gdLst>
                  <a:gd name="T0" fmla="*/ 2147483647 w 336"/>
                  <a:gd name="T1" fmla="*/ 2147483647 h 318"/>
                  <a:gd name="T2" fmla="*/ 2147483647 w 336"/>
                  <a:gd name="T3" fmla="*/ 2147483647 h 318"/>
                  <a:gd name="T4" fmla="*/ 2147483647 w 336"/>
                  <a:gd name="T5" fmla="*/ 2147483647 h 318"/>
                  <a:gd name="T6" fmla="*/ 2147483647 w 336"/>
                  <a:gd name="T7" fmla="*/ 2147483647 h 318"/>
                  <a:gd name="T8" fmla="*/ 2147483647 w 336"/>
                  <a:gd name="T9" fmla="*/ 2147483647 h 318"/>
                  <a:gd name="T10" fmla="*/ 2147483647 w 336"/>
                  <a:gd name="T11" fmla="*/ 0 h 318"/>
                  <a:gd name="T12" fmla="*/ 2147483647 w 336"/>
                  <a:gd name="T13" fmla="*/ 2147483647 h 318"/>
                  <a:gd name="T14" fmla="*/ 2147483647 w 336"/>
                  <a:gd name="T15" fmla="*/ 2147483647 h 318"/>
                  <a:gd name="T16" fmla="*/ 2147483647 w 336"/>
                  <a:gd name="T17" fmla="*/ 2147483647 h 318"/>
                  <a:gd name="T18" fmla="*/ 2147483647 w 336"/>
                  <a:gd name="T19" fmla="*/ 2147483647 h 318"/>
                  <a:gd name="T20" fmla="*/ 2147483647 w 336"/>
                  <a:gd name="T21" fmla="*/ 2147483647 h 318"/>
                  <a:gd name="T22" fmla="*/ 2147483647 w 336"/>
                  <a:gd name="T23" fmla="*/ 2147483647 h 318"/>
                  <a:gd name="T24" fmla="*/ 2147483647 w 336"/>
                  <a:gd name="T25" fmla="*/ 2147483647 h 318"/>
                  <a:gd name="T26" fmla="*/ 2147483647 w 336"/>
                  <a:gd name="T27" fmla="*/ 2147483647 h 318"/>
                  <a:gd name="T28" fmla="*/ 2147483647 w 336"/>
                  <a:gd name="T29" fmla="*/ 2147483647 h 318"/>
                  <a:gd name="T30" fmla="*/ 2147483647 w 336"/>
                  <a:gd name="T31" fmla="*/ 2147483647 h 318"/>
                  <a:gd name="T32" fmla="*/ 2147483647 w 336"/>
                  <a:gd name="T33" fmla="*/ 2147483647 h 318"/>
                  <a:gd name="T34" fmla="*/ 2147483647 w 336"/>
                  <a:gd name="T35" fmla="*/ 2147483647 h 318"/>
                  <a:gd name="T36" fmla="*/ 0 w 336"/>
                  <a:gd name="T37" fmla="*/ 2147483647 h 318"/>
                  <a:gd name="T38" fmla="*/ 2147483647 w 336"/>
                  <a:gd name="T39" fmla="*/ 2147483647 h 318"/>
                  <a:gd name="T40" fmla="*/ 2147483647 w 336"/>
                  <a:gd name="T41" fmla="*/ 2147483647 h 318"/>
                  <a:gd name="T42" fmla="*/ 2147483647 w 336"/>
                  <a:gd name="T43" fmla="*/ 2147483647 h 318"/>
                  <a:gd name="T44" fmla="*/ 2147483647 w 336"/>
                  <a:gd name="T45" fmla="*/ 2147483647 h 318"/>
                  <a:gd name="T46" fmla="*/ 2147483647 w 336"/>
                  <a:gd name="T47" fmla="*/ 2147483647 h 318"/>
                  <a:gd name="T48" fmla="*/ 2147483647 w 336"/>
                  <a:gd name="T49" fmla="*/ 2147483647 h 318"/>
                  <a:gd name="T50" fmla="*/ 2147483647 w 336"/>
                  <a:gd name="T51" fmla="*/ 2147483647 h 318"/>
                  <a:gd name="T52" fmla="*/ 2147483647 w 336"/>
                  <a:gd name="T53" fmla="*/ 2147483647 h 318"/>
                  <a:gd name="T54" fmla="*/ 2147483647 w 336"/>
                  <a:gd name="T55" fmla="*/ 2147483647 h 318"/>
                  <a:gd name="T56" fmla="*/ 2147483647 w 336"/>
                  <a:gd name="T57" fmla="*/ 2147483647 h 318"/>
                  <a:gd name="T58" fmla="*/ 2147483647 w 336"/>
                  <a:gd name="T59" fmla="*/ 2147483647 h 318"/>
                  <a:gd name="T60" fmla="*/ 2147483647 w 336"/>
                  <a:gd name="T61" fmla="*/ 2147483647 h 318"/>
                  <a:gd name="T62" fmla="*/ 2147483647 w 336"/>
                  <a:gd name="T63" fmla="*/ 2147483647 h 318"/>
                  <a:gd name="T64" fmla="*/ 2147483647 w 336"/>
                  <a:gd name="T65" fmla="*/ 2147483647 h 318"/>
                  <a:gd name="T66" fmla="*/ 2147483647 w 336"/>
                  <a:gd name="T67" fmla="*/ 2147483647 h 318"/>
                  <a:gd name="T68" fmla="*/ 2147483647 w 336"/>
                  <a:gd name="T69" fmla="*/ 2147483647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6"/>
                  <a:gd name="T106" fmla="*/ 0 h 318"/>
                  <a:gd name="T107" fmla="*/ 336 w 33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6" h="318">
                    <a:moveTo>
                      <a:pt x="300" y="120"/>
                    </a:moveTo>
                    <a:lnTo>
                      <a:pt x="306" y="120"/>
                    </a:lnTo>
                    <a:lnTo>
                      <a:pt x="306" y="126"/>
                    </a:lnTo>
                    <a:lnTo>
                      <a:pt x="312" y="138"/>
                    </a:lnTo>
                    <a:lnTo>
                      <a:pt x="336" y="132"/>
                    </a:lnTo>
                    <a:lnTo>
                      <a:pt x="330" y="120"/>
                    </a:lnTo>
                    <a:lnTo>
                      <a:pt x="324" y="102"/>
                    </a:lnTo>
                    <a:lnTo>
                      <a:pt x="324" y="60"/>
                    </a:lnTo>
                    <a:lnTo>
                      <a:pt x="330" y="42"/>
                    </a:lnTo>
                    <a:lnTo>
                      <a:pt x="330" y="6"/>
                    </a:lnTo>
                    <a:lnTo>
                      <a:pt x="324" y="0"/>
                    </a:lnTo>
                    <a:lnTo>
                      <a:pt x="318" y="0"/>
                    </a:lnTo>
                    <a:lnTo>
                      <a:pt x="312" y="6"/>
                    </a:lnTo>
                    <a:lnTo>
                      <a:pt x="306" y="18"/>
                    </a:lnTo>
                    <a:lnTo>
                      <a:pt x="300" y="36"/>
                    </a:lnTo>
                    <a:lnTo>
                      <a:pt x="288" y="60"/>
                    </a:lnTo>
                    <a:lnTo>
                      <a:pt x="282" y="66"/>
                    </a:lnTo>
                    <a:lnTo>
                      <a:pt x="282" y="72"/>
                    </a:lnTo>
                    <a:lnTo>
                      <a:pt x="276" y="72"/>
                    </a:lnTo>
                    <a:lnTo>
                      <a:pt x="264" y="78"/>
                    </a:lnTo>
                    <a:lnTo>
                      <a:pt x="234" y="108"/>
                    </a:lnTo>
                    <a:lnTo>
                      <a:pt x="228" y="120"/>
                    </a:lnTo>
                    <a:lnTo>
                      <a:pt x="216" y="132"/>
                    </a:lnTo>
                    <a:lnTo>
                      <a:pt x="204" y="138"/>
                    </a:lnTo>
                    <a:lnTo>
                      <a:pt x="198" y="150"/>
                    </a:lnTo>
                    <a:lnTo>
                      <a:pt x="198" y="168"/>
                    </a:lnTo>
                    <a:lnTo>
                      <a:pt x="192" y="180"/>
                    </a:lnTo>
                    <a:lnTo>
                      <a:pt x="192" y="186"/>
                    </a:lnTo>
                    <a:lnTo>
                      <a:pt x="186" y="192"/>
                    </a:lnTo>
                    <a:lnTo>
                      <a:pt x="150" y="192"/>
                    </a:lnTo>
                    <a:lnTo>
                      <a:pt x="132" y="186"/>
                    </a:lnTo>
                    <a:lnTo>
                      <a:pt x="90" y="186"/>
                    </a:lnTo>
                    <a:lnTo>
                      <a:pt x="72" y="192"/>
                    </a:lnTo>
                    <a:lnTo>
                      <a:pt x="48" y="204"/>
                    </a:lnTo>
                    <a:lnTo>
                      <a:pt x="24" y="204"/>
                    </a:lnTo>
                    <a:lnTo>
                      <a:pt x="12" y="192"/>
                    </a:lnTo>
                    <a:lnTo>
                      <a:pt x="0" y="186"/>
                    </a:lnTo>
                    <a:lnTo>
                      <a:pt x="0" y="198"/>
                    </a:lnTo>
                    <a:lnTo>
                      <a:pt x="18" y="216"/>
                    </a:lnTo>
                    <a:lnTo>
                      <a:pt x="30" y="240"/>
                    </a:lnTo>
                    <a:lnTo>
                      <a:pt x="54" y="264"/>
                    </a:lnTo>
                    <a:lnTo>
                      <a:pt x="60" y="276"/>
                    </a:lnTo>
                    <a:lnTo>
                      <a:pt x="72" y="282"/>
                    </a:lnTo>
                    <a:lnTo>
                      <a:pt x="78" y="294"/>
                    </a:lnTo>
                    <a:lnTo>
                      <a:pt x="96" y="294"/>
                    </a:lnTo>
                    <a:lnTo>
                      <a:pt x="132" y="300"/>
                    </a:lnTo>
                    <a:lnTo>
                      <a:pt x="228" y="312"/>
                    </a:lnTo>
                    <a:lnTo>
                      <a:pt x="270" y="318"/>
                    </a:lnTo>
                    <a:lnTo>
                      <a:pt x="264" y="306"/>
                    </a:lnTo>
                    <a:lnTo>
                      <a:pt x="258" y="300"/>
                    </a:lnTo>
                    <a:lnTo>
                      <a:pt x="252" y="288"/>
                    </a:lnTo>
                    <a:lnTo>
                      <a:pt x="252" y="276"/>
                    </a:lnTo>
                    <a:lnTo>
                      <a:pt x="258" y="270"/>
                    </a:lnTo>
                    <a:lnTo>
                      <a:pt x="264" y="258"/>
                    </a:lnTo>
                    <a:lnTo>
                      <a:pt x="270" y="252"/>
                    </a:lnTo>
                    <a:lnTo>
                      <a:pt x="276" y="240"/>
                    </a:lnTo>
                    <a:lnTo>
                      <a:pt x="276" y="228"/>
                    </a:lnTo>
                    <a:lnTo>
                      <a:pt x="282" y="216"/>
                    </a:lnTo>
                    <a:lnTo>
                      <a:pt x="282" y="204"/>
                    </a:lnTo>
                    <a:lnTo>
                      <a:pt x="288" y="198"/>
                    </a:lnTo>
                    <a:lnTo>
                      <a:pt x="288" y="192"/>
                    </a:lnTo>
                    <a:lnTo>
                      <a:pt x="300" y="192"/>
                    </a:lnTo>
                    <a:lnTo>
                      <a:pt x="300" y="198"/>
                    </a:lnTo>
                    <a:lnTo>
                      <a:pt x="306" y="198"/>
                    </a:lnTo>
                    <a:lnTo>
                      <a:pt x="306" y="192"/>
                    </a:lnTo>
                    <a:lnTo>
                      <a:pt x="288" y="174"/>
                    </a:lnTo>
                    <a:lnTo>
                      <a:pt x="288" y="144"/>
                    </a:lnTo>
                    <a:lnTo>
                      <a:pt x="294" y="132"/>
                    </a:lnTo>
                    <a:lnTo>
                      <a:pt x="294" y="126"/>
                    </a:lnTo>
                    <a:lnTo>
                      <a:pt x="300"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1" name="Turkmenistan" descr="© INSCALE GmbH, 05.05.2010&#10;http://www.presentationload.com/">
                <a:extLst>
                  <a:ext uri="{FF2B5EF4-FFF2-40B4-BE49-F238E27FC236}">
                    <a16:creationId xmlns:a16="http://schemas.microsoft.com/office/drawing/2014/main" id="{A202645F-5226-A24A-84BA-A221ED0C4441}"/>
                  </a:ext>
                </a:extLst>
              </p:cNvPr>
              <p:cNvSpPr>
                <a:spLocks/>
              </p:cNvSpPr>
              <p:nvPr/>
            </p:nvSpPr>
            <p:spPr bwMode="gray">
              <a:xfrm>
                <a:off x="7182444" y="2693660"/>
                <a:ext cx="424059" cy="254766"/>
              </a:xfrm>
              <a:custGeom>
                <a:avLst/>
                <a:gdLst>
                  <a:gd name="T0" fmla="*/ 2147483647 w 1008"/>
                  <a:gd name="T1" fmla="*/ 2147483647 h 606"/>
                  <a:gd name="T2" fmla="*/ 2147483647 w 1008"/>
                  <a:gd name="T3" fmla="*/ 2147483647 h 606"/>
                  <a:gd name="T4" fmla="*/ 2147483647 w 1008"/>
                  <a:gd name="T5" fmla="*/ 2147483647 h 606"/>
                  <a:gd name="T6" fmla="*/ 2147483647 w 1008"/>
                  <a:gd name="T7" fmla="*/ 2147483647 h 606"/>
                  <a:gd name="T8" fmla="*/ 2147483647 w 1008"/>
                  <a:gd name="T9" fmla="*/ 2147483647 h 606"/>
                  <a:gd name="T10" fmla="*/ 2147483647 w 1008"/>
                  <a:gd name="T11" fmla="*/ 2147483647 h 606"/>
                  <a:gd name="T12" fmla="*/ 2147483647 w 1008"/>
                  <a:gd name="T13" fmla="*/ 2147483647 h 606"/>
                  <a:gd name="T14" fmla="*/ 2147483647 w 1008"/>
                  <a:gd name="T15" fmla="*/ 2147483647 h 606"/>
                  <a:gd name="T16" fmla="*/ 2147483647 w 1008"/>
                  <a:gd name="T17" fmla="*/ 2147483647 h 606"/>
                  <a:gd name="T18" fmla="*/ 2147483647 w 1008"/>
                  <a:gd name="T19" fmla="*/ 2147483647 h 606"/>
                  <a:gd name="T20" fmla="*/ 2147483647 w 1008"/>
                  <a:gd name="T21" fmla="*/ 2147483647 h 606"/>
                  <a:gd name="T22" fmla="*/ 2147483647 w 1008"/>
                  <a:gd name="T23" fmla="*/ 2147483647 h 606"/>
                  <a:gd name="T24" fmla="*/ 2147483647 w 1008"/>
                  <a:gd name="T25" fmla="*/ 2147483647 h 606"/>
                  <a:gd name="T26" fmla="*/ 2147483647 w 1008"/>
                  <a:gd name="T27" fmla="*/ 2147483647 h 606"/>
                  <a:gd name="T28" fmla="*/ 2147483647 w 1008"/>
                  <a:gd name="T29" fmla="*/ 2147483647 h 606"/>
                  <a:gd name="T30" fmla="*/ 2147483647 w 1008"/>
                  <a:gd name="T31" fmla="*/ 2147483647 h 606"/>
                  <a:gd name="T32" fmla="*/ 2147483647 w 1008"/>
                  <a:gd name="T33" fmla="*/ 2147483647 h 606"/>
                  <a:gd name="T34" fmla="*/ 2147483647 w 1008"/>
                  <a:gd name="T35" fmla="*/ 2147483647 h 606"/>
                  <a:gd name="T36" fmla="*/ 2147483647 w 1008"/>
                  <a:gd name="T37" fmla="*/ 2147483647 h 606"/>
                  <a:gd name="T38" fmla="*/ 2147483647 w 1008"/>
                  <a:gd name="T39" fmla="*/ 2147483647 h 606"/>
                  <a:gd name="T40" fmla="*/ 2147483647 w 1008"/>
                  <a:gd name="T41" fmla="*/ 2147483647 h 606"/>
                  <a:gd name="T42" fmla="*/ 2147483647 w 1008"/>
                  <a:gd name="T43" fmla="*/ 2147483647 h 606"/>
                  <a:gd name="T44" fmla="*/ 2147483647 w 1008"/>
                  <a:gd name="T45" fmla="*/ 2147483647 h 606"/>
                  <a:gd name="T46" fmla="*/ 2147483647 w 1008"/>
                  <a:gd name="T47" fmla="*/ 2147483647 h 606"/>
                  <a:gd name="T48" fmla="*/ 2147483647 w 1008"/>
                  <a:gd name="T49" fmla="*/ 2147483647 h 606"/>
                  <a:gd name="T50" fmla="*/ 2147483647 w 1008"/>
                  <a:gd name="T51" fmla="*/ 2147483647 h 606"/>
                  <a:gd name="T52" fmla="*/ 2147483647 w 1008"/>
                  <a:gd name="T53" fmla="*/ 2147483647 h 606"/>
                  <a:gd name="T54" fmla="*/ 2147483647 w 1008"/>
                  <a:gd name="T55" fmla="*/ 2147483647 h 606"/>
                  <a:gd name="T56" fmla="*/ 2147483647 w 1008"/>
                  <a:gd name="T57" fmla="*/ 2147483647 h 606"/>
                  <a:gd name="T58" fmla="*/ 2147483647 w 1008"/>
                  <a:gd name="T59" fmla="*/ 2147483647 h 606"/>
                  <a:gd name="T60" fmla="*/ 2147483647 w 1008"/>
                  <a:gd name="T61" fmla="*/ 2147483647 h 606"/>
                  <a:gd name="T62" fmla="*/ 2147483647 w 1008"/>
                  <a:gd name="T63" fmla="*/ 2147483647 h 606"/>
                  <a:gd name="T64" fmla="*/ 2147483647 w 1008"/>
                  <a:gd name="T65" fmla="*/ 2147483647 h 606"/>
                  <a:gd name="T66" fmla="*/ 2147483647 w 1008"/>
                  <a:gd name="T67" fmla="*/ 2147483647 h 606"/>
                  <a:gd name="T68" fmla="*/ 2147483647 w 1008"/>
                  <a:gd name="T69" fmla="*/ 2147483647 h 606"/>
                  <a:gd name="T70" fmla="*/ 2147483647 w 1008"/>
                  <a:gd name="T71" fmla="*/ 2147483647 h 606"/>
                  <a:gd name="T72" fmla="*/ 2147483647 w 1008"/>
                  <a:gd name="T73" fmla="*/ 2147483647 h 606"/>
                  <a:gd name="T74" fmla="*/ 2147483647 w 1008"/>
                  <a:gd name="T75" fmla="*/ 2147483647 h 606"/>
                  <a:gd name="T76" fmla="*/ 2147483647 w 1008"/>
                  <a:gd name="T77" fmla="*/ 2147483647 h 606"/>
                  <a:gd name="T78" fmla="*/ 2147483647 w 1008"/>
                  <a:gd name="T79" fmla="*/ 2147483647 h 606"/>
                  <a:gd name="T80" fmla="*/ 2147483647 w 1008"/>
                  <a:gd name="T81" fmla="*/ 2147483647 h 606"/>
                  <a:gd name="T82" fmla="*/ 2147483647 w 1008"/>
                  <a:gd name="T83" fmla="*/ 2147483647 h 606"/>
                  <a:gd name="T84" fmla="*/ 2147483647 w 1008"/>
                  <a:gd name="T85" fmla="*/ 2147483647 h 606"/>
                  <a:gd name="T86" fmla="*/ 2147483647 w 1008"/>
                  <a:gd name="T87" fmla="*/ 2147483647 h 606"/>
                  <a:gd name="T88" fmla="*/ 2147483647 w 1008"/>
                  <a:gd name="T89" fmla="*/ 2147483647 h 606"/>
                  <a:gd name="T90" fmla="*/ 2147483647 w 1008"/>
                  <a:gd name="T91" fmla="*/ 2147483647 h 606"/>
                  <a:gd name="T92" fmla="*/ 2147483647 w 1008"/>
                  <a:gd name="T93" fmla="*/ 2147483647 h 606"/>
                  <a:gd name="T94" fmla="*/ 2147483647 w 1008"/>
                  <a:gd name="T95" fmla="*/ 2147483647 h 606"/>
                  <a:gd name="T96" fmla="*/ 2147483647 w 1008"/>
                  <a:gd name="T97" fmla="*/ 2147483647 h 606"/>
                  <a:gd name="T98" fmla="*/ 2147483647 w 1008"/>
                  <a:gd name="T99" fmla="*/ 2147483647 h 606"/>
                  <a:gd name="T100" fmla="*/ 2147483647 w 1008"/>
                  <a:gd name="T101" fmla="*/ 2147483647 h 606"/>
                  <a:gd name="T102" fmla="*/ 2147483647 w 1008"/>
                  <a:gd name="T103" fmla="*/ 2147483647 h 606"/>
                  <a:gd name="T104" fmla="*/ 0 w 1008"/>
                  <a:gd name="T105" fmla="*/ 2147483647 h 606"/>
                  <a:gd name="T106" fmla="*/ 2147483647 w 1008"/>
                  <a:gd name="T107" fmla="*/ 2147483647 h 606"/>
                  <a:gd name="T108" fmla="*/ 2147483647 w 1008"/>
                  <a:gd name="T109" fmla="*/ 2147483647 h 6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08"/>
                  <a:gd name="T166" fmla="*/ 0 h 606"/>
                  <a:gd name="T167" fmla="*/ 1008 w 1008"/>
                  <a:gd name="T168" fmla="*/ 606 h 60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08" h="606">
                    <a:moveTo>
                      <a:pt x="48" y="150"/>
                    </a:moveTo>
                    <a:lnTo>
                      <a:pt x="48" y="156"/>
                    </a:lnTo>
                    <a:lnTo>
                      <a:pt x="42" y="162"/>
                    </a:lnTo>
                    <a:lnTo>
                      <a:pt x="36" y="174"/>
                    </a:lnTo>
                    <a:lnTo>
                      <a:pt x="36" y="186"/>
                    </a:lnTo>
                    <a:lnTo>
                      <a:pt x="42" y="198"/>
                    </a:lnTo>
                    <a:lnTo>
                      <a:pt x="48" y="204"/>
                    </a:lnTo>
                    <a:lnTo>
                      <a:pt x="54" y="216"/>
                    </a:lnTo>
                    <a:lnTo>
                      <a:pt x="60" y="222"/>
                    </a:lnTo>
                    <a:lnTo>
                      <a:pt x="60" y="228"/>
                    </a:lnTo>
                    <a:lnTo>
                      <a:pt x="90" y="222"/>
                    </a:lnTo>
                    <a:lnTo>
                      <a:pt x="90" y="246"/>
                    </a:lnTo>
                    <a:lnTo>
                      <a:pt x="114" y="258"/>
                    </a:lnTo>
                    <a:lnTo>
                      <a:pt x="90" y="258"/>
                    </a:lnTo>
                    <a:lnTo>
                      <a:pt x="78" y="264"/>
                    </a:lnTo>
                    <a:lnTo>
                      <a:pt x="72" y="264"/>
                    </a:lnTo>
                    <a:lnTo>
                      <a:pt x="72" y="270"/>
                    </a:lnTo>
                    <a:lnTo>
                      <a:pt x="78" y="276"/>
                    </a:lnTo>
                    <a:lnTo>
                      <a:pt x="90" y="276"/>
                    </a:lnTo>
                    <a:lnTo>
                      <a:pt x="96" y="282"/>
                    </a:lnTo>
                    <a:lnTo>
                      <a:pt x="114" y="282"/>
                    </a:lnTo>
                    <a:lnTo>
                      <a:pt x="120" y="288"/>
                    </a:lnTo>
                    <a:lnTo>
                      <a:pt x="126" y="300"/>
                    </a:lnTo>
                    <a:lnTo>
                      <a:pt x="132" y="306"/>
                    </a:lnTo>
                    <a:lnTo>
                      <a:pt x="138" y="354"/>
                    </a:lnTo>
                    <a:lnTo>
                      <a:pt x="150" y="360"/>
                    </a:lnTo>
                    <a:lnTo>
                      <a:pt x="150" y="372"/>
                    </a:lnTo>
                    <a:lnTo>
                      <a:pt x="144" y="378"/>
                    </a:lnTo>
                    <a:lnTo>
                      <a:pt x="144" y="402"/>
                    </a:lnTo>
                    <a:lnTo>
                      <a:pt x="150" y="414"/>
                    </a:lnTo>
                    <a:lnTo>
                      <a:pt x="150" y="426"/>
                    </a:lnTo>
                    <a:lnTo>
                      <a:pt x="156" y="432"/>
                    </a:lnTo>
                    <a:lnTo>
                      <a:pt x="156" y="438"/>
                    </a:lnTo>
                    <a:lnTo>
                      <a:pt x="186" y="438"/>
                    </a:lnTo>
                    <a:lnTo>
                      <a:pt x="198" y="426"/>
                    </a:lnTo>
                    <a:lnTo>
                      <a:pt x="210" y="420"/>
                    </a:lnTo>
                    <a:lnTo>
                      <a:pt x="210" y="408"/>
                    </a:lnTo>
                    <a:lnTo>
                      <a:pt x="216" y="402"/>
                    </a:lnTo>
                    <a:lnTo>
                      <a:pt x="228" y="396"/>
                    </a:lnTo>
                    <a:lnTo>
                      <a:pt x="246" y="378"/>
                    </a:lnTo>
                    <a:lnTo>
                      <a:pt x="258" y="372"/>
                    </a:lnTo>
                    <a:lnTo>
                      <a:pt x="294" y="372"/>
                    </a:lnTo>
                    <a:lnTo>
                      <a:pt x="306" y="378"/>
                    </a:lnTo>
                    <a:lnTo>
                      <a:pt x="312" y="372"/>
                    </a:lnTo>
                    <a:lnTo>
                      <a:pt x="312" y="366"/>
                    </a:lnTo>
                    <a:lnTo>
                      <a:pt x="372" y="366"/>
                    </a:lnTo>
                    <a:lnTo>
                      <a:pt x="384" y="378"/>
                    </a:lnTo>
                    <a:lnTo>
                      <a:pt x="384" y="390"/>
                    </a:lnTo>
                    <a:lnTo>
                      <a:pt x="414" y="390"/>
                    </a:lnTo>
                    <a:lnTo>
                      <a:pt x="420" y="396"/>
                    </a:lnTo>
                    <a:lnTo>
                      <a:pt x="432" y="402"/>
                    </a:lnTo>
                    <a:lnTo>
                      <a:pt x="438" y="408"/>
                    </a:lnTo>
                    <a:lnTo>
                      <a:pt x="450" y="414"/>
                    </a:lnTo>
                    <a:lnTo>
                      <a:pt x="450" y="408"/>
                    </a:lnTo>
                    <a:lnTo>
                      <a:pt x="468" y="408"/>
                    </a:lnTo>
                    <a:lnTo>
                      <a:pt x="480" y="414"/>
                    </a:lnTo>
                    <a:lnTo>
                      <a:pt x="498" y="414"/>
                    </a:lnTo>
                    <a:lnTo>
                      <a:pt x="510" y="420"/>
                    </a:lnTo>
                    <a:lnTo>
                      <a:pt x="516" y="420"/>
                    </a:lnTo>
                    <a:lnTo>
                      <a:pt x="522" y="426"/>
                    </a:lnTo>
                    <a:lnTo>
                      <a:pt x="522" y="432"/>
                    </a:lnTo>
                    <a:lnTo>
                      <a:pt x="528" y="444"/>
                    </a:lnTo>
                    <a:lnTo>
                      <a:pt x="534" y="450"/>
                    </a:lnTo>
                    <a:lnTo>
                      <a:pt x="540" y="450"/>
                    </a:lnTo>
                    <a:lnTo>
                      <a:pt x="546" y="456"/>
                    </a:lnTo>
                    <a:lnTo>
                      <a:pt x="558" y="456"/>
                    </a:lnTo>
                    <a:lnTo>
                      <a:pt x="570" y="468"/>
                    </a:lnTo>
                    <a:lnTo>
                      <a:pt x="582" y="474"/>
                    </a:lnTo>
                    <a:lnTo>
                      <a:pt x="588" y="486"/>
                    </a:lnTo>
                    <a:lnTo>
                      <a:pt x="594" y="492"/>
                    </a:lnTo>
                    <a:lnTo>
                      <a:pt x="660" y="486"/>
                    </a:lnTo>
                    <a:lnTo>
                      <a:pt x="660" y="522"/>
                    </a:lnTo>
                    <a:lnTo>
                      <a:pt x="672" y="522"/>
                    </a:lnTo>
                    <a:lnTo>
                      <a:pt x="666" y="546"/>
                    </a:lnTo>
                    <a:lnTo>
                      <a:pt x="678" y="576"/>
                    </a:lnTo>
                    <a:lnTo>
                      <a:pt x="684" y="582"/>
                    </a:lnTo>
                    <a:lnTo>
                      <a:pt x="696" y="582"/>
                    </a:lnTo>
                    <a:lnTo>
                      <a:pt x="702" y="588"/>
                    </a:lnTo>
                    <a:lnTo>
                      <a:pt x="714" y="588"/>
                    </a:lnTo>
                    <a:lnTo>
                      <a:pt x="720" y="582"/>
                    </a:lnTo>
                    <a:lnTo>
                      <a:pt x="726" y="582"/>
                    </a:lnTo>
                    <a:lnTo>
                      <a:pt x="750" y="606"/>
                    </a:lnTo>
                    <a:lnTo>
                      <a:pt x="774" y="606"/>
                    </a:lnTo>
                    <a:lnTo>
                      <a:pt x="786" y="600"/>
                    </a:lnTo>
                    <a:lnTo>
                      <a:pt x="792" y="594"/>
                    </a:lnTo>
                    <a:lnTo>
                      <a:pt x="804" y="570"/>
                    </a:lnTo>
                    <a:lnTo>
                      <a:pt x="804" y="558"/>
                    </a:lnTo>
                    <a:lnTo>
                      <a:pt x="816" y="558"/>
                    </a:lnTo>
                    <a:lnTo>
                      <a:pt x="852" y="540"/>
                    </a:lnTo>
                    <a:lnTo>
                      <a:pt x="858" y="528"/>
                    </a:lnTo>
                    <a:lnTo>
                      <a:pt x="870" y="522"/>
                    </a:lnTo>
                    <a:lnTo>
                      <a:pt x="882" y="522"/>
                    </a:lnTo>
                    <a:lnTo>
                      <a:pt x="882" y="462"/>
                    </a:lnTo>
                    <a:lnTo>
                      <a:pt x="888" y="450"/>
                    </a:lnTo>
                    <a:lnTo>
                      <a:pt x="900" y="444"/>
                    </a:lnTo>
                    <a:lnTo>
                      <a:pt x="936" y="444"/>
                    </a:lnTo>
                    <a:lnTo>
                      <a:pt x="936" y="420"/>
                    </a:lnTo>
                    <a:lnTo>
                      <a:pt x="948" y="420"/>
                    </a:lnTo>
                    <a:lnTo>
                      <a:pt x="960" y="426"/>
                    </a:lnTo>
                    <a:lnTo>
                      <a:pt x="966" y="432"/>
                    </a:lnTo>
                    <a:lnTo>
                      <a:pt x="978" y="438"/>
                    </a:lnTo>
                    <a:lnTo>
                      <a:pt x="1008" y="438"/>
                    </a:lnTo>
                    <a:lnTo>
                      <a:pt x="1008" y="426"/>
                    </a:lnTo>
                    <a:lnTo>
                      <a:pt x="996" y="414"/>
                    </a:lnTo>
                    <a:lnTo>
                      <a:pt x="996" y="396"/>
                    </a:lnTo>
                    <a:lnTo>
                      <a:pt x="1002" y="390"/>
                    </a:lnTo>
                    <a:lnTo>
                      <a:pt x="954" y="360"/>
                    </a:lnTo>
                    <a:lnTo>
                      <a:pt x="930" y="366"/>
                    </a:lnTo>
                    <a:lnTo>
                      <a:pt x="924" y="366"/>
                    </a:lnTo>
                    <a:lnTo>
                      <a:pt x="912" y="354"/>
                    </a:lnTo>
                    <a:lnTo>
                      <a:pt x="900" y="354"/>
                    </a:lnTo>
                    <a:lnTo>
                      <a:pt x="888" y="342"/>
                    </a:lnTo>
                    <a:lnTo>
                      <a:pt x="876" y="336"/>
                    </a:lnTo>
                    <a:lnTo>
                      <a:pt x="870" y="330"/>
                    </a:lnTo>
                    <a:lnTo>
                      <a:pt x="846" y="318"/>
                    </a:lnTo>
                    <a:lnTo>
                      <a:pt x="828" y="306"/>
                    </a:lnTo>
                    <a:lnTo>
                      <a:pt x="804" y="306"/>
                    </a:lnTo>
                    <a:lnTo>
                      <a:pt x="774" y="288"/>
                    </a:lnTo>
                    <a:lnTo>
                      <a:pt x="768" y="282"/>
                    </a:lnTo>
                    <a:lnTo>
                      <a:pt x="762" y="270"/>
                    </a:lnTo>
                    <a:lnTo>
                      <a:pt x="750" y="258"/>
                    </a:lnTo>
                    <a:lnTo>
                      <a:pt x="744" y="258"/>
                    </a:lnTo>
                    <a:lnTo>
                      <a:pt x="732" y="252"/>
                    </a:lnTo>
                    <a:lnTo>
                      <a:pt x="714" y="252"/>
                    </a:lnTo>
                    <a:lnTo>
                      <a:pt x="702" y="246"/>
                    </a:lnTo>
                    <a:lnTo>
                      <a:pt x="690" y="234"/>
                    </a:lnTo>
                    <a:lnTo>
                      <a:pt x="672" y="198"/>
                    </a:lnTo>
                    <a:lnTo>
                      <a:pt x="666" y="192"/>
                    </a:lnTo>
                    <a:lnTo>
                      <a:pt x="666" y="186"/>
                    </a:lnTo>
                    <a:lnTo>
                      <a:pt x="648" y="168"/>
                    </a:lnTo>
                    <a:lnTo>
                      <a:pt x="630" y="138"/>
                    </a:lnTo>
                    <a:lnTo>
                      <a:pt x="594" y="120"/>
                    </a:lnTo>
                    <a:lnTo>
                      <a:pt x="594" y="126"/>
                    </a:lnTo>
                    <a:lnTo>
                      <a:pt x="540" y="120"/>
                    </a:lnTo>
                    <a:lnTo>
                      <a:pt x="510" y="120"/>
                    </a:lnTo>
                    <a:lnTo>
                      <a:pt x="492" y="102"/>
                    </a:lnTo>
                    <a:lnTo>
                      <a:pt x="492" y="90"/>
                    </a:lnTo>
                    <a:lnTo>
                      <a:pt x="504" y="78"/>
                    </a:lnTo>
                    <a:lnTo>
                      <a:pt x="492" y="72"/>
                    </a:lnTo>
                    <a:lnTo>
                      <a:pt x="492" y="60"/>
                    </a:lnTo>
                    <a:lnTo>
                      <a:pt x="486" y="48"/>
                    </a:lnTo>
                    <a:lnTo>
                      <a:pt x="480" y="42"/>
                    </a:lnTo>
                    <a:lnTo>
                      <a:pt x="444" y="42"/>
                    </a:lnTo>
                    <a:lnTo>
                      <a:pt x="432" y="36"/>
                    </a:lnTo>
                    <a:lnTo>
                      <a:pt x="432" y="24"/>
                    </a:lnTo>
                    <a:lnTo>
                      <a:pt x="408" y="24"/>
                    </a:lnTo>
                    <a:lnTo>
                      <a:pt x="390" y="0"/>
                    </a:lnTo>
                    <a:lnTo>
                      <a:pt x="384" y="12"/>
                    </a:lnTo>
                    <a:lnTo>
                      <a:pt x="354" y="6"/>
                    </a:lnTo>
                    <a:lnTo>
                      <a:pt x="384" y="36"/>
                    </a:lnTo>
                    <a:lnTo>
                      <a:pt x="378" y="30"/>
                    </a:lnTo>
                    <a:lnTo>
                      <a:pt x="366" y="30"/>
                    </a:lnTo>
                    <a:lnTo>
                      <a:pt x="360" y="24"/>
                    </a:lnTo>
                    <a:lnTo>
                      <a:pt x="354" y="24"/>
                    </a:lnTo>
                    <a:lnTo>
                      <a:pt x="348" y="30"/>
                    </a:lnTo>
                    <a:lnTo>
                      <a:pt x="348" y="42"/>
                    </a:lnTo>
                    <a:lnTo>
                      <a:pt x="342" y="42"/>
                    </a:lnTo>
                    <a:lnTo>
                      <a:pt x="336" y="48"/>
                    </a:lnTo>
                    <a:lnTo>
                      <a:pt x="324" y="48"/>
                    </a:lnTo>
                    <a:lnTo>
                      <a:pt x="312" y="54"/>
                    </a:lnTo>
                    <a:lnTo>
                      <a:pt x="294" y="72"/>
                    </a:lnTo>
                    <a:lnTo>
                      <a:pt x="294" y="84"/>
                    </a:lnTo>
                    <a:lnTo>
                      <a:pt x="300" y="102"/>
                    </a:lnTo>
                    <a:lnTo>
                      <a:pt x="312" y="108"/>
                    </a:lnTo>
                    <a:lnTo>
                      <a:pt x="318" y="120"/>
                    </a:lnTo>
                    <a:lnTo>
                      <a:pt x="252" y="120"/>
                    </a:lnTo>
                    <a:lnTo>
                      <a:pt x="240" y="108"/>
                    </a:lnTo>
                    <a:lnTo>
                      <a:pt x="228" y="108"/>
                    </a:lnTo>
                    <a:lnTo>
                      <a:pt x="228" y="114"/>
                    </a:lnTo>
                    <a:lnTo>
                      <a:pt x="216" y="126"/>
                    </a:lnTo>
                    <a:lnTo>
                      <a:pt x="210" y="120"/>
                    </a:lnTo>
                    <a:lnTo>
                      <a:pt x="198" y="114"/>
                    </a:lnTo>
                    <a:lnTo>
                      <a:pt x="174" y="90"/>
                    </a:lnTo>
                    <a:lnTo>
                      <a:pt x="168" y="78"/>
                    </a:lnTo>
                    <a:lnTo>
                      <a:pt x="162" y="72"/>
                    </a:lnTo>
                    <a:lnTo>
                      <a:pt x="156" y="60"/>
                    </a:lnTo>
                    <a:lnTo>
                      <a:pt x="144" y="54"/>
                    </a:lnTo>
                    <a:lnTo>
                      <a:pt x="132" y="42"/>
                    </a:lnTo>
                    <a:lnTo>
                      <a:pt x="120" y="42"/>
                    </a:lnTo>
                    <a:lnTo>
                      <a:pt x="96" y="30"/>
                    </a:lnTo>
                    <a:lnTo>
                      <a:pt x="78" y="30"/>
                    </a:lnTo>
                    <a:lnTo>
                      <a:pt x="72" y="36"/>
                    </a:lnTo>
                    <a:lnTo>
                      <a:pt x="72" y="48"/>
                    </a:lnTo>
                    <a:lnTo>
                      <a:pt x="84" y="54"/>
                    </a:lnTo>
                    <a:lnTo>
                      <a:pt x="90" y="54"/>
                    </a:lnTo>
                    <a:lnTo>
                      <a:pt x="90" y="66"/>
                    </a:lnTo>
                    <a:lnTo>
                      <a:pt x="96" y="66"/>
                    </a:lnTo>
                    <a:lnTo>
                      <a:pt x="96" y="72"/>
                    </a:lnTo>
                    <a:lnTo>
                      <a:pt x="102" y="84"/>
                    </a:lnTo>
                    <a:lnTo>
                      <a:pt x="114" y="90"/>
                    </a:lnTo>
                    <a:lnTo>
                      <a:pt x="126" y="102"/>
                    </a:lnTo>
                    <a:lnTo>
                      <a:pt x="138" y="108"/>
                    </a:lnTo>
                    <a:lnTo>
                      <a:pt x="150" y="120"/>
                    </a:lnTo>
                    <a:lnTo>
                      <a:pt x="162" y="126"/>
                    </a:lnTo>
                    <a:lnTo>
                      <a:pt x="162" y="150"/>
                    </a:lnTo>
                    <a:lnTo>
                      <a:pt x="156" y="156"/>
                    </a:lnTo>
                    <a:lnTo>
                      <a:pt x="144" y="156"/>
                    </a:lnTo>
                    <a:lnTo>
                      <a:pt x="132" y="150"/>
                    </a:lnTo>
                    <a:lnTo>
                      <a:pt x="120" y="138"/>
                    </a:lnTo>
                    <a:lnTo>
                      <a:pt x="120" y="162"/>
                    </a:lnTo>
                    <a:lnTo>
                      <a:pt x="78" y="162"/>
                    </a:lnTo>
                    <a:lnTo>
                      <a:pt x="66" y="144"/>
                    </a:lnTo>
                    <a:lnTo>
                      <a:pt x="60" y="150"/>
                    </a:lnTo>
                    <a:lnTo>
                      <a:pt x="48" y="138"/>
                    </a:lnTo>
                    <a:lnTo>
                      <a:pt x="42" y="126"/>
                    </a:lnTo>
                    <a:lnTo>
                      <a:pt x="36" y="120"/>
                    </a:lnTo>
                    <a:lnTo>
                      <a:pt x="36" y="102"/>
                    </a:lnTo>
                    <a:lnTo>
                      <a:pt x="30" y="96"/>
                    </a:lnTo>
                    <a:lnTo>
                      <a:pt x="30" y="84"/>
                    </a:lnTo>
                    <a:lnTo>
                      <a:pt x="24" y="78"/>
                    </a:lnTo>
                    <a:lnTo>
                      <a:pt x="0" y="78"/>
                    </a:lnTo>
                    <a:lnTo>
                      <a:pt x="0" y="84"/>
                    </a:lnTo>
                    <a:lnTo>
                      <a:pt x="6" y="90"/>
                    </a:lnTo>
                    <a:lnTo>
                      <a:pt x="12" y="102"/>
                    </a:lnTo>
                    <a:lnTo>
                      <a:pt x="18" y="108"/>
                    </a:lnTo>
                    <a:lnTo>
                      <a:pt x="24" y="120"/>
                    </a:lnTo>
                    <a:lnTo>
                      <a:pt x="36" y="126"/>
                    </a:lnTo>
                    <a:lnTo>
                      <a:pt x="42" y="138"/>
                    </a:lnTo>
                    <a:lnTo>
                      <a:pt x="48" y="144"/>
                    </a:lnTo>
                    <a:lnTo>
                      <a:pt x="48"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2" name="Thailand" descr="© INSCALE GmbH, 05.05.2010&#10;http://www.presentationload.com/">
                <a:extLst>
                  <a:ext uri="{FF2B5EF4-FFF2-40B4-BE49-F238E27FC236}">
                    <a16:creationId xmlns:a16="http://schemas.microsoft.com/office/drawing/2014/main" id="{3941479C-3934-4746-AAEC-D415B5A8F61D}"/>
                  </a:ext>
                </a:extLst>
              </p:cNvPr>
              <p:cNvSpPr>
                <a:spLocks/>
              </p:cNvSpPr>
              <p:nvPr/>
            </p:nvSpPr>
            <p:spPr bwMode="gray">
              <a:xfrm>
                <a:off x="8600906" y="3449732"/>
                <a:ext cx="259695" cy="499666"/>
              </a:xfrm>
              <a:custGeom>
                <a:avLst/>
                <a:gdLst>
                  <a:gd name="T0" fmla="*/ 2147483647 w 618"/>
                  <a:gd name="T1" fmla="*/ 2147483647 h 1188"/>
                  <a:gd name="T2" fmla="*/ 2147483647 w 618"/>
                  <a:gd name="T3" fmla="*/ 2147483647 h 1188"/>
                  <a:gd name="T4" fmla="*/ 2147483647 w 618"/>
                  <a:gd name="T5" fmla="*/ 2147483647 h 1188"/>
                  <a:gd name="T6" fmla="*/ 2147483647 w 618"/>
                  <a:gd name="T7" fmla="*/ 2147483647 h 1188"/>
                  <a:gd name="T8" fmla="*/ 2147483647 w 618"/>
                  <a:gd name="T9" fmla="*/ 2147483647 h 1188"/>
                  <a:gd name="T10" fmla="*/ 2147483647 w 618"/>
                  <a:gd name="T11" fmla="*/ 2147483647 h 1188"/>
                  <a:gd name="T12" fmla="*/ 2147483647 w 618"/>
                  <a:gd name="T13" fmla="*/ 2147483647 h 1188"/>
                  <a:gd name="T14" fmla="*/ 2147483647 w 618"/>
                  <a:gd name="T15" fmla="*/ 2147483647 h 1188"/>
                  <a:gd name="T16" fmla="*/ 2147483647 w 618"/>
                  <a:gd name="T17" fmla="*/ 2147483647 h 1188"/>
                  <a:gd name="T18" fmla="*/ 2147483647 w 618"/>
                  <a:gd name="T19" fmla="*/ 2147483647 h 1188"/>
                  <a:gd name="T20" fmla="*/ 2147483647 w 618"/>
                  <a:gd name="T21" fmla="*/ 2147483647 h 1188"/>
                  <a:gd name="T22" fmla="*/ 2147483647 w 618"/>
                  <a:gd name="T23" fmla="*/ 2147483647 h 1188"/>
                  <a:gd name="T24" fmla="*/ 2147483647 w 618"/>
                  <a:gd name="T25" fmla="*/ 0 h 1188"/>
                  <a:gd name="T26" fmla="*/ 2147483647 w 618"/>
                  <a:gd name="T27" fmla="*/ 2147483647 h 1188"/>
                  <a:gd name="T28" fmla="*/ 2147483647 w 618"/>
                  <a:gd name="T29" fmla="*/ 2147483647 h 1188"/>
                  <a:gd name="T30" fmla="*/ 2147483647 w 618"/>
                  <a:gd name="T31" fmla="*/ 2147483647 h 1188"/>
                  <a:gd name="T32" fmla="*/ 0 w 618"/>
                  <a:gd name="T33" fmla="*/ 2147483647 h 1188"/>
                  <a:gd name="T34" fmla="*/ 2147483647 w 618"/>
                  <a:gd name="T35" fmla="*/ 2147483647 h 1188"/>
                  <a:gd name="T36" fmla="*/ 2147483647 w 618"/>
                  <a:gd name="T37" fmla="*/ 2147483647 h 1188"/>
                  <a:gd name="T38" fmla="*/ 2147483647 w 618"/>
                  <a:gd name="T39" fmla="*/ 2147483647 h 1188"/>
                  <a:gd name="T40" fmla="*/ 2147483647 w 618"/>
                  <a:gd name="T41" fmla="*/ 2147483647 h 1188"/>
                  <a:gd name="T42" fmla="*/ 2147483647 w 618"/>
                  <a:gd name="T43" fmla="*/ 2147483647 h 1188"/>
                  <a:gd name="T44" fmla="*/ 2147483647 w 618"/>
                  <a:gd name="T45" fmla="*/ 2147483647 h 1188"/>
                  <a:gd name="T46" fmla="*/ 2147483647 w 618"/>
                  <a:gd name="T47" fmla="*/ 2147483647 h 1188"/>
                  <a:gd name="T48" fmla="*/ 2147483647 w 618"/>
                  <a:gd name="T49" fmla="*/ 2147483647 h 1188"/>
                  <a:gd name="T50" fmla="*/ 2147483647 w 618"/>
                  <a:gd name="T51" fmla="*/ 2147483647 h 1188"/>
                  <a:gd name="T52" fmla="*/ 2147483647 w 618"/>
                  <a:gd name="T53" fmla="*/ 2147483647 h 1188"/>
                  <a:gd name="T54" fmla="*/ 2147483647 w 618"/>
                  <a:gd name="T55" fmla="*/ 2147483647 h 1188"/>
                  <a:gd name="T56" fmla="*/ 2147483647 w 618"/>
                  <a:gd name="T57" fmla="*/ 2147483647 h 1188"/>
                  <a:gd name="T58" fmla="*/ 2147483647 w 618"/>
                  <a:gd name="T59" fmla="*/ 2147483647 h 1188"/>
                  <a:gd name="T60" fmla="*/ 2147483647 w 618"/>
                  <a:gd name="T61" fmla="*/ 2147483647 h 1188"/>
                  <a:gd name="T62" fmla="*/ 2147483647 w 618"/>
                  <a:gd name="T63" fmla="*/ 2147483647 h 1188"/>
                  <a:gd name="T64" fmla="*/ 2147483647 w 618"/>
                  <a:gd name="T65" fmla="*/ 2147483647 h 1188"/>
                  <a:gd name="T66" fmla="*/ 2147483647 w 618"/>
                  <a:gd name="T67" fmla="*/ 2147483647 h 1188"/>
                  <a:gd name="T68" fmla="*/ 2147483647 w 618"/>
                  <a:gd name="T69" fmla="*/ 2147483647 h 1188"/>
                  <a:gd name="T70" fmla="*/ 2147483647 w 618"/>
                  <a:gd name="T71" fmla="*/ 2147483647 h 1188"/>
                  <a:gd name="T72" fmla="*/ 2147483647 w 618"/>
                  <a:gd name="T73" fmla="*/ 2147483647 h 1188"/>
                  <a:gd name="T74" fmla="*/ 2147483647 w 618"/>
                  <a:gd name="T75" fmla="*/ 2147483647 h 1188"/>
                  <a:gd name="T76" fmla="*/ 2147483647 w 618"/>
                  <a:gd name="T77" fmla="*/ 2147483647 h 1188"/>
                  <a:gd name="T78" fmla="*/ 2147483647 w 618"/>
                  <a:gd name="T79" fmla="*/ 2147483647 h 1188"/>
                  <a:gd name="T80" fmla="*/ 2147483647 w 618"/>
                  <a:gd name="T81" fmla="*/ 2147483647 h 1188"/>
                  <a:gd name="T82" fmla="*/ 2147483647 w 618"/>
                  <a:gd name="T83" fmla="*/ 2147483647 h 1188"/>
                  <a:gd name="T84" fmla="*/ 2147483647 w 618"/>
                  <a:gd name="T85" fmla="*/ 2147483647 h 1188"/>
                  <a:gd name="T86" fmla="*/ 2147483647 w 618"/>
                  <a:gd name="T87" fmla="*/ 2147483647 h 1188"/>
                  <a:gd name="T88" fmla="*/ 2147483647 w 618"/>
                  <a:gd name="T89" fmla="*/ 2147483647 h 1188"/>
                  <a:gd name="T90" fmla="*/ 2147483647 w 618"/>
                  <a:gd name="T91" fmla="*/ 2147483647 h 1188"/>
                  <a:gd name="T92" fmla="*/ 2147483647 w 618"/>
                  <a:gd name="T93" fmla="*/ 2147483647 h 1188"/>
                  <a:gd name="T94" fmla="*/ 2147483647 w 618"/>
                  <a:gd name="T95" fmla="*/ 2147483647 h 1188"/>
                  <a:gd name="T96" fmla="*/ 2147483647 w 618"/>
                  <a:gd name="T97" fmla="*/ 2147483647 h 1188"/>
                  <a:gd name="T98" fmla="*/ 2147483647 w 618"/>
                  <a:gd name="T99" fmla="*/ 2147483647 h 1188"/>
                  <a:gd name="T100" fmla="*/ 2147483647 w 618"/>
                  <a:gd name="T101" fmla="*/ 2147483647 h 1188"/>
                  <a:gd name="T102" fmla="*/ 2147483647 w 618"/>
                  <a:gd name="T103" fmla="*/ 2147483647 h 1188"/>
                  <a:gd name="T104" fmla="*/ 2147483647 w 618"/>
                  <a:gd name="T105" fmla="*/ 2147483647 h 1188"/>
                  <a:gd name="T106" fmla="*/ 2147483647 w 618"/>
                  <a:gd name="T107" fmla="*/ 2147483647 h 1188"/>
                  <a:gd name="T108" fmla="*/ 2147483647 w 618"/>
                  <a:gd name="T109" fmla="*/ 2147483647 h 1188"/>
                  <a:gd name="T110" fmla="*/ 2147483647 w 618"/>
                  <a:gd name="T111" fmla="*/ 2147483647 h 1188"/>
                  <a:gd name="T112" fmla="*/ 2147483647 w 618"/>
                  <a:gd name="T113" fmla="*/ 2147483647 h 1188"/>
                  <a:gd name="T114" fmla="*/ 2147483647 w 618"/>
                  <a:gd name="T115" fmla="*/ 2147483647 h 1188"/>
                  <a:gd name="T116" fmla="*/ 2147483647 w 618"/>
                  <a:gd name="T117" fmla="*/ 2147483647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18"/>
                  <a:gd name="T178" fmla="*/ 0 h 1188"/>
                  <a:gd name="T179" fmla="*/ 618 w 618"/>
                  <a:gd name="T180" fmla="*/ 1188 h 11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18" h="1188">
                    <a:moveTo>
                      <a:pt x="588" y="426"/>
                    </a:moveTo>
                    <a:lnTo>
                      <a:pt x="588" y="420"/>
                    </a:lnTo>
                    <a:lnTo>
                      <a:pt x="594" y="414"/>
                    </a:lnTo>
                    <a:lnTo>
                      <a:pt x="606" y="390"/>
                    </a:lnTo>
                    <a:lnTo>
                      <a:pt x="594" y="378"/>
                    </a:lnTo>
                    <a:lnTo>
                      <a:pt x="594" y="372"/>
                    </a:lnTo>
                    <a:lnTo>
                      <a:pt x="588" y="378"/>
                    </a:lnTo>
                    <a:lnTo>
                      <a:pt x="588" y="366"/>
                    </a:lnTo>
                    <a:lnTo>
                      <a:pt x="582" y="360"/>
                    </a:lnTo>
                    <a:lnTo>
                      <a:pt x="582" y="354"/>
                    </a:lnTo>
                    <a:lnTo>
                      <a:pt x="546" y="318"/>
                    </a:lnTo>
                    <a:lnTo>
                      <a:pt x="534" y="294"/>
                    </a:lnTo>
                    <a:lnTo>
                      <a:pt x="534" y="282"/>
                    </a:lnTo>
                    <a:lnTo>
                      <a:pt x="528" y="240"/>
                    </a:lnTo>
                    <a:lnTo>
                      <a:pt x="510" y="222"/>
                    </a:lnTo>
                    <a:lnTo>
                      <a:pt x="498" y="216"/>
                    </a:lnTo>
                    <a:lnTo>
                      <a:pt x="480" y="204"/>
                    </a:lnTo>
                    <a:lnTo>
                      <a:pt x="468" y="192"/>
                    </a:lnTo>
                    <a:lnTo>
                      <a:pt x="468" y="180"/>
                    </a:lnTo>
                    <a:lnTo>
                      <a:pt x="462" y="174"/>
                    </a:lnTo>
                    <a:lnTo>
                      <a:pt x="438" y="174"/>
                    </a:lnTo>
                    <a:lnTo>
                      <a:pt x="426" y="168"/>
                    </a:lnTo>
                    <a:lnTo>
                      <a:pt x="420" y="162"/>
                    </a:lnTo>
                    <a:lnTo>
                      <a:pt x="402" y="162"/>
                    </a:lnTo>
                    <a:lnTo>
                      <a:pt x="396" y="168"/>
                    </a:lnTo>
                    <a:lnTo>
                      <a:pt x="396" y="180"/>
                    </a:lnTo>
                    <a:lnTo>
                      <a:pt x="378" y="198"/>
                    </a:lnTo>
                    <a:lnTo>
                      <a:pt x="360" y="198"/>
                    </a:lnTo>
                    <a:lnTo>
                      <a:pt x="336" y="186"/>
                    </a:lnTo>
                    <a:lnTo>
                      <a:pt x="330" y="180"/>
                    </a:lnTo>
                    <a:lnTo>
                      <a:pt x="318" y="180"/>
                    </a:lnTo>
                    <a:lnTo>
                      <a:pt x="312" y="186"/>
                    </a:lnTo>
                    <a:lnTo>
                      <a:pt x="306" y="198"/>
                    </a:lnTo>
                    <a:lnTo>
                      <a:pt x="294" y="210"/>
                    </a:lnTo>
                    <a:lnTo>
                      <a:pt x="294" y="216"/>
                    </a:lnTo>
                    <a:lnTo>
                      <a:pt x="288" y="222"/>
                    </a:lnTo>
                    <a:lnTo>
                      <a:pt x="264" y="234"/>
                    </a:lnTo>
                    <a:lnTo>
                      <a:pt x="246" y="234"/>
                    </a:lnTo>
                    <a:lnTo>
                      <a:pt x="246" y="222"/>
                    </a:lnTo>
                    <a:lnTo>
                      <a:pt x="270" y="174"/>
                    </a:lnTo>
                    <a:lnTo>
                      <a:pt x="270" y="162"/>
                    </a:lnTo>
                    <a:lnTo>
                      <a:pt x="264" y="156"/>
                    </a:lnTo>
                    <a:lnTo>
                      <a:pt x="252" y="156"/>
                    </a:lnTo>
                    <a:lnTo>
                      <a:pt x="264" y="144"/>
                    </a:lnTo>
                    <a:lnTo>
                      <a:pt x="270" y="132"/>
                    </a:lnTo>
                    <a:lnTo>
                      <a:pt x="270" y="120"/>
                    </a:lnTo>
                    <a:lnTo>
                      <a:pt x="264" y="108"/>
                    </a:lnTo>
                    <a:lnTo>
                      <a:pt x="258" y="102"/>
                    </a:lnTo>
                    <a:lnTo>
                      <a:pt x="264" y="96"/>
                    </a:lnTo>
                    <a:lnTo>
                      <a:pt x="264" y="66"/>
                    </a:lnTo>
                    <a:lnTo>
                      <a:pt x="252" y="60"/>
                    </a:lnTo>
                    <a:lnTo>
                      <a:pt x="246" y="60"/>
                    </a:lnTo>
                    <a:lnTo>
                      <a:pt x="240" y="66"/>
                    </a:lnTo>
                    <a:lnTo>
                      <a:pt x="228" y="66"/>
                    </a:lnTo>
                    <a:lnTo>
                      <a:pt x="228" y="78"/>
                    </a:lnTo>
                    <a:lnTo>
                      <a:pt x="210" y="78"/>
                    </a:lnTo>
                    <a:lnTo>
                      <a:pt x="204" y="72"/>
                    </a:lnTo>
                    <a:lnTo>
                      <a:pt x="198" y="60"/>
                    </a:lnTo>
                    <a:lnTo>
                      <a:pt x="198" y="36"/>
                    </a:lnTo>
                    <a:lnTo>
                      <a:pt x="204" y="30"/>
                    </a:lnTo>
                    <a:lnTo>
                      <a:pt x="204" y="18"/>
                    </a:lnTo>
                    <a:lnTo>
                      <a:pt x="198" y="12"/>
                    </a:lnTo>
                    <a:lnTo>
                      <a:pt x="186" y="12"/>
                    </a:lnTo>
                    <a:lnTo>
                      <a:pt x="174" y="6"/>
                    </a:lnTo>
                    <a:lnTo>
                      <a:pt x="168" y="0"/>
                    </a:lnTo>
                    <a:lnTo>
                      <a:pt x="138" y="0"/>
                    </a:lnTo>
                    <a:lnTo>
                      <a:pt x="132" y="6"/>
                    </a:lnTo>
                    <a:lnTo>
                      <a:pt x="126" y="6"/>
                    </a:lnTo>
                    <a:lnTo>
                      <a:pt x="120" y="30"/>
                    </a:lnTo>
                    <a:lnTo>
                      <a:pt x="96" y="30"/>
                    </a:lnTo>
                    <a:lnTo>
                      <a:pt x="96" y="36"/>
                    </a:lnTo>
                    <a:lnTo>
                      <a:pt x="90" y="42"/>
                    </a:lnTo>
                    <a:lnTo>
                      <a:pt x="84" y="54"/>
                    </a:lnTo>
                    <a:lnTo>
                      <a:pt x="78" y="60"/>
                    </a:lnTo>
                    <a:lnTo>
                      <a:pt x="66" y="60"/>
                    </a:lnTo>
                    <a:lnTo>
                      <a:pt x="54" y="54"/>
                    </a:lnTo>
                    <a:lnTo>
                      <a:pt x="24" y="54"/>
                    </a:lnTo>
                    <a:lnTo>
                      <a:pt x="24" y="102"/>
                    </a:lnTo>
                    <a:lnTo>
                      <a:pt x="18" y="108"/>
                    </a:lnTo>
                    <a:lnTo>
                      <a:pt x="12" y="108"/>
                    </a:lnTo>
                    <a:lnTo>
                      <a:pt x="6" y="114"/>
                    </a:lnTo>
                    <a:lnTo>
                      <a:pt x="6" y="120"/>
                    </a:lnTo>
                    <a:lnTo>
                      <a:pt x="24" y="138"/>
                    </a:lnTo>
                    <a:lnTo>
                      <a:pt x="24" y="156"/>
                    </a:lnTo>
                    <a:lnTo>
                      <a:pt x="0" y="156"/>
                    </a:lnTo>
                    <a:lnTo>
                      <a:pt x="0" y="162"/>
                    </a:lnTo>
                    <a:lnTo>
                      <a:pt x="24" y="186"/>
                    </a:lnTo>
                    <a:lnTo>
                      <a:pt x="36" y="192"/>
                    </a:lnTo>
                    <a:lnTo>
                      <a:pt x="30" y="216"/>
                    </a:lnTo>
                    <a:lnTo>
                      <a:pt x="36" y="216"/>
                    </a:lnTo>
                    <a:lnTo>
                      <a:pt x="36" y="222"/>
                    </a:lnTo>
                    <a:lnTo>
                      <a:pt x="42" y="234"/>
                    </a:lnTo>
                    <a:lnTo>
                      <a:pt x="60" y="252"/>
                    </a:lnTo>
                    <a:lnTo>
                      <a:pt x="72" y="258"/>
                    </a:lnTo>
                    <a:lnTo>
                      <a:pt x="84" y="270"/>
                    </a:lnTo>
                    <a:lnTo>
                      <a:pt x="96" y="276"/>
                    </a:lnTo>
                    <a:lnTo>
                      <a:pt x="102" y="282"/>
                    </a:lnTo>
                    <a:lnTo>
                      <a:pt x="102" y="288"/>
                    </a:lnTo>
                    <a:lnTo>
                      <a:pt x="96" y="288"/>
                    </a:lnTo>
                    <a:lnTo>
                      <a:pt x="96" y="306"/>
                    </a:lnTo>
                    <a:lnTo>
                      <a:pt x="102" y="318"/>
                    </a:lnTo>
                    <a:lnTo>
                      <a:pt x="108" y="324"/>
                    </a:lnTo>
                    <a:lnTo>
                      <a:pt x="114" y="324"/>
                    </a:lnTo>
                    <a:lnTo>
                      <a:pt x="120" y="318"/>
                    </a:lnTo>
                    <a:lnTo>
                      <a:pt x="126" y="324"/>
                    </a:lnTo>
                    <a:lnTo>
                      <a:pt x="126" y="342"/>
                    </a:lnTo>
                    <a:lnTo>
                      <a:pt x="120" y="348"/>
                    </a:lnTo>
                    <a:lnTo>
                      <a:pt x="108" y="348"/>
                    </a:lnTo>
                    <a:lnTo>
                      <a:pt x="114" y="360"/>
                    </a:lnTo>
                    <a:lnTo>
                      <a:pt x="114" y="384"/>
                    </a:lnTo>
                    <a:lnTo>
                      <a:pt x="108" y="396"/>
                    </a:lnTo>
                    <a:lnTo>
                      <a:pt x="102" y="402"/>
                    </a:lnTo>
                    <a:lnTo>
                      <a:pt x="84" y="438"/>
                    </a:lnTo>
                    <a:lnTo>
                      <a:pt x="90" y="444"/>
                    </a:lnTo>
                    <a:lnTo>
                      <a:pt x="90" y="450"/>
                    </a:lnTo>
                    <a:lnTo>
                      <a:pt x="96" y="456"/>
                    </a:lnTo>
                    <a:lnTo>
                      <a:pt x="102" y="468"/>
                    </a:lnTo>
                    <a:lnTo>
                      <a:pt x="108" y="474"/>
                    </a:lnTo>
                    <a:lnTo>
                      <a:pt x="114" y="486"/>
                    </a:lnTo>
                    <a:lnTo>
                      <a:pt x="156" y="528"/>
                    </a:lnTo>
                    <a:lnTo>
                      <a:pt x="162" y="540"/>
                    </a:lnTo>
                    <a:lnTo>
                      <a:pt x="162" y="570"/>
                    </a:lnTo>
                    <a:lnTo>
                      <a:pt x="168" y="588"/>
                    </a:lnTo>
                    <a:lnTo>
                      <a:pt x="168" y="612"/>
                    </a:lnTo>
                    <a:lnTo>
                      <a:pt x="192" y="636"/>
                    </a:lnTo>
                    <a:lnTo>
                      <a:pt x="192" y="660"/>
                    </a:lnTo>
                    <a:lnTo>
                      <a:pt x="198" y="672"/>
                    </a:lnTo>
                    <a:lnTo>
                      <a:pt x="198" y="702"/>
                    </a:lnTo>
                    <a:lnTo>
                      <a:pt x="192" y="714"/>
                    </a:lnTo>
                    <a:lnTo>
                      <a:pt x="192" y="732"/>
                    </a:lnTo>
                    <a:lnTo>
                      <a:pt x="174" y="768"/>
                    </a:lnTo>
                    <a:lnTo>
                      <a:pt x="156" y="786"/>
                    </a:lnTo>
                    <a:lnTo>
                      <a:pt x="156" y="798"/>
                    </a:lnTo>
                    <a:lnTo>
                      <a:pt x="162" y="804"/>
                    </a:lnTo>
                    <a:lnTo>
                      <a:pt x="162" y="816"/>
                    </a:lnTo>
                    <a:lnTo>
                      <a:pt x="156" y="828"/>
                    </a:lnTo>
                    <a:lnTo>
                      <a:pt x="150" y="834"/>
                    </a:lnTo>
                    <a:lnTo>
                      <a:pt x="144" y="846"/>
                    </a:lnTo>
                    <a:lnTo>
                      <a:pt x="144" y="852"/>
                    </a:lnTo>
                    <a:lnTo>
                      <a:pt x="138" y="858"/>
                    </a:lnTo>
                    <a:lnTo>
                      <a:pt x="132" y="876"/>
                    </a:lnTo>
                    <a:lnTo>
                      <a:pt x="126" y="888"/>
                    </a:lnTo>
                    <a:lnTo>
                      <a:pt x="126" y="906"/>
                    </a:lnTo>
                    <a:lnTo>
                      <a:pt x="120" y="918"/>
                    </a:lnTo>
                    <a:lnTo>
                      <a:pt x="120" y="966"/>
                    </a:lnTo>
                    <a:lnTo>
                      <a:pt x="126" y="978"/>
                    </a:lnTo>
                    <a:lnTo>
                      <a:pt x="126" y="1008"/>
                    </a:lnTo>
                    <a:lnTo>
                      <a:pt x="132" y="1014"/>
                    </a:lnTo>
                    <a:lnTo>
                      <a:pt x="132" y="1020"/>
                    </a:lnTo>
                    <a:lnTo>
                      <a:pt x="138" y="1020"/>
                    </a:lnTo>
                    <a:lnTo>
                      <a:pt x="138" y="1002"/>
                    </a:lnTo>
                    <a:lnTo>
                      <a:pt x="144" y="990"/>
                    </a:lnTo>
                    <a:lnTo>
                      <a:pt x="144" y="978"/>
                    </a:lnTo>
                    <a:lnTo>
                      <a:pt x="150" y="972"/>
                    </a:lnTo>
                    <a:lnTo>
                      <a:pt x="150" y="996"/>
                    </a:lnTo>
                    <a:lnTo>
                      <a:pt x="162" y="996"/>
                    </a:lnTo>
                    <a:lnTo>
                      <a:pt x="186" y="1020"/>
                    </a:lnTo>
                    <a:lnTo>
                      <a:pt x="192" y="1032"/>
                    </a:lnTo>
                    <a:lnTo>
                      <a:pt x="198" y="1038"/>
                    </a:lnTo>
                    <a:lnTo>
                      <a:pt x="198" y="1044"/>
                    </a:lnTo>
                    <a:lnTo>
                      <a:pt x="228" y="1074"/>
                    </a:lnTo>
                    <a:lnTo>
                      <a:pt x="228" y="1098"/>
                    </a:lnTo>
                    <a:lnTo>
                      <a:pt x="234" y="1110"/>
                    </a:lnTo>
                    <a:lnTo>
                      <a:pt x="246" y="1128"/>
                    </a:lnTo>
                    <a:lnTo>
                      <a:pt x="264" y="1146"/>
                    </a:lnTo>
                    <a:lnTo>
                      <a:pt x="270" y="1140"/>
                    </a:lnTo>
                    <a:lnTo>
                      <a:pt x="276" y="1128"/>
                    </a:lnTo>
                    <a:lnTo>
                      <a:pt x="270" y="1122"/>
                    </a:lnTo>
                    <a:lnTo>
                      <a:pt x="270" y="1110"/>
                    </a:lnTo>
                    <a:lnTo>
                      <a:pt x="276" y="1104"/>
                    </a:lnTo>
                    <a:lnTo>
                      <a:pt x="288" y="1104"/>
                    </a:lnTo>
                    <a:lnTo>
                      <a:pt x="294" y="1116"/>
                    </a:lnTo>
                    <a:lnTo>
                      <a:pt x="294" y="1122"/>
                    </a:lnTo>
                    <a:lnTo>
                      <a:pt x="312" y="1122"/>
                    </a:lnTo>
                    <a:lnTo>
                      <a:pt x="324" y="1128"/>
                    </a:lnTo>
                    <a:lnTo>
                      <a:pt x="330" y="1134"/>
                    </a:lnTo>
                    <a:lnTo>
                      <a:pt x="330" y="1146"/>
                    </a:lnTo>
                    <a:lnTo>
                      <a:pt x="342" y="1146"/>
                    </a:lnTo>
                    <a:lnTo>
                      <a:pt x="342" y="1158"/>
                    </a:lnTo>
                    <a:lnTo>
                      <a:pt x="330" y="1170"/>
                    </a:lnTo>
                    <a:lnTo>
                      <a:pt x="330" y="1176"/>
                    </a:lnTo>
                    <a:lnTo>
                      <a:pt x="336" y="1182"/>
                    </a:lnTo>
                    <a:lnTo>
                      <a:pt x="354" y="1182"/>
                    </a:lnTo>
                    <a:lnTo>
                      <a:pt x="354" y="1176"/>
                    </a:lnTo>
                    <a:lnTo>
                      <a:pt x="366" y="1176"/>
                    </a:lnTo>
                    <a:lnTo>
                      <a:pt x="372" y="1170"/>
                    </a:lnTo>
                    <a:lnTo>
                      <a:pt x="378" y="1170"/>
                    </a:lnTo>
                    <a:lnTo>
                      <a:pt x="396" y="1188"/>
                    </a:lnTo>
                    <a:lnTo>
                      <a:pt x="402" y="1182"/>
                    </a:lnTo>
                    <a:lnTo>
                      <a:pt x="402" y="1176"/>
                    </a:lnTo>
                    <a:lnTo>
                      <a:pt x="408" y="1164"/>
                    </a:lnTo>
                    <a:lnTo>
                      <a:pt x="414" y="1158"/>
                    </a:lnTo>
                    <a:lnTo>
                      <a:pt x="420" y="1146"/>
                    </a:lnTo>
                    <a:lnTo>
                      <a:pt x="396" y="1134"/>
                    </a:lnTo>
                    <a:lnTo>
                      <a:pt x="390" y="1128"/>
                    </a:lnTo>
                    <a:lnTo>
                      <a:pt x="390" y="1116"/>
                    </a:lnTo>
                    <a:lnTo>
                      <a:pt x="384" y="1104"/>
                    </a:lnTo>
                    <a:lnTo>
                      <a:pt x="384" y="1092"/>
                    </a:lnTo>
                    <a:lnTo>
                      <a:pt x="378" y="1080"/>
                    </a:lnTo>
                    <a:lnTo>
                      <a:pt x="372" y="1074"/>
                    </a:lnTo>
                    <a:lnTo>
                      <a:pt x="354" y="1074"/>
                    </a:lnTo>
                    <a:lnTo>
                      <a:pt x="342" y="1080"/>
                    </a:lnTo>
                    <a:lnTo>
                      <a:pt x="336" y="1086"/>
                    </a:lnTo>
                    <a:lnTo>
                      <a:pt x="318" y="1086"/>
                    </a:lnTo>
                    <a:lnTo>
                      <a:pt x="312" y="1080"/>
                    </a:lnTo>
                    <a:lnTo>
                      <a:pt x="306" y="1068"/>
                    </a:lnTo>
                    <a:lnTo>
                      <a:pt x="306" y="1056"/>
                    </a:lnTo>
                    <a:lnTo>
                      <a:pt x="294" y="1032"/>
                    </a:lnTo>
                    <a:lnTo>
                      <a:pt x="288" y="1032"/>
                    </a:lnTo>
                    <a:lnTo>
                      <a:pt x="288" y="1050"/>
                    </a:lnTo>
                    <a:lnTo>
                      <a:pt x="282" y="1056"/>
                    </a:lnTo>
                    <a:lnTo>
                      <a:pt x="276" y="1056"/>
                    </a:lnTo>
                    <a:lnTo>
                      <a:pt x="270" y="1044"/>
                    </a:lnTo>
                    <a:lnTo>
                      <a:pt x="264" y="1038"/>
                    </a:lnTo>
                    <a:lnTo>
                      <a:pt x="258" y="1026"/>
                    </a:lnTo>
                    <a:lnTo>
                      <a:pt x="258" y="1014"/>
                    </a:lnTo>
                    <a:lnTo>
                      <a:pt x="270" y="1002"/>
                    </a:lnTo>
                    <a:lnTo>
                      <a:pt x="270" y="1008"/>
                    </a:lnTo>
                    <a:lnTo>
                      <a:pt x="276" y="1008"/>
                    </a:lnTo>
                    <a:lnTo>
                      <a:pt x="276" y="1014"/>
                    </a:lnTo>
                    <a:lnTo>
                      <a:pt x="282" y="1014"/>
                    </a:lnTo>
                    <a:lnTo>
                      <a:pt x="288" y="1008"/>
                    </a:lnTo>
                    <a:lnTo>
                      <a:pt x="282" y="1002"/>
                    </a:lnTo>
                    <a:lnTo>
                      <a:pt x="282" y="990"/>
                    </a:lnTo>
                    <a:lnTo>
                      <a:pt x="276" y="978"/>
                    </a:lnTo>
                    <a:lnTo>
                      <a:pt x="270" y="972"/>
                    </a:lnTo>
                    <a:lnTo>
                      <a:pt x="270" y="960"/>
                    </a:lnTo>
                    <a:lnTo>
                      <a:pt x="258" y="948"/>
                    </a:lnTo>
                    <a:lnTo>
                      <a:pt x="246" y="948"/>
                    </a:lnTo>
                    <a:lnTo>
                      <a:pt x="246" y="894"/>
                    </a:lnTo>
                    <a:lnTo>
                      <a:pt x="192" y="906"/>
                    </a:lnTo>
                    <a:lnTo>
                      <a:pt x="192" y="864"/>
                    </a:lnTo>
                    <a:lnTo>
                      <a:pt x="186" y="828"/>
                    </a:lnTo>
                    <a:lnTo>
                      <a:pt x="186" y="804"/>
                    </a:lnTo>
                    <a:lnTo>
                      <a:pt x="180" y="792"/>
                    </a:lnTo>
                    <a:lnTo>
                      <a:pt x="174" y="786"/>
                    </a:lnTo>
                    <a:lnTo>
                      <a:pt x="180" y="786"/>
                    </a:lnTo>
                    <a:lnTo>
                      <a:pt x="192" y="774"/>
                    </a:lnTo>
                    <a:lnTo>
                      <a:pt x="198" y="762"/>
                    </a:lnTo>
                    <a:lnTo>
                      <a:pt x="204" y="744"/>
                    </a:lnTo>
                    <a:lnTo>
                      <a:pt x="204" y="678"/>
                    </a:lnTo>
                    <a:lnTo>
                      <a:pt x="210" y="678"/>
                    </a:lnTo>
                    <a:lnTo>
                      <a:pt x="216" y="672"/>
                    </a:lnTo>
                    <a:lnTo>
                      <a:pt x="222" y="660"/>
                    </a:lnTo>
                    <a:lnTo>
                      <a:pt x="228" y="654"/>
                    </a:lnTo>
                    <a:lnTo>
                      <a:pt x="228" y="612"/>
                    </a:lnTo>
                    <a:lnTo>
                      <a:pt x="222" y="600"/>
                    </a:lnTo>
                    <a:lnTo>
                      <a:pt x="222" y="594"/>
                    </a:lnTo>
                    <a:lnTo>
                      <a:pt x="216" y="588"/>
                    </a:lnTo>
                    <a:lnTo>
                      <a:pt x="222" y="558"/>
                    </a:lnTo>
                    <a:lnTo>
                      <a:pt x="234" y="558"/>
                    </a:lnTo>
                    <a:lnTo>
                      <a:pt x="234" y="552"/>
                    </a:lnTo>
                    <a:lnTo>
                      <a:pt x="240" y="546"/>
                    </a:lnTo>
                    <a:lnTo>
                      <a:pt x="264" y="546"/>
                    </a:lnTo>
                    <a:lnTo>
                      <a:pt x="270" y="552"/>
                    </a:lnTo>
                    <a:lnTo>
                      <a:pt x="294" y="564"/>
                    </a:lnTo>
                    <a:lnTo>
                      <a:pt x="300" y="570"/>
                    </a:lnTo>
                    <a:lnTo>
                      <a:pt x="288" y="576"/>
                    </a:lnTo>
                    <a:lnTo>
                      <a:pt x="288" y="588"/>
                    </a:lnTo>
                    <a:lnTo>
                      <a:pt x="282" y="594"/>
                    </a:lnTo>
                    <a:lnTo>
                      <a:pt x="282" y="612"/>
                    </a:lnTo>
                    <a:lnTo>
                      <a:pt x="288" y="624"/>
                    </a:lnTo>
                    <a:lnTo>
                      <a:pt x="306" y="624"/>
                    </a:lnTo>
                    <a:lnTo>
                      <a:pt x="330" y="612"/>
                    </a:lnTo>
                    <a:lnTo>
                      <a:pt x="342" y="612"/>
                    </a:lnTo>
                    <a:lnTo>
                      <a:pt x="354" y="606"/>
                    </a:lnTo>
                    <a:lnTo>
                      <a:pt x="360" y="600"/>
                    </a:lnTo>
                    <a:lnTo>
                      <a:pt x="366" y="600"/>
                    </a:lnTo>
                    <a:lnTo>
                      <a:pt x="396" y="684"/>
                    </a:lnTo>
                    <a:lnTo>
                      <a:pt x="402" y="678"/>
                    </a:lnTo>
                    <a:lnTo>
                      <a:pt x="414" y="672"/>
                    </a:lnTo>
                    <a:lnTo>
                      <a:pt x="426" y="672"/>
                    </a:lnTo>
                    <a:lnTo>
                      <a:pt x="426" y="642"/>
                    </a:lnTo>
                    <a:lnTo>
                      <a:pt x="414" y="630"/>
                    </a:lnTo>
                    <a:lnTo>
                      <a:pt x="414" y="600"/>
                    </a:lnTo>
                    <a:lnTo>
                      <a:pt x="402" y="588"/>
                    </a:lnTo>
                    <a:lnTo>
                      <a:pt x="396" y="552"/>
                    </a:lnTo>
                    <a:lnTo>
                      <a:pt x="426" y="522"/>
                    </a:lnTo>
                    <a:lnTo>
                      <a:pt x="426" y="516"/>
                    </a:lnTo>
                    <a:lnTo>
                      <a:pt x="432" y="504"/>
                    </a:lnTo>
                    <a:lnTo>
                      <a:pt x="438" y="498"/>
                    </a:lnTo>
                    <a:lnTo>
                      <a:pt x="450" y="492"/>
                    </a:lnTo>
                    <a:lnTo>
                      <a:pt x="468" y="486"/>
                    </a:lnTo>
                    <a:lnTo>
                      <a:pt x="504" y="486"/>
                    </a:lnTo>
                    <a:lnTo>
                      <a:pt x="510" y="492"/>
                    </a:lnTo>
                    <a:lnTo>
                      <a:pt x="522" y="492"/>
                    </a:lnTo>
                    <a:lnTo>
                      <a:pt x="534" y="486"/>
                    </a:lnTo>
                    <a:lnTo>
                      <a:pt x="564" y="486"/>
                    </a:lnTo>
                    <a:lnTo>
                      <a:pt x="576" y="492"/>
                    </a:lnTo>
                    <a:lnTo>
                      <a:pt x="582" y="498"/>
                    </a:lnTo>
                    <a:lnTo>
                      <a:pt x="588" y="498"/>
                    </a:lnTo>
                    <a:lnTo>
                      <a:pt x="594" y="492"/>
                    </a:lnTo>
                    <a:lnTo>
                      <a:pt x="600" y="480"/>
                    </a:lnTo>
                    <a:lnTo>
                      <a:pt x="618" y="462"/>
                    </a:lnTo>
                    <a:lnTo>
                      <a:pt x="618" y="450"/>
                    </a:lnTo>
                    <a:lnTo>
                      <a:pt x="612" y="444"/>
                    </a:lnTo>
                    <a:lnTo>
                      <a:pt x="600" y="438"/>
                    </a:lnTo>
                    <a:lnTo>
                      <a:pt x="588" y="4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3" name="Tajikistan" descr="© INSCALE GmbH, 05.05.2010&#10;http://www.presentationload.com/">
                <a:extLst>
                  <a:ext uri="{FF2B5EF4-FFF2-40B4-BE49-F238E27FC236}">
                    <a16:creationId xmlns:a16="http://schemas.microsoft.com/office/drawing/2014/main" id="{12F263D4-7D88-3647-A09E-776C4567E205}"/>
                  </a:ext>
                </a:extLst>
              </p:cNvPr>
              <p:cNvSpPr>
                <a:spLocks/>
              </p:cNvSpPr>
              <p:nvPr/>
            </p:nvSpPr>
            <p:spPr bwMode="gray">
              <a:xfrm>
                <a:off x="7611436" y="2754471"/>
                <a:ext cx="231754" cy="146285"/>
              </a:xfrm>
              <a:custGeom>
                <a:avLst/>
                <a:gdLst>
                  <a:gd name="T0" fmla="*/ 2147483647 w 552"/>
                  <a:gd name="T1" fmla="*/ 2147483647 h 348"/>
                  <a:gd name="T2" fmla="*/ 2147483647 w 552"/>
                  <a:gd name="T3" fmla="*/ 2147483647 h 348"/>
                  <a:gd name="T4" fmla="*/ 2147483647 w 552"/>
                  <a:gd name="T5" fmla="*/ 2147483647 h 348"/>
                  <a:gd name="T6" fmla="*/ 2147483647 w 552"/>
                  <a:gd name="T7" fmla="*/ 2147483647 h 348"/>
                  <a:gd name="T8" fmla="*/ 2147483647 w 552"/>
                  <a:gd name="T9" fmla="*/ 2147483647 h 348"/>
                  <a:gd name="T10" fmla="*/ 2147483647 w 552"/>
                  <a:gd name="T11" fmla="*/ 2147483647 h 348"/>
                  <a:gd name="T12" fmla="*/ 2147483647 w 552"/>
                  <a:gd name="T13" fmla="*/ 2147483647 h 348"/>
                  <a:gd name="T14" fmla="*/ 2147483647 w 552"/>
                  <a:gd name="T15" fmla="*/ 2147483647 h 348"/>
                  <a:gd name="T16" fmla="*/ 2147483647 w 552"/>
                  <a:gd name="T17" fmla="*/ 2147483647 h 348"/>
                  <a:gd name="T18" fmla="*/ 2147483647 w 552"/>
                  <a:gd name="T19" fmla="*/ 2147483647 h 348"/>
                  <a:gd name="T20" fmla="*/ 2147483647 w 552"/>
                  <a:gd name="T21" fmla="*/ 2147483647 h 348"/>
                  <a:gd name="T22" fmla="*/ 2147483647 w 552"/>
                  <a:gd name="T23" fmla="*/ 2147483647 h 348"/>
                  <a:gd name="T24" fmla="*/ 2147483647 w 552"/>
                  <a:gd name="T25" fmla="*/ 2147483647 h 348"/>
                  <a:gd name="T26" fmla="*/ 2147483647 w 552"/>
                  <a:gd name="T27" fmla="*/ 2147483647 h 348"/>
                  <a:gd name="T28" fmla="*/ 2147483647 w 552"/>
                  <a:gd name="T29" fmla="*/ 2147483647 h 348"/>
                  <a:gd name="T30" fmla="*/ 2147483647 w 552"/>
                  <a:gd name="T31" fmla="*/ 2147483647 h 348"/>
                  <a:gd name="T32" fmla="*/ 2147483647 w 552"/>
                  <a:gd name="T33" fmla="*/ 2147483647 h 348"/>
                  <a:gd name="T34" fmla="*/ 2147483647 w 552"/>
                  <a:gd name="T35" fmla="*/ 2147483647 h 348"/>
                  <a:gd name="T36" fmla="*/ 2147483647 w 552"/>
                  <a:gd name="T37" fmla="*/ 2147483647 h 348"/>
                  <a:gd name="T38" fmla="*/ 2147483647 w 552"/>
                  <a:gd name="T39" fmla="*/ 0 h 348"/>
                  <a:gd name="T40" fmla="*/ 2147483647 w 552"/>
                  <a:gd name="T41" fmla="*/ 2147483647 h 348"/>
                  <a:gd name="T42" fmla="*/ 2147483647 w 552"/>
                  <a:gd name="T43" fmla="*/ 2147483647 h 348"/>
                  <a:gd name="T44" fmla="*/ 2147483647 w 552"/>
                  <a:gd name="T45" fmla="*/ 2147483647 h 348"/>
                  <a:gd name="T46" fmla="*/ 2147483647 w 552"/>
                  <a:gd name="T47" fmla="*/ 2147483647 h 348"/>
                  <a:gd name="T48" fmla="*/ 2147483647 w 552"/>
                  <a:gd name="T49" fmla="*/ 2147483647 h 348"/>
                  <a:gd name="T50" fmla="*/ 2147483647 w 552"/>
                  <a:gd name="T51" fmla="*/ 2147483647 h 348"/>
                  <a:gd name="T52" fmla="*/ 2147483647 w 552"/>
                  <a:gd name="T53" fmla="*/ 2147483647 h 348"/>
                  <a:gd name="T54" fmla="*/ 2147483647 w 552"/>
                  <a:gd name="T55" fmla="*/ 2147483647 h 348"/>
                  <a:gd name="T56" fmla="*/ 2147483647 w 552"/>
                  <a:gd name="T57" fmla="*/ 2147483647 h 348"/>
                  <a:gd name="T58" fmla="*/ 2147483647 w 552"/>
                  <a:gd name="T59" fmla="*/ 2147483647 h 348"/>
                  <a:gd name="T60" fmla="*/ 2147483647 w 552"/>
                  <a:gd name="T61" fmla="*/ 2147483647 h 348"/>
                  <a:gd name="T62" fmla="*/ 2147483647 w 552"/>
                  <a:gd name="T63" fmla="*/ 2147483647 h 348"/>
                  <a:gd name="T64" fmla="*/ 2147483647 w 552"/>
                  <a:gd name="T65" fmla="*/ 2147483647 h 348"/>
                  <a:gd name="T66" fmla="*/ 2147483647 w 552"/>
                  <a:gd name="T67" fmla="*/ 2147483647 h 348"/>
                  <a:gd name="T68" fmla="*/ 2147483647 w 552"/>
                  <a:gd name="T69" fmla="*/ 2147483647 h 348"/>
                  <a:gd name="T70" fmla="*/ 2147483647 w 552"/>
                  <a:gd name="T71" fmla="*/ 2147483647 h 348"/>
                  <a:gd name="T72" fmla="*/ 2147483647 w 552"/>
                  <a:gd name="T73" fmla="*/ 2147483647 h 348"/>
                  <a:gd name="T74" fmla="*/ 2147483647 w 552"/>
                  <a:gd name="T75" fmla="*/ 2147483647 h 348"/>
                  <a:gd name="T76" fmla="*/ 2147483647 w 552"/>
                  <a:gd name="T77" fmla="*/ 2147483647 h 348"/>
                  <a:gd name="T78" fmla="*/ 2147483647 w 552"/>
                  <a:gd name="T79" fmla="*/ 2147483647 h 348"/>
                  <a:gd name="T80" fmla="*/ 2147483647 w 552"/>
                  <a:gd name="T81" fmla="*/ 2147483647 h 348"/>
                  <a:gd name="T82" fmla="*/ 2147483647 w 552"/>
                  <a:gd name="T83" fmla="*/ 2147483647 h 348"/>
                  <a:gd name="T84" fmla="*/ 2147483647 w 552"/>
                  <a:gd name="T85" fmla="*/ 2147483647 h 348"/>
                  <a:gd name="T86" fmla="*/ 2147483647 w 552"/>
                  <a:gd name="T87" fmla="*/ 2147483647 h 348"/>
                  <a:gd name="T88" fmla="*/ 2147483647 w 552"/>
                  <a:gd name="T89" fmla="*/ 2147483647 h 348"/>
                  <a:gd name="T90" fmla="*/ 2147483647 w 552"/>
                  <a:gd name="T91" fmla="*/ 2147483647 h 348"/>
                  <a:gd name="T92" fmla="*/ 2147483647 w 552"/>
                  <a:gd name="T93" fmla="*/ 2147483647 h 348"/>
                  <a:gd name="T94" fmla="*/ 2147483647 w 552"/>
                  <a:gd name="T95" fmla="*/ 2147483647 h 348"/>
                  <a:gd name="T96" fmla="*/ 2147483647 w 552"/>
                  <a:gd name="T97" fmla="*/ 2147483647 h 348"/>
                  <a:gd name="T98" fmla="*/ 2147483647 w 552"/>
                  <a:gd name="T99" fmla="*/ 2147483647 h 34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52"/>
                  <a:gd name="T151" fmla="*/ 0 h 348"/>
                  <a:gd name="T152" fmla="*/ 552 w 552"/>
                  <a:gd name="T153" fmla="*/ 348 h 34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52" h="348">
                    <a:moveTo>
                      <a:pt x="528" y="270"/>
                    </a:moveTo>
                    <a:lnTo>
                      <a:pt x="516" y="246"/>
                    </a:lnTo>
                    <a:lnTo>
                      <a:pt x="516" y="204"/>
                    </a:lnTo>
                    <a:lnTo>
                      <a:pt x="510" y="198"/>
                    </a:lnTo>
                    <a:lnTo>
                      <a:pt x="498" y="192"/>
                    </a:lnTo>
                    <a:lnTo>
                      <a:pt x="492" y="192"/>
                    </a:lnTo>
                    <a:lnTo>
                      <a:pt x="480" y="186"/>
                    </a:lnTo>
                    <a:lnTo>
                      <a:pt x="456" y="186"/>
                    </a:lnTo>
                    <a:lnTo>
                      <a:pt x="450" y="192"/>
                    </a:lnTo>
                    <a:lnTo>
                      <a:pt x="438" y="192"/>
                    </a:lnTo>
                    <a:lnTo>
                      <a:pt x="426" y="180"/>
                    </a:lnTo>
                    <a:lnTo>
                      <a:pt x="426" y="168"/>
                    </a:lnTo>
                    <a:lnTo>
                      <a:pt x="432" y="156"/>
                    </a:lnTo>
                    <a:lnTo>
                      <a:pt x="432" y="144"/>
                    </a:lnTo>
                    <a:lnTo>
                      <a:pt x="414" y="144"/>
                    </a:lnTo>
                    <a:lnTo>
                      <a:pt x="414" y="120"/>
                    </a:lnTo>
                    <a:lnTo>
                      <a:pt x="396" y="114"/>
                    </a:lnTo>
                    <a:lnTo>
                      <a:pt x="384" y="126"/>
                    </a:lnTo>
                    <a:lnTo>
                      <a:pt x="342" y="126"/>
                    </a:lnTo>
                    <a:lnTo>
                      <a:pt x="336" y="132"/>
                    </a:lnTo>
                    <a:lnTo>
                      <a:pt x="324" y="138"/>
                    </a:lnTo>
                    <a:lnTo>
                      <a:pt x="312" y="138"/>
                    </a:lnTo>
                    <a:lnTo>
                      <a:pt x="312" y="132"/>
                    </a:lnTo>
                    <a:lnTo>
                      <a:pt x="306" y="132"/>
                    </a:lnTo>
                    <a:lnTo>
                      <a:pt x="294" y="138"/>
                    </a:lnTo>
                    <a:lnTo>
                      <a:pt x="264" y="108"/>
                    </a:lnTo>
                    <a:lnTo>
                      <a:pt x="258" y="114"/>
                    </a:lnTo>
                    <a:lnTo>
                      <a:pt x="246" y="120"/>
                    </a:lnTo>
                    <a:lnTo>
                      <a:pt x="240" y="126"/>
                    </a:lnTo>
                    <a:lnTo>
                      <a:pt x="222" y="126"/>
                    </a:lnTo>
                    <a:lnTo>
                      <a:pt x="210" y="114"/>
                    </a:lnTo>
                    <a:lnTo>
                      <a:pt x="186" y="114"/>
                    </a:lnTo>
                    <a:lnTo>
                      <a:pt x="174" y="108"/>
                    </a:lnTo>
                    <a:lnTo>
                      <a:pt x="156" y="108"/>
                    </a:lnTo>
                    <a:lnTo>
                      <a:pt x="150" y="114"/>
                    </a:lnTo>
                    <a:lnTo>
                      <a:pt x="138" y="114"/>
                    </a:lnTo>
                    <a:lnTo>
                      <a:pt x="126" y="120"/>
                    </a:lnTo>
                    <a:lnTo>
                      <a:pt x="120" y="114"/>
                    </a:lnTo>
                    <a:lnTo>
                      <a:pt x="120" y="108"/>
                    </a:lnTo>
                    <a:lnTo>
                      <a:pt x="114" y="102"/>
                    </a:lnTo>
                    <a:lnTo>
                      <a:pt x="114" y="90"/>
                    </a:lnTo>
                    <a:lnTo>
                      <a:pt x="126" y="84"/>
                    </a:lnTo>
                    <a:lnTo>
                      <a:pt x="132" y="78"/>
                    </a:lnTo>
                    <a:lnTo>
                      <a:pt x="132" y="66"/>
                    </a:lnTo>
                    <a:lnTo>
                      <a:pt x="138" y="60"/>
                    </a:lnTo>
                    <a:lnTo>
                      <a:pt x="150" y="60"/>
                    </a:lnTo>
                    <a:lnTo>
                      <a:pt x="186" y="72"/>
                    </a:lnTo>
                    <a:lnTo>
                      <a:pt x="198" y="78"/>
                    </a:lnTo>
                    <a:lnTo>
                      <a:pt x="204" y="78"/>
                    </a:lnTo>
                    <a:lnTo>
                      <a:pt x="210" y="72"/>
                    </a:lnTo>
                    <a:lnTo>
                      <a:pt x="210" y="66"/>
                    </a:lnTo>
                    <a:lnTo>
                      <a:pt x="204" y="60"/>
                    </a:lnTo>
                    <a:lnTo>
                      <a:pt x="198" y="60"/>
                    </a:lnTo>
                    <a:lnTo>
                      <a:pt x="186" y="54"/>
                    </a:lnTo>
                    <a:lnTo>
                      <a:pt x="180" y="48"/>
                    </a:lnTo>
                    <a:lnTo>
                      <a:pt x="174" y="48"/>
                    </a:lnTo>
                    <a:lnTo>
                      <a:pt x="198" y="12"/>
                    </a:lnTo>
                    <a:lnTo>
                      <a:pt x="192" y="6"/>
                    </a:lnTo>
                    <a:lnTo>
                      <a:pt x="180" y="0"/>
                    </a:lnTo>
                    <a:lnTo>
                      <a:pt x="162" y="0"/>
                    </a:lnTo>
                    <a:lnTo>
                      <a:pt x="156" y="12"/>
                    </a:lnTo>
                    <a:lnTo>
                      <a:pt x="144" y="18"/>
                    </a:lnTo>
                    <a:lnTo>
                      <a:pt x="138" y="30"/>
                    </a:lnTo>
                    <a:lnTo>
                      <a:pt x="132" y="30"/>
                    </a:lnTo>
                    <a:lnTo>
                      <a:pt x="114" y="12"/>
                    </a:lnTo>
                    <a:lnTo>
                      <a:pt x="102" y="12"/>
                    </a:lnTo>
                    <a:lnTo>
                      <a:pt x="102" y="24"/>
                    </a:lnTo>
                    <a:lnTo>
                      <a:pt x="96" y="30"/>
                    </a:lnTo>
                    <a:lnTo>
                      <a:pt x="96" y="42"/>
                    </a:lnTo>
                    <a:lnTo>
                      <a:pt x="108" y="54"/>
                    </a:lnTo>
                    <a:lnTo>
                      <a:pt x="108" y="60"/>
                    </a:lnTo>
                    <a:lnTo>
                      <a:pt x="66" y="60"/>
                    </a:lnTo>
                    <a:lnTo>
                      <a:pt x="90" y="84"/>
                    </a:lnTo>
                    <a:lnTo>
                      <a:pt x="72" y="96"/>
                    </a:lnTo>
                    <a:lnTo>
                      <a:pt x="78" y="96"/>
                    </a:lnTo>
                    <a:lnTo>
                      <a:pt x="78" y="108"/>
                    </a:lnTo>
                    <a:lnTo>
                      <a:pt x="54" y="120"/>
                    </a:lnTo>
                    <a:lnTo>
                      <a:pt x="6" y="120"/>
                    </a:lnTo>
                    <a:lnTo>
                      <a:pt x="0" y="126"/>
                    </a:lnTo>
                    <a:lnTo>
                      <a:pt x="0" y="144"/>
                    </a:lnTo>
                    <a:lnTo>
                      <a:pt x="18" y="144"/>
                    </a:lnTo>
                    <a:lnTo>
                      <a:pt x="30" y="156"/>
                    </a:lnTo>
                    <a:lnTo>
                      <a:pt x="36" y="156"/>
                    </a:lnTo>
                    <a:lnTo>
                      <a:pt x="42" y="162"/>
                    </a:lnTo>
                    <a:lnTo>
                      <a:pt x="54" y="162"/>
                    </a:lnTo>
                    <a:lnTo>
                      <a:pt x="66" y="174"/>
                    </a:lnTo>
                    <a:lnTo>
                      <a:pt x="66" y="180"/>
                    </a:lnTo>
                    <a:lnTo>
                      <a:pt x="60" y="186"/>
                    </a:lnTo>
                    <a:lnTo>
                      <a:pt x="60" y="204"/>
                    </a:lnTo>
                    <a:lnTo>
                      <a:pt x="66" y="210"/>
                    </a:lnTo>
                    <a:lnTo>
                      <a:pt x="78" y="216"/>
                    </a:lnTo>
                    <a:lnTo>
                      <a:pt x="90" y="228"/>
                    </a:lnTo>
                    <a:lnTo>
                      <a:pt x="90" y="246"/>
                    </a:lnTo>
                    <a:lnTo>
                      <a:pt x="84" y="258"/>
                    </a:lnTo>
                    <a:lnTo>
                      <a:pt x="72" y="264"/>
                    </a:lnTo>
                    <a:lnTo>
                      <a:pt x="66" y="276"/>
                    </a:lnTo>
                    <a:lnTo>
                      <a:pt x="60" y="282"/>
                    </a:lnTo>
                    <a:lnTo>
                      <a:pt x="60" y="306"/>
                    </a:lnTo>
                    <a:lnTo>
                      <a:pt x="66" y="312"/>
                    </a:lnTo>
                    <a:lnTo>
                      <a:pt x="78" y="318"/>
                    </a:lnTo>
                    <a:lnTo>
                      <a:pt x="84" y="324"/>
                    </a:lnTo>
                    <a:lnTo>
                      <a:pt x="90" y="324"/>
                    </a:lnTo>
                    <a:lnTo>
                      <a:pt x="108" y="306"/>
                    </a:lnTo>
                    <a:lnTo>
                      <a:pt x="120" y="300"/>
                    </a:lnTo>
                    <a:lnTo>
                      <a:pt x="126" y="294"/>
                    </a:lnTo>
                    <a:lnTo>
                      <a:pt x="138" y="294"/>
                    </a:lnTo>
                    <a:lnTo>
                      <a:pt x="144" y="300"/>
                    </a:lnTo>
                    <a:lnTo>
                      <a:pt x="150" y="312"/>
                    </a:lnTo>
                    <a:lnTo>
                      <a:pt x="156" y="318"/>
                    </a:lnTo>
                    <a:lnTo>
                      <a:pt x="162" y="318"/>
                    </a:lnTo>
                    <a:lnTo>
                      <a:pt x="162" y="288"/>
                    </a:lnTo>
                    <a:lnTo>
                      <a:pt x="174" y="276"/>
                    </a:lnTo>
                    <a:lnTo>
                      <a:pt x="186" y="270"/>
                    </a:lnTo>
                    <a:lnTo>
                      <a:pt x="204" y="270"/>
                    </a:lnTo>
                    <a:lnTo>
                      <a:pt x="216" y="282"/>
                    </a:lnTo>
                    <a:lnTo>
                      <a:pt x="222" y="258"/>
                    </a:lnTo>
                    <a:lnTo>
                      <a:pt x="216" y="258"/>
                    </a:lnTo>
                    <a:lnTo>
                      <a:pt x="210" y="252"/>
                    </a:lnTo>
                    <a:lnTo>
                      <a:pt x="210" y="246"/>
                    </a:lnTo>
                    <a:lnTo>
                      <a:pt x="222" y="234"/>
                    </a:lnTo>
                    <a:lnTo>
                      <a:pt x="228" y="234"/>
                    </a:lnTo>
                    <a:lnTo>
                      <a:pt x="234" y="228"/>
                    </a:lnTo>
                    <a:lnTo>
                      <a:pt x="234" y="204"/>
                    </a:lnTo>
                    <a:lnTo>
                      <a:pt x="240" y="198"/>
                    </a:lnTo>
                    <a:lnTo>
                      <a:pt x="258" y="198"/>
                    </a:lnTo>
                    <a:lnTo>
                      <a:pt x="276" y="216"/>
                    </a:lnTo>
                    <a:lnTo>
                      <a:pt x="276" y="246"/>
                    </a:lnTo>
                    <a:lnTo>
                      <a:pt x="294" y="246"/>
                    </a:lnTo>
                    <a:lnTo>
                      <a:pt x="306" y="312"/>
                    </a:lnTo>
                    <a:lnTo>
                      <a:pt x="306" y="318"/>
                    </a:lnTo>
                    <a:lnTo>
                      <a:pt x="336" y="348"/>
                    </a:lnTo>
                    <a:lnTo>
                      <a:pt x="342" y="348"/>
                    </a:lnTo>
                    <a:lnTo>
                      <a:pt x="348" y="342"/>
                    </a:lnTo>
                    <a:lnTo>
                      <a:pt x="360" y="336"/>
                    </a:lnTo>
                    <a:lnTo>
                      <a:pt x="366" y="324"/>
                    </a:lnTo>
                    <a:lnTo>
                      <a:pt x="372" y="318"/>
                    </a:lnTo>
                    <a:lnTo>
                      <a:pt x="390" y="318"/>
                    </a:lnTo>
                    <a:lnTo>
                      <a:pt x="396" y="312"/>
                    </a:lnTo>
                    <a:lnTo>
                      <a:pt x="402" y="300"/>
                    </a:lnTo>
                    <a:lnTo>
                      <a:pt x="408" y="294"/>
                    </a:lnTo>
                    <a:lnTo>
                      <a:pt x="432" y="282"/>
                    </a:lnTo>
                    <a:lnTo>
                      <a:pt x="456" y="282"/>
                    </a:lnTo>
                    <a:lnTo>
                      <a:pt x="456" y="300"/>
                    </a:lnTo>
                    <a:lnTo>
                      <a:pt x="492" y="288"/>
                    </a:lnTo>
                    <a:lnTo>
                      <a:pt x="516" y="288"/>
                    </a:lnTo>
                    <a:lnTo>
                      <a:pt x="522" y="294"/>
                    </a:lnTo>
                    <a:lnTo>
                      <a:pt x="546" y="294"/>
                    </a:lnTo>
                    <a:lnTo>
                      <a:pt x="552" y="288"/>
                    </a:lnTo>
                    <a:lnTo>
                      <a:pt x="540" y="276"/>
                    </a:lnTo>
                    <a:lnTo>
                      <a:pt x="534" y="276"/>
                    </a:lnTo>
                    <a:lnTo>
                      <a:pt x="528" y="2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4" name="Taiwan" descr="© INSCALE GmbH, 05.05.2010&#10;http://www.presentationload.com/">
                <a:extLst>
                  <a:ext uri="{FF2B5EF4-FFF2-40B4-BE49-F238E27FC236}">
                    <a16:creationId xmlns:a16="http://schemas.microsoft.com/office/drawing/2014/main" id="{FA6F5FE7-8E64-AB4F-B128-A2824C3510CE}"/>
                  </a:ext>
                </a:extLst>
              </p:cNvPr>
              <p:cNvSpPr>
                <a:spLocks/>
              </p:cNvSpPr>
              <p:nvPr/>
            </p:nvSpPr>
            <p:spPr bwMode="gray">
              <a:xfrm>
                <a:off x="9235351" y="3283725"/>
                <a:ext cx="50953" cy="113411"/>
              </a:xfrm>
              <a:custGeom>
                <a:avLst/>
                <a:gdLst>
                  <a:gd name="T0" fmla="*/ 2147483647 w 120"/>
                  <a:gd name="T1" fmla="*/ 2147483647 h 270"/>
                  <a:gd name="T2" fmla="*/ 2147483647 w 120"/>
                  <a:gd name="T3" fmla="*/ 2147483647 h 270"/>
                  <a:gd name="T4" fmla="*/ 2147483647 w 120"/>
                  <a:gd name="T5" fmla="*/ 2147483647 h 270"/>
                  <a:gd name="T6" fmla="*/ 2147483647 w 120"/>
                  <a:gd name="T7" fmla="*/ 2147483647 h 270"/>
                  <a:gd name="T8" fmla="*/ 2147483647 w 120"/>
                  <a:gd name="T9" fmla="*/ 2147483647 h 270"/>
                  <a:gd name="T10" fmla="*/ 2147483647 w 120"/>
                  <a:gd name="T11" fmla="*/ 2147483647 h 270"/>
                  <a:gd name="T12" fmla="*/ 2147483647 w 120"/>
                  <a:gd name="T13" fmla="*/ 2147483647 h 270"/>
                  <a:gd name="T14" fmla="*/ 2147483647 w 120"/>
                  <a:gd name="T15" fmla="*/ 2147483647 h 270"/>
                  <a:gd name="T16" fmla="*/ 2147483647 w 120"/>
                  <a:gd name="T17" fmla="*/ 2147483647 h 270"/>
                  <a:gd name="T18" fmla="*/ 2147483647 w 120"/>
                  <a:gd name="T19" fmla="*/ 2147483647 h 270"/>
                  <a:gd name="T20" fmla="*/ 2147483647 w 120"/>
                  <a:gd name="T21" fmla="*/ 0 h 270"/>
                  <a:gd name="T22" fmla="*/ 2147483647 w 120"/>
                  <a:gd name="T23" fmla="*/ 2147483647 h 270"/>
                  <a:gd name="T24" fmla="*/ 2147483647 w 120"/>
                  <a:gd name="T25" fmla="*/ 2147483647 h 270"/>
                  <a:gd name="T26" fmla="*/ 2147483647 w 120"/>
                  <a:gd name="T27" fmla="*/ 2147483647 h 270"/>
                  <a:gd name="T28" fmla="*/ 2147483647 w 120"/>
                  <a:gd name="T29" fmla="*/ 2147483647 h 270"/>
                  <a:gd name="T30" fmla="*/ 0 w 120"/>
                  <a:gd name="T31" fmla="*/ 2147483647 h 270"/>
                  <a:gd name="T32" fmla="*/ 0 w 120"/>
                  <a:gd name="T33" fmla="*/ 2147483647 h 270"/>
                  <a:gd name="T34" fmla="*/ 2147483647 w 120"/>
                  <a:gd name="T35" fmla="*/ 2147483647 h 270"/>
                  <a:gd name="T36" fmla="*/ 2147483647 w 120"/>
                  <a:gd name="T37" fmla="*/ 2147483647 h 270"/>
                  <a:gd name="T38" fmla="*/ 2147483647 w 120"/>
                  <a:gd name="T39" fmla="*/ 2147483647 h 270"/>
                  <a:gd name="T40" fmla="*/ 2147483647 w 120"/>
                  <a:gd name="T41" fmla="*/ 2147483647 h 270"/>
                  <a:gd name="T42" fmla="*/ 2147483647 w 120"/>
                  <a:gd name="T43" fmla="*/ 2147483647 h 270"/>
                  <a:gd name="T44" fmla="*/ 2147483647 w 120"/>
                  <a:gd name="T45" fmla="*/ 2147483647 h 270"/>
                  <a:gd name="T46" fmla="*/ 2147483647 w 120"/>
                  <a:gd name="T47" fmla="*/ 2147483647 h 270"/>
                  <a:gd name="T48" fmla="*/ 2147483647 w 120"/>
                  <a:gd name="T49" fmla="*/ 2147483647 h 270"/>
                  <a:gd name="T50" fmla="*/ 2147483647 w 120"/>
                  <a:gd name="T51" fmla="*/ 2147483647 h 27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0"/>
                  <a:gd name="T79" fmla="*/ 0 h 270"/>
                  <a:gd name="T80" fmla="*/ 120 w 120"/>
                  <a:gd name="T81" fmla="*/ 270 h 27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0" h="270">
                    <a:moveTo>
                      <a:pt x="84" y="270"/>
                    </a:moveTo>
                    <a:lnTo>
                      <a:pt x="84" y="222"/>
                    </a:lnTo>
                    <a:lnTo>
                      <a:pt x="90" y="216"/>
                    </a:lnTo>
                    <a:lnTo>
                      <a:pt x="102" y="192"/>
                    </a:lnTo>
                    <a:lnTo>
                      <a:pt x="102" y="102"/>
                    </a:lnTo>
                    <a:lnTo>
                      <a:pt x="108" y="96"/>
                    </a:lnTo>
                    <a:lnTo>
                      <a:pt x="114" y="84"/>
                    </a:lnTo>
                    <a:lnTo>
                      <a:pt x="114" y="54"/>
                    </a:lnTo>
                    <a:lnTo>
                      <a:pt x="120" y="36"/>
                    </a:lnTo>
                    <a:lnTo>
                      <a:pt x="120" y="24"/>
                    </a:lnTo>
                    <a:lnTo>
                      <a:pt x="72" y="0"/>
                    </a:lnTo>
                    <a:lnTo>
                      <a:pt x="48" y="30"/>
                    </a:lnTo>
                    <a:lnTo>
                      <a:pt x="42" y="42"/>
                    </a:lnTo>
                    <a:lnTo>
                      <a:pt x="30" y="78"/>
                    </a:lnTo>
                    <a:lnTo>
                      <a:pt x="12" y="114"/>
                    </a:lnTo>
                    <a:lnTo>
                      <a:pt x="0" y="150"/>
                    </a:lnTo>
                    <a:lnTo>
                      <a:pt x="0" y="168"/>
                    </a:lnTo>
                    <a:lnTo>
                      <a:pt x="6" y="180"/>
                    </a:lnTo>
                    <a:lnTo>
                      <a:pt x="18" y="192"/>
                    </a:lnTo>
                    <a:lnTo>
                      <a:pt x="24" y="204"/>
                    </a:lnTo>
                    <a:lnTo>
                      <a:pt x="36" y="210"/>
                    </a:lnTo>
                    <a:lnTo>
                      <a:pt x="42" y="222"/>
                    </a:lnTo>
                    <a:lnTo>
                      <a:pt x="42" y="228"/>
                    </a:lnTo>
                    <a:lnTo>
                      <a:pt x="48" y="234"/>
                    </a:lnTo>
                    <a:lnTo>
                      <a:pt x="60" y="258"/>
                    </a:lnTo>
                    <a:lnTo>
                      <a:pt x="84" y="2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5" name="Syria" descr="© INSCALE GmbH, 05.05.2010&#10;http://www.presentationload.com/">
                <a:extLst>
                  <a:ext uri="{FF2B5EF4-FFF2-40B4-BE49-F238E27FC236}">
                    <a16:creationId xmlns:a16="http://schemas.microsoft.com/office/drawing/2014/main" id="{DDE8EE7C-03AD-A64C-9545-8F3F00E37387}"/>
                  </a:ext>
                </a:extLst>
              </p:cNvPr>
              <p:cNvSpPr>
                <a:spLocks/>
              </p:cNvSpPr>
              <p:nvPr/>
            </p:nvSpPr>
            <p:spPr bwMode="gray">
              <a:xfrm>
                <a:off x="6741950" y="2874460"/>
                <a:ext cx="189019" cy="174227"/>
              </a:xfrm>
              <a:custGeom>
                <a:avLst/>
                <a:gdLst>
                  <a:gd name="T0" fmla="*/ 2147483647 w 450"/>
                  <a:gd name="T1" fmla="*/ 2147483647 h 414"/>
                  <a:gd name="T2" fmla="*/ 2147483647 w 450"/>
                  <a:gd name="T3" fmla="*/ 2147483647 h 414"/>
                  <a:gd name="T4" fmla="*/ 2147483647 w 450"/>
                  <a:gd name="T5" fmla="*/ 2147483647 h 414"/>
                  <a:gd name="T6" fmla="*/ 2147483647 w 450"/>
                  <a:gd name="T7" fmla="*/ 0 h 414"/>
                  <a:gd name="T8" fmla="*/ 2147483647 w 450"/>
                  <a:gd name="T9" fmla="*/ 2147483647 h 414"/>
                  <a:gd name="T10" fmla="*/ 2147483647 w 450"/>
                  <a:gd name="T11" fmla="*/ 2147483647 h 414"/>
                  <a:gd name="T12" fmla="*/ 2147483647 w 450"/>
                  <a:gd name="T13" fmla="*/ 2147483647 h 414"/>
                  <a:gd name="T14" fmla="*/ 2147483647 w 450"/>
                  <a:gd name="T15" fmla="*/ 2147483647 h 414"/>
                  <a:gd name="T16" fmla="*/ 2147483647 w 450"/>
                  <a:gd name="T17" fmla="*/ 2147483647 h 414"/>
                  <a:gd name="T18" fmla="*/ 2147483647 w 450"/>
                  <a:gd name="T19" fmla="*/ 2147483647 h 414"/>
                  <a:gd name="T20" fmla="*/ 2147483647 w 450"/>
                  <a:gd name="T21" fmla="*/ 2147483647 h 414"/>
                  <a:gd name="T22" fmla="*/ 2147483647 w 450"/>
                  <a:gd name="T23" fmla="*/ 2147483647 h 414"/>
                  <a:gd name="T24" fmla="*/ 2147483647 w 450"/>
                  <a:gd name="T25" fmla="*/ 2147483647 h 414"/>
                  <a:gd name="T26" fmla="*/ 2147483647 w 450"/>
                  <a:gd name="T27" fmla="*/ 2147483647 h 414"/>
                  <a:gd name="T28" fmla="*/ 2147483647 w 450"/>
                  <a:gd name="T29" fmla="*/ 2147483647 h 414"/>
                  <a:gd name="T30" fmla="*/ 2147483647 w 450"/>
                  <a:gd name="T31" fmla="*/ 2147483647 h 414"/>
                  <a:gd name="T32" fmla="*/ 2147483647 w 450"/>
                  <a:gd name="T33" fmla="*/ 2147483647 h 414"/>
                  <a:gd name="T34" fmla="*/ 2147483647 w 450"/>
                  <a:gd name="T35" fmla="*/ 2147483647 h 414"/>
                  <a:gd name="T36" fmla="*/ 2147483647 w 450"/>
                  <a:gd name="T37" fmla="*/ 2147483647 h 414"/>
                  <a:gd name="T38" fmla="*/ 2147483647 w 450"/>
                  <a:gd name="T39" fmla="*/ 2147483647 h 414"/>
                  <a:gd name="T40" fmla="*/ 2147483647 w 450"/>
                  <a:gd name="T41" fmla="*/ 2147483647 h 414"/>
                  <a:gd name="T42" fmla="*/ 2147483647 w 450"/>
                  <a:gd name="T43" fmla="*/ 2147483647 h 414"/>
                  <a:gd name="T44" fmla="*/ 2147483647 w 450"/>
                  <a:gd name="T45" fmla="*/ 2147483647 h 414"/>
                  <a:gd name="T46" fmla="*/ 2147483647 w 450"/>
                  <a:gd name="T47" fmla="*/ 2147483647 h 414"/>
                  <a:gd name="T48" fmla="*/ 2147483647 w 450"/>
                  <a:gd name="T49" fmla="*/ 2147483647 h 414"/>
                  <a:gd name="T50" fmla="*/ 2147483647 w 450"/>
                  <a:gd name="T51" fmla="*/ 2147483647 h 414"/>
                  <a:gd name="T52" fmla="*/ 2147483647 w 450"/>
                  <a:gd name="T53" fmla="*/ 2147483647 h 414"/>
                  <a:gd name="T54" fmla="*/ 2147483647 w 450"/>
                  <a:gd name="T55" fmla="*/ 2147483647 h 414"/>
                  <a:gd name="T56" fmla="*/ 2147483647 w 450"/>
                  <a:gd name="T57" fmla="*/ 2147483647 h 414"/>
                  <a:gd name="T58" fmla="*/ 2147483647 w 450"/>
                  <a:gd name="T59" fmla="*/ 2147483647 h 414"/>
                  <a:gd name="T60" fmla="*/ 2147483647 w 450"/>
                  <a:gd name="T61" fmla="*/ 2147483647 h 414"/>
                  <a:gd name="T62" fmla="*/ 2147483647 w 450"/>
                  <a:gd name="T63" fmla="*/ 2147483647 h 414"/>
                  <a:gd name="T64" fmla="*/ 2147483647 w 450"/>
                  <a:gd name="T65" fmla="*/ 2147483647 h 414"/>
                  <a:gd name="T66" fmla="*/ 2147483647 w 450"/>
                  <a:gd name="T67" fmla="*/ 2147483647 h 414"/>
                  <a:gd name="T68" fmla="*/ 2147483647 w 450"/>
                  <a:gd name="T69" fmla="*/ 2147483647 h 414"/>
                  <a:gd name="T70" fmla="*/ 2147483647 w 450"/>
                  <a:gd name="T71" fmla="*/ 2147483647 h 414"/>
                  <a:gd name="T72" fmla="*/ 2147483647 w 450"/>
                  <a:gd name="T73" fmla="*/ 2147483647 h 414"/>
                  <a:gd name="T74" fmla="*/ 2147483647 w 450"/>
                  <a:gd name="T75" fmla="*/ 2147483647 h 414"/>
                  <a:gd name="T76" fmla="*/ 2147483647 w 450"/>
                  <a:gd name="T77" fmla="*/ 2147483647 h 414"/>
                  <a:gd name="T78" fmla="*/ 2147483647 w 450"/>
                  <a:gd name="T79" fmla="*/ 2147483647 h 414"/>
                  <a:gd name="T80" fmla="*/ 2147483647 w 450"/>
                  <a:gd name="T81" fmla="*/ 2147483647 h 414"/>
                  <a:gd name="T82" fmla="*/ 2147483647 w 450"/>
                  <a:gd name="T83" fmla="*/ 2147483647 h 414"/>
                  <a:gd name="T84" fmla="*/ 2147483647 w 450"/>
                  <a:gd name="T85" fmla="*/ 2147483647 h 414"/>
                  <a:gd name="T86" fmla="*/ 2147483647 w 450"/>
                  <a:gd name="T87" fmla="*/ 2147483647 h 414"/>
                  <a:gd name="T88" fmla="*/ 2147483647 w 450"/>
                  <a:gd name="T89" fmla="*/ 2147483647 h 414"/>
                  <a:gd name="T90" fmla="*/ 2147483647 w 450"/>
                  <a:gd name="T91" fmla="*/ 2147483647 h 414"/>
                  <a:gd name="T92" fmla="*/ 2147483647 w 450"/>
                  <a:gd name="T93" fmla="*/ 2147483647 h 414"/>
                  <a:gd name="T94" fmla="*/ 2147483647 w 450"/>
                  <a:gd name="T95" fmla="*/ 2147483647 h 414"/>
                  <a:gd name="T96" fmla="*/ 2147483647 w 450"/>
                  <a:gd name="T97" fmla="*/ 2147483647 h 41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0"/>
                  <a:gd name="T148" fmla="*/ 0 h 414"/>
                  <a:gd name="T149" fmla="*/ 450 w 450"/>
                  <a:gd name="T150" fmla="*/ 414 h 41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0" h="414">
                    <a:moveTo>
                      <a:pt x="426" y="60"/>
                    </a:moveTo>
                    <a:lnTo>
                      <a:pt x="432" y="54"/>
                    </a:lnTo>
                    <a:lnTo>
                      <a:pt x="438" y="42"/>
                    </a:lnTo>
                    <a:lnTo>
                      <a:pt x="450" y="30"/>
                    </a:lnTo>
                    <a:lnTo>
                      <a:pt x="444" y="30"/>
                    </a:lnTo>
                    <a:lnTo>
                      <a:pt x="438" y="24"/>
                    </a:lnTo>
                    <a:lnTo>
                      <a:pt x="438" y="0"/>
                    </a:lnTo>
                    <a:lnTo>
                      <a:pt x="432" y="0"/>
                    </a:lnTo>
                    <a:lnTo>
                      <a:pt x="432" y="6"/>
                    </a:lnTo>
                    <a:lnTo>
                      <a:pt x="426" y="18"/>
                    </a:lnTo>
                    <a:lnTo>
                      <a:pt x="402" y="18"/>
                    </a:lnTo>
                    <a:lnTo>
                      <a:pt x="390" y="30"/>
                    </a:lnTo>
                    <a:lnTo>
                      <a:pt x="372" y="30"/>
                    </a:lnTo>
                    <a:lnTo>
                      <a:pt x="366" y="24"/>
                    </a:lnTo>
                    <a:lnTo>
                      <a:pt x="318" y="24"/>
                    </a:lnTo>
                    <a:lnTo>
                      <a:pt x="306" y="30"/>
                    </a:lnTo>
                    <a:lnTo>
                      <a:pt x="294" y="42"/>
                    </a:lnTo>
                    <a:lnTo>
                      <a:pt x="282" y="48"/>
                    </a:lnTo>
                    <a:lnTo>
                      <a:pt x="276" y="54"/>
                    </a:lnTo>
                    <a:lnTo>
                      <a:pt x="258" y="54"/>
                    </a:lnTo>
                    <a:lnTo>
                      <a:pt x="246" y="60"/>
                    </a:lnTo>
                    <a:lnTo>
                      <a:pt x="234" y="60"/>
                    </a:lnTo>
                    <a:lnTo>
                      <a:pt x="222" y="54"/>
                    </a:lnTo>
                    <a:lnTo>
                      <a:pt x="204" y="54"/>
                    </a:lnTo>
                    <a:lnTo>
                      <a:pt x="192" y="42"/>
                    </a:lnTo>
                    <a:lnTo>
                      <a:pt x="180" y="36"/>
                    </a:lnTo>
                    <a:lnTo>
                      <a:pt x="174" y="30"/>
                    </a:lnTo>
                    <a:lnTo>
                      <a:pt x="168" y="30"/>
                    </a:lnTo>
                    <a:lnTo>
                      <a:pt x="150" y="48"/>
                    </a:lnTo>
                    <a:lnTo>
                      <a:pt x="144" y="48"/>
                    </a:lnTo>
                    <a:lnTo>
                      <a:pt x="138" y="54"/>
                    </a:lnTo>
                    <a:lnTo>
                      <a:pt x="120" y="60"/>
                    </a:lnTo>
                    <a:lnTo>
                      <a:pt x="84" y="60"/>
                    </a:lnTo>
                    <a:lnTo>
                      <a:pt x="84" y="54"/>
                    </a:lnTo>
                    <a:lnTo>
                      <a:pt x="90" y="48"/>
                    </a:lnTo>
                    <a:lnTo>
                      <a:pt x="66" y="48"/>
                    </a:lnTo>
                    <a:lnTo>
                      <a:pt x="66" y="78"/>
                    </a:lnTo>
                    <a:lnTo>
                      <a:pt x="72" y="78"/>
                    </a:lnTo>
                    <a:lnTo>
                      <a:pt x="72" y="102"/>
                    </a:lnTo>
                    <a:lnTo>
                      <a:pt x="60" y="102"/>
                    </a:lnTo>
                    <a:lnTo>
                      <a:pt x="54" y="96"/>
                    </a:lnTo>
                    <a:lnTo>
                      <a:pt x="54" y="114"/>
                    </a:lnTo>
                    <a:lnTo>
                      <a:pt x="48" y="120"/>
                    </a:lnTo>
                    <a:lnTo>
                      <a:pt x="48" y="126"/>
                    </a:lnTo>
                    <a:lnTo>
                      <a:pt x="36" y="126"/>
                    </a:lnTo>
                    <a:lnTo>
                      <a:pt x="24" y="114"/>
                    </a:lnTo>
                    <a:lnTo>
                      <a:pt x="18" y="120"/>
                    </a:lnTo>
                    <a:lnTo>
                      <a:pt x="12" y="132"/>
                    </a:lnTo>
                    <a:lnTo>
                      <a:pt x="12" y="150"/>
                    </a:lnTo>
                    <a:lnTo>
                      <a:pt x="6" y="150"/>
                    </a:lnTo>
                    <a:lnTo>
                      <a:pt x="0" y="198"/>
                    </a:lnTo>
                    <a:lnTo>
                      <a:pt x="6" y="204"/>
                    </a:lnTo>
                    <a:lnTo>
                      <a:pt x="18" y="210"/>
                    </a:lnTo>
                    <a:lnTo>
                      <a:pt x="24" y="216"/>
                    </a:lnTo>
                    <a:lnTo>
                      <a:pt x="24" y="222"/>
                    </a:lnTo>
                    <a:lnTo>
                      <a:pt x="72" y="222"/>
                    </a:lnTo>
                    <a:lnTo>
                      <a:pt x="66" y="234"/>
                    </a:lnTo>
                    <a:lnTo>
                      <a:pt x="72" y="240"/>
                    </a:lnTo>
                    <a:lnTo>
                      <a:pt x="78" y="252"/>
                    </a:lnTo>
                    <a:lnTo>
                      <a:pt x="78" y="270"/>
                    </a:lnTo>
                    <a:lnTo>
                      <a:pt x="72" y="282"/>
                    </a:lnTo>
                    <a:lnTo>
                      <a:pt x="66" y="282"/>
                    </a:lnTo>
                    <a:lnTo>
                      <a:pt x="54" y="288"/>
                    </a:lnTo>
                    <a:lnTo>
                      <a:pt x="48" y="288"/>
                    </a:lnTo>
                    <a:lnTo>
                      <a:pt x="42" y="294"/>
                    </a:lnTo>
                    <a:lnTo>
                      <a:pt x="42" y="318"/>
                    </a:lnTo>
                    <a:lnTo>
                      <a:pt x="24" y="336"/>
                    </a:lnTo>
                    <a:lnTo>
                      <a:pt x="30" y="378"/>
                    </a:lnTo>
                    <a:lnTo>
                      <a:pt x="36" y="378"/>
                    </a:lnTo>
                    <a:lnTo>
                      <a:pt x="72" y="396"/>
                    </a:lnTo>
                    <a:lnTo>
                      <a:pt x="84" y="408"/>
                    </a:lnTo>
                    <a:lnTo>
                      <a:pt x="96" y="414"/>
                    </a:lnTo>
                    <a:lnTo>
                      <a:pt x="114" y="414"/>
                    </a:lnTo>
                    <a:lnTo>
                      <a:pt x="174" y="384"/>
                    </a:lnTo>
                    <a:lnTo>
                      <a:pt x="204" y="354"/>
                    </a:lnTo>
                    <a:lnTo>
                      <a:pt x="228" y="336"/>
                    </a:lnTo>
                    <a:lnTo>
                      <a:pt x="240" y="324"/>
                    </a:lnTo>
                    <a:lnTo>
                      <a:pt x="300" y="276"/>
                    </a:lnTo>
                    <a:lnTo>
                      <a:pt x="312" y="270"/>
                    </a:lnTo>
                    <a:lnTo>
                      <a:pt x="372" y="246"/>
                    </a:lnTo>
                    <a:lnTo>
                      <a:pt x="396" y="234"/>
                    </a:lnTo>
                    <a:lnTo>
                      <a:pt x="402" y="228"/>
                    </a:lnTo>
                    <a:lnTo>
                      <a:pt x="402" y="222"/>
                    </a:lnTo>
                    <a:lnTo>
                      <a:pt x="384" y="204"/>
                    </a:lnTo>
                    <a:lnTo>
                      <a:pt x="384" y="198"/>
                    </a:lnTo>
                    <a:lnTo>
                      <a:pt x="390" y="180"/>
                    </a:lnTo>
                    <a:lnTo>
                      <a:pt x="396" y="168"/>
                    </a:lnTo>
                    <a:lnTo>
                      <a:pt x="396" y="138"/>
                    </a:lnTo>
                    <a:lnTo>
                      <a:pt x="390" y="126"/>
                    </a:lnTo>
                    <a:lnTo>
                      <a:pt x="390" y="114"/>
                    </a:lnTo>
                    <a:lnTo>
                      <a:pt x="384" y="108"/>
                    </a:lnTo>
                    <a:lnTo>
                      <a:pt x="378" y="96"/>
                    </a:lnTo>
                    <a:lnTo>
                      <a:pt x="378" y="84"/>
                    </a:lnTo>
                    <a:lnTo>
                      <a:pt x="384" y="72"/>
                    </a:lnTo>
                    <a:lnTo>
                      <a:pt x="390" y="66"/>
                    </a:lnTo>
                    <a:lnTo>
                      <a:pt x="402" y="66"/>
                    </a:lnTo>
                    <a:lnTo>
                      <a:pt x="414" y="60"/>
                    </a:lnTo>
                    <a:lnTo>
                      <a:pt x="426"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6" name="Sri Lanka" descr="© INSCALE GmbH, 05.05.2010&#10;http://www.presentationload.com/">
                <a:extLst>
                  <a:ext uri="{FF2B5EF4-FFF2-40B4-BE49-F238E27FC236}">
                    <a16:creationId xmlns:a16="http://schemas.microsoft.com/office/drawing/2014/main" id="{9F258D35-7F64-DA44-BD12-F64B43647B77}"/>
                  </a:ext>
                </a:extLst>
              </p:cNvPr>
              <p:cNvSpPr>
                <a:spLocks/>
              </p:cNvSpPr>
              <p:nvPr/>
            </p:nvSpPr>
            <p:spPr bwMode="gray">
              <a:xfrm>
                <a:off x="8101241" y="3816264"/>
                <a:ext cx="72320" cy="128205"/>
              </a:xfrm>
              <a:custGeom>
                <a:avLst/>
                <a:gdLst>
                  <a:gd name="T0" fmla="*/ 2147483647 w 174"/>
                  <a:gd name="T1" fmla="*/ 2147483647 h 306"/>
                  <a:gd name="T2" fmla="*/ 2147483647 w 174"/>
                  <a:gd name="T3" fmla="*/ 0 h 306"/>
                  <a:gd name="T4" fmla="*/ 2147483647 w 174"/>
                  <a:gd name="T5" fmla="*/ 0 h 306"/>
                  <a:gd name="T6" fmla="*/ 2147483647 w 174"/>
                  <a:gd name="T7" fmla="*/ 2147483647 h 306"/>
                  <a:gd name="T8" fmla="*/ 2147483647 w 174"/>
                  <a:gd name="T9" fmla="*/ 2147483647 h 306"/>
                  <a:gd name="T10" fmla="*/ 2147483647 w 174"/>
                  <a:gd name="T11" fmla="*/ 2147483647 h 306"/>
                  <a:gd name="T12" fmla="*/ 2147483647 w 174"/>
                  <a:gd name="T13" fmla="*/ 2147483647 h 306"/>
                  <a:gd name="T14" fmla="*/ 2147483647 w 174"/>
                  <a:gd name="T15" fmla="*/ 2147483647 h 306"/>
                  <a:gd name="T16" fmla="*/ 2147483647 w 174"/>
                  <a:gd name="T17" fmla="*/ 2147483647 h 306"/>
                  <a:gd name="T18" fmla="*/ 2147483647 w 174"/>
                  <a:gd name="T19" fmla="*/ 2147483647 h 306"/>
                  <a:gd name="T20" fmla="*/ 2147483647 w 174"/>
                  <a:gd name="T21" fmla="*/ 2147483647 h 306"/>
                  <a:gd name="T22" fmla="*/ 2147483647 w 174"/>
                  <a:gd name="T23" fmla="*/ 2147483647 h 306"/>
                  <a:gd name="T24" fmla="*/ 2147483647 w 174"/>
                  <a:gd name="T25" fmla="*/ 2147483647 h 306"/>
                  <a:gd name="T26" fmla="*/ 2147483647 w 174"/>
                  <a:gd name="T27" fmla="*/ 2147483647 h 306"/>
                  <a:gd name="T28" fmla="*/ 2147483647 w 174"/>
                  <a:gd name="T29" fmla="*/ 2147483647 h 306"/>
                  <a:gd name="T30" fmla="*/ 2147483647 w 174"/>
                  <a:gd name="T31" fmla="*/ 2147483647 h 306"/>
                  <a:gd name="T32" fmla="*/ 2147483647 w 174"/>
                  <a:gd name="T33" fmla="*/ 2147483647 h 306"/>
                  <a:gd name="T34" fmla="*/ 2147483647 w 174"/>
                  <a:gd name="T35" fmla="*/ 2147483647 h 306"/>
                  <a:gd name="T36" fmla="*/ 2147483647 w 174"/>
                  <a:gd name="T37" fmla="*/ 2147483647 h 306"/>
                  <a:gd name="T38" fmla="*/ 2147483647 w 174"/>
                  <a:gd name="T39" fmla="*/ 2147483647 h 306"/>
                  <a:gd name="T40" fmla="*/ 0 w 174"/>
                  <a:gd name="T41" fmla="*/ 2147483647 h 306"/>
                  <a:gd name="T42" fmla="*/ 0 w 174"/>
                  <a:gd name="T43" fmla="*/ 2147483647 h 306"/>
                  <a:gd name="T44" fmla="*/ 2147483647 w 174"/>
                  <a:gd name="T45" fmla="*/ 2147483647 h 306"/>
                  <a:gd name="T46" fmla="*/ 2147483647 w 174"/>
                  <a:gd name="T47" fmla="*/ 2147483647 h 306"/>
                  <a:gd name="T48" fmla="*/ 2147483647 w 174"/>
                  <a:gd name="T49" fmla="*/ 2147483647 h 306"/>
                  <a:gd name="T50" fmla="*/ 2147483647 w 174"/>
                  <a:gd name="T51" fmla="*/ 2147483647 h 306"/>
                  <a:gd name="T52" fmla="*/ 2147483647 w 174"/>
                  <a:gd name="T53" fmla="*/ 2147483647 h 306"/>
                  <a:gd name="T54" fmla="*/ 0 w 174"/>
                  <a:gd name="T55" fmla="*/ 2147483647 h 306"/>
                  <a:gd name="T56" fmla="*/ 2147483647 w 174"/>
                  <a:gd name="T57" fmla="*/ 2147483647 h 306"/>
                  <a:gd name="T58" fmla="*/ 2147483647 w 174"/>
                  <a:gd name="T59" fmla="*/ 2147483647 h 30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4"/>
                  <a:gd name="T91" fmla="*/ 0 h 306"/>
                  <a:gd name="T92" fmla="*/ 174 w 174"/>
                  <a:gd name="T93" fmla="*/ 306 h 30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4" h="306">
                    <a:moveTo>
                      <a:pt x="24" y="6"/>
                    </a:moveTo>
                    <a:lnTo>
                      <a:pt x="36" y="0"/>
                    </a:lnTo>
                    <a:lnTo>
                      <a:pt x="48" y="0"/>
                    </a:lnTo>
                    <a:lnTo>
                      <a:pt x="66" y="6"/>
                    </a:lnTo>
                    <a:lnTo>
                      <a:pt x="78" y="12"/>
                    </a:lnTo>
                    <a:lnTo>
                      <a:pt x="114" y="66"/>
                    </a:lnTo>
                    <a:lnTo>
                      <a:pt x="132" y="84"/>
                    </a:lnTo>
                    <a:lnTo>
                      <a:pt x="126" y="120"/>
                    </a:lnTo>
                    <a:lnTo>
                      <a:pt x="150" y="114"/>
                    </a:lnTo>
                    <a:lnTo>
                      <a:pt x="156" y="168"/>
                    </a:lnTo>
                    <a:lnTo>
                      <a:pt x="162" y="174"/>
                    </a:lnTo>
                    <a:lnTo>
                      <a:pt x="168" y="198"/>
                    </a:lnTo>
                    <a:lnTo>
                      <a:pt x="174" y="228"/>
                    </a:lnTo>
                    <a:lnTo>
                      <a:pt x="174" y="258"/>
                    </a:lnTo>
                    <a:lnTo>
                      <a:pt x="156" y="276"/>
                    </a:lnTo>
                    <a:lnTo>
                      <a:pt x="120" y="294"/>
                    </a:lnTo>
                    <a:lnTo>
                      <a:pt x="84" y="306"/>
                    </a:lnTo>
                    <a:lnTo>
                      <a:pt x="48" y="306"/>
                    </a:lnTo>
                    <a:lnTo>
                      <a:pt x="24" y="282"/>
                    </a:lnTo>
                    <a:lnTo>
                      <a:pt x="12" y="240"/>
                    </a:lnTo>
                    <a:lnTo>
                      <a:pt x="0" y="192"/>
                    </a:lnTo>
                    <a:lnTo>
                      <a:pt x="0" y="156"/>
                    </a:lnTo>
                    <a:lnTo>
                      <a:pt x="12" y="138"/>
                    </a:lnTo>
                    <a:lnTo>
                      <a:pt x="18" y="132"/>
                    </a:lnTo>
                    <a:lnTo>
                      <a:pt x="24" y="120"/>
                    </a:lnTo>
                    <a:lnTo>
                      <a:pt x="30" y="102"/>
                    </a:lnTo>
                    <a:lnTo>
                      <a:pt x="30" y="78"/>
                    </a:lnTo>
                    <a:lnTo>
                      <a:pt x="0" y="36"/>
                    </a:lnTo>
                    <a:lnTo>
                      <a:pt x="24" y="36"/>
                    </a:lnTo>
                    <a:lnTo>
                      <a:pt x="24" y="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7" name="Saudi Arabia" descr="© INSCALE GmbH, 05.05.2010&#10;http://www.presentationload.com/">
                <a:extLst>
                  <a:ext uri="{FF2B5EF4-FFF2-40B4-BE49-F238E27FC236}">
                    <a16:creationId xmlns:a16="http://schemas.microsoft.com/office/drawing/2014/main" id="{F11FDB7D-C717-C348-B467-0667CC31AC12}"/>
                  </a:ext>
                </a:extLst>
              </p:cNvPr>
              <p:cNvSpPr>
                <a:spLocks/>
              </p:cNvSpPr>
              <p:nvPr/>
            </p:nvSpPr>
            <p:spPr bwMode="gray">
              <a:xfrm>
                <a:off x="6737019" y="3051972"/>
                <a:ext cx="624583" cy="535826"/>
              </a:xfrm>
              <a:custGeom>
                <a:avLst/>
                <a:gdLst>
                  <a:gd name="T0" fmla="*/ 2147483647 w 1488"/>
                  <a:gd name="T1" fmla="*/ 2147483647 h 1278"/>
                  <a:gd name="T2" fmla="*/ 2147483647 w 1488"/>
                  <a:gd name="T3" fmla="*/ 2147483647 h 1278"/>
                  <a:gd name="T4" fmla="*/ 2147483647 w 1488"/>
                  <a:gd name="T5" fmla="*/ 2147483647 h 1278"/>
                  <a:gd name="T6" fmla="*/ 2147483647 w 1488"/>
                  <a:gd name="T7" fmla="*/ 2147483647 h 1278"/>
                  <a:gd name="T8" fmla="*/ 2147483647 w 1488"/>
                  <a:gd name="T9" fmla="*/ 2147483647 h 1278"/>
                  <a:gd name="T10" fmla="*/ 2147483647 w 1488"/>
                  <a:gd name="T11" fmla="*/ 2147483647 h 1278"/>
                  <a:gd name="T12" fmla="*/ 2147483647 w 1488"/>
                  <a:gd name="T13" fmla="*/ 2147483647 h 1278"/>
                  <a:gd name="T14" fmla="*/ 2147483647 w 1488"/>
                  <a:gd name="T15" fmla="*/ 2147483647 h 1278"/>
                  <a:gd name="T16" fmla="*/ 2147483647 w 1488"/>
                  <a:gd name="T17" fmla="*/ 2147483647 h 1278"/>
                  <a:gd name="T18" fmla="*/ 2147483647 w 1488"/>
                  <a:gd name="T19" fmla="*/ 2147483647 h 1278"/>
                  <a:gd name="T20" fmla="*/ 2147483647 w 1488"/>
                  <a:gd name="T21" fmla="*/ 2147483647 h 1278"/>
                  <a:gd name="T22" fmla="*/ 2147483647 w 1488"/>
                  <a:gd name="T23" fmla="*/ 2147483647 h 1278"/>
                  <a:gd name="T24" fmla="*/ 2147483647 w 1488"/>
                  <a:gd name="T25" fmla="*/ 2147483647 h 1278"/>
                  <a:gd name="T26" fmla="*/ 2147483647 w 1488"/>
                  <a:gd name="T27" fmla="*/ 2147483647 h 1278"/>
                  <a:gd name="T28" fmla="*/ 2147483647 w 1488"/>
                  <a:gd name="T29" fmla="*/ 2147483647 h 1278"/>
                  <a:gd name="T30" fmla="*/ 2147483647 w 1488"/>
                  <a:gd name="T31" fmla="*/ 2147483647 h 1278"/>
                  <a:gd name="T32" fmla="*/ 2147483647 w 1488"/>
                  <a:gd name="T33" fmla="*/ 2147483647 h 1278"/>
                  <a:gd name="T34" fmla="*/ 2147483647 w 1488"/>
                  <a:gd name="T35" fmla="*/ 2147483647 h 1278"/>
                  <a:gd name="T36" fmla="*/ 2147483647 w 1488"/>
                  <a:gd name="T37" fmla="*/ 2147483647 h 1278"/>
                  <a:gd name="T38" fmla="*/ 2147483647 w 1488"/>
                  <a:gd name="T39" fmla="*/ 0 h 1278"/>
                  <a:gd name="T40" fmla="*/ 2147483647 w 1488"/>
                  <a:gd name="T41" fmla="*/ 2147483647 h 1278"/>
                  <a:gd name="T42" fmla="*/ 2147483647 w 1488"/>
                  <a:gd name="T43" fmla="*/ 2147483647 h 1278"/>
                  <a:gd name="T44" fmla="*/ 2147483647 w 1488"/>
                  <a:gd name="T45" fmla="*/ 2147483647 h 1278"/>
                  <a:gd name="T46" fmla="*/ 2147483647 w 1488"/>
                  <a:gd name="T47" fmla="*/ 2147483647 h 1278"/>
                  <a:gd name="T48" fmla="*/ 2147483647 w 1488"/>
                  <a:gd name="T49" fmla="*/ 2147483647 h 1278"/>
                  <a:gd name="T50" fmla="*/ 2147483647 w 1488"/>
                  <a:gd name="T51" fmla="*/ 2147483647 h 1278"/>
                  <a:gd name="T52" fmla="*/ 2147483647 w 1488"/>
                  <a:gd name="T53" fmla="*/ 2147483647 h 1278"/>
                  <a:gd name="T54" fmla="*/ 2147483647 w 1488"/>
                  <a:gd name="T55" fmla="*/ 2147483647 h 1278"/>
                  <a:gd name="T56" fmla="*/ 2147483647 w 1488"/>
                  <a:gd name="T57" fmla="*/ 2147483647 h 1278"/>
                  <a:gd name="T58" fmla="*/ 2147483647 w 1488"/>
                  <a:gd name="T59" fmla="*/ 2147483647 h 1278"/>
                  <a:gd name="T60" fmla="*/ 2147483647 w 1488"/>
                  <a:gd name="T61" fmla="*/ 2147483647 h 1278"/>
                  <a:gd name="T62" fmla="*/ 0 w 1488"/>
                  <a:gd name="T63" fmla="*/ 2147483647 h 1278"/>
                  <a:gd name="T64" fmla="*/ 2147483647 w 1488"/>
                  <a:gd name="T65" fmla="*/ 2147483647 h 1278"/>
                  <a:gd name="T66" fmla="*/ 2147483647 w 1488"/>
                  <a:gd name="T67" fmla="*/ 2147483647 h 1278"/>
                  <a:gd name="T68" fmla="*/ 2147483647 w 1488"/>
                  <a:gd name="T69" fmla="*/ 2147483647 h 1278"/>
                  <a:gd name="T70" fmla="*/ 2147483647 w 1488"/>
                  <a:gd name="T71" fmla="*/ 2147483647 h 1278"/>
                  <a:gd name="T72" fmla="*/ 2147483647 w 1488"/>
                  <a:gd name="T73" fmla="*/ 2147483647 h 1278"/>
                  <a:gd name="T74" fmla="*/ 2147483647 w 1488"/>
                  <a:gd name="T75" fmla="*/ 2147483647 h 1278"/>
                  <a:gd name="T76" fmla="*/ 2147483647 w 1488"/>
                  <a:gd name="T77" fmla="*/ 2147483647 h 1278"/>
                  <a:gd name="T78" fmla="*/ 2147483647 w 1488"/>
                  <a:gd name="T79" fmla="*/ 2147483647 h 1278"/>
                  <a:gd name="T80" fmla="*/ 2147483647 w 1488"/>
                  <a:gd name="T81" fmla="*/ 2147483647 h 1278"/>
                  <a:gd name="T82" fmla="*/ 2147483647 w 1488"/>
                  <a:gd name="T83" fmla="*/ 2147483647 h 1278"/>
                  <a:gd name="T84" fmla="*/ 2147483647 w 1488"/>
                  <a:gd name="T85" fmla="*/ 2147483647 h 1278"/>
                  <a:gd name="T86" fmla="*/ 2147483647 w 1488"/>
                  <a:gd name="T87" fmla="*/ 2147483647 h 1278"/>
                  <a:gd name="T88" fmla="*/ 2147483647 w 1488"/>
                  <a:gd name="T89" fmla="*/ 2147483647 h 1278"/>
                  <a:gd name="T90" fmla="*/ 2147483647 w 1488"/>
                  <a:gd name="T91" fmla="*/ 2147483647 h 1278"/>
                  <a:gd name="T92" fmla="*/ 2147483647 w 1488"/>
                  <a:gd name="T93" fmla="*/ 2147483647 h 1278"/>
                  <a:gd name="T94" fmla="*/ 2147483647 w 1488"/>
                  <a:gd name="T95" fmla="*/ 2147483647 h 1278"/>
                  <a:gd name="T96" fmla="*/ 2147483647 w 1488"/>
                  <a:gd name="T97" fmla="*/ 2147483647 h 1278"/>
                  <a:gd name="T98" fmla="*/ 2147483647 w 1488"/>
                  <a:gd name="T99" fmla="*/ 2147483647 h 1278"/>
                  <a:gd name="T100" fmla="*/ 2147483647 w 1488"/>
                  <a:gd name="T101" fmla="*/ 2147483647 h 1278"/>
                  <a:gd name="T102" fmla="*/ 2147483647 w 1488"/>
                  <a:gd name="T103" fmla="*/ 2147483647 h 1278"/>
                  <a:gd name="T104" fmla="*/ 2147483647 w 1488"/>
                  <a:gd name="T105" fmla="*/ 2147483647 h 1278"/>
                  <a:gd name="T106" fmla="*/ 2147483647 w 1488"/>
                  <a:gd name="T107" fmla="*/ 2147483647 h 1278"/>
                  <a:gd name="T108" fmla="*/ 2147483647 w 1488"/>
                  <a:gd name="T109" fmla="*/ 2147483647 h 1278"/>
                  <a:gd name="T110" fmla="*/ 2147483647 w 1488"/>
                  <a:gd name="T111" fmla="*/ 2147483647 h 1278"/>
                  <a:gd name="T112" fmla="*/ 2147483647 w 1488"/>
                  <a:gd name="T113" fmla="*/ 2147483647 h 1278"/>
                  <a:gd name="T114" fmla="*/ 2147483647 w 1488"/>
                  <a:gd name="T115" fmla="*/ 2147483647 h 1278"/>
                  <a:gd name="T116" fmla="*/ 2147483647 w 1488"/>
                  <a:gd name="T117" fmla="*/ 2147483647 h 12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488"/>
                  <a:gd name="T178" fmla="*/ 0 h 1278"/>
                  <a:gd name="T179" fmla="*/ 1488 w 1488"/>
                  <a:gd name="T180" fmla="*/ 1278 h 127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488" h="1278">
                    <a:moveTo>
                      <a:pt x="1464" y="792"/>
                    </a:moveTo>
                    <a:lnTo>
                      <a:pt x="1464" y="780"/>
                    </a:lnTo>
                    <a:lnTo>
                      <a:pt x="1458" y="774"/>
                    </a:lnTo>
                    <a:lnTo>
                      <a:pt x="1416" y="768"/>
                    </a:lnTo>
                    <a:lnTo>
                      <a:pt x="1320" y="756"/>
                    </a:lnTo>
                    <a:lnTo>
                      <a:pt x="1284" y="750"/>
                    </a:lnTo>
                    <a:lnTo>
                      <a:pt x="1266" y="750"/>
                    </a:lnTo>
                    <a:lnTo>
                      <a:pt x="1260" y="738"/>
                    </a:lnTo>
                    <a:lnTo>
                      <a:pt x="1248" y="732"/>
                    </a:lnTo>
                    <a:lnTo>
                      <a:pt x="1242" y="720"/>
                    </a:lnTo>
                    <a:lnTo>
                      <a:pt x="1218" y="696"/>
                    </a:lnTo>
                    <a:lnTo>
                      <a:pt x="1206" y="672"/>
                    </a:lnTo>
                    <a:lnTo>
                      <a:pt x="1188" y="654"/>
                    </a:lnTo>
                    <a:lnTo>
                      <a:pt x="1188" y="642"/>
                    </a:lnTo>
                    <a:lnTo>
                      <a:pt x="1182" y="636"/>
                    </a:lnTo>
                    <a:lnTo>
                      <a:pt x="1182" y="618"/>
                    </a:lnTo>
                    <a:lnTo>
                      <a:pt x="1176" y="624"/>
                    </a:lnTo>
                    <a:lnTo>
                      <a:pt x="1164" y="612"/>
                    </a:lnTo>
                    <a:lnTo>
                      <a:pt x="1146" y="612"/>
                    </a:lnTo>
                    <a:lnTo>
                      <a:pt x="1140" y="600"/>
                    </a:lnTo>
                    <a:lnTo>
                      <a:pt x="1134" y="594"/>
                    </a:lnTo>
                    <a:lnTo>
                      <a:pt x="1128" y="582"/>
                    </a:lnTo>
                    <a:lnTo>
                      <a:pt x="1122" y="564"/>
                    </a:lnTo>
                    <a:lnTo>
                      <a:pt x="1116" y="552"/>
                    </a:lnTo>
                    <a:lnTo>
                      <a:pt x="1116" y="540"/>
                    </a:lnTo>
                    <a:lnTo>
                      <a:pt x="1110" y="534"/>
                    </a:lnTo>
                    <a:lnTo>
                      <a:pt x="1098" y="528"/>
                    </a:lnTo>
                    <a:lnTo>
                      <a:pt x="1086" y="516"/>
                    </a:lnTo>
                    <a:lnTo>
                      <a:pt x="1074" y="510"/>
                    </a:lnTo>
                    <a:lnTo>
                      <a:pt x="1068" y="498"/>
                    </a:lnTo>
                    <a:lnTo>
                      <a:pt x="1068" y="462"/>
                    </a:lnTo>
                    <a:lnTo>
                      <a:pt x="1062" y="450"/>
                    </a:lnTo>
                    <a:lnTo>
                      <a:pt x="1062" y="438"/>
                    </a:lnTo>
                    <a:lnTo>
                      <a:pt x="1050" y="426"/>
                    </a:lnTo>
                    <a:lnTo>
                      <a:pt x="1002" y="402"/>
                    </a:lnTo>
                    <a:lnTo>
                      <a:pt x="996" y="396"/>
                    </a:lnTo>
                    <a:lnTo>
                      <a:pt x="990" y="384"/>
                    </a:lnTo>
                    <a:lnTo>
                      <a:pt x="990" y="360"/>
                    </a:lnTo>
                    <a:lnTo>
                      <a:pt x="972" y="342"/>
                    </a:lnTo>
                    <a:lnTo>
                      <a:pt x="966" y="330"/>
                    </a:lnTo>
                    <a:lnTo>
                      <a:pt x="960" y="324"/>
                    </a:lnTo>
                    <a:lnTo>
                      <a:pt x="960" y="300"/>
                    </a:lnTo>
                    <a:lnTo>
                      <a:pt x="954" y="300"/>
                    </a:lnTo>
                    <a:lnTo>
                      <a:pt x="948" y="294"/>
                    </a:lnTo>
                    <a:lnTo>
                      <a:pt x="882" y="294"/>
                    </a:lnTo>
                    <a:lnTo>
                      <a:pt x="876" y="288"/>
                    </a:lnTo>
                    <a:lnTo>
                      <a:pt x="876" y="252"/>
                    </a:lnTo>
                    <a:lnTo>
                      <a:pt x="852" y="246"/>
                    </a:lnTo>
                    <a:lnTo>
                      <a:pt x="804" y="246"/>
                    </a:lnTo>
                    <a:lnTo>
                      <a:pt x="750" y="240"/>
                    </a:lnTo>
                    <a:lnTo>
                      <a:pt x="684" y="240"/>
                    </a:lnTo>
                    <a:lnTo>
                      <a:pt x="492" y="96"/>
                    </a:lnTo>
                    <a:lnTo>
                      <a:pt x="480" y="90"/>
                    </a:lnTo>
                    <a:lnTo>
                      <a:pt x="474" y="84"/>
                    </a:lnTo>
                    <a:lnTo>
                      <a:pt x="426" y="60"/>
                    </a:lnTo>
                    <a:lnTo>
                      <a:pt x="414" y="48"/>
                    </a:lnTo>
                    <a:lnTo>
                      <a:pt x="402" y="42"/>
                    </a:lnTo>
                    <a:lnTo>
                      <a:pt x="372" y="12"/>
                    </a:lnTo>
                    <a:lnTo>
                      <a:pt x="306" y="12"/>
                    </a:lnTo>
                    <a:lnTo>
                      <a:pt x="294" y="0"/>
                    </a:lnTo>
                    <a:lnTo>
                      <a:pt x="288" y="6"/>
                    </a:lnTo>
                    <a:lnTo>
                      <a:pt x="276" y="12"/>
                    </a:lnTo>
                    <a:lnTo>
                      <a:pt x="270" y="12"/>
                    </a:lnTo>
                    <a:lnTo>
                      <a:pt x="264" y="18"/>
                    </a:lnTo>
                    <a:lnTo>
                      <a:pt x="252" y="24"/>
                    </a:lnTo>
                    <a:lnTo>
                      <a:pt x="210" y="24"/>
                    </a:lnTo>
                    <a:lnTo>
                      <a:pt x="198" y="48"/>
                    </a:lnTo>
                    <a:lnTo>
                      <a:pt x="132" y="48"/>
                    </a:lnTo>
                    <a:lnTo>
                      <a:pt x="120" y="54"/>
                    </a:lnTo>
                    <a:lnTo>
                      <a:pt x="108" y="54"/>
                    </a:lnTo>
                    <a:lnTo>
                      <a:pt x="108" y="60"/>
                    </a:lnTo>
                    <a:lnTo>
                      <a:pt x="132" y="60"/>
                    </a:lnTo>
                    <a:lnTo>
                      <a:pt x="144" y="66"/>
                    </a:lnTo>
                    <a:lnTo>
                      <a:pt x="156" y="66"/>
                    </a:lnTo>
                    <a:lnTo>
                      <a:pt x="180" y="90"/>
                    </a:lnTo>
                    <a:lnTo>
                      <a:pt x="192" y="114"/>
                    </a:lnTo>
                    <a:lnTo>
                      <a:pt x="198" y="120"/>
                    </a:lnTo>
                    <a:lnTo>
                      <a:pt x="198" y="132"/>
                    </a:lnTo>
                    <a:lnTo>
                      <a:pt x="192" y="138"/>
                    </a:lnTo>
                    <a:lnTo>
                      <a:pt x="192" y="150"/>
                    </a:lnTo>
                    <a:lnTo>
                      <a:pt x="186" y="156"/>
                    </a:lnTo>
                    <a:lnTo>
                      <a:pt x="180" y="168"/>
                    </a:lnTo>
                    <a:lnTo>
                      <a:pt x="174" y="174"/>
                    </a:lnTo>
                    <a:lnTo>
                      <a:pt x="162" y="180"/>
                    </a:lnTo>
                    <a:lnTo>
                      <a:pt x="150" y="180"/>
                    </a:lnTo>
                    <a:lnTo>
                      <a:pt x="138" y="186"/>
                    </a:lnTo>
                    <a:lnTo>
                      <a:pt x="132" y="186"/>
                    </a:lnTo>
                    <a:lnTo>
                      <a:pt x="120" y="198"/>
                    </a:lnTo>
                    <a:lnTo>
                      <a:pt x="120" y="210"/>
                    </a:lnTo>
                    <a:lnTo>
                      <a:pt x="108" y="234"/>
                    </a:lnTo>
                    <a:lnTo>
                      <a:pt x="96" y="246"/>
                    </a:lnTo>
                    <a:lnTo>
                      <a:pt x="60" y="246"/>
                    </a:lnTo>
                    <a:lnTo>
                      <a:pt x="36" y="234"/>
                    </a:lnTo>
                    <a:lnTo>
                      <a:pt x="6" y="234"/>
                    </a:lnTo>
                    <a:lnTo>
                      <a:pt x="6" y="264"/>
                    </a:lnTo>
                    <a:lnTo>
                      <a:pt x="0" y="306"/>
                    </a:lnTo>
                    <a:lnTo>
                      <a:pt x="0" y="348"/>
                    </a:lnTo>
                    <a:lnTo>
                      <a:pt x="6" y="372"/>
                    </a:lnTo>
                    <a:lnTo>
                      <a:pt x="24" y="378"/>
                    </a:lnTo>
                    <a:lnTo>
                      <a:pt x="36" y="390"/>
                    </a:lnTo>
                    <a:lnTo>
                      <a:pt x="54" y="390"/>
                    </a:lnTo>
                    <a:lnTo>
                      <a:pt x="72" y="408"/>
                    </a:lnTo>
                    <a:lnTo>
                      <a:pt x="90" y="438"/>
                    </a:lnTo>
                    <a:lnTo>
                      <a:pt x="102" y="474"/>
                    </a:lnTo>
                    <a:lnTo>
                      <a:pt x="120" y="504"/>
                    </a:lnTo>
                    <a:lnTo>
                      <a:pt x="132" y="516"/>
                    </a:lnTo>
                    <a:lnTo>
                      <a:pt x="150" y="528"/>
                    </a:lnTo>
                    <a:lnTo>
                      <a:pt x="162" y="540"/>
                    </a:lnTo>
                    <a:lnTo>
                      <a:pt x="174" y="558"/>
                    </a:lnTo>
                    <a:lnTo>
                      <a:pt x="180" y="570"/>
                    </a:lnTo>
                    <a:lnTo>
                      <a:pt x="186" y="594"/>
                    </a:lnTo>
                    <a:lnTo>
                      <a:pt x="192" y="612"/>
                    </a:lnTo>
                    <a:lnTo>
                      <a:pt x="198" y="636"/>
                    </a:lnTo>
                    <a:lnTo>
                      <a:pt x="210" y="648"/>
                    </a:lnTo>
                    <a:lnTo>
                      <a:pt x="234" y="660"/>
                    </a:lnTo>
                    <a:lnTo>
                      <a:pt x="264" y="660"/>
                    </a:lnTo>
                    <a:lnTo>
                      <a:pt x="282" y="666"/>
                    </a:lnTo>
                    <a:lnTo>
                      <a:pt x="294" y="678"/>
                    </a:lnTo>
                    <a:lnTo>
                      <a:pt x="312" y="708"/>
                    </a:lnTo>
                    <a:lnTo>
                      <a:pt x="330" y="756"/>
                    </a:lnTo>
                    <a:lnTo>
                      <a:pt x="336" y="804"/>
                    </a:lnTo>
                    <a:lnTo>
                      <a:pt x="342" y="840"/>
                    </a:lnTo>
                    <a:lnTo>
                      <a:pt x="348" y="870"/>
                    </a:lnTo>
                    <a:lnTo>
                      <a:pt x="366" y="906"/>
                    </a:lnTo>
                    <a:lnTo>
                      <a:pt x="384" y="924"/>
                    </a:lnTo>
                    <a:lnTo>
                      <a:pt x="390" y="936"/>
                    </a:lnTo>
                    <a:lnTo>
                      <a:pt x="414" y="936"/>
                    </a:lnTo>
                    <a:lnTo>
                      <a:pt x="438" y="948"/>
                    </a:lnTo>
                    <a:lnTo>
                      <a:pt x="456" y="972"/>
                    </a:lnTo>
                    <a:lnTo>
                      <a:pt x="480" y="1008"/>
                    </a:lnTo>
                    <a:lnTo>
                      <a:pt x="504" y="1056"/>
                    </a:lnTo>
                    <a:lnTo>
                      <a:pt x="552" y="1128"/>
                    </a:lnTo>
                    <a:lnTo>
                      <a:pt x="582" y="1170"/>
                    </a:lnTo>
                    <a:lnTo>
                      <a:pt x="606" y="1206"/>
                    </a:lnTo>
                    <a:lnTo>
                      <a:pt x="618" y="1236"/>
                    </a:lnTo>
                    <a:lnTo>
                      <a:pt x="618" y="1266"/>
                    </a:lnTo>
                    <a:lnTo>
                      <a:pt x="612" y="1278"/>
                    </a:lnTo>
                    <a:lnTo>
                      <a:pt x="624" y="1266"/>
                    </a:lnTo>
                    <a:lnTo>
                      <a:pt x="630" y="1254"/>
                    </a:lnTo>
                    <a:lnTo>
                      <a:pt x="636" y="1248"/>
                    </a:lnTo>
                    <a:lnTo>
                      <a:pt x="636" y="1200"/>
                    </a:lnTo>
                    <a:lnTo>
                      <a:pt x="642" y="1188"/>
                    </a:lnTo>
                    <a:lnTo>
                      <a:pt x="648" y="1182"/>
                    </a:lnTo>
                    <a:lnTo>
                      <a:pt x="654" y="1182"/>
                    </a:lnTo>
                    <a:lnTo>
                      <a:pt x="672" y="1200"/>
                    </a:lnTo>
                    <a:lnTo>
                      <a:pt x="696" y="1194"/>
                    </a:lnTo>
                    <a:lnTo>
                      <a:pt x="702" y="1188"/>
                    </a:lnTo>
                    <a:lnTo>
                      <a:pt x="792" y="1188"/>
                    </a:lnTo>
                    <a:lnTo>
                      <a:pt x="804" y="1194"/>
                    </a:lnTo>
                    <a:lnTo>
                      <a:pt x="810" y="1200"/>
                    </a:lnTo>
                    <a:lnTo>
                      <a:pt x="888" y="1200"/>
                    </a:lnTo>
                    <a:lnTo>
                      <a:pt x="894" y="1206"/>
                    </a:lnTo>
                    <a:lnTo>
                      <a:pt x="900" y="1218"/>
                    </a:lnTo>
                    <a:lnTo>
                      <a:pt x="912" y="1224"/>
                    </a:lnTo>
                    <a:lnTo>
                      <a:pt x="924" y="1224"/>
                    </a:lnTo>
                    <a:lnTo>
                      <a:pt x="930" y="1212"/>
                    </a:lnTo>
                    <a:lnTo>
                      <a:pt x="936" y="1206"/>
                    </a:lnTo>
                    <a:lnTo>
                      <a:pt x="936" y="1188"/>
                    </a:lnTo>
                    <a:lnTo>
                      <a:pt x="942" y="1176"/>
                    </a:lnTo>
                    <a:lnTo>
                      <a:pt x="948" y="1170"/>
                    </a:lnTo>
                    <a:lnTo>
                      <a:pt x="954" y="1158"/>
                    </a:lnTo>
                    <a:lnTo>
                      <a:pt x="966" y="1146"/>
                    </a:lnTo>
                    <a:lnTo>
                      <a:pt x="972" y="1134"/>
                    </a:lnTo>
                    <a:lnTo>
                      <a:pt x="990" y="1116"/>
                    </a:lnTo>
                    <a:lnTo>
                      <a:pt x="1020" y="1098"/>
                    </a:lnTo>
                    <a:lnTo>
                      <a:pt x="1050" y="1092"/>
                    </a:lnTo>
                    <a:lnTo>
                      <a:pt x="1068" y="1086"/>
                    </a:lnTo>
                    <a:lnTo>
                      <a:pt x="1092" y="1086"/>
                    </a:lnTo>
                    <a:lnTo>
                      <a:pt x="1140" y="1080"/>
                    </a:lnTo>
                    <a:lnTo>
                      <a:pt x="1188" y="1068"/>
                    </a:lnTo>
                    <a:lnTo>
                      <a:pt x="1230" y="1062"/>
                    </a:lnTo>
                    <a:lnTo>
                      <a:pt x="1248" y="1062"/>
                    </a:lnTo>
                    <a:lnTo>
                      <a:pt x="1452" y="990"/>
                    </a:lnTo>
                    <a:lnTo>
                      <a:pt x="1488" y="816"/>
                    </a:lnTo>
                    <a:lnTo>
                      <a:pt x="1482" y="810"/>
                    </a:lnTo>
                    <a:lnTo>
                      <a:pt x="1470" y="804"/>
                    </a:lnTo>
                    <a:lnTo>
                      <a:pt x="1464" y="798"/>
                    </a:lnTo>
                    <a:lnTo>
                      <a:pt x="1464" y="79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8" name="Qatar" descr="© INSCALE GmbH, 05.05.2010&#10;http://www.presentationload.com/">
                <a:extLst>
                  <a:ext uri="{FF2B5EF4-FFF2-40B4-BE49-F238E27FC236}">
                    <a16:creationId xmlns:a16="http://schemas.microsoft.com/office/drawing/2014/main" id="{5BA2A1AC-2BA9-C948-942A-B478EA34C9E9}"/>
                  </a:ext>
                </a:extLst>
              </p:cNvPr>
              <p:cNvSpPr>
                <a:spLocks/>
              </p:cNvSpPr>
              <p:nvPr/>
            </p:nvSpPr>
            <p:spPr bwMode="gray">
              <a:xfrm>
                <a:off x="7215320" y="3252495"/>
                <a:ext cx="27943" cy="60815"/>
              </a:xfrm>
              <a:custGeom>
                <a:avLst/>
                <a:gdLst>
                  <a:gd name="T0" fmla="*/ 2147483647 w 66"/>
                  <a:gd name="T1" fmla="*/ 2147483647 h 144"/>
                  <a:gd name="T2" fmla="*/ 2147483647 w 66"/>
                  <a:gd name="T3" fmla="*/ 2147483647 h 144"/>
                  <a:gd name="T4" fmla="*/ 2147483647 w 66"/>
                  <a:gd name="T5" fmla="*/ 2147483647 h 144"/>
                  <a:gd name="T6" fmla="*/ 2147483647 w 66"/>
                  <a:gd name="T7" fmla="*/ 2147483647 h 144"/>
                  <a:gd name="T8" fmla="*/ 2147483647 w 66"/>
                  <a:gd name="T9" fmla="*/ 2147483647 h 144"/>
                  <a:gd name="T10" fmla="*/ 2147483647 w 66"/>
                  <a:gd name="T11" fmla="*/ 2147483647 h 144"/>
                  <a:gd name="T12" fmla="*/ 2147483647 w 66"/>
                  <a:gd name="T13" fmla="*/ 2147483647 h 144"/>
                  <a:gd name="T14" fmla="*/ 2147483647 w 66"/>
                  <a:gd name="T15" fmla="*/ 2147483647 h 144"/>
                  <a:gd name="T16" fmla="*/ 2147483647 w 66"/>
                  <a:gd name="T17" fmla="*/ 2147483647 h 144"/>
                  <a:gd name="T18" fmla="*/ 2147483647 w 66"/>
                  <a:gd name="T19" fmla="*/ 0 h 144"/>
                  <a:gd name="T20" fmla="*/ 2147483647 w 66"/>
                  <a:gd name="T21" fmla="*/ 0 h 144"/>
                  <a:gd name="T22" fmla="*/ 2147483647 w 66"/>
                  <a:gd name="T23" fmla="*/ 2147483647 h 144"/>
                  <a:gd name="T24" fmla="*/ 2147483647 w 66"/>
                  <a:gd name="T25" fmla="*/ 2147483647 h 144"/>
                  <a:gd name="T26" fmla="*/ 2147483647 w 66"/>
                  <a:gd name="T27" fmla="*/ 2147483647 h 144"/>
                  <a:gd name="T28" fmla="*/ 2147483647 w 66"/>
                  <a:gd name="T29" fmla="*/ 2147483647 h 144"/>
                  <a:gd name="T30" fmla="*/ 0 w 66"/>
                  <a:gd name="T31" fmla="*/ 2147483647 h 144"/>
                  <a:gd name="T32" fmla="*/ 2147483647 w 66"/>
                  <a:gd name="T33" fmla="*/ 2147483647 h 144"/>
                  <a:gd name="T34" fmla="*/ 2147483647 w 66"/>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144"/>
                  <a:gd name="T56" fmla="*/ 66 w 66"/>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144">
                    <a:moveTo>
                      <a:pt x="24" y="132"/>
                    </a:moveTo>
                    <a:lnTo>
                      <a:pt x="36" y="144"/>
                    </a:lnTo>
                    <a:lnTo>
                      <a:pt x="48" y="132"/>
                    </a:lnTo>
                    <a:lnTo>
                      <a:pt x="54" y="114"/>
                    </a:lnTo>
                    <a:lnTo>
                      <a:pt x="60" y="102"/>
                    </a:lnTo>
                    <a:lnTo>
                      <a:pt x="66" y="84"/>
                    </a:lnTo>
                    <a:lnTo>
                      <a:pt x="66" y="30"/>
                    </a:lnTo>
                    <a:lnTo>
                      <a:pt x="54" y="18"/>
                    </a:lnTo>
                    <a:lnTo>
                      <a:pt x="48" y="6"/>
                    </a:lnTo>
                    <a:lnTo>
                      <a:pt x="36" y="0"/>
                    </a:lnTo>
                    <a:lnTo>
                      <a:pt x="30" y="0"/>
                    </a:lnTo>
                    <a:lnTo>
                      <a:pt x="24" y="6"/>
                    </a:lnTo>
                    <a:lnTo>
                      <a:pt x="18" y="18"/>
                    </a:lnTo>
                    <a:lnTo>
                      <a:pt x="12" y="36"/>
                    </a:lnTo>
                    <a:lnTo>
                      <a:pt x="12" y="108"/>
                    </a:lnTo>
                    <a:lnTo>
                      <a:pt x="0" y="120"/>
                    </a:lnTo>
                    <a:lnTo>
                      <a:pt x="6" y="132"/>
                    </a:lnTo>
                    <a:lnTo>
                      <a:pt x="24" y="1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89" name="Philippines" descr="© INSCALE GmbH, 05.05.2010&#10;http://www.presentationload.com/">
                <a:extLst>
                  <a:ext uri="{FF2B5EF4-FFF2-40B4-BE49-F238E27FC236}">
                    <a16:creationId xmlns:a16="http://schemas.microsoft.com/office/drawing/2014/main" id="{12060E08-A4CE-4348-934B-B879DDF35833}"/>
                  </a:ext>
                </a:extLst>
              </p:cNvPr>
              <p:cNvSpPr>
                <a:spLocks noEditPoints="1"/>
              </p:cNvSpPr>
              <p:nvPr/>
            </p:nvSpPr>
            <p:spPr bwMode="gray">
              <a:xfrm>
                <a:off x="9220560" y="3507258"/>
                <a:ext cx="300787" cy="504598"/>
              </a:xfrm>
              <a:custGeom>
                <a:avLst/>
                <a:gdLst>
                  <a:gd name="T0" fmla="*/ 2147483647 w 714"/>
                  <a:gd name="T1" fmla="*/ 2147483647 h 1200"/>
                  <a:gd name="T2" fmla="*/ 2147483647 w 714"/>
                  <a:gd name="T3" fmla="*/ 2147483647 h 1200"/>
                  <a:gd name="T4" fmla="*/ 2147483647 w 714"/>
                  <a:gd name="T5" fmla="*/ 2147483647 h 1200"/>
                  <a:gd name="T6" fmla="*/ 2147483647 w 714"/>
                  <a:gd name="T7" fmla="*/ 2147483647 h 1200"/>
                  <a:gd name="T8" fmla="*/ 2147483647 w 714"/>
                  <a:gd name="T9" fmla="*/ 2147483647 h 1200"/>
                  <a:gd name="T10" fmla="*/ 2147483647 w 714"/>
                  <a:gd name="T11" fmla="*/ 2147483647 h 1200"/>
                  <a:gd name="T12" fmla="*/ 2147483647 w 714"/>
                  <a:gd name="T13" fmla="*/ 2147483647 h 1200"/>
                  <a:gd name="T14" fmla="*/ 2147483647 w 714"/>
                  <a:gd name="T15" fmla="*/ 2147483647 h 1200"/>
                  <a:gd name="T16" fmla="*/ 2147483647 w 714"/>
                  <a:gd name="T17" fmla="*/ 2147483647 h 1200"/>
                  <a:gd name="T18" fmla="*/ 2147483647 w 714"/>
                  <a:gd name="T19" fmla="*/ 2147483647 h 1200"/>
                  <a:gd name="T20" fmla="*/ 2147483647 w 714"/>
                  <a:gd name="T21" fmla="*/ 2147483647 h 1200"/>
                  <a:gd name="T22" fmla="*/ 2147483647 w 714"/>
                  <a:gd name="T23" fmla="*/ 2147483647 h 1200"/>
                  <a:gd name="T24" fmla="*/ 2147483647 w 714"/>
                  <a:gd name="T25" fmla="*/ 2147483647 h 1200"/>
                  <a:gd name="T26" fmla="*/ 2147483647 w 714"/>
                  <a:gd name="T27" fmla="*/ 2147483647 h 1200"/>
                  <a:gd name="T28" fmla="*/ 2147483647 w 714"/>
                  <a:gd name="T29" fmla="*/ 2147483647 h 1200"/>
                  <a:gd name="T30" fmla="*/ 2147483647 w 714"/>
                  <a:gd name="T31" fmla="*/ 2147483647 h 1200"/>
                  <a:gd name="T32" fmla="*/ 2147483647 w 714"/>
                  <a:gd name="T33" fmla="*/ 2147483647 h 1200"/>
                  <a:gd name="T34" fmla="*/ 2147483647 w 714"/>
                  <a:gd name="T35" fmla="*/ 2147483647 h 1200"/>
                  <a:gd name="T36" fmla="*/ 2147483647 w 714"/>
                  <a:gd name="T37" fmla="*/ 2147483647 h 1200"/>
                  <a:gd name="T38" fmla="*/ 2147483647 w 714"/>
                  <a:gd name="T39" fmla="*/ 2147483647 h 1200"/>
                  <a:gd name="T40" fmla="*/ 2147483647 w 714"/>
                  <a:gd name="T41" fmla="*/ 2147483647 h 1200"/>
                  <a:gd name="T42" fmla="*/ 2147483647 w 714"/>
                  <a:gd name="T43" fmla="*/ 2147483647 h 1200"/>
                  <a:gd name="T44" fmla="*/ 2147483647 w 714"/>
                  <a:gd name="T45" fmla="*/ 2147483647 h 1200"/>
                  <a:gd name="T46" fmla="*/ 2147483647 w 714"/>
                  <a:gd name="T47" fmla="*/ 2147483647 h 1200"/>
                  <a:gd name="T48" fmla="*/ 2147483647 w 714"/>
                  <a:gd name="T49" fmla="*/ 2147483647 h 1200"/>
                  <a:gd name="T50" fmla="*/ 2147483647 w 714"/>
                  <a:gd name="T51" fmla="*/ 2147483647 h 1200"/>
                  <a:gd name="T52" fmla="*/ 2147483647 w 714"/>
                  <a:gd name="T53" fmla="*/ 2147483647 h 1200"/>
                  <a:gd name="T54" fmla="*/ 2147483647 w 714"/>
                  <a:gd name="T55" fmla="*/ 2147483647 h 1200"/>
                  <a:gd name="T56" fmla="*/ 2147483647 w 714"/>
                  <a:gd name="T57" fmla="*/ 2147483647 h 1200"/>
                  <a:gd name="T58" fmla="*/ 2147483647 w 714"/>
                  <a:gd name="T59" fmla="*/ 2147483647 h 1200"/>
                  <a:gd name="T60" fmla="*/ 2147483647 w 714"/>
                  <a:gd name="T61" fmla="*/ 2147483647 h 1200"/>
                  <a:gd name="T62" fmla="*/ 2147483647 w 714"/>
                  <a:gd name="T63" fmla="*/ 2147483647 h 1200"/>
                  <a:gd name="T64" fmla="*/ 2147483647 w 714"/>
                  <a:gd name="T65" fmla="*/ 2147483647 h 1200"/>
                  <a:gd name="T66" fmla="*/ 2147483647 w 714"/>
                  <a:gd name="T67" fmla="*/ 2147483647 h 1200"/>
                  <a:gd name="T68" fmla="*/ 2147483647 w 714"/>
                  <a:gd name="T69" fmla="*/ 2147483647 h 1200"/>
                  <a:gd name="T70" fmla="*/ 2147483647 w 714"/>
                  <a:gd name="T71" fmla="*/ 2147483647 h 1200"/>
                  <a:gd name="T72" fmla="*/ 2147483647 w 714"/>
                  <a:gd name="T73" fmla="*/ 2147483647 h 1200"/>
                  <a:gd name="T74" fmla="*/ 2147483647 w 714"/>
                  <a:gd name="T75" fmla="*/ 2147483647 h 1200"/>
                  <a:gd name="T76" fmla="*/ 2147483647 w 714"/>
                  <a:gd name="T77" fmla="*/ 2147483647 h 1200"/>
                  <a:gd name="T78" fmla="*/ 2147483647 w 714"/>
                  <a:gd name="T79" fmla="*/ 0 h 1200"/>
                  <a:gd name="T80" fmla="*/ 2147483647 w 714"/>
                  <a:gd name="T81" fmla="*/ 2147483647 h 1200"/>
                  <a:gd name="T82" fmla="*/ 2147483647 w 714"/>
                  <a:gd name="T83" fmla="*/ 2147483647 h 1200"/>
                  <a:gd name="T84" fmla="*/ 2147483647 w 714"/>
                  <a:gd name="T85" fmla="*/ 2147483647 h 1200"/>
                  <a:gd name="T86" fmla="*/ 2147483647 w 714"/>
                  <a:gd name="T87" fmla="*/ 2147483647 h 1200"/>
                  <a:gd name="T88" fmla="*/ 2147483647 w 714"/>
                  <a:gd name="T89" fmla="*/ 2147483647 h 1200"/>
                  <a:gd name="T90" fmla="*/ 2147483647 w 714"/>
                  <a:gd name="T91" fmla="*/ 2147483647 h 1200"/>
                  <a:gd name="T92" fmla="*/ 2147483647 w 714"/>
                  <a:gd name="T93" fmla="*/ 2147483647 h 1200"/>
                  <a:gd name="T94" fmla="*/ 2147483647 w 714"/>
                  <a:gd name="T95" fmla="*/ 2147483647 h 1200"/>
                  <a:gd name="T96" fmla="*/ 2147483647 w 714"/>
                  <a:gd name="T97" fmla="*/ 2147483647 h 1200"/>
                  <a:gd name="T98" fmla="*/ 2147483647 w 714"/>
                  <a:gd name="T99" fmla="*/ 2147483647 h 1200"/>
                  <a:gd name="T100" fmla="*/ 2147483647 w 714"/>
                  <a:gd name="T101" fmla="*/ 2147483647 h 1200"/>
                  <a:gd name="T102" fmla="*/ 2147483647 w 714"/>
                  <a:gd name="T103" fmla="*/ 2147483647 h 1200"/>
                  <a:gd name="T104" fmla="*/ 2147483647 w 714"/>
                  <a:gd name="T105" fmla="*/ 2147483647 h 1200"/>
                  <a:gd name="T106" fmla="*/ 2147483647 w 714"/>
                  <a:gd name="T107" fmla="*/ 2147483647 h 1200"/>
                  <a:gd name="T108" fmla="*/ 2147483647 w 714"/>
                  <a:gd name="T109" fmla="*/ 2147483647 h 1200"/>
                  <a:gd name="T110" fmla="*/ 2147483647 w 714"/>
                  <a:gd name="T111" fmla="*/ 2147483647 h 1200"/>
                  <a:gd name="T112" fmla="*/ 2147483647 w 714"/>
                  <a:gd name="T113" fmla="*/ 2147483647 h 1200"/>
                  <a:gd name="T114" fmla="*/ 2147483647 w 714"/>
                  <a:gd name="T115" fmla="*/ 2147483647 h 1200"/>
                  <a:gd name="T116" fmla="*/ 2147483647 w 714"/>
                  <a:gd name="T117" fmla="*/ 2147483647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14"/>
                  <a:gd name="T178" fmla="*/ 0 h 1200"/>
                  <a:gd name="T179" fmla="*/ 714 w 714"/>
                  <a:gd name="T180" fmla="*/ 1200 h 12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14" h="1200">
                    <a:moveTo>
                      <a:pt x="702" y="1140"/>
                    </a:moveTo>
                    <a:lnTo>
                      <a:pt x="690" y="1170"/>
                    </a:lnTo>
                    <a:lnTo>
                      <a:pt x="696" y="1200"/>
                    </a:lnTo>
                    <a:lnTo>
                      <a:pt x="714" y="1182"/>
                    </a:lnTo>
                    <a:lnTo>
                      <a:pt x="714" y="1140"/>
                    </a:lnTo>
                    <a:lnTo>
                      <a:pt x="702" y="1140"/>
                    </a:lnTo>
                    <a:close/>
                    <a:moveTo>
                      <a:pt x="582" y="1176"/>
                    </a:moveTo>
                    <a:lnTo>
                      <a:pt x="600" y="1140"/>
                    </a:lnTo>
                    <a:lnTo>
                      <a:pt x="576" y="1134"/>
                    </a:lnTo>
                    <a:lnTo>
                      <a:pt x="582" y="1176"/>
                    </a:lnTo>
                    <a:close/>
                    <a:moveTo>
                      <a:pt x="246" y="1038"/>
                    </a:moveTo>
                    <a:lnTo>
                      <a:pt x="264" y="1050"/>
                    </a:lnTo>
                    <a:lnTo>
                      <a:pt x="282" y="1020"/>
                    </a:lnTo>
                    <a:lnTo>
                      <a:pt x="258" y="1008"/>
                    </a:lnTo>
                    <a:lnTo>
                      <a:pt x="246" y="1038"/>
                    </a:lnTo>
                    <a:close/>
                    <a:moveTo>
                      <a:pt x="504" y="558"/>
                    </a:moveTo>
                    <a:lnTo>
                      <a:pt x="540" y="576"/>
                    </a:lnTo>
                    <a:lnTo>
                      <a:pt x="540" y="582"/>
                    </a:lnTo>
                    <a:lnTo>
                      <a:pt x="534" y="588"/>
                    </a:lnTo>
                    <a:lnTo>
                      <a:pt x="504" y="588"/>
                    </a:lnTo>
                    <a:lnTo>
                      <a:pt x="570" y="642"/>
                    </a:lnTo>
                    <a:lnTo>
                      <a:pt x="570" y="618"/>
                    </a:lnTo>
                    <a:lnTo>
                      <a:pt x="600" y="624"/>
                    </a:lnTo>
                    <a:lnTo>
                      <a:pt x="576" y="588"/>
                    </a:lnTo>
                    <a:lnTo>
                      <a:pt x="576" y="582"/>
                    </a:lnTo>
                    <a:lnTo>
                      <a:pt x="570" y="576"/>
                    </a:lnTo>
                    <a:lnTo>
                      <a:pt x="570" y="558"/>
                    </a:lnTo>
                    <a:lnTo>
                      <a:pt x="564" y="546"/>
                    </a:lnTo>
                    <a:lnTo>
                      <a:pt x="534" y="516"/>
                    </a:lnTo>
                    <a:lnTo>
                      <a:pt x="522" y="510"/>
                    </a:lnTo>
                    <a:lnTo>
                      <a:pt x="504" y="504"/>
                    </a:lnTo>
                    <a:lnTo>
                      <a:pt x="492" y="498"/>
                    </a:lnTo>
                    <a:lnTo>
                      <a:pt x="474" y="498"/>
                    </a:lnTo>
                    <a:lnTo>
                      <a:pt x="468" y="504"/>
                    </a:lnTo>
                    <a:lnTo>
                      <a:pt x="468" y="528"/>
                    </a:lnTo>
                    <a:lnTo>
                      <a:pt x="492" y="552"/>
                    </a:lnTo>
                    <a:lnTo>
                      <a:pt x="504" y="558"/>
                    </a:lnTo>
                    <a:close/>
                    <a:moveTo>
                      <a:pt x="462" y="666"/>
                    </a:moveTo>
                    <a:lnTo>
                      <a:pt x="474" y="750"/>
                    </a:lnTo>
                    <a:lnTo>
                      <a:pt x="486" y="672"/>
                    </a:lnTo>
                    <a:lnTo>
                      <a:pt x="462" y="618"/>
                    </a:lnTo>
                    <a:lnTo>
                      <a:pt x="438" y="618"/>
                    </a:lnTo>
                    <a:lnTo>
                      <a:pt x="462" y="666"/>
                    </a:lnTo>
                    <a:close/>
                    <a:moveTo>
                      <a:pt x="492" y="738"/>
                    </a:moveTo>
                    <a:lnTo>
                      <a:pt x="522" y="738"/>
                    </a:lnTo>
                    <a:lnTo>
                      <a:pt x="528" y="708"/>
                    </a:lnTo>
                    <a:lnTo>
                      <a:pt x="498" y="702"/>
                    </a:lnTo>
                    <a:lnTo>
                      <a:pt x="492" y="738"/>
                    </a:lnTo>
                    <a:close/>
                    <a:moveTo>
                      <a:pt x="570" y="660"/>
                    </a:moveTo>
                    <a:lnTo>
                      <a:pt x="546" y="648"/>
                    </a:lnTo>
                    <a:lnTo>
                      <a:pt x="528" y="630"/>
                    </a:lnTo>
                    <a:lnTo>
                      <a:pt x="528" y="624"/>
                    </a:lnTo>
                    <a:lnTo>
                      <a:pt x="522" y="618"/>
                    </a:lnTo>
                    <a:lnTo>
                      <a:pt x="486" y="618"/>
                    </a:lnTo>
                    <a:lnTo>
                      <a:pt x="492" y="660"/>
                    </a:lnTo>
                    <a:lnTo>
                      <a:pt x="510" y="654"/>
                    </a:lnTo>
                    <a:lnTo>
                      <a:pt x="522" y="678"/>
                    </a:lnTo>
                    <a:lnTo>
                      <a:pt x="570" y="714"/>
                    </a:lnTo>
                    <a:lnTo>
                      <a:pt x="570" y="660"/>
                    </a:lnTo>
                    <a:close/>
                    <a:moveTo>
                      <a:pt x="162" y="600"/>
                    </a:moveTo>
                    <a:lnTo>
                      <a:pt x="144" y="582"/>
                    </a:lnTo>
                    <a:lnTo>
                      <a:pt x="138" y="606"/>
                    </a:lnTo>
                    <a:lnTo>
                      <a:pt x="132" y="618"/>
                    </a:lnTo>
                    <a:lnTo>
                      <a:pt x="126" y="624"/>
                    </a:lnTo>
                    <a:lnTo>
                      <a:pt x="120" y="642"/>
                    </a:lnTo>
                    <a:lnTo>
                      <a:pt x="120" y="654"/>
                    </a:lnTo>
                    <a:lnTo>
                      <a:pt x="126" y="660"/>
                    </a:lnTo>
                    <a:lnTo>
                      <a:pt x="138" y="666"/>
                    </a:lnTo>
                    <a:lnTo>
                      <a:pt x="150" y="678"/>
                    </a:lnTo>
                    <a:lnTo>
                      <a:pt x="144" y="684"/>
                    </a:lnTo>
                    <a:lnTo>
                      <a:pt x="120" y="696"/>
                    </a:lnTo>
                    <a:lnTo>
                      <a:pt x="114" y="702"/>
                    </a:lnTo>
                    <a:lnTo>
                      <a:pt x="102" y="708"/>
                    </a:lnTo>
                    <a:lnTo>
                      <a:pt x="96" y="732"/>
                    </a:lnTo>
                    <a:lnTo>
                      <a:pt x="72" y="750"/>
                    </a:lnTo>
                    <a:lnTo>
                      <a:pt x="72" y="762"/>
                    </a:lnTo>
                    <a:lnTo>
                      <a:pt x="60" y="774"/>
                    </a:lnTo>
                    <a:lnTo>
                      <a:pt x="48" y="780"/>
                    </a:lnTo>
                    <a:lnTo>
                      <a:pt x="42" y="786"/>
                    </a:lnTo>
                    <a:lnTo>
                      <a:pt x="30" y="792"/>
                    </a:lnTo>
                    <a:lnTo>
                      <a:pt x="24" y="798"/>
                    </a:lnTo>
                    <a:lnTo>
                      <a:pt x="18" y="798"/>
                    </a:lnTo>
                    <a:lnTo>
                      <a:pt x="18" y="804"/>
                    </a:lnTo>
                    <a:lnTo>
                      <a:pt x="12" y="810"/>
                    </a:lnTo>
                    <a:lnTo>
                      <a:pt x="0" y="834"/>
                    </a:lnTo>
                    <a:lnTo>
                      <a:pt x="0" y="864"/>
                    </a:lnTo>
                    <a:lnTo>
                      <a:pt x="30" y="834"/>
                    </a:lnTo>
                    <a:lnTo>
                      <a:pt x="30" y="816"/>
                    </a:lnTo>
                    <a:lnTo>
                      <a:pt x="36" y="810"/>
                    </a:lnTo>
                    <a:lnTo>
                      <a:pt x="42" y="810"/>
                    </a:lnTo>
                    <a:lnTo>
                      <a:pt x="78" y="798"/>
                    </a:lnTo>
                    <a:lnTo>
                      <a:pt x="84" y="792"/>
                    </a:lnTo>
                    <a:lnTo>
                      <a:pt x="84" y="762"/>
                    </a:lnTo>
                    <a:lnTo>
                      <a:pt x="90" y="750"/>
                    </a:lnTo>
                    <a:lnTo>
                      <a:pt x="96" y="744"/>
                    </a:lnTo>
                    <a:lnTo>
                      <a:pt x="114" y="738"/>
                    </a:lnTo>
                    <a:lnTo>
                      <a:pt x="126" y="732"/>
                    </a:lnTo>
                    <a:lnTo>
                      <a:pt x="144" y="720"/>
                    </a:lnTo>
                    <a:lnTo>
                      <a:pt x="162" y="714"/>
                    </a:lnTo>
                    <a:lnTo>
                      <a:pt x="168" y="702"/>
                    </a:lnTo>
                    <a:lnTo>
                      <a:pt x="174" y="696"/>
                    </a:lnTo>
                    <a:lnTo>
                      <a:pt x="174" y="684"/>
                    </a:lnTo>
                    <a:lnTo>
                      <a:pt x="156" y="648"/>
                    </a:lnTo>
                    <a:lnTo>
                      <a:pt x="156" y="624"/>
                    </a:lnTo>
                    <a:lnTo>
                      <a:pt x="162" y="612"/>
                    </a:lnTo>
                    <a:lnTo>
                      <a:pt x="162" y="600"/>
                    </a:lnTo>
                    <a:close/>
                    <a:moveTo>
                      <a:pt x="330" y="1026"/>
                    </a:moveTo>
                    <a:lnTo>
                      <a:pt x="372" y="1056"/>
                    </a:lnTo>
                    <a:lnTo>
                      <a:pt x="372" y="1020"/>
                    </a:lnTo>
                    <a:lnTo>
                      <a:pt x="348" y="1002"/>
                    </a:lnTo>
                    <a:lnTo>
                      <a:pt x="330" y="1026"/>
                    </a:lnTo>
                    <a:close/>
                    <a:moveTo>
                      <a:pt x="660" y="840"/>
                    </a:moveTo>
                    <a:lnTo>
                      <a:pt x="660" y="816"/>
                    </a:lnTo>
                    <a:lnTo>
                      <a:pt x="654" y="804"/>
                    </a:lnTo>
                    <a:lnTo>
                      <a:pt x="654" y="792"/>
                    </a:lnTo>
                    <a:lnTo>
                      <a:pt x="642" y="780"/>
                    </a:lnTo>
                    <a:lnTo>
                      <a:pt x="630" y="774"/>
                    </a:lnTo>
                    <a:lnTo>
                      <a:pt x="600" y="744"/>
                    </a:lnTo>
                    <a:lnTo>
                      <a:pt x="588" y="738"/>
                    </a:lnTo>
                    <a:lnTo>
                      <a:pt x="582" y="738"/>
                    </a:lnTo>
                    <a:lnTo>
                      <a:pt x="576" y="744"/>
                    </a:lnTo>
                    <a:lnTo>
                      <a:pt x="582" y="750"/>
                    </a:lnTo>
                    <a:lnTo>
                      <a:pt x="588" y="762"/>
                    </a:lnTo>
                    <a:lnTo>
                      <a:pt x="594" y="768"/>
                    </a:lnTo>
                    <a:lnTo>
                      <a:pt x="606" y="774"/>
                    </a:lnTo>
                    <a:lnTo>
                      <a:pt x="606" y="786"/>
                    </a:lnTo>
                    <a:lnTo>
                      <a:pt x="600" y="786"/>
                    </a:lnTo>
                    <a:lnTo>
                      <a:pt x="588" y="792"/>
                    </a:lnTo>
                    <a:lnTo>
                      <a:pt x="570" y="792"/>
                    </a:lnTo>
                    <a:lnTo>
                      <a:pt x="558" y="798"/>
                    </a:lnTo>
                    <a:lnTo>
                      <a:pt x="546" y="798"/>
                    </a:lnTo>
                    <a:lnTo>
                      <a:pt x="546" y="828"/>
                    </a:lnTo>
                    <a:lnTo>
                      <a:pt x="528" y="828"/>
                    </a:lnTo>
                    <a:lnTo>
                      <a:pt x="522" y="846"/>
                    </a:lnTo>
                    <a:lnTo>
                      <a:pt x="498" y="864"/>
                    </a:lnTo>
                    <a:lnTo>
                      <a:pt x="492" y="864"/>
                    </a:lnTo>
                    <a:lnTo>
                      <a:pt x="486" y="858"/>
                    </a:lnTo>
                    <a:lnTo>
                      <a:pt x="474" y="852"/>
                    </a:lnTo>
                    <a:lnTo>
                      <a:pt x="462" y="852"/>
                    </a:lnTo>
                    <a:lnTo>
                      <a:pt x="450" y="846"/>
                    </a:lnTo>
                    <a:lnTo>
                      <a:pt x="438" y="858"/>
                    </a:lnTo>
                    <a:lnTo>
                      <a:pt x="432" y="870"/>
                    </a:lnTo>
                    <a:lnTo>
                      <a:pt x="420" y="882"/>
                    </a:lnTo>
                    <a:lnTo>
                      <a:pt x="414" y="894"/>
                    </a:lnTo>
                    <a:lnTo>
                      <a:pt x="408" y="900"/>
                    </a:lnTo>
                    <a:lnTo>
                      <a:pt x="408" y="906"/>
                    </a:lnTo>
                    <a:lnTo>
                      <a:pt x="408" y="900"/>
                    </a:lnTo>
                    <a:lnTo>
                      <a:pt x="396" y="888"/>
                    </a:lnTo>
                    <a:lnTo>
                      <a:pt x="384" y="888"/>
                    </a:lnTo>
                    <a:lnTo>
                      <a:pt x="378" y="900"/>
                    </a:lnTo>
                    <a:lnTo>
                      <a:pt x="378" y="912"/>
                    </a:lnTo>
                    <a:lnTo>
                      <a:pt x="372" y="924"/>
                    </a:lnTo>
                    <a:lnTo>
                      <a:pt x="366" y="930"/>
                    </a:lnTo>
                    <a:lnTo>
                      <a:pt x="360" y="942"/>
                    </a:lnTo>
                    <a:lnTo>
                      <a:pt x="384" y="960"/>
                    </a:lnTo>
                    <a:lnTo>
                      <a:pt x="402" y="942"/>
                    </a:lnTo>
                    <a:lnTo>
                      <a:pt x="414" y="966"/>
                    </a:lnTo>
                    <a:lnTo>
                      <a:pt x="420" y="960"/>
                    </a:lnTo>
                    <a:lnTo>
                      <a:pt x="432" y="954"/>
                    </a:lnTo>
                    <a:lnTo>
                      <a:pt x="450" y="936"/>
                    </a:lnTo>
                    <a:lnTo>
                      <a:pt x="462" y="930"/>
                    </a:lnTo>
                    <a:lnTo>
                      <a:pt x="474" y="930"/>
                    </a:lnTo>
                    <a:lnTo>
                      <a:pt x="498" y="954"/>
                    </a:lnTo>
                    <a:lnTo>
                      <a:pt x="510" y="960"/>
                    </a:lnTo>
                    <a:lnTo>
                      <a:pt x="492" y="978"/>
                    </a:lnTo>
                    <a:lnTo>
                      <a:pt x="492" y="990"/>
                    </a:lnTo>
                    <a:lnTo>
                      <a:pt x="510" y="1026"/>
                    </a:lnTo>
                    <a:lnTo>
                      <a:pt x="522" y="1044"/>
                    </a:lnTo>
                    <a:lnTo>
                      <a:pt x="534" y="1056"/>
                    </a:lnTo>
                    <a:lnTo>
                      <a:pt x="546" y="1062"/>
                    </a:lnTo>
                    <a:lnTo>
                      <a:pt x="558" y="1062"/>
                    </a:lnTo>
                    <a:lnTo>
                      <a:pt x="570" y="1068"/>
                    </a:lnTo>
                    <a:lnTo>
                      <a:pt x="582" y="1068"/>
                    </a:lnTo>
                    <a:lnTo>
                      <a:pt x="606" y="1050"/>
                    </a:lnTo>
                    <a:lnTo>
                      <a:pt x="606" y="1074"/>
                    </a:lnTo>
                    <a:lnTo>
                      <a:pt x="630" y="1074"/>
                    </a:lnTo>
                    <a:lnTo>
                      <a:pt x="630" y="1038"/>
                    </a:lnTo>
                    <a:lnTo>
                      <a:pt x="624" y="1032"/>
                    </a:lnTo>
                    <a:lnTo>
                      <a:pt x="606" y="996"/>
                    </a:lnTo>
                    <a:lnTo>
                      <a:pt x="606" y="984"/>
                    </a:lnTo>
                    <a:lnTo>
                      <a:pt x="612" y="972"/>
                    </a:lnTo>
                    <a:lnTo>
                      <a:pt x="624" y="960"/>
                    </a:lnTo>
                    <a:lnTo>
                      <a:pt x="654" y="1014"/>
                    </a:lnTo>
                    <a:lnTo>
                      <a:pt x="654" y="1008"/>
                    </a:lnTo>
                    <a:lnTo>
                      <a:pt x="660" y="1002"/>
                    </a:lnTo>
                    <a:lnTo>
                      <a:pt x="672" y="978"/>
                    </a:lnTo>
                    <a:lnTo>
                      <a:pt x="678" y="960"/>
                    </a:lnTo>
                    <a:lnTo>
                      <a:pt x="678" y="936"/>
                    </a:lnTo>
                    <a:lnTo>
                      <a:pt x="672" y="918"/>
                    </a:lnTo>
                    <a:lnTo>
                      <a:pt x="666" y="912"/>
                    </a:lnTo>
                    <a:lnTo>
                      <a:pt x="660" y="900"/>
                    </a:lnTo>
                    <a:lnTo>
                      <a:pt x="660" y="840"/>
                    </a:lnTo>
                    <a:close/>
                    <a:moveTo>
                      <a:pt x="330" y="384"/>
                    </a:moveTo>
                    <a:lnTo>
                      <a:pt x="348" y="384"/>
                    </a:lnTo>
                    <a:lnTo>
                      <a:pt x="354" y="390"/>
                    </a:lnTo>
                    <a:lnTo>
                      <a:pt x="366" y="396"/>
                    </a:lnTo>
                    <a:lnTo>
                      <a:pt x="366" y="408"/>
                    </a:lnTo>
                    <a:lnTo>
                      <a:pt x="372" y="420"/>
                    </a:lnTo>
                    <a:lnTo>
                      <a:pt x="384" y="438"/>
                    </a:lnTo>
                    <a:lnTo>
                      <a:pt x="396" y="450"/>
                    </a:lnTo>
                    <a:lnTo>
                      <a:pt x="414" y="462"/>
                    </a:lnTo>
                    <a:lnTo>
                      <a:pt x="432" y="462"/>
                    </a:lnTo>
                    <a:lnTo>
                      <a:pt x="444" y="438"/>
                    </a:lnTo>
                    <a:lnTo>
                      <a:pt x="444" y="426"/>
                    </a:lnTo>
                    <a:lnTo>
                      <a:pt x="432" y="402"/>
                    </a:lnTo>
                    <a:lnTo>
                      <a:pt x="420" y="396"/>
                    </a:lnTo>
                    <a:lnTo>
                      <a:pt x="408" y="396"/>
                    </a:lnTo>
                    <a:lnTo>
                      <a:pt x="408" y="390"/>
                    </a:lnTo>
                    <a:lnTo>
                      <a:pt x="414" y="384"/>
                    </a:lnTo>
                    <a:lnTo>
                      <a:pt x="414" y="378"/>
                    </a:lnTo>
                    <a:lnTo>
                      <a:pt x="420" y="372"/>
                    </a:lnTo>
                    <a:lnTo>
                      <a:pt x="408" y="372"/>
                    </a:lnTo>
                    <a:lnTo>
                      <a:pt x="396" y="366"/>
                    </a:lnTo>
                    <a:lnTo>
                      <a:pt x="390" y="360"/>
                    </a:lnTo>
                    <a:lnTo>
                      <a:pt x="372" y="360"/>
                    </a:lnTo>
                    <a:lnTo>
                      <a:pt x="366" y="366"/>
                    </a:lnTo>
                    <a:lnTo>
                      <a:pt x="354" y="372"/>
                    </a:lnTo>
                    <a:lnTo>
                      <a:pt x="342" y="360"/>
                    </a:lnTo>
                    <a:lnTo>
                      <a:pt x="330" y="354"/>
                    </a:lnTo>
                    <a:lnTo>
                      <a:pt x="312" y="354"/>
                    </a:lnTo>
                    <a:lnTo>
                      <a:pt x="300" y="366"/>
                    </a:lnTo>
                    <a:lnTo>
                      <a:pt x="288" y="372"/>
                    </a:lnTo>
                    <a:lnTo>
                      <a:pt x="282" y="372"/>
                    </a:lnTo>
                    <a:lnTo>
                      <a:pt x="264" y="354"/>
                    </a:lnTo>
                    <a:lnTo>
                      <a:pt x="258" y="342"/>
                    </a:lnTo>
                    <a:lnTo>
                      <a:pt x="258" y="252"/>
                    </a:lnTo>
                    <a:lnTo>
                      <a:pt x="270" y="228"/>
                    </a:lnTo>
                    <a:lnTo>
                      <a:pt x="270" y="222"/>
                    </a:lnTo>
                    <a:lnTo>
                      <a:pt x="288" y="204"/>
                    </a:lnTo>
                    <a:lnTo>
                      <a:pt x="288" y="174"/>
                    </a:lnTo>
                    <a:lnTo>
                      <a:pt x="276" y="150"/>
                    </a:lnTo>
                    <a:lnTo>
                      <a:pt x="276" y="126"/>
                    </a:lnTo>
                    <a:lnTo>
                      <a:pt x="282" y="108"/>
                    </a:lnTo>
                    <a:lnTo>
                      <a:pt x="282" y="72"/>
                    </a:lnTo>
                    <a:lnTo>
                      <a:pt x="264" y="54"/>
                    </a:lnTo>
                    <a:lnTo>
                      <a:pt x="264" y="36"/>
                    </a:lnTo>
                    <a:lnTo>
                      <a:pt x="258" y="30"/>
                    </a:lnTo>
                    <a:lnTo>
                      <a:pt x="258" y="6"/>
                    </a:lnTo>
                    <a:lnTo>
                      <a:pt x="252" y="0"/>
                    </a:lnTo>
                    <a:lnTo>
                      <a:pt x="240" y="0"/>
                    </a:lnTo>
                    <a:lnTo>
                      <a:pt x="234" y="6"/>
                    </a:lnTo>
                    <a:lnTo>
                      <a:pt x="234" y="12"/>
                    </a:lnTo>
                    <a:lnTo>
                      <a:pt x="228" y="18"/>
                    </a:lnTo>
                    <a:lnTo>
                      <a:pt x="216" y="24"/>
                    </a:lnTo>
                    <a:lnTo>
                      <a:pt x="204" y="24"/>
                    </a:lnTo>
                    <a:lnTo>
                      <a:pt x="192" y="18"/>
                    </a:lnTo>
                    <a:lnTo>
                      <a:pt x="186" y="12"/>
                    </a:lnTo>
                    <a:lnTo>
                      <a:pt x="174" y="12"/>
                    </a:lnTo>
                    <a:lnTo>
                      <a:pt x="162" y="18"/>
                    </a:lnTo>
                    <a:lnTo>
                      <a:pt x="162" y="36"/>
                    </a:lnTo>
                    <a:lnTo>
                      <a:pt x="156" y="42"/>
                    </a:lnTo>
                    <a:lnTo>
                      <a:pt x="156" y="48"/>
                    </a:lnTo>
                    <a:lnTo>
                      <a:pt x="144" y="72"/>
                    </a:lnTo>
                    <a:lnTo>
                      <a:pt x="132" y="84"/>
                    </a:lnTo>
                    <a:lnTo>
                      <a:pt x="132" y="96"/>
                    </a:lnTo>
                    <a:lnTo>
                      <a:pt x="138" y="102"/>
                    </a:lnTo>
                    <a:lnTo>
                      <a:pt x="144" y="114"/>
                    </a:lnTo>
                    <a:lnTo>
                      <a:pt x="150" y="132"/>
                    </a:lnTo>
                    <a:lnTo>
                      <a:pt x="156" y="138"/>
                    </a:lnTo>
                    <a:lnTo>
                      <a:pt x="156" y="150"/>
                    </a:lnTo>
                    <a:lnTo>
                      <a:pt x="150" y="162"/>
                    </a:lnTo>
                    <a:lnTo>
                      <a:pt x="150" y="168"/>
                    </a:lnTo>
                    <a:lnTo>
                      <a:pt x="144" y="174"/>
                    </a:lnTo>
                    <a:lnTo>
                      <a:pt x="138" y="186"/>
                    </a:lnTo>
                    <a:lnTo>
                      <a:pt x="138" y="198"/>
                    </a:lnTo>
                    <a:lnTo>
                      <a:pt x="150" y="210"/>
                    </a:lnTo>
                    <a:lnTo>
                      <a:pt x="150" y="216"/>
                    </a:lnTo>
                    <a:lnTo>
                      <a:pt x="144" y="222"/>
                    </a:lnTo>
                    <a:lnTo>
                      <a:pt x="138" y="222"/>
                    </a:lnTo>
                    <a:lnTo>
                      <a:pt x="126" y="228"/>
                    </a:lnTo>
                    <a:lnTo>
                      <a:pt x="120" y="228"/>
                    </a:lnTo>
                    <a:lnTo>
                      <a:pt x="120" y="210"/>
                    </a:lnTo>
                    <a:lnTo>
                      <a:pt x="114" y="204"/>
                    </a:lnTo>
                    <a:lnTo>
                      <a:pt x="114" y="252"/>
                    </a:lnTo>
                    <a:lnTo>
                      <a:pt x="150" y="306"/>
                    </a:lnTo>
                    <a:lnTo>
                      <a:pt x="174" y="330"/>
                    </a:lnTo>
                    <a:lnTo>
                      <a:pt x="186" y="348"/>
                    </a:lnTo>
                    <a:lnTo>
                      <a:pt x="204" y="384"/>
                    </a:lnTo>
                    <a:lnTo>
                      <a:pt x="216" y="402"/>
                    </a:lnTo>
                    <a:lnTo>
                      <a:pt x="228" y="408"/>
                    </a:lnTo>
                    <a:lnTo>
                      <a:pt x="252" y="408"/>
                    </a:lnTo>
                    <a:lnTo>
                      <a:pt x="258" y="396"/>
                    </a:lnTo>
                    <a:lnTo>
                      <a:pt x="270" y="390"/>
                    </a:lnTo>
                    <a:lnTo>
                      <a:pt x="276" y="384"/>
                    </a:lnTo>
                    <a:lnTo>
                      <a:pt x="288" y="384"/>
                    </a:lnTo>
                    <a:lnTo>
                      <a:pt x="294" y="396"/>
                    </a:lnTo>
                    <a:lnTo>
                      <a:pt x="306" y="402"/>
                    </a:lnTo>
                    <a:lnTo>
                      <a:pt x="324" y="420"/>
                    </a:lnTo>
                    <a:lnTo>
                      <a:pt x="342" y="420"/>
                    </a:lnTo>
                    <a:lnTo>
                      <a:pt x="342" y="402"/>
                    </a:lnTo>
                    <a:lnTo>
                      <a:pt x="336" y="396"/>
                    </a:lnTo>
                    <a:lnTo>
                      <a:pt x="330" y="384"/>
                    </a:lnTo>
                    <a:close/>
                    <a:moveTo>
                      <a:pt x="258" y="432"/>
                    </a:moveTo>
                    <a:lnTo>
                      <a:pt x="246" y="426"/>
                    </a:lnTo>
                    <a:lnTo>
                      <a:pt x="204" y="426"/>
                    </a:lnTo>
                    <a:lnTo>
                      <a:pt x="234" y="468"/>
                    </a:lnTo>
                    <a:lnTo>
                      <a:pt x="258" y="534"/>
                    </a:lnTo>
                    <a:lnTo>
                      <a:pt x="270" y="528"/>
                    </a:lnTo>
                    <a:lnTo>
                      <a:pt x="276" y="516"/>
                    </a:lnTo>
                    <a:lnTo>
                      <a:pt x="282" y="510"/>
                    </a:lnTo>
                    <a:lnTo>
                      <a:pt x="282" y="486"/>
                    </a:lnTo>
                    <a:lnTo>
                      <a:pt x="276" y="480"/>
                    </a:lnTo>
                    <a:lnTo>
                      <a:pt x="270" y="468"/>
                    </a:lnTo>
                    <a:lnTo>
                      <a:pt x="270" y="450"/>
                    </a:lnTo>
                    <a:lnTo>
                      <a:pt x="264" y="438"/>
                    </a:lnTo>
                    <a:lnTo>
                      <a:pt x="258" y="432"/>
                    </a:lnTo>
                    <a:close/>
                    <a:moveTo>
                      <a:pt x="330" y="648"/>
                    </a:moveTo>
                    <a:lnTo>
                      <a:pt x="336" y="660"/>
                    </a:lnTo>
                    <a:lnTo>
                      <a:pt x="354" y="678"/>
                    </a:lnTo>
                    <a:lnTo>
                      <a:pt x="360" y="672"/>
                    </a:lnTo>
                    <a:lnTo>
                      <a:pt x="372" y="666"/>
                    </a:lnTo>
                    <a:lnTo>
                      <a:pt x="378" y="660"/>
                    </a:lnTo>
                    <a:lnTo>
                      <a:pt x="384" y="660"/>
                    </a:lnTo>
                    <a:lnTo>
                      <a:pt x="390" y="666"/>
                    </a:lnTo>
                    <a:lnTo>
                      <a:pt x="390" y="696"/>
                    </a:lnTo>
                    <a:lnTo>
                      <a:pt x="402" y="708"/>
                    </a:lnTo>
                    <a:lnTo>
                      <a:pt x="396" y="720"/>
                    </a:lnTo>
                    <a:lnTo>
                      <a:pt x="390" y="726"/>
                    </a:lnTo>
                    <a:lnTo>
                      <a:pt x="372" y="762"/>
                    </a:lnTo>
                    <a:lnTo>
                      <a:pt x="372" y="786"/>
                    </a:lnTo>
                    <a:lnTo>
                      <a:pt x="378" y="792"/>
                    </a:lnTo>
                    <a:lnTo>
                      <a:pt x="384" y="804"/>
                    </a:lnTo>
                    <a:lnTo>
                      <a:pt x="396" y="804"/>
                    </a:lnTo>
                    <a:lnTo>
                      <a:pt x="408" y="798"/>
                    </a:lnTo>
                    <a:lnTo>
                      <a:pt x="420" y="798"/>
                    </a:lnTo>
                    <a:lnTo>
                      <a:pt x="432" y="792"/>
                    </a:lnTo>
                    <a:lnTo>
                      <a:pt x="438" y="786"/>
                    </a:lnTo>
                    <a:lnTo>
                      <a:pt x="438" y="768"/>
                    </a:lnTo>
                    <a:lnTo>
                      <a:pt x="432" y="756"/>
                    </a:lnTo>
                    <a:lnTo>
                      <a:pt x="426" y="738"/>
                    </a:lnTo>
                    <a:lnTo>
                      <a:pt x="426" y="726"/>
                    </a:lnTo>
                    <a:lnTo>
                      <a:pt x="432" y="714"/>
                    </a:lnTo>
                    <a:lnTo>
                      <a:pt x="444" y="678"/>
                    </a:lnTo>
                    <a:lnTo>
                      <a:pt x="444" y="660"/>
                    </a:lnTo>
                    <a:lnTo>
                      <a:pt x="438" y="648"/>
                    </a:lnTo>
                    <a:lnTo>
                      <a:pt x="432" y="642"/>
                    </a:lnTo>
                    <a:lnTo>
                      <a:pt x="426" y="642"/>
                    </a:lnTo>
                    <a:lnTo>
                      <a:pt x="414" y="654"/>
                    </a:lnTo>
                    <a:lnTo>
                      <a:pt x="402" y="660"/>
                    </a:lnTo>
                    <a:lnTo>
                      <a:pt x="396" y="660"/>
                    </a:lnTo>
                    <a:lnTo>
                      <a:pt x="396" y="648"/>
                    </a:lnTo>
                    <a:lnTo>
                      <a:pt x="408" y="624"/>
                    </a:lnTo>
                    <a:lnTo>
                      <a:pt x="408" y="612"/>
                    </a:lnTo>
                    <a:lnTo>
                      <a:pt x="414" y="600"/>
                    </a:lnTo>
                    <a:lnTo>
                      <a:pt x="414" y="594"/>
                    </a:lnTo>
                    <a:lnTo>
                      <a:pt x="408" y="588"/>
                    </a:lnTo>
                    <a:lnTo>
                      <a:pt x="372" y="570"/>
                    </a:lnTo>
                    <a:lnTo>
                      <a:pt x="366" y="564"/>
                    </a:lnTo>
                    <a:lnTo>
                      <a:pt x="330" y="564"/>
                    </a:lnTo>
                    <a:lnTo>
                      <a:pt x="324" y="570"/>
                    </a:lnTo>
                    <a:lnTo>
                      <a:pt x="324" y="576"/>
                    </a:lnTo>
                    <a:lnTo>
                      <a:pt x="330" y="582"/>
                    </a:lnTo>
                    <a:lnTo>
                      <a:pt x="336" y="582"/>
                    </a:lnTo>
                    <a:lnTo>
                      <a:pt x="342" y="594"/>
                    </a:lnTo>
                    <a:lnTo>
                      <a:pt x="342" y="600"/>
                    </a:lnTo>
                    <a:lnTo>
                      <a:pt x="336" y="606"/>
                    </a:lnTo>
                    <a:lnTo>
                      <a:pt x="336" y="618"/>
                    </a:lnTo>
                    <a:lnTo>
                      <a:pt x="330" y="630"/>
                    </a:lnTo>
                    <a:lnTo>
                      <a:pt x="330" y="6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0" name="Pakistan" descr="© INSCALE GmbH, 05.05.2010&#10;http://www.presentationload.com/">
                <a:extLst>
                  <a:ext uri="{FF2B5EF4-FFF2-40B4-BE49-F238E27FC236}">
                    <a16:creationId xmlns:a16="http://schemas.microsoft.com/office/drawing/2014/main" id="{2AF89F61-E027-204E-A87A-4FE3FC3EFD8F}"/>
                  </a:ext>
                </a:extLst>
              </p:cNvPr>
              <p:cNvSpPr>
                <a:spLocks/>
              </p:cNvSpPr>
              <p:nvPr/>
            </p:nvSpPr>
            <p:spPr bwMode="gray">
              <a:xfrm>
                <a:off x="7488163" y="2887608"/>
                <a:ext cx="442140" cy="443782"/>
              </a:xfrm>
              <a:custGeom>
                <a:avLst/>
                <a:gdLst>
                  <a:gd name="T0" fmla="*/ 2147483647 w 1050"/>
                  <a:gd name="T1" fmla="*/ 2147483647 h 1056"/>
                  <a:gd name="T2" fmla="*/ 2147483647 w 1050"/>
                  <a:gd name="T3" fmla="*/ 2147483647 h 1056"/>
                  <a:gd name="T4" fmla="*/ 2147483647 w 1050"/>
                  <a:gd name="T5" fmla="*/ 2147483647 h 1056"/>
                  <a:gd name="T6" fmla="*/ 2147483647 w 1050"/>
                  <a:gd name="T7" fmla="*/ 2147483647 h 1056"/>
                  <a:gd name="T8" fmla="*/ 2147483647 w 1050"/>
                  <a:gd name="T9" fmla="*/ 2147483647 h 1056"/>
                  <a:gd name="T10" fmla="*/ 2147483647 w 1050"/>
                  <a:gd name="T11" fmla="*/ 2147483647 h 1056"/>
                  <a:gd name="T12" fmla="*/ 2147483647 w 1050"/>
                  <a:gd name="T13" fmla="*/ 2147483647 h 1056"/>
                  <a:gd name="T14" fmla="*/ 2147483647 w 1050"/>
                  <a:gd name="T15" fmla="*/ 2147483647 h 1056"/>
                  <a:gd name="T16" fmla="*/ 2147483647 w 1050"/>
                  <a:gd name="T17" fmla="*/ 2147483647 h 1056"/>
                  <a:gd name="T18" fmla="*/ 2147483647 w 1050"/>
                  <a:gd name="T19" fmla="*/ 2147483647 h 1056"/>
                  <a:gd name="T20" fmla="*/ 2147483647 w 1050"/>
                  <a:gd name="T21" fmla="*/ 2147483647 h 1056"/>
                  <a:gd name="T22" fmla="*/ 2147483647 w 1050"/>
                  <a:gd name="T23" fmla="*/ 2147483647 h 1056"/>
                  <a:gd name="T24" fmla="*/ 2147483647 w 1050"/>
                  <a:gd name="T25" fmla="*/ 2147483647 h 1056"/>
                  <a:gd name="T26" fmla="*/ 2147483647 w 1050"/>
                  <a:gd name="T27" fmla="*/ 2147483647 h 1056"/>
                  <a:gd name="T28" fmla="*/ 2147483647 w 1050"/>
                  <a:gd name="T29" fmla="*/ 2147483647 h 1056"/>
                  <a:gd name="T30" fmla="*/ 2147483647 w 1050"/>
                  <a:gd name="T31" fmla="*/ 2147483647 h 1056"/>
                  <a:gd name="T32" fmla="*/ 2147483647 w 1050"/>
                  <a:gd name="T33" fmla="*/ 2147483647 h 1056"/>
                  <a:gd name="T34" fmla="*/ 2147483647 w 1050"/>
                  <a:gd name="T35" fmla="*/ 2147483647 h 1056"/>
                  <a:gd name="T36" fmla="*/ 2147483647 w 1050"/>
                  <a:gd name="T37" fmla="*/ 2147483647 h 1056"/>
                  <a:gd name="T38" fmla="*/ 2147483647 w 1050"/>
                  <a:gd name="T39" fmla="*/ 2147483647 h 1056"/>
                  <a:gd name="T40" fmla="*/ 2147483647 w 1050"/>
                  <a:gd name="T41" fmla="*/ 2147483647 h 1056"/>
                  <a:gd name="T42" fmla="*/ 2147483647 w 1050"/>
                  <a:gd name="T43" fmla="*/ 2147483647 h 1056"/>
                  <a:gd name="T44" fmla="*/ 0 w 1050"/>
                  <a:gd name="T45" fmla="*/ 2147483647 h 1056"/>
                  <a:gd name="T46" fmla="*/ 2147483647 w 1050"/>
                  <a:gd name="T47" fmla="*/ 2147483647 h 1056"/>
                  <a:gd name="T48" fmla="*/ 2147483647 w 1050"/>
                  <a:gd name="T49" fmla="*/ 2147483647 h 1056"/>
                  <a:gd name="T50" fmla="*/ 2147483647 w 1050"/>
                  <a:gd name="T51" fmla="*/ 2147483647 h 1056"/>
                  <a:gd name="T52" fmla="*/ 2147483647 w 1050"/>
                  <a:gd name="T53" fmla="*/ 2147483647 h 1056"/>
                  <a:gd name="T54" fmla="*/ 2147483647 w 1050"/>
                  <a:gd name="T55" fmla="*/ 2147483647 h 1056"/>
                  <a:gd name="T56" fmla="*/ 2147483647 w 1050"/>
                  <a:gd name="T57" fmla="*/ 2147483647 h 1056"/>
                  <a:gd name="T58" fmla="*/ 2147483647 w 1050"/>
                  <a:gd name="T59" fmla="*/ 2147483647 h 1056"/>
                  <a:gd name="T60" fmla="*/ 2147483647 w 1050"/>
                  <a:gd name="T61" fmla="*/ 2147483647 h 1056"/>
                  <a:gd name="T62" fmla="*/ 2147483647 w 1050"/>
                  <a:gd name="T63" fmla="*/ 2147483647 h 1056"/>
                  <a:gd name="T64" fmla="*/ 2147483647 w 1050"/>
                  <a:gd name="T65" fmla="*/ 2147483647 h 1056"/>
                  <a:gd name="T66" fmla="*/ 2147483647 w 1050"/>
                  <a:gd name="T67" fmla="*/ 2147483647 h 1056"/>
                  <a:gd name="T68" fmla="*/ 2147483647 w 1050"/>
                  <a:gd name="T69" fmla="*/ 2147483647 h 1056"/>
                  <a:gd name="T70" fmla="*/ 2147483647 w 1050"/>
                  <a:gd name="T71" fmla="*/ 2147483647 h 1056"/>
                  <a:gd name="T72" fmla="*/ 2147483647 w 1050"/>
                  <a:gd name="T73" fmla="*/ 2147483647 h 1056"/>
                  <a:gd name="T74" fmla="*/ 2147483647 w 1050"/>
                  <a:gd name="T75" fmla="*/ 2147483647 h 1056"/>
                  <a:gd name="T76" fmla="*/ 2147483647 w 1050"/>
                  <a:gd name="T77" fmla="*/ 2147483647 h 1056"/>
                  <a:gd name="T78" fmla="*/ 2147483647 w 1050"/>
                  <a:gd name="T79" fmla="*/ 2147483647 h 1056"/>
                  <a:gd name="T80" fmla="*/ 2147483647 w 1050"/>
                  <a:gd name="T81" fmla="*/ 2147483647 h 1056"/>
                  <a:gd name="T82" fmla="*/ 2147483647 w 1050"/>
                  <a:gd name="T83" fmla="*/ 2147483647 h 1056"/>
                  <a:gd name="T84" fmla="*/ 2147483647 w 1050"/>
                  <a:gd name="T85" fmla="*/ 2147483647 h 1056"/>
                  <a:gd name="T86" fmla="*/ 2147483647 w 1050"/>
                  <a:gd name="T87" fmla="*/ 2147483647 h 1056"/>
                  <a:gd name="T88" fmla="*/ 2147483647 w 1050"/>
                  <a:gd name="T89" fmla="*/ 2147483647 h 1056"/>
                  <a:gd name="T90" fmla="*/ 2147483647 w 1050"/>
                  <a:gd name="T91" fmla="*/ 2147483647 h 1056"/>
                  <a:gd name="T92" fmla="*/ 2147483647 w 1050"/>
                  <a:gd name="T93" fmla="*/ 2147483647 h 1056"/>
                  <a:gd name="T94" fmla="*/ 2147483647 w 1050"/>
                  <a:gd name="T95" fmla="*/ 2147483647 h 1056"/>
                  <a:gd name="T96" fmla="*/ 2147483647 w 1050"/>
                  <a:gd name="T97" fmla="*/ 2147483647 h 1056"/>
                  <a:gd name="T98" fmla="*/ 2147483647 w 1050"/>
                  <a:gd name="T99" fmla="*/ 2147483647 h 1056"/>
                  <a:gd name="T100" fmla="*/ 2147483647 w 1050"/>
                  <a:gd name="T101" fmla="*/ 2147483647 h 1056"/>
                  <a:gd name="T102" fmla="*/ 2147483647 w 1050"/>
                  <a:gd name="T103" fmla="*/ 2147483647 h 1056"/>
                  <a:gd name="T104" fmla="*/ 2147483647 w 1050"/>
                  <a:gd name="T105" fmla="*/ 2147483647 h 1056"/>
                  <a:gd name="T106" fmla="*/ 2147483647 w 1050"/>
                  <a:gd name="T107" fmla="*/ 2147483647 h 1056"/>
                  <a:gd name="T108" fmla="*/ 2147483647 w 1050"/>
                  <a:gd name="T109" fmla="*/ 2147483647 h 1056"/>
                  <a:gd name="T110" fmla="*/ 2147483647 w 1050"/>
                  <a:gd name="T111" fmla="*/ 2147483647 h 1056"/>
                  <a:gd name="T112" fmla="*/ 2147483647 w 1050"/>
                  <a:gd name="T113" fmla="*/ 2147483647 h 1056"/>
                  <a:gd name="T114" fmla="*/ 2147483647 w 1050"/>
                  <a:gd name="T115" fmla="*/ 2147483647 h 1056"/>
                  <a:gd name="T116" fmla="*/ 2147483647 w 1050"/>
                  <a:gd name="T117" fmla="*/ 2147483647 h 1056"/>
                  <a:gd name="T118" fmla="*/ 2147483647 w 1050"/>
                  <a:gd name="T119" fmla="*/ 2147483647 h 1056"/>
                  <a:gd name="T120" fmla="*/ 2147483647 w 1050"/>
                  <a:gd name="T121" fmla="*/ 2147483647 h 1056"/>
                  <a:gd name="T122" fmla="*/ 2147483647 w 1050"/>
                  <a:gd name="T123" fmla="*/ 2147483647 h 10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50"/>
                  <a:gd name="T187" fmla="*/ 0 h 1056"/>
                  <a:gd name="T188" fmla="*/ 1050 w 1050"/>
                  <a:gd name="T189" fmla="*/ 1056 h 10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50" h="1056">
                    <a:moveTo>
                      <a:pt x="1008" y="120"/>
                    </a:moveTo>
                    <a:lnTo>
                      <a:pt x="996" y="120"/>
                    </a:lnTo>
                    <a:lnTo>
                      <a:pt x="984" y="114"/>
                    </a:lnTo>
                    <a:lnTo>
                      <a:pt x="978" y="102"/>
                    </a:lnTo>
                    <a:lnTo>
                      <a:pt x="972" y="96"/>
                    </a:lnTo>
                    <a:lnTo>
                      <a:pt x="972" y="90"/>
                    </a:lnTo>
                    <a:lnTo>
                      <a:pt x="960" y="96"/>
                    </a:lnTo>
                    <a:lnTo>
                      <a:pt x="924" y="84"/>
                    </a:lnTo>
                    <a:lnTo>
                      <a:pt x="924" y="60"/>
                    </a:lnTo>
                    <a:lnTo>
                      <a:pt x="912" y="36"/>
                    </a:lnTo>
                    <a:lnTo>
                      <a:pt x="900" y="24"/>
                    </a:lnTo>
                    <a:lnTo>
                      <a:pt x="888" y="18"/>
                    </a:lnTo>
                    <a:lnTo>
                      <a:pt x="876" y="18"/>
                    </a:lnTo>
                    <a:lnTo>
                      <a:pt x="870" y="6"/>
                    </a:lnTo>
                    <a:lnTo>
                      <a:pt x="822" y="6"/>
                    </a:lnTo>
                    <a:lnTo>
                      <a:pt x="810" y="0"/>
                    </a:lnTo>
                    <a:lnTo>
                      <a:pt x="804" y="6"/>
                    </a:lnTo>
                    <a:lnTo>
                      <a:pt x="792" y="6"/>
                    </a:lnTo>
                    <a:lnTo>
                      <a:pt x="786" y="12"/>
                    </a:lnTo>
                    <a:lnTo>
                      <a:pt x="774" y="12"/>
                    </a:lnTo>
                    <a:lnTo>
                      <a:pt x="762" y="6"/>
                    </a:lnTo>
                    <a:lnTo>
                      <a:pt x="738" y="6"/>
                    </a:lnTo>
                    <a:lnTo>
                      <a:pt x="732" y="12"/>
                    </a:lnTo>
                    <a:lnTo>
                      <a:pt x="690" y="12"/>
                    </a:lnTo>
                    <a:lnTo>
                      <a:pt x="684" y="18"/>
                    </a:lnTo>
                    <a:lnTo>
                      <a:pt x="678" y="18"/>
                    </a:lnTo>
                    <a:lnTo>
                      <a:pt x="654" y="30"/>
                    </a:lnTo>
                    <a:lnTo>
                      <a:pt x="648" y="36"/>
                    </a:lnTo>
                    <a:lnTo>
                      <a:pt x="624" y="48"/>
                    </a:lnTo>
                    <a:lnTo>
                      <a:pt x="618" y="54"/>
                    </a:lnTo>
                    <a:lnTo>
                      <a:pt x="612" y="66"/>
                    </a:lnTo>
                    <a:lnTo>
                      <a:pt x="606" y="72"/>
                    </a:lnTo>
                    <a:lnTo>
                      <a:pt x="606" y="78"/>
                    </a:lnTo>
                    <a:lnTo>
                      <a:pt x="636" y="108"/>
                    </a:lnTo>
                    <a:lnTo>
                      <a:pt x="636" y="138"/>
                    </a:lnTo>
                    <a:lnTo>
                      <a:pt x="642" y="144"/>
                    </a:lnTo>
                    <a:lnTo>
                      <a:pt x="648" y="156"/>
                    </a:lnTo>
                    <a:lnTo>
                      <a:pt x="648" y="162"/>
                    </a:lnTo>
                    <a:lnTo>
                      <a:pt x="624" y="186"/>
                    </a:lnTo>
                    <a:lnTo>
                      <a:pt x="618" y="198"/>
                    </a:lnTo>
                    <a:lnTo>
                      <a:pt x="618" y="210"/>
                    </a:lnTo>
                    <a:lnTo>
                      <a:pt x="624" y="216"/>
                    </a:lnTo>
                    <a:lnTo>
                      <a:pt x="624" y="246"/>
                    </a:lnTo>
                    <a:lnTo>
                      <a:pt x="606" y="246"/>
                    </a:lnTo>
                    <a:lnTo>
                      <a:pt x="600" y="252"/>
                    </a:lnTo>
                    <a:lnTo>
                      <a:pt x="594" y="252"/>
                    </a:lnTo>
                    <a:lnTo>
                      <a:pt x="576" y="246"/>
                    </a:lnTo>
                    <a:lnTo>
                      <a:pt x="570" y="240"/>
                    </a:lnTo>
                    <a:lnTo>
                      <a:pt x="552" y="240"/>
                    </a:lnTo>
                    <a:lnTo>
                      <a:pt x="552" y="252"/>
                    </a:lnTo>
                    <a:lnTo>
                      <a:pt x="564" y="264"/>
                    </a:lnTo>
                    <a:lnTo>
                      <a:pt x="576" y="270"/>
                    </a:lnTo>
                    <a:lnTo>
                      <a:pt x="576" y="276"/>
                    </a:lnTo>
                    <a:lnTo>
                      <a:pt x="582" y="282"/>
                    </a:lnTo>
                    <a:lnTo>
                      <a:pt x="582" y="288"/>
                    </a:lnTo>
                    <a:lnTo>
                      <a:pt x="594" y="294"/>
                    </a:lnTo>
                    <a:lnTo>
                      <a:pt x="600" y="294"/>
                    </a:lnTo>
                    <a:lnTo>
                      <a:pt x="570" y="312"/>
                    </a:lnTo>
                    <a:lnTo>
                      <a:pt x="552" y="312"/>
                    </a:lnTo>
                    <a:lnTo>
                      <a:pt x="546" y="318"/>
                    </a:lnTo>
                    <a:lnTo>
                      <a:pt x="546" y="354"/>
                    </a:lnTo>
                    <a:lnTo>
                      <a:pt x="540" y="354"/>
                    </a:lnTo>
                    <a:lnTo>
                      <a:pt x="534" y="360"/>
                    </a:lnTo>
                    <a:lnTo>
                      <a:pt x="534" y="378"/>
                    </a:lnTo>
                    <a:lnTo>
                      <a:pt x="540" y="390"/>
                    </a:lnTo>
                    <a:lnTo>
                      <a:pt x="540" y="402"/>
                    </a:lnTo>
                    <a:lnTo>
                      <a:pt x="546" y="408"/>
                    </a:lnTo>
                    <a:lnTo>
                      <a:pt x="546" y="414"/>
                    </a:lnTo>
                    <a:lnTo>
                      <a:pt x="540" y="420"/>
                    </a:lnTo>
                    <a:lnTo>
                      <a:pt x="534" y="432"/>
                    </a:lnTo>
                    <a:lnTo>
                      <a:pt x="522" y="438"/>
                    </a:lnTo>
                    <a:lnTo>
                      <a:pt x="510" y="438"/>
                    </a:lnTo>
                    <a:lnTo>
                      <a:pt x="504" y="432"/>
                    </a:lnTo>
                    <a:lnTo>
                      <a:pt x="504" y="420"/>
                    </a:lnTo>
                    <a:lnTo>
                      <a:pt x="474" y="420"/>
                    </a:lnTo>
                    <a:lnTo>
                      <a:pt x="462" y="426"/>
                    </a:lnTo>
                    <a:lnTo>
                      <a:pt x="456" y="432"/>
                    </a:lnTo>
                    <a:lnTo>
                      <a:pt x="444" y="438"/>
                    </a:lnTo>
                    <a:lnTo>
                      <a:pt x="438" y="438"/>
                    </a:lnTo>
                    <a:lnTo>
                      <a:pt x="432" y="444"/>
                    </a:lnTo>
                    <a:lnTo>
                      <a:pt x="432" y="450"/>
                    </a:lnTo>
                    <a:lnTo>
                      <a:pt x="438" y="450"/>
                    </a:lnTo>
                    <a:lnTo>
                      <a:pt x="444" y="456"/>
                    </a:lnTo>
                    <a:lnTo>
                      <a:pt x="444" y="462"/>
                    </a:lnTo>
                    <a:lnTo>
                      <a:pt x="438" y="468"/>
                    </a:lnTo>
                    <a:lnTo>
                      <a:pt x="396" y="468"/>
                    </a:lnTo>
                    <a:lnTo>
                      <a:pt x="396" y="456"/>
                    </a:lnTo>
                    <a:lnTo>
                      <a:pt x="378" y="456"/>
                    </a:lnTo>
                    <a:lnTo>
                      <a:pt x="372" y="468"/>
                    </a:lnTo>
                    <a:lnTo>
                      <a:pt x="360" y="474"/>
                    </a:lnTo>
                    <a:lnTo>
                      <a:pt x="354" y="486"/>
                    </a:lnTo>
                    <a:lnTo>
                      <a:pt x="354" y="504"/>
                    </a:lnTo>
                    <a:lnTo>
                      <a:pt x="360" y="516"/>
                    </a:lnTo>
                    <a:lnTo>
                      <a:pt x="360" y="534"/>
                    </a:lnTo>
                    <a:lnTo>
                      <a:pt x="366" y="540"/>
                    </a:lnTo>
                    <a:lnTo>
                      <a:pt x="366" y="570"/>
                    </a:lnTo>
                    <a:lnTo>
                      <a:pt x="360" y="576"/>
                    </a:lnTo>
                    <a:lnTo>
                      <a:pt x="354" y="576"/>
                    </a:lnTo>
                    <a:lnTo>
                      <a:pt x="306" y="600"/>
                    </a:lnTo>
                    <a:lnTo>
                      <a:pt x="276" y="600"/>
                    </a:lnTo>
                    <a:lnTo>
                      <a:pt x="258" y="606"/>
                    </a:lnTo>
                    <a:lnTo>
                      <a:pt x="234" y="606"/>
                    </a:lnTo>
                    <a:lnTo>
                      <a:pt x="228" y="612"/>
                    </a:lnTo>
                    <a:lnTo>
                      <a:pt x="204" y="612"/>
                    </a:lnTo>
                    <a:lnTo>
                      <a:pt x="204" y="606"/>
                    </a:lnTo>
                    <a:lnTo>
                      <a:pt x="150" y="606"/>
                    </a:lnTo>
                    <a:lnTo>
                      <a:pt x="144" y="612"/>
                    </a:lnTo>
                    <a:lnTo>
                      <a:pt x="138" y="612"/>
                    </a:lnTo>
                    <a:lnTo>
                      <a:pt x="120" y="618"/>
                    </a:lnTo>
                    <a:lnTo>
                      <a:pt x="102" y="618"/>
                    </a:lnTo>
                    <a:lnTo>
                      <a:pt x="78" y="606"/>
                    </a:lnTo>
                    <a:lnTo>
                      <a:pt x="60" y="600"/>
                    </a:lnTo>
                    <a:lnTo>
                      <a:pt x="42" y="588"/>
                    </a:lnTo>
                    <a:lnTo>
                      <a:pt x="30" y="582"/>
                    </a:lnTo>
                    <a:lnTo>
                      <a:pt x="0" y="582"/>
                    </a:lnTo>
                    <a:lnTo>
                      <a:pt x="24" y="606"/>
                    </a:lnTo>
                    <a:lnTo>
                      <a:pt x="30" y="618"/>
                    </a:lnTo>
                    <a:lnTo>
                      <a:pt x="36" y="624"/>
                    </a:lnTo>
                    <a:lnTo>
                      <a:pt x="48" y="642"/>
                    </a:lnTo>
                    <a:lnTo>
                      <a:pt x="60" y="654"/>
                    </a:lnTo>
                    <a:lnTo>
                      <a:pt x="66" y="672"/>
                    </a:lnTo>
                    <a:lnTo>
                      <a:pt x="78" y="690"/>
                    </a:lnTo>
                    <a:lnTo>
                      <a:pt x="84" y="696"/>
                    </a:lnTo>
                    <a:lnTo>
                      <a:pt x="102" y="696"/>
                    </a:lnTo>
                    <a:lnTo>
                      <a:pt x="114" y="690"/>
                    </a:lnTo>
                    <a:lnTo>
                      <a:pt x="126" y="708"/>
                    </a:lnTo>
                    <a:lnTo>
                      <a:pt x="150" y="708"/>
                    </a:lnTo>
                    <a:lnTo>
                      <a:pt x="144" y="738"/>
                    </a:lnTo>
                    <a:lnTo>
                      <a:pt x="150" y="738"/>
                    </a:lnTo>
                    <a:lnTo>
                      <a:pt x="150" y="762"/>
                    </a:lnTo>
                    <a:lnTo>
                      <a:pt x="156" y="774"/>
                    </a:lnTo>
                    <a:lnTo>
                      <a:pt x="156" y="786"/>
                    </a:lnTo>
                    <a:lnTo>
                      <a:pt x="174" y="786"/>
                    </a:lnTo>
                    <a:lnTo>
                      <a:pt x="180" y="792"/>
                    </a:lnTo>
                    <a:lnTo>
                      <a:pt x="186" y="804"/>
                    </a:lnTo>
                    <a:lnTo>
                      <a:pt x="192" y="822"/>
                    </a:lnTo>
                    <a:lnTo>
                      <a:pt x="192" y="834"/>
                    </a:lnTo>
                    <a:lnTo>
                      <a:pt x="186" y="840"/>
                    </a:lnTo>
                    <a:lnTo>
                      <a:pt x="180" y="840"/>
                    </a:lnTo>
                    <a:lnTo>
                      <a:pt x="180" y="834"/>
                    </a:lnTo>
                    <a:lnTo>
                      <a:pt x="150" y="834"/>
                    </a:lnTo>
                    <a:lnTo>
                      <a:pt x="138" y="840"/>
                    </a:lnTo>
                    <a:lnTo>
                      <a:pt x="132" y="846"/>
                    </a:lnTo>
                    <a:lnTo>
                      <a:pt x="132" y="852"/>
                    </a:lnTo>
                    <a:lnTo>
                      <a:pt x="126" y="852"/>
                    </a:lnTo>
                    <a:lnTo>
                      <a:pt x="126" y="858"/>
                    </a:lnTo>
                    <a:lnTo>
                      <a:pt x="120" y="864"/>
                    </a:lnTo>
                    <a:lnTo>
                      <a:pt x="108" y="864"/>
                    </a:lnTo>
                    <a:lnTo>
                      <a:pt x="102" y="882"/>
                    </a:lnTo>
                    <a:lnTo>
                      <a:pt x="96" y="888"/>
                    </a:lnTo>
                    <a:lnTo>
                      <a:pt x="96" y="894"/>
                    </a:lnTo>
                    <a:lnTo>
                      <a:pt x="84" y="906"/>
                    </a:lnTo>
                    <a:lnTo>
                      <a:pt x="84" y="936"/>
                    </a:lnTo>
                    <a:lnTo>
                      <a:pt x="90" y="948"/>
                    </a:lnTo>
                    <a:lnTo>
                      <a:pt x="90" y="954"/>
                    </a:lnTo>
                    <a:lnTo>
                      <a:pt x="96" y="948"/>
                    </a:lnTo>
                    <a:lnTo>
                      <a:pt x="108" y="948"/>
                    </a:lnTo>
                    <a:lnTo>
                      <a:pt x="114" y="942"/>
                    </a:lnTo>
                    <a:lnTo>
                      <a:pt x="120" y="942"/>
                    </a:lnTo>
                    <a:lnTo>
                      <a:pt x="126" y="948"/>
                    </a:lnTo>
                    <a:lnTo>
                      <a:pt x="138" y="948"/>
                    </a:lnTo>
                    <a:lnTo>
                      <a:pt x="150" y="954"/>
                    </a:lnTo>
                    <a:lnTo>
                      <a:pt x="174" y="954"/>
                    </a:lnTo>
                    <a:lnTo>
                      <a:pt x="210" y="936"/>
                    </a:lnTo>
                    <a:lnTo>
                      <a:pt x="216" y="930"/>
                    </a:lnTo>
                    <a:lnTo>
                      <a:pt x="222" y="930"/>
                    </a:lnTo>
                    <a:lnTo>
                      <a:pt x="234" y="936"/>
                    </a:lnTo>
                    <a:lnTo>
                      <a:pt x="276" y="936"/>
                    </a:lnTo>
                    <a:lnTo>
                      <a:pt x="288" y="930"/>
                    </a:lnTo>
                    <a:lnTo>
                      <a:pt x="300" y="930"/>
                    </a:lnTo>
                    <a:lnTo>
                      <a:pt x="306" y="924"/>
                    </a:lnTo>
                    <a:lnTo>
                      <a:pt x="312" y="924"/>
                    </a:lnTo>
                    <a:lnTo>
                      <a:pt x="348" y="930"/>
                    </a:lnTo>
                    <a:lnTo>
                      <a:pt x="354" y="924"/>
                    </a:lnTo>
                    <a:lnTo>
                      <a:pt x="366" y="918"/>
                    </a:lnTo>
                    <a:lnTo>
                      <a:pt x="372" y="912"/>
                    </a:lnTo>
                    <a:lnTo>
                      <a:pt x="384" y="912"/>
                    </a:lnTo>
                    <a:lnTo>
                      <a:pt x="396" y="918"/>
                    </a:lnTo>
                    <a:lnTo>
                      <a:pt x="408" y="930"/>
                    </a:lnTo>
                    <a:lnTo>
                      <a:pt x="432" y="978"/>
                    </a:lnTo>
                    <a:lnTo>
                      <a:pt x="444" y="984"/>
                    </a:lnTo>
                    <a:lnTo>
                      <a:pt x="450" y="990"/>
                    </a:lnTo>
                    <a:lnTo>
                      <a:pt x="468" y="996"/>
                    </a:lnTo>
                    <a:lnTo>
                      <a:pt x="486" y="996"/>
                    </a:lnTo>
                    <a:lnTo>
                      <a:pt x="522" y="1008"/>
                    </a:lnTo>
                    <a:lnTo>
                      <a:pt x="540" y="1044"/>
                    </a:lnTo>
                    <a:lnTo>
                      <a:pt x="552" y="1056"/>
                    </a:lnTo>
                    <a:lnTo>
                      <a:pt x="570" y="1056"/>
                    </a:lnTo>
                    <a:lnTo>
                      <a:pt x="588" y="1050"/>
                    </a:lnTo>
                    <a:lnTo>
                      <a:pt x="582" y="1044"/>
                    </a:lnTo>
                    <a:lnTo>
                      <a:pt x="582" y="1032"/>
                    </a:lnTo>
                    <a:lnTo>
                      <a:pt x="594" y="1020"/>
                    </a:lnTo>
                    <a:lnTo>
                      <a:pt x="606" y="1020"/>
                    </a:lnTo>
                    <a:lnTo>
                      <a:pt x="618" y="1026"/>
                    </a:lnTo>
                    <a:lnTo>
                      <a:pt x="624" y="1032"/>
                    </a:lnTo>
                    <a:lnTo>
                      <a:pt x="648" y="1020"/>
                    </a:lnTo>
                    <a:lnTo>
                      <a:pt x="648" y="1026"/>
                    </a:lnTo>
                    <a:lnTo>
                      <a:pt x="654" y="1032"/>
                    </a:lnTo>
                    <a:lnTo>
                      <a:pt x="678" y="1032"/>
                    </a:lnTo>
                    <a:lnTo>
                      <a:pt x="690" y="1020"/>
                    </a:lnTo>
                    <a:lnTo>
                      <a:pt x="702" y="1014"/>
                    </a:lnTo>
                    <a:lnTo>
                      <a:pt x="708" y="1014"/>
                    </a:lnTo>
                    <a:lnTo>
                      <a:pt x="708" y="1026"/>
                    </a:lnTo>
                    <a:lnTo>
                      <a:pt x="714" y="1032"/>
                    </a:lnTo>
                    <a:lnTo>
                      <a:pt x="732" y="1032"/>
                    </a:lnTo>
                    <a:lnTo>
                      <a:pt x="738" y="1026"/>
                    </a:lnTo>
                    <a:lnTo>
                      <a:pt x="750" y="1020"/>
                    </a:lnTo>
                    <a:lnTo>
                      <a:pt x="750" y="996"/>
                    </a:lnTo>
                    <a:lnTo>
                      <a:pt x="744" y="990"/>
                    </a:lnTo>
                    <a:lnTo>
                      <a:pt x="738" y="978"/>
                    </a:lnTo>
                    <a:lnTo>
                      <a:pt x="714" y="936"/>
                    </a:lnTo>
                    <a:lnTo>
                      <a:pt x="714" y="912"/>
                    </a:lnTo>
                    <a:lnTo>
                      <a:pt x="690" y="912"/>
                    </a:lnTo>
                    <a:lnTo>
                      <a:pt x="678" y="900"/>
                    </a:lnTo>
                    <a:lnTo>
                      <a:pt x="672" y="888"/>
                    </a:lnTo>
                    <a:lnTo>
                      <a:pt x="666" y="882"/>
                    </a:lnTo>
                    <a:lnTo>
                      <a:pt x="672" y="852"/>
                    </a:lnTo>
                    <a:lnTo>
                      <a:pt x="672" y="834"/>
                    </a:lnTo>
                    <a:lnTo>
                      <a:pt x="642" y="840"/>
                    </a:lnTo>
                    <a:lnTo>
                      <a:pt x="636" y="840"/>
                    </a:lnTo>
                    <a:lnTo>
                      <a:pt x="624" y="834"/>
                    </a:lnTo>
                    <a:lnTo>
                      <a:pt x="618" y="828"/>
                    </a:lnTo>
                    <a:lnTo>
                      <a:pt x="618" y="804"/>
                    </a:lnTo>
                    <a:lnTo>
                      <a:pt x="624" y="792"/>
                    </a:lnTo>
                    <a:lnTo>
                      <a:pt x="636" y="780"/>
                    </a:lnTo>
                    <a:lnTo>
                      <a:pt x="642" y="768"/>
                    </a:lnTo>
                    <a:lnTo>
                      <a:pt x="648" y="762"/>
                    </a:lnTo>
                    <a:lnTo>
                      <a:pt x="654" y="750"/>
                    </a:lnTo>
                    <a:lnTo>
                      <a:pt x="654" y="744"/>
                    </a:lnTo>
                    <a:lnTo>
                      <a:pt x="666" y="732"/>
                    </a:lnTo>
                    <a:lnTo>
                      <a:pt x="678" y="726"/>
                    </a:lnTo>
                    <a:lnTo>
                      <a:pt x="684" y="726"/>
                    </a:lnTo>
                    <a:lnTo>
                      <a:pt x="690" y="732"/>
                    </a:lnTo>
                    <a:lnTo>
                      <a:pt x="690" y="744"/>
                    </a:lnTo>
                    <a:lnTo>
                      <a:pt x="696" y="750"/>
                    </a:lnTo>
                    <a:lnTo>
                      <a:pt x="702" y="750"/>
                    </a:lnTo>
                    <a:lnTo>
                      <a:pt x="726" y="738"/>
                    </a:lnTo>
                    <a:lnTo>
                      <a:pt x="732" y="732"/>
                    </a:lnTo>
                    <a:lnTo>
                      <a:pt x="738" y="738"/>
                    </a:lnTo>
                    <a:lnTo>
                      <a:pt x="756" y="738"/>
                    </a:lnTo>
                    <a:lnTo>
                      <a:pt x="762" y="732"/>
                    </a:lnTo>
                    <a:lnTo>
                      <a:pt x="768" y="720"/>
                    </a:lnTo>
                    <a:lnTo>
                      <a:pt x="774" y="714"/>
                    </a:lnTo>
                    <a:lnTo>
                      <a:pt x="774" y="708"/>
                    </a:lnTo>
                    <a:lnTo>
                      <a:pt x="792" y="696"/>
                    </a:lnTo>
                    <a:lnTo>
                      <a:pt x="792" y="678"/>
                    </a:lnTo>
                    <a:lnTo>
                      <a:pt x="798" y="672"/>
                    </a:lnTo>
                    <a:lnTo>
                      <a:pt x="798" y="666"/>
                    </a:lnTo>
                    <a:lnTo>
                      <a:pt x="804" y="660"/>
                    </a:lnTo>
                    <a:lnTo>
                      <a:pt x="828" y="648"/>
                    </a:lnTo>
                    <a:lnTo>
                      <a:pt x="840" y="636"/>
                    </a:lnTo>
                    <a:lnTo>
                      <a:pt x="846" y="618"/>
                    </a:lnTo>
                    <a:lnTo>
                      <a:pt x="846" y="606"/>
                    </a:lnTo>
                    <a:lnTo>
                      <a:pt x="852" y="588"/>
                    </a:lnTo>
                    <a:lnTo>
                      <a:pt x="852" y="576"/>
                    </a:lnTo>
                    <a:lnTo>
                      <a:pt x="858" y="570"/>
                    </a:lnTo>
                    <a:lnTo>
                      <a:pt x="870" y="564"/>
                    </a:lnTo>
                    <a:lnTo>
                      <a:pt x="876" y="558"/>
                    </a:lnTo>
                    <a:lnTo>
                      <a:pt x="888" y="558"/>
                    </a:lnTo>
                    <a:lnTo>
                      <a:pt x="870" y="534"/>
                    </a:lnTo>
                    <a:lnTo>
                      <a:pt x="894" y="498"/>
                    </a:lnTo>
                    <a:lnTo>
                      <a:pt x="924" y="480"/>
                    </a:lnTo>
                    <a:lnTo>
                      <a:pt x="924" y="474"/>
                    </a:lnTo>
                    <a:lnTo>
                      <a:pt x="912" y="462"/>
                    </a:lnTo>
                    <a:lnTo>
                      <a:pt x="906" y="450"/>
                    </a:lnTo>
                    <a:lnTo>
                      <a:pt x="906" y="414"/>
                    </a:lnTo>
                    <a:lnTo>
                      <a:pt x="912" y="408"/>
                    </a:lnTo>
                    <a:lnTo>
                      <a:pt x="924" y="408"/>
                    </a:lnTo>
                    <a:lnTo>
                      <a:pt x="948" y="396"/>
                    </a:lnTo>
                    <a:lnTo>
                      <a:pt x="954" y="390"/>
                    </a:lnTo>
                    <a:lnTo>
                      <a:pt x="954" y="384"/>
                    </a:lnTo>
                    <a:lnTo>
                      <a:pt x="948" y="378"/>
                    </a:lnTo>
                    <a:lnTo>
                      <a:pt x="936" y="372"/>
                    </a:lnTo>
                    <a:lnTo>
                      <a:pt x="900" y="372"/>
                    </a:lnTo>
                    <a:lnTo>
                      <a:pt x="894" y="336"/>
                    </a:lnTo>
                    <a:lnTo>
                      <a:pt x="876" y="336"/>
                    </a:lnTo>
                    <a:lnTo>
                      <a:pt x="864" y="318"/>
                    </a:lnTo>
                    <a:lnTo>
                      <a:pt x="846" y="318"/>
                    </a:lnTo>
                    <a:lnTo>
                      <a:pt x="846" y="306"/>
                    </a:lnTo>
                    <a:lnTo>
                      <a:pt x="852" y="294"/>
                    </a:lnTo>
                    <a:lnTo>
                      <a:pt x="852" y="288"/>
                    </a:lnTo>
                    <a:lnTo>
                      <a:pt x="846" y="288"/>
                    </a:lnTo>
                    <a:lnTo>
                      <a:pt x="834" y="276"/>
                    </a:lnTo>
                    <a:lnTo>
                      <a:pt x="834" y="270"/>
                    </a:lnTo>
                    <a:lnTo>
                      <a:pt x="840" y="264"/>
                    </a:lnTo>
                    <a:lnTo>
                      <a:pt x="846" y="252"/>
                    </a:lnTo>
                    <a:lnTo>
                      <a:pt x="852" y="246"/>
                    </a:lnTo>
                    <a:lnTo>
                      <a:pt x="822" y="240"/>
                    </a:lnTo>
                    <a:lnTo>
                      <a:pt x="828" y="228"/>
                    </a:lnTo>
                    <a:lnTo>
                      <a:pt x="804" y="210"/>
                    </a:lnTo>
                    <a:lnTo>
                      <a:pt x="804" y="204"/>
                    </a:lnTo>
                    <a:lnTo>
                      <a:pt x="810" y="192"/>
                    </a:lnTo>
                    <a:lnTo>
                      <a:pt x="834" y="180"/>
                    </a:lnTo>
                    <a:lnTo>
                      <a:pt x="876" y="180"/>
                    </a:lnTo>
                    <a:lnTo>
                      <a:pt x="894" y="186"/>
                    </a:lnTo>
                    <a:lnTo>
                      <a:pt x="912" y="186"/>
                    </a:lnTo>
                    <a:lnTo>
                      <a:pt x="918" y="192"/>
                    </a:lnTo>
                    <a:lnTo>
                      <a:pt x="918" y="204"/>
                    </a:lnTo>
                    <a:lnTo>
                      <a:pt x="930" y="204"/>
                    </a:lnTo>
                    <a:lnTo>
                      <a:pt x="942" y="198"/>
                    </a:lnTo>
                    <a:lnTo>
                      <a:pt x="948" y="192"/>
                    </a:lnTo>
                    <a:lnTo>
                      <a:pt x="960" y="186"/>
                    </a:lnTo>
                    <a:lnTo>
                      <a:pt x="966" y="180"/>
                    </a:lnTo>
                    <a:lnTo>
                      <a:pt x="972" y="186"/>
                    </a:lnTo>
                    <a:lnTo>
                      <a:pt x="978" y="180"/>
                    </a:lnTo>
                    <a:lnTo>
                      <a:pt x="1002" y="180"/>
                    </a:lnTo>
                    <a:lnTo>
                      <a:pt x="1002" y="162"/>
                    </a:lnTo>
                    <a:lnTo>
                      <a:pt x="1026" y="156"/>
                    </a:lnTo>
                    <a:lnTo>
                      <a:pt x="1050" y="120"/>
                    </a:lnTo>
                    <a:lnTo>
                      <a:pt x="1008"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1" name="Oman" descr="© INSCALE GmbH, 05.05.2010&#10;http://www.presentationload.com/">
                <a:extLst>
                  <a:ext uri="{FF2B5EF4-FFF2-40B4-BE49-F238E27FC236}">
                    <a16:creationId xmlns:a16="http://schemas.microsoft.com/office/drawing/2014/main" id="{17FC0F0E-2AFF-A042-B53D-202DDA92808F}"/>
                  </a:ext>
                </a:extLst>
              </p:cNvPr>
              <p:cNvSpPr>
                <a:spLocks/>
              </p:cNvSpPr>
              <p:nvPr/>
            </p:nvSpPr>
            <p:spPr bwMode="gray">
              <a:xfrm>
                <a:off x="7261339" y="3293585"/>
                <a:ext cx="226823" cy="282705"/>
              </a:xfrm>
              <a:custGeom>
                <a:avLst/>
                <a:gdLst>
                  <a:gd name="T0" fmla="*/ 2147483647 w 540"/>
                  <a:gd name="T1" fmla="*/ 2147483647 h 672"/>
                  <a:gd name="T2" fmla="*/ 2147483647 w 540"/>
                  <a:gd name="T3" fmla="*/ 2147483647 h 672"/>
                  <a:gd name="T4" fmla="*/ 2147483647 w 540"/>
                  <a:gd name="T5" fmla="*/ 2147483647 h 672"/>
                  <a:gd name="T6" fmla="*/ 2147483647 w 540"/>
                  <a:gd name="T7" fmla="*/ 2147483647 h 672"/>
                  <a:gd name="T8" fmla="*/ 2147483647 w 540"/>
                  <a:gd name="T9" fmla="*/ 2147483647 h 672"/>
                  <a:gd name="T10" fmla="*/ 2147483647 w 540"/>
                  <a:gd name="T11" fmla="*/ 2147483647 h 672"/>
                  <a:gd name="T12" fmla="*/ 2147483647 w 540"/>
                  <a:gd name="T13" fmla="*/ 2147483647 h 672"/>
                  <a:gd name="T14" fmla="*/ 2147483647 w 540"/>
                  <a:gd name="T15" fmla="*/ 2147483647 h 672"/>
                  <a:gd name="T16" fmla="*/ 2147483647 w 540"/>
                  <a:gd name="T17" fmla="*/ 2147483647 h 672"/>
                  <a:gd name="T18" fmla="*/ 2147483647 w 540"/>
                  <a:gd name="T19" fmla="*/ 2147483647 h 672"/>
                  <a:gd name="T20" fmla="*/ 2147483647 w 540"/>
                  <a:gd name="T21" fmla="*/ 2147483647 h 672"/>
                  <a:gd name="T22" fmla="*/ 2147483647 w 540"/>
                  <a:gd name="T23" fmla="*/ 2147483647 h 672"/>
                  <a:gd name="T24" fmla="*/ 2147483647 w 540"/>
                  <a:gd name="T25" fmla="*/ 2147483647 h 672"/>
                  <a:gd name="T26" fmla="*/ 2147483647 w 540"/>
                  <a:gd name="T27" fmla="*/ 2147483647 h 672"/>
                  <a:gd name="T28" fmla="*/ 2147483647 w 540"/>
                  <a:gd name="T29" fmla="*/ 2147483647 h 672"/>
                  <a:gd name="T30" fmla="*/ 2147483647 w 540"/>
                  <a:gd name="T31" fmla="*/ 2147483647 h 672"/>
                  <a:gd name="T32" fmla="*/ 2147483647 w 540"/>
                  <a:gd name="T33" fmla="*/ 2147483647 h 672"/>
                  <a:gd name="T34" fmla="*/ 2147483647 w 540"/>
                  <a:gd name="T35" fmla="*/ 2147483647 h 672"/>
                  <a:gd name="T36" fmla="*/ 2147483647 w 540"/>
                  <a:gd name="T37" fmla="*/ 2147483647 h 672"/>
                  <a:gd name="T38" fmla="*/ 2147483647 w 540"/>
                  <a:gd name="T39" fmla="*/ 2147483647 h 672"/>
                  <a:gd name="T40" fmla="*/ 2147483647 w 540"/>
                  <a:gd name="T41" fmla="*/ 2147483647 h 672"/>
                  <a:gd name="T42" fmla="*/ 2147483647 w 540"/>
                  <a:gd name="T43" fmla="*/ 2147483647 h 672"/>
                  <a:gd name="T44" fmla="*/ 2147483647 w 540"/>
                  <a:gd name="T45" fmla="*/ 2147483647 h 672"/>
                  <a:gd name="T46" fmla="*/ 2147483647 w 540"/>
                  <a:gd name="T47" fmla="*/ 2147483647 h 672"/>
                  <a:gd name="T48" fmla="*/ 2147483647 w 540"/>
                  <a:gd name="T49" fmla="*/ 2147483647 h 672"/>
                  <a:gd name="T50" fmla="*/ 2147483647 w 540"/>
                  <a:gd name="T51" fmla="*/ 0 h 672"/>
                  <a:gd name="T52" fmla="*/ 2147483647 w 540"/>
                  <a:gd name="T53" fmla="*/ 2147483647 h 672"/>
                  <a:gd name="T54" fmla="*/ 2147483647 w 540"/>
                  <a:gd name="T55" fmla="*/ 2147483647 h 672"/>
                  <a:gd name="T56" fmla="*/ 2147483647 w 540"/>
                  <a:gd name="T57" fmla="*/ 2147483647 h 672"/>
                  <a:gd name="T58" fmla="*/ 2147483647 w 540"/>
                  <a:gd name="T59" fmla="*/ 2147483647 h 672"/>
                  <a:gd name="T60" fmla="*/ 2147483647 w 540"/>
                  <a:gd name="T61" fmla="*/ 2147483647 h 672"/>
                  <a:gd name="T62" fmla="*/ 2147483647 w 540"/>
                  <a:gd name="T63" fmla="*/ 2147483647 h 672"/>
                  <a:gd name="T64" fmla="*/ 2147483647 w 540"/>
                  <a:gd name="T65" fmla="*/ 2147483647 h 672"/>
                  <a:gd name="T66" fmla="*/ 2147483647 w 540"/>
                  <a:gd name="T67" fmla="*/ 2147483647 h 672"/>
                  <a:gd name="T68" fmla="*/ 2147483647 w 540"/>
                  <a:gd name="T69" fmla="*/ 2147483647 h 672"/>
                  <a:gd name="T70" fmla="*/ 2147483647 w 540"/>
                  <a:gd name="T71" fmla="*/ 2147483647 h 672"/>
                  <a:gd name="T72" fmla="*/ 2147483647 w 540"/>
                  <a:gd name="T73" fmla="*/ 2147483647 h 672"/>
                  <a:gd name="T74" fmla="*/ 2147483647 w 540"/>
                  <a:gd name="T75" fmla="*/ 2147483647 h 672"/>
                  <a:gd name="T76" fmla="*/ 2147483647 w 540"/>
                  <a:gd name="T77" fmla="*/ 2147483647 h 672"/>
                  <a:gd name="T78" fmla="*/ 2147483647 w 540"/>
                  <a:gd name="T79" fmla="*/ 2147483647 h 672"/>
                  <a:gd name="T80" fmla="*/ 2147483647 w 540"/>
                  <a:gd name="T81" fmla="*/ 2147483647 h 672"/>
                  <a:gd name="T82" fmla="*/ 2147483647 w 540"/>
                  <a:gd name="T83" fmla="*/ 2147483647 h 672"/>
                  <a:gd name="T84" fmla="*/ 2147483647 w 540"/>
                  <a:gd name="T85" fmla="*/ 2147483647 h 672"/>
                  <a:gd name="T86" fmla="*/ 2147483647 w 540"/>
                  <a:gd name="T87" fmla="*/ 2147483647 h 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0"/>
                  <a:gd name="T133" fmla="*/ 0 h 672"/>
                  <a:gd name="T134" fmla="*/ 540 w 540"/>
                  <a:gd name="T135" fmla="*/ 672 h 6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0" h="672">
                    <a:moveTo>
                      <a:pt x="258" y="564"/>
                    </a:moveTo>
                    <a:lnTo>
                      <a:pt x="276" y="564"/>
                    </a:lnTo>
                    <a:lnTo>
                      <a:pt x="288" y="558"/>
                    </a:lnTo>
                    <a:lnTo>
                      <a:pt x="306" y="552"/>
                    </a:lnTo>
                    <a:lnTo>
                      <a:pt x="330" y="540"/>
                    </a:lnTo>
                    <a:lnTo>
                      <a:pt x="336" y="528"/>
                    </a:lnTo>
                    <a:lnTo>
                      <a:pt x="342" y="510"/>
                    </a:lnTo>
                    <a:lnTo>
                      <a:pt x="342" y="498"/>
                    </a:lnTo>
                    <a:lnTo>
                      <a:pt x="348" y="498"/>
                    </a:lnTo>
                    <a:lnTo>
                      <a:pt x="354" y="492"/>
                    </a:lnTo>
                    <a:lnTo>
                      <a:pt x="366" y="486"/>
                    </a:lnTo>
                    <a:lnTo>
                      <a:pt x="384" y="480"/>
                    </a:lnTo>
                    <a:lnTo>
                      <a:pt x="408" y="456"/>
                    </a:lnTo>
                    <a:lnTo>
                      <a:pt x="414" y="444"/>
                    </a:lnTo>
                    <a:lnTo>
                      <a:pt x="414" y="426"/>
                    </a:lnTo>
                    <a:lnTo>
                      <a:pt x="420" y="408"/>
                    </a:lnTo>
                    <a:lnTo>
                      <a:pt x="420" y="378"/>
                    </a:lnTo>
                    <a:lnTo>
                      <a:pt x="426" y="372"/>
                    </a:lnTo>
                    <a:lnTo>
                      <a:pt x="432" y="372"/>
                    </a:lnTo>
                    <a:lnTo>
                      <a:pt x="444" y="378"/>
                    </a:lnTo>
                    <a:lnTo>
                      <a:pt x="450" y="384"/>
                    </a:lnTo>
                    <a:lnTo>
                      <a:pt x="462" y="384"/>
                    </a:lnTo>
                    <a:lnTo>
                      <a:pt x="468" y="378"/>
                    </a:lnTo>
                    <a:lnTo>
                      <a:pt x="480" y="354"/>
                    </a:lnTo>
                    <a:lnTo>
                      <a:pt x="480" y="330"/>
                    </a:lnTo>
                    <a:lnTo>
                      <a:pt x="534" y="276"/>
                    </a:lnTo>
                    <a:lnTo>
                      <a:pt x="534" y="264"/>
                    </a:lnTo>
                    <a:lnTo>
                      <a:pt x="540" y="252"/>
                    </a:lnTo>
                    <a:lnTo>
                      <a:pt x="540" y="204"/>
                    </a:lnTo>
                    <a:lnTo>
                      <a:pt x="528" y="192"/>
                    </a:lnTo>
                    <a:lnTo>
                      <a:pt x="510" y="192"/>
                    </a:lnTo>
                    <a:lnTo>
                      <a:pt x="510" y="186"/>
                    </a:lnTo>
                    <a:lnTo>
                      <a:pt x="492" y="168"/>
                    </a:lnTo>
                    <a:lnTo>
                      <a:pt x="486" y="150"/>
                    </a:lnTo>
                    <a:lnTo>
                      <a:pt x="462" y="126"/>
                    </a:lnTo>
                    <a:lnTo>
                      <a:pt x="456" y="114"/>
                    </a:lnTo>
                    <a:lnTo>
                      <a:pt x="432" y="96"/>
                    </a:lnTo>
                    <a:lnTo>
                      <a:pt x="396" y="84"/>
                    </a:lnTo>
                    <a:lnTo>
                      <a:pt x="366" y="78"/>
                    </a:lnTo>
                    <a:lnTo>
                      <a:pt x="348" y="78"/>
                    </a:lnTo>
                    <a:lnTo>
                      <a:pt x="342" y="72"/>
                    </a:lnTo>
                    <a:lnTo>
                      <a:pt x="330" y="72"/>
                    </a:lnTo>
                    <a:lnTo>
                      <a:pt x="318" y="60"/>
                    </a:lnTo>
                    <a:lnTo>
                      <a:pt x="294" y="48"/>
                    </a:lnTo>
                    <a:lnTo>
                      <a:pt x="288" y="36"/>
                    </a:lnTo>
                    <a:lnTo>
                      <a:pt x="288" y="30"/>
                    </a:lnTo>
                    <a:lnTo>
                      <a:pt x="282" y="18"/>
                    </a:lnTo>
                    <a:lnTo>
                      <a:pt x="276" y="12"/>
                    </a:lnTo>
                    <a:lnTo>
                      <a:pt x="252" y="18"/>
                    </a:lnTo>
                    <a:lnTo>
                      <a:pt x="246" y="6"/>
                    </a:lnTo>
                    <a:lnTo>
                      <a:pt x="246" y="0"/>
                    </a:lnTo>
                    <a:lnTo>
                      <a:pt x="240" y="0"/>
                    </a:lnTo>
                    <a:lnTo>
                      <a:pt x="234" y="6"/>
                    </a:lnTo>
                    <a:lnTo>
                      <a:pt x="234" y="12"/>
                    </a:lnTo>
                    <a:lnTo>
                      <a:pt x="228" y="24"/>
                    </a:lnTo>
                    <a:lnTo>
                      <a:pt x="228" y="54"/>
                    </a:lnTo>
                    <a:lnTo>
                      <a:pt x="246" y="72"/>
                    </a:lnTo>
                    <a:lnTo>
                      <a:pt x="246" y="78"/>
                    </a:lnTo>
                    <a:lnTo>
                      <a:pt x="240" y="78"/>
                    </a:lnTo>
                    <a:lnTo>
                      <a:pt x="240" y="72"/>
                    </a:lnTo>
                    <a:lnTo>
                      <a:pt x="228" y="72"/>
                    </a:lnTo>
                    <a:lnTo>
                      <a:pt x="228" y="78"/>
                    </a:lnTo>
                    <a:lnTo>
                      <a:pt x="222" y="84"/>
                    </a:lnTo>
                    <a:lnTo>
                      <a:pt x="222" y="96"/>
                    </a:lnTo>
                    <a:lnTo>
                      <a:pt x="216" y="108"/>
                    </a:lnTo>
                    <a:lnTo>
                      <a:pt x="216" y="120"/>
                    </a:lnTo>
                    <a:lnTo>
                      <a:pt x="210" y="132"/>
                    </a:lnTo>
                    <a:lnTo>
                      <a:pt x="204" y="138"/>
                    </a:lnTo>
                    <a:lnTo>
                      <a:pt x="198" y="150"/>
                    </a:lnTo>
                    <a:lnTo>
                      <a:pt x="192" y="156"/>
                    </a:lnTo>
                    <a:lnTo>
                      <a:pt x="192" y="168"/>
                    </a:lnTo>
                    <a:lnTo>
                      <a:pt x="210" y="204"/>
                    </a:lnTo>
                    <a:lnTo>
                      <a:pt x="216" y="210"/>
                    </a:lnTo>
                    <a:lnTo>
                      <a:pt x="216" y="222"/>
                    </a:lnTo>
                    <a:lnTo>
                      <a:pt x="222" y="228"/>
                    </a:lnTo>
                    <a:lnTo>
                      <a:pt x="234" y="234"/>
                    </a:lnTo>
                    <a:lnTo>
                      <a:pt x="240" y="240"/>
                    </a:lnTo>
                    <a:lnTo>
                      <a:pt x="204" y="414"/>
                    </a:lnTo>
                    <a:lnTo>
                      <a:pt x="0" y="486"/>
                    </a:lnTo>
                    <a:lnTo>
                      <a:pt x="84" y="672"/>
                    </a:lnTo>
                    <a:lnTo>
                      <a:pt x="114" y="660"/>
                    </a:lnTo>
                    <a:lnTo>
                      <a:pt x="198" y="636"/>
                    </a:lnTo>
                    <a:lnTo>
                      <a:pt x="228" y="624"/>
                    </a:lnTo>
                    <a:lnTo>
                      <a:pt x="246" y="618"/>
                    </a:lnTo>
                    <a:lnTo>
                      <a:pt x="252" y="606"/>
                    </a:lnTo>
                    <a:lnTo>
                      <a:pt x="252" y="594"/>
                    </a:lnTo>
                    <a:lnTo>
                      <a:pt x="258" y="582"/>
                    </a:lnTo>
                    <a:lnTo>
                      <a:pt x="258" y="56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2" name="Nepal" descr="© INSCALE GmbH, 05.05.2010&#10;http://www.presentationload.com/">
                <a:extLst>
                  <a:ext uri="{FF2B5EF4-FFF2-40B4-BE49-F238E27FC236}">
                    <a16:creationId xmlns:a16="http://schemas.microsoft.com/office/drawing/2014/main" id="{97088161-CB35-E543-8535-F49F4961E7EF}"/>
                  </a:ext>
                </a:extLst>
              </p:cNvPr>
              <p:cNvSpPr>
                <a:spLocks/>
              </p:cNvSpPr>
              <p:nvPr/>
            </p:nvSpPr>
            <p:spPr bwMode="gray">
              <a:xfrm>
                <a:off x="8043713" y="3109497"/>
                <a:ext cx="246546" cy="138066"/>
              </a:xfrm>
              <a:custGeom>
                <a:avLst/>
                <a:gdLst>
                  <a:gd name="T0" fmla="*/ 2147483647 w 588"/>
                  <a:gd name="T1" fmla="*/ 2147483647 h 330"/>
                  <a:gd name="T2" fmla="*/ 2147483647 w 588"/>
                  <a:gd name="T3" fmla="*/ 2147483647 h 330"/>
                  <a:gd name="T4" fmla="*/ 2147483647 w 588"/>
                  <a:gd name="T5" fmla="*/ 2147483647 h 330"/>
                  <a:gd name="T6" fmla="*/ 2147483647 w 588"/>
                  <a:gd name="T7" fmla="*/ 2147483647 h 330"/>
                  <a:gd name="T8" fmla="*/ 2147483647 w 588"/>
                  <a:gd name="T9" fmla="*/ 2147483647 h 330"/>
                  <a:gd name="T10" fmla="*/ 2147483647 w 588"/>
                  <a:gd name="T11" fmla="*/ 2147483647 h 330"/>
                  <a:gd name="T12" fmla="*/ 2147483647 w 588"/>
                  <a:gd name="T13" fmla="*/ 2147483647 h 330"/>
                  <a:gd name="T14" fmla="*/ 2147483647 w 588"/>
                  <a:gd name="T15" fmla="*/ 2147483647 h 330"/>
                  <a:gd name="T16" fmla="*/ 2147483647 w 588"/>
                  <a:gd name="T17" fmla="*/ 2147483647 h 330"/>
                  <a:gd name="T18" fmla="*/ 2147483647 w 588"/>
                  <a:gd name="T19" fmla="*/ 2147483647 h 330"/>
                  <a:gd name="T20" fmla="*/ 2147483647 w 588"/>
                  <a:gd name="T21" fmla="*/ 2147483647 h 330"/>
                  <a:gd name="T22" fmla="*/ 2147483647 w 588"/>
                  <a:gd name="T23" fmla="*/ 2147483647 h 330"/>
                  <a:gd name="T24" fmla="*/ 2147483647 w 588"/>
                  <a:gd name="T25" fmla="*/ 2147483647 h 330"/>
                  <a:gd name="T26" fmla="*/ 2147483647 w 588"/>
                  <a:gd name="T27" fmla="*/ 2147483647 h 330"/>
                  <a:gd name="T28" fmla="*/ 2147483647 w 588"/>
                  <a:gd name="T29" fmla="*/ 2147483647 h 330"/>
                  <a:gd name="T30" fmla="*/ 2147483647 w 588"/>
                  <a:gd name="T31" fmla="*/ 2147483647 h 330"/>
                  <a:gd name="T32" fmla="*/ 2147483647 w 588"/>
                  <a:gd name="T33" fmla="*/ 2147483647 h 330"/>
                  <a:gd name="T34" fmla="*/ 2147483647 w 588"/>
                  <a:gd name="T35" fmla="*/ 2147483647 h 330"/>
                  <a:gd name="T36" fmla="*/ 2147483647 w 588"/>
                  <a:gd name="T37" fmla="*/ 2147483647 h 330"/>
                  <a:gd name="T38" fmla="*/ 2147483647 w 588"/>
                  <a:gd name="T39" fmla="*/ 2147483647 h 330"/>
                  <a:gd name="T40" fmla="*/ 2147483647 w 588"/>
                  <a:gd name="T41" fmla="*/ 2147483647 h 330"/>
                  <a:gd name="T42" fmla="*/ 2147483647 w 588"/>
                  <a:gd name="T43" fmla="*/ 2147483647 h 330"/>
                  <a:gd name="T44" fmla="*/ 2147483647 w 588"/>
                  <a:gd name="T45" fmla="*/ 2147483647 h 330"/>
                  <a:gd name="T46" fmla="*/ 2147483647 w 588"/>
                  <a:gd name="T47" fmla="*/ 2147483647 h 330"/>
                  <a:gd name="T48" fmla="*/ 2147483647 w 588"/>
                  <a:gd name="T49" fmla="*/ 2147483647 h 330"/>
                  <a:gd name="T50" fmla="*/ 2147483647 w 588"/>
                  <a:gd name="T51" fmla="*/ 2147483647 h 330"/>
                  <a:gd name="T52" fmla="*/ 2147483647 w 588"/>
                  <a:gd name="T53" fmla="*/ 2147483647 h 330"/>
                  <a:gd name="T54" fmla="*/ 2147483647 w 588"/>
                  <a:gd name="T55" fmla="*/ 2147483647 h 330"/>
                  <a:gd name="T56" fmla="*/ 2147483647 w 588"/>
                  <a:gd name="T57" fmla="*/ 2147483647 h 330"/>
                  <a:gd name="T58" fmla="*/ 2147483647 w 588"/>
                  <a:gd name="T59" fmla="*/ 2147483647 h 330"/>
                  <a:gd name="T60" fmla="*/ 2147483647 w 588"/>
                  <a:gd name="T61" fmla="*/ 2147483647 h 330"/>
                  <a:gd name="T62" fmla="*/ 2147483647 w 588"/>
                  <a:gd name="T63" fmla="*/ 2147483647 h 330"/>
                  <a:gd name="T64" fmla="*/ 2147483647 w 588"/>
                  <a:gd name="T65" fmla="*/ 2147483647 h 330"/>
                  <a:gd name="T66" fmla="*/ 2147483647 w 588"/>
                  <a:gd name="T67" fmla="*/ 2147483647 h 330"/>
                  <a:gd name="T68" fmla="*/ 2147483647 w 588"/>
                  <a:gd name="T69" fmla="*/ 2147483647 h 330"/>
                  <a:gd name="T70" fmla="*/ 2147483647 w 588"/>
                  <a:gd name="T71" fmla="*/ 0 h 330"/>
                  <a:gd name="T72" fmla="*/ 2147483647 w 588"/>
                  <a:gd name="T73" fmla="*/ 2147483647 h 330"/>
                  <a:gd name="T74" fmla="*/ 2147483647 w 588"/>
                  <a:gd name="T75" fmla="*/ 2147483647 h 330"/>
                  <a:gd name="T76" fmla="*/ 2147483647 w 588"/>
                  <a:gd name="T77" fmla="*/ 2147483647 h 330"/>
                  <a:gd name="T78" fmla="*/ 2147483647 w 588"/>
                  <a:gd name="T79" fmla="*/ 2147483647 h 330"/>
                  <a:gd name="T80" fmla="*/ 2147483647 w 588"/>
                  <a:gd name="T81" fmla="*/ 2147483647 h 330"/>
                  <a:gd name="T82" fmla="*/ 2147483647 w 588"/>
                  <a:gd name="T83" fmla="*/ 2147483647 h 330"/>
                  <a:gd name="T84" fmla="*/ 0 w 588"/>
                  <a:gd name="T85" fmla="*/ 2147483647 h 330"/>
                  <a:gd name="T86" fmla="*/ 2147483647 w 588"/>
                  <a:gd name="T87" fmla="*/ 2147483647 h 330"/>
                  <a:gd name="T88" fmla="*/ 2147483647 w 588"/>
                  <a:gd name="T89" fmla="*/ 2147483647 h 330"/>
                  <a:gd name="T90" fmla="*/ 2147483647 w 588"/>
                  <a:gd name="T91" fmla="*/ 2147483647 h 330"/>
                  <a:gd name="T92" fmla="*/ 2147483647 w 588"/>
                  <a:gd name="T93" fmla="*/ 2147483647 h 330"/>
                  <a:gd name="T94" fmla="*/ 2147483647 w 588"/>
                  <a:gd name="T95" fmla="*/ 2147483647 h 330"/>
                  <a:gd name="T96" fmla="*/ 2147483647 w 588"/>
                  <a:gd name="T97" fmla="*/ 2147483647 h 330"/>
                  <a:gd name="T98" fmla="*/ 2147483647 w 588"/>
                  <a:gd name="T99" fmla="*/ 2147483647 h 330"/>
                  <a:gd name="T100" fmla="*/ 2147483647 w 588"/>
                  <a:gd name="T101" fmla="*/ 2147483647 h 330"/>
                  <a:gd name="T102" fmla="*/ 2147483647 w 588"/>
                  <a:gd name="T103" fmla="*/ 2147483647 h 330"/>
                  <a:gd name="T104" fmla="*/ 2147483647 w 588"/>
                  <a:gd name="T105" fmla="*/ 2147483647 h 330"/>
                  <a:gd name="T106" fmla="*/ 2147483647 w 588"/>
                  <a:gd name="T107" fmla="*/ 2147483647 h 330"/>
                  <a:gd name="T108" fmla="*/ 2147483647 w 588"/>
                  <a:gd name="T109" fmla="*/ 2147483647 h 3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88"/>
                  <a:gd name="T166" fmla="*/ 0 h 330"/>
                  <a:gd name="T167" fmla="*/ 588 w 588"/>
                  <a:gd name="T168" fmla="*/ 330 h 3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88" h="330">
                    <a:moveTo>
                      <a:pt x="294" y="234"/>
                    </a:moveTo>
                    <a:lnTo>
                      <a:pt x="306" y="246"/>
                    </a:lnTo>
                    <a:lnTo>
                      <a:pt x="306" y="252"/>
                    </a:lnTo>
                    <a:lnTo>
                      <a:pt x="330" y="252"/>
                    </a:lnTo>
                    <a:lnTo>
                      <a:pt x="384" y="306"/>
                    </a:lnTo>
                    <a:lnTo>
                      <a:pt x="402" y="294"/>
                    </a:lnTo>
                    <a:lnTo>
                      <a:pt x="432" y="312"/>
                    </a:lnTo>
                    <a:lnTo>
                      <a:pt x="438" y="306"/>
                    </a:lnTo>
                    <a:lnTo>
                      <a:pt x="456" y="306"/>
                    </a:lnTo>
                    <a:lnTo>
                      <a:pt x="474" y="312"/>
                    </a:lnTo>
                    <a:lnTo>
                      <a:pt x="486" y="318"/>
                    </a:lnTo>
                    <a:lnTo>
                      <a:pt x="492" y="330"/>
                    </a:lnTo>
                    <a:lnTo>
                      <a:pt x="498" y="318"/>
                    </a:lnTo>
                    <a:lnTo>
                      <a:pt x="510" y="312"/>
                    </a:lnTo>
                    <a:lnTo>
                      <a:pt x="516" y="312"/>
                    </a:lnTo>
                    <a:lnTo>
                      <a:pt x="522" y="318"/>
                    </a:lnTo>
                    <a:lnTo>
                      <a:pt x="522" y="330"/>
                    </a:lnTo>
                    <a:lnTo>
                      <a:pt x="588" y="330"/>
                    </a:lnTo>
                    <a:lnTo>
                      <a:pt x="588" y="294"/>
                    </a:lnTo>
                    <a:lnTo>
                      <a:pt x="576" y="270"/>
                    </a:lnTo>
                    <a:lnTo>
                      <a:pt x="576" y="222"/>
                    </a:lnTo>
                    <a:lnTo>
                      <a:pt x="564" y="204"/>
                    </a:lnTo>
                    <a:lnTo>
                      <a:pt x="540" y="216"/>
                    </a:lnTo>
                    <a:lnTo>
                      <a:pt x="522" y="216"/>
                    </a:lnTo>
                    <a:lnTo>
                      <a:pt x="498" y="204"/>
                    </a:lnTo>
                    <a:lnTo>
                      <a:pt x="480" y="198"/>
                    </a:lnTo>
                    <a:lnTo>
                      <a:pt x="474" y="192"/>
                    </a:lnTo>
                    <a:lnTo>
                      <a:pt x="462" y="186"/>
                    </a:lnTo>
                    <a:lnTo>
                      <a:pt x="462" y="192"/>
                    </a:lnTo>
                    <a:lnTo>
                      <a:pt x="456" y="198"/>
                    </a:lnTo>
                    <a:lnTo>
                      <a:pt x="438" y="198"/>
                    </a:lnTo>
                    <a:lnTo>
                      <a:pt x="432" y="192"/>
                    </a:lnTo>
                    <a:lnTo>
                      <a:pt x="432" y="180"/>
                    </a:lnTo>
                    <a:lnTo>
                      <a:pt x="432" y="186"/>
                    </a:lnTo>
                    <a:lnTo>
                      <a:pt x="420" y="198"/>
                    </a:lnTo>
                    <a:lnTo>
                      <a:pt x="408" y="198"/>
                    </a:lnTo>
                    <a:lnTo>
                      <a:pt x="402" y="192"/>
                    </a:lnTo>
                    <a:lnTo>
                      <a:pt x="402" y="174"/>
                    </a:lnTo>
                    <a:lnTo>
                      <a:pt x="396" y="174"/>
                    </a:lnTo>
                    <a:lnTo>
                      <a:pt x="390" y="180"/>
                    </a:lnTo>
                    <a:lnTo>
                      <a:pt x="378" y="180"/>
                    </a:lnTo>
                    <a:lnTo>
                      <a:pt x="360" y="174"/>
                    </a:lnTo>
                    <a:lnTo>
                      <a:pt x="354" y="168"/>
                    </a:lnTo>
                    <a:lnTo>
                      <a:pt x="348" y="168"/>
                    </a:lnTo>
                    <a:lnTo>
                      <a:pt x="348" y="162"/>
                    </a:lnTo>
                    <a:lnTo>
                      <a:pt x="354" y="156"/>
                    </a:lnTo>
                    <a:lnTo>
                      <a:pt x="354" y="150"/>
                    </a:lnTo>
                    <a:lnTo>
                      <a:pt x="348" y="144"/>
                    </a:lnTo>
                    <a:lnTo>
                      <a:pt x="342" y="144"/>
                    </a:lnTo>
                    <a:lnTo>
                      <a:pt x="330" y="150"/>
                    </a:lnTo>
                    <a:lnTo>
                      <a:pt x="324" y="156"/>
                    </a:lnTo>
                    <a:lnTo>
                      <a:pt x="312" y="150"/>
                    </a:lnTo>
                    <a:lnTo>
                      <a:pt x="282" y="120"/>
                    </a:lnTo>
                    <a:lnTo>
                      <a:pt x="282" y="102"/>
                    </a:lnTo>
                    <a:lnTo>
                      <a:pt x="276" y="90"/>
                    </a:lnTo>
                    <a:lnTo>
                      <a:pt x="270" y="84"/>
                    </a:lnTo>
                    <a:lnTo>
                      <a:pt x="258" y="84"/>
                    </a:lnTo>
                    <a:lnTo>
                      <a:pt x="252" y="96"/>
                    </a:lnTo>
                    <a:lnTo>
                      <a:pt x="246" y="102"/>
                    </a:lnTo>
                    <a:lnTo>
                      <a:pt x="246" y="108"/>
                    </a:lnTo>
                    <a:lnTo>
                      <a:pt x="234" y="108"/>
                    </a:lnTo>
                    <a:lnTo>
                      <a:pt x="234" y="96"/>
                    </a:lnTo>
                    <a:lnTo>
                      <a:pt x="228" y="90"/>
                    </a:lnTo>
                    <a:lnTo>
                      <a:pt x="222" y="78"/>
                    </a:lnTo>
                    <a:lnTo>
                      <a:pt x="216" y="72"/>
                    </a:lnTo>
                    <a:lnTo>
                      <a:pt x="210" y="60"/>
                    </a:lnTo>
                    <a:lnTo>
                      <a:pt x="168" y="54"/>
                    </a:lnTo>
                    <a:lnTo>
                      <a:pt x="150" y="36"/>
                    </a:lnTo>
                    <a:lnTo>
                      <a:pt x="138" y="30"/>
                    </a:lnTo>
                    <a:lnTo>
                      <a:pt x="132" y="18"/>
                    </a:lnTo>
                    <a:lnTo>
                      <a:pt x="120" y="6"/>
                    </a:lnTo>
                    <a:lnTo>
                      <a:pt x="108" y="0"/>
                    </a:lnTo>
                    <a:lnTo>
                      <a:pt x="96" y="0"/>
                    </a:lnTo>
                    <a:lnTo>
                      <a:pt x="84" y="6"/>
                    </a:lnTo>
                    <a:lnTo>
                      <a:pt x="78" y="12"/>
                    </a:lnTo>
                    <a:lnTo>
                      <a:pt x="54" y="30"/>
                    </a:lnTo>
                    <a:lnTo>
                      <a:pt x="36" y="12"/>
                    </a:lnTo>
                    <a:lnTo>
                      <a:pt x="30" y="36"/>
                    </a:lnTo>
                    <a:lnTo>
                      <a:pt x="6" y="60"/>
                    </a:lnTo>
                    <a:lnTo>
                      <a:pt x="12" y="72"/>
                    </a:lnTo>
                    <a:lnTo>
                      <a:pt x="6" y="78"/>
                    </a:lnTo>
                    <a:lnTo>
                      <a:pt x="6" y="84"/>
                    </a:lnTo>
                    <a:lnTo>
                      <a:pt x="18" y="96"/>
                    </a:lnTo>
                    <a:lnTo>
                      <a:pt x="12" y="96"/>
                    </a:lnTo>
                    <a:lnTo>
                      <a:pt x="0" y="108"/>
                    </a:lnTo>
                    <a:lnTo>
                      <a:pt x="0" y="120"/>
                    </a:lnTo>
                    <a:lnTo>
                      <a:pt x="30" y="150"/>
                    </a:lnTo>
                    <a:lnTo>
                      <a:pt x="42" y="144"/>
                    </a:lnTo>
                    <a:lnTo>
                      <a:pt x="60" y="168"/>
                    </a:lnTo>
                    <a:lnTo>
                      <a:pt x="84" y="168"/>
                    </a:lnTo>
                    <a:lnTo>
                      <a:pt x="96" y="186"/>
                    </a:lnTo>
                    <a:lnTo>
                      <a:pt x="138" y="204"/>
                    </a:lnTo>
                    <a:lnTo>
                      <a:pt x="150" y="204"/>
                    </a:lnTo>
                    <a:lnTo>
                      <a:pt x="156" y="210"/>
                    </a:lnTo>
                    <a:lnTo>
                      <a:pt x="162" y="222"/>
                    </a:lnTo>
                    <a:lnTo>
                      <a:pt x="168" y="228"/>
                    </a:lnTo>
                    <a:lnTo>
                      <a:pt x="186" y="228"/>
                    </a:lnTo>
                    <a:lnTo>
                      <a:pt x="192" y="222"/>
                    </a:lnTo>
                    <a:lnTo>
                      <a:pt x="204" y="222"/>
                    </a:lnTo>
                    <a:lnTo>
                      <a:pt x="204" y="234"/>
                    </a:lnTo>
                    <a:lnTo>
                      <a:pt x="210" y="240"/>
                    </a:lnTo>
                    <a:lnTo>
                      <a:pt x="234" y="240"/>
                    </a:lnTo>
                    <a:lnTo>
                      <a:pt x="240" y="246"/>
                    </a:lnTo>
                    <a:lnTo>
                      <a:pt x="246" y="258"/>
                    </a:lnTo>
                    <a:lnTo>
                      <a:pt x="258" y="246"/>
                    </a:lnTo>
                    <a:lnTo>
                      <a:pt x="276" y="246"/>
                    </a:lnTo>
                    <a:lnTo>
                      <a:pt x="282" y="252"/>
                    </a:lnTo>
                    <a:lnTo>
                      <a:pt x="282" y="258"/>
                    </a:lnTo>
                    <a:lnTo>
                      <a:pt x="282" y="240"/>
                    </a:lnTo>
                    <a:lnTo>
                      <a:pt x="288" y="234"/>
                    </a:lnTo>
                    <a:lnTo>
                      <a:pt x="294" y="23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3" name="Myanmar" descr="© INSCALE GmbH, 05.05.2010&#10;http://www.presentationload.com/">
                <a:extLst>
                  <a:ext uri="{FF2B5EF4-FFF2-40B4-BE49-F238E27FC236}">
                    <a16:creationId xmlns:a16="http://schemas.microsoft.com/office/drawing/2014/main" id="{0B4A4F1B-BE71-2A4A-9B49-9C8F76868BCF}"/>
                  </a:ext>
                </a:extLst>
              </p:cNvPr>
              <p:cNvSpPr>
                <a:spLocks/>
              </p:cNvSpPr>
              <p:nvPr/>
            </p:nvSpPr>
            <p:spPr bwMode="gray">
              <a:xfrm>
                <a:off x="8431612" y="3175243"/>
                <a:ext cx="267913" cy="629514"/>
              </a:xfrm>
              <a:custGeom>
                <a:avLst/>
                <a:gdLst>
                  <a:gd name="T0" fmla="*/ 2147483647 w 636"/>
                  <a:gd name="T1" fmla="*/ 2147483647 h 1500"/>
                  <a:gd name="T2" fmla="*/ 2147483647 w 636"/>
                  <a:gd name="T3" fmla="*/ 2147483647 h 1500"/>
                  <a:gd name="T4" fmla="*/ 2147483647 w 636"/>
                  <a:gd name="T5" fmla="*/ 2147483647 h 1500"/>
                  <a:gd name="T6" fmla="*/ 2147483647 w 636"/>
                  <a:gd name="T7" fmla="*/ 2147483647 h 1500"/>
                  <a:gd name="T8" fmla="*/ 2147483647 w 636"/>
                  <a:gd name="T9" fmla="*/ 2147483647 h 1500"/>
                  <a:gd name="T10" fmla="*/ 2147483647 w 636"/>
                  <a:gd name="T11" fmla="*/ 2147483647 h 1500"/>
                  <a:gd name="T12" fmla="*/ 2147483647 w 636"/>
                  <a:gd name="T13" fmla="*/ 2147483647 h 1500"/>
                  <a:gd name="T14" fmla="*/ 2147483647 w 636"/>
                  <a:gd name="T15" fmla="*/ 2147483647 h 1500"/>
                  <a:gd name="T16" fmla="*/ 2147483647 w 636"/>
                  <a:gd name="T17" fmla="*/ 2147483647 h 1500"/>
                  <a:gd name="T18" fmla="*/ 2147483647 w 636"/>
                  <a:gd name="T19" fmla="*/ 2147483647 h 1500"/>
                  <a:gd name="T20" fmla="*/ 2147483647 w 636"/>
                  <a:gd name="T21" fmla="*/ 2147483647 h 1500"/>
                  <a:gd name="T22" fmla="*/ 2147483647 w 636"/>
                  <a:gd name="T23" fmla="*/ 2147483647 h 1500"/>
                  <a:gd name="T24" fmla="*/ 2147483647 w 636"/>
                  <a:gd name="T25" fmla="*/ 2147483647 h 1500"/>
                  <a:gd name="T26" fmla="*/ 2147483647 w 636"/>
                  <a:gd name="T27" fmla="*/ 2147483647 h 1500"/>
                  <a:gd name="T28" fmla="*/ 2147483647 w 636"/>
                  <a:gd name="T29" fmla="*/ 2147483647 h 1500"/>
                  <a:gd name="T30" fmla="*/ 2147483647 w 636"/>
                  <a:gd name="T31" fmla="*/ 2147483647 h 1500"/>
                  <a:gd name="T32" fmla="*/ 2147483647 w 636"/>
                  <a:gd name="T33" fmla="*/ 2147483647 h 1500"/>
                  <a:gd name="T34" fmla="*/ 2147483647 w 636"/>
                  <a:gd name="T35" fmla="*/ 2147483647 h 1500"/>
                  <a:gd name="T36" fmla="*/ 2147483647 w 636"/>
                  <a:gd name="T37" fmla="*/ 2147483647 h 1500"/>
                  <a:gd name="T38" fmla="*/ 2147483647 w 636"/>
                  <a:gd name="T39" fmla="*/ 2147483647 h 1500"/>
                  <a:gd name="T40" fmla="*/ 2147483647 w 636"/>
                  <a:gd name="T41" fmla="*/ 2147483647 h 1500"/>
                  <a:gd name="T42" fmla="*/ 2147483647 w 636"/>
                  <a:gd name="T43" fmla="*/ 2147483647 h 1500"/>
                  <a:gd name="T44" fmla="*/ 2147483647 w 636"/>
                  <a:gd name="T45" fmla="*/ 2147483647 h 1500"/>
                  <a:gd name="T46" fmla="*/ 2147483647 w 636"/>
                  <a:gd name="T47" fmla="*/ 2147483647 h 1500"/>
                  <a:gd name="T48" fmla="*/ 2147483647 w 636"/>
                  <a:gd name="T49" fmla="*/ 2147483647 h 1500"/>
                  <a:gd name="T50" fmla="*/ 2147483647 w 636"/>
                  <a:gd name="T51" fmla="*/ 2147483647 h 1500"/>
                  <a:gd name="T52" fmla="*/ 2147483647 w 636"/>
                  <a:gd name="T53" fmla="*/ 2147483647 h 1500"/>
                  <a:gd name="T54" fmla="*/ 2147483647 w 636"/>
                  <a:gd name="T55" fmla="*/ 2147483647 h 1500"/>
                  <a:gd name="T56" fmla="*/ 2147483647 w 636"/>
                  <a:gd name="T57" fmla="*/ 2147483647 h 1500"/>
                  <a:gd name="T58" fmla="*/ 2147483647 w 636"/>
                  <a:gd name="T59" fmla="*/ 2147483647 h 1500"/>
                  <a:gd name="T60" fmla="*/ 2147483647 w 636"/>
                  <a:gd name="T61" fmla="*/ 2147483647 h 1500"/>
                  <a:gd name="T62" fmla="*/ 2147483647 w 636"/>
                  <a:gd name="T63" fmla="*/ 2147483647 h 1500"/>
                  <a:gd name="T64" fmla="*/ 2147483647 w 636"/>
                  <a:gd name="T65" fmla="*/ 2147483647 h 1500"/>
                  <a:gd name="T66" fmla="*/ 2147483647 w 636"/>
                  <a:gd name="T67" fmla="*/ 2147483647 h 1500"/>
                  <a:gd name="T68" fmla="*/ 2147483647 w 636"/>
                  <a:gd name="T69" fmla="*/ 2147483647 h 1500"/>
                  <a:gd name="T70" fmla="*/ 2147483647 w 636"/>
                  <a:gd name="T71" fmla="*/ 2147483647 h 1500"/>
                  <a:gd name="T72" fmla="*/ 2147483647 w 636"/>
                  <a:gd name="T73" fmla="*/ 2147483647 h 1500"/>
                  <a:gd name="T74" fmla="*/ 2147483647 w 636"/>
                  <a:gd name="T75" fmla="*/ 2147483647 h 1500"/>
                  <a:gd name="T76" fmla="*/ 2147483647 w 636"/>
                  <a:gd name="T77" fmla="*/ 2147483647 h 1500"/>
                  <a:gd name="T78" fmla="*/ 2147483647 w 636"/>
                  <a:gd name="T79" fmla="*/ 2147483647 h 1500"/>
                  <a:gd name="T80" fmla="*/ 2147483647 w 636"/>
                  <a:gd name="T81" fmla="*/ 2147483647 h 1500"/>
                  <a:gd name="T82" fmla="*/ 2147483647 w 636"/>
                  <a:gd name="T83" fmla="*/ 2147483647 h 1500"/>
                  <a:gd name="T84" fmla="*/ 2147483647 w 636"/>
                  <a:gd name="T85" fmla="*/ 2147483647 h 1500"/>
                  <a:gd name="T86" fmla="*/ 2147483647 w 636"/>
                  <a:gd name="T87" fmla="*/ 0 h 1500"/>
                  <a:gd name="T88" fmla="*/ 2147483647 w 636"/>
                  <a:gd name="T89" fmla="*/ 2147483647 h 1500"/>
                  <a:gd name="T90" fmla="*/ 2147483647 w 636"/>
                  <a:gd name="T91" fmla="*/ 2147483647 h 1500"/>
                  <a:gd name="T92" fmla="*/ 2147483647 w 636"/>
                  <a:gd name="T93" fmla="*/ 2147483647 h 1500"/>
                  <a:gd name="T94" fmla="*/ 2147483647 w 636"/>
                  <a:gd name="T95" fmla="*/ 2147483647 h 1500"/>
                  <a:gd name="T96" fmla="*/ 2147483647 w 636"/>
                  <a:gd name="T97" fmla="*/ 2147483647 h 1500"/>
                  <a:gd name="T98" fmla="*/ 2147483647 w 636"/>
                  <a:gd name="T99" fmla="*/ 2147483647 h 1500"/>
                  <a:gd name="T100" fmla="*/ 2147483647 w 636"/>
                  <a:gd name="T101" fmla="*/ 2147483647 h 1500"/>
                  <a:gd name="T102" fmla="*/ 2147483647 w 636"/>
                  <a:gd name="T103" fmla="*/ 2147483647 h 1500"/>
                  <a:gd name="T104" fmla="*/ 2147483647 w 636"/>
                  <a:gd name="T105" fmla="*/ 2147483647 h 1500"/>
                  <a:gd name="T106" fmla="*/ 2147483647 w 636"/>
                  <a:gd name="T107" fmla="*/ 2147483647 h 1500"/>
                  <a:gd name="T108" fmla="*/ 2147483647 w 636"/>
                  <a:gd name="T109" fmla="*/ 2147483647 h 15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36"/>
                  <a:gd name="T166" fmla="*/ 0 h 1500"/>
                  <a:gd name="T167" fmla="*/ 636 w 636"/>
                  <a:gd name="T168" fmla="*/ 1500 h 15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36" h="1500">
                    <a:moveTo>
                      <a:pt x="0" y="588"/>
                    </a:moveTo>
                    <a:lnTo>
                      <a:pt x="18" y="588"/>
                    </a:lnTo>
                    <a:lnTo>
                      <a:pt x="12" y="630"/>
                    </a:lnTo>
                    <a:lnTo>
                      <a:pt x="18" y="630"/>
                    </a:lnTo>
                    <a:lnTo>
                      <a:pt x="24" y="636"/>
                    </a:lnTo>
                    <a:lnTo>
                      <a:pt x="42" y="642"/>
                    </a:lnTo>
                    <a:lnTo>
                      <a:pt x="54" y="648"/>
                    </a:lnTo>
                    <a:lnTo>
                      <a:pt x="72" y="666"/>
                    </a:lnTo>
                    <a:lnTo>
                      <a:pt x="84" y="690"/>
                    </a:lnTo>
                    <a:lnTo>
                      <a:pt x="90" y="696"/>
                    </a:lnTo>
                    <a:lnTo>
                      <a:pt x="90" y="702"/>
                    </a:lnTo>
                    <a:lnTo>
                      <a:pt x="126" y="696"/>
                    </a:lnTo>
                    <a:lnTo>
                      <a:pt x="102" y="738"/>
                    </a:lnTo>
                    <a:lnTo>
                      <a:pt x="108" y="738"/>
                    </a:lnTo>
                    <a:lnTo>
                      <a:pt x="114" y="744"/>
                    </a:lnTo>
                    <a:lnTo>
                      <a:pt x="126" y="744"/>
                    </a:lnTo>
                    <a:lnTo>
                      <a:pt x="144" y="750"/>
                    </a:lnTo>
                    <a:lnTo>
                      <a:pt x="156" y="762"/>
                    </a:lnTo>
                    <a:lnTo>
                      <a:pt x="168" y="768"/>
                    </a:lnTo>
                    <a:lnTo>
                      <a:pt x="174" y="780"/>
                    </a:lnTo>
                    <a:lnTo>
                      <a:pt x="186" y="792"/>
                    </a:lnTo>
                    <a:lnTo>
                      <a:pt x="192" y="804"/>
                    </a:lnTo>
                    <a:lnTo>
                      <a:pt x="192" y="822"/>
                    </a:lnTo>
                    <a:lnTo>
                      <a:pt x="198" y="834"/>
                    </a:lnTo>
                    <a:lnTo>
                      <a:pt x="198" y="840"/>
                    </a:lnTo>
                    <a:lnTo>
                      <a:pt x="204" y="846"/>
                    </a:lnTo>
                    <a:lnTo>
                      <a:pt x="210" y="858"/>
                    </a:lnTo>
                    <a:lnTo>
                      <a:pt x="222" y="870"/>
                    </a:lnTo>
                    <a:lnTo>
                      <a:pt x="210" y="888"/>
                    </a:lnTo>
                    <a:lnTo>
                      <a:pt x="216" y="978"/>
                    </a:lnTo>
                    <a:lnTo>
                      <a:pt x="204" y="990"/>
                    </a:lnTo>
                    <a:lnTo>
                      <a:pt x="204" y="1002"/>
                    </a:lnTo>
                    <a:lnTo>
                      <a:pt x="222" y="1020"/>
                    </a:lnTo>
                    <a:lnTo>
                      <a:pt x="234" y="1020"/>
                    </a:lnTo>
                    <a:lnTo>
                      <a:pt x="246" y="1014"/>
                    </a:lnTo>
                    <a:lnTo>
                      <a:pt x="252" y="1008"/>
                    </a:lnTo>
                    <a:lnTo>
                      <a:pt x="258" y="1014"/>
                    </a:lnTo>
                    <a:lnTo>
                      <a:pt x="258" y="1020"/>
                    </a:lnTo>
                    <a:lnTo>
                      <a:pt x="276" y="1020"/>
                    </a:lnTo>
                    <a:lnTo>
                      <a:pt x="282" y="1014"/>
                    </a:lnTo>
                    <a:lnTo>
                      <a:pt x="294" y="1008"/>
                    </a:lnTo>
                    <a:lnTo>
                      <a:pt x="300" y="996"/>
                    </a:lnTo>
                    <a:lnTo>
                      <a:pt x="306" y="990"/>
                    </a:lnTo>
                    <a:lnTo>
                      <a:pt x="312" y="978"/>
                    </a:lnTo>
                    <a:lnTo>
                      <a:pt x="324" y="978"/>
                    </a:lnTo>
                    <a:lnTo>
                      <a:pt x="360" y="960"/>
                    </a:lnTo>
                    <a:lnTo>
                      <a:pt x="366" y="954"/>
                    </a:lnTo>
                    <a:lnTo>
                      <a:pt x="366" y="900"/>
                    </a:lnTo>
                    <a:lnTo>
                      <a:pt x="372" y="894"/>
                    </a:lnTo>
                    <a:lnTo>
                      <a:pt x="378" y="894"/>
                    </a:lnTo>
                    <a:lnTo>
                      <a:pt x="396" y="912"/>
                    </a:lnTo>
                    <a:lnTo>
                      <a:pt x="402" y="924"/>
                    </a:lnTo>
                    <a:lnTo>
                      <a:pt x="402" y="954"/>
                    </a:lnTo>
                    <a:lnTo>
                      <a:pt x="408" y="954"/>
                    </a:lnTo>
                    <a:lnTo>
                      <a:pt x="426" y="972"/>
                    </a:lnTo>
                    <a:lnTo>
                      <a:pt x="432" y="984"/>
                    </a:lnTo>
                    <a:lnTo>
                      <a:pt x="444" y="1014"/>
                    </a:lnTo>
                    <a:lnTo>
                      <a:pt x="450" y="1050"/>
                    </a:lnTo>
                    <a:lnTo>
                      <a:pt x="450" y="1074"/>
                    </a:lnTo>
                    <a:lnTo>
                      <a:pt x="456" y="1092"/>
                    </a:lnTo>
                    <a:lnTo>
                      <a:pt x="456" y="1128"/>
                    </a:lnTo>
                    <a:lnTo>
                      <a:pt x="462" y="1134"/>
                    </a:lnTo>
                    <a:lnTo>
                      <a:pt x="480" y="1170"/>
                    </a:lnTo>
                    <a:lnTo>
                      <a:pt x="486" y="1176"/>
                    </a:lnTo>
                    <a:lnTo>
                      <a:pt x="486" y="1182"/>
                    </a:lnTo>
                    <a:lnTo>
                      <a:pt x="528" y="1272"/>
                    </a:lnTo>
                    <a:lnTo>
                      <a:pt x="540" y="1320"/>
                    </a:lnTo>
                    <a:lnTo>
                      <a:pt x="522" y="1320"/>
                    </a:lnTo>
                    <a:lnTo>
                      <a:pt x="516" y="1326"/>
                    </a:lnTo>
                    <a:lnTo>
                      <a:pt x="516" y="1350"/>
                    </a:lnTo>
                    <a:lnTo>
                      <a:pt x="510" y="1362"/>
                    </a:lnTo>
                    <a:lnTo>
                      <a:pt x="510" y="1374"/>
                    </a:lnTo>
                    <a:lnTo>
                      <a:pt x="552" y="1362"/>
                    </a:lnTo>
                    <a:lnTo>
                      <a:pt x="540" y="1416"/>
                    </a:lnTo>
                    <a:lnTo>
                      <a:pt x="540" y="1428"/>
                    </a:lnTo>
                    <a:lnTo>
                      <a:pt x="534" y="1440"/>
                    </a:lnTo>
                    <a:lnTo>
                      <a:pt x="534" y="1464"/>
                    </a:lnTo>
                    <a:lnTo>
                      <a:pt x="540" y="1482"/>
                    </a:lnTo>
                    <a:lnTo>
                      <a:pt x="540" y="1488"/>
                    </a:lnTo>
                    <a:lnTo>
                      <a:pt x="546" y="1500"/>
                    </a:lnTo>
                    <a:lnTo>
                      <a:pt x="552" y="1488"/>
                    </a:lnTo>
                    <a:lnTo>
                      <a:pt x="558" y="1482"/>
                    </a:lnTo>
                    <a:lnTo>
                      <a:pt x="564" y="1470"/>
                    </a:lnTo>
                    <a:lnTo>
                      <a:pt x="564" y="1458"/>
                    </a:lnTo>
                    <a:lnTo>
                      <a:pt x="558" y="1452"/>
                    </a:lnTo>
                    <a:lnTo>
                      <a:pt x="558" y="1440"/>
                    </a:lnTo>
                    <a:lnTo>
                      <a:pt x="576" y="1422"/>
                    </a:lnTo>
                    <a:lnTo>
                      <a:pt x="594" y="1386"/>
                    </a:lnTo>
                    <a:lnTo>
                      <a:pt x="594" y="1368"/>
                    </a:lnTo>
                    <a:lnTo>
                      <a:pt x="600" y="1356"/>
                    </a:lnTo>
                    <a:lnTo>
                      <a:pt x="600" y="1326"/>
                    </a:lnTo>
                    <a:lnTo>
                      <a:pt x="594" y="1314"/>
                    </a:lnTo>
                    <a:lnTo>
                      <a:pt x="594" y="1290"/>
                    </a:lnTo>
                    <a:lnTo>
                      <a:pt x="570" y="1266"/>
                    </a:lnTo>
                    <a:lnTo>
                      <a:pt x="570" y="1242"/>
                    </a:lnTo>
                    <a:lnTo>
                      <a:pt x="564" y="1224"/>
                    </a:lnTo>
                    <a:lnTo>
                      <a:pt x="564" y="1194"/>
                    </a:lnTo>
                    <a:lnTo>
                      <a:pt x="558" y="1182"/>
                    </a:lnTo>
                    <a:lnTo>
                      <a:pt x="516" y="1140"/>
                    </a:lnTo>
                    <a:lnTo>
                      <a:pt x="510" y="1128"/>
                    </a:lnTo>
                    <a:lnTo>
                      <a:pt x="504" y="1122"/>
                    </a:lnTo>
                    <a:lnTo>
                      <a:pt x="498" y="1110"/>
                    </a:lnTo>
                    <a:lnTo>
                      <a:pt x="492" y="1104"/>
                    </a:lnTo>
                    <a:lnTo>
                      <a:pt x="492" y="1098"/>
                    </a:lnTo>
                    <a:lnTo>
                      <a:pt x="486" y="1092"/>
                    </a:lnTo>
                    <a:lnTo>
                      <a:pt x="504" y="1056"/>
                    </a:lnTo>
                    <a:lnTo>
                      <a:pt x="510" y="1050"/>
                    </a:lnTo>
                    <a:lnTo>
                      <a:pt x="516" y="1038"/>
                    </a:lnTo>
                    <a:lnTo>
                      <a:pt x="516" y="1014"/>
                    </a:lnTo>
                    <a:lnTo>
                      <a:pt x="510" y="1002"/>
                    </a:lnTo>
                    <a:lnTo>
                      <a:pt x="522" y="1002"/>
                    </a:lnTo>
                    <a:lnTo>
                      <a:pt x="528" y="996"/>
                    </a:lnTo>
                    <a:lnTo>
                      <a:pt x="528" y="978"/>
                    </a:lnTo>
                    <a:lnTo>
                      <a:pt x="522" y="972"/>
                    </a:lnTo>
                    <a:lnTo>
                      <a:pt x="516" y="978"/>
                    </a:lnTo>
                    <a:lnTo>
                      <a:pt x="510" y="978"/>
                    </a:lnTo>
                    <a:lnTo>
                      <a:pt x="504" y="972"/>
                    </a:lnTo>
                    <a:lnTo>
                      <a:pt x="498" y="960"/>
                    </a:lnTo>
                    <a:lnTo>
                      <a:pt x="498" y="942"/>
                    </a:lnTo>
                    <a:lnTo>
                      <a:pt x="504" y="942"/>
                    </a:lnTo>
                    <a:lnTo>
                      <a:pt x="504" y="936"/>
                    </a:lnTo>
                    <a:lnTo>
                      <a:pt x="498" y="930"/>
                    </a:lnTo>
                    <a:lnTo>
                      <a:pt x="486" y="924"/>
                    </a:lnTo>
                    <a:lnTo>
                      <a:pt x="474" y="912"/>
                    </a:lnTo>
                    <a:lnTo>
                      <a:pt x="462" y="906"/>
                    </a:lnTo>
                    <a:lnTo>
                      <a:pt x="444" y="888"/>
                    </a:lnTo>
                    <a:lnTo>
                      <a:pt x="438" y="876"/>
                    </a:lnTo>
                    <a:lnTo>
                      <a:pt x="438" y="870"/>
                    </a:lnTo>
                    <a:lnTo>
                      <a:pt x="432" y="870"/>
                    </a:lnTo>
                    <a:lnTo>
                      <a:pt x="438" y="846"/>
                    </a:lnTo>
                    <a:lnTo>
                      <a:pt x="426" y="840"/>
                    </a:lnTo>
                    <a:lnTo>
                      <a:pt x="402" y="816"/>
                    </a:lnTo>
                    <a:lnTo>
                      <a:pt x="402" y="810"/>
                    </a:lnTo>
                    <a:lnTo>
                      <a:pt x="426" y="810"/>
                    </a:lnTo>
                    <a:lnTo>
                      <a:pt x="426" y="792"/>
                    </a:lnTo>
                    <a:lnTo>
                      <a:pt x="408" y="774"/>
                    </a:lnTo>
                    <a:lnTo>
                      <a:pt x="408" y="768"/>
                    </a:lnTo>
                    <a:lnTo>
                      <a:pt x="414" y="762"/>
                    </a:lnTo>
                    <a:lnTo>
                      <a:pt x="420" y="762"/>
                    </a:lnTo>
                    <a:lnTo>
                      <a:pt x="426" y="756"/>
                    </a:lnTo>
                    <a:lnTo>
                      <a:pt x="426" y="708"/>
                    </a:lnTo>
                    <a:lnTo>
                      <a:pt x="456" y="708"/>
                    </a:lnTo>
                    <a:lnTo>
                      <a:pt x="468" y="714"/>
                    </a:lnTo>
                    <a:lnTo>
                      <a:pt x="480" y="714"/>
                    </a:lnTo>
                    <a:lnTo>
                      <a:pt x="486" y="708"/>
                    </a:lnTo>
                    <a:lnTo>
                      <a:pt x="492" y="696"/>
                    </a:lnTo>
                    <a:lnTo>
                      <a:pt x="498" y="690"/>
                    </a:lnTo>
                    <a:lnTo>
                      <a:pt x="498" y="684"/>
                    </a:lnTo>
                    <a:lnTo>
                      <a:pt x="522" y="684"/>
                    </a:lnTo>
                    <a:lnTo>
                      <a:pt x="528" y="660"/>
                    </a:lnTo>
                    <a:lnTo>
                      <a:pt x="534" y="660"/>
                    </a:lnTo>
                    <a:lnTo>
                      <a:pt x="540" y="654"/>
                    </a:lnTo>
                    <a:lnTo>
                      <a:pt x="564" y="654"/>
                    </a:lnTo>
                    <a:lnTo>
                      <a:pt x="564" y="642"/>
                    </a:lnTo>
                    <a:lnTo>
                      <a:pt x="582" y="624"/>
                    </a:lnTo>
                    <a:lnTo>
                      <a:pt x="594" y="624"/>
                    </a:lnTo>
                    <a:lnTo>
                      <a:pt x="600" y="618"/>
                    </a:lnTo>
                    <a:lnTo>
                      <a:pt x="594" y="612"/>
                    </a:lnTo>
                    <a:lnTo>
                      <a:pt x="600" y="600"/>
                    </a:lnTo>
                    <a:lnTo>
                      <a:pt x="600" y="588"/>
                    </a:lnTo>
                    <a:lnTo>
                      <a:pt x="636" y="570"/>
                    </a:lnTo>
                    <a:lnTo>
                      <a:pt x="636" y="552"/>
                    </a:lnTo>
                    <a:lnTo>
                      <a:pt x="630" y="546"/>
                    </a:lnTo>
                    <a:lnTo>
                      <a:pt x="618" y="546"/>
                    </a:lnTo>
                    <a:lnTo>
                      <a:pt x="600" y="564"/>
                    </a:lnTo>
                    <a:lnTo>
                      <a:pt x="600" y="570"/>
                    </a:lnTo>
                    <a:lnTo>
                      <a:pt x="558" y="570"/>
                    </a:lnTo>
                    <a:lnTo>
                      <a:pt x="558" y="552"/>
                    </a:lnTo>
                    <a:lnTo>
                      <a:pt x="546" y="552"/>
                    </a:lnTo>
                    <a:lnTo>
                      <a:pt x="534" y="522"/>
                    </a:lnTo>
                    <a:lnTo>
                      <a:pt x="480" y="516"/>
                    </a:lnTo>
                    <a:lnTo>
                      <a:pt x="486" y="504"/>
                    </a:lnTo>
                    <a:lnTo>
                      <a:pt x="486" y="498"/>
                    </a:lnTo>
                    <a:lnTo>
                      <a:pt x="492" y="492"/>
                    </a:lnTo>
                    <a:lnTo>
                      <a:pt x="492" y="480"/>
                    </a:lnTo>
                    <a:lnTo>
                      <a:pt x="480" y="468"/>
                    </a:lnTo>
                    <a:lnTo>
                      <a:pt x="486" y="462"/>
                    </a:lnTo>
                    <a:lnTo>
                      <a:pt x="498" y="462"/>
                    </a:lnTo>
                    <a:lnTo>
                      <a:pt x="504" y="456"/>
                    </a:lnTo>
                    <a:lnTo>
                      <a:pt x="504" y="450"/>
                    </a:lnTo>
                    <a:lnTo>
                      <a:pt x="498" y="444"/>
                    </a:lnTo>
                    <a:lnTo>
                      <a:pt x="486" y="438"/>
                    </a:lnTo>
                    <a:lnTo>
                      <a:pt x="456" y="438"/>
                    </a:lnTo>
                    <a:lnTo>
                      <a:pt x="444" y="396"/>
                    </a:lnTo>
                    <a:lnTo>
                      <a:pt x="420" y="378"/>
                    </a:lnTo>
                    <a:lnTo>
                      <a:pt x="450" y="354"/>
                    </a:lnTo>
                    <a:lnTo>
                      <a:pt x="390" y="354"/>
                    </a:lnTo>
                    <a:lnTo>
                      <a:pt x="384" y="360"/>
                    </a:lnTo>
                    <a:lnTo>
                      <a:pt x="372" y="360"/>
                    </a:lnTo>
                    <a:lnTo>
                      <a:pt x="366" y="366"/>
                    </a:lnTo>
                    <a:lnTo>
                      <a:pt x="354" y="372"/>
                    </a:lnTo>
                    <a:lnTo>
                      <a:pt x="366" y="354"/>
                    </a:lnTo>
                    <a:lnTo>
                      <a:pt x="360" y="342"/>
                    </a:lnTo>
                    <a:lnTo>
                      <a:pt x="342" y="324"/>
                    </a:lnTo>
                    <a:lnTo>
                      <a:pt x="342" y="306"/>
                    </a:lnTo>
                    <a:lnTo>
                      <a:pt x="354" y="306"/>
                    </a:lnTo>
                    <a:lnTo>
                      <a:pt x="348" y="276"/>
                    </a:lnTo>
                    <a:lnTo>
                      <a:pt x="360" y="276"/>
                    </a:lnTo>
                    <a:lnTo>
                      <a:pt x="366" y="270"/>
                    </a:lnTo>
                    <a:lnTo>
                      <a:pt x="366" y="234"/>
                    </a:lnTo>
                    <a:lnTo>
                      <a:pt x="372" y="240"/>
                    </a:lnTo>
                    <a:lnTo>
                      <a:pt x="384" y="240"/>
                    </a:lnTo>
                    <a:lnTo>
                      <a:pt x="390" y="234"/>
                    </a:lnTo>
                    <a:lnTo>
                      <a:pt x="396" y="222"/>
                    </a:lnTo>
                    <a:lnTo>
                      <a:pt x="396" y="216"/>
                    </a:lnTo>
                    <a:lnTo>
                      <a:pt x="378" y="198"/>
                    </a:lnTo>
                    <a:lnTo>
                      <a:pt x="390" y="198"/>
                    </a:lnTo>
                    <a:lnTo>
                      <a:pt x="396" y="192"/>
                    </a:lnTo>
                    <a:lnTo>
                      <a:pt x="408" y="192"/>
                    </a:lnTo>
                    <a:lnTo>
                      <a:pt x="396" y="132"/>
                    </a:lnTo>
                    <a:lnTo>
                      <a:pt x="384" y="108"/>
                    </a:lnTo>
                    <a:lnTo>
                      <a:pt x="384" y="78"/>
                    </a:lnTo>
                    <a:lnTo>
                      <a:pt x="378" y="72"/>
                    </a:lnTo>
                    <a:lnTo>
                      <a:pt x="342" y="72"/>
                    </a:lnTo>
                    <a:lnTo>
                      <a:pt x="342" y="66"/>
                    </a:lnTo>
                    <a:lnTo>
                      <a:pt x="336" y="60"/>
                    </a:lnTo>
                    <a:lnTo>
                      <a:pt x="318" y="24"/>
                    </a:lnTo>
                    <a:lnTo>
                      <a:pt x="306" y="18"/>
                    </a:lnTo>
                    <a:lnTo>
                      <a:pt x="300" y="6"/>
                    </a:lnTo>
                    <a:lnTo>
                      <a:pt x="294" y="0"/>
                    </a:lnTo>
                    <a:lnTo>
                      <a:pt x="288" y="0"/>
                    </a:lnTo>
                    <a:lnTo>
                      <a:pt x="282" y="18"/>
                    </a:lnTo>
                    <a:lnTo>
                      <a:pt x="282" y="48"/>
                    </a:lnTo>
                    <a:lnTo>
                      <a:pt x="276" y="48"/>
                    </a:lnTo>
                    <a:lnTo>
                      <a:pt x="270" y="54"/>
                    </a:lnTo>
                    <a:lnTo>
                      <a:pt x="258" y="60"/>
                    </a:lnTo>
                    <a:lnTo>
                      <a:pt x="246" y="72"/>
                    </a:lnTo>
                    <a:lnTo>
                      <a:pt x="252" y="84"/>
                    </a:lnTo>
                    <a:lnTo>
                      <a:pt x="258" y="90"/>
                    </a:lnTo>
                    <a:lnTo>
                      <a:pt x="270" y="96"/>
                    </a:lnTo>
                    <a:lnTo>
                      <a:pt x="276" y="102"/>
                    </a:lnTo>
                    <a:lnTo>
                      <a:pt x="276" y="108"/>
                    </a:lnTo>
                    <a:lnTo>
                      <a:pt x="258" y="108"/>
                    </a:lnTo>
                    <a:lnTo>
                      <a:pt x="252" y="102"/>
                    </a:lnTo>
                    <a:lnTo>
                      <a:pt x="216" y="102"/>
                    </a:lnTo>
                    <a:lnTo>
                      <a:pt x="204" y="108"/>
                    </a:lnTo>
                    <a:lnTo>
                      <a:pt x="198" y="108"/>
                    </a:lnTo>
                    <a:lnTo>
                      <a:pt x="198" y="126"/>
                    </a:lnTo>
                    <a:lnTo>
                      <a:pt x="186" y="138"/>
                    </a:lnTo>
                    <a:lnTo>
                      <a:pt x="174" y="144"/>
                    </a:lnTo>
                    <a:lnTo>
                      <a:pt x="162" y="144"/>
                    </a:lnTo>
                    <a:lnTo>
                      <a:pt x="156" y="150"/>
                    </a:lnTo>
                    <a:lnTo>
                      <a:pt x="150" y="150"/>
                    </a:lnTo>
                    <a:lnTo>
                      <a:pt x="150" y="174"/>
                    </a:lnTo>
                    <a:lnTo>
                      <a:pt x="156" y="180"/>
                    </a:lnTo>
                    <a:lnTo>
                      <a:pt x="156" y="186"/>
                    </a:lnTo>
                    <a:lnTo>
                      <a:pt x="162" y="192"/>
                    </a:lnTo>
                    <a:lnTo>
                      <a:pt x="162" y="204"/>
                    </a:lnTo>
                    <a:lnTo>
                      <a:pt x="144" y="234"/>
                    </a:lnTo>
                    <a:lnTo>
                      <a:pt x="138" y="240"/>
                    </a:lnTo>
                    <a:lnTo>
                      <a:pt x="126" y="246"/>
                    </a:lnTo>
                    <a:lnTo>
                      <a:pt x="126" y="264"/>
                    </a:lnTo>
                    <a:lnTo>
                      <a:pt x="132" y="276"/>
                    </a:lnTo>
                    <a:lnTo>
                      <a:pt x="138" y="282"/>
                    </a:lnTo>
                    <a:lnTo>
                      <a:pt x="120" y="336"/>
                    </a:lnTo>
                    <a:lnTo>
                      <a:pt x="120" y="372"/>
                    </a:lnTo>
                    <a:lnTo>
                      <a:pt x="108" y="372"/>
                    </a:lnTo>
                    <a:lnTo>
                      <a:pt x="96" y="366"/>
                    </a:lnTo>
                    <a:lnTo>
                      <a:pt x="42" y="366"/>
                    </a:lnTo>
                    <a:lnTo>
                      <a:pt x="48" y="366"/>
                    </a:lnTo>
                    <a:lnTo>
                      <a:pt x="66" y="384"/>
                    </a:lnTo>
                    <a:lnTo>
                      <a:pt x="72" y="432"/>
                    </a:lnTo>
                    <a:lnTo>
                      <a:pt x="66" y="432"/>
                    </a:lnTo>
                    <a:lnTo>
                      <a:pt x="48" y="450"/>
                    </a:lnTo>
                    <a:lnTo>
                      <a:pt x="54" y="462"/>
                    </a:lnTo>
                    <a:lnTo>
                      <a:pt x="54" y="486"/>
                    </a:lnTo>
                    <a:lnTo>
                      <a:pt x="72" y="504"/>
                    </a:lnTo>
                    <a:lnTo>
                      <a:pt x="72" y="516"/>
                    </a:lnTo>
                    <a:lnTo>
                      <a:pt x="60" y="516"/>
                    </a:lnTo>
                    <a:lnTo>
                      <a:pt x="54" y="510"/>
                    </a:lnTo>
                    <a:lnTo>
                      <a:pt x="48" y="510"/>
                    </a:lnTo>
                    <a:lnTo>
                      <a:pt x="48" y="534"/>
                    </a:lnTo>
                    <a:lnTo>
                      <a:pt x="30" y="516"/>
                    </a:lnTo>
                    <a:lnTo>
                      <a:pt x="42" y="576"/>
                    </a:lnTo>
                    <a:lnTo>
                      <a:pt x="6" y="570"/>
                    </a:lnTo>
                    <a:lnTo>
                      <a:pt x="6" y="576"/>
                    </a:lnTo>
                    <a:lnTo>
                      <a:pt x="0" y="58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4" name="Mongolia" descr="© INSCALE GmbH, 05.05.2010&#10;http://www.presentationload.com/">
                <a:extLst>
                  <a:ext uri="{FF2B5EF4-FFF2-40B4-BE49-F238E27FC236}">
                    <a16:creationId xmlns:a16="http://schemas.microsoft.com/office/drawing/2014/main" id="{4435859A-7A1C-AB41-AB87-FDCD19C1A39E}"/>
                  </a:ext>
                </a:extLst>
              </p:cNvPr>
              <p:cNvSpPr>
                <a:spLocks/>
              </p:cNvSpPr>
              <p:nvPr/>
            </p:nvSpPr>
            <p:spPr bwMode="gray">
              <a:xfrm>
                <a:off x="8058505" y="2383011"/>
                <a:ext cx="882636" cy="350096"/>
              </a:xfrm>
              <a:custGeom>
                <a:avLst/>
                <a:gdLst>
                  <a:gd name="T0" fmla="*/ 2147483647 w 2100"/>
                  <a:gd name="T1" fmla="*/ 2147483647 h 834"/>
                  <a:gd name="T2" fmla="*/ 2147483647 w 2100"/>
                  <a:gd name="T3" fmla="*/ 2147483647 h 834"/>
                  <a:gd name="T4" fmla="*/ 2147483647 w 2100"/>
                  <a:gd name="T5" fmla="*/ 2147483647 h 834"/>
                  <a:gd name="T6" fmla="*/ 2147483647 w 2100"/>
                  <a:gd name="T7" fmla="*/ 2147483647 h 834"/>
                  <a:gd name="T8" fmla="*/ 2147483647 w 2100"/>
                  <a:gd name="T9" fmla="*/ 2147483647 h 834"/>
                  <a:gd name="T10" fmla="*/ 2147483647 w 2100"/>
                  <a:gd name="T11" fmla="*/ 2147483647 h 834"/>
                  <a:gd name="T12" fmla="*/ 2147483647 w 2100"/>
                  <a:gd name="T13" fmla="*/ 2147483647 h 834"/>
                  <a:gd name="T14" fmla="*/ 2147483647 w 2100"/>
                  <a:gd name="T15" fmla="*/ 2147483647 h 834"/>
                  <a:gd name="T16" fmla="*/ 2147483647 w 2100"/>
                  <a:gd name="T17" fmla="*/ 2147483647 h 834"/>
                  <a:gd name="T18" fmla="*/ 2147483647 w 2100"/>
                  <a:gd name="T19" fmla="*/ 2147483647 h 834"/>
                  <a:gd name="T20" fmla="*/ 2147483647 w 2100"/>
                  <a:gd name="T21" fmla="*/ 2147483647 h 834"/>
                  <a:gd name="T22" fmla="*/ 2147483647 w 2100"/>
                  <a:gd name="T23" fmla="*/ 2147483647 h 834"/>
                  <a:gd name="T24" fmla="*/ 2147483647 w 2100"/>
                  <a:gd name="T25" fmla="*/ 2147483647 h 834"/>
                  <a:gd name="T26" fmla="*/ 2147483647 w 2100"/>
                  <a:gd name="T27" fmla="*/ 2147483647 h 834"/>
                  <a:gd name="T28" fmla="*/ 2147483647 w 2100"/>
                  <a:gd name="T29" fmla="*/ 2147483647 h 834"/>
                  <a:gd name="T30" fmla="*/ 2147483647 w 2100"/>
                  <a:gd name="T31" fmla="*/ 2147483647 h 834"/>
                  <a:gd name="T32" fmla="*/ 2147483647 w 2100"/>
                  <a:gd name="T33" fmla="*/ 2147483647 h 834"/>
                  <a:gd name="T34" fmla="*/ 2147483647 w 2100"/>
                  <a:gd name="T35" fmla="*/ 2147483647 h 834"/>
                  <a:gd name="T36" fmla="*/ 2147483647 w 2100"/>
                  <a:gd name="T37" fmla="*/ 2147483647 h 834"/>
                  <a:gd name="T38" fmla="*/ 2147483647 w 2100"/>
                  <a:gd name="T39" fmla="*/ 2147483647 h 834"/>
                  <a:gd name="T40" fmla="*/ 2147483647 w 2100"/>
                  <a:gd name="T41" fmla="*/ 2147483647 h 834"/>
                  <a:gd name="T42" fmla="*/ 2147483647 w 2100"/>
                  <a:gd name="T43" fmla="*/ 2147483647 h 834"/>
                  <a:gd name="T44" fmla="*/ 2147483647 w 2100"/>
                  <a:gd name="T45" fmla="*/ 2147483647 h 834"/>
                  <a:gd name="T46" fmla="*/ 2147483647 w 2100"/>
                  <a:gd name="T47" fmla="*/ 2147483647 h 834"/>
                  <a:gd name="T48" fmla="*/ 2147483647 w 2100"/>
                  <a:gd name="T49" fmla="*/ 2147483647 h 834"/>
                  <a:gd name="T50" fmla="*/ 2147483647 w 2100"/>
                  <a:gd name="T51" fmla="*/ 2147483647 h 834"/>
                  <a:gd name="T52" fmla="*/ 2147483647 w 2100"/>
                  <a:gd name="T53" fmla="*/ 2147483647 h 834"/>
                  <a:gd name="T54" fmla="*/ 2147483647 w 2100"/>
                  <a:gd name="T55" fmla="*/ 2147483647 h 834"/>
                  <a:gd name="T56" fmla="*/ 2147483647 w 2100"/>
                  <a:gd name="T57" fmla="*/ 2147483647 h 834"/>
                  <a:gd name="T58" fmla="*/ 2147483647 w 2100"/>
                  <a:gd name="T59" fmla="*/ 2147483647 h 834"/>
                  <a:gd name="T60" fmla="*/ 2147483647 w 2100"/>
                  <a:gd name="T61" fmla="*/ 2147483647 h 834"/>
                  <a:gd name="T62" fmla="*/ 0 w 2100"/>
                  <a:gd name="T63" fmla="*/ 2147483647 h 834"/>
                  <a:gd name="T64" fmla="*/ 2147483647 w 2100"/>
                  <a:gd name="T65" fmla="*/ 2147483647 h 834"/>
                  <a:gd name="T66" fmla="*/ 2147483647 w 2100"/>
                  <a:gd name="T67" fmla="*/ 2147483647 h 834"/>
                  <a:gd name="T68" fmla="*/ 2147483647 w 2100"/>
                  <a:gd name="T69" fmla="*/ 2147483647 h 834"/>
                  <a:gd name="T70" fmla="*/ 2147483647 w 2100"/>
                  <a:gd name="T71" fmla="*/ 2147483647 h 834"/>
                  <a:gd name="T72" fmla="*/ 2147483647 w 2100"/>
                  <a:gd name="T73" fmla="*/ 2147483647 h 834"/>
                  <a:gd name="T74" fmla="*/ 2147483647 w 2100"/>
                  <a:gd name="T75" fmla="*/ 2147483647 h 834"/>
                  <a:gd name="T76" fmla="*/ 2147483647 w 2100"/>
                  <a:gd name="T77" fmla="*/ 2147483647 h 834"/>
                  <a:gd name="T78" fmla="*/ 2147483647 w 2100"/>
                  <a:gd name="T79" fmla="*/ 2147483647 h 834"/>
                  <a:gd name="T80" fmla="*/ 2147483647 w 2100"/>
                  <a:gd name="T81" fmla="*/ 2147483647 h 834"/>
                  <a:gd name="T82" fmla="*/ 2147483647 w 2100"/>
                  <a:gd name="T83" fmla="*/ 2147483647 h 834"/>
                  <a:gd name="T84" fmla="*/ 2147483647 w 2100"/>
                  <a:gd name="T85" fmla="*/ 2147483647 h 834"/>
                  <a:gd name="T86" fmla="*/ 2147483647 w 2100"/>
                  <a:gd name="T87" fmla="*/ 2147483647 h 834"/>
                  <a:gd name="T88" fmla="*/ 2147483647 w 2100"/>
                  <a:gd name="T89" fmla="*/ 2147483647 h 834"/>
                  <a:gd name="T90" fmla="*/ 2147483647 w 2100"/>
                  <a:gd name="T91" fmla="*/ 2147483647 h 834"/>
                  <a:gd name="T92" fmla="*/ 2147483647 w 2100"/>
                  <a:gd name="T93" fmla="*/ 2147483647 h 834"/>
                  <a:gd name="T94" fmla="*/ 2147483647 w 2100"/>
                  <a:gd name="T95" fmla="*/ 2147483647 h 834"/>
                  <a:gd name="T96" fmla="*/ 2147483647 w 2100"/>
                  <a:gd name="T97" fmla="*/ 2147483647 h 834"/>
                  <a:gd name="T98" fmla="*/ 2147483647 w 2100"/>
                  <a:gd name="T99" fmla="*/ 2147483647 h 834"/>
                  <a:gd name="T100" fmla="*/ 2147483647 w 2100"/>
                  <a:gd name="T101" fmla="*/ 2147483647 h 834"/>
                  <a:gd name="T102" fmla="*/ 2147483647 w 2100"/>
                  <a:gd name="T103" fmla="*/ 2147483647 h 834"/>
                  <a:gd name="T104" fmla="*/ 2147483647 w 2100"/>
                  <a:gd name="T105" fmla="*/ 2147483647 h 834"/>
                  <a:gd name="T106" fmla="*/ 2147483647 w 2100"/>
                  <a:gd name="T107" fmla="*/ 2147483647 h 834"/>
                  <a:gd name="T108" fmla="*/ 2147483647 w 2100"/>
                  <a:gd name="T109" fmla="*/ 2147483647 h 834"/>
                  <a:gd name="T110" fmla="*/ 2147483647 w 2100"/>
                  <a:gd name="T111" fmla="*/ 2147483647 h 834"/>
                  <a:gd name="T112" fmla="*/ 2147483647 w 2100"/>
                  <a:gd name="T113" fmla="*/ 2147483647 h 834"/>
                  <a:gd name="T114" fmla="*/ 2147483647 w 2100"/>
                  <a:gd name="T115" fmla="*/ 2147483647 h 834"/>
                  <a:gd name="T116" fmla="*/ 2147483647 w 2100"/>
                  <a:gd name="T117" fmla="*/ 2147483647 h 834"/>
                  <a:gd name="T118" fmla="*/ 2147483647 w 2100"/>
                  <a:gd name="T119" fmla="*/ 2147483647 h 834"/>
                  <a:gd name="T120" fmla="*/ 2147483647 w 2100"/>
                  <a:gd name="T121" fmla="*/ 2147483647 h 834"/>
                  <a:gd name="T122" fmla="*/ 2147483647 w 2100"/>
                  <a:gd name="T123" fmla="*/ 2147483647 h 83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100"/>
                  <a:gd name="T187" fmla="*/ 0 h 834"/>
                  <a:gd name="T188" fmla="*/ 2100 w 2100"/>
                  <a:gd name="T189" fmla="*/ 834 h 83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100" h="834">
                    <a:moveTo>
                      <a:pt x="2088" y="408"/>
                    </a:moveTo>
                    <a:lnTo>
                      <a:pt x="2076" y="396"/>
                    </a:lnTo>
                    <a:lnTo>
                      <a:pt x="2070" y="384"/>
                    </a:lnTo>
                    <a:lnTo>
                      <a:pt x="2058" y="384"/>
                    </a:lnTo>
                    <a:lnTo>
                      <a:pt x="2034" y="372"/>
                    </a:lnTo>
                    <a:lnTo>
                      <a:pt x="2022" y="360"/>
                    </a:lnTo>
                    <a:lnTo>
                      <a:pt x="2010" y="354"/>
                    </a:lnTo>
                    <a:lnTo>
                      <a:pt x="2004" y="348"/>
                    </a:lnTo>
                    <a:lnTo>
                      <a:pt x="1986" y="348"/>
                    </a:lnTo>
                    <a:lnTo>
                      <a:pt x="1974" y="342"/>
                    </a:lnTo>
                    <a:lnTo>
                      <a:pt x="1968" y="336"/>
                    </a:lnTo>
                    <a:lnTo>
                      <a:pt x="1968" y="324"/>
                    </a:lnTo>
                    <a:lnTo>
                      <a:pt x="1902" y="324"/>
                    </a:lnTo>
                    <a:lnTo>
                      <a:pt x="1902" y="348"/>
                    </a:lnTo>
                    <a:lnTo>
                      <a:pt x="1896" y="354"/>
                    </a:lnTo>
                    <a:lnTo>
                      <a:pt x="1890" y="354"/>
                    </a:lnTo>
                    <a:lnTo>
                      <a:pt x="1878" y="348"/>
                    </a:lnTo>
                    <a:lnTo>
                      <a:pt x="1866" y="336"/>
                    </a:lnTo>
                    <a:lnTo>
                      <a:pt x="1812" y="336"/>
                    </a:lnTo>
                    <a:lnTo>
                      <a:pt x="1806" y="342"/>
                    </a:lnTo>
                    <a:lnTo>
                      <a:pt x="1812" y="342"/>
                    </a:lnTo>
                    <a:lnTo>
                      <a:pt x="1812" y="348"/>
                    </a:lnTo>
                    <a:lnTo>
                      <a:pt x="1794" y="348"/>
                    </a:lnTo>
                    <a:lnTo>
                      <a:pt x="1788" y="342"/>
                    </a:lnTo>
                    <a:lnTo>
                      <a:pt x="1776" y="336"/>
                    </a:lnTo>
                    <a:lnTo>
                      <a:pt x="1770" y="324"/>
                    </a:lnTo>
                    <a:lnTo>
                      <a:pt x="1770" y="306"/>
                    </a:lnTo>
                    <a:lnTo>
                      <a:pt x="1776" y="306"/>
                    </a:lnTo>
                    <a:lnTo>
                      <a:pt x="1770" y="294"/>
                    </a:lnTo>
                    <a:lnTo>
                      <a:pt x="1764" y="270"/>
                    </a:lnTo>
                    <a:lnTo>
                      <a:pt x="1758" y="258"/>
                    </a:lnTo>
                    <a:lnTo>
                      <a:pt x="1758" y="174"/>
                    </a:lnTo>
                    <a:lnTo>
                      <a:pt x="1740" y="174"/>
                    </a:lnTo>
                    <a:lnTo>
                      <a:pt x="1716" y="168"/>
                    </a:lnTo>
                    <a:lnTo>
                      <a:pt x="1710" y="174"/>
                    </a:lnTo>
                    <a:lnTo>
                      <a:pt x="1698" y="180"/>
                    </a:lnTo>
                    <a:lnTo>
                      <a:pt x="1674" y="180"/>
                    </a:lnTo>
                    <a:lnTo>
                      <a:pt x="1662" y="174"/>
                    </a:lnTo>
                    <a:lnTo>
                      <a:pt x="1644" y="156"/>
                    </a:lnTo>
                    <a:lnTo>
                      <a:pt x="1608" y="156"/>
                    </a:lnTo>
                    <a:lnTo>
                      <a:pt x="1596" y="150"/>
                    </a:lnTo>
                    <a:lnTo>
                      <a:pt x="1578" y="150"/>
                    </a:lnTo>
                    <a:lnTo>
                      <a:pt x="1548" y="180"/>
                    </a:lnTo>
                    <a:lnTo>
                      <a:pt x="1548" y="192"/>
                    </a:lnTo>
                    <a:lnTo>
                      <a:pt x="1536" y="204"/>
                    </a:lnTo>
                    <a:lnTo>
                      <a:pt x="1500" y="204"/>
                    </a:lnTo>
                    <a:lnTo>
                      <a:pt x="1488" y="216"/>
                    </a:lnTo>
                    <a:lnTo>
                      <a:pt x="1440" y="216"/>
                    </a:lnTo>
                    <a:lnTo>
                      <a:pt x="1440" y="222"/>
                    </a:lnTo>
                    <a:lnTo>
                      <a:pt x="1422" y="240"/>
                    </a:lnTo>
                    <a:lnTo>
                      <a:pt x="1416" y="240"/>
                    </a:lnTo>
                    <a:lnTo>
                      <a:pt x="1416" y="234"/>
                    </a:lnTo>
                    <a:lnTo>
                      <a:pt x="1410" y="228"/>
                    </a:lnTo>
                    <a:lnTo>
                      <a:pt x="1392" y="228"/>
                    </a:lnTo>
                    <a:lnTo>
                      <a:pt x="1380" y="234"/>
                    </a:lnTo>
                    <a:lnTo>
                      <a:pt x="1356" y="234"/>
                    </a:lnTo>
                    <a:lnTo>
                      <a:pt x="1344" y="228"/>
                    </a:lnTo>
                    <a:lnTo>
                      <a:pt x="1338" y="228"/>
                    </a:lnTo>
                    <a:lnTo>
                      <a:pt x="1332" y="222"/>
                    </a:lnTo>
                    <a:lnTo>
                      <a:pt x="1266" y="222"/>
                    </a:lnTo>
                    <a:lnTo>
                      <a:pt x="1260" y="216"/>
                    </a:lnTo>
                    <a:lnTo>
                      <a:pt x="1260" y="204"/>
                    </a:lnTo>
                    <a:lnTo>
                      <a:pt x="1248" y="198"/>
                    </a:lnTo>
                    <a:lnTo>
                      <a:pt x="1230" y="198"/>
                    </a:lnTo>
                    <a:lnTo>
                      <a:pt x="1230" y="192"/>
                    </a:lnTo>
                    <a:lnTo>
                      <a:pt x="1218" y="180"/>
                    </a:lnTo>
                    <a:lnTo>
                      <a:pt x="1218" y="174"/>
                    </a:lnTo>
                    <a:lnTo>
                      <a:pt x="1212" y="168"/>
                    </a:lnTo>
                    <a:lnTo>
                      <a:pt x="1152" y="168"/>
                    </a:lnTo>
                    <a:lnTo>
                      <a:pt x="1128" y="144"/>
                    </a:lnTo>
                    <a:lnTo>
                      <a:pt x="1092" y="144"/>
                    </a:lnTo>
                    <a:lnTo>
                      <a:pt x="1086" y="138"/>
                    </a:lnTo>
                    <a:lnTo>
                      <a:pt x="1080" y="138"/>
                    </a:lnTo>
                    <a:lnTo>
                      <a:pt x="1068" y="132"/>
                    </a:lnTo>
                    <a:lnTo>
                      <a:pt x="1020" y="132"/>
                    </a:lnTo>
                    <a:lnTo>
                      <a:pt x="966" y="150"/>
                    </a:lnTo>
                    <a:lnTo>
                      <a:pt x="954" y="156"/>
                    </a:lnTo>
                    <a:lnTo>
                      <a:pt x="942" y="156"/>
                    </a:lnTo>
                    <a:lnTo>
                      <a:pt x="930" y="150"/>
                    </a:lnTo>
                    <a:lnTo>
                      <a:pt x="918" y="150"/>
                    </a:lnTo>
                    <a:lnTo>
                      <a:pt x="912" y="144"/>
                    </a:lnTo>
                    <a:lnTo>
                      <a:pt x="882" y="144"/>
                    </a:lnTo>
                    <a:lnTo>
                      <a:pt x="864" y="126"/>
                    </a:lnTo>
                    <a:lnTo>
                      <a:pt x="864" y="120"/>
                    </a:lnTo>
                    <a:lnTo>
                      <a:pt x="840" y="126"/>
                    </a:lnTo>
                    <a:lnTo>
                      <a:pt x="840" y="120"/>
                    </a:lnTo>
                    <a:lnTo>
                      <a:pt x="834" y="114"/>
                    </a:lnTo>
                    <a:lnTo>
                      <a:pt x="822" y="90"/>
                    </a:lnTo>
                    <a:lnTo>
                      <a:pt x="810" y="78"/>
                    </a:lnTo>
                    <a:lnTo>
                      <a:pt x="804" y="66"/>
                    </a:lnTo>
                    <a:lnTo>
                      <a:pt x="798" y="60"/>
                    </a:lnTo>
                    <a:lnTo>
                      <a:pt x="786" y="54"/>
                    </a:lnTo>
                    <a:lnTo>
                      <a:pt x="768" y="54"/>
                    </a:lnTo>
                    <a:lnTo>
                      <a:pt x="756" y="60"/>
                    </a:lnTo>
                    <a:lnTo>
                      <a:pt x="750" y="60"/>
                    </a:lnTo>
                    <a:lnTo>
                      <a:pt x="726" y="48"/>
                    </a:lnTo>
                    <a:lnTo>
                      <a:pt x="720" y="42"/>
                    </a:lnTo>
                    <a:lnTo>
                      <a:pt x="708" y="36"/>
                    </a:lnTo>
                    <a:lnTo>
                      <a:pt x="672" y="36"/>
                    </a:lnTo>
                    <a:lnTo>
                      <a:pt x="648" y="30"/>
                    </a:lnTo>
                    <a:lnTo>
                      <a:pt x="636" y="30"/>
                    </a:lnTo>
                    <a:lnTo>
                      <a:pt x="576" y="0"/>
                    </a:lnTo>
                    <a:lnTo>
                      <a:pt x="576" y="18"/>
                    </a:lnTo>
                    <a:lnTo>
                      <a:pt x="570" y="30"/>
                    </a:lnTo>
                    <a:lnTo>
                      <a:pt x="558" y="36"/>
                    </a:lnTo>
                    <a:lnTo>
                      <a:pt x="552" y="36"/>
                    </a:lnTo>
                    <a:lnTo>
                      <a:pt x="558" y="48"/>
                    </a:lnTo>
                    <a:lnTo>
                      <a:pt x="540" y="48"/>
                    </a:lnTo>
                    <a:lnTo>
                      <a:pt x="540" y="60"/>
                    </a:lnTo>
                    <a:lnTo>
                      <a:pt x="552" y="72"/>
                    </a:lnTo>
                    <a:lnTo>
                      <a:pt x="558" y="90"/>
                    </a:lnTo>
                    <a:lnTo>
                      <a:pt x="582" y="126"/>
                    </a:lnTo>
                    <a:lnTo>
                      <a:pt x="588" y="126"/>
                    </a:lnTo>
                    <a:lnTo>
                      <a:pt x="594" y="132"/>
                    </a:lnTo>
                    <a:lnTo>
                      <a:pt x="600" y="144"/>
                    </a:lnTo>
                    <a:lnTo>
                      <a:pt x="600" y="168"/>
                    </a:lnTo>
                    <a:lnTo>
                      <a:pt x="582" y="168"/>
                    </a:lnTo>
                    <a:lnTo>
                      <a:pt x="582" y="174"/>
                    </a:lnTo>
                    <a:lnTo>
                      <a:pt x="576" y="180"/>
                    </a:lnTo>
                    <a:lnTo>
                      <a:pt x="552" y="192"/>
                    </a:lnTo>
                    <a:lnTo>
                      <a:pt x="546" y="186"/>
                    </a:lnTo>
                    <a:lnTo>
                      <a:pt x="546" y="174"/>
                    </a:lnTo>
                    <a:lnTo>
                      <a:pt x="498" y="180"/>
                    </a:lnTo>
                    <a:lnTo>
                      <a:pt x="498" y="168"/>
                    </a:lnTo>
                    <a:lnTo>
                      <a:pt x="456" y="168"/>
                    </a:lnTo>
                    <a:lnTo>
                      <a:pt x="450" y="174"/>
                    </a:lnTo>
                    <a:lnTo>
                      <a:pt x="450" y="180"/>
                    </a:lnTo>
                    <a:lnTo>
                      <a:pt x="444" y="168"/>
                    </a:lnTo>
                    <a:lnTo>
                      <a:pt x="420" y="174"/>
                    </a:lnTo>
                    <a:lnTo>
                      <a:pt x="414" y="162"/>
                    </a:lnTo>
                    <a:lnTo>
                      <a:pt x="384" y="162"/>
                    </a:lnTo>
                    <a:lnTo>
                      <a:pt x="366" y="156"/>
                    </a:lnTo>
                    <a:lnTo>
                      <a:pt x="360" y="150"/>
                    </a:lnTo>
                    <a:lnTo>
                      <a:pt x="360" y="138"/>
                    </a:lnTo>
                    <a:lnTo>
                      <a:pt x="354" y="132"/>
                    </a:lnTo>
                    <a:lnTo>
                      <a:pt x="354" y="126"/>
                    </a:lnTo>
                    <a:lnTo>
                      <a:pt x="312" y="126"/>
                    </a:lnTo>
                    <a:lnTo>
                      <a:pt x="294" y="132"/>
                    </a:lnTo>
                    <a:lnTo>
                      <a:pt x="270" y="132"/>
                    </a:lnTo>
                    <a:lnTo>
                      <a:pt x="264" y="114"/>
                    </a:lnTo>
                    <a:lnTo>
                      <a:pt x="228" y="114"/>
                    </a:lnTo>
                    <a:lnTo>
                      <a:pt x="228" y="108"/>
                    </a:lnTo>
                    <a:lnTo>
                      <a:pt x="210" y="114"/>
                    </a:lnTo>
                    <a:lnTo>
                      <a:pt x="204" y="108"/>
                    </a:lnTo>
                    <a:lnTo>
                      <a:pt x="186" y="108"/>
                    </a:lnTo>
                    <a:lnTo>
                      <a:pt x="180" y="114"/>
                    </a:lnTo>
                    <a:lnTo>
                      <a:pt x="180" y="120"/>
                    </a:lnTo>
                    <a:lnTo>
                      <a:pt x="174" y="126"/>
                    </a:lnTo>
                    <a:lnTo>
                      <a:pt x="174" y="132"/>
                    </a:lnTo>
                    <a:lnTo>
                      <a:pt x="150" y="132"/>
                    </a:lnTo>
                    <a:lnTo>
                      <a:pt x="138" y="150"/>
                    </a:lnTo>
                    <a:lnTo>
                      <a:pt x="120" y="150"/>
                    </a:lnTo>
                    <a:lnTo>
                      <a:pt x="84" y="186"/>
                    </a:lnTo>
                    <a:lnTo>
                      <a:pt x="84" y="192"/>
                    </a:lnTo>
                    <a:lnTo>
                      <a:pt x="90" y="198"/>
                    </a:lnTo>
                    <a:lnTo>
                      <a:pt x="66" y="198"/>
                    </a:lnTo>
                    <a:lnTo>
                      <a:pt x="72" y="210"/>
                    </a:lnTo>
                    <a:lnTo>
                      <a:pt x="12" y="210"/>
                    </a:lnTo>
                    <a:lnTo>
                      <a:pt x="12" y="228"/>
                    </a:lnTo>
                    <a:lnTo>
                      <a:pt x="0" y="240"/>
                    </a:lnTo>
                    <a:lnTo>
                      <a:pt x="6" y="246"/>
                    </a:lnTo>
                    <a:lnTo>
                      <a:pt x="6" y="258"/>
                    </a:lnTo>
                    <a:lnTo>
                      <a:pt x="0" y="264"/>
                    </a:lnTo>
                    <a:lnTo>
                      <a:pt x="24" y="264"/>
                    </a:lnTo>
                    <a:lnTo>
                      <a:pt x="24" y="282"/>
                    </a:lnTo>
                    <a:lnTo>
                      <a:pt x="36" y="288"/>
                    </a:lnTo>
                    <a:lnTo>
                      <a:pt x="48" y="288"/>
                    </a:lnTo>
                    <a:lnTo>
                      <a:pt x="60" y="294"/>
                    </a:lnTo>
                    <a:lnTo>
                      <a:pt x="72" y="294"/>
                    </a:lnTo>
                    <a:lnTo>
                      <a:pt x="78" y="306"/>
                    </a:lnTo>
                    <a:lnTo>
                      <a:pt x="102" y="330"/>
                    </a:lnTo>
                    <a:lnTo>
                      <a:pt x="138" y="318"/>
                    </a:lnTo>
                    <a:lnTo>
                      <a:pt x="156" y="330"/>
                    </a:lnTo>
                    <a:lnTo>
                      <a:pt x="162" y="336"/>
                    </a:lnTo>
                    <a:lnTo>
                      <a:pt x="174" y="336"/>
                    </a:lnTo>
                    <a:lnTo>
                      <a:pt x="186" y="342"/>
                    </a:lnTo>
                    <a:lnTo>
                      <a:pt x="204" y="348"/>
                    </a:lnTo>
                    <a:lnTo>
                      <a:pt x="222" y="366"/>
                    </a:lnTo>
                    <a:lnTo>
                      <a:pt x="228" y="378"/>
                    </a:lnTo>
                    <a:lnTo>
                      <a:pt x="240" y="396"/>
                    </a:lnTo>
                    <a:lnTo>
                      <a:pt x="264" y="414"/>
                    </a:lnTo>
                    <a:lnTo>
                      <a:pt x="276" y="426"/>
                    </a:lnTo>
                    <a:lnTo>
                      <a:pt x="282" y="438"/>
                    </a:lnTo>
                    <a:lnTo>
                      <a:pt x="282" y="450"/>
                    </a:lnTo>
                    <a:lnTo>
                      <a:pt x="288" y="456"/>
                    </a:lnTo>
                    <a:lnTo>
                      <a:pt x="294" y="468"/>
                    </a:lnTo>
                    <a:lnTo>
                      <a:pt x="300" y="474"/>
                    </a:lnTo>
                    <a:lnTo>
                      <a:pt x="300" y="480"/>
                    </a:lnTo>
                    <a:lnTo>
                      <a:pt x="288" y="492"/>
                    </a:lnTo>
                    <a:lnTo>
                      <a:pt x="288" y="504"/>
                    </a:lnTo>
                    <a:lnTo>
                      <a:pt x="294" y="522"/>
                    </a:lnTo>
                    <a:lnTo>
                      <a:pt x="300" y="534"/>
                    </a:lnTo>
                    <a:lnTo>
                      <a:pt x="306" y="540"/>
                    </a:lnTo>
                    <a:lnTo>
                      <a:pt x="318" y="546"/>
                    </a:lnTo>
                    <a:lnTo>
                      <a:pt x="330" y="546"/>
                    </a:lnTo>
                    <a:lnTo>
                      <a:pt x="342" y="552"/>
                    </a:lnTo>
                    <a:lnTo>
                      <a:pt x="348" y="552"/>
                    </a:lnTo>
                    <a:lnTo>
                      <a:pt x="366" y="558"/>
                    </a:lnTo>
                    <a:lnTo>
                      <a:pt x="390" y="564"/>
                    </a:lnTo>
                    <a:lnTo>
                      <a:pt x="486" y="564"/>
                    </a:lnTo>
                    <a:lnTo>
                      <a:pt x="492" y="570"/>
                    </a:lnTo>
                    <a:lnTo>
                      <a:pt x="498" y="570"/>
                    </a:lnTo>
                    <a:lnTo>
                      <a:pt x="510" y="576"/>
                    </a:lnTo>
                    <a:lnTo>
                      <a:pt x="516" y="576"/>
                    </a:lnTo>
                    <a:lnTo>
                      <a:pt x="528" y="582"/>
                    </a:lnTo>
                    <a:lnTo>
                      <a:pt x="534" y="594"/>
                    </a:lnTo>
                    <a:lnTo>
                      <a:pt x="540" y="594"/>
                    </a:lnTo>
                    <a:lnTo>
                      <a:pt x="546" y="600"/>
                    </a:lnTo>
                    <a:lnTo>
                      <a:pt x="552" y="600"/>
                    </a:lnTo>
                    <a:lnTo>
                      <a:pt x="576" y="612"/>
                    </a:lnTo>
                    <a:lnTo>
                      <a:pt x="588" y="612"/>
                    </a:lnTo>
                    <a:lnTo>
                      <a:pt x="594" y="618"/>
                    </a:lnTo>
                    <a:lnTo>
                      <a:pt x="630" y="618"/>
                    </a:lnTo>
                    <a:lnTo>
                      <a:pt x="642" y="642"/>
                    </a:lnTo>
                    <a:lnTo>
                      <a:pt x="684" y="684"/>
                    </a:lnTo>
                    <a:lnTo>
                      <a:pt x="690" y="696"/>
                    </a:lnTo>
                    <a:lnTo>
                      <a:pt x="720" y="726"/>
                    </a:lnTo>
                    <a:lnTo>
                      <a:pt x="732" y="732"/>
                    </a:lnTo>
                    <a:lnTo>
                      <a:pt x="738" y="744"/>
                    </a:lnTo>
                    <a:lnTo>
                      <a:pt x="750" y="750"/>
                    </a:lnTo>
                    <a:lnTo>
                      <a:pt x="810" y="744"/>
                    </a:lnTo>
                    <a:lnTo>
                      <a:pt x="864" y="750"/>
                    </a:lnTo>
                    <a:lnTo>
                      <a:pt x="912" y="750"/>
                    </a:lnTo>
                    <a:lnTo>
                      <a:pt x="948" y="756"/>
                    </a:lnTo>
                    <a:lnTo>
                      <a:pt x="954" y="750"/>
                    </a:lnTo>
                    <a:lnTo>
                      <a:pt x="966" y="744"/>
                    </a:lnTo>
                    <a:lnTo>
                      <a:pt x="972" y="738"/>
                    </a:lnTo>
                    <a:lnTo>
                      <a:pt x="984" y="738"/>
                    </a:lnTo>
                    <a:lnTo>
                      <a:pt x="996" y="744"/>
                    </a:lnTo>
                    <a:lnTo>
                      <a:pt x="1002" y="744"/>
                    </a:lnTo>
                    <a:lnTo>
                      <a:pt x="1008" y="750"/>
                    </a:lnTo>
                    <a:lnTo>
                      <a:pt x="1062" y="750"/>
                    </a:lnTo>
                    <a:lnTo>
                      <a:pt x="1080" y="756"/>
                    </a:lnTo>
                    <a:lnTo>
                      <a:pt x="1092" y="756"/>
                    </a:lnTo>
                    <a:lnTo>
                      <a:pt x="1110" y="774"/>
                    </a:lnTo>
                    <a:lnTo>
                      <a:pt x="1116" y="786"/>
                    </a:lnTo>
                    <a:lnTo>
                      <a:pt x="1128" y="792"/>
                    </a:lnTo>
                    <a:lnTo>
                      <a:pt x="1152" y="798"/>
                    </a:lnTo>
                    <a:lnTo>
                      <a:pt x="1200" y="798"/>
                    </a:lnTo>
                    <a:lnTo>
                      <a:pt x="1218" y="804"/>
                    </a:lnTo>
                    <a:lnTo>
                      <a:pt x="1242" y="816"/>
                    </a:lnTo>
                    <a:lnTo>
                      <a:pt x="1248" y="822"/>
                    </a:lnTo>
                    <a:lnTo>
                      <a:pt x="1260" y="822"/>
                    </a:lnTo>
                    <a:lnTo>
                      <a:pt x="1266" y="816"/>
                    </a:lnTo>
                    <a:lnTo>
                      <a:pt x="1278" y="816"/>
                    </a:lnTo>
                    <a:lnTo>
                      <a:pt x="1290" y="810"/>
                    </a:lnTo>
                    <a:lnTo>
                      <a:pt x="1302" y="810"/>
                    </a:lnTo>
                    <a:lnTo>
                      <a:pt x="1302" y="816"/>
                    </a:lnTo>
                    <a:lnTo>
                      <a:pt x="1308" y="828"/>
                    </a:lnTo>
                    <a:lnTo>
                      <a:pt x="1314" y="828"/>
                    </a:lnTo>
                    <a:lnTo>
                      <a:pt x="1320" y="834"/>
                    </a:lnTo>
                    <a:lnTo>
                      <a:pt x="1338" y="834"/>
                    </a:lnTo>
                    <a:lnTo>
                      <a:pt x="1344" y="828"/>
                    </a:lnTo>
                    <a:lnTo>
                      <a:pt x="1362" y="816"/>
                    </a:lnTo>
                    <a:lnTo>
                      <a:pt x="1422" y="780"/>
                    </a:lnTo>
                    <a:lnTo>
                      <a:pt x="1440" y="768"/>
                    </a:lnTo>
                    <a:lnTo>
                      <a:pt x="1596" y="768"/>
                    </a:lnTo>
                    <a:lnTo>
                      <a:pt x="1614" y="744"/>
                    </a:lnTo>
                    <a:lnTo>
                      <a:pt x="1638" y="744"/>
                    </a:lnTo>
                    <a:lnTo>
                      <a:pt x="1650" y="738"/>
                    </a:lnTo>
                    <a:lnTo>
                      <a:pt x="1662" y="714"/>
                    </a:lnTo>
                    <a:lnTo>
                      <a:pt x="1662" y="708"/>
                    </a:lnTo>
                    <a:lnTo>
                      <a:pt x="1668" y="696"/>
                    </a:lnTo>
                    <a:lnTo>
                      <a:pt x="1668" y="690"/>
                    </a:lnTo>
                    <a:lnTo>
                      <a:pt x="1692" y="690"/>
                    </a:lnTo>
                    <a:lnTo>
                      <a:pt x="1704" y="678"/>
                    </a:lnTo>
                    <a:lnTo>
                      <a:pt x="1710" y="666"/>
                    </a:lnTo>
                    <a:lnTo>
                      <a:pt x="1716" y="660"/>
                    </a:lnTo>
                    <a:lnTo>
                      <a:pt x="1716" y="654"/>
                    </a:lnTo>
                    <a:lnTo>
                      <a:pt x="1704" y="648"/>
                    </a:lnTo>
                    <a:lnTo>
                      <a:pt x="1686" y="630"/>
                    </a:lnTo>
                    <a:lnTo>
                      <a:pt x="1674" y="624"/>
                    </a:lnTo>
                    <a:lnTo>
                      <a:pt x="1656" y="606"/>
                    </a:lnTo>
                    <a:lnTo>
                      <a:pt x="1650" y="594"/>
                    </a:lnTo>
                    <a:lnTo>
                      <a:pt x="1650" y="582"/>
                    </a:lnTo>
                    <a:lnTo>
                      <a:pt x="1656" y="570"/>
                    </a:lnTo>
                    <a:lnTo>
                      <a:pt x="1656" y="558"/>
                    </a:lnTo>
                    <a:lnTo>
                      <a:pt x="1668" y="552"/>
                    </a:lnTo>
                    <a:lnTo>
                      <a:pt x="1692" y="552"/>
                    </a:lnTo>
                    <a:lnTo>
                      <a:pt x="1698" y="558"/>
                    </a:lnTo>
                    <a:lnTo>
                      <a:pt x="1704" y="558"/>
                    </a:lnTo>
                    <a:lnTo>
                      <a:pt x="1710" y="564"/>
                    </a:lnTo>
                    <a:lnTo>
                      <a:pt x="1722" y="570"/>
                    </a:lnTo>
                    <a:lnTo>
                      <a:pt x="1728" y="576"/>
                    </a:lnTo>
                    <a:lnTo>
                      <a:pt x="1740" y="582"/>
                    </a:lnTo>
                    <a:lnTo>
                      <a:pt x="1764" y="582"/>
                    </a:lnTo>
                    <a:lnTo>
                      <a:pt x="1776" y="576"/>
                    </a:lnTo>
                    <a:lnTo>
                      <a:pt x="1794" y="576"/>
                    </a:lnTo>
                    <a:lnTo>
                      <a:pt x="1806" y="570"/>
                    </a:lnTo>
                    <a:lnTo>
                      <a:pt x="1812" y="558"/>
                    </a:lnTo>
                    <a:lnTo>
                      <a:pt x="1818" y="552"/>
                    </a:lnTo>
                    <a:lnTo>
                      <a:pt x="1818" y="528"/>
                    </a:lnTo>
                    <a:lnTo>
                      <a:pt x="1890" y="528"/>
                    </a:lnTo>
                    <a:lnTo>
                      <a:pt x="1914" y="504"/>
                    </a:lnTo>
                    <a:lnTo>
                      <a:pt x="1902" y="492"/>
                    </a:lnTo>
                    <a:lnTo>
                      <a:pt x="1896" y="480"/>
                    </a:lnTo>
                    <a:lnTo>
                      <a:pt x="1902" y="474"/>
                    </a:lnTo>
                    <a:lnTo>
                      <a:pt x="1938" y="456"/>
                    </a:lnTo>
                    <a:lnTo>
                      <a:pt x="1950" y="456"/>
                    </a:lnTo>
                    <a:lnTo>
                      <a:pt x="1950" y="438"/>
                    </a:lnTo>
                    <a:lnTo>
                      <a:pt x="1980" y="444"/>
                    </a:lnTo>
                    <a:lnTo>
                      <a:pt x="1998" y="426"/>
                    </a:lnTo>
                    <a:lnTo>
                      <a:pt x="2004" y="426"/>
                    </a:lnTo>
                    <a:lnTo>
                      <a:pt x="2010" y="420"/>
                    </a:lnTo>
                    <a:lnTo>
                      <a:pt x="2040" y="420"/>
                    </a:lnTo>
                    <a:lnTo>
                      <a:pt x="2052" y="426"/>
                    </a:lnTo>
                    <a:lnTo>
                      <a:pt x="2058" y="432"/>
                    </a:lnTo>
                    <a:lnTo>
                      <a:pt x="2094" y="432"/>
                    </a:lnTo>
                    <a:lnTo>
                      <a:pt x="2100" y="426"/>
                    </a:lnTo>
                    <a:lnTo>
                      <a:pt x="2100" y="420"/>
                    </a:lnTo>
                    <a:lnTo>
                      <a:pt x="2088" y="4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5" name="Malaysia" descr="© INSCALE GmbH, 05.05.2010&#10;http://www.presentationload.com/">
                <a:extLst>
                  <a:ext uri="{FF2B5EF4-FFF2-40B4-BE49-F238E27FC236}">
                    <a16:creationId xmlns:a16="http://schemas.microsoft.com/office/drawing/2014/main" id="{09ADB421-58BB-8945-8D29-06E7A89B059E}"/>
                  </a:ext>
                </a:extLst>
              </p:cNvPr>
              <p:cNvSpPr>
                <a:spLocks/>
              </p:cNvSpPr>
              <p:nvPr/>
            </p:nvSpPr>
            <p:spPr bwMode="gray">
              <a:xfrm>
                <a:off x="8711031" y="3913238"/>
                <a:ext cx="128204" cy="184088"/>
              </a:xfrm>
              <a:custGeom>
                <a:avLst/>
                <a:gdLst>
                  <a:gd name="T0" fmla="*/ 2147483647 w 306"/>
                  <a:gd name="T1" fmla="*/ 2147483647 h 438"/>
                  <a:gd name="T2" fmla="*/ 2147483647 w 306"/>
                  <a:gd name="T3" fmla="*/ 2147483647 h 438"/>
                  <a:gd name="T4" fmla="*/ 2147483647 w 306"/>
                  <a:gd name="T5" fmla="*/ 2147483647 h 438"/>
                  <a:gd name="T6" fmla="*/ 2147483647 w 306"/>
                  <a:gd name="T7" fmla="*/ 2147483647 h 438"/>
                  <a:gd name="T8" fmla="*/ 2147483647 w 306"/>
                  <a:gd name="T9" fmla="*/ 2147483647 h 438"/>
                  <a:gd name="T10" fmla="*/ 2147483647 w 306"/>
                  <a:gd name="T11" fmla="*/ 2147483647 h 438"/>
                  <a:gd name="T12" fmla="*/ 2147483647 w 306"/>
                  <a:gd name="T13" fmla="*/ 2147483647 h 438"/>
                  <a:gd name="T14" fmla="*/ 2147483647 w 306"/>
                  <a:gd name="T15" fmla="*/ 2147483647 h 438"/>
                  <a:gd name="T16" fmla="*/ 2147483647 w 306"/>
                  <a:gd name="T17" fmla="*/ 2147483647 h 438"/>
                  <a:gd name="T18" fmla="*/ 2147483647 w 306"/>
                  <a:gd name="T19" fmla="*/ 2147483647 h 438"/>
                  <a:gd name="T20" fmla="*/ 2147483647 w 306"/>
                  <a:gd name="T21" fmla="*/ 2147483647 h 438"/>
                  <a:gd name="T22" fmla="*/ 2147483647 w 306"/>
                  <a:gd name="T23" fmla="*/ 2147483647 h 438"/>
                  <a:gd name="T24" fmla="*/ 2147483647 w 306"/>
                  <a:gd name="T25" fmla="*/ 2147483647 h 438"/>
                  <a:gd name="T26" fmla="*/ 2147483647 w 306"/>
                  <a:gd name="T27" fmla="*/ 2147483647 h 438"/>
                  <a:gd name="T28" fmla="*/ 2147483647 w 306"/>
                  <a:gd name="T29" fmla="*/ 2147483647 h 438"/>
                  <a:gd name="T30" fmla="*/ 2147483647 w 306"/>
                  <a:gd name="T31" fmla="*/ 2147483647 h 438"/>
                  <a:gd name="T32" fmla="*/ 2147483647 w 306"/>
                  <a:gd name="T33" fmla="*/ 2147483647 h 438"/>
                  <a:gd name="T34" fmla="*/ 2147483647 w 306"/>
                  <a:gd name="T35" fmla="*/ 2147483647 h 438"/>
                  <a:gd name="T36" fmla="*/ 2147483647 w 306"/>
                  <a:gd name="T37" fmla="*/ 2147483647 h 438"/>
                  <a:gd name="T38" fmla="*/ 2147483647 w 306"/>
                  <a:gd name="T39" fmla="*/ 2147483647 h 438"/>
                  <a:gd name="T40" fmla="*/ 2147483647 w 306"/>
                  <a:gd name="T41" fmla="*/ 2147483647 h 438"/>
                  <a:gd name="T42" fmla="*/ 2147483647 w 306"/>
                  <a:gd name="T43" fmla="*/ 2147483647 h 438"/>
                  <a:gd name="T44" fmla="*/ 2147483647 w 306"/>
                  <a:gd name="T45" fmla="*/ 2147483647 h 438"/>
                  <a:gd name="T46" fmla="*/ 2147483647 w 306"/>
                  <a:gd name="T47" fmla="*/ 2147483647 h 438"/>
                  <a:gd name="T48" fmla="*/ 2147483647 w 306"/>
                  <a:gd name="T49" fmla="*/ 2147483647 h 438"/>
                  <a:gd name="T50" fmla="*/ 2147483647 w 306"/>
                  <a:gd name="T51" fmla="*/ 2147483647 h 438"/>
                  <a:gd name="T52" fmla="*/ 2147483647 w 306"/>
                  <a:gd name="T53" fmla="*/ 2147483647 h 438"/>
                  <a:gd name="T54" fmla="*/ 2147483647 w 306"/>
                  <a:gd name="T55" fmla="*/ 2147483647 h 438"/>
                  <a:gd name="T56" fmla="*/ 2147483647 w 306"/>
                  <a:gd name="T57" fmla="*/ 2147483647 h 438"/>
                  <a:gd name="T58" fmla="*/ 2147483647 w 306"/>
                  <a:gd name="T59" fmla="*/ 2147483647 h 438"/>
                  <a:gd name="T60" fmla="*/ 2147483647 w 306"/>
                  <a:gd name="T61" fmla="*/ 2147483647 h 438"/>
                  <a:gd name="T62" fmla="*/ 2147483647 w 306"/>
                  <a:gd name="T63" fmla="*/ 2147483647 h 438"/>
                  <a:gd name="T64" fmla="*/ 2147483647 w 306"/>
                  <a:gd name="T65" fmla="*/ 2147483647 h 438"/>
                  <a:gd name="T66" fmla="*/ 2147483647 w 306"/>
                  <a:gd name="T67" fmla="*/ 2147483647 h 438"/>
                  <a:gd name="T68" fmla="*/ 2147483647 w 306"/>
                  <a:gd name="T69" fmla="*/ 2147483647 h 438"/>
                  <a:gd name="T70" fmla="*/ 2147483647 w 306"/>
                  <a:gd name="T71" fmla="*/ 2147483647 h 438"/>
                  <a:gd name="T72" fmla="*/ 2147483647 w 306"/>
                  <a:gd name="T73" fmla="*/ 2147483647 h 438"/>
                  <a:gd name="T74" fmla="*/ 2147483647 w 306"/>
                  <a:gd name="T75" fmla="*/ 2147483647 h 438"/>
                  <a:gd name="T76" fmla="*/ 2147483647 w 306"/>
                  <a:gd name="T77" fmla="*/ 0 h 438"/>
                  <a:gd name="T78" fmla="*/ 2147483647 w 306"/>
                  <a:gd name="T79" fmla="*/ 2147483647 h 438"/>
                  <a:gd name="T80" fmla="*/ 2147483647 w 306"/>
                  <a:gd name="T81" fmla="*/ 2147483647 h 4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6"/>
                  <a:gd name="T124" fmla="*/ 0 h 438"/>
                  <a:gd name="T125" fmla="*/ 306 w 306"/>
                  <a:gd name="T126" fmla="*/ 438 h 4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6" h="438">
                    <a:moveTo>
                      <a:pt x="0" y="42"/>
                    </a:moveTo>
                    <a:lnTo>
                      <a:pt x="6" y="138"/>
                    </a:lnTo>
                    <a:lnTo>
                      <a:pt x="18" y="138"/>
                    </a:lnTo>
                    <a:lnTo>
                      <a:pt x="24" y="132"/>
                    </a:lnTo>
                    <a:lnTo>
                      <a:pt x="42" y="132"/>
                    </a:lnTo>
                    <a:lnTo>
                      <a:pt x="54" y="138"/>
                    </a:lnTo>
                    <a:lnTo>
                      <a:pt x="54" y="168"/>
                    </a:lnTo>
                    <a:lnTo>
                      <a:pt x="48" y="180"/>
                    </a:lnTo>
                    <a:lnTo>
                      <a:pt x="48" y="198"/>
                    </a:lnTo>
                    <a:lnTo>
                      <a:pt x="54" y="216"/>
                    </a:lnTo>
                    <a:lnTo>
                      <a:pt x="60" y="228"/>
                    </a:lnTo>
                    <a:lnTo>
                      <a:pt x="66" y="234"/>
                    </a:lnTo>
                    <a:lnTo>
                      <a:pt x="84" y="234"/>
                    </a:lnTo>
                    <a:lnTo>
                      <a:pt x="90" y="228"/>
                    </a:lnTo>
                    <a:lnTo>
                      <a:pt x="90" y="240"/>
                    </a:lnTo>
                    <a:lnTo>
                      <a:pt x="84" y="252"/>
                    </a:lnTo>
                    <a:lnTo>
                      <a:pt x="84" y="282"/>
                    </a:lnTo>
                    <a:lnTo>
                      <a:pt x="96" y="306"/>
                    </a:lnTo>
                    <a:lnTo>
                      <a:pt x="102" y="312"/>
                    </a:lnTo>
                    <a:lnTo>
                      <a:pt x="114" y="318"/>
                    </a:lnTo>
                    <a:lnTo>
                      <a:pt x="132" y="330"/>
                    </a:lnTo>
                    <a:lnTo>
                      <a:pt x="144" y="336"/>
                    </a:lnTo>
                    <a:lnTo>
                      <a:pt x="162" y="354"/>
                    </a:lnTo>
                    <a:lnTo>
                      <a:pt x="168" y="354"/>
                    </a:lnTo>
                    <a:lnTo>
                      <a:pt x="168" y="366"/>
                    </a:lnTo>
                    <a:lnTo>
                      <a:pt x="174" y="372"/>
                    </a:lnTo>
                    <a:lnTo>
                      <a:pt x="174" y="378"/>
                    </a:lnTo>
                    <a:lnTo>
                      <a:pt x="180" y="384"/>
                    </a:lnTo>
                    <a:lnTo>
                      <a:pt x="186" y="384"/>
                    </a:lnTo>
                    <a:lnTo>
                      <a:pt x="198" y="390"/>
                    </a:lnTo>
                    <a:lnTo>
                      <a:pt x="204" y="396"/>
                    </a:lnTo>
                    <a:lnTo>
                      <a:pt x="216" y="396"/>
                    </a:lnTo>
                    <a:lnTo>
                      <a:pt x="222" y="402"/>
                    </a:lnTo>
                    <a:lnTo>
                      <a:pt x="228" y="402"/>
                    </a:lnTo>
                    <a:lnTo>
                      <a:pt x="252" y="438"/>
                    </a:lnTo>
                    <a:lnTo>
                      <a:pt x="300" y="432"/>
                    </a:lnTo>
                    <a:lnTo>
                      <a:pt x="300" y="420"/>
                    </a:lnTo>
                    <a:lnTo>
                      <a:pt x="306" y="408"/>
                    </a:lnTo>
                    <a:lnTo>
                      <a:pt x="306" y="378"/>
                    </a:lnTo>
                    <a:lnTo>
                      <a:pt x="294" y="354"/>
                    </a:lnTo>
                    <a:lnTo>
                      <a:pt x="270" y="330"/>
                    </a:lnTo>
                    <a:lnTo>
                      <a:pt x="264" y="318"/>
                    </a:lnTo>
                    <a:lnTo>
                      <a:pt x="258" y="312"/>
                    </a:lnTo>
                    <a:lnTo>
                      <a:pt x="258" y="288"/>
                    </a:lnTo>
                    <a:lnTo>
                      <a:pt x="252" y="276"/>
                    </a:lnTo>
                    <a:lnTo>
                      <a:pt x="246" y="270"/>
                    </a:lnTo>
                    <a:lnTo>
                      <a:pt x="246" y="258"/>
                    </a:lnTo>
                    <a:lnTo>
                      <a:pt x="252" y="252"/>
                    </a:lnTo>
                    <a:lnTo>
                      <a:pt x="252" y="126"/>
                    </a:lnTo>
                    <a:lnTo>
                      <a:pt x="246" y="114"/>
                    </a:lnTo>
                    <a:lnTo>
                      <a:pt x="222" y="90"/>
                    </a:lnTo>
                    <a:lnTo>
                      <a:pt x="204" y="84"/>
                    </a:lnTo>
                    <a:lnTo>
                      <a:pt x="192" y="72"/>
                    </a:lnTo>
                    <a:lnTo>
                      <a:pt x="180" y="66"/>
                    </a:lnTo>
                    <a:lnTo>
                      <a:pt x="156" y="42"/>
                    </a:lnTo>
                    <a:lnTo>
                      <a:pt x="150" y="54"/>
                    </a:lnTo>
                    <a:lnTo>
                      <a:pt x="144" y="60"/>
                    </a:lnTo>
                    <a:lnTo>
                      <a:pt x="138" y="72"/>
                    </a:lnTo>
                    <a:lnTo>
                      <a:pt x="138" y="78"/>
                    </a:lnTo>
                    <a:lnTo>
                      <a:pt x="132" y="84"/>
                    </a:lnTo>
                    <a:lnTo>
                      <a:pt x="114" y="66"/>
                    </a:lnTo>
                    <a:lnTo>
                      <a:pt x="108" y="66"/>
                    </a:lnTo>
                    <a:lnTo>
                      <a:pt x="102" y="72"/>
                    </a:lnTo>
                    <a:lnTo>
                      <a:pt x="90" y="72"/>
                    </a:lnTo>
                    <a:lnTo>
                      <a:pt x="90" y="78"/>
                    </a:lnTo>
                    <a:lnTo>
                      <a:pt x="72" y="78"/>
                    </a:lnTo>
                    <a:lnTo>
                      <a:pt x="66" y="72"/>
                    </a:lnTo>
                    <a:lnTo>
                      <a:pt x="66" y="66"/>
                    </a:lnTo>
                    <a:lnTo>
                      <a:pt x="78" y="54"/>
                    </a:lnTo>
                    <a:lnTo>
                      <a:pt x="78" y="42"/>
                    </a:lnTo>
                    <a:lnTo>
                      <a:pt x="66" y="42"/>
                    </a:lnTo>
                    <a:lnTo>
                      <a:pt x="66" y="30"/>
                    </a:lnTo>
                    <a:lnTo>
                      <a:pt x="60" y="24"/>
                    </a:lnTo>
                    <a:lnTo>
                      <a:pt x="48" y="18"/>
                    </a:lnTo>
                    <a:lnTo>
                      <a:pt x="30" y="18"/>
                    </a:lnTo>
                    <a:lnTo>
                      <a:pt x="30" y="12"/>
                    </a:lnTo>
                    <a:lnTo>
                      <a:pt x="24" y="0"/>
                    </a:lnTo>
                    <a:lnTo>
                      <a:pt x="12" y="0"/>
                    </a:lnTo>
                    <a:lnTo>
                      <a:pt x="6" y="6"/>
                    </a:lnTo>
                    <a:lnTo>
                      <a:pt x="6" y="18"/>
                    </a:lnTo>
                    <a:lnTo>
                      <a:pt x="12" y="24"/>
                    </a:lnTo>
                    <a:lnTo>
                      <a:pt x="6" y="36"/>
                    </a:lnTo>
                    <a:lnTo>
                      <a:pt x="0"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6" name="Malaysia" descr="© INSCALE GmbH, 05.05.2010&#10;http://www.presentationload.com/">
                <a:extLst>
                  <a:ext uri="{FF2B5EF4-FFF2-40B4-BE49-F238E27FC236}">
                    <a16:creationId xmlns:a16="http://schemas.microsoft.com/office/drawing/2014/main" id="{996DD01C-92DD-7444-89EF-F637ED5F474A}"/>
                  </a:ext>
                </a:extLst>
              </p:cNvPr>
              <p:cNvSpPr>
                <a:spLocks/>
              </p:cNvSpPr>
              <p:nvPr/>
            </p:nvSpPr>
            <p:spPr bwMode="gray">
              <a:xfrm>
                <a:off x="9011816" y="3891872"/>
                <a:ext cx="289281" cy="221891"/>
              </a:xfrm>
              <a:custGeom>
                <a:avLst/>
                <a:gdLst>
                  <a:gd name="T0" fmla="*/ 2147483647 w 690"/>
                  <a:gd name="T1" fmla="*/ 2147483647 h 528"/>
                  <a:gd name="T2" fmla="*/ 2147483647 w 690"/>
                  <a:gd name="T3" fmla="*/ 2147483647 h 528"/>
                  <a:gd name="T4" fmla="*/ 2147483647 w 690"/>
                  <a:gd name="T5" fmla="*/ 2147483647 h 528"/>
                  <a:gd name="T6" fmla="*/ 2147483647 w 690"/>
                  <a:gd name="T7" fmla="*/ 2147483647 h 528"/>
                  <a:gd name="T8" fmla="*/ 2147483647 w 690"/>
                  <a:gd name="T9" fmla="*/ 2147483647 h 528"/>
                  <a:gd name="T10" fmla="*/ 2147483647 w 690"/>
                  <a:gd name="T11" fmla="*/ 2147483647 h 528"/>
                  <a:gd name="T12" fmla="*/ 2147483647 w 690"/>
                  <a:gd name="T13" fmla="*/ 2147483647 h 528"/>
                  <a:gd name="T14" fmla="*/ 2147483647 w 690"/>
                  <a:gd name="T15" fmla="*/ 2147483647 h 528"/>
                  <a:gd name="T16" fmla="*/ 2147483647 w 690"/>
                  <a:gd name="T17" fmla="*/ 2147483647 h 528"/>
                  <a:gd name="T18" fmla="*/ 2147483647 w 690"/>
                  <a:gd name="T19" fmla="*/ 2147483647 h 528"/>
                  <a:gd name="T20" fmla="*/ 2147483647 w 690"/>
                  <a:gd name="T21" fmla="*/ 2147483647 h 528"/>
                  <a:gd name="T22" fmla="*/ 2147483647 w 690"/>
                  <a:gd name="T23" fmla="*/ 2147483647 h 528"/>
                  <a:gd name="T24" fmla="*/ 2147483647 w 690"/>
                  <a:gd name="T25" fmla="*/ 2147483647 h 528"/>
                  <a:gd name="T26" fmla="*/ 2147483647 w 690"/>
                  <a:gd name="T27" fmla="*/ 2147483647 h 528"/>
                  <a:gd name="T28" fmla="*/ 2147483647 w 690"/>
                  <a:gd name="T29" fmla="*/ 2147483647 h 528"/>
                  <a:gd name="T30" fmla="*/ 2147483647 w 690"/>
                  <a:gd name="T31" fmla="*/ 2147483647 h 528"/>
                  <a:gd name="T32" fmla="*/ 2147483647 w 690"/>
                  <a:gd name="T33" fmla="*/ 2147483647 h 528"/>
                  <a:gd name="T34" fmla="*/ 2147483647 w 690"/>
                  <a:gd name="T35" fmla="*/ 2147483647 h 528"/>
                  <a:gd name="T36" fmla="*/ 2147483647 w 690"/>
                  <a:gd name="T37" fmla="*/ 2147483647 h 528"/>
                  <a:gd name="T38" fmla="*/ 2147483647 w 690"/>
                  <a:gd name="T39" fmla="*/ 2147483647 h 528"/>
                  <a:gd name="T40" fmla="*/ 2147483647 w 690"/>
                  <a:gd name="T41" fmla="*/ 2147483647 h 528"/>
                  <a:gd name="T42" fmla="*/ 2147483647 w 690"/>
                  <a:gd name="T43" fmla="*/ 2147483647 h 528"/>
                  <a:gd name="T44" fmla="*/ 2147483647 w 690"/>
                  <a:gd name="T45" fmla="*/ 2147483647 h 528"/>
                  <a:gd name="T46" fmla="*/ 2147483647 w 690"/>
                  <a:gd name="T47" fmla="*/ 2147483647 h 528"/>
                  <a:gd name="T48" fmla="*/ 2147483647 w 690"/>
                  <a:gd name="T49" fmla="*/ 2147483647 h 528"/>
                  <a:gd name="T50" fmla="*/ 2147483647 w 690"/>
                  <a:gd name="T51" fmla="*/ 2147483647 h 528"/>
                  <a:gd name="T52" fmla="*/ 2147483647 w 690"/>
                  <a:gd name="T53" fmla="*/ 2147483647 h 528"/>
                  <a:gd name="T54" fmla="*/ 2147483647 w 690"/>
                  <a:gd name="T55" fmla="*/ 2147483647 h 528"/>
                  <a:gd name="T56" fmla="*/ 2147483647 w 690"/>
                  <a:gd name="T57" fmla="*/ 2147483647 h 528"/>
                  <a:gd name="T58" fmla="*/ 2147483647 w 690"/>
                  <a:gd name="T59" fmla="*/ 2147483647 h 528"/>
                  <a:gd name="T60" fmla="*/ 2147483647 w 690"/>
                  <a:gd name="T61" fmla="*/ 2147483647 h 528"/>
                  <a:gd name="T62" fmla="*/ 2147483647 w 690"/>
                  <a:gd name="T63" fmla="*/ 2147483647 h 528"/>
                  <a:gd name="T64" fmla="*/ 2147483647 w 690"/>
                  <a:gd name="T65" fmla="*/ 2147483647 h 528"/>
                  <a:gd name="T66" fmla="*/ 2147483647 w 690"/>
                  <a:gd name="T67" fmla="*/ 2147483647 h 528"/>
                  <a:gd name="T68" fmla="*/ 2147483647 w 690"/>
                  <a:gd name="T69" fmla="*/ 2147483647 h 528"/>
                  <a:gd name="T70" fmla="*/ 2147483647 w 690"/>
                  <a:gd name="T71" fmla="*/ 0 h 528"/>
                  <a:gd name="T72" fmla="*/ 2147483647 w 690"/>
                  <a:gd name="T73" fmla="*/ 0 h 528"/>
                  <a:gd name="T74" fmla="*/ 2147483647 w 690"/>
                  <a:gd name="T75" fmla="*/ 2147483647 h 528"/>
                  <a:gd name="T76" fmla="*/ 2147483647 w 690"/>
                  <a:gd name="T77" fmla="*/ 2147483647 h 528"/>
                  <a:gd name="T78" fmla="*/ 2147483647 w 690"/>
                  <a:gd name="T79" fmla="*/ 2147483647 h 528"/>
                  <a:gd name="T80" fmla="*/ 2147483647 w 690"/>
                  <a:gd name="T81" fmla="*/ 2147483647 h 528"/>
                  <a:gd name="T82" fmla="*/ 2147483647 w 690"/>
                  <a:gd name="T83" fmla="*/ 2147483647 h 528"/>
                  <a:gd name="T84" fmla="*/ 2147483647 w 690"/>
                  <a:gd name="T85" fmla="*/ 2147483647 h 528"/>
                  <a:gd name="T86" fmla="*/ 2147483647 w 690"/>
                  <a:gd name="T87" fmla="*/ 2147483647 h 528"/>
                  <a:gd name="T88" fmla="*/ 2147483647 w 690"/>
                  <a:gd name="T89" fmla="*/ 2147483647 h 528"/>
                  <a:gd name="T90" fmla="*/ 2147483647 w 690"/>
                  <a:gd name="T91" fmla="*/ 2147483647 h 528"/>
                  <a:gd name="T92" fmla="*/ 2147483647 w 690"/>
                  <a:gd name="T93" fmla="*/ 2147483647 h 528"/>
                  <a:gd name="T94" fmla="*/ 2147483647 w 690"/>
                  <a:gd name="T95" fmla="*/ 2147483647 h 528"/>
                  <a:gd name="T96" fmla="*/ 2147483647 w 690"/>
                  <a:gd name="T97" fmla="*/ 2147483647 h 528"/>
                  <a:gd name="T98" fmla="*/ 2147483647 w 690"/>
                  <a:gd name="T99" fmla="*/ 2147483647 h 528"/>
                  <a:gd name="T100" fmla="*/ 2147483647 w 690"/>
                  <a:gd name="T101" fmla="*/ 2147483647 h 528"/>
                  <a:gd name="T102" fmla="*/ 2147483647 w 690"/>
                  <a:gd name="T103" fmla="*/ 2147483647 h 528"/>
                  <a:gd name="T104" fmla="*/ 2147483647 w 690"/>
                  <a:gd name="T105" fmla="*/ 2147483647 h 528"/>
                  <a:gd name="T106" fmla="*/ 2147483647 w 690"/>
                  <a:gd name="T107" fmla="*/ 2147483647 h 528"/>
                  <a:gd name="T108" fmla="*/ 2147483647 w 690"/>
                  <a:gd name="T109" fmla="*/ 2147483647 h 528"/>
                  <a:gd name="T110" fmla="*/ 2147483647 w 690"/>
                  <a:gd name="T111" fmla="*/ 2147483647 h 528"/>
                  <a:gd name="T112" fmla="*/ 2147483647 w 690"/>
                  <a:gd name="T113" fmla="*/ 2147483647 h 528"/>
                  <a:gd name="T114" fmla="*/ 0 w 690"/>
                  <a:gd name="T115" fmla="*/ 2147483647 h 52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90"/>
                  <a:gd name="T175" fmla="*/ 0 h 528"/>
                  <a:gd name="T176" fmla="*/ 690 w 690"/>
                  <a:gd name="T177" fmla="*/ 528 h 52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90" h="528">
                    <a:moveTo>
                      <a:pt x="12" y="504"/>
                    </a:moveTo>
                    <a:lnTo>
                      <a:pt x="24" y="510"/>
                    </a:lnTo>
                    <a:lnTo>
                      <a:pt x="30" y="516"/>
                    </a:lnTo>
                    <a:lnTo>
                      <a:pt x="54" y="528"/>
                    </a:lnTo>
                    <a:lnTo>
                      <a:pt x="60" y="528"/>
                    </a:lnTo>
                    <a:lnTo>
                      <a:pt x="78" y="510"/>
                    </a:lnTo>
                    <a:lnTo>
                      <a:pt x="102" y="510"/>
                    </a:lnTo>
                    <a:lnTo>
                      <a:pt x="120" y="516"/>
                    </a:lnTo>
                    <a:lnTo>
                      <a:pt x="144" y="516"/>
                    </a:lnTo>
                    <a:lnTo>
                      <a:pt x="174" y="486"/>
                    </a:lnTo>
                    <a:lnTo>
                      <a:pt x="180" y="474"/>
                    </a:lnTo>
                    <a:lnTo>
                      <a:pt x="222" y="474"/>
                    </a:lnTo>
                    <a:lnTo>
                      <a:pt x="234" y="486"/>
                    </a:lnTo>
                    <a:lnTo>
                      <a:pt x="258" y="498"/>
                    </a:lnTo>
                    <a:lnTo>
                      <a:pt x="264" y="504"/>
                    </a:lnTo>
                    <a:lnTo>
                      <a:pt x="270" y="504"/>
                    </a:lnTo>
                    <a:lnTo>
                      <a:pt x="282" y="492"/>
                    </a:lnTo>
                    <a:lnTo>
                      <a:pt x="294" y="486"/>
                    </a:lnTo>
                    <a:lnTo>
                      <a:pt x="300" y="480"/>
                    </a:lnTo>
                    <a:lnTo>
                      <a:pt x="324" y="480"/>
                    </a:lnTo>
                    <a:lnTo>
                      <a:pt x="354" y="444"/>
                    </a:lnTo>
                    <a:lnTo>
                      <a:pt x="348" y="432"/>
                    </a:lnTo>
                    <a:lnTo>
                      <a:pt x="384" y="402"/>
                    </a:lnTo>
                    <a:lnTo>
                      <a:pt x="378" y="390"/>
                    </a:lnTo>
                    <a:lnTo>
                      <a:pt x="372" y="384"/>
                    </a:lnTo>
                    <a:lnTo>
                      <a:pt x="372" y="360"/>
                    </a:lnTo>
                    <a:lnTo>
                      <a:pt x="378" y="354"/>
                    </a:lnTo>
                    <a:lnTo>
                      <a:pt x="396" y="354"/>
                    </a:lnTo>
                    <a:lnTo>
                      <a:pt x="402" y="342"/>
                    </a:lnTo>
                    <a:lnTo>
                      <a:pt x="402" y="336"/>
                    </a:lnTo>
                    <a:lnTo>
                      <a:pt x="408" y="318"/>
                    </a:lnTo>
                    <a:lnTo>
                      <a:pt x="408" y="264"/>
                    </a:lnTo>
                    <a:lnTo>
                      <a:pt x="414" y="252"/>
                    </a:lnTo>
                    <a:lnTo>
                      <a:pt x="420" y="246"/>
                    </a:lnTo>
                    <a:lnTo>
                      <a:pt x="516" y="246"/>
                    </a:lnTo>
                    <a:lnTo>
                      <a:pt x="540" y="270"/>
                    </a:lnTo>
                    <a:lnTo>
                      <a:pt x="552" y="276"/>
                    </a:lnTo>
                    <a:lnTo>
                      <a:pt x="558" y="282"/>
                    </a:lnTo>
                    <a:lnTo>
                      <a:pt x="576" y="276"/>
                    </a:lnTo>
                    <a:lnTo>
                      <a:pt x="564" y="216"/>
                    </a:lnTo>
                    <a:lnTo>
                      <a:pt x="576" y="222"/>
                    </a:lnTo>
                    <a:lnTo>
                      <a:pt x="582" y="234"/>
                    </a:lnTo>
                    <a:lnTo>
                      <a:pt x="594" y="240"/>
                    </a:lnTo>
                    <a:lnTo>
                      <a:pt x="636" y="240"/>
                    </a:lnTo>
                    <a:lnTo>
                      <a:pt x="630" y="234"/>
                    </a:lnTo>
                    <a:lnTo>
                      <a:pt x="624" y="222"/>
                    </a:lnTo>
                    <a:lnTo>
                      <a:pt x="618" y="216"/>
                    </a:lnTo>
                    <a:lnTo>
                      <a:pt x="606" y="192"/>
                    </a:lnTo>
                    <a:lnTo>
                      <a:pt x="606" y="186"/>
                    </a:lnTo>
                    <a:lnTo>
                      <a:pt x="612" y="180"/>
                    </a:lnTo>
                    <a:lnTo>
                      <a:pt x="624" y="180"/>
                    </a:lnTo>
                    <a:lnTo>
                      <a:pt x="642" y="186"/>
                    </a:lnTo>
                    <a:lnTo>
                      <a:pt x="654" y="186"/>
                    </a:lnTo>
                    <a:lnTo>
                      <a:pt x="660" y="192"/>
                    </a:lnTo>
                    <a:lnTo>
                      <a:pt x="666" y="192"/>
                    </a:lnTo>
                    <a:lnTo>
                      <a:pt x="690" y="162"/>
                    </a:lnTo>
                    <a:lnTo>
                      <a:pt x="666" y="156"/>
                    </a:lnTo>
                    <a:lnTo>
                      <a:pt x="660" y="144"/>
                    </a:lnTo>
                    <a:lnTo>
                      <a:pt x="642" y="126"/>
                    </a:lnTo>
                    <a:lnTo>
                      <a:pt x="630" y="120"/>
                    </a:lnTo>
                    <a:lnTo>
                      <a:pt x="612" y="120"/>
                    </a:lnTo>
                    <a:lnTo>
                      <a:pt x="600" y="114"/>
                    </a:lnTo>
                    <a:lnTo>
                      <a:pt x="588" y="114"/>
                    </a:lnTo>
                    <a:lnTo>
                      <a:pt x="588" y="108"/>
                    </a:lnTo>
                    <a:lnTo>
                      <a:pt x="582" y="102"/>
                    </a:lnTo>
                    <a:lnTo>
                      <a:pt x="582" y="90"/>
                    </a:lnTo>
                    <a:lnTo>
                      <a:pt x="576" y="78"/>
                    </a:lnTo>
                    <a:lnTo>
                      <a:pt x="564" y="66"/>
                    </a:lnTo>
                    <a:lnTo>
                      <a:pt x="540" y="54"/>
                    </a:lnTo>
                    <a:lnTo>
                      <a:pt x="534" y="60"/>
                    </a:lnTo>
                    <a:lnTo>
                      <a:pt x="528" y="60"/>
                    </a:lnTo>
                    <a:lnTo>
                      <a:pt x="510" y="0"/>
                    </a:lnTo>
                    <a:lnTo>
                      <a:pt x="504" y="18"/>
                    </a:lnTo>
                    <a:lnTo>
                      <a:pt x="492" y="0"/>
                    </a:lnTo>
                    <a:lnTo>
                      <a:pt x="480" y="60"/>
                    </a:lnTo>
                    <a:lnTo>
                      <a:pt x="468" y="66"/>
                    </a:lnTo>
                    <a:lnTo>
                      <a:pt x="462" y="66"/>
                    </a:lnTo>
                    <a:lnTo>
                      <a:pt x="450" y="72"/>
                    </a:lnTo>
                    <a:lnTo>
                      <a:pt x="438" y="96"/>
                    </a:lnTo>
                    <a:lnTo>
                      <a:pt x="438" y="114"/>
                    </a:lnTo>
                    <a:lnTo>
                      <a:pt x="408" y="126"/>
                    </a:lnTo>
                    <a:lnTo>
                      <a:pt x="420" y="162"/>
                    </a:lnTo>
                    <a:lnTo>
                      <a:pt x="408" y="162"/>
                    </a:lnTo>
                    <a:lnTo>
                      <a:pt x="390" y="156"/>
                    </a:lnTo>
                    <a:lnTo>
                      <a:pt x="378" y="156"/>
                    </a:lnTo>
                    <a:lnTo>
                      <a:pt x="360" y="150"/>
                    </a:lnTo>
                    <a:lnTo>
                      <a:pt x="354" y="150"/>
                    </a:lnTo>
                    <a:lnTo>
                      <a:pt x="342" y="156"/>
                    </a:lnTo>
                    <a:lnTo>
                      <a:pt x="342" y="168"/>
                    </a:lnTo>
                    <a:lnTo>
                      <a:pt x="336" y="180"/>
                    </a:lnTo>
                    <a:lnTo>
                      <a:pt x="336" y="204"/>
                    </a:lnTo>
                    <a:lnTo>
                      <a:pt x="294" y="246"/>
                    </a:lnTo>
                    <a:lnTo>
                      <a:pt x="294" y="258"/>
                    </a:lnTo>
                    <a:lnTo>
                      <a:pt x="282" y="294"/>
                    </a:lnTo>
                    <a:lnTo>
                      <a:pt x="276" y="306"/>
                    </a:lnTo>
                    <a:lnTo>
                      <a:pt x="264" y="318"/>
                    </a:lnTo>
                    <a:lnTo>
                      <a:pt x="228" y="336"/>
                    </a:lnTo>
                    <a:lnTo>
                      <a:pt x="186" y="342"/>
                    </a:lnTo>
                    <a:lnTo>
                      <a:pt x="162" y="348"/>
                    </a:lnTo>
                    <a:lnTo>
                      <a:pt x="156" y="354"/>
                    </a:lnTo>
                    <a:lnTo>
                      <a:pt x="132" y="366"/>
                    </a:lnTo>
                    <a:lnTo>
                      <a:pt x="114" y="384"/>
                    </a:lnTo>
                    <a:lnTo>
                      <a:pt x="102" y="390"/>
                    </a:lnTo>
                    <a:lnTo>
                      <a:pt x="84" y="426"/>
                    </a:lnTo>
                    <a:lnTo>
                      <a:pt x="102" y="444"/>
                    </a:lnTo>
                    <a:lnTo>
                      <a:pt x="102" y="462"/>
                    </a:lnTo>
                    <a:lnTo>
                      <a:pt x="96" y="474"/>
                    </a:lnTo>
                    <a:lnTo>
                      <a:pt x="84" y="480"/>
                    </a:lnTo>
                    <a:lnTo>
                      <a:pt x="72" y="480"/>
                    </a:lnTo>
                    <a:lnTo>
                      <a:pt x="48" y="468"/>
                    </a:lnTo>
                    <a:lnTo>
                      <a:pt x="42" y="462"/>
                    </a:lnTo>
                    <a:lnTo>
                      <a:pt x="30" y="456"/>
                    </a:lnTo>
                    <a:lnTo>
                      <a:pt x="24" y="456"/>
                    </a:lnTo>
                    <a:lnTo>
                      <a:pt x="12" y="462"/>
                    </a:lnTo>
                    <a:lnTo>
                      <a:pt x="0" y="474"/>
                    </a:lnTo>
                    <a:lnTo>
                      <a:pt x="0" y="492"/>
                    </a:lnTo>
                    <a:lnTo>
                      <a:pt x="12" y="50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7" name="Lebanon" descr="© INSCALE GmbH, 05.05.2010&#10;http://www.presentationload.com/">
                <a:extLst>
                  <a:ext uri="{FF2B5EF4-FFF2-40B4-BE49-F238E27FC236}">
                    <a16:creationId xmlns:a16="http://schemas.microsoft.com/office/drawing/2014/main" id="{B73CB0C3-AAD8-4F46-B8AA-FAD464581ECB}"/>
                  </a:ext>
                </a:extLst>
              </p:cNvPr>
              <p:cNvSpPr>
                <a:spLocks/>
              </p:cNvSpPr>
              <p:nvPr/>
            </p:nvSpPr>
            <p:spPr bwMode="gray">
              <a:xfrm>
                <a:off x="6728801" y="2968144"/>
                <a:ext cx="46021" cy="65745"/>
              </a:xfrm>
              <a:custGeom>
                <a:avLst/>
                <a:gdLst>
                  <a:gd name="T0" fmla="*/ 2147483647 w 108"/>
                  <a:gd name="T1" fmla="*/ 2147483647 h 156"/>
                  <a:gd name="T2" fmla="*/ 2147483647 w 108"/>
                  <a:gd name="T3" fmla="*/ 2147483647 h 156"/>
                  <a:gd name="T4" fmla="*/ 2147483647 w 108"/>
                  <a:gd name="T5" fmla="*/ 2147483647 h 156"/>
                  <a:gd name="T6" fmla="*/ 2147483647 w 108"/>
                  <a:gd name="T7" fmla="*/ 2147483647 h 156"/>
                  <a:gd name="T8" fmla="*/ 2147483647 w 108"/>
                  <a:gd name="T9" fmla="*/ 2147483647 h 156"/>
                  <a:gd name="T10" fmla="*/ 2147483647 w 108"/>
                  <a:gd name="T11" fmla="*/ 2147483647 h 156"/>
                  <a:gd name="T12" fmla="*/ 2147483647 w 108"/>
                  <a:gd name="T13" fmla="*/ 2147483647 h 156"/>
                  <a:gd name="T14" fmla="*/ 2147483647 w 108"/>
                  <a:gd name="T15" fmla="*/ 2147483647 h 156"/>
                  <a:gd name="T16" fmla="*/ 2147483647 w 108"/>
                  <a:gd name="T17" fmla="*/ 2147483647 h 156"/>
                  <a:gd name="T18" fmla="*/ 2147483647 w 108"/>
                  <a:gd name="T19" fmla="*/ 2147483647 h 156"/>
                  <a:gd name="T20" fmla="*/ 2147483647 w 108"/>
                  <a:gd name="T21" fmla="*/ 0 h 156"/>
                  <a:gd name="T22" fmla="*/ 2147483647 w 108"/>
                  <a:gd name="T23" fmla="*/ 0 h 156"/>
                  <a:gd name="T24" fmla="*/ 2147483647 w 108"/>
                  <a:gd name="T25" fmla="*/ 0 h 156"/>
                  <a:gd name="T26" fmla="*/ 2147483647 w 108"/>
                  <a:gd name="T27" fmla="*/ 2147483647 h 156"/>
                  <a:gd name="T28" fmla="*/ 2147483647 w 108"/>
                  <a:gd name="T29" fmla="*/ 2147483647 h 156"/>
                  <a:gd name="T30" fmla="*/ 2147483647 w 108"/>
                  <a:gd name="T31" fmla="*/ 2147483647 h 156"/>
                  <a:gd name="T32" fmla="*/ 2147483647 w 108"/>
                  <a:gd name="T33" fmla="*/ 2147483647 h 156"/>
                  <a:gd name="T34" fmla="*/ 2147483647 w 108"/>
                  <a:gd name="T35" fmla="*/ 2147483647 h 156"/>
                  <a:gd name="T36" fmla="*/ 2147483647 w 108"/>
                  <a:gd name="T37" fmla="*/ 2147483647 h 156"/>
                  <a:gd name="T38" fmla="*/ 2147483647 w 108"/>
                  <a:gd name="T39" fmla="*/ 2147483647 h 156"/>
                  <a:gd name="T40" fmla="*/ 2147483647 w 108"/>
                  <a:gd name="T41" fmla="*/ 2147483647 h 156"/>
                  <a:gd name="T42" fmla="*/ 0 w 108"/>
                  <a:gd name="T43" fmla="*/ 2147483647 h 156"/>
                  <a:gd name="T44" fmla="*/ 0 w 108"/>
                  <a:gd name="T45" fmla="*/ 2147483647 h 156"/>
                  <a:gd name="T46" fmla="*/ 2147483647 w 108"/>
                  <a:gd name="T47" fmla="*/ 2147483647 h 156"/>
                  <a:gd name="T48" fmla="*/ 2147483647 w 108"/>
                  <a:gd name="T49" fmla="*/ 2147483647 h 156"/>
                  <a:gd name="T50" fmla="*/ 2147483647 w 108"/>
                  <a:gd name="T51" fmla="*/ 2147483647 h 156"/>
                  <a:gd name="T52" fmla="*/ 2147483647 w 108"/>
                  <a:gd name="T53" fmla="*/ 2147483647 h 156"/>
                  <a:gd name="T54" fmla="*/ 2147483647 w 108"/>
                  <a:gd name="T55" fmla="*/ 2147483647 h 156"/>
                  <a:gd name="T56" fmla="*/ 2147483647 w 108"/>
                  <a:gd name="T57" fmla="*/ 2147483647 h 156"/>
                  <a:gd name="T58" fmla="*/ 2147483647 w 108"/>
                  <a:gd name="T59" fmla="*/ 2147483647 h 156"/>
                  <a:gd name="T60" fmla="*/ 2147483647 w 108"/>
                  <a:gd name="T61" fmla="*/ 2147483647 h 15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8"/>
                  <a:gd name="T94" fmla="*/ 0 h 156"/>
                  <a:gd name="T95" fmla="*/ 108 w 108"/>
                  <a:gd name="T96" fmla="*/ 156 h 15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8" h="156">
                    <a:moveTo>
                      <a:pt x="72" y="96"/>
                    </a:moveTo>
                    <a:lnTo>
                      <a:pt x="72" y="72"/>
                    </a:lnTo>
                    <a:lnTo>
                      <a:pt x="78" y="66"/>
                    </a:lnTo>
                    <a:lnTo>
                      <a:pt x="84" y="66"/>
                    </a:lnTo>
                    <a:lnTo>
                      <a:pt x="96" y="60"/>
                    </a:lnTo>
                    <a:lnTo>
                      <a:pt x="102" y="60"/>
                    </a:lnTo>
                    <a:lnTo>
                      <a:pt x="108" y="48"/>
                    </a:lnTo>
                    <a:lnTo>
                      <a:pt x="108" y="30"/>
                    </a:lnTo>
                    <a:lnTo>
                      <a:pt x="102" y="18"/>
                    </a:lnTo>
                    <a:lnTo>
                      <a:pt x="96" y="12"/>
                    </a:lnTo>
                    <a:lnTo>
                      <a:pt x="102" y="0"/>
                    </a:lnTo>
                    <a:lnTo>
                      <a:pt x="54" y="0"/>
                    </a:lnTo>
                    <a:lnTo>
                      <a:pt x="60" y="0"/>
                    </a:lnTo>
                    <a:lnTo>
                      <a:pt x="60" y="6"/>
                    </a:lnTo>
                    <a:lnTo>
                      <a:pt x="54" y="6"/>
                    </a:lnTo>
                    <a:lnTo>
                      <a:pt x="48" y="18"/>
                    </a:lnTo>
                    <a:lnTo>
                      <a:pt x="36" y="24"/>
                    </a:lnTo>
                    <a:lnTo>
                      <a:pt x="30" y="30"/>
                    </a:lnTo>
                    <a:lnTo>
                      <a:pt x="18" y="66"/>
                    </a:lnTo>
                    <a:lnTo>
                      <a:pt x="12" y="78"/>
                    </a:lnTo>
                    <a:lnTo>
                      <a:pt x="12" y="90"/>
                    </a:lnTo>
                    <a:lnTo>
                      <a:pt x="0" y="114"/>
                    </a:lnTo>
                    <a:lnTo>
                      <a:pt x="0" y="156"/>
                    </a:lnTo>
                    <a:lnTo>
                      <a:pt x="12" y="150"/>
                    </a:lnTo>
                    <a:lnTo>
                      <a:pt x="24" y="126"/>
                    </a:lnTo>
                    <a:lnTo>
                      <a:pt x="30" y="132"/>
                    </a:lnTo>
                    <a:lnTo>
                      <a:pt x="36" y="132"/>
                    </a:lnTo>
                    <a:lnTo>
                      <a:pt x="42" y="126"/>
                    </a:lnTo>
                    <a:lnTo>
                      <a:pt x="48" y="114"/>
                    </a:lnTo>
                    <a:lnTo>
                      <a:pt x="48" y="102"/>
                    </a:lnTo>
                    <a:lnTo>
                      <a:pt x="72" y="9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8" name="Laos" descr="© INSCALE GmbH, 05.05.2010&#10;http://www.presentationload.com/">
                <a:extLst>
                  <a:ext uri="{FF2B5EF4-FFF2-40B4-BE49-F238E27FC236}">
                    <a16:creationId xmlns:a16="http://schemas.microsoft.com/office/drawing/2014/main" id="{EB9D6E96-8033-6548-8B6E-A8B53AFB37D6}"/>
                  </a:ext>
                </a:extLst>
              </p:cNvPr>
              <p:cNvSpPr>
                <a:spLocks/>
              </p:cNvSpPr>
              <p:nvPr/>
            </p:nvSpPr>
            <p:spPr bwMode="gray">
              <a:xfrm>
                <a:off x="8668296" y="3379056"/>
                <a:ext cx="253120" cy="292569"/>
              </a:xfrm>
              <a:custGeom>
                <a:avLst/>
                <a:gdLst>
                  <a:gd name="T0" fmla="*/ 2147483647 w 600"/>
                  <a:gd name="T1" fmla="*/ 2147483647 h 696"/>
                  <a:gd name="T2" fmla="*/ 2147483647 w 600"/>
                  <a:gd name="T3" fmla="*/ 2147483647 h 696"/>
                  <a:gd name="T4" fmla="*/ 2147483647 w 600"/>
                  <a:gd name="T5" fmla="*/ 2147483647 h 696"/>
                  <a:gd name="T6" fmla="*/ 2147483647 w 600"/>
                  <a:gd name="T7" fmla="*/ 2147483647 h 696"/>
                  <a:gd name="T8" fmla="*/ 2147483647 w 600"/>
                  <a:gd name="T9" fmla="*/ 2147483647 h 696"/>
                  <a:gd name="T10" fmla="*/ 2147483647 w 600"/>
                  <a:gd name="T11" fmla="*/ 2147483647 h 696"/>
                  <a:gd name="T12" fmla="*/ 2147483647 w 600"/>
                  <a:gd name="T13" fmla="*/ 2147483647 h 696"/>
                  <a:gd name="T14" fmla="*/ 2147483647 w 600"/>
                  <a:gd name="T15" fmla="*/ 2147483647 h 696"/>
                  <a:gd name="T16" fmla="*/ 2147483647 w 600"/>
                  <a:gd name="T17" fmla="*/ 2147483647 h 696"/>
                  <a:gd name="T18" fmla="*/ 2147483647 w 600"/>
                  <a:gd name="T19" fmla="*/ 2147483647 h 696"/>
                  <a:gd name="T20" fmla="*/ 2147483647 w 600"/>
                  <a:gd name="T21" fmla="*/ 2147483647 h 696"/>
                  <a:gd name="T22" fmla="*/ 2147483647 w 600"/>
                  <a:gd name="T23" fmla="*/ 2147483647 h 696"/>
                  <a:gd name="T24" fmla="*/ 2147483647 w 600"/>
                  <a:gd name="T25" fmla="*/ 2147483647 h 696"/>
                  <a:gd name="T26" fmla="*/ 2147483647 w 600"/>
                  <a:gd name="T27" fmla="*/ 2147483647 h 696"/>
                  <a:gd name="T28" fmla="*/ 2147483647 w 600"/>
                  <a:gd name="T29" fmla="*/ 2147483647 h 696"/>
                  <a:gd name="T30" fmla="*/ 2147483647 w 600"/>
                  <a:gd name="T31" fmla="*/ 2147483647 h 696"/>
                  <a:gd name="T32" fmla="*/ 2147483647 w 600"/>
                  <a:gd name="T33" fmla="*/ 2147483647 h 696"/>
                  <a:gd name="T34" fmla="*/ 2147483647 w 600"/>
                  <a:gd name="T35" fmla="*/ 2147483647 h 696"/>
                  <a:gd name="T36" fmla="*/ 2147483647 w 600"/>
                  <a:gd name="T37" fmla="*/ 2147483647 h 696"/>
                  <a:gd name="T38" fmla="*/ 2147483647 w 600"/>
                  <a:gd name="T39" fmla="*/ 2147483647 h 696"/>
                  <a:gd name="T40" fmla="*/ 2147483647 w 600"/>
                  <a:gd name="T41" fmla="*/ 2147483647 h 696"/>
                  <a:gd name="T42" fmla="*/ 2147483647 w 600"/>
                  <a:gd name="T43" fmla="*/ 2147483647 h 696"/>
                  <a:gd name="T44" fmla="*/ 2147483647 w 600"/>
                  <a:gd name="T45" fmla="*/ 2147483647 h 696"/>
                  <a:gd name="T46" fmla="*/ 2147483647 w 600"/>
                  <a:gd name="T47" fmla="*/ 2147483647 h 696"/>
                  <a:gd name="T48" fmla="*/ 2147483647 w 600"/>
                  <a:gd name="T49" fmla="*/ 2147483647 h 696"/>
                  <a:gd name="T50" fmla="*/ 2147483647 w 600"/>
                  <a:gd name="T51" fmla="*/ 2147483647 h 696"/>
                  <a:gd name="T52" fmla="*/ 2147483647 w 600"/>
                  <a:gd name="T53" fmla="*/ 2147483647 h 696"/>
                  <a:gd name="T54" fmla="*/ 2147483647 w 600"/>
                  <a:gd name="T55" fmla="*/ 2147483647 h 696"/>
                  <a:gd name="T56" fmla="*/ 2147483647 w 600"/>
                  <a:gd name="T57" fmla="*/ 2147483647 h 696"/>
                  <a:gd name="T58" fmla="*/ 2147483647 w 600"/>
                  <a:gd name="T59" fmla="*/ 2147483647 h 696"/>
                  <a:gd name="T60" fmla="*/ 2147483647 w 600"/>
                  <a:gd name="T61" fmla="*/ 2147483647 h 696"/>
                  <a:gd name="T62" fmla="*/ 2147483647 w 600"/>
                  <a:gd name="T63" fmla="*/ 2147483647 h 696"/>
                  <a:gd name="T64" fmla="*/ 2147483647 w 600"/>
                  <a:gd name="T65" fmla="*/ 2147483647 h 696"/>
                  <a:gd name="T66" fmla="*/ 2147483647 w 600"/>
                  <a:gd name="T67" fmla="*/ 2147483647 h 696"/>
                  <a:gd name="T68" fmla="*/ 2147483647 w 600"/>
                  <a:gd name="T69" fmla="*/ 2147483647 h 696"/>
                  <a:gd name="T70" fmla="*/ 2147483647 w 600"/>
                  <a:gd name="T71" fmla="*/ 2147483647 h 696"/>
                  <a:gd name="T72" fmla="*/ 2147483647 w 600"/>
                  <a:gd name="T73" fmla="*/ 2147483647 h 696"/>
                  <a:gd name="T74" fmla="*/ 2147483647 w 600"/>
                  <a:gd name="T75" fmla="*/ 2147483647 h 696"/>
                  <a:gd name="T76" fmla="*/ 2147483647 w 600"/>
                  <a:gd name="T77" fmla="*/ 2147483647 h 696"/>
                  <a:gd name="T78" fmla="*/ 2147483647 w 600"/>
                  <a:gd name="T79" fmla="*/ 2147483647 h 696"/>
                  <a:gd name="T80" fmla="*/ 2147483647 w 600"/>
                  <a:gd name="T81" fmla="*/ 2147483647 h 696"/>
                  <a:gd name="T82" fmla="*/ 2147483647 w 600"/>
                  <a:gd name="T83" fmla="*/ 2147483647 h 696"/>
                  <a:gd name="T84" fmla="*/ 2147483647 w 600"/>
                  <a:gd name="T85" fmla="*/ 2147483647 h 696"/>
                  <a:gd name="T86" fmla="*/ 2147483647 w 600"/>
                  <a:gd name="T87" fmla="*/ 2147483647 h 696"/>
                  <a:gd name="T88" fmla="*/ 2147483647 w 600"/>
                  <a:gd name="T89" fmla="*/ 2147483647 h 696"/>
                  <a:gd name="T90" fmla="*/ 2147483647 w 600"/>
                  <a:gd name="T91" fmla="*/ 2147483647 h 696"/>
                  <a:gd name="T92" fmla="*/ 2147483647 w 600"/>
                  <a:gd name="T93" fmla="*/ 2147483647 h 696"/>
                  <a:gd name="T94" fmla="*/ 2147483647 w 600"/>
                  <a:gd name="T95" fmla="*/ 2147483647 h 696"/>
                  <a:gd name="T96" fmla="*/ 2147483647 w 600"/>
                  <a:gd name="T97" fmla="*/ 2147483647 h 696"/>
                  <a:gd name="T98" fmla="*/ 2147483647 w 600"/>
                  <a:gd name="T99" fmla="*/ 2147483647 h 696"/>
                  <a:gd name="T100" fmla="*/ 2147483647 w 600"/>
                  <a:gd name="T101" fmla="*/ 2147483647 h 696"/>
                  <a:gd name="T102" fmla="*/ 2147483647 w 600"/>
                  <a:gd name="T103" fmla="*/ 2147483647 h 696"/>
                  <a:gd name="T104" fmla="*/ 2147483647 w 600"/>
                  <a:gd name="T105" fmla="*/ 2147483647 h 696"/>
                  <a:gd name="T106" fmla="*/ 2147483647 w 600"/>
                  <a:gd name="T107" fmla="*/ 2147483647 h 696"/>
                  <a:gd name="T108" fmla="*/ 2147483647 w 600"/>
                  <a:gd name="T109" fmla="*/ 2147483647 h 696"/>
                  <a:gd name="T110" fmla="*/ 2147483647 w 600"/>
                  <a:gd name="T111" fmla="*/ 2147483647 h 696"/>
                  <a:gd name="T112" fmla="*/ 2147483647 w 600"/>
                  <a:gd name="T113" fmla="*/ 2147483647 h 696"/>
                  <a:gd name="T114" fmla="*/ 2147483647 w 600"/>
                  <a:gd name="T115" fmla="*/ 2147483647 h 696"/>
                  <a:gd name="T116" fmla="*/ 2147483647 w 600"/>
                  <a:gd name="T117" fmla="*/ 2147483647 h 696"/>
                  <a:gd name="T118" fmla="*/ 0 w 600"/>
                  <a:gd name="T119" fmla="*/ 2147483647 h 696"/>
                  <a:gd name="T120" fmla="*/ 2147483647 w 600"/>
                  <a:gd name="T121" fmla="*/ 2147483647 h 69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00"/>
                  <a:gd name="T184" fmla="*/ 0 h 696"/>
                  <a:gd name="T185" fmla="*/ 600 w 600"/>
                  <a:gd name="T186" fmla="*/ 696 h 69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00" h="696">
                    <a:moveTo>
                      <a:pt x="24" y="180"/>
                    </a:moveTo>
                    <a:lnTo>
                      <a:pt x="36" y="180"/>
                    </a:lnTo>
                    <a:lnTo>
                      <a:pt x="42" y="186"/>
                    </a:lnTo>
                    <a:lnTo>
                      <a:pt x="42" y="198"/>
                    </a:lnTo>
                    <a:lnTo>
                      <a:pt x="36" y="204"/>
                    </a:lnTo>
                    <a:lnTo>
                      <a:pt x="36" y="228"/>
                    </a:lnTo>
                    <a:lnTo>
                      <a:pt x="42" y="240"/>
                    </a:lnTo>
                    <a:lnTo>
                      <a:pt x="48" y="246"/>
                    </a:lnTo>
                    <a:lnTo>
                      <a:pt x="66" y="246"/>
                    </a:lnTo>
                    <a:lnTo>
                      <a:pt x="66" y="234"/>
                    </a:lnTo>
                    <a:lnTo>
                      <a:pt x="78" y="234"/>
                    </a:lnTo>
                    <a:lnTo>
                      <a:pt x="84" y="228"/>
                    </a:lnTo>
                    <a:lnTo>
                      <a:pt x="90" y="228"/>
                    </a:lnTo>
                    <a:lnTo>
                      <a:pt x="102" y="234"/>
                    </a:lnTo>
                    <a:lnTo>
                      <a:pt x="102" y="264"/>
                    </a:lnTo>
                    <a:lnTo>
                      <a:pt x="96" y="270"/>
                    </a:lnTo>
                    <a:lnTo>
                      <a:pt x="102" y="276"/>
                    </a:lnTo>
                    <a:lnTo>
                      <a:pt x="108" y="288"/>
                    </a:lnTo>
                    <a:lnTo>
                      <a:pt x="108" y="300"/>
                    </a:lnTo>
                    <a:lnTo>
                      <a:pt x="102" y="312"/>
                    </a:lnTo>
                    <a:lnTo>
                      <a:pt x="90" y="324"/>
                    </a:lnTo>
                    <a:lnTo>
                      <a:pt x="102" y="324"/>
                    </a:lnTo>
                    <a:lnTo>
                      <a:pt x="108" y="330"/>
                    </a:lnTo>
                    <a:lnTo>
                      <a:pt x="108" y="342"/>
                    </a:lnTo>
                    <a:lnTo>
                      <a:pt x="84" y="390"/>
                    </a:lnTo>
                    <a:lnTo>
                      <a:pt x="84" y="402"/>
                    </a:lnTo>
                    <a:lnTo>
                      <a:pt x="102" y="402"/>
                    </a:lnTo>
                    <a:lnTo>
                      <a:pt x="126" y="390"/>
                    </a:lnTo>
                    <a:lnTo>
                      <a:pt x="132" y="384"/>
                    </a:lnTo>
                    <a:lnTo>
                      <a:pt x="132" y="378"/>
                    </a:lnTo>
                    <a:lnTo>
                      <a:pt x="144" y="366"/>
                    </a:lnTo>
                    <a:lnTo>
                      <a:pt x="150" y="354"/>
                    </a:lnTo>
                    <a:lnTo>
                      <a:pt x="156" y="348"/>
                    </a:lnTo>
                    <a:lnTo>
                      <a:pt x="168" y="348"/>
                    </a:lnTo>
                    <a:lnTo>
                      <a:pt x="174" y="354"/>
                    </a:lnTo>
                    <a:lnTo>
                      <a:pt x="198" y="366"/>
                    </a:lnTo>
                    <a:lnTo>
                      <a:pt x="216" y="366"/>
                    </a:lnTo>
                    <a:lnTo>
                      <a:pt x="234" y="348"/>
                    </a:lnTo>
                    <a:lnTo>
                      <a:pt x="234" y="336"/>
                    </a:lnTo>
                    <a:lnTo>
                      <a:pt x="240" y="330"/>
                    </a:lnTo>
                    <a:lnTo>
                      <a:pt x="258" y="330"/>
                    </a:lnTo>
                    <a:lnTo>
                      <a:pt x="264" y="336"/>
                    </a:lnTo>
                    <a:lnTo>
                      <a:pt x="276" y="342"/>
                    </a:lnTo>
                    <a:lnTo>
                      <a:pt x="300" y="342"/>
                    </a:lnTo>
                    <a:lnTo>
                      <a:pt x="306" y="348"/>
                    </a:lnTo>
                    <a:lnTo>
                      <a:pt x="306" y="360"/>
                    </a:lnTo>
                    <a:lnTo>
                      <a:pt x="318" y="372"/>
                    </a:lnTo>
                    <a:lnTo>
                      <a:pt x="336" y="384"/>
                    </a:lnTo>
                    <a:lnTo>
                      <a:pt x="348" y="390"/>
                    </a:lnTo>
                    <a:lnTo>
                      <a:pt x="366" y="408"/>
                    </a:lnTo>
                    <a:lnTo>
                      <a:pt x="372" y="450"/>
                    </a:lnTo>
                    <a:lnTo>
                      <a:pt x="372" y="462"/>
                    </a:lnTo>
                    <a:lnTo>
                      <a:pt x="384" y="486"/>
                    </a:lnTo>
                    <a:lnTo>
                      <a:pt x="420" y="522"/>
                    </a:lnTo>
                    <a:lnTo>
                      <a:pt x="420" y="528"/>
                    </a:lnTo>
                    <a:lnTo>
                      <a:pt x="426" y="534"/>
                    </a:lnTo>
                    <a:lnTo>
                      <a:pt x="426" y="546"/>
                    </a:lnTo>
                    <a:lnTo>
                      <a:pt x="432" y="540"/>
                    </a:lnTo>
                    <a:lnTo>
                      <a:pt x="432" y="546"/>
                    </a:lnTo>
                    <a:lnTo>
                      <a:pt x="444" y="558"/>
                    </a:lnTo>
                    <a:lnTo>
                      <a:pt x="432" y="582"/>
                    </a:lnTo>
                    <a:lnTo>
                      <a:pt x="426" y="588"/>
                    </a:lnTo>
                    <a:lnTo>
                      <a:pt x="426" y="594"/>
                    </a:lnTo>
                    <a:lnTo>
                      <a:pt x="438" y="606"/>
                    </a:lnTo>
                    <a:lnTo>
                      <a:pt x="450" y="612"/>
                    </a:lnTo>
                    <a:lnTo>
                      <a:pt x="456" y="618"/>
                    </a:lnTo>
                    <a:lnTo>
                      <a:pt x="456" y="630"/>
                    </a:lnTo>
                    <a:lnTo>
                      <a:pt x="450" y="636"/>
                    </a:lnTo>
                    <a:lnTo>
                      <a:pt x="444" y="648"/>
                    </a:lnTo>
                    <a:lnTo>
                      <a:pt x="432" y="654"/>
                    </a:lnTo>
                    <a:lnTo>
                      <a:pt x="426" y="660"/>
                    </a:lnTo>
                    <a:lnTo>
                      <a:pt x="426" y="672"/>
                    </a:lnTo>
                    <a:lnTo>
                      <a:pt x="450" y="672"/>
                    </a:lnTo>
                    <a:lnTo>
                      <a:pt x="456" y="678"/>
                    </a:lnTo>
                    <a:lnTo>
                      <a:pt x="462" y="678"/>
                    </a:lnTo>
                    <a:lnTo>
                      <a:pt x="462" y="684"/>
                    </a:lnTo>
                    <a:lnTo>
                      <a:pt x="474" y="696"/>
                    </a:lnTo>
                    <a:lnTo>
                      <a:pt x="486" y="696"/>
                    </a:lnTo>
                    <a:lnTo>
                      <a:pt x="492" y="690"/>
                    </a:lnTo>
                    <a:lnTo>
                      <a:pt x="492" y="678"/>
                    </a:lnTo>
                    <a:lnTo>
                      <a:pt x="480" y="666"/>
                    </a:lnTo>
                    <a:lnTo>
                      <a:pt x="498" y="654"/>
                    </a:lnTo>
                    <a:lnTo>
                      <a:pt x="510" y="642"/>
                    </a:lnTo>
                    <a:lnTo>
                      <a:pt x="546" y="654"/>
                    </a:lnTo>
                    <a:lnTo>
                      <a:pt x="558" y="642"/>
                    </a:lnTo>
                    <a:lnTo>
                      <a:pt x="582" y="648"/>
                    </a:lnTo>
                    <a:lnTo>
                      <a:pt x="588" y="648"/>
                    </a:lnTo>
                    <a:lnTo>
                      <a:pt x="600" y="636"/>
                    </a:lnTo>
                    <a:lnTo>
                      <a:pt x="600" y="630"/>
                    </a:lnTo>
                    <a:lnTo>
                      <a:pt x="588" y="618"/>
                    </a:lnTo>
                    <a:lnTo>
                      <a:pt x="582" y="618"/>
                    </a:lnTo>
                    <a:lnTo>
                      <a:pt x="600" y="582"/>
                    </a:lnTo>
                    <a:lnTo>
                      <a:pt x="594" y="582"/>
                    </a:lnTo>
                    <a:lnTo>
                      <a:pt x="588" y="576"/>
                    </a:lnTo>
                    <a:lnTo>
                      <a:pt x="564" y="564"/>
                    </a:lnTo>
                    <a:lnTo>
                      <a:pt x="540" y="540"/>
                    </a:lnTo>
                    <a:lnTo>
                      <a:pt x="546" y="540"/>
                    </a:lnTo>
                    <a:lnTo>
                      <a:pt x="552" y="534"/>
                    </a:lnTo>
                    <a:lnTo>
                      <a:pt x="558" y="534"/>
                    </a:lnTo>
                    <a:lnTo>
                      <a:pt x="564" y="528"/>
                    </a:lnTo>
                    <a:lnTo>
                      <a:pt x="564" y="516"/>
                    </a:lnTo>
                    <a:lnTo>
                      <a:pt x="558" y="510"/>
                    </a:lnTo>
                    <a:lnTo>
                      <a:pt x="546" y="504"/>
                    </a:lnTo>
                    <a:lnTo>
                      <a:pt x="540" y="498"/>
                    </a:lnTo>
                    <a:lnTo>
                      <a:pt x="528" y="498"/>
                    </a:lnTo>
                    <a:lnTo>
                      <a:pt x="516" y="486"/>
                    </a:lnTo>
                    <a:lnTo>
                      <a:pt x="504" y="462"/>
                    </a:lnTo>
                    <a:lnTo>
                      <a:pt x="498" y="456"/>
                    </a:lnTo>
                    <a:lnTo>
                      <a:pt x="498" y="450"/>
                    </a:lnTo>
                    <a:lnTo>
                      <a:pt x="480" y="450"/>
                    </a:lnTo>
                    <a:lnTo>
                      <a:pt x="474" y="432"/>
                    </a:lnTo>
                    <a:lnTo>
                      <a:pt x="456" y="414"/>
                    </a:lnTo>
                    <a:lnTo>
                      <a:pt x="438" y="402"/>
                    </a:lnTo>
                    <a:lnTo>
                      <a:pt x="426" y="378"/>
                    </a:lnTo>
                    <a:lnTo>
                      <a:pt x="426" y="354"/>
                    </a:lnTo>
                    <a:lnTo>
                      <a:pt x="420" y="354"/>
                    </a:lnTo>
                    <a:lnTo>
                      <a:pt x="414" y="348"/>
                    </a:lnTo>
                    <a:lnTo>
                      <a:pt x="402" y="342"/>
                    </a:lnTo>
                    <a:lnTo>
                      <a:pt x="390" y="342"/>
                    </a:lnTo>
                    <a:lnTo>
                      <a:pt x="384" y="336"/>
                    </a:lnTo>
                    <a:lnTo>
                      <a:pt x="384" y="306"/>
                    </a:lnTo>
                    <a:lnTo>
                      <a:pt x="372" y="306"/>
                    </a:lnTo>
                    <a:lnTo>
                      <a:pt x="366" y="300"/>
                    </a:lnTo>
                    <a:lnTo>
                      <a:pt x="354" y="294"/>
                    </a:lnTo>
                    <a:lnTo>
                      <a:pt x="342" y="282"/>
                    </a:lnTo>
                    <a:lnTo>
                      <a:pt x="306" y="264"/>
                    </a:lnTo>
                    <a:lnTo>
                      <a:pt x="300" y="258"/>
                    </a:lnTo>
                    <a:lnTo>
                      <a:pt x="288" y="252"/>
                    </a:lnTo>
                    <a:lnTo>
                      <a:pt x="288" y="234"/>
                    </a:lnTo>
                    <a:lnTo>
                      <a:pt x="282" y="228"/>
                    </a:lnTo>
                    <a:lnTo>
                      <a:pt x="306" y="228"/>
                    </a:lnTo>
                    <a:lnTo>
                      <a:pt x="312" y="234"/>
                    </a:lnTo>
                    <a:lnTo>
                      <a:pt x="330" y="234"/>
                    </a:lnTo>
                    <a:lnTo>
                      <a:pt x="336" y="228"/>
                    </a:lnTo>
                    <a:lnTo>
                      <a:pt x="342" y="216"/>
                    </a:lnTo>
                    <a:lnTo>
                      <a:pt x="354" y="210"/>
                    </a:lnTo>
                    <a:lnTo>
                      <a:pt x="360" y="198"/>
                    </a:lnTo>
                    <a:lnTo>
                      <a:pt x="360" y="186"/>
                    </a:lnTo>
                    <a:lnTo>
                      <a:pt x="348" y="180"/>
                    </a:lnTo>
                    <a:lnTo>
                      <a:pt x="330" y="174"/>
                    </a:lnTo>
                    <a:lnTo>
                      <a:pt x="306" y="162"/>
                    </a:lnTo>
                    <a:lnTo>
                      <a:pt x="306" y="156"/>
                    </a:lnTo>
                    <a:lnTo>
                      <a:pt x="312" y="150"/>
                    </a:lnTo>
                    <a:lnTo>
                      <a:pt x="318" y="150"/>
                    </a:lnTo>
                    <a:lnTo>
                      <a:pt x="294" y="126"/>
                    </a:lnTo>
                    <a:lnTo>
                      <a:pt x="282" y="120"/>
                    </a:lnTo>
                    <a:lnTo>
                      <a:pt x="270" y="120"/>
                    </a:lnTo>
                    <a:lnTo>
                      <a:pt x="264" y="132"/>
                    </a:lnTo>
                    <a:lnTo>
                      <a:pt x="264" y="138"/>
                    </a:lnTo>
                    <a:lnTo>
                      <a:pt x="258" y="150"/>
                    </a:lnTo>
                    <a:lnTo>
                      <a:pt x="252" y="156"/>
                    </a:lnTo>
                    <a:lnTo>
                      <a:pt x="240" y="144"/>
                    </a:lnTo>
                    <a:lnTo>
                      <a:pt x="240" y="138"/>
                    </a:lnTo>
                    <a:lnTo>
                      <a:pt x="222" y="138"/>
                    </a:lnTo>
                    <a:lnTo>
                      <a:pt x="216" y="126"/>
                    </a:lnTo>
                    <a:lnTo>
                      <a:pt x="198" y="108"/>
                    </a:lnTo>
                    <a:lnTo>
                      <a:pt x="186" y="84"/>
                    </a:lnTo>
                    <a:lnTo>
                      <a:pt x="186" y="54"/>
                    </a:lnTo>
                    <a:lnTo>
                      <a:pt x="180" y="54"/>
                    </a:lnTo>
                    <a:lnTo>
                      <a:pt x="174" y="60"/>
                    </a:lnTo>
                    <a:lnTo>
                      <a:pt x="168" y="48"/>
                    </a:lnTo>
                    <a:lnTo>
                      <a:pt x="156" y="42"/>
                    </a:lnTo>
                    <a:lnTo>
                      <a:pt x="150" y="30"/>
                    </a:lnTo>
                    <a:lnTo>
                      <a:pt x="144" y="24"/>
                    </a:lnTo>
                    <a:lnTo>
                      <a:pt x="138" y="12"/>
                    </a:lnTo>
                    <a:lnTo>
                      <a:pt x="132" y="6"/>
                    </a:lnTo>
                    <a:lnTo>
                      <a:pt x="96" y="0"/>
                    </a:lnTo>
                    <a:lnTo>
                      <a:pt x="90" y="6"/>
                    </a:lnTo>
                    <a:lnTo>
                      <a:pt x="90" y="48"/>
                    </a:lnTo>
                    <a:lnTo>
                      <a:pt x="114" y="72"/>
                    </a:lnTo>
                    <a:lnTo>
                      <a:pt x="114" y="108"/>
                    </a:lnTo>
                    <a:lnTo>
                      <a:pt x="72" y="108"/>
                    </a:lnTo>
                    <a:lnTo>
                      <a:pt x="72" y="84"/>
                    </a:lnTo>
                    <a:lnTo>
                      <a:pt x="36" y="102"/>
                    </a:lnTo>
                    <a:lnTo>
                      <a:pt x="36" y="114"/>
                    </a:lnTo>
                    <a:lnTo>
                      <a:pt x="30" y="126"/>
                    </a:lnTo>
                    <a:lnTo>
                      <a:pt x="36" y="132"/>
                    </a:lnTo>
                    <a:lnTo>
                      <a:pt x="30" y="138"/>
                    </a:lnTo>
                    <a:lnTo>
                      <a:pt x="18" y="138"/>
                    </a:lnTo>
                    <a:lnTo>
                      <a:pt x="0" y="156"/>
                    </a:lnTo>
                    <a:lnTo>
                      <a:pt x="0" y="168"/>
                    </a:lnTo>
                    <a:lnTo>
                      <a:pt x="6" y="168"/>
                    </a:lnTo>
                    <a:lnTo>
                      <a:pt x="12" y="174"/>
                    </a:lnTo>
                    <a:lnTo>
                      <a:pt x="24" y="18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99" name="Kyrgyzstan" descr="© INSCALE GmbH, 05.05.2010&#10;http://www.presentationload.com/">
                <a:extLst>
                  <a:ext uri="{FF2B5EF4-FFF2-40B4-BE49-F238E27FC236}">
                    <a16:creationId xmlns:a16="http://schemas.microsoft.com/office/drawing/2014/main" id="{DB451D4E-6BF5-3546-94A9-2C12C8C3933B}"/>
                  </a:ext>
                </a:extLst>
              </p:cNvPr>
              <p:cNvSpPr>
                <a:spLocks/>
              </p:cNvSpPr>
              <p:nvPr/>
            </p:nvSpPr>
            <p:spPr bwMode="gray">
              <a:xfrm>
                <a:off x="7659101" y="2680508"/>
                <a:ext cx="282705" cy="131491"/>
              </a:xfrm>
              <a:custGeom>
                <a:avLst/>
                <a:gdLst>
                  <a:gd name="T0" fmla="*/ 2147483647 w 672"/>
                  <a:gd name="T1" fmla="*/ 2147483647 h 312"/>
                  <a:gd name="T2" fmla="*/ 2147483647 w 672"/>
                  <a:gd name="T3" fmla="*/ 2147483647 h 312"/>
                  <a:gd name="T4" fmla="*/ 2147483647 w 672"/>
                  <a:gd name="T5" fmla="*/ 2147483647 h 312"/>
                  <a:gd name="T6" fmla="*/ 2147483647 w 672"/>
                  <a:gd name="T7" fmla="*/ 2147483647 h 312"/>
                  <a:gd name="T8" fmla="*/ 2147483647 w 672"/>
                  <a:gd name="T9" fmla="*/ 2147483647 h 312"/>
                  <a:gd name="T10" fmla="*/ 2147483647 w 672"/>
                  <a:gd name="T11" fmla="*/ 2147483647 h 312"/>
                  <a:gd name="T12" fmla="*/ 2147483647 w 672"/>
                  <a:gd name="T13" fmla="*/ 2147483647 h 312"/>
                  <a:gd name="T14" fmla="*/ 2147483647 w 672"/>
                  <a:gd name="T15" fmla="*/ 2147483647 h 312"/>
                  <a:gd name="T16" fmla="*/ 2147483647 w 672"/>
                  <a:gd name="T17" fmla="*/ 2147483647 h 312"/>
                  <a:gd name="T18" fmla="*/ 2147483647 w 672"/>
                  <a:gd name="T19" fmla="*/ 2147483647 h 312"/>
                  <a:gd name="T20" fmla="*/ 2147483647 w 672"/>
                  <a:gd name="T21" fmla="*/ 2147483647 h 312"/>
                  <a:gd name="T22" fmla="*/ 2147483647 w 672"/>
                  <a:gd name="T23" fmla="*/ 2147483647 h 312"/>
                  <a:gd name="T24" fmla="*/ 0 w 672"/>
                  <a:gd name="T25" fmla="*/ 2147483647 h 312"/>
                  <a:gd name="T26" fmla="*/ 2147483647 w 672"/>
                  <a:gd name="T27" fmla="*/ 2147483647 h 312"/>
                  <a:gd name="T28" fmla="*/ 2147483647 w 672"/>
                  <a:gd name="T29" fmla="*/ 2147483647 h 312"/>
                  <a:gd name="T30" fmla="*/ 2147483647 w 672"/>
                  <a:gd name="T31" fmla="*/ 2147483647 h 312"/>
                  <a:gd name="T32" fmla="*/ 2147483647 w 672"/>
                  <a:gd name="T33" fmla="*/ 2147483647 h 312"/>
                  <a:gd name="T34" fmla="*/ 2147483647 w 672"/>
                  <a:gd name="T35" fmla="*/ 2147483647 h 312"/>
                  <a:gd name="T36" fmla="*/ 2147483647 w 672"/>
                  <a:gd name="T37" fmla="*/ 2147483647 h 312"/>
                  <a:gd name="T38" fmla="*/ 2147483647 w 672"/>
                  <a:gd name="T39" fmla="*/ 2147483647 h 312"/>
                  <a:gd name="T40" fmla="*/ 2147483647 w 672"/>
                  <a:gd name="T41" fmla="*/ 2147483647 h 312"/>
                  <a:gd name="T42" fmla="*/ 2147483647 w 672"/>
                  <a:gd name="T43" fmla="*/ 2147483647 h 312"/>
                  <a:gd name="T44" fmla="*/ 2147483647 w 672"/>
                  <a:gd name="T45" fmla="*/ 2147483647 h 312"/>
                  <a:gd name="T46" fmla="*/ 2147483647 w 672"/>
                  <a:gd name="T47" fmla="*/ 2147483647 h 312"/>
                  <a:gd name="T48" fmla="*/ 2147483647 w 672"/>
                  <a:gd name="T49" fmla="*/ 2147483647 h 312"/>
                  <a:gd name="T50" fmla="*/ 2147483647 w 672"/>
                  <a:gd name="T51" fmla="*/ 2147483647 h 312"/>
                  <a:gd name="T52" fmla="*/ 2147483647 w 672"/>
                  <a:gd name="T53" fmla="*/ 2147483647 h 312"/>
                  <a:gd name="T54" fmla="*/ 2147483647 w 672"/>
                  <a:gd name="T55" fmla="*/ 2147483647 h 312"/>
                  <a:gd name="T56" fmla="*/ 2147483647 w 672"/>
                  <a:gd name="T57" fmla="*/ 2147483647 h 312"/>
                  <a:gd name="T58" fmla="*/ 2147483647 w 672"/>
                  <a:gd name="T59" fmla="*/ 2147483647 h 312"/>
                  <a:gd name="T60" fmla="*/ 2147483647 w 672"/>
                  <a:gd name="T61" fmla="*/ 2147483647 h 312"/>
                  <a:gd name="T62" fmla="*/ 2147483647 w 672"/>
                  <a:gd name="T63" fmla="*/ 2147483647 h 312"/>
                  <a:gd name="T64" fmla="*/ 2147483647 w 672"/>
                  <a:gd name="T65" fmla="*/ 2147483647 h 312"/>
                  <a:gd name="T66" fmla="*/ 2147483647 w 672"/>
                  <a:gd name="T67" fmla="*/ 2147483647 h 312"/>
                  <a:gd name="T68" fmla="*/ 2147483647 w 672"/>
                  <a:gd name="T69" fmla="*/ 2147483647 h 312"/>
                  <a:gd name="T70" fmla="*/ 2147483647 w 672"/>
                  <a:gd name="T71" fmla="*/ 2147483647 h 312"/>
                  <a:gd name="T72" fmla="*/ 2147483647 w 672"/>
                  <a:gd name="T73" fmla="*/ 2147483647 h 312"/>
                  <a:gd name="T74" fmla="*/ 2147483647 w 672"/>
                  <a:gd name="T75" fmla="*/ 2147483647 h 312"/>
                  <a:gd name="T76" fmla="*/ 2147483647 w 672"/>
                  <a:gd name="T77" fmla="*/ 0 h 312"/>
                  <a:gd name="T78" fmla="*/ 2147483647 w 672"/>
                  <a:gd name="T79" fmla="*/ 2147483647 h 312"/>
                  <a:gd name="T80" fmla="*/ 2147483647 w 672"/>
                  <a:gd name="T81" fmla="*/ 2147483647 h 312"/>
                  <a:gd name="T82" fmla="*/ 2147483647 w 672"/>
                  <a:gd name="T83" fmla="*/ 2147483647 h 312"/>
                  <a:gd name="T84" fmla="*/ 2147483647 w 672"/>
                  <a:gd name="T85" fmla="*/ 2147483647 h 312"/>
                  <a:gd name="T86" fmla="*/ 2147483647 w 672"/>
                  <a:gd name="T87" fmla="*/ 2147483647 h 312"/>
                  <a:gd name="T88" fmla="*/ 2147483647 w 672"/>
                  <a:gd name="T89" fmla="*/ 2147483647 h 31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2"/>
                  <a:gd name="T136" fmla="*/ 0 h 312"/>
                  <a:gd name="T137" fmla="*/ 672 w 672"/>
                  <a:gd name="T138" fmla="*/ 312 h 31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2" h="312">
                    <a:moveTo>
                      <a:pt x="36" y="132"/>
                    </a:moveTo>
                    <a:lnTo>
                      <a:pt x="66" y="144"/>
                    </a:lnTo>
                    <a:lnTo>
                      <a:pt x="78" y="156"/>
                    </a:lnTo>
                    <a:lnTo>
                      <a:pt x="114" y="156"/>
                    </a:lnTo>
                    <a:lnTo>
                      <a:pt x="114" y="144"/>
                    </a:lnTo>
                    <a:lnTo>
                      <a:pt x="126" y="144"/>
                    </a:lnTo>
                    <a:lnTo>
                      <a:pt x="126" y="132"/>
                    </a:lnTo>
                    <a:lnTo>
                      <a:pt x="144" y="156"/>
                    </a:lnTo>
                    <a:lnTo>
                      <a:pt x="162" y="156"/>
                    </a:lnTo>
                    <a:lnTo>
                      <a:pt x="168" y="174"/>
                    </a:lnTo>
                    <a:lnTo>
                      <a:pt x="192" y="174"/>
                    </a:lnTo>
                    <a:lnTo>
                      <a:pt x="198" y="186"/>
                    </a:lnTo>
                    <a:lnTo>
                      <a:pt x="204" y="186"/>
                    </a:lnTo>
                    <a:lnTo>
                      <a:pt x="216" y="180"/>
                    </a:lnTo>
                    <a:lnTo>
                      <a:pt x="228" y="180"/>
                    </a:lnTo>
                    <a:lnTo>
                      <a:pt x="228" y="192"/>
                    </a:lnTo>
                    <a:lnTo>
                      <a:pt x="216" y="204"/>
                    </a:lnTo>
                    <a:lnTo>
                      <a:pt x="204" y="210"/>
                    </a:lnTo>
                    <a:lnTo>
                      <a:pt x="192" y="210"/>
                    </a:lnTo>
                    <a:lnTo>
                      <a:pt x="192" y="216"/>
                    </a:lnTo>
                    <a:lnTo>
                      <a:pt x="174" y="222"/>
                    </a:lnTo>
                    <a:lnTo>
                      <a:pt x="156" y="240"/>
                    </a:lnTo>
                    <a:lnTo>
                      <a:pt x="150" y="240"/>
                    </a:lnTo>
                    <a:lnTo>
                      <a:pt x="144" y="234"/>
                    </a:lnTo>
                    <a:lnTo>
                      <a:pt x="138" y="234"/>
                    </a:lnTo>
                    <a:lnTo>
                      <a:pt x="132" y="228"/>
                    </a:lnTo>
                    <a:lnTo>
                      <a:pt x="114" y="228"/>
                    </a:lnTo>
                    <a:lnTo>
                      <a:pt x="102" y="234"/>
                    </a:lnTo>
                    <a:lnTo>
                      <a:pt x="96" y="234"/>
                    </a:lnTo>
                    <a:lnTo>
                      <a:pt x="96" y="246"/>
                    </a:lnTo>
                    <a:lnTo>
                      <a:pt x="90" y="252"/>
                    </a:lnTo>
                    <a:lnTo>
                      <a:pt x="84" y="252"/>
                    </a:lnTo>
                    <a:lnTo>
                      <a:pt x="72" y="246"/>
                    </a:lnTo>
                    <a:lnTo>
                      <a:pt x="36" y="234"/>
                    </a:lnTo>
                    <a:lnTo>
                      <a:pt x="24" y="234"/>
                    </a:lnTo>
                    <a:lnTo>
                      <a:pt x="18" y="240"/>
                    </a:lnTo>
                    <a:lnTo>
                      <a:pt x="18" y="252"/>
                    </a:lnTo>
                    <a:lnTo>
                      <a:pt x="12" y="258"/>
                    </a:lnTo>
                    <a:lnTo>
                      <a:pt x="0" y="264"/>
                    </a:lnTo>
                    <a:lnTo>
                      <a:pt x="0" y="276"/>
                    </a:lnTo>
                    <a:lnTo>
                      <a:pt x="6" y="282"/>
                    </a:lnTo>
                    <a:lnTo>
                      <a:pt x="6" y="288"/>
                    </a:lnTo>
                    <a:lnTo>
                      <a:pt x="12" y="294"/>
                    </a:lnTo>
                    <a:lnTo>
                      <a:pt x="24" y="288"/>
                    </a:lnTo>
                    <a:lnTo>
                      <a:pt x="36" y="288"/>
                    </a:lnTo>
                    <a:lnTo>
                      <a:pt x="42" y="282"/>
                    </a:lnTo>
                    <a:lnTo>
                      <a:pt x="60" y="282"/>
                    </a:lnTo>
                    <a:lnTo>
                      <a:pt x="72" y="288"/>
                    </a:lnTo>
                    <a:lnTo>
                      <a:pt x="96" y="288"/>
                    </a:lnTo>
                    <a:lnTo>
                      <a:pt x="108" y="300"/>
                    </a:lnTo>
                    <a:lnTo>
                      <a:pt x="126" y="300"/>
                    </a:lnTo>
                    <a:lnTo>
                      <a:pt x="132" y="294"/>
                    </a:lnTo>
                    <a:lnTo>
                      <a:pt x="144" y="288"/>
                    </a:lnTo>
                    <a:lnTo>
                      <a:pt x="150" y="282"/>
                    </a:lnTo>
                    <a:lnTo>
                      <a:pt x="180" y="312"/>
                    </a:lnTo>
                    <a:lnTo>
                      <a:pt x="192" y="306"/>
                    </a:lnTo>
                    <a:lnTo>
                      <a:pt x="198" y="306"/>
                    </a:lnTo>
                    <a:lnTo>
                      <a:pt x="198" y="312"/>
                    </a:lnTo>
                    <a:lnTo>
                      <a:pt x="210" y="312"/>
                    </a:lnTo>
                    <a:lnTo>
                      <a:pt x="222" y="306"/>
                    </a:lnTo>
                    <a:lnTo>
                      <a:pt x="228" y="300"/>
                    </a:lnTo>
                    <a:lnTo>
                      <a:pt x="270" y="300"/>
                    </a:lnTo>
                    <a:lnTo>
                      <a:pt x="282" y="288"/>
                    </a:lnTo>
                    <a:lnTo>
                      <a:pt x="300" y="294"/>
                    </a:lnTo>
                    <a:lnTo>
                      <a:pt x="318" y="294"/>
                    </a:lnTo>
                    <a:lnTo>
                      <a:pt x="318" y="282"/>
                    </a:lnTo>
                    <a:lnTo>
                      <a:pt x="312" y="270"/>
                    </a:lnTo>
                    <a:lnTo>
                      <a:pt x="300" y="264"/>
                    </a:lnTo>
                    <a:lnTo>
                      <a:pt x="300" y="258"/>
                    </a:lnTo>
                    <a:lnTo>
                      <a:pt x="306" y="252"/>
                    </a:lnTo>
                    <a:lnTo>
                      <a:pt x="318" y="246"/>
                    </a:lnTo>
                    <a:lnTo>
                      <a:pt x="330" y="246"/>
                    </a:lnTo>
                    <a:lnTo>
                      <a:pt x="336" y="240"/>
                    </a:lnTo>
                    <a:lnTo>
                      <a:pt x="348" y="234"/>
                    </a:lnTo>
                    <a:lnTo>
                      <a:pt x="348" y="216"/>
                    </a:lnTo>
                    <a:lnTo>
                      <a:pt x="372" y="216"/>
                    </a:lnTo>
                    <a:lnTo>
                      <a:pt x="384" y="204"/>
                    </a:lnTo>
                    <a:lnTo>
                      <a:pt x="396" y="204"/>
                    </a:lnTo>
                    <a:lnTo>
                      <a:pt x="402" y="210"/>
                    </a:lnTo>
                    <a:lnTo>
                      <a:pt x="408" y="222"/>
                    </a:lnTo>
                    <a:lnTo>
                      <a:pt x="414" y="228"/>
                    </a:lnTo>
                    <a:lnTo>
                      <a:pt x="426" y="222"/>
                    </a:lnTo>
                    <a:lnTo>
                      <a:pt x="456" y="228"/>
                    </a:lnTo>
                    <a:lnTo>
                      <a:pt x="462" y="222"/>
                    </a:lnTo>
                    <a:lnTo>
                      <a:pt x="462" y="198"/>
                    </a:lnTo>
                    <a:lnTo>
                      <a:pt x="468" y="186"/>
                    </a:lnTo>
                    <a:lnTo>
                      <a:pt x="486" y="168"/>
                    </a:lnTo>
                    <a:lnTo>
                      <a:pt x="516" y="168"/>
                    </a:lnTo>
                    <a:lnTo>
                      <a:pt x="534" y="174"/>
                    </a:lnTo>
                    <a:lnTo>
                      <a:pt x="552" y="174"/>
                    </a:lnTo>
                    <a:lnTo>
                      <a:pt x="558" y="168"/>
                    </a:lnTo>
                    <a:lnTo>
                      <a:pt x="564" y="156"/>
                    </a:lnTo>
                    <a:lnTo>
                      <a:pt x="564" y="138"/>
                    </a:lnTo>
                    <a:lnTo>
                      <a:pt x="570" y="132"/>
                    </a:lnTo>
                    <a:lnTo>
                      <a:pt x="582" y="126"/>
                    </a:lnTo>
                    <a:lnTo>
                      <a:pt x="594" y="114"/>
                    </a:lnTo>
                    <a:lnTo>
                      <a:pt x="642" y="96"/>
                    </a:lnTo>
                    <a:lnTo>
                      <a:pt x="666" y="96"/>
                    </a:lnTo>
                    <a:lnTo>
                      <a:pt x="672" y="90"/>
                    </a:lnTo>
                    <a:lnTo>
                      <a:pt x="672" y="78"/>
                    </a:lnTo>
                    <a:lnTo>
                      <a:pt x="660" y="66"/>
                    </a:lnTo>
                    <a:lnTo>
                      <a:pt x="642" y="60"/>
                    </a:lnTo>
                    <a:lnTo>
                      <a:pt x="600" y="60"/>
                    </a:lnTo>
                    <a:lnTo>
                      <a:pt x="576" y="30"/>
                    </a:lnTo>
                    <a:lnTo>
                      <a:pt x="558" y="30"/>
                    </a:lnTo>
                    <a:lnTo>
                      <a:pt x="546" y="18"/>
                    </a:lnTo>
                    <a:lnTo>
                      <a:pt x="498" y="24"/>
                    </a:lnTo>
                    <a:lnTo>
                      <a:pt x="486" y="24"/>
                    </a:lnTo>
                    <a:lnTo>
                      <a:pt x="474" y="18"/>
                    </a:lnTo>
                    <a:lnTo>
                      <a:pt x="354" y="18"/>
                    </a:lnTo>
                    <a:lnTo>
                      <a:pt x="336" y="24"/>
                    </a:lnTo>
                    <a:lnTo>
                      <a:pt x="318" y="24"/>
                    </a:lnTo>
                    <a:lnTo>
                      <a:pt x="306" y="18"/>
                    </a:lnTo>
                    <a:lnTo>
                      <a:pt x="282" y="18"/>
                    </a:lnTo>
                    <a:lnTo>
                      <a:pt x="276" y="6"/>
                    </a:lnTo>
                    <a:lnTo>
                      <a:pt x="264" y="0"/>
                    </a:lnTo>
                    <a:lnTo>
                      <a:pt x="222" y="0"/>
                    </a:lnTo>
                    <a:lnTo>
                      <a:pt x="216" y="6"/>
                    </a:lnTo>
                    <a:lnTo>
                      <a:pt x="216" y="36"/>
                    </a:lnTo>
                    <a:lnTo>
                      <a:pt x="222" y="48"/>
                    </a:lnTo>
                    <a:lnTo>
                      <a:pt x="222" y="60"/>
                    </a:lnTo>
                    <a:lnTo>
                      <a:pt x="204" y="54"/>
                    </a:lnTo>
                    <a:lnTo>
                      <a:pt x="174" y="54"/>
                    </a:lnTo>
                    <a:lnTo>
                      <a:pt x="138" y="36"/>
                    </a:lnTo>
                    <a:lnTo>
                      <a:pt x="120" y="30"/>
                    </a:lnTo>
                    <a:lnTo>
                      <a:pt x="108" y="24"/>
                    </a:lnTo>
                    <a:lnTo>
                      <a:pt x="78" y="24"/>
                    </a:lnTo>
                    <a:lnTo>
                      <a:pt x="60" y="42"/>
                    </a:lnTo>
                    <a:lnTo>
                      <a:pt x="54" y="54"/>
                    </a:lnTo>
                    <a:lnTo>
                      <a:pt x="54" y="72"/>
                    </a:lnTo>
                    <a:lnTo>
                      <a:pt x="72" y="72"/>
                    </a:lnTo>
                    <a:lnTo>
                      <a:pt x="78" y="78"/>
                    </a:lnTo>
                    <a:lnTo>
                      <a:pt x="84" y="78"/>
                    </a:lnTo>
                    <a:lnTo>
                      <a:pt x="84" y="84"/>
                    </a:lnTo>
                    <a:lnTo>
                      <a:pt x="36" y="1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0" name="Kuwait" descr="© INSCALE GmbH, 05.05.2010&#10;http://www.presentationload.com/">
                <a:extLst>
                  <a:ext uri="{FF2B5EF4-FFF2-40B4-BE49-F238E27FC236}">
                    <a16:creationId xmlns:a16="http://schemas.microsoft.com/office/drawing/2014/main" id="{461AB5F1-A8BF-2F42-9BDD-48EB56982CC2}"/>
                  </a:ext>
                </a:extLst>
              </p:cNvPr>
              <p:cNvSpPr>
                <a:spLocks/>
              </p:cNvSpPr>
              <p:nvPr/>
            </p:nvSpPr>
            <p:spPr bwMode="gray">
              <a:xfrm>
                <a:off x="7077254" y="3124291"/>
                <a:ext cx="57528" cy="50953"/>
              </a:xfrm>
              <a:custGeom>
                <a:avLst/>
                <a:gdLst>
                  <a:gd name="T0" fmla="*/ 2147483647 w 138"/>
                  <a:gd name="T1" fmla="*/ 0 h 120"/>
                  <a:gd name="T2" fmla="*/ 2147483647 w 138"/>
                  <a:gd name="T3" fmla="*/ 0 h 120"/>
                  <a:gd name="T4" fmla="*/ 2147483647 w 138"/>
                  <a:gd name="T5" fmla="*/ 2147483647 h 120"/>
                  <a:gd name="T6" fmla="*/ 2147483647 w 138"/>
                  <a:gd name="T7" fmla="*/ 2147483647 h 120"/>
                  <a:gd name="T8" fmla="*/ 2147483647 w 138"/>
                  <a:gd name="T9" fmla="*/ 2147483647 h 120"/>
                  <a:gd name="T10" fmla="*/ 2147483647 w 138"/>
                  <a:gd name="T11" fmla="*/ 2147483647 h 120"/>
                  <a:gd name="T12" fmla="*/ 0 w 138"/>
                  <a:gd name="T13" fmla="*/ 2147483647 h 120"/>
                  <a:gd name="T14" fmla="*/ 2147483647 w 138"/>
                  <a:gd name="T15" fmla="*/ 2147483647 h 120"/>
                  <a:gd name="T16" fmla="*/ 2147483647 w 138"/>
                  <a:gd name="T17" fmla="*/ 2147483647 h 120"/>
                  <a:gd name="T18" fmla="*/ 2147483647 w 138"/>
                  <a:gd name="T19" fmla="*/ 2147483647 h 120"/>
                  <a:gd name="T20" fmla="*/ 2147483647 w 138"/>
                  <a:gd name="T21" fmla="*/ 2147483647 h 120"/>
                  <a:gd name="T22" fmla="*/ 2147483647 w 138"/>
                  <a:gd name="T23" fmla="*/ 2147483647 h 120"/>
                  <a:gd name="T24" fmla="*/ 2147483647 w 138"/>
                  <a:gd name="T25" fmla="*/ 2147483647 h 120"/>
                  <a:gd name="T26" fmla="*/ 2147483647 w 138"/>
                  <a:gd name="T27" fmla="*/ 2147483647 h 120"/>
                  <a:gd name="T28" fmla="*/ 2147483647 w 138"/>
                  <a:gd name="T29" fmla="*/ 2147483647 h 120"/>
                  <a:gd name="T30" fmla="*/ 2147483647 w 138"/>
                  <a:gd name="T31" fmla="*/ 2147483647 h 120"/>
                  <a:gd name="T32" fmla="*/ 2147483647 w 138"/>
                  <a:gd name="T33" fmla="*/ 2147483647 h 120"/>
                  <a:gd name="T34" fmla="*/ 2147483647 w 138"/>
                  <a:gd name="T35" fmla="*/ 2147483647 h 120"/>
                  <a:gd name="T36" fmla="*/ 2147483647 w 138"/>
                  <a:gd name="T37" fmla="*/ 2147483647 h 120"/>
                  <a:gd name="T38" fmla="*/ 2147483647 w 138"/>
                  <a:gd name="T39" fmla="*/ 2147483647 h 120"/>
                  <a:gd name="T40" fmla="*/ 2147483647 w 138"/>
                  <a:gd name="T41" fmla="*/ 2147483647 h 120"/>
                  <a:gd name="T42" fmla="*/ 2147483647 w 138"/>
                  <a:gd name="T43" fmla="*/ 2147483647 h 120"/>
                  <a:gd name="T44" fmla="*/ 2147483647 w 138"/>
                  <a:gd name="T45" fmla="*/ 2147483647 h 120"/>
                  <a:gd name="T46" fmla="*/ 2147483647 w 138"/>
                  <a:gd name="T47" fmla="*/ 2147483647 h 120"/>
                  <a:gd name="T48" fmla="*/ 2147483647 w 138"/>
                  <a:gd name="T49" fmla="*/ 0 h 120"/>
                  <a:gd name="T50" fmla="*/ 2147483647 w 138"/>
                  <a:gd name="T51" fmla="*/ 0 h 1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8"/>
                  <a:gd name="T79" fmla="*/ 0 h 120"/>
                  <a:gd name="T80" fmla="*/ 138 w 138"/>
                  <a:gd name="T81" fmla="*/ 120 h 1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8" h="120">
                    <a:moveTo>
                      <a:pt x="54" y="0"/>
                    </a:moveTo>
                    <a:lnTo>
                      <a:pt x="36" y="0"/>
                    </a:lnTo>
                    <a:lnTo>
                      <a:pt x="30" y="12"/>
                    </a:lnTo>
                    <a:lnTo>
                      <a:pt x="24" y="18"/>
                    </a:lnTo>
                    <a:lnTo>
                      <a:pt x="24" y="30"/>
                    </a:lnTo>
                    <a:lnTo>
                      <a:pt x="6" y="66"/>
                    </a:lnTo>
                    <a:lnTo>
                      <a:pt x="0" y="72"/>
                    </a:lnTo>
                    <a:lnTo>
                      <a:pt x="42" y="72"/>
                    </a:lnTo>
                    <a:lnTo>
                      <a:pt x="60" y="78"/>
                    </a:lnTo>
                    <a:lnTo>
                      <a:pt x="66" y="78"/>
                    </a:lnTo>
                    <a:lnTo>
                      <a:pt x="66" y="114"/>
                    </a:lnTo>
                    <a:lnTo>
                      <a:pt x="72" y="120"/>
                    </a:lnTo>
                    <a:lnTo>
                      <a:pt x="138" y="120"/>
                    </a:lnTo>
                    <a:lnTo>
                      <a:pt x="126" y="114"/>
                    </a:lnTo>
                    <a:lnTo>
                      <a:pt x="114" y="102"/>
                    </a:lnTo>
                    <a:lnTo>
                      <a:pt x="102" y="78"/>
                    </a:lnTo>
                    <a:lnTo>
                      <a:pt x="102" y="66"/>
                    </a:lnTo>
                    <a:lnTo>
                      <a:pt x="90" y="60"/>
                    </a:lnTo>
                    <a:lnTo>
                      <a:pt x="84" y="36"/>
                    </a:lnTo>
                    <a:lnTo>
                      <a:pt x="120" y="36"/>
                    </a:lnTo>
                    <a:lnTo>
                      <a:pt x="120" y="18"/>
                    </a:lnTo>
                    <a:lnTo>
                      <a:pt x="114" y="12"/>
                    </a:lnTo>
                    <a:lnTo>
                      <a:pt x="90" y="12"/>
                    </a:lnTo>
                    <a:lnTo>
                      <a:pt x="90" y="18"/>
                    </a:lnTo>
                    <a:lnTo>
                      <a:pt x="84" y="0"/>
                    </a:lnTo>
                    <a:lnTo>
                      <a:pt x="54"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1" name="Korea, South" descr="© INSCALE GmbH, 05.05.2010&#10;http://www.presentationload.com/">
                <a:extLst>
                  <a:ext uri="{FF2B5EF4-FFF2-40B4-BE49-F238E27FC236}">
                    <a16:creationId xmlns:a16="http://schemas.microsoft.com/office/drawing/2014/main" id="{F99C2447-F652-7D4E-B01B-27AAD6E39DEF}"/>
                  </a:ext>
                </a:extLst>
              </p:cNvPr>
              <p:cNvSpPr>
                <a:spLocks noEditPoints="1"/>
              </p:cNvSpPr>
              <p:nvPr/>
            </p:nvSpPr>
            <p:spPr bwMode="gray">
              <a:xfrm>
                <a:off x="9271511" y="2836654"/>
                <a:ext cx="115055" cy="179155"/>
              </a:xfrm>
              <a:custGeom>
                <a:avLst/>
                <a:gdLst>
                  <a:gd name="T0" fmla="*/ 2147483647 w 276"/>
                  <a:gd name="T1" fmla="*/ 2147483647 h 426"/>
                  <a:gd name="T2" fmla="*/ 2147483647 w 276"/>
                  <a:gd name="T3" fmla="*/ 2147483647 h 426"/>
                  <a:gd name="T4" fmla="*/ 2147483647 w 276"/>
                  <a:gd name="T5" fmla="*/ 2147483647 h 426"/>
                  <a:gd name="T6" fmla="*/ 2147483647 w 276"/>
                  <a:gd name="T7" fmla="*/ 2147483647 h 426"/>
                  <a:gd name="T8" fmla="*/ 2147483647 w 276"/>
                  <a:gd name="T9" fmla="*/ 2147483647 h 426"/>
                  <a:gd name="T10" fmla="*/ 2147483647 w 276"/>
                  <a:gd name="T11" fmla="*/ 2147483647 h 426"/>
                  <a:gd name="T12" fmla="*/ 2147483647 w 276"/>
                  <a:gd name="T13" fmla="*/ 2147483647 h 426"/>
                  <a:gd name="T14" fmla="*/ 2147483647 w 276"/>
                  <a:gd name="T15" fmla="*/ 2147483647 h 426"/>
                  <a:gd name="T16" fmla="*/ 2147483647 w 276"/>
                  <a:gd name="T17" fmla="*/ 2147483647 h 426"/>
                  <a:gd name="T18" fmla="*/ 2147483647 w 276"/>
                  <a:gd name="T19" fmla="*/ 2147483647 h 426"/>
                  <a:gd name="T20" fmla="*/ 2147483647 w 276"/>
                  <a:gd name="T21" fmla="*/ 2147483647 h 426"/>
                  <a:gd name="T22" fmla="*/ 2147483647 w 276"/>
                  <a:gd name="T23" fmla="*/ 2147483647 h 426"/>
                  <a:gd name="T24" fmla="*/ 2147483647 w 276"/>
                  <a:gd name="T25" fmla="*/ 0 h 426"/>
                  <a:gd name="T26" fmla="*/ 2147483647 w 276"/>
                  <a:gd name="T27" fmla="*/ 2147483647 h 426"/>
                  <a:gd name="T28" fmla="*/ 2147483647 w 276"/>
                  <a:gd name="T29" fmla="*/ 2147483647 h 426"/>
                  <a:gd name="T30" fmla="*/ 2147483647 w 276"/>
                  <a:gd name="T31" fmla="*/ 2147483647 h 426"/>
                  <a:gd name="T32" fmla="*/ 2147483647 w 276"/>
                  <a:gd name="T33" fmla="*/ 2147483647 h 426"/>
                  <a:gd name="T34" fmla="*/ 0 w 276"/>
                  <a:gd name="T35" fmla="*/ 2147483647 h 426"/>
                  <a:gd name="T36" fmla="*/ 2147483647 w 276"/>
                  <a:gd name="T37" fmla="*/ 2147483647 h 426"/>
                  <a:gd name="T38" fmla="*/ 2147483647 w 276"/>
                  <a:gd name="T39" fmla="*/ 2147483647 h 426"/>
                  <a:gd name="T40" fmla="*/ 2147483647 w 276"/>
                  <a:gd name="T41" fmla="*/ 2147483647 h 426"/>
                  <a:gd name="T42" fmla="*/ 2147483647 w 276"/>
                  <a:gd name="T43" fmla="*/ 2147483647 h 426"/>
                  <a:gd name="T44" fmla="*/ 2147483647 w 276"/>
                  <a:gd name="T45" fmla="*/ 2147483647 h 426"/>
                  <a:gd name="T46" fmla="*/ 2147483647 w 276"/>
                  <a:gd name="T47" fmla="*/ 2147483647 h 426"/>
                  <a:gd name="T48" fmla="*/ 2147483647 w 276"/>
                  <a:gd name="T49" fmla="*/ 2147483647 h 426"/>
                  <a:gd name="T50" fmla="*/ 2147483647 w 276"/>
                  <a:gd name="T51" fmla="*/ 2147483647 h 426"/>
                  <a:gd name="T52" fmla="*/ 2147483647 w 276"/>
                  <a:gd name="T53" fmla="*/ 2147483647 h 426"/>
                  <a:gd name="T54" fmla="*/ 2147483647 w 276"/>
                  <a:gd name="T55" fmla="*/ 2147483647 h 426"/>
                  <a:gd name="T56" fmla="*/ 2147483647 w 276"/>
                  <a:gd name="T57" fmla="*/ 2147483647 h 426"/>
                  <a:gd name="T58" fmla="*/ 2147483647 w 276"/>
                  <a:gd name="T59" fmla="*/ 2147483647 h 426"/>
                  <a:gd name="T60" fmla="*/ 2147483647 w 276"/>
                  <a:gd name="T61" fmla="*/ 2147483647 h 426"/>
                  <a:gd name="T62" fmla="*/ 2147483647 w 276"/>
                  <a:gd name="T63" fmla="*/ 2147483647 h 426"/>
                  <a:gd name="T64" fmla="*/ 2147483647 w 276"/>
                  <a:gd name="T65" fmla="*/ 2147483647 h 426"/>
                  <a:gd name="T66" fmla="*/ 2147483647 w 276"/>
                  <a:gd name="T67" fmla="*/ 2147483647 h 426"/>
                  <a:gd name="T68" fmla="*/ 2147483647 w 276"/>
                  <a:gd name="T69" fmla="*/ 2147483647 h 426"/>
                  <a:gd name="T70" fmla="*/ 2147483647 w 276"/>
                  <a:gd name="T71" fmla="*/ 2147483647 h 426"/>
                  <a:gd name="T72" fmla="*/ 2147483647 w 276"/>
                  <a:gd name="T73" fmla="*/ 2147483647 h 426"/>
                  <a:gd name="T74" fmla="*/ 2147483647 w 276"/>
                  <a:gd name="T75" fmla="*/ 2147483647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6"/>
                  <a:gd name="T115" fmla="*/ 0 h 426"/>
                  <a:gd name="T116" fmla="*/ 276 w 276"/>
                  <a:gd name="T117" fmla="*/ 426 h 4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6" h="426">
                    <a:moveTo>
                      <a:pt x="150" y="402"/>
                    </a:moveTo>
                    <a:lnTo>
                      <a:pt x="132" y="408"/>
                    </a:lnTo>
                    <a:lnTo>
                      <a:pt x="126" y="414"/>
                    </a:lnTo>
                    <a:lnTo>
                      <a:pt x="138" y="426"/>
                    </a:lnTo>
                    <a:lnTo>
                      <a:pt x="162" y="426"/>
                    </a:lnTo>
                    <a:lnTo>
                      <a:pt x="174" y="414"/>
                    </a:lnTo>
                    <a:lnTo>
                      <a:pt x="174" y="408"/>
                    </a:lnTo>
                    <a:lnTo>
                      <a:pt x="168" y="402"/>
                    </a:lnTo>
                    <a:lnTo>
                      <a:pt x="150" y="402"/>
                    </a:lnTo>
                    <a:close/>
                    <a:moveTo>
                      <a:pt x="276" y="246"/>
                    </a:moveTo>
                    <a:lnTo>
                      <a:pt x="270" y="228"/>
                    </a:lnTo>
                    <a:lnTo>
                      <a:pt x="264" y="216"/>
                    </a:lnTo>
                    <a:lnTo>
                      <a:pt x="246" y="198"/>
                    </a:lnTo>
                    <a:lnTo>
                      <a:pt x="252" y="186"/>
                    </a:lnTo>
                    <a:lnTo>
                      <a:pt x="252" y="180"/>
                    </a:lnTo>
                    <a:lnTo>
                      <a:pt x="246" y="162"/>
                    </a:lnTo>
                    <a:lnTo>
                      <a:pt x="240" y="150"/>
                    </a:lnTo>
                    <a:lnTo>
                      <a:pt x="210" y="120"/>
                    </a:lnTo>
                    <a:lnTo>
                      <a:pt x="198" y="102"/>
                    </a:lnTo>
                    <a:lnTo>
                      <a:pt x="168" y="72"/>
                    </a:lnTo>
                    <a:lnTo>
                      <a:pt x="144" y="66"/>
                    </a:lnTo>
                    <a:lnTo>
                      <a:pt x="144" y="60"/>
                    </a:lnTo>
                    <a:lnTo>
                      <a:pt x="138" y="54"/>
                    </a:lnTo>
                    <a:lnTo>
                      <a:pt x="132" y="42"/>
                    </a:lnTo>
                    <a:lnTo>
                      <a:pt x="102" y="12"/>
                    </a:lnTo>
                    <a:lnTo>
                      <a:pt x="96" y="0"/>
                    </a:lnTo>
                    <a:lnTo>
                      <a:pt x="78" y="12"/>
                    </a:lnTo>
                    <a:lnTo>
                      <a:pt x="48" y="12"/>
                    </a:lnTo>
                    <a:lnTo>
                      <a:pt x="24" y="24"/>
                    </a:lnTo>
                    <a:lnTo>
                      <a:pt x="18" y="30"/>
                    </a:lnTo>
                    <a:lnTo>
                      <a:pt x="12" y="30"/>
                    </a:lnTo>
                    <a:lnTo>
                      <a:pt x="12" y="36"/>
                    </a:lnTo>
                    <a:lnTo>
                      <a:pt x="18" y="42"/>
                    </a:lnTo>
                    <a:lnTo>
                      <a:pt x="18" y="48"/>
                    </a:lnTo>
                    <a:lnTo>
                      <a:pt x="12" y="54"/>
                    </a:lnTo>
                    <a:lnTo>
                      <a:pt x="0" y="60"/>
                    </a:lnTo>
                    <a:lnTo>
                      <a:pt x="0" y="66"/>
                    </a:lnTo>
                    <a:lnTo>
                      <a:pt x="6" y="72"/>
                    </a:lnTo>
                    <a:lnTo>
                      <a:pt x="12" y="84"/>
                    </a:lnTo>
                    <a:lnTo>
                      <a:pt x="24" y="90"/>
                    </a:lnTo>
                    <a:lnTo>
                      <a:pt x="30" y="90"/>
                    </a:lnTo>
                    <a:lnTo>
                      <a:pt x="42" y="96"/>
                    </a:lnTo>
                    <a:lnTo>
                      <a:pt x="60" y="132"/>
                    </a:lnTo>
                    <a:lnTo>
                      <a:pt x="54" y="132"/>
                    </a:lnTo>
                    <a:lnTo>
                      <a:pt x="48" y="126"/>
                    </a:lnTo>
                    <a:lnTo>
                      <a:pt x="36" y="126"/>
                    </a:lnTo>
                    <a:lnTo>
                      <a:pt x="24" y="120"/>
                    </a:lnTo>
                    <a:lnTo>
                      <a:pt x="6" y="120"/>
                    </a:lnTo>
                    <a:lnTo>
                      <a:pt x="6" y="126"/>
                    </a:lnTo>
                    <a:lnTo>
                      <a:pt x="18" y="132"/>
                    </a:lnTo>
                    <a:lnTo>
                      <a:pt x="30" y="144"/>
                    </a:lnTo>
                    <a:lnTo>
                      <a:pt x="42" y="150"/>
                    </a:lnTo>
                    <a:lnTo>
                      <a:pt x="54" y="192"/>
                    </a:lnTo>
                    <a:lnTo>
                      <a:pt x="90" y="198"/>
                    </a:lnTo>
                    <a:lnTo>
                      <a:pt x="90" y="228"/>
                    </a:lnTo>
                    <a:lnTo>
                      <a:pt x="78" y="240"/>
                    </a:lnTo>
                    <a:lnTo>
                      <a:pt x="78" y="270"/>
                    </a:lnTo>
                    <a:lnTo>
                      <a:pt x="84" y="282"/>
                    </a:lnTo>
                    <a:lnTo>
                      <a:pt x="102" y="300"/>
                    </a:lnTo>
                    <a:lnTo>
                      <a:pt x="108" y="300"/>
                    </a:lnTo>
                    <a:lnTo>
                      <a:pt x="108" y="306"/>
                    </a:lnTo>
                    <a:lnTo>
                      <a:pt x="102" y="312"/>
                    </a:lnTo>
                    <a:lnTo>
                      <a:pt x="102" y="324"/>
                    </a:lnTo>
                    <a:lnTo>
                      <a:pt x="108" y="330"/>
                    </a:lnTo>
                    <a:lnTo>
                      <a:pt x="132" y="330"/>
                    </a:lnTo>
                    <a:lnTo>
                      <a:pt x="144" y="324"/>
                    </a:lnTo>
                    <a:lnTo>
                      <a:pt x="144" y="318"/>
                    </a:lnTo>
                    <a:lnTo>
                      <a:pt x="150" y="312"/>
                    </a:lnTo>
                    <a:lnTo>
                      <a:pt x="150" y="306"/>
                    </a:lnTo>
                    <a:lnTo>
                      <a:pt x="198" y="282"/>
                    </a:lnTo>
                    <a:lnTo>
                      <a:pt x="222" y="288"/>
                    </a:lnTo>
                    <a:lnTo>
                      <a:pt x="234" y="270"/>
                    </a:lnTo>
                    <a:lnTo>
                      <a:pt x="258" y="270"/>
                    </a:lnTo>
                    <a:lnTo>
                      <a:pt x="270" y="264"/>
                    </a:lnTo>
                    <a:lnTo>
                      <a:pt x="276" y="264"/>
                    </a:lnTo>
                    <a:lnTo>
                      <a:pt x="276" y="2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2" name="Korea, North" descr="© INSCALE GmbH, 05.05.2010&#10;http://www.presentationload.com/">
                <a:extLst>
                  <a:ext uri="{FF2B5EF4-FFF2-40B4-BE49-F238E27FC236}">
                    <a16:creationId xmlns:a16="http://schemas.microsoft.com/office/drawing/2014/main" id="{EF414810-046B-A54D-B2E4-A6A9587A5699}"/>
                  </a:ext>
                </a:extLst>
              </p:cNvPr>
              <p:cNvSpPr>
                <a:spLocks/>
              </p:cNvSpPr>
              <p:nvPr/>
            </p:nvSpPr>
            <p:spPr bwMode="gray">
              <a:xfrm>
                <a:off x="9176181" y="2688726"/>
                <a:ext cx="138065" cy="175870"/>
              </a:xfrm>
              <a:custGeom>
                <a:avLst/>
                <a:gdLst>
                  <a:gd name="T0" fmla="*/ 2147483647 w 330"/>
                  <a:gd name="T1" fmla="*/ 0 h 420"/>
                  <a:gd name="T2" fmla="*/ 2147483647 w 330"/>
                  <a:gd name="T3" fmla="*/ 2147483647 h 420"/>
                  <a:gd name="T4" fmla="*/ 2147483647 w 330"/>
                  <a:gd name="T5" fmla="*/ 2147483647 h 420"/>
                  <a:gd name="T6" fmla="*/ 2147483647 w 330"/>
                  <a:gd name="T7" fmla="*/ 2147483647 h 420"/>
                  <a:gd name="T8" fmla="*/ 2147483647 w 330"/>
                  <a:gd name="T9" fmla="*/ 2147483647 h 420"/>
                  <a:gd name="T10" fmla="*/ 2147483647 w 330"/>
                  <a:gd name="T11" fmla="*/ 2147483647 h 420"/>
                  <a:gd name="T12" fmla="*/ 2147483647 w 330"/>
                  <a:gd name="T13" fmla="*/ 2147483647 h 420"/>
                  <a:gd name="T14" fmla="*/ 2147483647 w 330"/>
                  <a:gd name="T15" fmla="*/ 2147483647 h 420"/>
                  <a:gd name="T16" fmla="*/ 2147483647 w 330"/>
                  <a:gd name="T17" fmla="*/ 2147483647 h 420"/>
                  <a:gd name="T18" fmla="*/ 2147483647 w 330"/>
                  <a:gd name="T19" fmla="*/ 2147483647 h 420"/>
                  <a:gd name="T20" fmla="*/ 2147483647 w 330"/>
                  <a:gd name="T21" fmla="*/ 2147483647 h 420"/>
                  <a:gd name="T22" fmla="*/ 2147483647 w 330"/>
                  <a:gd name="T23" fmla="*/ 2147483647 h 420"/>
                  <a:gd name="T24" fmla="*/ 2147483647 w 330"/>
                  <a:gd name="T25" fmla="*/ 2147483647 h 420"/>
                  <a:gd name="T26" fmla="*/ 2147483647 w 330"/>
                  <a:gd name="T27" fmla="*/ 2147483647 h 420"/>
                  <a:gd name="T28" fmla="*/ 2147483647 w 330"/>
                  <a:gd name="T29" fmla="*/ 2147483647 h 420"/>
                  <a:gd name="T30" fmla="*/ 2147483647 w 330"/>
                  <a:gd name="T31" fmla="*/ 2147483647 h 420"/>
                  <a:gd name="T32" fmla="*/ 2147483647 w 330"/>
                  <a:gd name="T33" fmla="*/ 2147483647 h 420"/>
                  <a:gd name="T34" fmla="*/ 2147483647 w 330"/>
                  <a:gd name="T35" fmla="*/ 2147483647 h 420"/>
                  <a:gd name="T36" fmla="*/ 2147483647 w 330"/>
                  <a:gd name="T37" fmla="*/ 2147483647 h 420"/>
                  <a:gd name="T38" fmla="*/ 2147483647 w 330"/>
                  <a:gd name="T39" fmla="*/ 2147483647 h 420"/>
                  <a:gd name="T40" fmla="*/ 2147483647 w 330"/>
                  <a:gd name="T41" fmla="*/ 2147483647 h 420"/>
                  <a:gd name="T42" fmla="*/ 2147483647 w 330"/>
                  <a:gd name="T43" fmla="*/ 2147483647 h 420"/>
                  <a:gd name="T44" fmla="*/ 2147483647 w 330"/>
                  <a:gd name="T45" fmla="*/ 2147483647 h 420"/>
                  <a:gd name="T46" fmla="*/ 2147483647 w 330"/>
                  <a:gd name="T47" fmla="*/ 2147483647 h 420"/>
                  <a:gd name="T48" fmla="*/ 2147483647 w 330"/>
                  <a:gd name="T49" fmla="*/ 2147483647 h 420"/>
                  <a:gd name="T50" fmla="*/ 2147483647 w 330"/>
                  <a:gd name="T51" fmla="*/ 2147483647 h 420"/>
                  <a:gd name="T52" fmla="*/ 2147483647 w 330"/>
                  <a:gd name="T53" fmla="*/ 2147483647 h 420"/>
                  <a:gd name="T54" fmla="*/ 2147483647 w 330"/>
                  <a:gd name="T55" fmla="*/ 2147483647 h 420"/>
                  <a:gd name="T56" fmla="*/ 2147483647 w 330"/>
                  <a:gd name="T57" fmla="*/ 2147483647 h 420"/>
                  <a:gd name="T58" fmla="*/ 2147483647 w 330"/>
                  <a:gd name="T59" fmla="*/ 2147483647 h 420"/>
                  <a:gd name="T60" fmla="*/ 2147483647 w 330"/>
                  <a:gd name="T61" fmla="*/ 2147483647 h 420"/>
                  <a:gd name="T62" fmla="*/ 2147483647 w 330"/>
                  <a:gd name="T63" fmla="*/ 2147483647 h 420"/>
                  <a:gd name="T64" fmla="*/ 2147483647 w 330"/>
                  <a:gd name="T65" fmla="*/ 2147483647 h 420"/>
                  <a:gd name="T66" fmla="*/ 2147483647 w 330"/>
                  <a:gd name="T67" fmla="*/ 2147483647 h 420"/>
                  <a:gd name="T68" fmla="*/ 2147483647 w 330"/>
                  <a:gd name="T69" fmla="*/ 2147483647 h 420"/>
                  <a:gd name="T70" fmla="*/ 2147483647 w 330"/>
                  <a:gd name="T71" fmla="*/ 2147483647 h 420"/>
                  <a:gd name="T72" fmla="*/ 2147483647 w 330"/>
                  <a:gd name="T73" fmla="*/ 2147483647 h 420"/>
                  <a:gd name="T74" fmla="*/ 2147483647 w 330"/>
                  <a:gd name="T75" fmla="*/ 2147483647 h 420"/>
                  <a:gd name="T76" fmla="*/ 2147483647 w 330"/>
                  <a:gd name="T77" fmla="*/ 2147483647 h 420"/>
                  <a:gd name="T78" fmla="*/ 2147483647 w 330"/>
                  <a:gd name="T79" fmla="*/ 2147483647 h 420"/>
                  <a:gd name="T80" fmla="*/ 2147483647 w 330"/>
                  <a:gd name="T81" fmla="*/ 2147483647 h 420"/>
                  <a:gd name="T82" fmla="*/ 2147483647 w 330"/>
                  <a:gd name="T83" fmla="*/ 2147483647 h 420"/>
                  <a:gd name="T84" fmla="*/ 2147483647 w 330"/>
                  <a:gd name="T85" fmla="*/ 2147483647 h 420"/>
                  <a:gd name="T86" fmla="*/ 2147483647 w 330"/>
                  <a:gd name="T87" fmla="*/ 2147483647 h 420"/>
                  <a:gd name="T88" fmla="*/ 2147483647 w 330"/>
                  <a:gd name="T89" fmla="*/ 2147483647 h 420"/>
                  <a:gd name="T90" fmla="*/ 2147483647 w 330"/>
                  <a:gd name="T91" fmla="*/ 2147483647 h 420"/>
                  <a:gd name="T92" fmla="*/ 2147483647 w 330"/>
                  <a:gd name="T93" fmla="*/ 2147483647 h 420"/>
                  <a:gd name="T94" fmla="*/ 2147483647 w 330"/>
                  <a:gd name="T95" fmla="*/ 2147483647 h 420"/>
                  <a:gd name="T96" fmla="*/ 2147483647 w 330"/>
                  <a:gd name="T97" fmla="*/ 2147483647 h 420"/>
                  <a:gd name="T98" fmla="*/ 2147483647 w 330"/>
                  <a:gd name="T99" fmla="*/ 2147483647 h 420"/>
                  <a:gd name="T100" fmla="*/ 2147483647 w 330"/>
                  <a:gd name="T101" fmla="*/ 2147483647 h 420"/>
                  <a:gd name="T102" fmla="*/ 2147483647 w 330"/>
                  <a:gd name="T103" fmla="*/ 0 h 42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30"/>
                  <a:gd name="T157" fmla="*/ 0 h 420"/>
                  <a:gd name="T158" fmla="*/ 330 w 330"/>
                  <a:gd name="T159" fmla="*/ 420 h 42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30" h="420">
                    <a:moveTo>
                      <a:pt x="270" y="0"/>
                    </a:moveTo>
                    <a:lnTo>
                      <a:pt x="240" y="0"/>
                    </a:lnTo>
                    <a:lnTo>
                      <a:pt x="240" y="6"/>
                    </a:lnTo>
                    <a:lnTo>
                      <a:pt x="246" y="12"/>
                    </a:lnTo>
                    <a:lnTo>
                      <a:pt x="252" y="24"/>
                    </a:lnTo>
                    <a:lnTo>
                      <a:pt x="252" y="42"/>
                    </a:lnTo>
                    <a:lnTo>
                      <a:pt x="228" y="42"/>
                    </a:lnTo>
                    <a:lnTo>
                      <a:pt x="234" y="54"/>
                    </a:lnTo>
                    <a:lnTo>
                      <a:pt x="234" y="60"/>
                    </a:lnTo>
                    <a:lnTo>
                      <a:pt x="228" y="72"/>
                    </a:lnTo>
                    <a:lnTo>
                      <a:pt x="216" y="78"/>
                    </a:lnTo>
                    <a:lnTo>
                      <a:pt x="204" y="72"/>
                    </a:lnTo>
                    <a:lnTo>
                      <a:pt x="180" y="72"/>
                    </a:lnTo>
                    <a:lnTo>
                      <a:pt x="174" y="66"/>
                    </a:lnTo>
                    <a:lnTo>
                      <a:pt x="168" y="72"/>
                    </a:lnTo>
                    <a:lnTo>
                      <a:pt x="168" y="84"/>
                    </a:lnTo>
                    <a:lnTo>
                      <a:pt x="192" y="108"/>
                    </a:lnTo>
                    <a:lnTo>
                      <a:pt x="198" y="108"/>
                    </a:lnTo>
                    <a:lnTo>
                      <a:pt x="198" y="120"/>
                    </a:lnTo>
                    <a:lnTo>
                      <a:pt x="150" y="120"/>
                    </a:lnTo>
                    <a:lnTo>
                      <a:pt x="138" y="114"/>
                    </a:lnTo>
                    <a:lnTo>
                      <a:pt x="126" y="114"/>
                    </a:lnTo>
                    <a:lnTo>
                      <a:pt x="114" y="102"/>
                    </a:lnTo>
                    <a:lnTo>
                      <a:pt x="102" y="96"/>
                    </a:lnTo>
                    <a:lnTo>
                      <a:pt x="90" y="96"/>
                    </a:lnTo>
                    <a:lnTo>
                      <a:pt x="90" y="102"/>
                    </a:lnTo>
                    <a:lnTo>
                      <a:pt x="84" y="108"/>
                    </a:lnTo>
                    <a:lnTo>
                      <a:pt x="84" y="138"/>
                    </a:lnTo>
                    <a:lnTo>
                      <a:pt x="66" y="174"/>
                    </a:lnTo>
                    <a:lnTo>
                      <a:pt x="54" y="186"/>
                    </a:lnTo>
                    <a:lnTo>
                      <a:pt x="18" y="204"/>
                    </a:lnTo>
                    <a:lnTo>
                      <a:pt x="12" y="216"/>
                    </a:lnTo>
                    <a:lnTo>
                      <a:pt x="6" y="222"/>
                    </a:lnTo>
                    <a:lnTo>
                      <a:pt x="6" y="234"/>
                    </a:lnTo>
                    <a:lnTo>
                      <a:pt x="0" y="246"/>
                    </a:lnTo>
                    <a:lnTo>
                      <a:pt x="12" y="228"/>
                    </a:lnTo>
                    <a:lnTo>
                      <a:pt x="18" y="246"/>
                    </a:lnTo>
                    <a:lnTo>
                      <a:pt x="36" y="270"/>
                    </a:lnTo>
                    <a:lnTo>
                      <a:pt x="48" y="252"/>
                    </a:lnTo>
                    <a:lnTo>
                      <a:pt x="54" y="258"/>
                    </a:lnTo>
                    <a:lnTo>
                      <a:pt x="60" y="270"/>
                    </a:lnTo>
                    <a:lnTo>
                      <a:pt x="96" y="270"/>
                    </a:lnTo>
                    <a:lnTo>
                      <a:pt x="96" y="282"/>
                    </a:lnTo>
                    <a:lnTo>
                      <a:pt x="102" y="294"/>
                    </a:lnTo>
                    <a:lnTo>
                      <a:pt x="102" y="336"/>
                    </a:lnTo>
                    <a:lnTo>
                      <a:pt x="138" y="336"/>
                    </a:lnTo>
                    <a:lnTo>
                      <a:pt x="144" y="348"/>
                    </a:lnTo>
                    <a:lnTo>
                      <a:pt x="132" y="342"/>
                    </a:lnTo>
                    <a:lnTo>
                      <a:pt x="108" y="342"/>
                    </a:lnTo>
                    <a:lnTo>
                      <a:pt x="102" y="348"/>
                    </a:lnTo>
                    <a:lnTo>
                      <a:pt x="102" y="360"/>
                    </a:lnTo>
                    <a:lnTo>
                      <a:pt x="108" y="378"/>
                    </a:lnTo>
                    <a:lnTo>
                      <a:pt x="114" y="384"/>
                    </a:lnTo>
                    <a:lnTo>
                      <a:pt x="126" y="408"/>
                    </a:lnTo>
                    <a:lnTo>
                      <a:pt x="156" y="396"/>
                    </a:lnTo>
                    <a:lnTo>
                      <a:pt x="162" y="402"/>
                    </a:lnTo>
                    <a:lnTo>
                      <a:pt x="174" y="408"/>
                    </a:lnTo>
                    <a:lnTo>
                      <a:pt x="180" y="414"/>
                    </a:lnTo>
                    <a:lnTo>
                      <a:pt x="192" y="420"/>
                    </a:lnTo>
                    <a:lnTo>
                      <a:pt x="198" y="420"/>
                    </a:lnTo>
                    <a:lnTo>
                      <a:pt x="216" y="414"/>
                    </a:lnTo>
                    <a:lnTo>
                      <a:pt x="228" y="414"/>
                    </a:lnTo>
                    <a:lnTo>
                      <a:pt x="240" y="408"/>
                    </a:lnTo>
                    <a:lnTo>
                      <a:pt x="246" y="402"/>
                    </a:lnTo>
                    <a:lnTo>
                      <a:pt x="246" y="396"/>
                    </a:lnTo>
                    <a:lnTo>
                      <a:pt x="240" y="390"/>
                    </a:lnTo>
                    <a:lnTo>
                      <a:pt x="240" y="384"/>
                    </a:lnTo>
                    <a:lnTo>
                      <a:pt x="246" y="384"/>
                    </a:lnTo>
                    <a:lnTo>
                      <a:pt x="252" y="378"/>
                    </a:lnTo>
                    <a:lnTo>
                      <a:pt x="276" y="366"/>
                    </a:lnTo>
                    <a:lnTo>
                      <a:pt x="306" y="366"/>
                    </a:lnTo>
                    <a:lnTo>
                      <a:pt x="324" y="354"/>
                    </a:lnTo>
                    <a:lnTo>
                      <a:pt x="312" y="342"/>
                    </a:lnTo>
                    <a:lnTo>
                      <a:pt x="312" y="336"/>
                    </a:lnTo>
                    <a:lnTo>
                      <a:pt x="264" y="312"/>
                    </a:lnTo>
                    <a:lnTo>
                      <a:pt x="240" y="312"/>
                    </a:lnTo>
                    <a:lnTo>
                      <a:pt x="240" y="300"/>
                    </a:lnTo>
                    <a:lnTo>
                      <a:pt x="246" y="288"/>
                    </a:lnTo>
                    <a:lnTo>
                      <a:pt x="252" y="282"/>
                    </a:lnTo>
                    <a:lnTo>
                      <a:pt x="246" y="276"/>
                    </a:lnTo>
                    <a:lnTo>
                      <a:pt x="234" y="270"/>
                    </a:lnTo>
                    <a:lnTo>
                      <a:pt x="228" y="264"/>
                    </a:lnTo>
                    <a:lnTo>
                      <a:pt x="228" y="252"/>
                    </a:lnTo>
                    <a:lnTo>
                      <a:pt x="240" y="246"/>
                    </a:lnTo>
                    <a:lnTo>
                      <a:pt x="246" y="240"/>
                    </a:lnTo>
                    <a:lnTo>
                      <a:pt x="258" y="234"/>
                    </a:lnTo>
                    <a:lnTo>
                      <a:pt x="270" y="234"/>
                    </a:lnTo>
                    <a:lnTo>
                      <a:pt x="276" y="228"/>
                    </a:lnTo>
                    <a:lnTo>
                      <a:pt x="288" y="204"/>
                    </a:lnTo>
                    <a:lnTo>
                      <a:pt x="288" y="192"/>
                    </a:lnTo>
                    <a:lnTo>
                      <a:pt x="294" y="186"/>
                    </a:lnTo>
                    <a:lnTo>
                      <a:pt x="300" y="174"/>
                    </a:lnTo>
                    <a:lnTo>
                      <a:pt x="324" y="162"/>
                    </a:lnTo>
                    <a:lnTo>
                      <a:pt x="312" y="132"/>
                    </a:lnTo>
                    <a:lnTo>
                      <a:pt x="306" y="126"/>
                    </a:lnTo>
                    <a:lnTo>
                      <a:pt x="294" y="102"/>
                    </a:lnTo>
                    <a:lnTo>
                      <a:pt x="294" y="90"/>
                    </a:lnTo>
                    <a:lnTo>
                      <a:pt x="306" y="66"/>
                    </a:lnTo>
                    <a:lnTo>
                      <a:pt x="318" y="60"/>
                    </a:lnTo>
                    <a:lnTo>
                      <a:pt x="324" y="54"/>
                    </a:lnTo>
                    <a:lnTo>
                      <a:pt x="330" y="54"/>
                    </a:lnTo>
                    <a:lnTo>
                      <a:pt x="312" y="36"/>
                    </a:lnTo>
                    <a:lnTo>
                      <a:pt x="288" y="24"/>
                    </a:lnTo>
                    <a:lnTo>
                      <a:pt x="270"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3" name="Jordan" descr="© INSCALE GmbH, 05.05.2010&#10;http://www.presentationload.com/">
                <a:extLst>
                  <a:ext uri="{FF2B5EF4-FFF2-40B4-BE49-F238E27FC236}">
                    <a16:creationId xmlns:a16="http://schemas.microsoft.com/office/drawing/2014/main" id="{5F2A1ED7-BCC7-3D40-9E3B-0FAD623A1B0C}"/>
                  </a:ext>
                </a:extLst>
              </p:cNvPr>
              <p:cNvSpPr>
                <a:spLocks/>
              </p:cNvSpPr>
              <p:nvPr/>
            </p:nvSpPr>
            <p:spPr bwMode="gray">
              <a:xfrm>
                <a:off x="6741949" y="3014168"/>
                <a:ext cx="118342" cy="141354"/>
              </a:xfrm>
              <a:custGeom>
                <a:avLst/>
                <a:gdLst>
                  <a:gd name="T0" fmla="*/ 2147483647 w 282"/>
                  <a:gd name="T1" fmla="*/ 2147483647 h 336"/>
                  <a:gd name="T2" fmla="*/ 2147483647 w 282"/>
                  <a:gd name="T3" fmla="*/ 2147483647 h 336"/>
                  <a:gd name="T4" fmla="*/ 2147483647 w 282"/>
                  <a:gd name="T5" fmla="*/ 0 h 336"/>
                  <a:gd name="T6" fmla="*/ 2147483647 w 282"/>
                  <a:gd name="T7" fmla="*/ 2147483647 h 336"/>
                  <a:gd name="T8" fmla="*/ 2147483647 w 282"/>
                  <a:gd name="T9" fmla="*/ 2147483647 h 336"/>
                  <a:gd name="T10" fmla="*/ 2147483647 w 282"/>
                  <a:gd name="T11" fmla="*/ 2147483647 h 336"/>
                  <a:gd name="T12" fmla="*/ 2147483647 w 282"/>
                  <a:gd name="T13" fmla="*/ 2147483647 h 336"/>
                  <a:gd name="T14" fmla="*/ 2147483647 w 282"/>
                  <a:gd name="T15" fmla="*/ 2147483647 h 336"/>
                  <a:gd name="T16" fmla="*/ 2147483647 w 282"/>
                  <a:gd name="T17" fmla="*/ 2147483647 h 336"/>
                  <a:gd name="T18" fmla="*/ 2147483647 w 282"/>
                  <a:gd name="T19" fmla="*/ 2147483647 h 336"/>
                  <a:gd name="T20" fmla="*/ 2147483647 w 282"/>
                  <a:gd name="T21" fmla="*/ 2147483647 h 336"/>
                  <a:gd name="T22" fmla="*/ 2147483647 w 282"/>
                  <a:gd name="T23" fmla="*/ 2147483647 h 336"/>
                  <a:gd name="T24" fmla="*/ 2147483647 w 282"/>
                  <a:gd name="T25" fmla="*/ 2147483647 h 336"/>
                  <a:gd name="T26" fmla="*/ 2147483647 w 282"/>
                  <a:gd name="T27" fmla="*/ 2147483647 h 336"/>
                  <a:gd name="T28" fmla="*/ 2147483647 w 282"/>
                  <a:gd name="T29" fmla="*/ 2147483647 h 336"/>
                  <a:gd name="T30" fmla="*/ 2147483647 w 282"/>
                  <a:gd name="T31" fmla="*/ 2147483647 h 336"/>
                  <a:gd name="T32" fmla="*/ 2147483647 w 282"/>
                  <a:gd name="T33" fmla="*/ 2147483647 h 336"/>
                  <a:gd name="T34" fmla="*/ 2147483647 w 282"/>
                  <a:gd name="T35" fmla="*/ 2147483647 h 336"/>
                  <a:gd name="T36" fmla="*/ 2147483647 w 282"/>
                  <a:gd name="T37" fmla="*/ 2147483647 h 336"/>
                  <a:gd name="T38" fmla="*/ 2147483647 w 282"/>
                  <a:gd name="T39" fmla="*/ 2147483647 h 336"/>
                  <a:gd name="T40" fmla="*/ 2147483647 w 282"/>
                  <a:gd name="T41" fmla="*/ 2147483647 h 336"/>
                  <a:gd name="T42" fmla="*/ 2147483647 w 282"/>
                  <a:gd name="T43" fmla="*/ 2147483647 h 336"/>
                  <a:gd name="T44" fmla="*/ 2147483647 w 282"/>
                  <a:gd name="T45" fmla="*/ 2147483647 h 336"/>
                  <a:gd name="T46" fmla="*/ 0 w 282"/>
                  <a:gd name="T47" fmla="*/ 2147483647 h 336"/>
                  <a:gd name="T48" fmla="*/ 0 w 282"/>
                  <a:gd name="T49" fmla="*/ 2147483647 h 336"/>
                  <a:gd name="T50" fmla="*/ 2147483647 w 282"/>
                  <a:gd name="T51" fmla="*/ 2147483647 h 336"/>
                  <a:gd name="T52" fmla="*/ 2147483647 w 282"/>
                  <a:gd name="T53" fmla="*/ 2147483647 h 336"/>
                  <a:gd name="T54" fmla="*/ 2147483647 w 282"/>
                  <a:gd name="T55" fmla="*/ 2147483647 h 336"/>
                  <a:gd name="T56" fmla="*/ 2147483647 w 282"/>
                  <a:gd name="T57" fmla="*/ 2147483647 h 336"/>
                  <a:gd name="T58" fmla="*/ 2147483647 w 282"/>
                  <a:gd name="T59" fmla="*/ 2147483647 h 336"/>
                  <a:gd name="T60" fmla="*/ 2147483647 w 282"/>
                  <a:gd name="T61" fmla="*/ 2147483647 h 336"/>
                  <a:gd name="T62" fmla="*/ 2147483647 w 282"/>
                  <a:gd name="T63" fmla="*/ 2147483647 h 336"/>
                  <a:gd name="T64" fmla="*/ 2147483647 w 282"/>
                  <a:gd name="T65" fmla="*/ 2147483647 h 336"/>
                  <a:gd name="T66" fmla="*/ 2147483647 w 282"/>
                  <a:gd name="T67" fmla="*/ 2147483647 h 336"/>
                  <a:gd name="T68" fmla="*/ 2147483647 w 282"/>
                  <a:gd name="T69" fmla="*/ 2147483647 h 336"/>
                  <a:gd name="T70" fmla="*/ 2147483647 w 282"/>
                  <a:gd name="T71" fmla="*/ 2147483647 h 336"/>
                  <a:gd name="T72" fmla="*/ 2147483647 w 282"/>
                  <a:gd name="T73" fmla="*/ 2147483647 h 336"/>
                  <a:gd name="T74" fmla="*/ 2147483647 w 282"/>
                  <a:gd name="T75" fmla="*/ 2147483647 h 336"/>
                  <a:gd name="T76" fmla="*/ 2147483647 w 282"/>
                  <a:gd name="T77" fmla="*/ 2147483647 h 336"/>
                  <a:gd name="T78" fmla="*/ 2147483647 w 282"/>
                  <a:gd name="T79" fmla="*/ 2147483647 h 336"/>
                  <a:gd name="T80" fmla="*/ 2147483647 w 282"/>
                  <a:gd name="T81" fmla="*/ 2147483647 h 336"/>
                  <a:gd name="T82" fmla="*/ 2147483647 w 282"/>
                  <a:gd name="T83" fmla="*/ 2147483647 h 336"/>
                  <a:gd name="T84" fmla="*/ 2147483647 w 282"/>
                  <a:gd name="T85" fmla="*/ 2147483647 h 336"/>
                  <a:gd name="T86" fmla="*/ 2147483647 w 282"/>
                  <a:gd name="T87" fmla="*/ 2147483647 h 336"/>
                  <a:gd name="T88" fmla="*/ 2147483647 w 282"/>
                  <a:gd name="T89" fmla="*/ 2147483647 h 336"/>
                  <a:gd name="T90" fmla="*/ 2147483647 w 282"/>
                  <a:gd name="T91" fmla="*/ 2147483647 h 336"/>
                  <a:gd name="T92" fmla="*/ 2147483647 w 282"/>
                  <a:gd name="T93" fmla="*/ 2147483647 h 336"/>
                  <a:gd name="T94" fmla="*/ 2147483647 w 282"/>
                  <a:gd name="T95" fmla="*/ 2147483647 h 336"/>
                  <a:gd name="T96" fmla="*/ 2147483647 w 282"/>
                  <a:gd name="T97" fmla="*/ 2147483647 h 336"/>
                  <a:gd name="T98" fmla="*/ 2147483647 w 282"/>
                  <a:gd name="T99" fmla="*/ 2147483647 h 336"/>
                  <a:gd name="T100" fmla="*/ 2147483647 w 282"/>
                  <a:gd name="T101" fmla="*/ 2147483647 h 336"/>
                  <a:gd name="T102" fmla="*/ 2147483647 w 282"/>
                  <a:gd name="T103" fmla="*/ 2147483647 h 336"/>
                  <a:gd name="T104" fmla="*/ 2147483647 w 282"/>
                  <a:gd name="T105" fmla="*/ 2147483647 h 336"/>
                  <a:gd name="T106" fmla="*/ 2147483647 w 282"/>
                  <a:gd name="T107" fmla="*/ 2147483647 h 336"/>
                  <a:gd name="T108" fmla="*/ 2147483647 w 282"/>
                  <a:gd name="T109" fmla="*/ 2147483647 h 336"/>
                  <a:gd name="T110" fmla="*/ 2147483647 w 282"/>
                  <a:gd name="T111" fmla="*/ 2147483647 h 336"/>
                  <a:gd name="T112" fmla="*/ 2147483647 w 282"/>
                  <a:gd name="T113" fmla="*/ 2147483647 h 336"/>
                  <a:gd name="T114" fmla="*/ 2147483647 w 282"/>
                  <a:gd name="T115" fmla="*/ 2147483647 h 336"/>
                  <a:gd name="T116" fmla="*/ 2147483647 w 282"/>
                  <a:gd name="T117" fmla="*/ 2147483647 h 336"/>
                  <a:gd name="T118" fmla="*/ 2147483647 w 282"/>
                  <a:gd name="T119" fmla="*/ 2147483647 h 336"/>
                  <a:gd name="T120" fmla="*/ 2147483647 w 282"/>
                  <a:gd name="T121" fmla="*/ 2147483647 h 336"/>
                  <a:gd name="T122" fmla="*/ 2147483647 w 282"/>
                  <a:gd name="T123" fmla="*/ 2147483647 h 3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82"/>
                  <a:gd name="T187" fmla="*/ 0 h 336"/>
                  <a:gd name="T188" fmla="*/ 282 w 282"/>
                  <a:gd name="T189" fmla="*/ 336 h 3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82" h="336">
                    <a:moveTo>
                      <a:pt x="258" y="60"/>
                    </a:moveTo>
                    <a:lnTo>
                      <a:pt x="258" y="42"/>
                    </a:lnTo>
                    <a:lnTo>
                      <a:pt x="234" y="0"/>
                    </a:lnTo>
                    <a:lnTo>
                      <a:pt x="222" y="6"/>
                    </a:lnTo>
                    <a:lnTo>
                      <a:pt x="198" y="30"/>
                    </a:lnTo>
                    <a:lnTo>
                      <a:pt x="138" y="78"/>
                    </a:lnTo>
                    <a:lnTo>
                      <a:pt x="114" y="84"/>
                    </a:lnTo>
                    <a:lnTo>
                      <a:pt x="96" y="84"/>
                    </a:lnTo>
                    <a:lnTo>
                      <a:pt x="84" y="78"/>
                    </a:lnTo>
                    <a:lnTo>
                      <a:pt x="72" y="66"/>
                    </a:lnTo>
                    <a:lnTo>
                      <a:pt x="36" y="48"/>
                    </a:lnTo>
                    <a:lnTo>
                      <a:pt x="30" y="48"/>
                    </a:lnTo>
                    <a:lnTo>
                      <a:pt x="24" y="66"/>
                    </a:lnTo>
                    <a:lnTo>
                      <a:pt x="30" y="138"/>
                    </a:lnTo>
                    <a:lnTo>
                      <a:pt x="18" y="150"/>
                    </a:lnTo>
                    <a:lnTo>
                      <a:pt x="18" y="162"/>
                    </a:lnTo>
                    <a:lnTo>
                      <a:pt x="30" y="174"/>
                    </a:lnTo>
                    <a:lnTo>
                      <a:pt x="30" y="186"/>
                    </a:lnTo>
                    <a:lnTo>
                      <a:pt x="24" y="198"/>
                    </a:lnTo>
                    <a:lnTo>
                      <a:pt x="18" y="204"/>
                    </a:lnTo>
                    <a:lnTo>
                      <a:pt x="12" y="216"/>
                    </a:lnTo>
                    <a:lnTo>
                      <a:pt x="6" y="222"/>
                    </a:lnTo>
                    <a:lnTo>
                      <a:pt x="6" y="282"/>
                    </a:lnTo>
                    <a:lnTo>
                      <a:pt x="0" y="294"/>
                    </a:lnTo>
                    <a:lnTo>
                      <a:pt x="0" y="312"/>
                    </a:lnTo>
                    <a:lnTo>
                      <a:pt x="6" y="324"/>
                    </a:lnTo>
                    <a:lnTo>
                      <a:pt x="24" y="324"/>
                    </a:lnTo>
                    <a:lnTo>
                      <a:pt x="48" y="336"/>
                    </a:lnTo>
                    <a:lnTo>
                      <a:pt x="84" y="336"/>
                    </a:lnTo>
                    <a:lnTo>
                      <a:pt x="96" y="324"/>
                    </a:lnTo>
                    <a:lnTo>
                      <a:pt x="108" y="300"/>
                    </a:lnTo>
                    <a:lnTo>
                      <a:pt x="108" y="288"/>
                    </a:lnTo>
                    <a:lnTo>
                      <a:pt x="120" y="276"/>
                    </a:lnTo>
                    <a:lnTo>
                      <a:pt x="126" y="276"/>
                    </a:lnTo>
                    <a:lnTo>
                      <a:pt x="138" y="270"/>
                    </a:lnTo>
                    <a:lnTo>
                      <a:pt x="150" y="270"/>
                    </a:lnTo>
                    <a:lnTo>
                      <a:pt x="162" y="264"/>
                    </a:lnTo>
                    <a:lnTo>
                      <a:pt x="168" y="258"/>
                    </a:lnTo>
                    <a:lnTo>
                      <a:pt x="174" y="246"/>
                    </a:lnTo>
                    <a:lnTo>
                      <a:pt x="180" y="240"/>
                    </a:lnTo>
                    <a:lnTo>
                      <a:pt x="180" y="228"/>
                    </a:lnTo>
                    <a:lnTo>
                      <a:pt x="186" y="222"/>
                    </a:lnTo>
                    <a:lnTo>
                      <a:pt x="186" y="210"/>
                    </a:lnTo>
                    <a:lnTo>
                      <a:pt x="180" y="204"/>
                    </a:lnTo>
                    <a:lnTo>
                      <a:pt x="168" y="180"/>
                    </a:lnTo>
                    <a:lnTo>
                      <a:pt x="144" y="156"/>
                    </a:lnTo>
                    <a:lnTo>
                      <a:pt x="132" y="156"/>
                    </a:lnTo>
                    <a:lnTo>
                      <a:pt x="120" y="150"/>
                    </a:lnTo>
                    <a:lnTo>
                      <a:pt x="96" y="150"/>
                    </a:lnTo>
                    <a:lnTo>
                      <a:pt x="96" y="144"/>
                    </a:lnTo>
                    <a:lnTo>
                      <a:pt x="108" y="144"/>
                    </a:lnTo>
                    <a:lnTo>
                      <a:pt x="120" y="138"/>
                    </a:lnTo>
                    <a:lnTo>
                      <a:pt x="186" y="138"/>
                    </a:lnTo>
                    <a:lnTo>
                      <a:pt x="198" y="114"/>
                    </a:lnTo>
                    <a:lnTo>
                      <a:pt x="240" y="114"/>
                    </a:lnTo>
                    <a:lnTo>
                      <a:pt x="252" y="108"/>
                    </a:lnTo>
                    <a:lnTo>
                      <a:pt x="258" y="102"/>
                    </a:lnTo>
                    <a:lnTo>
                      <a:pt x="264" y="102"/>
                    </a:lnTo>
                    <a:lnTo>
                      <a:pt x="276" y="96"/>
                    </a:lnTo>
                    <a:lnTo>
                      <a:pt x="282" y="90"/>
                    </a:lnTo>
                    <a:lnTo>
                      <a:pt x="282" y="78"/>
                    </a:lnTo>
                    <a:lnTo>
                      <a:pt x="258"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4" name="Japan" descr="© INSCALE GmbH, 05.05.2010&#10;http://www.presentationload.com/">
                <a:extLst>
                  <a:ext uri="{FF2B5EF4-FFF2-40B4-BE49-F238E27FC236}">
                    <a16:creationId xmlns:a16="http://schemas.microsoft.com/office/drawing/2014/main" id="{D103BA4F-C6DC-D642-BBAE-ABDFF618C8BC}"/>
                  </a:ext>
                </a:extLst>
              </p:cNvPr>
              <p:cNvSpPr>
                <a:spLocks noEditPoints="1"/>
              </p:cNvSpPr>
              <p:nvPr/>
            </p:nvSpPr>
            <p:spPr bwMode="gray">
              <a:xfrm>
                <a:off x="9337258" y="2603258"/>
                <a:ext cx="368175" cy="718271"/>
              </a:xfrm>
              <a:custGeom>
                <a:avLst/>
                <a:gdLst>
                  <a:gd name="T0" fmla="*/ 2147483647 w 876"/>
                  <a:gd name="T1" fmla="*/ 2147483647 h 1710"/>
                  <a:gd name="T2" fmla="*/ 2147483647 w 876"/>
                  <a:gd name="T3" fmla="*/ 2147483647 h 1710"/>
                  <a:gd name="T4" fmla="*/ 2147483647 w 876"/>
                  <a:gd name="T5" fmla="*/ 2147483647 h 1710"/>
                  <a:gd name="T6" fmla="*/ 2147483647 w 876"/>
                  <a:gd name="T7" fmla="*/ 2147483647 h 1710"/>
                  <a:gd name="T8" fmla="*/ 2147483647 w 876"/>
                  <a:gd name="T9" fmla="*/ 2147483647 h 1710"/>
                  <a:gd name="T10" fmla="*/ 2147483647 w 876"/>
                  <a:gd name="T11" fmla="*/ 2147483647 h 1710"/>
                  <a:gd name="T12" fmla="*/ 2147483647 w 876"/>
                  <a:gd name="T13" fmla="*/ 2147483647 h 1710"/>
                  <a:gd name="T14" fmla="*/ 2147483647 w 876"/>
                  <a:gd name="T15" fmla="*/ 2147483647 h 1710"/>
                  <a:gd name="T16" fmla="*/ 2147483647 w 876"/>
                  <a:gd name="T17" fmla="*/ 2147483647 h 1710"/>
                  <a:gd name="T18" fmla="*/ 2147483647 w 876"/>
                  <a:gd name="T19" fmla="*/ 2147483647 h 1710"/>
                  <a:gd name="T20" fmla="*/ 2147483647 w 876"/>
                  <a:gd name="T21" fmla="*/ 2147483647 h 1710"/>
                  <a:gd name="T22" fmla="*/ 2147483647 w 876"/>
                  <a:gd name="T23" fmla="*/ 2147483647 h 1710"/>
                  <a:gd name="T24" fmla="*/ 2147483647 w 876"/>
                  <a:gd name="T25" fmla="*/ 2147483647 h 1710"/>
                  <a:gd name="T26" fmla="*/ 2147483647 w 876"/>
                  <a:gd name="T27" fmla="*/ 2147483647 h 1710"/>
                  <a:gd name="T28" fmla="*/ 2147483647 w 876"/>
                  <a:gd name="T29" fmla="*/ 2147483647 h 1710"/>
                  <a:gd name="T30" fmla="*/ 2147483647 w 876"/>
                  <a:gd name="T31" fmla="*/ 2147483647 h 1710"/>
                  <a:gd name="T32" fmla="*/ 2147483647 w 876"/>
                  <a:gd name="T33" fmla="*/ 2147483647 h 1710"/>
                  <a:gd name="T34" fmla="*/ 2147483647 w 876"/>
                  <a:gd name="T35" fmla="*/ 2147483647 h 1710"/>
                  <a:gd name="T36" fmla="*/ 2147483647 w 876"/>
                  <a:gd name="T37" fmla="*/ 2147483647 h 1710"/>
                  <a:gd name="T38" fmla="*/ 2147483647 w 876"/>
                  <a:gd name="T39" fmla="*/ 2147483647 h 1710"/>
                  <a:gd name="T40" fmla="*/ 2147483647 w 876"/>
                  <a:gd name="T41" fmla="*/ 2147483647 h 1710"/>
                  <a:gd name="T42" fmla="*/ 2147483647 w 876"/>
                  <a:gd name="T43" fmla="*/ 2147483647 h 1710"/>
                  <a:gd name="T44" fmla="*/ 2147483647 w 876"/>
                  <a:gd name="T45" fmla="*/ 2147483647 h 1710"/>
                  <a:gd name="T46" fmla="*/ 2147483647 w 876"/>
                  <a:gd name="T47" fmla="*/ 2147483647 h 1710"/>
                  <a:gd name="T48" fmla="*/ 2147483647 w 876"/>
                  <a:gd name="T49" fmla="*/ 2147483647 h 1710"/>
                  <a:gd name="T50" fmla="*/ 2147483647 w 876"/>
                  <a:gd name="T51" fmla="*/ 2147483647 h 1710"/>
                  <a:gd name="T52" fmla="*/ 2147483647 w 876"/>
                  <a:gd name="T53" fmla="*/ 2147483647 h 1710"/>
                  <a:gd name="T54" fmla="*/ 2147483647 w 876"/>
                  <a:gd name="T55" fmla="*/ 2147483647 h 1710"/>
                  <a:gd name="T56" fmla="*/ 2147483647 w 876"/>
                  <a:gd name="T57" fmla="*/ 2147483647 h 1710"/>
                  <a:gd name="T58" fmla="*/ 2147483647 w 876"/>
                  <a:gd name="T59" fmla="*/ 2147483647 h 1710"/>
                  <a:gd name="T60" fmla="*/ 2147483647 w 876"/>
                  <a:gd name="T61" fmla="*/ 2147483647 h 1710"/>
                  <a:gd name="T62" fmla="*/ 2147483647 w 876"/>
                  <a:gd name="T63" fmla="*/ 2147483647 h 1710"/>
                  <a:gd name="T64" fmla="*/ 2147483647 w 876"/>
                  <a:gd name="T65" fmla="*/ 2147483647 h 1710"/>
                  <a:gd name="T66" fmla="*/ 2147483647 w 876"/>
                  <a:gd name="T67" fmla="*/ 2147483647 h 1710"/>
                  <a:gd name="T68" fmla="*/ 2147483647 w 876"/>
                  <a:gd name="T69" fmla="*/ 2147483647 h 1710"/>
                  <a:gd name="T70" fmla="*/ 2147483647 w 876"/>
                  <a:gd name="T71" fmla="*/ 2147483647 h 1710"/>
                  <a:gd name="T72" fmla="*/ 2147483647 w 876"/>
                  <a:gd name="T73" fmla="*/ 2147483647 h 1710"/>
                  <a:gd name="T74" fmla="*/ 2147483647 w 876"/>
                  <a:gd name="T75" fmla="*/ 2147483647 h 1710"/>
                  <a:gd name="T76" fmla="*/ 2147483647 w 876"/>
                  <a:gd name="T77" fmla="*/ 2147483647 h 1710"/>
                  <a:gd name="T78" fmla="*/ 2147483647 w 876"/>
                  <a:gd name="T79" fmla="*/ 2147483647 h 1710"/>
                  <a:gd name="T80" fmla="*/ 2147483647 w 876"/>
                  <a:gd name="T81" fmla="*/ 2147483647 h 1710"/>
                  <a:gd name="T82" fmla="*/ 2147483647 w 876"/>
                  <a:gd name="T83" fmla="*/ 2147483647 h 1710"/>
                  <a:gd name="T84" fmla="*/ 2147483647 w 876"/>
                  <a:gd name="T85" fmla="*/ 2147483647 h 1710"/>
                  <a:gd name="T86" fmla="*/ 2147483647 w 876"/>
                  <a:gd name="T87" fmla="*/ 2147483647 h 1710"/>
                  <a:gd name="T88" fmla="*/ 2147483647 w 876"/>
                  <a:gd name="T89" fmla="*/ 2147483647 h 1710"/>
                  <a:gd name="T90" fmla="*/ 2147483647 w 876"/>
                  <a:gd name="T91" fmla="*/ 2147483647 h 1710"/>
                  <a:gd name="T92" fmla="*/ 2147483647 w 876"/>
                  <a:gd name="T93" fmla="*/ 2147483647 h 1710"/>
                  <a:gd name="T94" fmla="*/ 2147483647 w 876"/>
                  <a:gd name="T95" fmla="*/ 2147483647 h 1710"/>
                  <a:gd name="T96" fmla="*/ 2147483647 w 876"/>
                  <a:gd name="T97" fmla="*/ 2147483647 h 1710"/>
                  <a:gd name="T98" fmla="*/ 2147483647 w 876"/>
                  <a:gd name="T99" fmla="*/ 2147483647 h 1710"/>
                  <a:gd name="T100" fmla="*/ 2147483647 w 876"/>
                  <a:gd name="T101" fmla="*/ 2147483647 h 1710"/>
                  <a:gd name="T102" fmla="*/ 2147483647 w 876"/>
                  <a:gd name="T103" fmla="*/ 2147483647 h 1710"/>
                  <a:gd name="T104" fmla="*/ 2147483647 w 876"/>
                  <a:gd name="T105" fmla="*/ 2147483647 h 1710"/>
                  <a:gd name="T106" fmla="*/ 2147483647 w 876"/>
                  <a:gd name="T107" fmla="*/ 2147483647 h 1710"/>
                  <a:gd name="T108" fmla="*/ 2147483647 w 876"/>
                  <a:gd name="T109" fmla="*/ 2147483647 h 1710"/>
                  <a:gd name="T110" fmla="*/ 2147483647 w 876"/>
                  <a:gd name="T111" fmla="*/ 2147483647 h 1710"/>
                  <a:gd name="T112" fmla="*/ 2147483647 w 876"/>
                  <a:gd name="T113" fmla="*/ 2147483647 h 1710"/>
                  <a:gd name="T114" fmla="*/ 2147483647 w 876"/>
                  <a:gd name="T115" fmla="*/ 2147483647 h 1710"/>
                  <a:gd name="T116" fmla="*/ 2147483647 w 876"/>
                  <a:gd name="T117" fmla="*/ 2147483647 h 1710"/>
                  <a:gd name="T118" fmla="*/ 2147483647 w 876"/>
                  <a:gd name="T119" fmla="*/ 2147483647 h 17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6"/>
                  <a:gd name="T181" fmla="*/ 0 h 1710"/>
                  <a:gd name="T182" fmla="*/ 876 w 876"/>
                  <a:gd name="T183" fmla="*/ 1710 h 171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6" h="1710">
                    <a:moveTo>
                      <a:pt x="876" y="780"/>
                    </a:moveTo>
                    <a:lnTo>
                      <a:pt x="864" y="774"/>
                    </a:lnTo>
                    <a:lnTo>
                      <a:pt x="858" y="768"/>
                    </a:lnTo>
                    <a:lnTo>
                      <a:pt x="846" y="762"/>
                    </a:lnTo>
                    <a:lnTo>
                      <a:pt x="840" y="750"/>
                    </a:lnTo>
                    <a:lnTo>
                      <a:pt x="828" y="744"/>
                    </a:lnTo>
                    <a:lnTo>
                      <a:pt x="828" y="720"/>
                    </a:lnTo>
                    <a:lnTo>
                      <a:pt x="834" y="702"/>
                    </a:lnTo>
                    <a:lnTo>
                      <a:pt x="834" y="684"/>
                    </a:lnTo>
                    <a:lnTo>
                      <a:pt x="828" y="666"/>
                    </a:lnTo>
                    <a:lnTo>
                      <a:pt x="816" y="642"/>
                    </a:lnTo>
                    <a:lnTo>
                      <a:pt x="792" y="618"/>
                    </a:lnTo>
                    <a:lnTo>
                      <a:pt x="786" y="600"/>
                    </a:lnTo>
                    <a:lnTo>
                      <a:pt x="786" y="576"/>
                    </a:lnTo>
                    <a:lnTo>
                      <a:pt x="792" y="570"/>
                    </a:lnTo>
                    <a:lnTo>
                      <a:pt x="810" y="570"/>
                    </a:lnTo>
                    <a:lnTo>
                      <a:pt x="810" y="528"/>
                    </a:lnTo>
                    <a:lnTo>
                      <a:pt x="798" y="516"/>
                    </a:lnTo>
                    <a:lnTo>
                      <a:pt x="810" y="510"/>
                    </a:lnTo>
                    <a:lnTo>
                      <a:pt x="810" y="498"/>
                    </a:lnTo>
                    <a:lnTo>
                      <a:pt x="804" y="486"/>
                    </a:lnTo>
                    <a:lnTo>
                      <a:pt x="804" y="474"/>
                    </a:lnTo>
                    <a:lnTo>
                      <a:pt x="798" y="468"/>
                    </a:lnTo>
                    <a:lnTo>
                      <a:pt x="792" y="456"/>
                    </a:lnTo>
                    <a:lnTo>
                      <a:pt x="786" y="450"/>
                    </a:lnTo>
                    <a:lnTo>
                      <a:pt x="774" y="444"/>
                    </a:lnTo>
                    <a:lnTo>
                      <a:pt x="768" y="438"/>
                    </a:lnTo>
                    <a:lnTo>
                      <a:pt x="762" y="420"/>
                    </a:lnTo>
                    <a:lnTo>
                      <a:pt x="756" y="420"/>
                    </a:lnTo>
                    <a:lnTo>
                      <a:pt x="738" y="402"/>
                    </a:lnTo>
                    <a:lnTo>
                      <a:pt x="714" y="390"/>
                    </a:lnTo>
                    <a:lnTo>
                      <a:pt x="702" y="378"/>
                    </a:lnTo>
                    <a:lnTo>
                      <a:pt x="696" y="360"/>
                    </a:lnTo>
                    <a:lnTo>
                      <a:pt x="690" y="348"/>
                    </a:lnTo>
                    <a:lnTo>
                      <a:pt x="690" y="330"/>
                    </a:lnTo>
                    <a:lnTo>
                      <a:pt x="684" y="324"/>
                    </a:lnTo>
                    <a:lnTo>
                      <a:pt x="678" y="324"/>
                    </a:lnTo>
                    <a:lnTo>
                      <a:pt x="666" y="318"/>
                    </a:lnTo>
                    <a:lnTo>
                      <a:pt x="654" y="318"/>
                    </a:lnTo>
                    <a:lnTo>
                      <a:pt x="648" y="324"/>
                    </a:lnTo>
                    <a:lnTo>
                      <a:pt x="648" y="342"/>
                    </a:lnTo>
                    <a:lnTo>
                      <a:pt x="654" y="342"/>
                    </a:lnTo>
                    <a:lnTo>
                      <a:pt x="660" y="348"/>
                    </a:lnTo>
                    <a:lnTo>
                      <a:pt x="672" y="342"/>
                    </a:lnTo>
                    <a:lnTo>
                      <a:pt x="678" y="348"/>
                    </a:lnTo>
                    <a:lnTo>
                      <a:pt x="678" y="366"/>
                    </a:lnTo>
                    <a:lnTo>
                      <a:pt x="672" y="366"/>
                    </a:lnTo>
                    <a:lnTo>
                      <a:pt x="666" y="360"/>
                    </a:lnTo>
                    <a:lnTo>
                      <a:pt x="654" y="372"/>
                    </a:lnTo>
                    <a:lnTo>
                      <a:pt x="630" y="342"/>
                    </a:lnTo>
                    <a:lnTo>
                      <a:pt x="612" y="342"/>
                    </a:lnTo>
                    <a:lnTo>
                      <a:pt x="636" y="378"/>
                    </a:lnTo>
                    <a:lnTo>
                      <a:pt x="618" y="378"/>
                    </a:lnTo>
                    <a:lnTo>
                      <a:pt x="648" y="426"/>
                    </a:lnTo>
                    <a:lnTo>
                      <a:pt x="636" y="438"/>
                    </a:lnTo>
                    <a:lnTo>
                      <a:pt x="648" y="444"/>
                    </a:lnTo>
                    <a:lnTo>
                      <a:pt x="666" y="462"/>
                    </a:lnTo>
                    <a:lnTo>
                      <a:pt x="678" y="468"/>
                    </a:lnTo>
                    <a:lnTo>
                      <a:pt x="684" y="480"/>
                    </a:lnTo>
                    <a:lnTo>
                      <a:pt x="684" y="504"/>
                    </a:lnTo>
                    <a:lnTo>
                      <a:pt x="678" y="516"/>
                    </a:lnTo>
                    <a:lnTo>
                      <a:pt x="678" y="534"/>
                    </a:lnTo>
                    <a:lnTo>
                      <a:pt x="672" y="540"/>
                    </a:lnTo>
                    <a:lnTo>
                      <a:pt x="672" y="570"/>
                    </a:lnTo>
                    <a:lnTo>
                      <a:pt x="678" y="570"/>
                    </a:lnTo>
                    <a:lnTo>
                      <a:pt x="690" y="582"/>
                    </a:lnTo>
                    <a:lnTo>
                      <a:pt x="690" y="600"/>
                    </a:lnTo>
                    <a:lnTo>
                      <a:pt x="678" y="606"/>
                    </a:lnTo>
                    <a:lnTo>
                      <a:pt x="660" y="606"/>
                    </a:lnTo>
                    <a:lnTo>
                      <a:pt x="660" y="618"/>
                    </a:lnTo>
                    <a:lnTo>
                      <a:pt x="666" y="630"/>
                    </a:lnTo>
                    <a:lnTo>
                      <a:pt x="666" y="642"/>
                    </a:lnTo>
                    <a:lnTo>
                      <a:pt x="660" y="654"/>
                    </a:lnTo>
                    <a:lnTo>
                      <a:pt x="654" y="660"/>
                    </a:lnTo>
                    <a:lnTo>
                      <a:pt x="642" y="666"/>
                    </a:lnTo>
                    <a:lnTo>
                      <a:pt x="630" y="666"/>
                    </a:lnTo>
                    <a:lnTo>
                      <a:pt x="618" y="672"/>
                    </a:lnTo>
                    <a:lnTo>
                      <a:pt x="612" y="678"/>
                    </a:lnTo>
                    <a:lnTo>
                      <a:pt x="606" y="678"/>
                    </a:lnTo>
                    <a:lnTo>
                      <a:pt x="606" y="696"/>
                    </a:lnTo>
                    <a:lnTo>
                      <a:pt x="588" y="696"/>
                    </a:lnTo>
                    <a:lnTo>
                      <a:pt x="564" y="672"/>
                    </a:lnTo>
                    <a:lnTo>
                      <a:pt x="564" y="654"/>
                    </a:lnTo>
                    <a:lnTo>
                      <a:pt x="570" y="636"/>
                    </a:lnTo>
                    <a:lnTo>
                      <a:pt x="558" y="636"/>
                    </a:lnTo>
                    <a:lnTo>
                      <a:pt x="552" y="642"/>
                    </a:lnTo>
                    <a:lnTo>
                      <a:pt x="540" y="648"/>
                    </a:lnTo>
                    <a:lnTo>
                      <a:pt x="534" y="654"/>
                    </a:lnTo>
                    <a:lnTo>
                      <a:pt x="534" y="660"/>
                    </a:lnTo>
                    <a:lnTo>
                      <a:pt x="540" y="666"/>
                    </a:lnTo>
                    <a:lnTo>
                      <a:pt x="558" y="702"/>
                    </a:lnTo>
                    <a:lnTo>
                      <a:pt x="558" y="714"/>
                    </a:lnTo>
                    <a:lnTo>
                      <a:pt x="552" y="720"/>
                    </a:lnTo>
                    <a:lnTo>
                      <a:pt x="540" y="744"/>
                    </a:lnTo>
                    <a:lnTo>
                      <a:pt x="540" y="756"/>
                    </a:lnTo>
                    <a:lnTo>
                      <a:pt x="546" y="762"/>
                    </a:lnTo>
                    <a:lnTo>
                      <a:pt x="546" y="768"/>
                    </a:lnTo>
                    <a:lnTo>
                      <a:pt x="552" y="780"/>
                    </a:lnTo>
                    <a:lnTo>
                      <a:pt x="558" y="786"/>
                    </a:lnTo>
                    <a:lnTo>
                      <a:pt x="558" y="792"/>
                    </a:lnTo>
                    <a:lnTo>
                      <a:pt x="522" y="792"/>
                    </a:lnTo>
                    <a:lnTo>
                      <a:pt x="498" y="780"/>
                    </a:lnTo>
                    <a:lnTo>
                      <a:pt x="474" y="780"/>
                    </a:lnTo>
                    <a:lnTo>
                      <a:pt x="450" y="792"/>
                    </a:lnTo>
                    <a:lnTo>
                      <a:pt x="438" y="792"/>
                    </a:lnTo>
                    <a:lnTo>
                      <a:pt x="420" y="798"/>
                    </a:lnTo>
                    <a:lnTo>
                      <a:pt x="414" y="804"/>
                    </a:lnTo>
                    <a:lnTo>
                      <a:pt x="378" y="804"/>
                    </a:lnTo>
                    <a:lnTo>
                      <a:pt x="366" y="792"/>
                    </a:lnTo>
                    <a:lnTo>
                      <a:pt x="336" y="816"/>
                    </a:lnTo>
                    <a:lnTo>
                      <a:pt x="330" y="828"/>
                    </a:lnTo>
                    <a:lnTo>
                      <a:pt x="312" y="846"/>
                    </a:lnTo>
                    <a:lnTo>
                      <a:pt x="306" y="864"/>
                    </a:lnTo>
                    <a:lnTo>
                      <a:pt x="300" y="870"/>
                    </a:lnTo>
                    <a:lnTo>
                      <a:pt x="294" y="882"/>
                    </a:lnTo>
                    <a:lnTo>
                      <a:pt x="270" y="882"/>
                    </a:lnTo>
                    <a:lnTo>
                      <a:pt x="264" y="888"/>
                    </a:lnTo>
                    <a:lnTo>
                      <a:pt x="258" y="888"/>
                    </a:lnTo>
                    <a:lnTo>
                      <a:pt x="258" y="900"/>
                    </a:lnTo>
                    <a:lnTo>
                      <a:pt x="264" y="912"/>
                    </a:lnTo>
                    <a:lnTo>
                      <a:pt x="276" y="924"/>
                    </a:lnTo>
                    <a:lnTo>
                      <a:pt x="288" y="924"/>
                    </a:lnTo>
                    <a:lnTo>
                      <a:pt x="294" y="918"/>
                    </a:lnTo>
                    <a:lnTo>
                      <a:pt x="312" y="918"/>
                    </a:lnTo>
                    <a:lnTo>
                      <a:pt x="318" y="924"/>
                    </a:lnTo>
                    <a:lnTo>
                      <a:pt x="324" y="924"/>
                    </a:lnTo>
                    <a:lnTo>
                      <a:pt x="336" y="930"/>
                    </a:lnTo>
                    <a:lnTo>
                      <a:pt x="342" y="930"/>
                    </a:lnTo>
                    <a:lnTo>
                      <a:pt x="348" y="924"/>
                    </a:lnTo>
                    <a:lnTo>
                      <a:pt x="348" y="912"/>
                    </a:lnTo>
                    <a:lnTo>
                      <a:pt x="354" y="906"/>
                    </a:lnTo>
                    <a:lnTo>
                      <a:pt x="354" y="894"/>
                    </a:lnTo>
                    <a:lnTo>
                      <a:pt x="372" y="906"/>
                    </a:lnTo>
                    <a:lnTo>
                      <a:pt x="378" y="906"/>
                    </a:lnTo>
                    <a:lnTo>
                      <a:pt x="384" y="900"/>
                    </a:lnTo>
                    <a:lnTo>
                      <a:pt x="420" y="882"/>
                    </a:lnTo>
                    <a:lnTo>
                      <a:pt x="426" y="882"/>
                    </a:lnTo>
                    <a:lnTo>
                      <a:pt x="432" y="876"/>
                    </a:lnTo>
                    <a:lnTo>
                      <a:pt x="444" y="876"/>
                    </a:lnTo>
                    <a:lnTo>
                      <a:pt x="456" y="882"/>
                    </a:lnTo>
                    <a:lnTo>
                      <a:pt x="480" y="882"/>
                    </a:lnTo>
                    <a:lnTo>
                      <a:pt x="480" y="876"/>
                    </a:lnTo>
                    <a:lnTo>
                      <a:pt x="474" y="870"/>
                    </a:lnTo>
                    <a:lnTo>
                      <a:pt x="474" y="864"/>
                    </a:lnTo>
                    <a:lnTo>
                      <a:pt x="480" y="858"/>
                    </a:lnTo>
                    <a:lnTo>
                      <a:pt x="498" y="858"/>
                    </a:lnTo>
                    <a:lnTo>
                      <a:pt x="516" y="876"/>
                    </a:lnTo>
                    <a:lnTo>
                      <a:pt x="522" y="870"/>
                    </a:lnTo>
                    <a:lnTo>
                      <a:pt x="534" y="864"/>
                    </a:lnTo>
                    <a:lnTo>
                      <a:pt x="540" y="864"/>
                    </a:lnTo>
                    <a:lnTo>
                      <a:pt x="546" y="858"/>
                    </a:lnTo>
                    <a:lnTo>
                      <a:pt x="552" y="864"/>
                    </a:lnTo>
                    <a:lnTo>
                      <a:pt x="552" y="882"/>
                    </a:lnTo>
                    <a:lnTo>
                      <a:pt x="546" y="894"/>
                    </a:lnTo>
                    <a:lnTo>
                      <a:pt x="540" y="900"/>
                    </a:lnTo>
                    <a:lnTo>
                      <a:pt x="540" y="912"/>
                    </a:lnTo>
                    <a:lnTo>
                      <a:pt x="546" y="918"/>
                    </a:lnTo>
                    <a:lnTo>
                      <a:pt x="552" y="930"/>
                    </a:lnTo>
                    <a:lnTo>
                      <a:pt x="576" y="954"/>
                    </a:lnTo>
                    <a:lnTo>
                      <a:pt x="600" y="966"/>
                    </a:lnTo>
                    <a:lnTo>
                      <a:pt x="612" y="960"/>
                    </a:lnTo>
                    <a:lnTo>
                      <a:pt x="618" y="954"/>
                    </a:lnTo>
                    <a:lnTo>
                      <a:pt x="630" y="930"/>
                    </a:lnTo>
                    <a:lnTo>
                      <a:pt x="630" y="906"/>
                    </a:lnTo>
                    <a:lnTo>
                      <a:pt x="660" y="900"/>
                    </a:lnTo>
                    <a:lnTo>
                      <a:pt x="654" y="894"/>
                    </a:lnTo>
                    <a:lnTo>
                      <a:pt x="648" y="882"/>
                    </a:lnTo>
                    <a:lnTo>
                      <a:pt x="636" y="870"/>
                    </a:lnTo>
                    <a:lnTo>
                      <a:pt x="624" y="870"/>
                    </a:lnTo>
                    <a:lnTo>
                      <a:pt x="612" y="858"/>
                    </a:lnTo>
                    <a:lnTo>
                      <a:pt x="630" y="834"/>
                    </a:lnTo>
                    <a:lnTo>
                      <a:pt x="636" y="834"/>
                    </a:lnTo>
                    <a:lnTo>
                      <a:pt x="636" y="840"/>
                    </a:lnTo>
                    <a:lnTo>
                      <a:pt x="642" y="852"/>
                    </a:lnTo>
                    <a:lnTo>
                      <a:pt x="642" y="858"/>
                    </a:lnTo>
                    <a:lnTo>
                      <a:pt x="654" y="858"/>
                    </a:lnTo>
                    <a:lnTo>
                      <a:pt x="666" y="870"/>
                    </a:lnTo>
                    <a:lnTo>
                      <a:pt x="666" y="876"/>
                    </a:lnTo>
                    <a:lnTo>
                      <a:pt x="684" y="864"/>
                    </a:lnTo>
                    <a:lnTo>
                      <a:pt x="696" y="870"/>
                    </a:lnTo>
                    <a:lnTo>
                      <a:pt x="732" y="870"/>
                    </a:lnTo>
                    <a:lnTo>
                      <a:pt x="744" y="858"/>
                    </a:lnTo>
                    <a:lnTo>
                      <a:pt x="744" y="852"/>
                    </a:lnTo>
                    <a:lnTo>
                      <a:pt x="738" y="846"/>
                    </a:lnTo>
                    <a:lnTo>
                      <a:pt x="738" y="840"/>
                    </a:lnTo>
                    <a:lnTo>
                      <a:pt x="744" y="834"/>
                    </a:lnTo>
                    <a:lnTo>
                      <a:pt x="762" y="834"/>
                    </a:lnTo>
                    <a:lnTo>
                      <a:pt x="768" y="840"/>
                    </a:lnTo>
                    <a:lnTo>
                      <a:pt x="768" y="858"/>
                    </a:lnTo>
                    <a:lnTo>
                      <a:pt x="774" y="864"/>
                    </a:lnTo>
                    <a:lnTo>
                      <a:pt x="774" y="870"/>
                    </a:lnTo>
                    <a:lnTo>
                      <a:pt x="780" y="870"/>
                    </a:lnTo>
                    <a:lnTo>
                      <a:pt x="786" y="864"/>
                    </a:lnTo>
                    <a:lnTo>
                      <a:pt x="786" y="852"/>
                    </a:lnTo>
                    <a:lnTo>
                      <a:pt x="780" y="840"/>
                    </a:lnTo>
                    <a:lnTo>
                      <a:pt x="780" y="816"/>
                    </a:lnTo>
                    <a:lnTo>
                      <a:pt x="804" y="816"/>
                    </a:lnTo>
                    <a:lnTo>
                      <a:pt x="804" y="798"/>
                    </a:lnTo>
                    <a:lnTo>
                      <a:pt x="810" y="792"/>
                    </a:lnTo>
                    <a:lnTo>
                      <a:pt x="810" y="786"/>
                    </a:lnTo>
                    <a:lnTo>
                      <a:pt x="816" y="780"/>
                    </a:lnTo>
                    <a:lnTo>
                      <a:pt x="828" y="792"/>
                    </a:lnTo>
                    <a:lnTo>
                      <a:pt x="828" y="840"/>
                    </a:lnTo>
                    <a:lnTo>
                      <a:pt x="852" y="840"/>
                    </a:lnTo>
                    <a:lnTo>
                      <a:pt x="858" y="828"/>
                    </a:lnTo>
                    <a:lnTo>
                      <a:pt x="858" y="792"/>
                    </a:lnTo>
                    <a:lnTo>
                      <a:pt x="876" y="780"/>
                    </a:lnTo>
                    <a:close/>
                    <a:moveTo>
                      <a:pt x="498" y="912"/>
                    </a:moveTo>
                    <a:lnTo>
                      <a:pt x="486" y="906"/>
                    </a:lnTo>
                    <a:lnTo>
                      <a:pt x="480" y="900"/>
                    </a:lnTo>
                    <a:lnTo>
                      <a:pt x="468" y="894"/>
                    </a:lnTo>
                    <a:lnTo>
                      <a:pt x="444" y="894"/>
                    </a:lnTo>
                    <a:lnTo>
                      <a:pt x="438" y="900"/>
                    </a:lnTo>
                    <a:lnTo>
                      <a:pt x="438" y="924"/>
                    </a:lnTo>
                    <a:lnTo>
                      <a:pt x="432" y="924"/>
                    </a:lnTo>
                    <a:lnTo>
                      <a:pt x="426" y="918"/>
                    </a:lnTo>
                    <a:lnTo>
                      <a:pt x="396" y="918"/>
                    </a:lnTo>
                    <a:lnTo>
                      <a:pt x="390" y="924"/>
                    </a:lnTo>
                    <a:lnTo>
                      <a:pt x="390" y="942"/>
                    </a:lnTo>
                    <a:lnTo>
                      <a:pt x="396" y="948"/>
                    </a:lnTo>
                    <a:lnTo>
                      <a:pt x="396" y="954"/>
                    </a:lnTo>
                    <a:lnTo>
                      <a:pt x="378" y="972"/>
                    </a:lnTo>
                    <a:lnTo>
                      <a:pt x="390" y="978"/>
                    </a:lnTo>
                    <a:lnTo>
                      <a:pt x="396" y="990"/>
                    </a:lnTo>
                    <a:lnTo>
                      <a:pt x="408" y="1002"/>
                    </a:lnTo>
                    <a:lnTo>
                      <a:pt x="432" y="1014"/>
                    </a:lnTo>
                    <a:lnTo>
                      <a:pt x="438" y="1020"/>
                    </a:lnTo>
                    <a:lnTo>
                      <a:pt x="450" y="1026"/>
                    </a:lnTo>
                    <a:lnTo>
                      <a:pt x="450" y="984"/>
                    </a:lnTo>
                    <a:lnTo>
                      <a:pt x="456" y="972"/>
                    </a:lnTo>
                    <a:lnTo>
                      <a:pt x="462" y="966"/>
                    </a:lnTo>
                    <a:lnTo>
                      <a:pt x="474" y="960"/>
                    </a:lnTo>
                    <a:lnTo>
                      <a:pt x="486" y="960"/>
                    </a:lnTo>
                    <a:lnTo>
                      <a:pt x="492" y="966"/>
                    </a:lnTo>
                    <a:lnTo>
                      <a:pt x="504" y="972"/>
                    </a:lnTo>
                    <a:lnTo>
                      <a:pt x="510" y="984"/>
                    </a:lnTo>
                    <a:lnTo>
                      <a:pt x="516" y="990"/>
                    </a:lnTo>
                    <a:lnTo>
                      <a:pt x="516" y="978"/>
                    </a:lnTo>
                    <a:lnTo>
                      <a:pt x="522" y="966"/>
                    </a:lnTo>
                    <a:lnTo>
                      <a:pt x="522" y="954"/>
                    </a:lnTo>
                    <a:lnTo>
                      <a:pt x="528" y="942"/>
                    </a:lnTo>
                    <a:lnTo>
                      <a:pt x="528" y="930"/>
                    </a:lnTo>
                    <a:lnTo>
                      <a:pt x="522" y="918"/>
                    </a:lnTo>
                    <a:lnTo>
                      <a:pt x="516" y="912"/>
                    </a:lnTo>
                    <a:lnTo>
                      <a:pt x="516" y="906"/>
                    </a:lnTo>
                    <a:lnTo>
                      <a:pt x="498" y="912"/>
                    </a:lnTo>
                    <a:close/>
                    <a:moveTo>
                      <a:pt x="354" y="1050"/>
                    </a:moveTo>
                    <a:lnTo>
                      <a:pt x="354" y="1038"/>
                    </a:lnTo>
                    <a:lnTo>
                      <a:pt x="372" y="1020"/>
                    </a:lnTo>
                    <a:lnTo>
                      <a:pt x="372" y="1008"/>
                    </a:lnTo>
                    <a:lnTo>
                      <a:pt x="360" y="1002"/>
                    </a:lnTo>
                    <a:lnTo>
                      <a:pt x="354" y="990"/>
                    </a:lnTo>
                    <a:lnTo>
                      <a:pt x="348" y="984"/>
                    </a:lnTo>
                    <a:lnTo>
                      <a:pt x="336" y="978"/>
                    </a:lnTo>
                    <a:lnTo>
                      <a:pt x="336" y="966"/>
                    </a:lnTo>
                    <a:lnTo>
                      <a:pt x="330" y="960"/>
                    </a:lnTo>
                    <a:lnTo>
                      <a:pt x="324" y="960"/>
                    </a:lnTo>
                    <a:lnTo>
                      <a:pt x="318" y="954"/>
                    </a:lnTo>
                    <a:lnTo>
                      <a:pt x="300" y="954"/>
                    </a:lnTo>
                    <a:lnTo>
                      <a:pt x="294" y="948"/>
                    </a:lnTo>
                    <a:lnTo>
                      <a:pt x="270" y="936"/>
                    </a:lnTo>
                    <a:lnTo>
                      <a:pt x="258" y="936"/>
                    </a:lnTo>
                    <a:lnTo>
                      <a:pt x="240" y="954"/>
                    </a:lnTo>
                    <a:lnTo>
                      <a:pt x="204" y="972"/>
                    </a:lnTo>
                    <a:lnTo>
                      <a:pt x="234" y="1026"/>
                    </a:lnTo>
                    <a:lnTo>
                      <a:pt x="252" y="1014"/>
                    </a:lnTo>
                    <a:lnTo>
                      <a:pt x="252" y="1008"/>
                    </a:lnTo>
                    <a:lnTo>
                      <a:pt x="246" y="1002"/>
                    </a:lnTo>
                    <a:lnTo>
                      <a:pt x="246" y="990"/>
                    </a:lnTo>
                    <a:lnTo>
                      <a:pt x="252" y="990"/>
                    </a:lnTo>
                    <a:lnTo>
                      <a:pt x="264" y="1002"/>
                    </a:lnTo>
                    <a:lnTo>
                      <a:pt x="270" y="1014"/>
                    </a:lnTo>
                    <a:lnTo>
                      <a:pt x="276" y="1020"/>
                    </a:lnTo>
                    <a:lnTo>
                      <a:pt x="282" y="1032"/>
                    </a:lnTo>
                    <a:lnTo>
                      <a:pt x="282" y="1068"/>
                    </a:lnTo>
                    <a:lnTo>
                      <a:pt x="264" y="1074"/>
                    </a:lnTo>
                    <a:lnTo>
                      <a:pt x="264" y="1080"/>
                    </a:lnTo>
                    <a:lnTo>
                      <a:pt x="270" y="1086"/>
                    </a:lnTo>
                    <a:lnTo>
                      <a:pt x="270" y="1104"/>
                    </a:lnTo>
                    <a:lnTo>
                      <a:pt x="276" y="1116"/>
                    </a:lnTo>
                    <a:lnTo>
                      <a:pt x="282" y="1134"/>
                    </a:lnTo>
                    <a:lnTo>
                      <a:pt x="294" y="1146"/>
                    </a:lnTo>
                    <a:lnTo>
                      <a:pt x="300" y="1146"/>
                    </a:lnTo>
                    <a:lnTo>
                      <a:pt x="306" y="1140"/>
                    </a:lnTo>
                    <a:lnTo>
                      <a:pt x="306" y="1104"/>
                    </a:lnTo>
                    <a:lnTo>
                      <a:pt x="336" y="1116"/>
                    </a:lnTo>
                    <a:lnTo>
                      <a:pt x="336" y="1140"/>
                    </a:lnTo>
                    <a:lnTo>
                      <a:pt x="342" y="1146"/>
                    </a:lnTo>
                    <a:lnTo>
                      <a:pt x="342" y="1152"/>
                    </a:lnTo>
                    <a:lnTo>
                      <a:pt x="348" y="1152"/>
                    </a:lnTo>
                    <a:lnTo>
                      <a:pt x="348" y="1140"/>
                    </a:lnTo>
                    <a:lnTo>
                      <a:pt x="360" y="1128"/>
                    </a:lnTo>
                    <a:lnTo>
                      <a:pt x="366" y="1116"/>
                    </a:lnTo>
                    <a:lnTo>
                      <a:pt x="366" y="1110"/>
                    </a:lnTo>
                    <a:lnTo>
                      <a:pt x="360" y="1104"/>
                    </a:lnTo>
                    <a:lnTo>
                      <a:pt x="360" y="1074"/>
                    </a:lnTo>
                    <a:lnTo>
                      <a:pt x="354" y="1062"/>
                    </a:lnTo>
                    <a:lnTo>
                      <a:pt x="354" y="1050"/>
                    </a:lnTo>
                    <a:close/>
                    <a:moveTo>
                      <a:pt x="264" y="1026"/>
                    </a:moveTo>
                    <a:lnTo>
                      <a:pt x="246" y="1062"/>
                    </a:lnTo>
                    <a:lnTo>
                      <a:pt x="264" y="1056"/>
                    </a:lnTo>
                    <a:lnTo>
                      <a:pt x="264" y="1026"/>
                    </a:lnTo>
                    <a:close/>
                    <a:moveTo>
                      <a:pt x="624" y="618"/>
                    </a:moveTo>
                    <a:lnTo>
                      <a:pt x="636" y="618"/>
                    </a:lnTo>
                    <a:lnTo>
                      <a:pt x="636" y="594"/>
                    </a:lnTo>
                    <a:lnTo>
                      <a:pt x="630" y="594"/>
                    </a:lnTo>
                    <a:lnTo>
                      <a:pt x="612" y="570"/>
                    </a:lnTo>
                    <a:lnTo>
                      <a:pt x="606" y="582"/>
                    </a:lnTo>
                    <a:lnTo>
                      <a:pt x="618" y="600"/>
                    </a:lnTo>
                    <a:lnTo>
                      <a:pt x="624" y="618"/>
                    </a:lnTo>
                    <a:close/>
                    <a:moveTo>
                      <a:pt x="546" y="72"/>
                    </a:moveTo>
                    <a:lnTo>
                      <a:pt x="552" y="96"/>
                    </a:lnTo>
                    <a:lnTo>
                      <a:pt x="558" y="102"/>
                    </a:lnTo>
                    <a:lnTo>
                      <a:pt x="570" y="108"/>
                    </a:lnTo>
                    <a:lnTo>
                      <a:pt x="576" y="114"/>
                    </a:lnTo>
                    <a:lnTo>
                      <a:pt x="576" y="132"/>
                    </a:lnTo>
                    <a:lnTo>
                      <a:pt x="564" y="144"/>
                    </a:lnTo>
                    <a:lnTo>
                      <a:pt x="564" y="150"/>
                    </a:lnTo>
                    <a:lnTo>
                      <a:pt x="570" y="156"/>
                    </a:lnTo>
                    <a:lnTo>
                      <a:pt x="576" y="168"/>
                    </a:lnTo>
                    <a:lnTo>
                      <a:pt x="582" y="174"/>
                    </a:lnTo>
                    <a:lnTo>
                      <a:pt x="582" y="186"/>
                    </a:lnTo>
                    <a:lnTo>
                      <a:pt x="576" y="186"/>
                    </a:lnTo>
                    <a:lnTo>
                      <a:pt x="564" y="180"/>
                    </a:lnTo>
                    <a:lnTo>
                      <a:pt x="552" y="180"/>
                    </a:lnTo>
                    <a:lnTo>
                      <a:pt x="540" y="174"/>
                    </a:lnTo>
                    <a:lnTo>
                      <a:pt x="528" y="174"/>
                    </a:lnTo>
                    <a:lnTo>
                      <a:pt x="522" y="168"/>
                    </a:lnTo>
                    <a:lnTo>
                      <a:pt x="522" y="180"/>
                    </a:lnTo>
                    <a:lnTo>
                      <a:pt x="540" y="198"/>
                    </a:lnTo>
                    <a:lnTo>
                      <a:pt x="516" y="228"/>
                    </a:lnTo>
                    <a:lnTo>
                      <a:pt x="522" y="240"/>
                    </a:lnTo>
                    <a:lnTo>
                      <a:pt x="528" y="246"/>
                    </a:lnTo>
                    <a:lnTo>
                      <a:pt x="528" y="252"/>
                    </a:lnTo>
                    <a:lnTo>
                      <a:pt x="534" y="258"/>
                    </a:lnTo>
                    <a:lnTo>
                      <a:pt x="546" y="264"/>
                    </a:lnTo>
                    <a:lnTo>
                      <a:pt x="552" y="270"/>
                    </a:lnTo>
                    <a:lnTo>
                      <a:pt x="564" y="276"/>
                    </a:lnTo>
                    <a:lnTo>
                      <a:pt x="570" y="282"/>
                    </a:lnTo>
                    <a:lnTo>
                      <a:pt x="576" y="282"/>
                    </a:lnTo>
                    <a:lnTo>
                      <a:pt x="576" y="318"/>
                    </a:lnTo>
                    <a:lnTo>
                      <a:pt x="582" y="330"/>
                    </a:lnTo>
                    <a:lnTo>
                      <a:pt x="600" y="330"/>
                    </a:lnTo>
                    <a:lnTo>
                      <a:pt x="600" y="300"/>
                    </a:lnTo>
                    <a:lnTo>
                      <a:pt x="636" y="300"/>
                    </a:lnTo>
                    <a:lnTo>
                      <a:pt x="642" y="294"/>
                    </a:lnTo>
                    <a:lnTo>
                      <a:pt x="606" y="270"/>
                    </a:lnTo>
                    <a:lnTo>
                      <a:pt x="588" y="270"/>
                    </a:lnTo>
                    <a:lnTo>
                      <a:pt x="576" y="264"/>
                    </a:lnTo>
                    <a:lnTo>
                      <a:pt x="570" y="264"/>
                    </a:lnTo>
                    <a:lnTo>
                      <a:pt x="558" y="258"/>
                    </a:lnTo>
                    <a:lnTo>
                      <a:pt x="558" y="246"/>
                    </a:lnTo>
                    <a:lnTo>
                      <a:pt x="564" y="240"/>
                    </a:lnTo>
                    <a:lnTo>
                      <a:pt x="576" y="234"/>
                    </a:lnTo>
                    <a:lnTo>
                      <a:pt x="600" y="246"/>
                    </a:lnTo>
                    <a:lnTo>
                      <a:pt x="606" y="252"/>
                    </a:lnTo>
                    <a:lnTo>
                      <a:pt x="618" y="240"/>
                    </a:lnTo>
                    <a:lnTo>
                      <a:pt x="630" y="234"/>
                    </a:lnTo>
                    <a:lnTo>
                      <a:pt x="636" y="234"/>
                    </a:lnTo>
                    <a:lnTo>
                      <a:pt x="690" y="252"/>
                    </a:lnTo>
                    <a:lnTo>
                      <a:pt x="726" y="270"/>
                    </a:lnTo>
                    <a:lnTo>
                      <a:pt x="756" y="282"/>
                    </a:lnTo>
                    <a:lnTo>
                      <a:pt x="768" y="282"/>
                    </a:lnTo>
                    <a:lnTo>
                      <a:pt x="768" y="270"/>
                    </a:lnTo>
                    <a:lnTo>
                      <a:pt x="762" y="258"/>
                    </a:lnTo>
                    <a:lnTo>
                      <a:pt x="762" y="222"/>
                    </a:lnTo>
                    <a:lnTo>
                      <a:pt x="780" y="204"/>
                    </a:lnTo>
                    <a:lnTo>
                      <a:pt x="792" y="204"/>
                    </a:lnTo>
                    <a:lnTo>
                      <a:pt x="798" y="210"/>
                    </a:lnTo>
                    <a:lnTo>
                      <a:pt x="816" y="210"/>
                    </a:lnTo>
                    <a:lnTo>
                      <a:pt x="840" y="198"/>
                    </a:lnTo>
                    <a:lnTo>
                      <a:pt x="858" y="180"/>
                    </a:lnTo>
                    <a:lnTo>
                      <a:pt x="804" y="144"/>
                    </a:lnTo>
                    <a:lnTo>
                      <a:pt x="804" y="120"/>
                    </a:lnTo>
                    <a:lnTo>
                      <a:pt x="798" y="108"/>
                    </a:lnTo>
                    <a:lnTo>
                      <a:pt x="792" y="102"/>
                    </a:lnTo>
                    <a:lnTo>
                      <a:pt x="786" y="102"/>
                    </a:lnTo>
                    <a:lnTo>
                      <a:pt x="774" y="114"/>
                    </a:lnTo>
                    <a:lnTo>
                      <a:pt x="774" y="126"/>
                    </a:lnTo>
                    <a:lnTo>
                      <a:pt x="756" y="120"/>
                    </a:lnTo>
                    <a:lnTo>
                      <a:pt x="720" y="114"/>
                    </a:lnTo>
                    <a:lnTo>
                      <a:pt x="678" y="102"/>
                    </a:lnTo>
                    <a:lnTo>
                      <a:pt x="648" y="90"/>
                    </a:lnTo>
                    <a:lnTo>
                      <a:pt x="624" y="72"/>
                    </a:lnTo>
                    <a:lnTo>
                      <a:pt x="552" y="24"/>
                    </a:lnTo>
                    <a:lnTo>
                      <a:pt x="516" y="6"/>
                    </a:lnTo>
                    <a:lnTo>
                      <a:pt x="498" y="0"/>
                    </a:lnTo>
                    <a:lnTo>
                      <a:pt x="498" y="18"/>
                    </a:lnTo>
                    <a:lnTo>
                      <a:pt x="510" y="30"/>
                    </a:lnTo>
                    <a:lnTo>
                      <a:pt x="516" y="42"/>
                    </a:lnTo>
                    <a:lnTo>
                      <a:pt x="528" y="54"/>
                    </a:lnTo>
                    <a:lnTo>
                      <a:pt x="534" y="66"/>
                    </a:lnTo>
                    <a:lnTo>
                      <a:pt x="546" y="72"/>
                    </a:lnTo>
                    <a:close/>
                    <a:moveTo>
                      <a:pt x="282" y="1458"/>
                    </a:moveTo>
                    <a:lnTo>
                      <a:pt x="306" y="1458"/>
                    </a:lnTo>
                    <a:lnTo>
                      <a:pt x="276" y="1440"/>
                    </a:lnTo>
                    <a:lnTo>
                      <a:pt x="282" y="1458"/>
                    </a:lnTo>
                    <a:close/>
                    <a:moveTo>
                      <a:pt x="300" y="1386"/>
                    </a:moveTo>
                    <a:lnTo>
                      <a:pt x="312" y="1398"/>
                    </a:lnTo>
                    <a:lnTo>
                      <a:pt x="318" y="1398"/>
                    </a:lnTo>
                    <a:lnTo>
                      <a:pt x="330" y="1386"/>
                    </a:lnTo>
                    <a:lnTo>
                      <a:pt x="336" y="1386"/>
                    </a:lnTo>
                    <a:lnTo>
                      <a:pt x="342" y="1380"/>
                    </a:lnTo>
                    <a:lnTo>
                      <a:pt x="342" y="1368"/>
                    </a:lnTo>
                    <a:lnTo>
                      <a:pt x="336" y="1362"/>
                    </a:lnTo>
                    <a:lnTo>
                      <a:pt x="318" y="1362"/>
                    </a:lnTo>
                    <a:lnTo>
                      <a:pt x="306" y="1368"/>
                    </a:lnTo>
                    <a:lnTo>
                      <a:pt x="300" y="1380"/>
                    </a:lnTo>
                    <a:lnTo>
                      <a:pt x="300" y="1386"/>
                    </a:lnTo>
                    <a:close/>
                    <a:moveTo>
                      <a:pt x="312" y="1416"/>
                    </a:moveTo>
                    <a:lnTo>
                      <a:pt x="300" y="1416"/>
                    </a:lnTo>
                    <a:lnTo>
                      <a:pt x="300" y="1428"/>
                    </a:lnTo>
                    <a:lnTo>
                      <a:pt x="318" y="1428"/>
                    </a:lnTo>
                    <a:lnTo>
                      <a:pt x="318" y="1422"/>
                    </a:lnTo>
                    <a:lnTo>
                      <a:pt x="312" y="1416"/>
                    </a:lnTo>
                    <a:close/>
                    <a:moveTo>
                      <a:pt x="336" y="1200"/>
                    </a:moveTo>
                    <a:lnTo>
                      <a:pt x="336" y="1206"/>
                    </a:lnTo>
                    <a:lnTo>
                      <a:pt x="330" y="1206"/>
                    </a:lnTo>
                    <a:lnTo>
                      <a:pt x="318" y="1212"/>
                    </a:lnTo>
                    <a:lnTo>
                      <a:pt x="342" y="1230"/>
                    </a:lnTo>
                    <a:lnTo>
                      <a:pt x="342" y="1218"/>
                    </a:lnTo>
                    <a:lnTo>
                      <a:pt x="336" y="1206"/>
                    </a:lnTo>
                    <a:lnTo>
                      <a:pt x="336" y="1200"/>
                    </a:lnTo>
                    <a:close/>
                    <a:moveTo>
                      <a:pt x="366" y="1170"/>
                    </a:moveTo>
                    <a:lnTo>
                      <a:pt x="366" y="1182"/>
                    </a:lnTo>
                    <a:lnTo>
                      <a:pt x="360" y="1194"/>
                    </a:lnTo>
                    <a:lnTo>
                      <a:pt x="378" y="1224"/>
                    </a:lnTo>
                    <a:lnTo>
                      <a:pt x="378" y="1200"/>
                    </a:lnTo>
                    <a:lnTo>
                      <a:pt x="372" y="1194"/>
                    </a:lnTo>
                    <a:lnTo>
                      <a:pt x="372" y="1176"/>
                    </a:lnTo>
                    <a:lnTo>
                      <a:pt x="366" y="1170"/>
                    </a:lnTo>
                    <a:close/>
                    <a:moveTo>
                      <a:pt x="36" y="1698"/>
                    </a:moveTo>
                    <a:lnTo>
                      <a:pt x="54" y="1698"/>
                    </a:lnTo>
                    <a:lnTo>
                      <a:pt x="60" y="1692"/>
                    </a:lnTo>
                    <a:lnTo>
                      <a:pt x="72" y="1692"/>
                    </a:lnTo>
                    <a:lnTo>
                      <a:pt x="42" y="1680"/>
                    </a:lnTo>
                    <a:lnTo>
                      <a:pt x="36" y="1686"/>
                    </a:lnTo>
                    <a:lnTo>
                      <a:pt x="36" y="1698"/>
                    </a:lnTo>
                    <a:close/>
                    <a:moveTo>
                      <a:pt x="114" y="1662"/>
                    </a:moveTo>
                    <a:lnTo>
                      <a:pt x="96" y="1632"/>
                    </a:lnTo>
                    <a:lnTo>
                      <a:pt x="96" y="1662"/>
                    </a:lnTo>
                    <a:lnTo>
                      <a:pt x="102" y="1674"/>
                    </a:lnTo>
                    <a:lnTo>
                      <a:pt x="114" y="1680"/>
                    </a:lnTo>
                    <a:lnTo>
                      <a:pt x="120" y="1680"/>
                    </a:lnTo>
                    <a:lnTo>
                      <a:pt x="126" y="1674"/>
                    </a:lnTo>
                    <a:lnTo>
                      <a:pt x="126" y="1662"/>
                    </a:lnTo>
                    <a:lnTo>
                      <a:pt x="114" y="1662"/>
                    </a:lnTo>
                    <a:close/>
                    <a:moveTo>
                      <a:pt x="12" y="1686"/>
                    </a:moveTo>
                    <a:lnTo>
                      <a:pt x="6" y="1686"/>
                    </a:lnTo>
                    <a:lnTo>
                      <a:pt x="0" y="1692"/>
                    </a:lnTo>
                    <a:lnTo>
                      <a:pt x="0" y="1704"/>
                    </a:lnTo>
                    <a:lnTo>
                      <a:pt x="6" y="1710"/>
                    </a:lnTo>
                    <a:lnTo>
                      <a:pt x="12" y="1710"/>
                    </a:lnTo>
                    <a:lnTo>
                      <a:pt x="24" y="1698"/>
                    </a:lnTo>
                    <a:lnTo>
                      <a:pt x="24" y="1686"/>
                    </a:lnTo>
                    <a:lnTo>
                      <a:pt x="12" y="1686"/>
                    </a:lnTo>
                    <a:close/>
                    <a:moveTo>
                      <a:pt x="168" y="1536"/>
                    </a:moveTo>
                    <a:lnTo>
                      <a:pt x="168" y="1542"/>
                    </a:lnTo>
                    <a:lnTo>
                      <a:pt x="180" y="1548"/>
                    </a:lnTo>
                    <a:lnTo>
                      <a:pt x="186" y="1548"/>
                    </a:lnTo>
                    <a:lnTo>
                      <a:pt x="186" y="1536"/>
                    </a:lnTo>
                    <a:lnTo>
                      <a:pt x="180" y="1530"/>
                    </a:lnTo>
                    <a:lnTo>
                      <a:pt x="168" y="1530"/>
                    </a:lnTo>
                    <a:lnTo>
                      <a:pt x="168" y="1536"/>
                    </a:lnTo>
                    <a:close/>
                    <a:moveTo>
                      <a:pt x="264" y="1494"/>
                    </a:moveTo>
                    <a:lnTo>
                      <a:pt x="252" y="1518"/>
                    </a:lnTo>
                    <a:lnTo>
                      <a:pt x="246" y="1536"/>
                    </a:lnTo>
                    <a:lnTo>
                      <a:pt x="246" y="1548"/>
                    </a:lnTo>
                    <a:lnTo>
                      <a:pt x="240" y="1554"/>
                    </a:lnTo>
                    <a:lnTo>
                      <a:pt x="240" y="1560"/>
                    </a:lnTo>
                    <a:lnTo>
                      <a:pt x="258" y="1566"/>
                    </a:lnTo>
                    <a:lnTo>
                      <a:pt x="264" y="1554"/>
                    </a:lnTo>
                    <a:lnTo>
                      <a:pt x="264" y="1548"/>
                    </a:lnTo>
                    <a:lnTo>
                      <a:pt x="270" y="1542"/>
                    </a:lnTo>
                    <a:lnTo>
                      <a:pt x="270" y="1524"/>
                    </a:lnTo>
                    <a:lnTo>
                      <a:pt x="288" y="1506"/>
                    </a:lnTo>
                    <a:lnTo>
                      <a:pt x="282" y="1500"/>
                    </a:lnTo>
                    <a:lnTo>
                      <a:pt x="282" y="1494"/>
                    </a:lnTo>
                    <a:lnTo>
                      <a:pt x="276" y="1488"/>
                    </a:lnTo>
                    <a:lnTo>
                      <a:pt x="264" y="149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5" name="Israel" descr="© INSCALE GmbH, 05.05.2010&#10;http://www.presentationload.com/">
                <a:extLst>
                  <a:ext uri="{FF2B5EF4-FFF2-40B4-BE49-F238E27FC236}">
                    <a16:creationId xmlns:a16="http://schemas.microsoft.com/office/drawing/2014/main" id="{DDC97DA7-2179-2140-B72F-D6B380984BFA}"/>
                  </a:ext>
                </a:extLst>
              </p:cNvPr>
              <p:cNvSpPr>
                <a:spLocks/>
              </p:cNvSpPr>
              <p:nvPr/>
            </p:nvSpPr>
            <p:spPr bwMode="gray">
              <a:xfrm>
                <a:off x="6717296" y="3009236"/>
                <a:ext cx="42735" cy="134780"/>
              </a:xfrm>
              <a:custGeom>
                <a:avLst/>
                <a:gdLst>
                  <a:gd name="T0" fmla="*/ 0 w 102"/>
                  <a:gd name="T1" fmla="*/ 2147483647 h 324"/>
                  <a:gd name="T2" fmla="*/ 2147483647 w 102"/>
                  <a:gd name="T3" fmla="*/ 2147483647 h 324"/>
                  <a:gd name="T4" fmla="*/ 2147483647 w 102"/>
                  <a:gd name="T5" fmla="*/ 2147483647 h 324"/>
                  <a:gd name="T6" fmla="*/ 2147483647 w 102"/>
                  <a:gd name="T7" fmla="*/ 2147483647 h 324"/>
                  <a:gd name="T8" fmla="*/ 2147483647 w 102"/>
                  <a:gd name="T9" fmla="*/ 2147483647 h 324"/>
                  <a:gd name="T10" fmla="*/ 2147483647 w 102"/>
                  <a:gd name="T11" fmla="*/ 2147483647 h 324"/>
                  <a:gd name="T12" fmla="*/ 2147483647 w 102"/>
                  <a:gd name="T13" fmla="*/ 2147483647 h 324"/>
                  <a:gd name="T14" fmla="*/ 2147483647 w 102"/>
                  <a:gd name="T15" fmla="*/ 2147483647 h 324"/>
                  <a:gd name="T16" fmla="*/ 2147483647 w 102"/>
                  <a:gd name="T17" fmla="*/ 2147483647 h 324"/>
                  <a:gd name="T18" fmla="*/ 2147483647 w 102"/>
                  <a:gd name="T19" fmla="*/ 2147483647 h 324"/>
                  <a:gd name="T20" fmla="*/ 2147483647 w 102"/>
                  <a:gd name="T21" fmla="*/ 2147483647 h 324"/>
                  <a:gd name="T22" fmla="*/ 2147483647 w 102"/>
                  <a:gd name="T23" fmla="*/ 2147483647 h 324"/>
                  <a:gd name="T24" fmla="*/ 2147483647 w 102"/>
                  <a:gd name="T25" fmla="*/ 2147483647 h 324"/>
                  <a:gd name="T26" fmla="*/ 2147483647 w 102"/>
                  <a:gd name="T27" fmla="*/ 2147483647 h 324"/>
                  <a:gd name="T28" fmla="*/ 2147483647 w 102"/>
                  <a:gd name="T29" fmla="*/ 2147483647 h 324"/>
                  <a:gd name="T30" fmla="*/ 2147483647 w 102"/>
                  <a:gd name="T31" fmla="*/ 2147483647 h 324"/>
                  <a:gd name="T32" fmla="*/ 2147483647 w 102"/>
                  <a:gd name="T33" fmla="*/ 2147483647 h 324"/>
                  <a:gd name="T34" fmla="*/ 2147483647 w 102"/>
                  <a:gd name="T35" fmla="*/ 2147483647 h 324"/>
                  <a:gd name="T36" fmla="*/ 2147483647 w 102"/>
                  <a:gd name="T37" fmla="*/ 2147483647 h 324"/>
                  <a:gd name="T38" fmla="*/ 2147483647 w 102"/>
                  <a:gd name="T39" fmla="*/ 2147483647 h 324"/>
                  <a:gd name="T40" fmla="*/ 2147483647 w 102"/>
                  <a:gd name="T41" fmla="*/ 2147483647 h 324"/>
                  <a:gd name="T42" fmla="*/ 2147483647 w 102"/>
                  <a:gd name="T43" fmla="*/ 2147483647 h 324"/>
                  <a:gd name="T44" fmla="*/ 2147483647 w 102"/>
                  <a:gd name="T45" fmla="*/ 2147483647 h 324"/>
                  <a:gd name="T46" fmla="*/ 2147483647 w 102"/>
                  <a:gd name="T47" fmla="*/ 2147483647 h 324"/>
                  <a:gd name="T48" fmla="*/ 2147483647 w 102"/>
                  <a:gd name="T49" fmla="*/ 0 h 324"/>
                  <a:gd name="T50" fmla="*/ 2147483647 w 102"/>
                  <a:gd name="T51" fmla="*/ 2147483647 h 324"/>
                  <a:gd name="T52" fmla="*/ 2147483647 w 102"/>
                  <a:gd name="T53" fmla="*/ 2147483647 h 324"/>
                  <a:gd name="T54" fmla="*/ 2147483647 w 102"/>
                  <a:gd name="T55" fmla="*/ 2147483647 h 324"/>
                  <a:gd name="T56" fmla="*/ 2147483647 w 102"/>
                  <a:gd name="T57" fmla="*/ 2147483647 h 324"/>
                  <a:gd name="T58" fmla="*/ 2147483647 w 102"/>
                  <a:gd name="T59" fmla="*/ 2147483647 h 324"/>
                  <a:gd name="T60" fmla="*/ 2147483647 w 102"/>
                  <a:gd name="T61" fmla="*/ 2147483647 h 324"/>
                  <a:gd name="T62" fmla="*/ 2147483647 w 102"/>
                  <a:gd name="T63" fmla="*/ 2147483647 h 324"/>
                  <a:gd name="T64" fmla="*/ 2147483647 w 102"/>
                  <a:gd name="T65" fmla="*/ 2147483647 h 324"/>
                  <a:gd name="T66" fmla="*/ 2147483647 w 102"/>
                  <a:gd name="T67" fmla="*/ 2147483647 h 324"/>
                  <a:gd name="T68" fmla="*/ 2147483647 w 102"/>
                  <a:gd name="T69" fmla="*/ 2147483647 h 324"/>
                  <a:gd name="T70" fmla="*/ 2147483647 w 102"/>
                  <a:gd name="T71" fmla="*/ 2147483647 h 324"/>
                  <a:gd name="T72" fmla="*/ 2147483647 w 102"/>
                  <a:gd name="T73" fmla="*/ 2147483647 h 324"/>
                  <a:gd name="T74" fmla="*/ 2147483647 w 102"/>
                  <a:gd name="T75" fmla="*/ 2147483647 h 324"/>
                  <a:gd name="T76" fmla="*/ 2147483647 w 102"/>
                  <a:gd name="T77" fmla="*/ 2147483647 h 324"/>
                  <a:gd name="T78" fmla="*/ 0 w 102"/>
                  <a:gd name="T79" fmla="*/ 2147483647 h 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
                  <a:gd name="T121" fmla="*/ 0 h 324"/>
                  <a:gd name="T122" fmla="*/ 102 w 102"/>
                  <a:gd name="T123" fmla="*/ 324 h 3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 h="324">
                    <a:moveTo>
                      <a:pt x="0" y="168"/>
                    </a:moveTo>
                    <a:lnTo>
                      <a:pt x="54" y="312"/>
                    </a:lnTo>
                    <a:lnTo>
                      <a:pt x="60" y="324"/>
                    </a:lnTo>
                    <a:lnTo>
                      <a:pt x="60" y="306"/>
                    </a:lnTo>
                    <a:lnTo>
                      <a:pt x="66" y="294"/>
                    </a:lnTo>
                    <a:lnTo>
                      <a:pt x="66" y="234"/>
                    </a:lnTo>
                    <a:lnTo>
                      <a:pt x="72" y="228"/>
                    </a:lnTo>
                    <a:lnTo>
                      <a:pt x="78" y="216"/>
                    </a:lnTo>
                    <a:lnTo>
                      <a:pt x="84" y="210"/>
                    </a:lnTo>
                    <a:lnTo>
                      <a:pt x="90" y="198"/>
                    </a:lnTo>
                    <a:lnTo>
                      <a:pt x="90" y="186"/>
                    </a:lnTo>
                    <a:lnTo>
                      <a:pt x="78" y="174"/>
                    </a:lnTo>
                    <a:lnTo>
                      <a:pt x="78" y="162"/>
                    </a:lnTo>
                    <a:lnTo>
                      <a:pt x="72" y="156"/>
                    </a:lnTo>
                    <a:lnTo>
                      <a:pt x="66" y="162"/>
                    </a:lnTo>
                    <a:lnTo>
                      <a:pt x="66" y="168"/>
                    </a:lnTo>
                    <a:lnTo>
                      <a:pt x="60" y="168"/>
                    </a:lnTo>
                    <a:lnTo>
                      <a:pt x="54" y="174"/>
                    </a:lnTo>
                    <a:lnTo>
                      <a:pt x="48" y="168"/>
                    </a:lnTo>
                    <a:lnTo>
                      <a:pt x="48" y="96"/>
                    </a:lnTo>
                    <a:lnTo>
                      <a:pt x="66" y="78"/>
                    </a:lnTo>
                    <a:lnTo>
                      <a:pt x="84" y="78"/>
                    </a:lnTo>
                    <a:lnTo>
                      <a:pt x="90" y="60"/>
                    </a:lnTo>
                    <a:lnTo>
                      <a:pt x="84" y="18"/>
                    </a:lnTo>
                    <a:lnTo>
                      <a:pt x="102" y="0"/>
                    </a:lnTo>
                    <a:lnTo>
                      <a:pt x="78" y="6"/>
                    </a:lnTo>
                    <a:lnTo>
                      <a:pt x="78" y="18"/>
                    </a:lnTo>
                    <a:lnTo>
                      <a:pt x="72" y="30"/>
                    </a:lnTo>
                    <a:lnTo>
                      <a:pt x="66" y="36"/>
                    </a:lnTo>
                    <a:lnTo>
                      <a:pt x="60" y="36"/>
                    </a:lnTo>
                    <a:lnTo>
                      <a:pt x="54" y="30"/>
                    </a:lnTo>
                    <a:lnTo>
                      <a:pt x="42" y="54"/>
                    </a:lnTo>
                    <a:lnTo>
                      <a:pt x="30" y="60"/>
                    </a:lnTo>
                    <a:lnTo>
                      <a:pt x="36" y="72"/>
                    </a:lnTo>
                    <a:lnTo>
                      <a:pt x="36" y="84"/>
                    </a:lnTo>
                    <a:lnTo>
                      <a:pt x="42" y="90"/>
                    </a:lnTo>
                    <a:lnTo>
                      <a:pt x="42" y="96"/>
                    </a:lnTo>
                    <a:lnTo>
                      <a:pt x="18" y="138"/>
                    </a:lnTo>
                    <a:lnTo>
                      <a:pt x="18" y="156"/>
                    </a:lnTo>
                    <a:lnTo>
                      <a:pt x="0" y="1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6" name="Iraq" descr="© INSCALE GmbH, 05.05.2010&#10;http://www.presentationload.com/">
                <a:extLst>
                  <a:ext uri="{FF2B5EF4-FFF2-40B4-BE49-F238E27FC236}">
                    <a16:creationId xmlns:a16="http://schemas.microsoft.com/office/drawing/2014/main" id="{0448EA08-C54B-2747-A8D4-C8ECCB756061}"/>
                  </a:ext>
                </a:extLst>
              </p:cNvPr>
              <p:cNvSpPr>
                <a:spLocks/>
              </p:cNvSpPr>
              <p:nvPr/>
            </p:nvSpPr>
            <p:spPr bwMode="gray">
              <a:xfrm>
                <a:off x="6840569" y="2877745"/>
                <a:ext cx="287638" cy="277775"/>
              </a:xfrm>
              <a:custGeom>
                <a:avLst/>
                <a:gdLst>
                  <a:gd name="T0" fmla="*/ 2147483647 w 684"/>
                  <a:gd name="T1" fmla="*/ 2147483647 h 660"/>
                  <a:gd name="T2" fmla="*/ 2147483647 w 684"/>
                  <a:gd name="T3" fmla="*/ 2147483647 h 660"/>
                  <a:gd name="T4" fmla="*/ 2147483647 w 684"/>
                  <a:gd name="T5" fmla="*/ 2147483647 h 660"/>
                  <a:gd name="T6" fmla="*/ 2147483647 w 684"/>
                  <a:gd name="T7" fmla="*/ 2147483647 h 660"/>
                  <a:gd name="T8" fmla="*/ 2147483647 w 684"/>
                  <a:gd name="T9" fmla="*/ 2147483647 h 660"/>
                  <a:gd name="T10" fmla="*/ 2147483647 w 684"/>
                  <a:gd name="T11" fmla="*/ 2147483647 h 660"/>
                  <a:gd name="T12" fmla="*/ 2147483647 w 684"/>
                  <a:gd name="T13" fmla="*/ 2147483647 h 660"/>
                  <a:gd name="T14" fmla="*/ 2147483647 w 684"/>
                  <a:gd name="T15" fmla="*/ 2147483647 h 660"/>
                  <a:gd name="T16" fmla="*/ 2147483647 w 684"/>
                  <a:gd name="T17" fmla="*/ 2147483647 h 660"/>
                  <a:gd name="T18" fmla="*/ 2147483647 w 684"/>
                  <a:gd name="T19" fmla="*/ 2147483647 h 660"/>
                  <a:gd name="T20" fmla="*/ 2147483647 w 684"/>
                  <a:gd name="T21" fmla="*/ 2147483647 h 660"/>
                  <a:gd name="T22" fmla="*/ 2147483647 w 684"/>
                  <a:gd name="T23" fmla="*/ 2147483647 h 660"/>
                  <a:gd name="T24" fmla="*/ 2147483647 w 684"/>
                  <a:gd name="T25" fmla="*/ 2147483647 h 660"/>
                  <a:gd name="T26" fmla="*/ 2147483647 w 684"/>
                  <a:gd name="T27" fmla="*/ 2147483647 h 660"/>
                  <a:gd name="T28" fmla="*/ 2147483647 w 684"/>
                  <a:gd name="T29" fmla="*/ 2147483647 h 660"/>
                  <a:gd name="T30" fmla="*/ 2147483647 w 684"/>
                  <a:gd name="T31" fmla="*/ 2147483647 h 660"/>
                  <a:gd name="T32" fmla="*/ 2147483647 w 684"/>
                  <a:gd name="T33" fmla="*/ 2147483647 h 660"/>
                  <a:gd name="T34" fmla="*/ 2147483647 w 684"/>
                  <a:gd name="T35" fmla="*/ 2147483647 h 660"/>
                  <a:gd name="T36" fmla="*/ 2147483647 w 684"/>
                  <a:gd name="T37" fmla="*/ 2147483647 h 660"/>
                  <a:gd name="T38" fmla="*/ 2147483647 w 684"/>
                  <a:gd name="T39" fmla="*/ 2147483647 h 660"/>
                  <a:gd name="T40" fmla="*/ 2147483647 w 684"/>
                  <a:gd name="T41" fmla="*/ 2147483647 h 660"/>
                  <a:gd name="T42" fmla="*/ 2147483647 w 684"/>
                  <a:gd name="T43" fmla="*/ 2147483647 h 660"/>
                  <a:gd name="T44" fmla="*/ 2147483647 w 684"/>
                  <a:gd name="T45" fmla="*/ 2147483647 h 660"/>
                  <a:gd name="T46" fmla="*/ 2147483647 w 684"/>
                  <a:gd name="T47" fmla="*/ 2147483647 h 660"/>
                  <a:gd name="T48" fmla="*/ 2147483647 w 684"/>
                  <a:gd name="T49" fmla="*/ 2147483647 h 660"/>
                  <a:gd name="T50" fmla="*/ 2147483647 w 684"/>
                  <a:gd name="T51" fmla="*/ 2147483647 h 660"/>
                  <a:gd name="T52" fmla="*/ 2147483647 w 684"/>
                  <a:gd name="T53" fmla="*/ 0 h 660"/>
                  <a:gd name="T54" fmla="*/ 2147483647 w 684"/>
                  <a:gd name="T55" fmla="*/ 2147483647 h 660"/>
                  <a:gd name="T56" fmla="*/ 2147483647 w 684"/>
                  <a:gd name="T57" fmla="*/ 2147483647 h 660"/>
                  <a:gd name="T58" fmla="*/ 2147483647 w 684"/>
                  <a:gd name="T59" fmla="*/ 0 h 660"/>
                  <a:gd name="T60" fmla="*/ 2147483647 w 684"/>
                  <a:gd name="T61" fmla="*/ 2147483647 h 660"/>
                  <a:gd name="T62" fmla="*/ 2147483647 w 684"/>
                  <a:gd name="T63" fmla="*/ 2147483647 h 660"/>
                  <a:gd name="T64" fmla="*/ 2147483647 w 684"/>
                  <a:gd name="T65" fmla="*/ 2147483647 h 660"/>
                  <a:gd name="T66" fmla="*/ 2147483647 w 684"/>
                  <a:gd name="T67" fmla="*/ 2147483647 h 660"/>
                  <a:gd name="T68" fmla="*/ 2147483647 w 684"/>
                  <a:gd name="T69" fmla="*/ 2147483647 h 660"/>
                  <a:gd name="T70" fmla="*/ 2147483647 w 684"/>
                  <a:gd name="T71" fmla="*/ 2147483647 h 660"/>
                  <a:gd name="T72" fmla="*/ 2147483647 w 684"/>
                  <a:gd name="T73" fmla="*/ 2147483647 h 660"/>
                  <a:gd name="T74" fmla="*/ 2147483647 w 684"/>
                  <a:gd name="T75" fmla="*/ 2147483647 h 660"/>
                  <a:gd name="T76" fmla="*/ 2147483647 w 684"/>
                  <a:gd name="T77" fmla="*/ 2147483647 h 660"/>
                  <a:gd name="T78" fmla="*/ 2147483647 w 684"/>
                  <a:gd name="T79" fmla="*/ 2147483647 h 660"/>
                  <a:gd name="T80" fmla="*/ 2147483647 w 684"/>
                  <a:gd name="T81" fmla="*/ 2147483647 h 660"/>
                  <a:gd name="T82" fmla="*/ 2147483647 w 684"/>
                  <a:gd name="T83" fmla="*/ 2147483647 h 660"/>
                  <a:gd name="T84" fmla="*/ 2147483647 w 684"/>
                  <a:gd name="T85" fmla="*/ 2147483647 h 660"/>
                  <a:gd name="T86" fmla="*/ 0 w 684"/>
                  <a:gd name="T87" fmla="*/ 2147483647 h 660"/>
                  <a:gd name="T88" fmla="*/ 2147483647 w 684"/>
                  <a:gd name="T89" fmla="*/ 2147483647 h 660"/>
                  <a:gd name="T90" fmla="*/ 2147483647 w 684"/>
                  <a:gd name="T91" fmla="*/ 2147483647 h 660"/>
                  <a:gd name="T92" fmla="*/ 2147483647 w 684"/>
                  <a:gd name="T93" fmla="*/ 2147483647 h 660"/>
                  <a:gd name="T94" fmla="*/ 2147483647 w 684"/>
                  <a:gd name="T95" fmla="*/ 2147483647 h 660"/>
                  <a:gd name="T96" fmla="*/ 2147483647 w 684"/>
                  <a:gd name="T97" fmla="*/ 2147483647 h 660"/>
                  <a:gd name="T98" fmla="*/ 2147483647 w 684"/>
                  <a:gd name="T99" fmla="*/ 2147483647 h 660"/>
                  <a:gd name="T100" fmla="*/ 2147483647 w 684"/>
                  <a:gd name="T101" fmla="*/ 2147483647 h 660"/>
                  <a:gd name="T102" fmla="*/ 2147483647 w 684"/>
                  <a:gd name="T103" fmla="*/ 2147483647 h 660"/>
                  <a:gd name="T104" fmla="*/ 2147483647 w 684"/>
                  <a:gd name="T105" fmla="*/ 2147483647 h 660"/>
                  <a:gd name="T106" fmla="*/ 2147483647 w 684"/>
                  <a:gd name="T107" fmla="*/ 2147483647 h 660"/>
                  <a:gd name="T108" fmla="*/ 2147483647 w 684"/>
                  <a:gd name="T109" fmla="*/ 2147483647 h 660"/>
                  <a:gd name="T110" fmla="*/ 2147483647 w 684"/>
                  <a:gd name="T111" fmla="*/ 2147483647 h 660"/>
                  <a:gd name="T112" fmla="*/ 2147483647 w 684"/>
                  <a:gd name="T113" fmla="*/ 2147483647 h 660"/>
                  <a:gd name="T114" fmla="*/ 2147483647 w 684"/>
                  <a:gd name="T115" fmla="*/ 2147483647 h 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84"/>
                  <a:gd name="T175" fmla="*/ 0 h 660"/>
                  <a:gd name="T176" fmla="*/ 684 w 684"/>
                  <a:gd name="T177" fmla="*/ 660 h 6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84" h="660">
                    <a:moveTo>
                      <a:pt x="678" y="564"/>
                    </a:moveTo>
                    <a:lnTo>
                      <a:pt x="666" y="552"/>
                    </a:lnTo>
                    <a:lnTo>
                      <a:pt x="654" y="546"/>
                    </a:lnTo>
                    <a:lnTo>
                      <a:pt x="648" y="516"/>
                    </a:lnTo>
                    <a:lnTo>
                      <a:pt x="642" y="516"/>
                    </a:lnTo>
                    <a:lnTo>
                      <a:pt x="636" y="510"/>
                    </a:lnTo>
                    <a:lnTo>
                      <a:pt x="624" y="504"/>
                    </a:lnTo>
                    <a:lnTo>
                      <a:pt x="618" y="498"/>
                    </a:lnTo>
                    <a:lnTo>
                      <a:pt x="618" y="462"/>
                    </a:lnTo>
                    <a:lnTo>
                      <a:pt x="624" y="450"/>
                    </a:lnTo>
                    <a:lnTo>
                      <a:pt x="624" y="438"/>
                    </a:lnTo>
                    <a:lnTo>
                      <a:pt x="594" y="402"/>
                    </a:lnTo>
                    <a:lnTo>
                      <a:pt x="588" y="390"/>
                    </a:lnTo>
                    <a:lnTo>
                      <a:pt x="582" y="384"/>
                    </a:lnTo>
                    <a:lnTo>
                      <a:pt x="564" y="384"/>
                    </a:lnTo>
                    <a:lnTo>
                      <a:pt x="546" y="366"/>
                    </a:lnTo>
                    <a:lnTo>
                      <a:pt x="534" y="360"/>
                    </a:lnTo>
                    <a:lnTo>
                      <a:pt x="528" y="354"/>
                    </a:lnTo>
                    <a:lnTo>
                      <a:pt x="504" y="354"/>
                    </a:lnTo>
                    <a:lnTo>
                      <a:pt x="504" y="312"/>
                    </a:lnTo>
                    <a:lnTo>
                      <a:pt x="498" y="312"/>
                    </a:lnTo>
                    <a:lnTo>
                      <a:pt x="492" y="306"/>
                    </a:lnTo>
                    <a:lnTo>
                      <a:pt x="468" y="294"/>
                    </a:lnTo>
                    <a:lnTo>
                      <a:pt x="456" y="282"/>
                    </a:lnTo>
                    <a:lnTo>
                      <a:pt x="444" y="276"/>
                    </a:lnTo>
                    <a:lnTo>
                      <a:pt x="438" y="270"/>
                    </a:lnTo>
                    <a:lnTo>
                      <a:pt x="438" y="264"/>
                    </a:lnTo>
                    <a:lnTo>
                      <a:pt x="444" y="252"/>
                    </a:lnTo>
                    <a:lnTo>
                      <a:pt x="450" y="246"/>
                    </a:lnTo>
                    <a:lnTo>
                      <a:pt x="438" y="234"/>
                    </a:lnTo>
                    <a:lnTo>
                      <a:pt x="438" y="228"/>
                    </a:lnTo>
                    <a:lnTo>
                      <a:pt x="450" y="216"/>
                    </a:lnTo>
                    <a:lnTo>
                      <a:pt x="462" y="216"/>
                    </a:lnTo>
                    <a:lnTo>
                      <a:pt x="462" y="186"/>
                    </a:lnTo>
                    <a:lnTo>
                      <a:pt x="468" y="186"/>
                    </a:lnTo>
                    <a:lnTo>
                      <a:pt x="480" y="174"/>
                    </a:lnTo>
                    <a:lnTo>
                      <a:pt x="480" y="168"/>
                    </a:lnTo>
                    <a:lnTo>
                      <a:pt x="474" y="156"/>
                    </a:lnTo>
                    <a:lnTo>
                      <a:pt x="462" y="144"/>
                    </a:lnTo>
                    <a:lnTo>
                      <a:pt x="462" y="138"/>
                    </a:lnTo>
                    <a:lnTo>
                      <a:pt x="480" y="120"/>
                    </a:lnTo>
                    <a:lnTo>
                      <a:pt x="480" y="114"/>
                    </a:lnTo>
                    <a:lnTo>
                      <a:pt x="468" y="114"/>
                    </a:lnTo>
                    <a:lnTo>
                      <a:pt x="456" y="120"/>
                    </a:lnTo>
                    <a:lnTo>
                      <a:pt x="450" y="126"/>
                    </a:lnTo>
                    <a:lnTo>
                      <a:pt x="438" y="108"/>
                    </a:lnTo>
                    <a:lnTo>
                      <a:pt x="414" y="102"/>
                    </a:lnTo>
                    <a:lnTo>
                      <a:pt x="414" y="84"/>
                    </a:lnTo>
                    <a:lnTo>
                      <a:pt x="402" y="72"/>
                    </a:lnTo>
                    <a:lnTo>
                      <a:pt x="378" y="24"/>
                    </a:lnTo>
                    <a:lnTo>
                      <a:pt x="378" y="12"/>
                    </a:lnTo>
                    <a:lnTo>
                      <a:pt x="336" y="24"/>
                    </a:lnTo>
                    <a:lnTo>
                      <a:pt x="336" y="6"/>
                    </a:lnTo>
                    <a:lnTo>
                      <a:pt x="330" y="0"/>
                    </a:lnTo>
                    <a:lnTo>
                      <a:pt x="306" y="0"/>
                    </a:lnTo>
                    <a:lnTo>
                      <a:pt x="306" y="6"/>
                    </a:lnTo>
                    <a:lnTo>
                      <a:pt x="300" y="12"/>
                    </a:lnTo>
                    <a:lnTo>
                      <a:pt x="288" y="12"/>
                    </a:lnTo>
                    <a:lnTo>
                      <a:pt x="276" y="0"/>
                    </a:lnTo>
                    <a:lnTo>
                      <a:pt x="234" y="0"/>
                    </a:lnTo>
                    <a:lnTo>
                      <a:pt x="234" y="12"/>
                    </a:lnTo>
                    <a:lnTo>
                      <a:pt x="228" y="18"/>
                    </a:lnTo>
                    <a:lnTo>
                      <a:pt x="216" y="24"/>
                    </a:lnTo>
                    <a:lnTo>
                      <a:pt x="204" y="36"/>
                    </a:lnTo>
                    <a:lnTo>
                      <a:pt x="198" y="48"/>
                    </a:lnTo>
                    <a:lnTo>
                      <a:pt x="192" y="54"/>
                    </a:lnTo>
                    <a:lnTo>
                      <a:pt x="180" y="54"/>
                    </a:lnTo>
                    <a:lnTo>
                      <a:pt x="168" y="60"/>
                    </a:lnTo>
                    <a:lnTo>
                      <a:pt x="156" y="60"/>
                    </a:lnTo>
                    <a:lnTo>
                      <a:pt x="150" y="66"/>
                    </a:lnTo>
                    <a:lnTo>
                      <a:pt x="144" y="78"/>
                    </a:lnTo>
                    <a:lnTo>
                      <a:pt x="144" y="90"/>
                    </a:lnTo>
                    <a:lnTo>
                      <a:pt x="150" y="102"/>
                    </a:lnTo>
                    <a:lnTo>
                      <a:pt x="156" y="108"/>
                    </a:lnTo>
                    <a:lnTo>
                      <a:pt x="156" y="120"/>
                    </a:lnTo>
                    <a:lnTo>
                      <a:pt x="162" y="132"/>
                    </a:lnTo>
                    <a:lnTo>
                      <a:pt x="162" y="162"/>
                    </a:lnTo>
                    <a:lnTo>
                      <a:pt x="156" y="174"/>
                    </a:lnTo>
                    <a:lnTo>
                      <a:pt x="150" y="192"/>
                    </a:lnTo>
                    <a:lnTo>
                      <a:pt x="150" y="198"/>
                    </a:lnTo>
                    <a:lnTo>
                      <a:pt x="168" y="216"/>
                    </a:lnTo>
                    <a:lnTo>
                      <a:pt x="168" y="222"/>
                    </a:lnTo>
                    <a:lnTo>
                      <a:pt x="162" y="228"/>
                    </a:lnTo>
                    <a:lnTo>
                      <a:pt x="138" y="240"/>
                    </a:lnTo>
                    <a:lnTo>
                      <a:pt x="78" y="264"/>
                    </a:lnTo>
                    <a:lnTo>
                      <a:pt x="66" y="270"/>
                    </a:lnTo>
                    <a:lnTo>
                      <a:pt x="6" y="318"/>
                    </a:lnTo>
                    <a:lnTo>
                      <a:pt x="0" y="318"/>
                    </a:lnTo>
                    <a:lnTo>
                      <a:pt x="0" y="324"/>
                    </a:lnTo>
                    <a:lnTo>
                      <a:pt x="24" y="366"/>
                    </a:lnTo>
                    <a:lnTo>
                      <a:pt x="24" y="384"/>
                    </a:lnTo>
                    <a:lnTo>
                      <a:pt x="48" y="402"/>
                    </a:lnTo>
                    <a:lnTo>
                      <a:pt x="48" y="414"/>
                    </a:lnTo>
                    <a:lnTo>
                      <a:pt x="60" y="426"/>
                    </a:lnTo>
                    <a:lnTo>
                      <a:pt x="126" y="426"/>
                    </a:lnTo>
                    <a:lnTo>
                      <a:pt x="156" y="456"/>
                    </a:lnTo>
                    <a:lnTo>
                      <a:pt x="168" y="462"/>
                    </a:lnTo>
                    <a:lnTo>
                      <a:pt x="180" y="474"/>
                    </a:lnTo>
                    <a:lnTo>
                      <a:pt x="228" y="498"/>
                    </a:lnTo>
                    <a:lnTo>
                      <a:pt x="234" y="504"/>
                    </a:lnTo>
                    <a:lnTo>
                      <a:pt x="246" y="510"/>
                    </a:lnTo>
                    <a:lnTo>
                      <a:pt x="438" y="654"/>
                    </a:lnTo>
                    <a:lnTo>
                      <a:pt x="522" y="654"/>
                    </a:lnTo>
                    <a:lnTo>
                      <a:pt x="570" y="660"/>
                    </a:lnTo>
                    <a:lnTo>
                      <a:pt x="564" y="660"/>
                    </a:lnTo>
                    <a:lnTo>
                      <a:pt x="570" y="654"/>
                    </a:lnTo>
                    <a:lnTo>
                      <a:pt x="588" y="618"/>
                    </a:lnTo>
                    <a:lnTo>
                      <a:pt x="588" y="606"/>
                    </a:lnTo>
                    <a:lnTo>
                      <a:pt x="594" y="600"/>
                    </a:lnTo>
                    <a:lnTo>
                      <a:pt x="600" y="588"/>
                    </a:lnTo>
                    <a:lnTo>
                      <a:pt x="648" y="588"/>
                    </a:lnTo>
                    <a:lnTo>
                      <a:pt x="654" y="594"/>
                    </a:lnTo>
                    <a:lnTo>
                      <a:pt x="678" y="582"/>
                    </a:lnTo>
                    <a:lnTo>
                      <a:pt x="684" y="576"/>
                    </a:lnTo>
                    <a:lnTo>
                      <a:pt x="678" y="570"/>
                    </a:lnTo>
                    <a:lnTo>
                      <a:pt x="678" y="56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7" name="Iran" descr="© INSCALE GmbH, 05.05.2010&#10;http://www.presentationload.com/">
                <a:extLst>
                  <a:ext uri="{FF2B5EF4-FFF2-40B4-BE49-F238E27FC236}">
                    <a16:creationId xmlns:a16="http://schemas.microsoft.com/office/drawing/2014/main" id="{0F9483E4-E2B8-3A4A-86D2-3A9D0D6D8976}"/>
                  </a:ext>
                </a:extLst>
              </p:cNvPr>
              <p:cNvSpPr>
                <a:spLocks/>
              </p:cNvSpPr>
              <p:nvPr/>
            </p:nvSpPr>
            <p:spPr bwMode="gray">
              <a:xfrm>
                <a:off x="6963841" y="2793920"/>
                <a:ext cx="604859" cy="496379"/>
              </a:xfrm>
              <a:custGeom>
                <a:avLst/>
                <a:gdLst>
                  <a:gd name="T0" fmla="*/ 2147483647 w 1440"/>
                  <a:gd name="T1" fmla="*/ 2147483647 h 1182"/>
                  <a:gd name="T2" fmla="*/ 2147483647 w 1440"/>
                  <a:gd name="T3" fmla="*/ 2147483647 h 1182"/>
                  <a:gd name="T4" fmla="*/ 2147483647 w 1440"/>
                  <a:gd name="T5" fmla="*/ 2147483647 h 1182"/>
                  <a:gd name="T6" fmla="*/ 2147483647 w 1440"/>
                  <a:gd name="T7" fmla="*/ 2147483647 h 1182"/>
                  <a:gd name="T8" fmla="*/ 2147483647 w 1440"/>
                  <a:gd name="T9" fmla="*/ 2147483647 h 1182"/>
                  <a:gd name="T10" fmla="*/ 2147483647 w 1440"/>
                  <a:gd name="T11" fmla="*/ 2147483647 h 1182"/>
                  <a:gd name="T12" fmla="*/ 2147483647 w 1440"/>
                  <a:gd name="T13" fmla="*/ 2147483647 h 1182"/>
                  <a:gd name="T14" fmla="*/ 2147483647 w 1440"/>
                  <a:gd name="T15" fmla="*/ 2147483647 h 1182"/>
                  <a:gd name="T16" fmla="*/ 2147483647 w 1440"/>
                  <a:gd name="T17" fmla="*/ 2147483647 h 1182"/>
                  <a:gd name="T18" fmla="*/ 2147483647 w 1440"/>
                  <a:gd name="T19" fmla="*/ 2147483647 h 1182"/>
                  <a:gd name="T20" fmla="*/ 2147483647 w 1440"/>
                  <a:gd name="T21" fmla="*/ 2147483647 h 1182"/>
                  <a:gd name="T22" fmla="*/ 2147483647 w 1440"/>
                  <a:gd name="T23" fmla="*/ 2147483647 h 1182"/>
                  <a:gd name="T24" fmla="*/ 2147483647 w 1440"/>
                  <a:gd name="T25" fmla="*/ 2147483647 h 1182"/>
                  <a:gd name="T26" fmla="*/ 2147483647 w 1440"/>
                  <a:gd name="T27" fmla="*/ 2147483647 h 1182"/>
                  <a:gd name="T28" fmla="*/ 2147483647 w 1440"/>
                  <a:gd name="T29" fmla="*/ 2147483647 h 1182"/>
                  <a:gd name="T30" fmla="*/ 2147483647 w 1440"/>
                  <a:gd name="T31" fmla="*/ 2147483647 h 1182"/>
                  <a:gd name="T32" fmla="*/ 2147483647 w 1440"/>
                  <a:gd name="T33" fmla="*/ 2147483647 h 1182"/>
                  <a:gd name="T34" fmla="*/ 2147483647 w 1440"/>
                  <a:gd name="T35" fmla="*/ 2147483647 h 1182"/>
                  <a:gd name="T36" fmla="*/ 2147483647 w 1440"/>
                  <a:gd name="T37" fmla="*/ 2147483647 h 1182"/>
                  <a:gd name="T38" fmla="*/ 2147483647 w 1440"/>
                  <a:gd name="T39" fmla="*/ 2147483647 h 1182"/>
                  <a:gd name="T40" fmla="*/ 2147483647 w 1440"/>
                  <a:gd name="T41" fmla="*/ 2147483647 h 1182"/>
                  <a:gd name="T42" fmla="*/ 2147483647 w 1440"/>
                  <a:gd name="T43" fmla="*/ 2147483647 h 1182"/>
                  <a:gd name="T44" fmla="*/ 2147483647 w 1440"/>
                  <a:gd name="T45" fmla="*/ 2147483647 h 1182"/>
                  <a:gd name="T46" fmla="*/ 2147483647 w 1440"/>
                  <a:gd name="T47" fmla="*/ 2147483647 h 1182"/>
                  <a:gd name="T48" fmla="*/ 2147483647 w 1440"/>
                  <a:gd name="T49" fmla="*/ 2147483647 h 1182"/>
                  <a:gd name="T50" fmla="*/ 2147483647 w 1440"/>
                  <a:gd name="T51" fmla="*/ 2147483647 h 1182"/>
                  <a:gd name="T52" fmla="*/ 2147483647 w 1440"/>
                  <a:gd name="T53" fmla="*/ 2147483647 h 1182"/>
                  <a:gd name="T54" fmla="*/ 2147483647 w 1440"/>
                  <a:gd name="T55" fmla="*/ 2147483647 h 1182"/>
                  <a:gd name="T56" fmla="*/ 2147483647 w 1440"/>
                  <a:gd name="T57" fmla="*/ 2147483647 h 1182"/>
                  <a:gd name="T58" fmla="*/ 2147483647 w 1440"/>
                  <a:gd name="T59" fmla="*/ 2147483647 h 1182"/>
                  <a:gd name="T60" fmla="*/ 2147483647 w 1440"/>
                  <a:gd name="T61" fmla="*/ 0 h 1182"/>
                  <a:gd name="T62" fmla="*/ 2147483647 w 1440"/>
                  <a:gd name="T63" fmla="*/ 2147483647 h 1182"/>
                  <a:gd name="T64" fmla="*/ 2147483647 w 1440"/>
                  <a:gd name="T65" fmla="*/ 2147483647 h 1182"/>
                  <a:gd name="T66" fmla="*/ 2147483647 w 1440"/>
                  <a:gd name="T67" fmla="*/ 2147483647 h 1182"/>
                  <a:gd name="T68" fmla="*/ 2147483647 w 1440"/>
                  <a:gd name="T69" fmla="*/ 2147483647 h 1182"/>
                  <a:gd name="T70" fmla="*/ 2147483647 w 1440"/>
                  <a:gd name="T71" fmla="*/ 2147483647 h 1182"/>
                  <a:gd name="T72" fmla="*/ 2147483647 w 1440"/>
                  <a:gd name="T73" fmla="*/ 2147483647 h 1182"/>
                  <a:gd name="T74" fmla="*/ 2147483647 w 1440"/>
                  <a:gd name="T75" fmla="*/ 2147483647 h 1182"/>
                  <a:gd name="T76" fmla="*/ 2147483647 w 1440"/>
                  <a:gd name="T77" fmla="*/ 2147483647 h 1182"/>
                  <a:gd name="T78" fmla="*/ 2147483647 w 1440"/>
                  <a:gd name="T79" fmla="*/ 2147483647 h 1182"/>
                  <a:gd name="T80" fmla="*/ 2147483647 w 1440"/>
                  <a:gd name="T81" fmla="*/ 2147483647 h 1182"/>
                  <a:gd name="T82" fmla="*/ 2147483647 w 1440"/>
                  <a:gd name="T83" fmla="*/ 2147483647 h 1182"/>
                  <a:gd name="T84" fmla="*/ 2147483647 w 1440"/>
                  <a:gd name="T85" fmla="*/ 2147483647 h 1182"/>
                  <a:gd name="T86" fmla="*/ 2147483647 w 1440"/>
                  <a:gd name="T87" fmla="*/ 2147483647 h 1182"/>
                  <a:gd name="T88" fmla="*/ 2147483647 w 1440"/>
                  <a:gd name="T89" fmla="*/ 2147483647 h 1182"/>
                  <a:gd name="T90" fmla="*/ 2147483647 w 1440"/>
                  <a:gd name="T91" fmla="*/ 2147483647 h 1182"/>
                  <a:gd name="T92" fmla="*/ 2147483647 w 1440"/>
                  <a:gd name="T93" fmla="*/ 2147483647 h 1182"/>
                  <a:gd name="T94" fmla="*/ 2147483647 w 1440"/>
                  <a:gd name="T95" fmla="*/ 2147483647 h 1182"/>
                  <a:gd name="T96" fmla="*/ 2147483647 w 1440"/>
                  <a:gd name="T97" fmla="*/ 2147483647 h 1182"/>
                  <a:gd name="T98" fmla="*/ 2147483647 w 1440"/>
                  <a:gd name="T99" fmla="*/ 2147483647 h 1182"/>
                  <a:gd name="T100" fmla="*/ 2147483647 w 1440"/>
                  <a:gd name="T101" fmla="*/ 2147483647 h 1182"/>
                  <a:gd name="T102" fmla="*/ 2147483647 w 1440"/>
                  <a:gd name="T103" fmla="*/ 2147483647 h 1182"/>
                  <a:gd name="T104" fmla="*/ 2147483647 w 1440"/>
                  <a:gd name="T105" fmla="*/ 2147483647 h 1182"/>
                  <a:gd name="T106" fmla="*/ 2147483647 w 1440"/>
                  <a:gd name="T107" fmla="*/ 2147483647 h 1182"/>
                  <a:gd name="T108" fmla="*/ 2147483647 w 1440"/>
                  <a:gd name="T109" fmla="*/ 2147483647 h 1182"/>
                  <a:gd name="T110" fmla="*/ 2147483647 w 1440"/>
                  <a:gd name="T111" fmla="*/ 2147483647 h 11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40"/>
                  <a:gd name="T169" fmla="*/ 0 h 1182"/>
                  <a:gd name="T170" fmla="*/ 1440 w 1440"/>
                  <a:gd name="T171" fmla="*/ 1182 h 11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40" h="1182">
                    <a:moveTo>
                      <a:pt x="1338" y="1176"/>
                    </a:moveTo>
                    <a:lnTo>
                      <a:pt x="1338" y="1170"/>
                    </a:lnTo>
                    <a:lnTo>
                      <a:pt x="1332" y="1158"/>
                    </a:lnTo>
                    <a:lnTo>
                      <a:pt x="1332" y="1128"/>
                    </a:lnTo>
                    <a:lnTo>
                      <a:pt x="1344" y="1116"/>
                    </a:lnTo>
                    <a:lnTo>
                      <a:pt x="1344" y="1110"/>
                    </a:lnTo>
                    <a:lnTo>
                      <a:pt x="1350" y="1104"/>
                    </a:lnTo>
                    <a:lnTo>
                      <a:pt x="1356" y="1086"/>
                    </a:lnTo>
                    <a:lnTo>
                      <a:pt x="1368" y="1086"/>
                    </a:lnTo>
                    <a:lnTo>
                      <a:pt x="1374" y="1080"/>
                    </a:lnTo>
                    <a:lnTo>
                      <a:pt x="1374" y="1074"/>
                    </a:lnTo>
                    <a:lnTo>
                      <a:pt x="1380" y="1074"/>
                    </a:lnTo>
                    <a:lnTo>
                      <a:pt x="1380" y="1068"/>
                    </a:lnTo>
                    <a:lnTo>
                      <a:pt x="1386" y="1062"/>
                    </a:lnTo>
                    <a:lnTo>
                      <a:pt x="1398" y="1056"/>
                    </a:lnTo>
                    <a:lnTo>
                      <a:pt x="1428" y="1056"/>
                    </a:lnTo>
                    <a:lnTo>
                      <a:pt x="1428" y="1062"/>
                    </a:lnTo>
                    <a:lnTo>
                      <a:pt x="1434" y="1062"/>
                    </a:lnTo>
                    <a:lnTo>
                      <a:pt x="1440" y="1056"/>
                    </a:lnTo>
                    <a:lnTo>
                      <a:pt x="1440" y="1044"/>
                    </a:lnTo>
                    <a:lnTo>
                      <a:pt x="1434" y="1026"/>
                    </a:lnTo>
                    <a:lnTo>
                      <a:pt x="1428" y="1014"/>
                    </a:lnTo>
                    <a:lnTo>
                      <a:pt x="1422" y="1008"/>
                    </a:lnTo>
                    <a:lnTo>
                      <a:pt x="1404" y="1008"/>
                    </a:lnTo>
                    <a:lnTo>
                      <a:pt x="1404" y="996"/>
                    </a:lnTo>
                    <a:lnTo>
                      <a:pt x="1398" y="984"/>
                    </a:lnTo>
                    <a:lnTo>
                      <a:pt x="1398" y="960"/>
                    </a:lnTo>
                    <a:lnTo>
                      <a:pt x="1392" y="960"/>
                    </a:lnTo>
                    <a:lnTo>
                      <a:pt x="1398" y="930"/>
                    </a:lnTo>
                    <a:lnTo>
                      <a:pt x="1374" y="930"/>
                    </a:lnTo>
                    <a:lnTo>
                      <a:pt x="1362" y="912"/>
                    </a:lnTo>
                    <a:lnTo>
                      <a:pt x="1350" y="918"/>
                    </a:lnTo>
                    <a:lnTo>
                      <a:pt x="1332" y="918"/>
                    </a:lnTo>
                    <a:lnTo>
                      <a:pt x="1326" y="912"/>
                    </a:lnTo>
                    <a:lnTo>
                      <a:pt x="1314" y="894"/>
                    </a:lnTo>
                    <a:lnTo>
                      <a:pt x="1308" y="876"/>
                    </a:lnTo>
                    <a:lnTo>
                      <a:pt x="1296" y="864"/>
                    </a:lnTo>
                    <a:lnTo>
                      <a:pt x="1284" y="846"/>
                    </a:lnTo>
                    <a:lnTo>
                      <a:pt x="1278" y="840"/>
                    </a:lnTo>
                    <a:lnTo>
                      <a:pt x="1272" y="828"/>
                    </a:lnTo>
                    <a:lnTo>
                      <a:pt x="1248" y="804"/>
                    </a:lnTo>
                    <a:lnTo>
                      <a:pt x="1242" y="804"/>
                    </a:lnTo>
                    <a:lnTo>
                      <a:pt x="1242" y="792"/>
                    </a:lnTo>
                    <a:lnTo>
                      <a:pt x="1260" y="774"/>
                    </a:lnTo>
                    <a:lnTo>
                      <a:pt x="1266" y="762"/>
                    </a:lnTo>
                    <a:lnTo>
                      <a:pt x="1272" y="756"/>
                    </a:lnTo>
                    <a:lnTo>
                      <a:pt x="1296" y="708"/>
                    </a:lnTo>
                    <a:lnTo>
                      <a:pt x="1284" y="684"/>
                    </a:lnTo>
                    <a:lnTo>
                      <a:pt x="1278" y="678"/>
                    </a:lnTo>
                    <a:lnTo>
                      <a:pt x="1242" y="678"/>
                    </a:lnTo>
                    <a:lnTo>
                      <a:pt x="1230" y="672"/>
                    </a:lnTo>
                    <a:lnTo>
                      <a:pt x="1224" y="672"/>
                    </a:lnTo>
                    <a:lnTo>
                      <a:pt x="1218" y="666"/>
                    </a:lnTo>
                    <a:lnTo>
                      <a:pt x="1218" y="612"/>
                    </a:lnTo>
                    <a:lnTo>
                      <a:pt x="1212" y="606"/>
                    </a:lnTo>
                    <a:lnTo>
                      <a:pt x="1200" y="582"/>
                    </a:lnTo>
                    <a:lnTo>
                      <a:pt x="1188" y="564"/>
                    </a:lnTo>
                    <a:lnTo>
                      <a:pt x="1176" y="540"/>
                    </a:lnTo>
                    <a:lnTo>
                      <a:pt x="1182" y="528"/>
                    </a:lnTo>
                    <a:lnTo>
                      <a:pt x="1200" y="510"/>
                    </a:lnTo>
                    <a:lnTo>
                      <a:pt x="1200" y="504"/>
                    </a:lnTo>
                    <a:lnTo>
                      <a:pt x="1194" y="498"/>
                    </a:lnTo>
                    <a:lnTo>
                      <a:pt x="1170" y="498"/>
                    </a:lnTo>
                    <a:lnTo>
                      <a:pt x="1170" y="468"/>
                    </a:lnTo>
                    <a:lnTo>
                      <a:pt x="1158" y="456"/>
                    </a:lnTo>
                    <a:lnTo>
                      <a:pt x="1158" y="450"/>
                    </a:lnTo>
                    <a:lnTo>
                      <a:pt x="1164" y="444"/>
                    </a:lnTo>
                    <a:lnTo>
                      <a:pt x="1176" y="438"/>
                    </a:lnTo>
                    <a:lnTo>
                      <a:pt x="1182" y="432"/>
                    </a:lnTo>
                    <a:lnTo>
                      <a:pt x="1188" y="432"/>
                    </a:lnTo>
                    <a:lnTo>
                      <a:pt x="1176" y="414"/>
                    </a:lnTo>
                    <a:lnTo>
                      <a:pt x="1200" y="408"/>
                    </a:lnTo>
                    <a:lnTo>
                      <a:pt x="1200" y="402"/>
                    </a:lnTo>
                    <a:lnTo>
                      <a:pt x="1194" y="396"/>
                    </a:lnTo>
                    <a:lnTo>
                      <a:pt x="1194" y="372"/>
                    </a:lnTo>
                    <a:lnTo>
                      <a:pt x="1188" y="360"/>
                    </a:lnTo>
                    <a:lnTo>
                      <a:pt x="1188" y="354"/>
                    </a:lnTo>
                    <a:lnTo>
                      <a:pt x="1194" y="342"/>
                    </a:lnTo>
                    <a:lnTo>
                      <a:pt x="1200" y="336"/>
                    </a:lnTo>
                    <a:lnTo>
                      <a:pt x="1188" y="306"/>
                    </a:lnTo>
                    <a:lnTo>
                      <a:pt x="1194" y="282"/>
                    </a:lnTo>
                    <a:lnTo>
                      <a:pt x="1182" y="282"/>
                    </a:lnTo>
                    <a:lnTo>
                      <a:pt x="1182" y="246"/>
                    </a:lnTo>
                    <a:lnTo>
                      <a:pt x="1116" y="252"/>
                    </a:lnTo>
                    <a:lnTo>
                      <a:pt x="1110" y="246"/>
                    </a:lnTo>
                    <a:lnTo>
                      <a:pt x="1104" y="234"/>
                    </a:lnTo>
                    <a:lnTo>
                      <a:pt x="1092" y="228"/>
                    </a:lnTo>
                    <a:lnTo>
                      <a:pt x="1080" y="216"/>
                    </a:lnTo>
                    <a:lnTo>
                      <a:pt x="1068" y="216"/>
                    </a:lnTo>
                    <a:lnTo>
                      <a:pt x="1062" y="210"/>
                    </a:lnTo>
                    <a:lnTo>
                      <a:pt x="1056" y="210"/>
                    </a:lnTo>
                    <a:lnTo>
                      <a:pt x="1050" y="204"/>
                    </a:lnTo>
                    <a:lnTo>
                      <a:pt x="1044" y="192"/>
                    </a:lnTo>
                    <a:lnTo>
                      <a:pt x="1044" y="186"/>
                    </a:lnTo>
                    <a:lnTo>
                      <a:pt x="1038" y="180"/>
                    </a:lnTo>
                    <a:lnTo>
                      <a:pt x="1032" y="180"/>
                    </a:lnTo>
                    <a:lnTo>
                      <a:pt x="1020" y="174"/>
                    </a:lnTo>
                    <a:lnTo>
                      <a:pt x="1002" y="174"/>
                    </a:lnTo>
                    <a:lnTo>
                      <a:pt x="990" y="168"/>
                    </a:lnTo>
                    <a:lnTo>
                      <a:pt x="972" y="168"/>
                    </a:lnTo>
                    <a:lnTo>
                      <a:pt x="972" y="174"/>
                    </a:lnTo>
                    <a:lnTo>
                      <a:pt x="960" y="168"/>
                    </a:lnTo>
                    <a:lnTo>
                      <a:pt x="954" y="162"/>
                    </a:lnTo>
                    <a:lnTo>
                      <a:pt x="942" y="156"/>
                    </a:lnTo>
                    <a:lnTo>
                      <a:pt x="936" y="150"/>
                    </a:lnTo>
                    <a:lnTo>
                      <a:pt x="906" y="150"/>
                    </a:lnTo>
                    <a:lnTo>
                      <a:pt x="906" y="138"/>
                    </a:lnTo>
                    <a:lnTo>
                      <a:pt x="894" y="126"/>
                    </a:lnTo>
                    <a:lnTo>
                      <a:pt x="834" y="126"/>
                    </a:lnTo>
                    <a:lnTo>
                      <a:pt x="834" y="132"/>
                    </a:lnTo>
                    <a:lnTo>
                      <a:pt x="828" y="138"/>
                    </a:lnTo>
                    <a:lnTo>
                      <a:pt x="816" y="132"/>
                    </a:lnTo>
                    <a:lnTo>
                      <a:pt x="780" y="132"/>
                    </a:lnTo>
                    <a:lnTo>
                      <a:pt x="768" y="138"/>
                    </a:lnTo>
                    <a:lnTo>
                      <a:pt x="750" y="156"/>
                    </a:lnTo>
                    <a:lnTo>
                      <a:pt x="738" y="162"/>
                    </a:lnTo>
                    <a:lnTo>
                      <a:pt x="732" y="168"/>
                    </a:lnTo>
                    <a:lnTo>
                      <a:pt x="732" y="180"/>
                    </a:lnTo>
                    <a:lnTo>
                      <a:pt x="720" y="186"/>
                    </a:lnTo>
                    <a:lnTo>
                      <a:pt x="708" y="198"/>
                    </a:lnTo>
                    <a:lnTo>
                      <a:pt x="678" y="198"/>
                    </a:lnTo>
                    <a:lnTo>
                      <a:pt x="690" y="210"/>
                    </a:lnTo>
                    <a:lnTo>
                      <a:pt x="690" y="222"/>
                    </a:lnTo>
                    <a:lnTo>
                      <a:pt x="696" y="228"/>
                    </a:lnTo>
                    <a:lnTo>
                      <a:pt x="696" y="234"/>
                    </a:lnTo>
                    <a:lnTo>
                      <a:pt x="690" y="240"/>
                    </a:lnTo>
                    <a:lnTo>
                      <a:pt x="678" y="240"/>
                    </a:lnTo>
                    <a:lnTo>
                      <a:pt x="666" y="234"/>
                    </a:lnTo>
                    <a:lnTo>
                      <a:pt x="660" y="228"/>
                    </a:lnTo>
                    <a:lnTo>
                      <a:pt x="654" y="228"/>
                    </a:lnTo>
                    <a:lnTo>
                      <a:pt x="648" y="234"/>
                    </a:lnTo>
                    <a:lnTo>
                      <a:pt x="624" y="234"/>
                    </a:lnTo>
                    <a:lnTo>
                      <a:pt x="612" y="240"/>
                    </a:lnTo>
                    <a:lnTo>
                      <a:pt x="600" y="240"/>
                    </a:lnTo>
                    <a:lnTo>
                      <a:pt x="582" y="246"/>
                    </a:lnTo>
                    <a:lnTo>
                      <a:pt x="558" y="258"/>
                    </a:lnTo>
                    <a:lnTo>
                      <a:pt x="546" y="252"/>
                    </a:lnTo>
                    <a:lnTo>
                      <a:pt x="534" y="252"/>
                    </a:lnTo>
                    <a:lnTo>
                      <a:pt x="522" y="246"/>
                    </a:lnTo>
                    <a:lnTo>
                      <a:pt x="498" y="246"/>
                    </a:lnTo>
                    <a:lnTo>
                      <a:pt x="480" y="240"/>
                    </a:lnTo>
                    <a:lnTo>
                      <a:pt x="468" y="228"/>
                    </a:lnTo>
                    <a:lnTo>
                      <a:pt x="456" y="222"/>
                    </a:lnTo>
                    <a:lnTo>
                      <a:pt x="444" y="210"/>
                    </a:lnTo>
                    <a:lnTo>
                      <a:pt x="438" y="198"/>
                    </a:lnTo>
                    <a:lnTo>
                      <a:pt x="432" y="192"/>
                    </a:lnTo>
                    <a:lnTo>
                      <a:pt x="432" y="186"/>
                    </a:lnTo>
                    <a:lnTo>
                      <a:pt x="378" y="186"/>
                    </a:lnTo>
                    <a:lnTo>
                      <a:pt x="354" y="162"/>
                    </a:lnTo>
                    <a:lnTo>
                      <a:pt x="336" y="126"/>
                    </a:lnTo>
                    <a:lnTo>
                      <a:pt x="330" y="120"/>
                    </a:lnTo>
                    <a:lnTo>
                      <a:pt x="330" y="114"/>
                    </a:lnTo>
                    <a:lnTo>
                      <a:pt x="312" y="114"/>
                    </a:lnTo>
                    <a:lnTo>
                      <a:pt x="312" y="108"/>
                    </a:lnTo>
                    <a:lnTo>
                      <a:pt x="306" y="102"/>
                    </a:lnTo>
                    <a:lnTo>
                      <a:pt x="300" y="102"/>
                    </a:lnTo>
                    <a:lnTo>
                      <a:pt x="294" y="96"/>
                    </a:lnTo>
                    <a:lnTo>
                      <a:pt x="282" y="90"/>
                    </a:lnTo>
                    <a:lnTo>
                      <a:pt x="270" y="78"/>
                    </a:lnTo>
                    <a:lnTo>
                      <a:pt x="270" y="72"/>
                    </a:lnTo>
                    <a:lnTo>
                      <a:pt x="282" y="72"/>
                    </a:lnTo>
                    <a:lnTo>
                      <a:pt x="288" y="66"/>
                    </a:lnTo>
                    <a:lnTo>
                      <a:pt x="288" y="60"/>
                    </a:lnTo>
                    <a:lnTo>
                      <a:pt x="282" y="54"/>
                    </a:lnTo>
                    <a:lnTo>
                      <a:pt x="276" y="54"/>
                    </a:lnTo>
                    <a:lnTo>
                      <a:pt x="276" y="42"/>
                    </a:lnTo>
                    <a:lnTo>
                      <a:pt x="282" y="36"/>
                    </a:lnTo>
                    <a:lnTo>
                      <a:pt x="282" y="18"/>
                    </a:lnTo>
                    <a:lnTo>
                      <a:pt x="276" y="12"/>
                    </a:lnTo>
                    <a:lnTo>
                      <a:pt x="270" y="0"/>
                    </a:lnTo>
                    <a:lnTo>
                      <a:pt x="258" y="0"/>
                    </a:lnTo>
                    <a:lnTo>
                      <a:pt x="246" y="6"/>
                    </a:lnTo>
                    <a:lnTo>
                      <a:pt x="234" y="18"/>
                    </a:lnTo>
                    <a:lnTo>
                      <a:pt x="222" y="24"/>
                    </a:lnTo>
                    <a:lnTo>
                      <a:pt x="204" y="36"/>
                    </a:lnTo>
                    <a:lnTo>
                      <a:pt x="192" y="48"/>
                    </a:lnTo>
                    <a:lnTo>
                      <a:pt x="192" y="54"/>
                    </a:lnTo>
                    <a:lnTo>
                      <a:pt x="186" y="60"/>
                    </a:lnTo>
                    <a:lnTo>
                      <a:pt x="180" y="72"/>
                    </a:lnTo>
                    <a:lnTo>
                      <a:pt x="132" y="72"/>
                    </a:lnTo>
                    <a:lnTo>
                      <a:pt x="96" y="60"/>
                    </a:lnTo>
                    <a:lnTo>
                      <a:pt x="84" y="54"/>
                    </a:lnTo>
                    <a:lnTo>
                      <a:pt x="66" y="36"/>
                    </a:lnTo>
                    <a:lnTo>
                      <a:pt x="54" y="12"/>
                    </a:lnTo>
                    <a:lnTo>
                      <a:pt x="54" y="6"/>
                    </a:lnTo>
                    <a:lnTo>
                      <a:pt x="48" y="0"/>
                    </a:lnTo>
                    <a:lnTo>
                      <a:pt x="42" y="0"/>
                    </a:lnTo>
                    <a:lnTo>
                      <a:pt x="24" y="18"/>
                    </a:lnTo>
                    <a:lnTo>
                      <a:pt x="24" y="30"/>
                    </a:lnTo>
                    <a:lnTo>
                      <a:pt x="0" y="30"/>
                    </a:lnTo>
                    <a:lnTo>
                      <a:pt x="18" y="54"/>
                    </a:lnTo>
                    <a:lnTo>
                      <a:pt x="18" y="84"/>
                    </a:lnTo>
                    <a:lnTo>
                      <a:pt x="30" y="96"/>
                    </a:lnTo>
                    <a:lnTo>
                      <a:pt x="30" y="108"/>
                    </a:lnTo>
                    <a:lnTo>
                      <a:pt x="36" y="114"/>
                    </a:lnTo>
                    <a:lnTo>
                      <a:pt x="42" y="114"/>
                    </a:lnTo>
                    <a:lnTo>
                      <a:pt x="36" y="120"/>
                    </a:lnTo>
                    <a:lnTo>
                      <a:pt x="36" y="126"/>
                    </a:lnTo>
                    <a:lnTo>
                      <a:pt x="30" y="138"/>
                    </a:lnTo>
                    <a:lnTo>
                      <a:pt x="24" y="144"/>
                    </a:lnTo>
                    <a:lnTo>
                      <a:pt x="60" y="162"/>
                    </a:lnTo>
                    <a:lnTo>
                      <a:pt x="60" y="192"/>
                    </a:lnTo>
                    <a:lnTo>
                      <a:pt x="84" y="198"/>
                    </a:lnTo>
                    <a:lnTo>
                      <a:pt x="84" y="210"/>
                    </a:lnTo>
                    <a:lnTo>
                      <a:pt x="96" y="246"/>
                    </a:lnTo>
                    <a:lnTo>
                      <a:pt x="108" y="270"/>
                    </a:lnTo>
                    <a:lnTo>
                      <a:pt x="120" y="282"/>
                    </a:lnTo>
                    <a:lnTo>
                      <a:pt x="120" y="300"/>
                    </a:lnTo>
                    <a:lnTo>
                      <a:pt x="144" y="306"/>
                    </a:lnTo>
                    <a:lnTo>
                      <a:pt x="156" y="324"/>
                    </a:lnTo>
                    <a:lnTo>
                      <a:pt x="162" y="318"/>
                    </a:lnTo>
                    <a:lnTo>
                      <a:pt x="174" y="312"/>
                    </a:lnTo>
                    <a:lnTo>
                      <a:pt x="186" y="312"/>
                    </a:lnTo>
                    <a:lnTo>
                      <a:pt x="186" y="318"/>
                    </a:lnTo>
                    <a:lnTo>
                      <a:pt x="168" y="336"/>
                    </a:lnTo>
                    <a:lnTo>
                      <a:pt x="168" y="342"/>
                    </a:lnTo>
                    <a:lnTo>
                      <a:pt x="180" y="354"/>
                    </a:lnTo>
                    <a:lnTo>
                      <a:pt x="186" y="366"/>
                    </a:lnTo>
                    <a:lnTo>
                      <a:pt x="186" y="372"/>
                    </a:lnTo>
                    <a:lnTo>
                      <a:pt x="174" y="384"/>
                    </a:lnTo>
                    <a:lnTo>
                      <a:pt x="168" y="384"/>
                    </a:lnTo>
                    <a:lnTo>
                      <a:pt x="168" y="414"/>
                    </a:lnTo>
                    <a:lnTo>
                      <a:pt x="156" y="414"/>
                    </a:lnTo>
                    <a:lnTo>
                      <a:pt x="144" y="426"/>
                    </a:lnTo>
                    <a:lnTo>
                      <a:pt x="144" y="432"/>
                    </a:lnTo>
                    <a:lnTo>
                      <a:pt x="156" y="444"/>
                    </a:lnTo>
                    <a:lnTo>
                      <a:pt x="150" y="450"/>
                    </a:lnTo>
                    <a:lnTo>
                      <a:pt x="144" y="462"/>
                    </a:lnTo>
                    <a:lnTo>
                      <a:pt x="144" y="468"/>
                    </a:lnTo>
                    <a:lnTo>
                      <a:pt x="150" y="474"/>
                    </a:lnTo>
                    <a:lnTo>
                      <a:pt x="162" y="480"/>
                    </a:lnTo>
                    <a:lnTo>
                      <a:pt x="174" y="492"/>
                    </a:lnTo>
                    <a:lnTo>
                      <a:pt x="198" y="504"/>
                    </a:lnTo>
                    <a:lnTo>
                      <a:pt x="204" y="510"/>
                    </a:lnTo>
                    <a:lnTo>
                      <a:pt x="210" y="510"/>
                    </a:lnTo>
                    <a:lnTo>
                      <a:pt x="210" y="552"/>
                    </a:lnTo>
                    <a:lnTo>
                      <a:pt x="234" y="552"/>
                    </a:lnTo>
                    <a:lnTo>
                      <a:pt x="240" y="558"/>
                    </a:lnTo>
                    <a:lnTo>
                      <a:pt x="252" y="564"/>
                    </a:lnTo>
                    <a:lnTo>
                      <a:pt x="270" y="582"/>
                    </a:lnTo>
                    <a:lnTo>
                      <a:pt x="288" y="582"/>
                    </a:lnTo>
                    <a:lnTo>
                      <a:pt x="294" y="588"/>
                    </a:lnTo>
                    <a:lnTo>
                      <a:pt x="300" y="600"/>
                    </a:lnTo>
                    <a:lnTo>
                      <a:pt x="330" y="636"/>
                    </a:lnTo>
                    <a:lnTo>
                      <a:pt x="330" y="648"/>
                    </a:lnTo>
                    <a:lnTo>
                      <a:pt x="324" y="660"/>
                    </a:lnTo>
                    <a:lnTo>
                      <a:pt x="324" y="696"/>
                    </a:lnTo>
                    <a:lnTo>
                      <a:pt x="330" y="702"/>
                    </a:lnTo>
                    <a:lnTo>
                      <a:pt x="342" y="708"/>
                    </a:lnTo>
                    <a:lnTo>
                      <a:pt x="348" y="714"/>
                    </a:lnTo>
                    <a:lnTo>
                      <a:pt x="354" y="714"/>
                    </a:lnTo>
                    <a:lnTo>
                      <a:pt x="360" y="744"/>
                    </a:lnTo>
                    <a:lnTo>
                      <a:pt x="372" y="750"/>
                    </a:lnTo>
                    <a:lnTo>
                      <a:pt x="384" y="762"/>
                    </a:lnTo>
                    <a:lnTo>
                      <a:pt x="384" y="768"/>
                    </a:lnTo>
                    <a:lnTo>
                      <a:pt x="390" y="774"/>
                    </a:lnTo>
                    <a:lnTo>
                      <a:pt x="402" y="780"/>
                    </a:lnTo>
                    <a:lnTo>
                      <a:pt x="408" y="786"/>
                    </a:lnTo>
                    <a:lnTo>
                      <a:pt x="420" y="792"/>
                    </a:lnTo>
                    <a:lnTo>
                      <a:pt x="426" y="786"/>
                    </a:lnTo>
                    <a:lnTo>
                      <a:pt x="426" y="774"/>
                    </a:lnTo>
                    <a:lnTo>
                      <a:pt x="420" y="768"/>
                    </a:lnTo>
                    <a:lnTo>
                      <a:pt x="420" y="762"/>
                    </a:lnTo>
                    <a:lnTo>
                      <a:pt x="426" y="756"/>
                    </a:lnTo>
                    <a:lnTo>
                      <a:pt x="438" y="750"/>
                    </a:lnTo>
                    <a:lnTo>
                      <a:pt x="444" y="756"/>
                    </a:lnTo>
                    <a:lnTo>
                      <a:pt x="450" y="756"/>
                    </a:lnTo>
                    <a:lnTo>
                      <a:pt x="450" y="768"/>
                    </a:lnTo>
                    <a:lnTo>
                      <a:pt x="456" y="780"/>
                    </a:lnTo>
                    <a:lnTo>
                      <a:pt x="474" y="780"/>
                    </a:lnTo>
                    <a:lnTo>
                      <a:pt x="474" y="786"/>
                    </a:lnTo>
                    <a:lnTo>
                      <a:pt x="474" y="780"/>
                    </a:lnTo>
                    <a:lnTo>
                      <a:pt x="480" y="780"/>
                    </a:lnTo>
                    <a:lnTo>
                      <a:pt x="480" y="768"/>
                    </a:lnTo>
                    <a:lnTo>
                      <a:pt x="504" y="768"/>
                    </a:lnTo>
                    <a:lnTo>
                      <a:pt x="504" y="804"/>
                    </a:lnTo>
                    <a:lnTo>
                      <a:pt x="510" y="810"/>
                    </a:lnTo>
                    <a:lnTo>
                      <a:pt x="516" y="810"/>
                    </a:lnTo>
                    <a:lnTo>
                      <a:pt x="528" y="816"/>
                    </a:lnTo>
                    <a:lnTo>
                      <a:pt x="540" y="828"/>
                    </a:lnTo>
                    <a:lnTo>
                      <a:pt x="540" y="846"/>
                    </a:lnTo>
                    <a:lnTo>
                      <a:pt x="552" y="858"/>
                    </a:lnTo>
                    <a:lnTo>
                      <a:pt x="558" y="870"/>
                    </a:lnTo>
                    <a:lnTo>
                      <a:pt x="564" y="876"/>
                    </a:lnTo>
                    <a:lnTo>
                      <a:pt x="570" y="876"/>
                    </a:lnTo>
                    <a:lnTo>
                      <a:pt x="582" y="894"/>
                    </a:lnTo>
                    <a:lnTo>
                      <a:pt x="582" y="906"/>
                    </a:lnTo>
                    <a:lnTo>
                      <a:pt x="594" y="930"/>
                    </a:lnTo>
                    <a:lnTo>
                      <a:pt x="600" y="936"/>
                    </a:lnTo>
                    <a:lnTo>
                      <a:pt x="606" y="936"/>
                    </a:lnTo>
                    <a:lnTo>
                      <a:pt x="612" y="942"/>
                    </a:lnTo>
                    <a:lnTo>
                      <a:pt x="618" y="954"/>
                    </a:lnTo>
                    <a:lnTo>
                      <a:pt x="618" y="960"/>
                    </a:lnTo>
                    <a:lnTo>
                      <a:pt x="648" y="960"/>
                    </a:lnTo>
                    <a:lnTo>
                      <a:pt x="666" y="984"/>
                    </a:lnTo>
                    <a:lnTo>
                      <a:pt x="684" y="978"/>
                    </a:lnTo>
                    <a:lnTo>
                      <a:pt x="702" y="978"/>
                    </a:lnTo>
                    <a:lnTo>
                      <a:pt x="720" y="996"/>
                    </a:lnTo>
                    <a:lnTo>
                      <a:pt x="738" y="1008"/>
                    </a:lnTo>
                    <a:lnTo>
                      <a:pt x="756" y="1026"/>
                    </a:lnTo>
                    <a:lnTo>
                      <a:pt x="792" y="1050"/>
                    </a:lnTo>
                    <a:lnTo>
                      <a:pt x="810" y="1050"/>
                    </a:lnTo>
                    <a:lnTo>
                      <a:pt x="822" y="1056"/>
                    </a:lnTo>
                    <a:lnTo>
                      <a:pt x="834" y="1068"/>
                    </a:lnTo>
                    <a:lnTo>
                      <a:pt x="852" y="1068"/>
                    </a:lnTo>
                    <a:lnTo>
                      <a:pt x="876" y="1056"/>
                    </a:lnTo>
                    <a:lnTo>
                      <a:pt x="876" y="1050"/>
                    </a:lnTo>
                    <a:lnTo>
                      <a:pt x="900" y="1056"/>
                    </a:lnTo>
                    <a:lnTo>
                      <a:pt x="912" y="1032"/>
                    </a:lnTo>
                    <a:lnTo>
                      <a:pt x="930" y="1032"/>
                    </a:lnTo>
                    <a:lnTo>
                      <a:pt x="954" y="1008"/>
                    </a:lnTo>
                    <a:lnTo>
                      <a:pt x="966" y="1020"/>
                    </a:lnTo>
                    <a:lnTo>
                      <a:pt x="972" y="1014"/>
                    </a:lnTo>
                    <a:lnTo>
                      <a:pt x="984" y="1014"/>
                    </a:lnTo>
                    <a:lnTo>
                      <a:pt x="1002" y="1032"/>
                    </a:lnTo>
                    <a:lnTo>
                      <a:pt x="1014" y="1050"/>
                    </a:lnTo>
                    <a:lnTo>
                      <a:pt x="1020" y="1068"/>
                    </a:lnTo>
                    <a:lnTo>
                      <a:pt x="1032" y="1080"/>
                    </a:lnTo>
                    <a:lnTo>
                      <a:pt x="1032" y="1098"/>
                    </a:lnTo>
                    <a:lnTo>
                      <a:pt x="1038" y="1110"/>
                    </a:lnTo>
                    <a:lnTo>
                      <a:pt x="1044" y="1116"/>
                    </a:lnTo>
                    <a:lnTo>
                      <a:pt x="1056" y="1122"/>
                    </a:lnTo>
                    <a:lnTo>
                      <a:pt x="1080" y="1122"/>
                    </a:lnTo>
                    <a:lnTo>
                      <a:pt x="1080" y="1128"/>
                    </a:lnTo>
                    <a:lnTo>
                      <a:pt x="1086" y="1134"/>
                    </a:lnTo>
                    <a:lnTo>
                      <a:pt x="1098" y="1140"/>
                    </a:lnTo>
                    <a:lnTo>
                      <a:pt x="1164" y="1140"/>
                    </a:lnTo>
                    <a:lnTo>
                      <a:pt x="1176" y="1146"/>
                    </a:lnTo>
                    <a:lnTo>
                      <a:pt x="1200" y="1170"/>
                    </a:lnTo>
                    <a:lnTo>
                      <a:pt x="1212" y="1170"/>
                    </a:lnTo>
                    <a:lnTo>
                      <a:pt x="1224" y="1164"/>
                    </a:lnTo>
                    <a:lnTo>
                      <a:pt x="1230" y="1164"/>
                    </a:lnTo>
                    <a:lnTo>
                      <a:pt x="1242" y="1158"/>
                    </a:lnTo>
                    <a:lnTo>
                      <a:pt x="1248" y="1158"/>
                    </a:lnTo>
                    <a:lnTo>
                      <a:pt x="1254" y="1164"/>
                    </a:lnTo>
                    <a:lnTo>
                      <a:pt x="1278" y="1176"/>
                    </a:lnTo>
                    <a:lnTo>
                      <a:pt x="1296" y="1182"/>
                    </a:lnTo>
                    <a:lnTo>
                      <a:pt x="1326" y="1182"/>
                    </a:lnTo>
                    <a:lnTo>
                      <a:pt x="1338" y="117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8" name="Indonesia" descr="© INSCALE GmbH, 05.05.2010&#10;http://www.presentationload.com/">
                <a:extLst>
                  <a:ext uri="{FF2B5EF4-FFF2-40B4-BE49-F238E27FC236}">
                    <a16:creationId xmlns:a16="http://schemas.microsoft.com/office/drawing/2014/main" id="{2E819F13-540A-5F4C-841A-D26EB89BE232}"/>
                  </a:ext>
                </a:extLst>
              </p:cNvPr>
              <p:cNvSpPr>
                <a:spLocks noEditPoints="1"/>
              </p:cNvSpPr>
              <p:nvPr/>
            </p:nvSpPr>
            <p:spPr bwMode="gray">
              <a:xfrm>
                <a:off x="8569677" y="3949398"/>
                <a:ext cx="1372440" cy="547332"/>
              </a:xfrm>
              <a:custGeom>
                <a:avLst/>
                <a:gdLst>
                  <a:gd name="T0" fmla="*/ 2147483647 w 3264"/>
                  <a:gd name="T1" fmla="*/ 2147483647 h 1302"/>
                  <a:gd name="T2" fmla="*/ 2147483647 w 3264"/>
                  <a:gd name="T3" fmla="*/ 2147483647 h 1302"/>
                  <a:gd name="T4" fmla="*/ 2147483647 w 3264"/>
                  <a:gd name="T5" fmla="*/ 2147483647 h 1302"/>
                  <a:gd name="T6" fmla="*/ 2147483647 w 3264"/>
                  <a:gd name="T7" fmla="*/ 2147483647 h 1302"/>
                  <a:gd name="T8" fmla="*/ 2147483647 w 3264"/>
                  <a:gd name="T9" fmla="*/ 2147483647 h 1302"/>
                  <a:gd name="T10" fmla="*/ 2147483647 w 3264"/>
                  <a:gd name="T11" fmla="*/ 2147483647 h 1302"/>
                  <a:gd name="T12" fmla="*/ 2147483647 w 3264"/>
                  <a:gd name="T13" fmla="*/ 2147483647 h 1302"/>
                  <a:gd name="T14" fmla="*/ 2147483647 w 3264"/>
                  <a:gd name="T15" fmla="*/ 2147483647 h 1302"/>
                  <a:gd name="T16" fmla="*/ 2147483647 w 3264"/>
                  <a:gd name="T17" fmla="*/ 2147483647 h 1302"/>
                  <a:gd name="T18" fmla="*/ 2147483647 w 3264"/>
                  <a:gd name="T19" fmla="*/ 2147483647 h 1302"/>
                  <a:gd name="T20" fmla="*/ 2147483647 w 3264"/>
                  <a:gd name="T21" fmla="*/ 2147483647 h 1302"/>
                  <a:gd name="T22" fmla="*/ 2147483647 w 3264"/>
                  <a:gd name="T23" fmla="*/ 2147483647 h 1302"/>
                  <a:gd name="T24" fmla="*/ 2147483647 w 3264"/>
                  <a:gd name="T25" fmla="*/ 2147483647 h 1302"/>
                  <a:gd name="T26" fmla="*/ 2147483647 w 3264"/>
                  <a:gd name="T27" fmla="*/ 2147483647 h 1302"/>
                  <a:gd name="T28" fmla="*/ 2147483647 w 3264"/>
                  <a:gd name="T29" fmla="*/ 2147483647 h 1302"/>
                  <a:gd name="T30" fmla="*/ 2147483647 w 3264"/>
                  <a:gd name="T31" fmla="*/ 2147483647 h 1302"/>
                  <a:gd name="T32" fmla="*/ 2147483647 w 3264"/>
                  <a:gd name="T33" fmla="*/ 2147483647 h 1302"/>
                  <a:gd name="T34" fmla="*/ 2147483647 w 3264"/>
                  <a:gd name="T35" fmla="*/ 2147483647 h 1302"/>
                  <a:gd name="T36" fmla="*/ 2147483647 w 3264"/>
                  <a:gd name="T37" fmla="*/ 2147483647 h 1302"/>
                  <a:gd name="T38" fmla="*/ 2147483647 w 3264"/>
                  <a:gd name="T39" fmla="*/ 2147483647 h 1302"/>
                  <a:gd name="T40" fmla="*/ 2147483647 w 3264"/>
                  <a:gd name="T41" fmla="*/ 2147483647 h 1302"/>
                  <a:gd name="T42" fmla="*/ 2147483647 w 3264"/>
                  <a:gd name="T43" fmla="*/ 2147483647 h 1302"/>
                  <a:gd name="T44" fmla="*/ 2147483647 w 3264"/>
                  <a:gd name="T45" fmla="*/ 2147483647 h 1302"/>
                  <a:gd name="T46" fmla="*/ 2147483647 w 3264"/>
                  <a:gd name="T47" fmla="*/ 2147483647 h 1302"/>
                  <a:gd name="T48" fmla="*/ 2147483647 w 3264"/>
                  <a:gd name="T49" fmla="*/ 2147483647 h 1302"/>
                  <a:gd name="T50" fmla="*/ 2147483647 w 3264"/>
                  <a:gd name="T51" fmla="*/ 2147483647 h 1302"/>
                  <a:gd name="T52" fmla="*/ 2147483647 w 3264"/>
                  <a:gd name="T53" fmla="*/ 2147483647 h 1302"/>
                  <a:gd name="T54" fmla="*/ 2147483647 w 3264"/>
                  <a:gd name="T55" fmla="*/ 2147483647 h 1302"/>
                  <a:gd name="T56" fmla="*/ 2147483647 w 3264"/>
                  <a:gd name="T57" fmla="*/ 2147483647 h 1302"/>
                  <a:gd name="T58" fmla="*/ 2147483647 w 3264"/>
                  <a:gd name="T59" fmla="*/ 2147483647 h 1302"/>
                  <a:gd name="T60" fmla="*/ 2147483647 w 3264"/>
                  <a:gd name="T61" fmla="*/ 2147483647 h 1302"/>
                  <a:gd name="T62" fmla="*/ 2147483647 w 3264"/>
                  <a:gd name="T63" fmla="*/ 2147483647 h 1302"/>
                  <a:gd name="T64" fmla="*/ 2147483647 w 3264"/>
                  <a:gd name="T65" fmla="*/ 2147483647 h 1302"/>
                  <a:gd name="T66" fmla="*/ 2147483647 w 3264"/>
                  <a:gd name="T67" fmla="*/ 2147483647 h 1302"/>
                  <a:gd name="T68" fmla="*/ 2147483647 w 3264"/>
                  <a:gd name="T69" fmla="*/ 2147483647 h 1302"/>
                  <a:gd name="T70" fmla="*/ 2147483647 w 3264"/>
                  <a:gd name="T71" fmla="*/ 2147483647 h 1302"/>
                  <a:gd name="T72" fmla="*/ 2147483647 w 3264"/>
                  <a:gd name="T73" fmla="*/ 2147483647 h 1302"/>
                  <a:gd name="T74" fmla="*/ 2147483647 w 3264"/>
                  <a:gd name="T75" fmla="*/ 2147483647 h 1302"/>
                  <a:gd name="T76" fmla="*/ 2147483647 w 3264"/>
                  <a:gd name="T77" fmla="*/ 2147483647 h 1302"/>
                  <a:gd name="T78" fmla="*/ 2147483647 w 3264"/>
                  <a:gd name="T79" fmla="*/ 2147483647 h 1302"/>
                  <a:gd name="T80" fmla="*/ 2147483647 w 3264"/>
                  <a:gd name="T81" fmla="*/ 2147483647 h 1302"/>
                  <a:gd name="T82" fmla="*/ 2147483647 w 3264"/>
                  <a:gd name="T83" fmla="*/ 2147483647 h 1302"/>
                  <a:gd name="T84" fmla="*/ 2147483647 w 3264"/>
                  <a:gd name="T85" fmla="*/ 2147483647 h 1302"/>
                  <a:gd name="T86" fmla="*/ 2147483647 w 3264"/>
                  <a:gd name="T87" fmla="*/ 2147483647 h 1302"/>
                  <a:gd name="T88" fmla="*/ 2147483647 w 3264"/>
                  <a:gd name="T89" fmla="*/ 2147483647 h 1302"/>
                  <a:gd name="T90" fmla="*/ 2147483647 w 3264"/>
                  <a:gd name="T91" fmla="*/ 2147483647 h 1302"/>
                  <a:gd name="T92" fmla="*/ 2147483647 w 3264"/>
                  <a:gd name="T93" fmla="*/ 2147483647 h 1302"/>
                  <a:gd name="T94" fmla="*/ 2147483647 w 3264"/>
                  <a:gd name="T95" fmla="*/ 2147483647 h 1302"/>
                  <a:gd name="T96" fmla="*/ 2147483647 w 3264"/>
                  <a:gd name="T97" fmla="*/ 2147483647 h 1302"/>
                  <a:gd name="T98" fmla="*/ 2147483647 w 3264"/>
                  <a:gd name="T99" fmla="*/ 2147483647 h 1302"/>
                  <a:gd name="T100" fmla="*/ 2147483647 w 3264"/>
                  <a:gd name="T101" fmla="*/ 2147483647 h 1302"/>
                  <a:gd name="T102" fmla="*/ 2147483647 w 3264"/>
                  <a:gd name="T103" fmla="*/ 2147483647 h 1302"/>
                  <a:gd name="T104" fmla="*/ 2147483647 w 3264"/>
                  <a:gd name="T105" fmla="*/ 2147483647 h 1302"/>
                  <a:gd name="T106" fmla="*/ 2147483647 w 3264"/>
                  <a:gd name="T107" fmla="*/ 2147483647 h 1302"/>
                  <a:gd name="T108" fmla="*/ 2147483647 w 3264"/>
                  <a:gd name="T109" fmla="*/ 2147483647 h 1302"/>
                  <a:gd name="T110" fmla="*/ 2147483647 w 3264"/>
                  <a:gd name="T111" fmla="*/ 2147483647 h 1302"/>
                  <a:gd name="T112" fmla="*/ 2147483647 w 3264"/>
                  <a:gd name="T113" fmla="*/ 2147483647 h 1302"/>
                  <a:gd name="T114" fmla="*/ 2147483647 w 3264"/>
                  <a:gd name="T115" fmla="*/ 2147483647 h 1302"/>
                  <a:gd name="T116" fmla="*/ 2147483647 w 3264"/>
                  <a:gd name="T117" fmla="*/ 2147483647 h 1302"/>
                  <a:gd name="T118" fmla="*/ 2147483647 w 3264"/>
                  <a:gd name="T119" fmla="*/ 2147483647 h 1302"/>
                  <a:gd name="T120" fmla="*/ 2147483647 w 3264"/>
                  <a:gd name="T121" fmla="*/ 2147483647 h 1302"/>
                  <a:gd name="T122" fmla="*/ 2147483647 w 3264"/>
                  <a:gd name="T123" fmla="*/ 2147483647 h 1302"/>
                  <a:gd name="T124" fmla="*/ 2147483647 w 3264"/>
                  <a:gd name="T125" fmla="*/ 2147483647 h 13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64"/>
                  <a:gd name="T190" fmla="*/ 0 h 1302"/>
                  <a:gd name="T191" fmla="*/ 3264 w 3264"/>
                  <a:gd name="T192" fmla="*/ 1302 h 13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64" h="1302">
                    <a:moveTo>
                      <a:pt x="1788" y="984"/>
                    </a:moveTo>
                    <a:lnTo>
                      <a:pt x="1806" y="978"/>
                    </a:lnTo>
                    <a:lnTo>
                      <a:pt x="1818" y="954"/>
                    </a:lnTo>
                    <a:lnTo>
                      <a:pt x="1812" y="930"/>
                    </a:lnTo>
                    <a:lnTo>
                      <a:pt x="1788" y="984"/>
                    </a:lnTo>
                    <a:close/>
                    <a:moveTo>
                      <a:pt x="672" y="462"/>
                    </a:moveTo>
                    <a:lnTo>
                      <a:pt x="702" y="480"/>
                    </a:lnTo>
                    <a:lnTo>
                      <a:pt x="702" y="450"/>
                    </a:lnTo>
                    <a:lnTo>
                      <a:pt x="672" y="426"/>
                    </a:lnTo>
                    <a:lnTo>
                      <a:pt x="672" y="462"/>
                    </a:lnTo>
                    <a:close/>
                    <a:moveTo>
                      <a:pt x="678" y="492"/>
                    </a:moveTo>
                    <a:lnTo>
                      <a:pt x="654" y="516"/>
                    </a:lnTo>
                    <a:lnTo>
                      <a:pt x="678" y="546"/>
                    </a:lnTo>
                    <a:lnTo>
                      <a:pt x="678" y="492"/>
                    </a:lnTo>
                    <a:close/>
                    <a:moveTo>
                      <a:pt x="906" y="714"/>
                    </a:moveTo>
                    <a:lnTo>
                      <a:pt x="930" y="732"/>
                    </a:lnTo>
                    <a:lnTo>
                      <a:pt x="936" y="708"/>
                    </a:lnTo>
                    <a:lnTo>
                      <a:pt x="936" y="702"/>
                    </a:lnTo>
                    <a:lnTo>
                      <a:pt x="930" y="696"/>
                    </a:lnTo>
                    <a:lnTo>
                      <a:pt x="930" y="690"/>
                    </a:lnTo>
                    <a:lnTo>
                      <a:pt x="912" y="672"/>
                    </a:lnTo>
                    <a:lnTo>
                      <a:pt x="900" y="666"/>
                    </a:lnTo>
                    <a:lnTo>
                      <a:pt x="888" y="666"/>
                    </a:lnTo>
                    <a:lnTo>
                      <a:pt x="882" y="672"/>
                    </a:lnTo>
                    <a:lnTo>
                      <a:pt x="876" y="684"/>
                    </a:lnTo>
                    <a:lnTo>
                      <a:pt x="882" y="696"/>
                    </a:lnTo>
                    <a:lnTo>
                      <a:pt x="882" y="708"/>
                    </a:lnTo>
                    <a:lnTo>
                      <a:pt x="888" y="720"/>
                    </a:lnTo>
                    <a:lnTo>
                      <a:pt x="906" y="714"/>
                    </a:lnTo>
                    <a:close/>
                    <a:moveTo>
                      <a:pt x="684" y="372"/>
                    </a:moveTo>
                    <a:lnTo>
                      <a:pt x="672" y="360"/>
                    </a:lnTo>
                    <a:lnTo>
                      <a:pt x="660" y="372"/>
                    </a:lnTo>
                    <a:lnTo>
                      <a:pt x="672" y="396"/>
                    </a:lnTo>
                    <a:lnTo>
                      <a:pt x="684" y="396"/>
                    </a:lnTo>
                    <a:lnTo>
                      <a:pt x="684" y="372"/>
                    </a:lnTo>
                    <a:close/>
                    <a:moveTo>
                      <a:pt x="750" y="624"/>
                    </a:moveTo>
                    <a:lnTo>
                      <a:pt x="750" y="630"/>
                    </a:lnTo>
                    <a:lnTo>
                      <a:pt x="756" y="636"/>
                    </a:lnTo>
                    <a:lnTo>
                      <a:pt x="756" y="648"/>
                    </a:lnTo>
                    <a:lnTo>
                      <a:pt x="774" y="684"/>
                    </a:lnTo>
                    <a:lnTo>
                      <a:pt x="786" y="690"/>
                    </a:lnTo>
                    <a:lnTo>
                      <a:pt x="804" y="696"/>
                    </a:lnTo>
                    <a:lnTo>
                      <a:pt x="816" y="702"/>
                    </a:lnTo>
                    <a:lnTo>
                      <a:pt x="834" y="702"/>
                    </a:lnTo>
                    <a:lnTo>
                      <a:pt x="828" y="660"/>
                    </a:lnTo>
                    <a:lnTo>
                      <a:pt x="810" y="648"/>
                    </a:lnTo>
                    <a:lnTo>
                      <a:pt x="810" y="618"/>
                    </a:lnTo>
                    <a:lnTo>
                      <a:pt x="804" y="606"/>
                    </a:lnTo>
                    <a:lnTo>
                      <a:pt x="792" y="600"/>
                    </a:lnTo>
                    <a:lnTo>
                      <a:pt x="786" y="588"/>
                    </a:lnTo>
                    <a:lnTo>
                      <a:pt x="768" y="582"/>
                    </a:lnTo>
                    <a:lnTo>
                      <a:pt x="756" y="576"/>
                    </a:lnTo>
                    <a:lnTo>
                      <a:pt x="732" y="576"/>
                    </a:lnTo>
                    <a:lnTo>
                      <a:pt x="732" y="582"/>
                    </a:lnTo>
                    <a:lnTo>
                      <a:pt x="726" y="588"/>
                    </a:lnTo>
                    <a:lnTo>
                      <a:pt x="726" y="600"/>
                    </a:lnTo>
                    <a:lnTo>
                      <a:pt x="714" y="600"/>
                    </a:lnTo>
                    <a:lnTo>
                      <a:pt x="714" y="606"/>
                    </a:lnTo>
                    <a:lnTo>
                      <a:pt x="708" y="612"/>
                    </a:lnTo>
                    <a:lnTo>
                      <a:pt x="714" y="624"/>
                    </a:lnTo>
                    <a:lnTo>
                      <a:pt x="750" y="624"/>
                    </a:lnTo>
                    <a:close/>
                    <a:moveTo>
                      <a:pt x="246" y="438"/>
                    </a:moveTo>
                    <a:lnTo>
                      <a:pt x="222" y="462"/>
                    </a:lnTo>
                    <a:lnTo>
                      <a:pt x="234" y="492"/>
                    </a:lnTo>
                    <a:lnTo>
                      <a:pt x="234" y="498"/>
                    </a:lnTo>
                    <a:lnTo>
                      <a:pt x="228" y="504"/>
                    </a:lnTo>
                    <a:lnTo>
                      <a:pt x="228" y="510"/>
                    </a:lnTo>
                    <a:lnTo>
                      <a:pt x="240" y="510"/>
                    </a:lnTo>
                    <a:lnTo>
                      <a:pt x="246" y="504"/>
                    </a:lnTo>
                    <a:lnTo>
                      <a:pt x="246" y="468"/>
                    </a:lnTo>
                    <a:lnTo>
                      <a:pt x="252" y="456"/>
                    </a:lnTo>
                    <a:lnTo>
                      <a:pt x="246" y="438"/>
                    </a:lnTo>
                    <a:close/>
                    <a:moveTo>
                      <a:pt x="264" y="534"/>
                    </a:moveTo>
                    <a:lnTo>
                      <a:pt x="258" y="546"/>
                    </a:lnTo>
                    <a:lnTo>
                      <a:pt x="258" y="588"/>
                    </a:lnTo>
                    <a:lnTo>
                      <a:pt x="264" y="600"/>
                    </a:lnTo>
                    <a:lnTo>
                      <a:pt x="276" y="612"/>
                    </a:lnTo>
                    <a:lnTo>
                      <a:pt x="288" y="612"/>
                    </a:lnTo>
                    <a:lnTo>
                      <a:pt x="294" y="606"/>
                    </a:lnTo>
                    <a:lnTo>
                      <a:pt x="294" y="588"/>
                    </a:lnTo>
                    <a:lnTo>
                      <a:pt x="288" y="576"/>
                    </a:lnTo>
                    <a:lnTo>
                      <a:pt x="282" y="558"/>
                    </a:lnTo>
                    <a:lnTo>
                      <a:pt x="282" y="546"/>
                    </a:lnTo>
                    <a:lnTo>
                      <a:pt x="276" y="534"/>
                    </a:lnTo>
                    <a:lnTo>
                      <a:pt x="264" y="534"/>
                    </a:lnTo>
                    <a:close/>
                    <a:moveTo>
                      <a:pt x="48" y="222"/>
                    </a:moveTo>
                    <a:lnTo>
                      <a:pt x="42" y="228"/>
                    </a:lnTo>
                    <a:lnTo>
                      <a:pt x="42" y="246"/>
                    </a:lnTo>
                    <a:lnTo>
                      <a:pt x="48" y="258"/>
                    </a:lnTo>
                    <a:lnTo>
                      <a:pt x="66" y="258"/>
                    </a:lnTo>
                    <a:lnTo>
                      <a:pt x="84" y="276"/>
                    </a:lnTo>
                    <a:lnTo>
                      <a:pt x="90" y="270"/>
                    </a:lnTo>
                    <a:lnTo>
                      <a:pt x="90" y="252"/>
                    </a:lnTo>
                    <a:lnTo>
                      <a:pt x="78" y="246"/>
                    </a:lnTo>
                    <a:lnTo>
                      <a:pt x="72" y="234"/>
                    </a:lnTo>
                    <a:lnTo>
                      <a:pt x="60" y="228"/>
                    </a:lnTo>
                    <a:lnTo>
                      <a:pt x="54" y="222"/>
                    </a:lnTo>
                    <a:lnTo>
                      <a:pt x="48" y="222"/>
                    </a:lnTo>
                    <a:close/>
                    <a:moveTo>
                      <a:pt x="162" y="330"/>
                    </a:moveTo>
                    <a:lnTo>
                      <a:pt x="156" y="330"/>
                    </a:lnTo>
                    <a:lnTo>
                      <a:pt x="144" y="342"/>
                    </a:lnTo>
                    <a:lnTo>
                      <a:pt x="144" y="354"/>
                    </a:lnTo>
                    <a:lnTo>
                      <a:pt x="156" y="366"/>
                    </a:lnTo>
                    <a:lnTo>
                      <a:pt x="162" y="378"/>
                    </a:lnTo>
                    <a:lnTo>
                      <a:pt x="174" y="390"/>
                    </a:lnTo>
                    <a:lnTo>
                      <a:pt x="180" y="402"/>
                    </a:lnTo>
                    <a:lnTo>
                      <a:pt x="192" y="414"/>
                    </a:lnTo>
                    <a:lnTo>
                      <a:pt x="198" y="408"/>
                    </a:lnTo>
                    <a:lnTo>
                      <a:pt x="198" y="402"/>
                    </a:lnTo>
                    <a:lnTo>
                      <a:pt x="204" y="390"/>
                    </a:lnTo>
                    <a:lnTo>
                      <a:pt x="204" y="384"/>
                    </a:lnTo>
                    <a:lnTo>
                      <a:pt x="198" y="372"/>
                    </a:lnTo>
                    <a:lnTo>
                      <a:pt x="198" y="366"/>
                    </a:lnTo>
                    <a:lnTo>
                      <a:pt x="192" y="360"/>
                    </a:lnTo>
                    <a:lnTo>
                      <a:pt x="186" y="348"/>
                    </a:lnTo>
                    <a:lnTo>
                      <a:pt x="180" y="342"/>
                    </a:lnTo>
                    <a:lnTo>
                      <a:pt x="168" y="336"/>
                    </a:lnTo>
                    <a:lnTo>
                      <a:pt x="162" y="330"/>
                    </a:lnTo>
                    <a:close/>
                    <a:moveTo>
                      <a:pt x="2574" y="486"/>
                    </a:moveTo>
                    <a:lnTo>
                      <a:pt x="2574" y="474"/>
                    </a:lnTo>
                    <a:lnTo>
                      <a:pt x="2568" y="474"/>
                    </a:lnTo>
                    <a:lnTo>
                      <a:pt x="2556" y="468"/>
                    </a:lnTo>
                    <a:lnTo>
                      <a:pt x="2520" y="468"/>
                    </a:lnTo>
                    <a:lnTo>
                      <a:pt x="2514" y="474"/>
                    </a:lnTo>
                    <a:lnTo>
                      <a:pt x="2520" y="498"/>
                    </a:lnTo>
                    <a:lnTo>
                      <a:pt x="2526" y="498"/>
                    </a:lnTo>
                    <a:lnTo>
                      <a:pt x="2538" y="492"/>
                    </a:lnTo>
                    <a:lnTo>
                      <a:pt x="2562" y="492"/>
                    </a:lnTo>
                    <a:lnTo>
                      <a:pt x="2568" y="486"/>
                    </a:lnTo>
                    <a:lnTo>
                      <a:pt x="2574" y="486"/>
                    </a:lnTo>
                    <a:close/>
                    <a:moveTo>
                      <a:pt x="336" y="648"/>
                    </a:moveTo>
                    <a:lnTo>
                      <a:pt x="342" y="648"/>
                    </a:lnTo>
                    <a:lnTo>
                      <a:pt x="342" y="636"/>
                    </a:lnTo>
                    <a:lnTo>
                      <a:pt x="330" y="624"/>
                    </a:lnTo>
                    <a:lnTo>
                      <a:pt x="318" y="624"/>
                    </a:lnTo>
                    <a:lnTo>
                      <a:pt x="318" y="636"/>
                    </a:lnTo>
                    <a:lnTo>
                      <a:pt x="330" y="648"/>
                    </a:lnTo>
                    <a:lnTo>
                      <a:pt x="336" y="648"/>
                    </a:lnTo>
                    <a:close/>
                    <a:moveTo>
                      <a:pt x="2472" y="654"/>
                    </a:moveTo>
                    <a:lnTo>
                      <a:pt x="2484" y="648"/>
                    </a:lnTo>
                    <a:lnTo>
                      <a:pt x="2502" y="630"/>
                    </a:lnTo>
                    <a:lnTo>
                      <a:pt x="2502" y="618"/>
                    </a:lnTo>
                    <a:lnTo>
                      <a:pt x="2430" y="612"/>
                    </a:lnTo>
                    <a:lnTo>
                      <a:pt x="2430" y="624"/>
                    </a:lnTo>
                    <a:lnTo>
                      <a:pt x="2436" y="630"/>
                    </a:lnTo>
                    <a:lnTo>
                      <a:pt x="2442" y="642"/>
                    </a:lnTo>
                    <a:lnTo>
                      <a:pt x="2448" y="648"/>
                    </a:lnTo>
                    <a:lnTo>
                      <a:pt x="2460" y="654"/>
                    </a:lnTo>
                    <a:lnTo>
                      <a:pt x="2472" y="654"/>
                    </a:lnTo>
                    <a:close/>
                    <a:moveTo>
                      <a:pt x="2406" y="288"/>
                    </a:moveTo>
                    <a:lnTo>
                      <a:pt x="2418" y="276"/>
                    </a:lnTo>
                    <a:lnTo>
                      <a:pt x="2418" y="264"/>
                    </a:lnTo>
                    <a:lnTo>
                      <a:pt x="2412" y="258"/>
                    </a:lnTo>
                    <a:lnTo>
                      <a:pt x="2400" y="252"/>
                    </a:lnTo>
                    <a:lnTo>
                      <a:pt x="2376" y="252"/>
                    </a:lnTo>
                    <a:lnTo>
                      <a:pt x="2370" y="258"/>
                    </a:lnTo>
                    <a:lnTo>
                      <a:pt x="2370" y="264"/>
                    </a:lnTo>
                    <a:lnTo>
                      <a:pt x="2394" y="288"/>
                    </a:lnTo>
                    <a:lnTo>
                      <a:pt x="2406" y="288"/>
                    </a:lnTo>
                    <a:close/>
                    <a:moveTo>
                      <a:pt x="2868" y="528"/>
                    </a:moveTo>
                    <a:lnTo>
                      <a:pt x="2886" y="534"/>
                    </a:lnTo>
                    <a:lnTo>
                      <a:pt x="2892" y="534"/>
                    </a:lnTo>
                    <a:lnTo>
                      <a:pt x="2898" y="528"/>
                    </a:lnTo>
                    <a:lnTo>
                      <a:pt x="2898" y="522"/>
                    </a:lnTo>
                    <a:lnTo>
                      <a:pt x="2874" y="510"/>
                    </a:lnTo>
                    <a:lnTo>
                      <a:pt x="2868" y="516"/>
                    </a:lnTo>
                    <a:lnTo>
                      <a:pt x="2862" y="516"/>
                    </a:lnTo>
                    <a:lnTo>
                      <a:pt x="2862" y="522"/>
                    </a:lnTo>
                    <a:lnTo>
                      <a:pt x="2868" y="528"/>
                    </a:lnTo>
                    <a:close/>
                    <a:moveTo>
                      <a:pt x="2916" y="618"/>
                    </a:moveTo>
                    <a:lnTo>
                      <a:pt x="2928" y="618"/>
                    </a:lnTo>
                    <a:lnTo>
                      <a:pt x="2940" y="612"/>
                    </a:lnTo>
                    <a:lnTo>
                      <a:pt x="2958" y="612"/>
                    </a:lnTo>
                    <a:lnTo>
                      <a:pt x="2964" y="606"/>
                    </a:lnTo>
                    <a:lnTo>
                      <a:pt x="2970" y="606"/>
                    </a:lnTo>
                    <a:lnTo>
                      <a:pt x="2964" y="606"/>
                    </a:lnTo>
                    <a:lnTo>
                      <a:pt x="2958" y="600"/>
                    </a:lnTo>
                    <a:lnTo>
                      <a:pt x="2946" y="594"/>
                    </a:lnTo>
                    <a:lnTo>
                      <a:pt x="2934" y="594"/>
                    </a:lnTo>
                    <a:lnTo>
                      <a:pt x="2928" y="588"/>
                    </a:lnTo>
                    <a:lnTo>
                      <a:pt x="2922" y="588"/>
                    </a:lnTo>
                    <a:lnTo>
                      <a:pt x="2910" y="594"/>
                    </a:lnTo>
                    <a:lnTo>
                      <a:pt x="2892" y="594"/>
                    </a:lnTo>
                    <a:lnTo>
                      <a:pt x="2886" y="600"/>
                    </a:lnTo>
                    <a:lnTo>
                      <a:pt x="2880" y="600"/>
                    </a:lnTo>
                    <a:lnTo>
                      <a:pt x="2892" y="606"/>
                    </a:lnTo>
                    <a:lnTo>
                      <a:pt x="2898" y="612"/>
                    </a:lnTo>
                    <a:lnTo>
                      <a:pt x="2910" y="618"/>
                    </a:lnTo>
                    <a:lnTo>
                      <a:pt x="2916" y="618"/>
                    </a:lnTo>
                    <a:close/>
                    <a:moveTo>
                      <a:pt x="1710" y="552"/>
                    </a:moveTo>
                    <a:lnTo>
                      <a:pt x="1710" y="564"/>
                    </a:lnTo>
                    <a:lnTo>
                      <a:pt x="1716" y="570"/>
                    </a:lnTo>
                    <a:lnTo>
                      <a:pt x="1716" y="582"/>
                    </a:lnTo>
                    <a:lnTo>
                      <a:pt x="1722" y="594"/>
                    </a:lnTo>
                    <a:lnTo>
                      <a:pt x="1722" y="612"/>
                    </a:lnTo>
                    <a:lnTo>
                      <a:pt x="1716" y="618"/>
                    </a:lnTo>
                    <a:lnTo>
                      <a:pt x="1692" y="630"/>
                    </a:lnTo>
                    <a:lnTo>
                      <a:pt x="1686" y="636"/>
                    </a:lnTo>
                    <a:lnTo>
                      <a:pt x="1674" y="642"/>
                    </a:lnTo>
                    <a:lnTo>
                      <a:pt x="1674" y="678"/>
                    </a:lnTo>
                    <a:lnTo>
                      <a:pt x="1680" y="684"/>
                    </a:lnTo>
                    <a:lnTo>
                      <a:pt x="1686" y="696"/>
                    </a:lnTo>
                    <a:lnTo>
                      <a:pt x="1674" y="708"/>
                    </a:lnTo>
                    <a:lnTo>
                      <a:pt x="1674" y="720"/>
                    </a:lnTo>
                    <a:lnTo>
                      <a:pt x="1680" y="726"/>
                    </a:lnTo>
                    <a:lnTo>
                      <a:pt x="1692" y="732"/>
                    </a:lnTo>
                    <a:lnTo>
                      <a:pt x="1698" y="726"/>
                    </a:lnTo>
                    <a:lnTo>
                      <a:pt x="1722" y="726"/>
                    </a:lnTo>
                    <a:lnTo>
                      <a:pt x="1728" y="732"/>
                    </a:lnTo>
                    <a:lnTo>
                      <a:pt x="1728" y="756"/>
                    </a:lnTo>
                    <a:lnTo>
                      <a:pt x="1722" y="762"/>
                    </a:lnTo>
                    <a:lnTo>
                      <a:pt x="1740" y="780"/>
                    </a:lnTo>
                    <a:lnTo>
                      <a:pt x="1728" y="846"/>
                    </a:lnTo>
                    <a:lnTo>
                      <a:pt x="1710" y="864"/>
                    </a:lnTo>
                    <a:lnTo>
                      <a:pt x="1704" y="876"/>
                    </a:lnTo>
                    <a:lnTo>
                      <a:pt x="1704" y="888"/>
                    </a:lnTo>
                    <a:lnTo>
                      <a:pt x="1710" y="906"/>
                    </a:lnTo>
                    <a:lnTo>
                      <a:pt x="1722" y="924"/>
                    </a:lnTo>
                    <a:lnTo>
                      <a:pt x="1746" y="936"/>
                    </a:lnTo>
                    <a:lnTo>
                      <a:pt x="1764" y="930"/>
                    </a:lnTo>
                    <a:lnTo>
                      <a:pt x="1788" y="906"/>
                    </a:lnTo>
                    <a:lnTo>
                      <a:pt x="1788" y="864"/>
                    </a:lnTo>
                    <a:lnTo>
                      <a:pt x="1782" y="858"/>
                    </a:lnTo>
                    <a:lnTo>
                      <a:pt x="1776" y="846"/>
                    </a:lnTo>
                    <a:lnTo>
                      <a:pt x="1800" y="822"/>
                    </a:lnTo>
                    <a:lnTo>
                      <a:pt x="1806" y="804"/>
                    </a:lnTo>
                    <a:lnTo>
                      <a:pt x="1806" y="774"/>
                    </a:lnTo>
                    <a:lnTo>
                      <a:pt x="1812" y="756"/>
                    </a:lnTo>
                    <a:lnTo>
                      <a:pt x="1812" y="726"/>
                    </a:lnTo>
                    <a:lnTo>
                      <a:pt x="1806" y="714"/>
                    </a:lnTo>
                    <a:lnTo>
                      <a:pt x="1800" y="696"/>
                    </a:lnTo>
                    <a:lnTo>
                      <a:pt x="1794" y="684"/>
                    </a:lnTo>
                    <a:lnTo>
                      <a:pt x="1794" y="636"/>
                    </a:lnTo>
                    <a:lnTo>
                      <a:pt x="1800" y="630"/>
                    </a:lnTo>
                    <a:lnTo>
                      <a:pt x="1800" y="624"/>
                    </a:lnTo>
                    <a:lnTo>
                      <a:pt x="1806" y="618"/>
                    </a:lnTo>
                    <a:lnTo>
                      <a:pt x="1812" y="618"/>
                    </a:lnTo>
                    <a:lnTo>
                      <a:pt x="1818" y="624"/>
                    </a:lnTo>
                    <a:lnTo>
                      <a:pt x="1824" y="642"/>
                    </a:lnTo>
                    <a:lnTo>
                      <a:pt x="1830" y="666"/>
                    </a:lnTo>
                    <a:lnTo>
                      <a:pt x="1836" y="684"/>
                    </a:lnTo>
                    <a:lnTo>
                      <a:pt x="1836" y="702"/>
                    </a:lnTo>
                    <a:lnTo>
                      <a:pt x="1866" y="738"/>
                    </a:lnTo>
                    <a:lnTo>
                      <a:pt x="1866" y="792"/>
                    </a:lnTo>
                    <a:lnTo>
                      <a:pt x="1890" y="822"/>
                    </a:lnTo>
                    <a:lnTo>
                      <a:pt x="1890" y="858"/>
                    </a:lnTo>
                    <a:lnTo>
                      <a:pt x="1902" y="930"/>
                    </a:lnTo>
                    <a:lnTo>
                      <a:pt x="1920" y="918"/>
                    </a:lnTo>
                    <a:lnTo>
                      <a:pt x="1962" y="930"/>
                    </a:lnTo>
                    <a:lnTo>
                      <a:pt x="1962" y="870"/>
                    </a:lnTo>
                    <a:lnTo>
                      <a:pt x="1968" y="864"/>
                    </a:lnTo>
                    <a:lnTo>
                      <a:pt x="1974" y="852"/>
                    </a:lnTo>
                    <a:lnTo>
                      <a:pt x="1980" y="876"/>
                    </a:lnTo>
                    <a:lnTo>
                      <a:pt x="1998" y="876"/>
                    </a:lnTo>
                    <a:lnTo>
                      <a:pt x="2004" y="870"/>
                    </a:lnTo>
                    <a:lnTo>
                      <a:pt x="2010" y="858"/>
                    </a:lnTo>
                    <a:lnTo>
                      <a:pt x="2010" y="828"/>
                    </a:lnTo>
                    <a:lnTo>
                      <a:pt x="2004" y="822"/>
                    </a:lnTo>
                    <a:lnTo>
                      <a:pt x="2004" y="816"/>
                    </a:lnTo>
                    <a:lnTo>
                      <a:pt x="1992" y="810"/>
                    </a:lnTo>
                    <a:lnTo>
                      <a:pt x="1986" y="798"/>
                    </a:lnTo>
                    <a:lnTo>
                      <a:pt x="1974" y="792"/>
                    </a:lnTo>
                    <a:lnTo>
                      <a:pt x="1962" y="780"/>
                    </a:lnTo>
                    <a:lnTo>
                      <a:pt x="1956" y="768"/>
                    </a:lnTo>
                    <a:lnTo>
                      <a:pt x="1944" y="756"/>
                    </a:lnTo>
                    <a:lnTo>
                      <a:pt x="1944" y="750"/>
                    </a:lnTo>
                    <a:lnTo>
                      <a:pt x="1956" y="726"/>
                    </a:lnTo>
                    <a:lnTo>
                      <a:pt x="1968" y="720"/>
                    </a:lnTo>
                    <a:lnTo>
                      <a:pt x="1968" y="708"/>
                    </a:lnTo>
                    <a:lnTo>
                      <a:pt x="1962" y="696"/>
                    </a:lnTo>
                    <a:lnTo>
                      <a:pt x="1938" y="684"/>
                    </a:lnTo>
                    <a:lnTo>
                      <a:pt x="1932" y="672"/>
                    </a:lnTo>
                    <a:lnTo>
                      <a:pt x="1932" y="642"/>
                    </a:lnTo>
                    <a:lnTo>
                      <a:pt x="1938" y="636"/>
                    </a:lnTo>
                    <a:lnTo>
                      <a:pt x="1938" y="630"/>
                    </a:lnTo>
                    <a:lnTo>
                      <a:pt x="1926" y="618"/>
                    </a:lnTo>
                    <a:lnTo>
                      <a:pt x="1914" y="612"/>
                    </a:lnTo>
                    <a:lnTo>
                      <a:pt x="1896" y="594"/>
                    </a:lnTo>
                    <a:lnTo>
                      <a:pt x="1884" y="588"/>
                    </a:lnTo>
                    <a:lnTo>
                      <a:pt x="1878" y="582"/>
                    </a:lnTo>
                    <a:lnTo>
                      <a:pt x="1914" y="582"/>
                    </a:lnTo>
                    <a:lnTo>
                      <a:pt x="1926" y="576"/>
                    </a:lnTo>
                    <a:lnTo>
                      <a:pt x="1932" y="570"/>
                    </a:lnTo>
                    <a:lnTo>
                      <a:pt x="1944" y="546"/>
                    </a:lnTo>
                    <a:lnTo>
                      <a:pt x="1950" y="540"/>
                    </a:lnTo>
                    <a:lnTo>
                      <a:pt x="1956" y="528"/>
                    </a:lnTo>
                    <a:lnTo>
                      <a:pt x="1992" y="528"/>
                    </a:lnTo>
                    <a:lnTo>
                      <a:pt x="2004" y="522"/>
                    </a:lnTo>
                    <a:lnTo>
                      <a:pt x="2010" y="522"/>
                    </a:lnTo>
                    <a:lnTo>
                      <a:pt x="2016" y="516"/>
                    </a:lnTo>
                    <a:lnTo>
                      <a:pt x="2016" y="504"/>
                    </a:lnTo>
                    <a:lnTo>
                      <a:pt x="1998" y="486"/>
                    </a:lnTo>
                    <a:lnTo>
                      <a:pt x="1986" y="480"/>
                    </a:lnTo>
                    <a:lnTo>
                      <a:pt x="1974" y="486"/>
                    </a:lnTo>
                    <a:lnTo>
                      <a:pt x="1956" y="504"/>
                    </a:lnTo>
                    <a:lnTo>
                      <a:pt x="1956" y="510"/>
                    </a:lnTo>
                    <a:lnTo>
                      <a:pt x="1944" y="510"/>
                    </a:lnTo>
                    <a:lnTo>
                      <a:pt x="1932" y="504"/>
                    </a:lnTo>
                    <a:lnTo>
                      <a:pt x="1896" y="504"/>
                    </a:lnTo>
                    <a:lnTo>
                      <a:pt x="1890" y="510"/>
                    </a:lnTo>
                    <a:lnTo>
                      <a:pt x="1884" y="522"/>
                    </a:lnTo>
                    <a:lnTo>
                      <a:pt x="1854" y="552"/>
                    </a:lnTo>
                    <a:lnTo>
                      <a:pt x="1848" y="546"/>
                    </a:lnTo>
                    <a:lnTo>
                      <a:pt x="1836" y="540"/>
                    </a:lnTo>
                    <a:lnTo>
                      <a:pt x="1824" y="516"/>
                    </a:lnTo>
                    <a:lnTo>
                      <a:pt x="1788" y="498"/>
                    </a:lnTo>
                    <a:lnTo>
                      <a:pt x="1776" y="498"/>
                    </a:lnTo>
                    <a:lnTo>
                      <a:pt x="1776" y="486"/>
                    </a:lnTo>
                    <a:lnTo>
                      <a:pt x="1782" y="468"/>
                    </a:lnTo>
                    <a:lnTo>
                      <a:pt x="1782" y="456"/>
                    </a:lnTo>
                    <a:lnTo>
                      <a:pt x="1794" y="420"/>
                    </a:lnTo>
                    <a:lnTo>
                      <a:pt x="1806" y="408"/>
                    </a:lnTo>
                    <a:lnTo>
                      <a:pt x="1824" y="408"/>
                    </a:lnTo>
                    <a:lnTo>
                      <a:pt x="1842" y="414"/>
                    </a:lnTo>
                    <a:lnTo>
                      <a:pt x="1896" y="414"/>
                    </a:lnTo>
                    <a:lnTo>
                      <a:pt x="1902" y="408"/>
                    </a:lnTo>
                    <a:lnTo>
                      <a:pt x="1908" y="408"/>
                    </a:lnTo>
                    <a:lnTo>
                      <a:pt x="1908" y="402"/>
                    </a:lnTo>
                    <a:lnTo>
                      <a:pt x="1914" y="396"/>
                    </a:lnTo>
                    <a:lnTo>
                      <a:pt x="1920" y="396"/>
                    </a:lnTo>
                    <a:lnTo>
                      <a:pt x="1944" y="402"/>
                    </a:lnTo>
                    <a:lnTo>
                      <a:pt x="1980" y="420"/>
                    </a:lnTo>
                    <a:lnTo>
                      <a:pt x="2010" y="432"/>
                    </a:lnTo>
                    <a:lnTo>
                      <a:pt x="2034" y="438"/>
                    </a:lnTo>
                    <a:lnTo>
                      <a:pt x="2040" y="438"/>
                    </a:lnTo>
                    <a:lnTo>
                      <a:pt x="2052" y="432"/>
                    </a:lnTo>
                    <a:lnTo>
                      <a:pt x="2064" y="420"/>
                    </a:lnTo>
                    <a:lnTo>
                      <a:pt x="2082" y="420"/>
                    </a:lnTo>
                    <a:lnTo>
                      <a:pt x="2094" y="414"/>
                    </a:lnTo>
                    <a:lnTo>
                      <a:pt x="2106" y="414"/>
                    </a:lnTo>
                    <a:lnTo>
                      <a:pt x="2112" y="408"/>
                    </a:lnTo>
                    <a:lnTo>
                      <a:pt x="2112" y="402"/>
                    </a:lnTo>
                    <a:lnTo>
                      <a:pt x="2106" y="396"/>
                    </a:lnTo>
                    <a:lnTo>
                      <a:pt x="2106" y="390"/>
                    </a:lnTo>
                    <a:lnTo>
                      <a:pt x="2118" y="378"/>
                    </a:lnTo>
                    <a:lnTo>
                      <a:pt x="2142" y="366"/>
                    </a:lnTo>
                    <a:lnTo>
                      <a:pt x="2148" y="360"/>
                    </a:lnTo>
                    <a:lnTo>
                      <a:pt x="2160" y="354"/>
                    </a:lnTo>
                    <a:lnTo>
                      <a:pt x="2148" y="324"/>
                    </a:lnTo>
                    <a:lnTo>
                      <a:pt x="2070" y="360"/>
                    </a:lnTo>
                    <a:lnTo>
                      <a:pt x="2076" y="366"/>
                    </a:lnTo>
                    <a:lnTo>
                      <a:pt x="2076" y="372"/>
                    </a:lnTo>
                    <a:lnTo>
                      <a:pt x="2070" y="378"/>
                    </a:lnTo>
                    <a:lnTo>
                      <a:pt x="2046" y="378"/>
                    </a:lnTo>
                    <a:lnTo>
                      <a:pt x="2022" y="366"/>
                    </a:lnTo>
                    <a:lnTo>
                      <a:pt x="2004" y="366"/>
                    </a:lnTo>
                    <a:lnTo>
                      <a:pt x="1968" y="384"/>
                    </a:lnTo>
                    <a:lnTo>
                      <a:pt x="1950" y="384"/>
                    </a:lnTo>
                    <a:lnTo>
                      <a:pt x="1938" y="378"/>
                    </a:lnTo>
                    <a:lnTo>
                      <a:pt x="1926" y="378"/>
                    </a:lnTo>
                    <a:lnTo>
                      <a:pt x="1902" y="366"/>
                    </a:lnTo>
                    <a:lnTo>
                      <a:pt x="1860" y="366"/>
                    </a:lnTo>
                    <a:lnTo>
                      <a:pt x="1872" y="348"/>
                    </a:lnTo>
                    <a:lnTo>
                      <a:pt x="1860" y="348"/>
                    </a:lnTo>
                    <a:lnTo>
                      <a:pt x="1848" y="342"/>
                    </a:lnTo>
                    <a:lnTo>
                      <a:pt x="1824" y="342"/>
                    </a:lnTo>
                    <a:lnTo>
                      <a:pt x="1824" y="366"/>
                    </a:lnTo>
                    <a:lnTo>
                      <a:pt x="1812" y="378"/>
                    </a:lnTo>
                    <a:lnTo>
                      <a:pt x="1788" y="390"/>
                    </a:lnTo>
                    <a:lnTo>
                      <a:pt x="1764" y="390"/>
                    </a:lnTo>
                    <a:lnTo>
                      <a:pt x="1758" y="396"/>
                    </a:lnTo>
                    <a:lnTo>
                      <a:pt x="1758" y="426"/>
                    </a:lnTo>
                    <a:lnTo>
                      <a:pt x="1740" y="432"/>
                    </a:lnTo>
                    <a:lnTo>
                      <a:pt x="1752" y="498"/>
                    </a:lnTo>
                    <a:lnTo>
                      <a:pt x="1740" y="498"/>
                    </a:lnTo>
                    <a:lnTo>
                      <a:pt x="1734" y="510"/>
                    </a:lnTo>
                    <a:lnTo>
                      <a:pt x="1728" y="516"/>
                    </a:lnTo>
                    <a:lnTo>
                      <a:pt x="1710" y="552"/>
                    </a:lnTo>
                    <a:close/>
                    <a:moveTo>
                      <a:pt x="1986" y="576"/>
                    </a:moveTo>
                    <a:lnTo>
                      <a:pt x="1986" y="594"/>
                    </a:lnTo>
                    <a:lnTo>
                      <a:pt x="1992" y="600"/>
                    </a:lnTo>
                    <a:lnTo>
                      <a:pt x="2004" y="600"/>
                    </a:lnTo>
                    <a:lnTo>
                      <a:pt x="2016" y="588"/>
                    </a:lnTo>
                    <a:lnTo>
                      <a:pt x="2016" y="576"/>
                    </a:lnTo>
                    <a:lnTo>
                      <a:pt x="1986" y="576"/>
                    </a:lnTo>
                    <a:close/>
                    <a:moveTo>
                      <a:pt x="1686" y="1110"/>
                    </a:moveTo>
                    <a:lnTo>
                      <a:pt x="1674" y="1110"/>
                    </a:lnTo>
                    <a:lnTo>
                      <a:pt x="1668" y="1116"/>
                    </a:lnTo>
                    <a:lnTo>
                      <a:pt x="1662" y="1116"/>
                    </a:lnTo>
                    <a:lnTo>
                      <a:pt x="1614" y="1104"/>
                    </a:lnTo>
                    <a:lnTo>
                      <a:pt x="1644" y="1146"/>
                    </a:lnTo>
                    <a:lnTo>
                      <a:pt x="1650" y="1152"/>
                    </a:lnTo>
                    <a:lnTo>
                      <a:pt x="1662" y="1158"/>
                    </a:lnTo>
                    <a:lnTo>
                      <a:pt x="1668" y="1164"/>
                    </a:lnTo>
                    <a:lnTo>
                      <a:pt x="1680" y="1170"/>
                    </a:lnTo>
                    <a:lnTo>
                      <a:pt x="1692" y="1158"/>
                    </a:lnTo>
                    <a:lnTo>
                      <a:pt x="1698" y="1140"/>
                    </a:lnTo>
                    <a:lnTo>
                      <a:pt x="1698" y="1128"/>
                    </a:lnTo>
                    <a:lnTo>
                      <a:pt x="1692" y="1116"/>
                    </a:lnTo>
                    <a:lnTo>
                      <a:pt x="1686" y="1110"/>
                    </a:lnTo>
                    <a:close/>
                    <a:moveTo>
                      <a:pt x="2094" y="1104"/>
                    </a:moveTo>
                    <a:lnTo>
                      <a:pt x="2064" y="1128"/>
                    </a:lnTo>
                    <a:lnTo>
                      <a:pt x="2094" y="1134"/>
                    </a:lnTo>
                    <a:lnTo>
                      <a:pt x="2094" y="1104"/>
                    </a:lnTo>
                    <a:close/>
                    <a:moveTo>
                      <a:pt x="486" y="294"/>
                    </a:moveTo>
                    <a:lnTo>
                      <a:pt x="474" y="288"/>
                    </a:lnTo>
                    <a:lnTo>
                      <a:pt x="468" y="288"/>
                    </a:lnTo>
                    <a:lnTo>
                      <a:pt x="456" y="294"/>
                    </a:lnTo>
                    <a:lnTo>
                      <a:pt x="456" y="312"/>
                    </a:lnTo>
                    <a:lnTo>
                      <a:pt x="468" y="324"/>
                    </a:lnTo>
                    <a:lnTo>
                      <a:pt x="474" y="318"/>
                    </a:lnTo>
                    <a:lnTo>
                      <a:pt x="486" y="318"/>
                    </a:lnTo>
                    <a:lnTo>
                      <a:pt x="486" y="312"/>
                    </a:lnTo>
                    <a:lnTo>
                      <a:pt x="492" y="300"/>
                    </a:lnTo>
                    <a:lnTo>
                      <a:pt x="486" y="294"/>
                    </a:lnTo>
                    <a:close/>
                    <a:moveTo>
                      <a:pt x="2346" y="588"/>
                    </a:moveTo>
                    <a:lnTo>
                      <a:pt x="2340" y="576"/>
                    </a:lnTo>
                    <a:lnTo>
                      <a:pt x="2328" y="570"/>
                    </a:lnTo>
                    <a:lnTo>
                      <a:pt x="2310" y="552"/>
                    </a:lnTo>
                    <a:lnTo>
                      <a:pt x="2304" y="552"/>
                    </a:lnTo>
                    <a:lnTo>
                      <a:pt x="2304" y="600"/>
                    </a:lnTo>
                    <a:lnTo>
                      <a:pt x="2316" y="600"/>
                    </a:lnTo>
                    <a:lnTo>
                      <a:pt x="2328" y="606"/>
                    </a:lnTo>
                    <a:lnTo>
                      <a:pt x="2334" y="606"/>
                    </a:lnTo>
                    <a:lnTo>
                      <a:pt x="2346" y="600"/>
                    </a:lnTo>
                    <a:lnTo>
                      <a:pt x="2346" y="588"/>
                    </a:lnTo>
                    <a:close/>
                    <a:moveTo>
                      <a:pt x="2310" y="474"/>
                    </a:moveTo>
                    <a:lnTo>
                      <a:pt x="2340" y="504"/>
                    </a:lnTo>
                    <a:lnTo>
                      <a:pt x="2358" y="516"/>
                    </a:lnTo>
                    <a:lnTo>
                      <a:pt x="2382" y="528"/>
                    </a:lnTo>
                    <a:lnTo>
                      <a:pt x="2400" y="528"/>
                    </a:lnTo>
                    <a:lnTo>
                      <a:pt x="2400" y="522"/>
                    </a:lnTo>
                    <a:lnTo>
                      <a:pt x="2358" y="480"/>
                    </a:lnTo>
                    <a:lnTo>
                      <a:pt x="2358" y="468"/>
                    </a:lnTo>
                    <a:lnTo>
                      <a:pt x="2364" y="456"/>
                    </a:lnTo>
                    <a:lnTo>
                      <a:pt x="2376" y="450"/>
                    </a:lnTo>
                    <a:lnTo>
                      <a:pt x="2394" y="450"/>
                    </a:lnTo>
                    <a:lnTo>
                      <a:pt x="2406" y="456"/>
                    </a:lnTo>
                    <a:lnTo>
                      <a:pt x="2424" y="444"/>
                    </a:lnTo>
                    <a:lnTo>
                      <a:pt x="2400" y="432"/>
                    </a:lnTo>
                    <a:lnTo>
                      <a:pt x="2412" y="426"/>
                    </a:lnTo>
                    <a:lnTo>
                      <a:pt x="2424" y="402"/>
                    </a:lnTo>
                    <a:lnTo>
                      <a:pt x="2412" y="378"/>
                    </a:lnTo>
                    <a:lnTo>
                      <a:pt x="2400" y="372"/>
                    </a:lnTo>
                    <a:lnTo>
                      <a:pt x="2382" y="372"/>
                    </a:lnTo>
                    <a:lnTo>
                      <a:pt x="2358" y="396"/>
                    </a:lnTo>
                    <a:lnTo>
                      <a:pt x="2346" y="402"/>
                    </a:lnTo>
                    <a:lnTo>
                      <a:pt x="2340" y="408"/>
                    </a:lnTo>
                    <a:lnTo>
                      <a:pt x="2334" y="408"/>
                    </a:lnTo>
                    <a:lnTo>
                      <a:pt x="2328" y="402"/>
                    </a:lnTo>
                    <a:lnTo>
                      <a:pt x="2328" y="366"/>
                    </a:lnTo>
                    <a:lnTo>
                      <a:pt x="2334" y="360"/>
                    </a:lnTo>
                    <a:lnTo>
                      <a:pt x="2346" y="336"/>
                    </a:lnTo>
                    <a:lnTo>
                      <a:pt x="2346" y="318"/>
                    </a:lnTo>
                    <a:lnTo>
                      <a:pt x="2340" y="312"/>
                    </a:lnTo>
                    <a:lnTo>
                      <a:pt x="2358" y="276"/>
                    </a:lnTo>
                    <a:lnTo>
                      <a:pt x="2316" y="312"/>
                    </a:lnTo>
                    <a:lnTo>
                      <a:pt x="2316" y="342"/>
                    </a:lnTo>
                    <a:lnTo>
                      <a:pt x="2304" y="348"/>
                    </a:lnTo>
                    <a:lnTo>
                      <a:pt x="2298" y="354"/>
                    </a:lnTo>
                    <a:lnTo>
                      <a:pt x="2286" y="378"/>
                    </a:lnTo>
                    <a:lnTo>
                      <a:pt x="2286" y="408"/>
                    </a:lnTo>
                    <a:lnTo>
                      <a:pt x="2298" y="420"/>
                    </a:lnTo>
                    <a:lnTo>
                      <a:pt x="2304" y="432"/>
                    </a:lnTo>
                    <a:lnTo>
                      <a:pt x="2310" y="438"/>
                    </a:lnTo>
                    <a:lnTo>
                      <a:pt x="2310" y="444"/>
                    </a:lnTo>
                    <a:lnTo>
                      <a:pt x="2304" y="450"/>
                    </a:lnTo>
                    <a:lnTo>
                      <a:pt x="2304" y="468"/>
                    </a:lnTo>
                    <a:lnTo>
                      <a:pt x="2310" y="474"/>
                    </a:lnTo>
                    <a:close/>
                    <a:moveTo>
                      <a:pt x="2250" y="708"/>
                    </a:moveTo>
                    <a:lnTo>
                      <a:pt x="2238" y="696"/>
                    </a:lnTo>
                    <a:lnTo>
                      <a:pt x="2214" y="708"/>
                    </a:lnTo>
                    <a:lnTo>
                      <a:pt x="2214" y="732"/>
                    </a:lnTo>
                    <a:lnTo>
                      <a:pt x="2220" y="744"/>
                    </a:lnTo>
                    <a:lnTo>
                      <a:pt x="2226" y="750"/>
                    </a:lnTo>
                    <a:lnTo>
                      <a:pt x="2250" y="762"/>
                    </a:lnTo>
                    <a:lnTo>
                      <a:pt x="2274" y="762"/>
                    </a:lnTo>
                    <a:lnTo>
                      <a:pt x="2280" y="750"/>
                    </a:lnTo>
                    <a:lnTo>
                      <a:pt x="2280" y="738"/>
                    </a:lnTo>
                    <a:lnTo>
                      <a:pt x="2274" y="726"/>
                    </a:lnTo>
                    <a:lnTo>
                      <a:pt x="2274" y="714"/>
                    </a:lnTo>
                    <a:lnTo>
                      <a:pt x="2268" y="708"/>
                    </a:lnTo>
                    <a:lnTo>
                      <a:pt x="2268" y="702"/>
                    </a:lnTo>
                    <a:lnTo>
                      <a:pt x="2250" y="708"/>
                    </a:lnTo>
                    <a:close/>
                    <a:moveTo>
                      <a:pt x="2148" y="1104"/>
                    </a:moveTo>
                    <a:lnTo>
                      <a:pt x="2226" y="1092"/>
                    </a:lnTo>
                    <a:lnTo>
                      <a:pt x="2166" y="1074"/>
                    </a:lnTo>
                    <a:lnTo>
                      <a:pt x="2148" y="1104"/>
                    </a:lnTo>
                    <a:close/>
                    <a:moveTo>
                      <a:pt x="2544" y="750"/>
                    </a:moveTo>
                    <a:lnTo>
                      <a:pt x="2520" y="732"/>
                    </a:lnTo>
                    <a:lnTo>
                      <a:pt x="2526" y="714"/>
                    </a:lnTo>
                    <a:lnTo>
                      <a:pt x="2514" y="702"/>
                    </a:lnTo>
                    <a:lnTo>
                      <a:pt x="2508" y="690"/>
                    </a:lnTo>
                    <a:lnTo>
                      <a:pt x="2490" y="684"/>
                    </a:lnTo>
                    <a:lnTo>
                      <a:pt x="2472" y="672"/>
                    </a:lnTo>
                    <a:lnTo>
                      <a:pt x="2442" y="666"/>
                    </a:lnTo>
                    <a:lnTo>
                      <a:pt x="2424" y="666"/>
                    </a:lnTo>
                    <a:lnTo>
                      <a:pt x="2388" y="684"/>
                    </a:lnTo>
                    <a:lnTo>
                      <a:pt x="2358" y="684"/>
                    </a:lnTo>
                    <a:lnTo>
                      <a:pt x="2346" y="696"/>
                    </a:lnTo>
                    <a:lnTo>
                      <a:pt x="2340" y="708"/>
                    </a:lnTo>
                    <a:lnTo>
                      <a:pt x="2340" y="726"/>
                    </a:lnTo>
                    <a:lnTo>
                      <a:pt x="2346" y="732"/>
                    </a:lnTo>
                    <a:lnTo>
                      <a:pt x="2364" y="714"/>
                    </a:lnTo>
                    <a:lnTo>
                      <a:pt x="2364" y="726"/>
                    </a:lnTo>
                    <a:lnTo>
                      <a:pt x="2370" y="738"/>
                    </a:lnTo>
                    <a:lnTo>
                      <a:pt x="2376" y="744"/>
                    </a:lnTo>
                    <a:lnTo>
                      <a:pt x="2388" y="738"/>
                    </a:lnTo>
                    <a:lnTo>
                      <a:pt x="2394" y="732"/>
                    </a:lnTo>
                    <a:lnTo>
                      <a:pt x="2394" y="726"/>
                    </a:lnTo>
                    <a:lnTo>
                      <a:pt x="2400" y="720"/>
                    </a:lnTo>
                    <a:lnTo>
                      <a:pt x="2400" y="714"/>
                    </a:lnTo>
                    <a:lnTo>
                      <a:pt x="2406" y="726"/>
                    </a:lnTo>
                    <a:lnTo>
                      <a:pt x="2418" y="732"/>
                    </a:lnTo>
                    <a:lnTo>
                      <a:pt x="2430" y="732"/>
                    </a:lnTo>
                    <a:lnTo>
                      <a:pt x="2442" y="720"/>
                    </a:lnTo>
                    <a:lnTo>
                      <a:pt x="2454" y="714"/>
                    </a:lnTo>
                    <a:lnTo>
                      <a:pt x="2460" y="708"/>
                    </a:lnTo>
                    <a:lnTo>
                      <a:pt x="2472" y="762"/>
                    </a:lnTo>
                    <a:lnTo>
                      <a:pt x="2502" y="738"/>
                    </a:lnTo>
                    <a:lnTo>
                      <a:pt x="2538" y="774"/>
                    </a:lnTo>
                    <a:lnTo>
                      <a:pt x="2544" y="750"/>
                    </a:lnTo>
                    <a:close/>
                    <a:moveTo>
                      <a:pt x="3264" y="678"/>
                    </a:moveTo>
                    <a:lnTo>
                      <a:pt x="3222" y="648"/>
                    </a:lnTo>
                    <a:lnTo>
                      <a:pt x="3210" y="648"/>
                    </a:lnTo>
                    <a:lnTo>
                      <a:pt x="3198" y="654"/>
                    </a:lnTo>
                    <a:lnTo>
                      <a:pt x="3180" y="654"/>
                    </a:lnTo>
                    <a:lnTo>
                      <a:pt x="3162" y="648"/>
                    </a:lnTo>
                    <a:lnTo>
                      <a:pt x="3126" y="630"/>
                    </a:lnTo>
                    <a:lnTo>
                      <a:pt x="3096" y="612"/>
                    </a:lnTo>
                    <a:lnTo>
                      <a:pt x="3060" y="594"/>
                    </a:lnTo>
                    <a:lnTo>
                      <a:pt x="3042" y="582"/>
                    </a:lnTo>
                    <a:lnTo>
                      <a:pt x="3030" y="582"/>
                    </a:lnTo>
                    <a:lnTo>
                      <a:pt x="3006" y="594"/>
                    </a:lnTo>
                    <a:lnTo>
                      <a:pt x="3000" y="600"/>
                    </a:lnTo>
                    <a:lnTo>
                      <a:pt x="2988" y="606"/>
                    </a:lnTo>
                    <a:lnTo>
                      <a:pt x="3006" y="630"/>
                    </a:lnTo>
                    <a:lnTo>
                      <a:pt x="2928" y="642"/>
                    </a:lnTo>
                    <a:lnTo>
                      <a:pt x="2934" y="666"/>
                    </a:lnTo>
                    <a:lnTo>
                      <a:pt x="2928" y="678"/>
                    </a:lnTo>
                    <a:lnTo>
                      <a:pt x="2922" y="684"/>
                    </a:lnTo>
                    <a:lnTo>
                      <a:pt x="2916" y="696"/>
                    </a:lnTo>
                    <a:lnTo>
                      <a:pt x="2880" y="720"/>
                    </a:lnTo>
                    <a:lnTo>
                      <a:pt x="2862" y="726"/>
                    </a:lnTo>
                    <a:lnTo>
                      <a:pt x="2844" y="726"/>
                    </a:lnTo>
                    <a:lnTo>
                      <a:pt x="2832" y="720"/>
                    </a:lnTo>
                    <a:lnTo>
                      <a:pt x="2826" y="714"/>
                    </a:lnTo>
                    <a:lnTo>
                      <a:pt x="2820" y="702"/>
                    </a:lnTo>
                    <a:lnTo>
                      <a:pt x="2820" y="678"/>
                    </a:lnTo>
                    <a:lnTo>
                      <a:pt x="2814" y="672"/>
                    </a:lnTo>
                    <a:lnTo>
                      <a:pt x="2814" y="660"/>
                    </a:lnTo>
                    <a:lnTo>
                      <a:pt x="2808" y="666"/>
                    </a:lnTo>
                    <a:lnTo>
                      <a:pt x="2808" y="672"/>
                    </a:lnTo>
                    <a:lnTo>
                      <a:pt x="2802" y="684"/>
                    </a:lnTo>
                    <a:lnTo>
                      <a:pt x="2796" y="690"/>
                    </a:lnTo>
                    <a:lnTo>
                      <a:pt x="2796" y="696"/>
                    </a:lnTo>
                    <a:lnTo>
                      <a:pt x="2796" y="690"/>
                    </a:lnTo>
                    <a:lnTo>
                      <a:pt x="2790" y="684"/>
                    </a:lnTo>
                    <a:lnTo>
                      <a:pt x="2790" y="672"/>
                    </a:lnTo>
                    <a:lnTo>
                      <a:pt x="2784" y="660"/>
                    </a:lnTo>
                    <a:lnTo>
                      <a:pt x="2784" y="576"/>
                    </a:lnTo>
                    <a:lnTo>
                      <a:pt x="2778" y="558"/>
                    </a:lnTo>
                    <a:lnTo>
                      <a:pt x="2760" y="522"/>
                    </a:lnTo>
                    <a:lnTo>
                      <a:pt x="2724" y="522"/>
                    </a:lnTo>
                    <a:lnTo>
                      <a:pt x="2718" y="510"/>
                    </a:lnTo>
                    <a:lnTo>
                      <a:pt x="2694" y="498"/>
                    </a:lnTo>
                    <a:lnTo>
                      <a:pt x="2676" y="486"/>
                    </a:lnTo>
                    <a:lnTo>
                      <a:pt x="2652" y="486"/>
                    </a:lnTo>
                    <a:lnTo>
                      <a:pt x="2634" y="498"/>
                    </a:lnTo>
                    <a:lnTo>
                      <a:pt x="2628" y="504"/>
                    </a:lnTo>
                    <a:lnTo>
                      <a:pt x="2616" y="510"/>
                    </a:lnTo>
                    <a:lnTo>
                      <a:pt x="2610" y="522"/>
                    </a:lnTo>
                    <a:lnTo>
                      <a:pt x="2586" y="528"/>
                    </a:lnTo>
                    <a:lnTo>
                      <a:pt x="2580" y="546"/>
                    </a:lnTo>
                    <a:lnTo>
                      <a:pt x="2562" y="558"/>
                    </a:lnTo>
                    <a:lnTo>
                      <a:pt x="2562" y="540"/>
                    </a:lnTo>
                    <a:lnTo>
                      <a:pt x="2556" y="534"/>
                    </a:lnTo>
                    <a:lnTo>
                      <a:pt x="2532" y="534"/>
                    </a:lnTo>
                    <a:lnTo>
                      <a:pt x="2532" y="546"/>
                    </a:lnTo>
                    <a:lnTo>
                      <a:pt x="2544" y="570"/>
                    </a:lnTo>
                    <a:lnTo>
                      <a:pt x="2568" y="582"/>
                    </a:lnTo>
                    <a:lnTo>
                      <a:pt x="2604" y="582"/>
                    </a:lnTo>
                    <a:lnTo>
                      <a:pt x="2616" y="588"/>
                    </a:lnTo>
                    <a:lnTo>
                      <a:pt x="2622" y="594"/>
                    </a:lnTo>
                    <a:lnTo>
                      <a:pt x="2628" y="594"/>
                    </a:lnTo>
                    <a:lnTo>
                      <a:pt x="2628" y="618"/>
                    </a:lnTo>
                    <a:lnTo>
                      <a:pt x="2634" y="630"/>
                    </a:lnTo>
                    <a:lnTo>
                      <a:pt x="2640" y="636"/>
                    </a:lnTo>
                    <a:lnTo>
                      <a:pt x="2652" y="642"/>
                    </a:lnTo>
                    <a:lnTo>
                      <a:pt x="2694" y="642"/>
                    </a:lnTo>
                    <a:lnTo>
                      <a:pt x="2712" y="636"/>
                    </a:lnTo>
                    <a:lnTo>
                      <a:pt x="2754" y="636"/>
                    </a:lnTo>
                    <a:lnTo>
                      <a:pt x="2760" y="642"/>
                    </a:lnTo>
                    <a:lnTo>
                      <a:pt x="2760" y="660"/>
                    </a:lnTo>
                    <a:lnTo>
                      <a:pt x="2700" y="660"/>
                    </a:lnTo>
                    <a:lnTo>
                      <a:pt x="2688" y="666"/>
                    </a:lnTo>
                    <a:lnTo>
                      <a:pt x="2676" y="678"/>
                    </a:lnTo>
                    <a:lnTo>
                      <a:pt x="2640" y="678"/>
                    </a:lnTo>
                    <a:lnTo>
                      <a:pt x="2616" y="690"/>
                    </a:lnTo>
                    <a:lnTo>
                      <a:pt x="2616" y="696"/>
                    </a:lnTo>
                    <a:lnTo>
                      <a:pt x="2622" y="696"/>
                    </a:lnTo>
                    <a:lnTo>
                      <a:pt x="2646" y="708"/>
                    </a:lnTo>
                    <a:lnTo>
                      <a:pt x="2658" y="708"/>
                    </a:lnTo>
                    <a:lnTo>
                      <a:pt x="2676" y="726"/>
                    </a:lnTo>
                    <a:lnTo>
                      <a:pt x="2682" y="738"/>
                    </a:lnTo>
                    <a:lnTo>
                      <a:pt x="2688" y="744"/>
                    </a:lnTo>
                    <a:lnTo>
                      <a:pt x="2682" y="750"/>
                    </a:lnTo>
                    <a:lnTo>
                      <a:pt x="2676" y="762"/>
                    </a:lnTo>
                    <a:lnTo>
                      <a:pt x="2676" y="774"/>
                    </a:lnTo>
                    <a:lnTo>
                      <a:pt x="2670" y="780"/>
                    </a:lnTo>
                    <a:lnTo>
                      <a:pt x="2676" y="792"/>
                    </a:lnTo>
                    <a:lnTo>
                      <a:pt x="2682" y="798"/>
                    </a:lnTo>
                    <a:lnTo>
                      <a:pt x="2694" y="792"/>
                    </a:lnTo>
                    <a:lnTo>
                      <a:pt x="2706" y="780"/>
                    </a:lnTo>
                    <a:lnTo>
                      <a:pt x="2712" y="768"/>
                    </a:lnTo>
                    <a:lnTo>
                      <a:pt x="2718" y="762"/>
                    </a:lnTo>
                    <a:lnTo>
                      <a:pt x="2718" y="750"/>
                    </a:lnTo>
                    <a:lnTo>
                      <a:pt x="2724" y="744"/>
                    </a:lnTo>
                    <a:lnTo>
                      <a:pt x="2736" y="720"/>
                    </a:lnTo>
                    <a:lnTo>
                      <a:pt x="2742" y="714"/>
                    </a:lnTo>
                    <a:lnTo>
                      <a:pt x="2748" y="702"/>
                    </a:lnTo>
                    <a:lnTo>
                      <a:pt x="2748" y="744"/>
                    </a:lnTo>
                    <a:lnTo>
                      <a:pt x="2754" y="750"/>
                    </a:lnTo>
                    <a:lnTo>
                      <a:pt x="2766" y="756"/>
                    </a:lnTo>
                    <a:lnTo>
                      <a:pt x="2772" y="768"/>
                    </a:lnTo>
                    <a:lnTo>
                      <a:pt x="2784" y="774"/>
                    </a:lnTo>
                    <a:lnTo>
                      <a:pt x="2790" y="780"/>
                    </a:lnTo>
                    <a:lnTo>
                      <a:pt x="2814" y="780"/>
                    </a:lnTo>
                    <a:lnTo>
                      <a:pt x="2820" y="774"/>
                    </a:lnTo>
                    <a:lnTo>
                      <a:pt x="2826" y="774"/>
                    </a:lnTo>
                    <a:lnTo>
                      <a:pt x="2814" y="792"/>
                    </a:lnTo>
                    <a:lnTo>
                      <a:pt x="2844" y="822"/>
                    </a:lnTo>
                    <a:lnTo>
                      <a:pt x="2904" y="822"/>
                    </a:lnTo>
                    <a:lnTo>
                      <a:pt x="2940" y="846"/>
                    </a:lnTo>
                    <a:lnTo>
                      <a:pt x="2976" y="864"/>
                    </a:lnTo>
                    <a:lnTo>
                      <a:pt x="3006" y="876"/>
                    </a:lnTo>
                    <a:lnTo>
                      <a:pt x="3036" y="894"/>
                    </a:lnTo>
                    <a:lnTo>
                      <a:pt x="3066" y="924"/>
                    </a:lnTo>
                    <a:lnTo>
                      <a:pt x="3066" y="972"/>
                    </a:lnTo>
                    <a:lnTo>
                      <a:pt x="3090" y="996"/>
                    </a:lnTo>
                    <a:lnTo>
                      <a:pt x="3102" y="1002"/>
                    </a:lnTo>
                    <a:lnTo>
                      <a:pt x="3096" y="1002"/>
                    </a:lnTo>
                    <a:lnTo>
                      <a:pt x="3084" y="1008"/>
                    </a:lnTo>
                    <a:lnTo>
                      <a:pt x="3078" y="1014"/>
                    </a:lnTo>
                    <a:lnTo>
                      <a:pt x="3078" y="1020"/>
                    </a:lnTo>
                    <a:lnTo>
                      <a:pt x="3090" y="1032"/>
                    </a:lnTo>
                    <a:lnTo>
                      <a:pt x="3114" y="1032"/>
                    </a:lnTo>
                    <a:lnTo>
                      <a:pt x="3090" y="1044"/>
                    </a:lnTo>
                    <a:lnTo>
                      <a:pt x="3090" y="1056"/>
                    </a:lnTo>
                    <a:lnTo>
                      <a:pt x="3102" y="1062"/>
                    </a:lnTo>
                    <a:lnTo>
                      <a:pt x="3108" y="1092"/>
                    </a:lnTo>
                    <a:lnTo>
                      <a:pt x="3096" y="1122"/>
                    </a:lnTo>
                    <a:lnTo>
                      <a:pt x="3120" y="1122"/>
                    </a:lnTo>
                    <a:lnTo>
                      <a:pt x="3126" y="1116"/>
                    </a:lnTo>
                    <a:lnTo>
                      <a:pt x="3138" y="1116"/>
                    </a:lnTo>
                    <a:lnTo>
                      <a:pt x="3150" y="1110"/>
                    </a:lnTo>
                    <a:lnTo>
                      <a:pt x="3162" y="1110"/>
                    </a:lnTo>
                    <a:lnTo>
                      <a:pt x="3168" y="1104"/>
                    </a:lnTo>
                    <a:lnTo>
                      <a:pt x="3174" y="1104"/>
                    </a:lnTo>
                    <a:lnTo>
                      <a:pt x="3174" y="1134"/>
                    </a:lnTo>
                    <a:lnTo>
                      <a:pt x="3234" y="1194"/>
                    </a:lnTo>
                    <a:lnTo>
                      <a:pt x="3240" y="1194"/>
                    </a:lnTo>
                    <a:lnTo>
                      <a:pt x="3240" y="1146"/>
                    </a:lnTo>
                    <a:lnTo>
                      <a:pt x="3234" y="1122"/>
                    </a:lnTo>
                    <a:lnTo>
                      <a:pt x="3234" y="1116"/>
                    </a:lnTo>
                    <a:lnTo>
                      <a:pt x="3240" y="1110"/>
                    </a:lnTo>
                    <a:lnTo>
                      <a:pt x="3240" y="1098"/>
                    </a:lnTo>
                    <a:lnTo>
                      <a:pt x="3246" y="1086"/>
                    </a:lnTo>
                    <a:lnTo>
                      <a:pt x="3246" y="1062"/>
                    </a:lnTo>
                    <a:lnTo>
                      <a:pt x="3252" y="1050"/>
                    </a:lnTo>
                    <a:lnTo>
                      <a:pt x="3252" y="1020"/>
                    </a:lnTo>
                    <a:lnTo>
                      <a:pt x="3240" y="1020"/>
                    </a:lnTo>
                    <a:lnTo>
                      <a:pt x="3228" y="1014"/>
                    </a:lnTo>
                    <a:lnTo>
                      <a:pt x="3222" y="1008"/>
                    </a:lnTo>
                    <a:lnTo>
                      <a:pt x="3222" y="1002"/>
                    </a:lnTo>
                    <a:lnTo>
                      <a:pt x="3234" y="990"/>
                    </a:lnTo>
                    <a:lnTo>
                      <a:pt x="3246" y="984"/>
                    </a:lnTo>
                    <a:lnTo>
                      <a:pt x="3252" y="978"/>
                    </a:lnTo>
                    <a:lnTo>
                      <a:pt x="3252" y="864"/>
                    </a:lnTo>
                    <a:lnTo>
                      <a:pt x="3258" y="846"/>
                    </a:lnTo>
                    <a:lnTo>
                      <a:pt x="3258" y="708"/>
                    </a:lnTo>
                    <a:lnTo>
                      <a:pt x="3264" y="678"/>
                    </a:lnTo>
                    <a:close/>
                    <a:moveTo>
                      <a:pt x="336" y="666"/>
                    </a:moveTo>
                    <a:lnTo>
                      <a:pt x="330" y="672"/>
                    </a:lnTo>
                    <a:lnTo>
                      <a:pt x="354" y="696"/>
                    </a:lnTo>
                    <a:lnTo>
                      <a:pt x="360" y="708"/>
                    </a:lnTo>
                    <a:lnTo>
                      <a:pt x="366" y="714"/>
                    </a:lnTo>
                    <a:lnTo>
                      <a:pt x="378" y="714"/>
                    </a:lnTo>
                    <a:lnTo>
                      <a:pt x="378" y="696"/>
                    </a:lnTo>
                    <a:lnTo>
                      <a:pt x="366" y="690"/>
                    </a:lnTo>
                    <a:lnTo>
                      <a:pt x="360" y="678"/>
                    </a:lnTo>
                    <a:lnTo>
                      <a:pt x="348" y="672"/>
                    </a:lnTo>
                    <a:lnTo>
                      <a:pt x="342" y="666"/>
                    </a:lnTo>
                    <a:lnTo>
                      <a:pt x="336" y="666"/>
                    </a:lnTo>
                    <a:close/>
                    <a:moveTo>
                      <a:pt x="2526" y="1104"/>
                    </a:moveTo>
                    <a:lnTo>
                      <a:pt x="2544" y="1116"/>
                    </a:lnTo>
                    <a:lnTo>
                      <a:pt x="2574" y="1092"/>
                    </a:lnTo>
                    <a:lnTo>
                      <a:pt x="2592" y="1092"/>
                    </a:lnTo>
                    <a:lnTo>
                      <a:pt x="2604" y="1080"/>
                    </a:lnTo>
                    <a:lnTo>
                      <a:pt x="2604" y="1062"/>
                    </a:lnTo>
                    <a:lnTo>
                      <a:pt x="2592" y="1056"/>
                    </a:lnTo>
                    <a:lnTo>
                      <a:pt x="2586" y="1056"/>
                    </a:lnTo>
                    <a:lnTo>
                      <a:pt x="2574" y="1062"/>
                    </a:lnTo>
                    <a:lnTo>
                      <a:pt x="2556" y="1068"/>
                    </a:lnTo>
                    <a:lnTo>
                      <a:pt x="2526" y="1098"/>
                    </a:lnTo>
                    <a:lnTo>
                      <a:pt x="2526" y="1104"/>
                    </a:lnTo>
                    <a:close/>
                    <a:moveTo>
                      <a:pt x="3096" y="1068"/>
                    </a:moveTo>
                    <a:lnTo>
                      <a:pt x="3090" y="1068"/>
                    </a:lnTo>
                    <a:lnTo>
                      <a:pt x="3090" y="1062"/>
                    </a:lnTo>
                    <a:lnTo>
                      <a:pt x="3084" y="1062"/>
                    </a:lnTo>
                    <a:lnTo>
                      <a:pt x="3078" y="1056"/>
                    </a:lnTo>
                    <a:lnTo>
                      <a:pt x="3066" y="1056"/>
                    </a:lnTo>
                    <a:lnTo>
                      <a:pt x="3048" y="1062"/>
                    </a:lnTo>
                    <a:lnTo>
                      <a:pt x="3024" y="1086"/>
                    </a:lnTo>
                    <a:lnTo>
                      <a:pt x="3012" y="1122"/>
                    </a:lnTo>
                    <a:lnTo>
                      <a:pt x="3012" y="1134"/>
                    </a:lnTo>
                    <a:lnTo>
                      <a:pt x="3072" y="1128"/>
                    </a:lnTo>
                    <a:lnTo>
                      <a:pt x="3084" y="1128"/>
                    </a:lnTo>
                    <a:lnTo>
                      <a:pt x="3090" y="1122"/>
                    </a:lnTo>
                    <a:lnTo>
                      <a:pt x="3102" y="1092"/>
                    </a:lnTo>
                    <a:lnTo>
                      <a:pt x="3096" y="1068"/>
                    </a:lnTo>
                    <a:close/>
                    <a:moveTo>
                      <a:pt x="2778" y="942"/>
                    </a:moveTo>
                    <a:lnTo>
                      <a:pt x="2766" y="960"/>
                    </a:lnTo>
                    <a:lnTo>
                      <a:pt x="2766" y="1014"/>
                    </a:lnTo>
                    <a:lnTo>
                      <a:pt x="2784" y="1014"/>
                    </a:lnTo>
                    <a:lnTo>
                      <a:pt x="2778" y="996"/>
                    </a:lnTo>
                    <a:lnTo>
                      <a:pt x="2790" y="990"/>
                    </a:lnTo>
                    <a:lnTo>
                      <a:pt x="2790" y="972"/>
                    </a:lnTo>
                    <a:lnTo>
                      <a:pt x="2778" y="972"/>
                    </a:lnTo>
                    <a:lnTo>
                      <a:pt x="2796" y="936"/>
                    </a:lnTo>
                    <a:lnTo>
                      <a:pt x="2814" y="906"/>
                    </a:lnTo>
                    <a:lnTo>
                      <a:pt x="2784" y="912"/>
                    </a:lnTo>
                    <a:lnTo>
                      <a:pt x="2778" y="942"/>
                    </a:lnTo>
                    <a:close/>
                    <a:moveTo>
                      <a:pt x="2136" y="600"/>
                    </a:moveTo>
                    <a:lnTo>
                      <a:pt x="2124" y="594"/>
                    </a:lnTo>
                    <a:lnTo>
                      <a:pt x="2118" y="594"/>
                    </a:lnTo>
                    <a:lnTo>
                      <a:pt x="2106" y="588"/>
                    </a:lnTo>
                    <a:lnTo>
                      <a:pt x="2088" y="588"/>
                    </a:lnTo>
                    <a:lnTo>
                      <a:pt x="2082" y="594"/>
                    </a:lnTo>
                    <a:lnTo>
                      <a:pt x="2082" y="600"/>
                    </a:lnTo>
                    <a:lnTo>
                      <a:pt x="2076" y="606"/>
                    </a:lnTo>
                    <a:lnTo>
                      <a:pt x="2082" y="612"/>
                    </a:lnTo>
                    <a:lnTo>
                      <a:pt x="2094" y="618"/>
                    </a:lnTo>
                    <a:lnTo>
                      <a:pt x="2136" y="618"/>
                    </a:lnTo>
                    <a:lnTo>
                      <a:pt x="2214" y="606"/>
                    </a:lnTo>
                    <a:lnTo>
                      <a:pt x="2136" y="600"/>
                    </a:lnTo>
                    <a:close/>
                    <a:moveTo>
                      <a:pt x="1308" y="1038"/>
                    </a:moveTo>
                    <a:lnTo>
                      <a:pt x="1368" y="1002"/>
                    </a:lnTo>
                    <a:lnTo>
                      <a:pt x="1362" y="990"/>
                    </a:lnTo>
                    <a:lnTo>
                      <a:pt x="1350" y="990"/>
                    </a:lnTo>
                    <a:lnTo>
                      <a:pt x="1332" y="996"/>
                    </a:lnTo>
                    <a:lnTo>
                      <a:pt x="1320" y="996"/>
                    </a:lnTo>
                    <a:lnTo>
                      <a:pt x="1302" y="1002"/>
                    </a:lnTo>
                    <a:lnTo>
                      <a:pt x="1290" y="1008"/>
                    </a:lnTo>
                    <a:lnTo>
                      <a:pt x="1284" y="1014"/>
                    </a:lnTo>
                    <a:lnTo>
                      <a:pt x="1284" y="1032"/>
                    </a:lnTo>
                    <a:lnTo>
                      <a:pt x="1290" y="1038"/>
                    </a:lnTo>
                    <a:lnTo>
                      <a:pt x="1308" y="1038"/>
                    </a:lnTo>
                    <a:close/>
                    <a:moveTo>
                      <a:pt x="1428" y="1116"/>
                    </a:moveTo>
                    <a:lnTo>
                      <a:pt x="1392" y="1116"/>
                    </a:lnTo>
                    <a:lnTo>
                      <a:pt x="1386" y="1146"/>
                    </a:lnTo>
                    <a:lnTo>
                      <a:pt x="1386" y="1152"/>
                    </a:lnTo>
                    <a:lnTo>
                      <a:pt x="1404" y="1170"/>
                    </a:lnTo>
                    <a:lnTo>
                      <a:pt x="1416" y="1176"/>
                    </a:lnTo>
                    <a:lnTo>
                      <a:pt x="1428" y="1164"/>
                    </a:lnTo>
                    <a:lnTo>
                      <a:pt x="1440" y="1140"/>
                    </a:lnTo>
                    <a:lnTo>
                      <a:pt x="1440" y="1128"/>
                    </a:lnTo>
                    <a:lnTo>
                      <a:pt x="1428" y="1116"/>
                    </a:lnTo>
                    <a:close/>
                    <a:moveTo>
                      <a:pt x="708" y="930"/>
                    </a:moveTo>
                    <a:lnTo>
                      <a:pt x="714" y="924"/>
                    </a:lnTo>
                    <a:lnTo>
                      <a:pt x="714" y="900"/>
                    </a:lnTo>
                    <a:lnTo>
                      <a:pt x="744" y="924"/>
                    </a:lnTo>
                    <a:lnTo>
                      <a:pt x="744" y="918"/>
                    </a:lnTo>
                    <a:lnTo>
                      <a:pt x="750" y="912"/>
                    </a:lnTo>
                    <a:lnTo>
                      <a:pt x="750" y="900"/>
                    </a:lnTo>
                    <a:lnTo>
                      <a:pt x="756" y="882"/>
                    </a:lnTo>
                    <a:lnTo>
                      <a:pt x="756" y="840"/>
                    </a:lnTo>
                    <a:lnTo>
                      <a:pt x="762" y="822"/>
                    </a:lnTo>
                    <a:lnTo>
                      <a:pt x="762" y="810"/>
                    </a:lnTo>
                    <a:lnTo>
                      <a:pt x="768" y="792"/>
                    </a:lnTo>
                    <a:lnTo>
                      <a:pt x="768" y="780"/>
                    </a:lnTo>
                    <a:lnTo>
                      <a:pt x="762" y="774"/>
                    </a:lnTo>
                    <a:lnTo>
                      <a:pt x="756" y="762"/>
                    </a:lnTo>
                    <a:lnTo>
                      <a:pt x="756" y="750"/>
                    </a:lnTo>
                    <a:lnTo>
                      <a:pt x="768" y="726"/>
                    </a:lnTo>
                    <a:lnTo>
                      <a:pt x="774" y="720"/>
                    </a:lnTo>
                    <a:lnTo>
                      <a:pt x="774" y="714"/>
                    </a:lnTo>
                    <a:lnTo>
                      <a:pt x="756" y="696"/>
                    </a:lnTo>
                    <a:lnTo>
                      <a:pt x="744" y="654"/>
                    </a:lnTo>
                    <a:lnTo>
                      <a:pt x="702" y="654"/>
                    </a:lnTo>
                    <a:lnTo>
                      <a:pt x="702" y="618"/>
                    </a:lnTo>
                    <a:lnTo>
                      <a:pt x="666" y="618"/>
                    </a:lnTo>
                    <a:lnTo>
                      <a:pt x="660" y="546"/>
                    </a:lnTo>
                    <a:lnTo>
                      <a:pt x="606" y="546"/>
                    </a:lnTo>
                    <a:lnTo>
                      <a:pt x="594" y="534"/>
                    </a:lnTo>
                    <a:lnTo>
                      <a:pt x="594" y="504"/>
                    </a:lnTo>
                    <a:lnTo>
                      <a:pt x="600" y="498"/>
                    </a:lnTo>
                    <a:lnTo>
                      <a:pt x="606" y="486"/>
                    </a:lnTo>
                    <a:lnTo>
                      <a:pt x="582" y="486"/>
                    </a:lnTo>
                    <a:lnTo>
                      <a:pt x="600" y="468"/>
                    </a:lnTo>
                    <a:lnTo>
                      <a:pt x="606" y="456"/>
                    </a:lnTo>
                    <a:lnTo>
                      <a:pt x="612" y="450"/>
                    </a:lnTo>
                    <a:lnTo>
                      <a:pt x="612" y="438"/>
                    </a:lnTo>
                    <a:lnTo>
                      <a:pt x="600" y="426"/>
                    </a:lnTo>
                    <a:lnTo>
                      <a:pt x="588" y="432"/>
                    </a:lnTo>
                    <a:lnTo>
                      <a:pt x="570" y="432"/>
                    </a:lnTo>
                    <a:lnTo>
                      <a:pt x="552" y="438"/>
                    </a:lnTo>
                    <a:lnTo>
                      <a:pt x="540" y="438"/>
                    </a:lnTo>
                    <a:lnTo>
                      <a:pt x="534" y="444"/>
                    </a:lnTo>
                    <a:lnTo>
                      <a:pt x="528" y="444"/>
                    </a:lnTo>
                    <a:lnTo>
                      <a:pt x="534" y="438"/>
                    </a:lnTo>
                    <a:lnTo>
                      <a:pt x="546" y="432"/>
                    </a:lnTo>
                    <a:lnTo>
                      <a:pt x="552" y="420"/>
                    </a:lnTo>
                    <a:lnTo>
                      <a:pt x="558" y="414"/>
                    </a:lnTo>
                    <a:lnTo>
                      <a:pt x="558" y="402"/>
                    </a:lnTo>
                    <a:lnTo>
                      <a:pt x="546" y="396"/>
                    </a:lnTo>
                    <a:lnTo>
                      <a:pt x="534" y="396"/>
                    </a:lnTo>
                    <a:lnTo>
                      <a:pt x="522" y="390"/>
                    </a:lnTo>
                    <a:lnTo>
                      <a:pt x="510" y="390"/>
                    </a:lnTo>
                    <a:lnTo>
                      <a:pt x="516" y="384"/>
                    </a:lnTo>
                    <a:lnTo>
                      <a:pt x="516" y="378"/>
                    </a:lnTo>
                    <a:lnTo>
                      <a:pt x="504" y="354"/>
                    </a:lnTo>
                    <a:lnTo>
                      <a:pt x="492" y="342"/>
                    </a:lnTo>
                    <a:lnTo>
                      <a:pt x="480" y="336"/>
                    </a:lnTo>
                    <a:lnTo>
                      <a:pt x="462" y="330"/>
                    </a:lnTo>
                    <a:lnTo>
                      <a:pt x="456" y="324"/>
                    </a:lnTo>
                    <a:lnTo>
                      <a:pt x="450" y="324"/>
                    </a:lnTo>
                    <a:lnTo>
                      <a:pt x="450" y="318"/>
                    </a:lnTo>
                    <a:lnTo>
                      <a:pt x="444" y="312"/>
                    </a:lnTo>
                    <a:lnTo>
                      <a:pt x="438" y="300"/>
                    </a:lnTo>
                    <a:lnTo>
                      <a:pt x="438" y="288"/>
                    </a:lnTo>
                    <a:lnTo>
                      <a:pt x="426" y="276"/>
                    </a:lnTo>
                    <a:lnTo>
                      <a:pt x="414" y="276"/>
                    </a:lnTo>
                    <a:lnTo>
                      <a:pt x="408" y="282"/>
                    </a:lnTo>
                    <a:lnTo>
                      <a:pt x="414" y="306"/>
                    </a:lnTo>
                    <a:lnTo>
                      <a:pt x="408" y="300"/>
                    </a:lnTo>
                    <a:lnTo>
                      <a:pt x="396" y="294"/>
                    </a:lnTo>
                    <a:lnTo>
                      <a:pt x="360" y="258"/>
                    </a:lnTo>
                    <a:lnTo>
                      <a:pt x="360" y="246"/>
                    </a:lnTo>
                    <a:lnTo>
                      <a:pt x="354" y="240"/>
                    </a:lnTo>
                    <a:lnTo>
                      <a:pt x="348" y="228"/>
                    </a:lnTo>
                    <a:lnTo>
                      <a:pt x="342" y="222"/>
                    </a:lnTo>
                    <a:lnTo>
                      <a:pt x="342" y="216"/>
                    </a:lnTo>
                    <a:lnTo>
                      <a:pt x="330" y="210"/>
                    </a:lnTo>
                    <a:lnTo>
                      <a:pt x="312" y="192"/>
                    </a:lnTo>
                    <a:lnTo>
                      <a:pt x="294" y="186"/>
                    </a:lnTo>
                    <a:lnTo>
                      <a:pt x="288" y="174"/>
                    </a:lnTo>
                    <a:lnTo>
                      <a:pt x="276" y="168"/>
                    </a:lnTo>
                    <a:lnTo>
                      <a:pt x="264" y="156"/>
                    </a:lnTo>
                    <a:lnTo>
                      <a:pt x="252" y="150"/>
                    </a:lnTo>
                    <a:lnTo>
                      <a:pt x="240" y="138"/>
                    </a:lnTo>
                    <a:lnTo>
                      <a:pt x="234" y="126"/>
                    </a:lnTo>
                    <a:lnTo>
                      <a:pt x="222" y="120"/>
                    </a:lnTo>
                    <a:lnTo>
                      <a:pt x="222" y="102"/>
                    </a:lnTo>
                    <a:lnTo>
                      <a:pt x="204" y="84"/>
                    </a:lnTo>
                    <a:lnTo>
                      <a:pt x="198" y="72"/>
                    </a:lnTo>
                    <a:lnTo>
                      <a:pt x="168" y="42"/>
                    </a:lnTo>
                    <a:lnTo>
                      <a:pt x="150" y="42"/>
                    </a:lnTo>
                    <a:lnTo>
                      <a:pt x="66" y="36"/>
                    </a:lnTo>
                    <a:lnTo>
                      <a:pt x="42" y="12"/>
                    </a:lnTo>
                    <a:lnTo>
                      <a:pt x="30" y="6"/>
                    </a:lnTo>
                    <a:lnTo>
                      <a:pt x="24" y="0"/>
                    </a:lnTo>
                    <a:lnTo>
                      <a:pt x="18" y="0"/>
                    </a:lnTo>
                    <a:lnTo>
                      <a:pt x="6" y="6"/>
                    </a:lnTo>
                    <a:lnTo>
                      <a:pt x="0" y="18"/>
                    </a:lnTo>
                    <a:lnTo>
                      <a:pt x="0" y="48"/>
                    </a:lnTo>
                    <a:lnTo>
                      <a:pt x="6" y="60"/>
                    </a:lnTo>
                    <a:lnTo>
                      <a:pt x="18" y="78"/>
                    </a:lnTo>
                    <a:lnTo>
                      <a:pt x="66" y="126"/>
                    </a:lnTo>
                    <a:lnTo>
                      <a:pt x="96" y="150"/>
                    </a:lnTo>
                    <a:lnTo>
                      <a:pt x="126" y="180"/>
                    </a:lnTo>
                    <a:lnTo>
                      <a:pt x="162" y="234"/>
                    </a:lnTo>
                    <a:lnTo>
                      <a:pt x="174" y="228"/>
                    </a:lnTo>
                    <a:lnTo>
                      <a:pt x="174" y="252"/>
                    </a:lnTo>
                    <a:lnTo>
                      <a:pt x="180" y="264"/>
                    </a:lnTo>
                    <a:lnTo>
                      <a:pt x="186" y="270"/>
                    </a:lnTo>
                    <a:lnTo>
                      <a:pt x="198" y="276"/>
                    </a:lnTo>
                    <a:lnTo>
                      <a:pt x="216" y="288"/>
                    </a:lnTo>
                    <a:lnTo>
                      <a:pt x="228" y="300"/>
                    </a:lnTo>
                    <a:lnTo>
                      <a:pt x="246" y="312"/>
                    </a:lnTo>
                    <a:lnTo>
                      <a:pt x="258" y="324"/>
                    </a:lnTo>
                    <a:lnTo>
                      <a:pt x="264" y="336"/>
                    </a:lnTo>
                    <a:lnTo>
                      <a:pt x="276" y="372"/>
                    </a:lnTo>
                    <a:lnTo>
                      <a:pt x="276" y="384"/>
                    </a:lnTo>
                    <a:lnTo>
                      <a:pt x="282" y="390"/>
                    </a:lnTo>
                    <a:lnTo>
                      <a:pt x="282" y="426"/>
                    </a:lnTo>
                    <a:lnTo>
                      <a:pt x="288" y="438"/>
                    </a:lnTo>
                    <a:lnTo>
                      <a:pt x="288" y="444"/>
                    </a:lnTo>
                    <a:lnTo>
                      <a:pt x="294" y="450"/>
                    </a:lnTo>
                    <a:lnTo>
                      <a:pt x="300" y="450"/>
                    </a:lnTo>
                    <a:lnTo>
                      <a:pt x="312" y="444"/>
                    </a:lnTo>
                    <a:lnTo>
                      <a:pt x="324" y="444"/>
                    </a:lnTo>
                    <a:lnTo>
                      <a:pt x="324" y="450"/>
                    </a:lnTo>
                    <a:lnTo>
                      <a:pt x="330" y="462"/>
                    </a:lnTo>
                    <a:lnTo>
                      <a:pt x="330" y="474"/>
                    </a:lnTo>
                    <a:lnTo>
                      <a:pt x="336" y="480"/>
                    </a:lnTo>
                    <a:lnTo>
                      <a:pt x="336" y="486"/>
                    </a:lnTo>
                    <a:lnTo>
                      <a:pt x="378" y="522"/>
                    </a:lnTo>
                    <a:lnTo>
                      <a:pt x="372" y="546"/>
                    </a:lnTo>
                    <a:lnTo>
                      <a:pt x="408" y="606"/>
                    </a:lnTo>
                    <a:lnTo>
                      <a:pt x="402" y="618"/>
                    </a:lnTo>
                    <a:lnTo>
                      <a:pt x="402" y="636"/>
                    </a:lnTo>
                    <a:lnTo>
                      <a:pt x="408" y="648"/>
                    </a:lnTo>
                    <a:lnTo>
                      <a:pt x="438" y="678"/>
                    </a:lnTo>
                    <a:lnTo>
                      <a:pt x="438" y="684"/>
                    </a:lnTo>
                    <a:lnTo>
                      <a:pt x="444" y="690"/>
                    </a:lnTo>
                    <a:lnTo>
                      <a:pt x="462" y="726"/>
                    </a:lnTo>
                    <a:lnTo>
                      <a:pt x="498" y="744"/>
                    </a:lnTo>
                    <a:lnTo>
                      <a:pt x="504" y="750"/>
                    </a:lnTo>
                    <a:lnTo>
                      <a:pt x="510" y="750"/>
                    </a:lnTo>
                    <a:lnTo>
                      <a:pt x="510" y="786"/>
                    </a:lnTo>
                    <a:lnTo>
                      <a:pt x="522" y="792"/>
                    </a:lnTo>
                    <a:lnTo>
                      <a:pt x="528" y="804"/>
                    </a:lnTo>
                    <a:lnTo>
                      <a:pt x="540" y="810"/>
                    </a:lnTo>
                    <a:lnTo>
                      <a:pt x="564" y="834"/>
                    </a:lnTo>
                    <a:lnTo>
                      <a:pt x="576" y="840"/>
                    </a:lnTo>
                    <a:lnTo>
                      <a:pt x="594" y="858"/>
                    </a:lnTo>
                    <a:lnTo>
                      <a:pt x="600" y="858"/>
                    </a:lnTo>
                    <a:lnTo>
                      <a:pt x="606" y="864"/>
                    </a:lnTo>
                    <a:lnTo>
                      <a:pt x="612" y="864"/>
                    </a:lnTo>
                    <a:lnTo>
                      <a:pt x="612" y="870"/>
                    </a:lnTo>
                    <a:lnTo>
                      <a:pt x="618" y="876"/>
                    </a:lnTo>
                    <a:lnTo>
                      <a:pt x="630" y="900"/>
                    </a:lnTo>
                    <a:lnTo>
                      <a:pt x="642" y="912"/>
                    </a:lnTo>
                    <a:lnTo>
                      <a:pt x="654" y="936"/>
                    </a:lnTo>
                    <a:lnTo>
                      <a:pt x="660" y="942"/>
                    </a:lnTo>
                    <a:lnTo>
                      <a:pt x="660" y="906"/>
                    </a:lnTo>
                    <a:lnTo>
                      <a:pt x="672" y="906"/>
                    </a:lnTo>
                    <a:lnTo>
                      <a:pt x="684" y="918"/>
                    </a:lnTo>
                    <a:lnTo>
                      <a:pt x="696" y="924"/>
                    </a:lnTo>
                    <a:lnTo>
                      <a:pt x="702" y="930"/>
                    </a:lnTo>
                    <a:lnTo>
                      <a:pt x="708" y="930"/>
                    </a:lnTo>
                    <a:close/>
                    <a:moveTo>
                      <a:pt x="2118" y="1194"/>
                    </a:moveTo>
                    <a:lnTo>
                      <a:pt x="2106" y="1176"/>
                    </a:lnTo>
                    <a:lnTo>
                      <a:pt x="2088" y="1176"/>
                    </a:lnTo>
                    <a:lnTo>
                      <a:pt x="2064" y="1200"/>
                    </a:lnTo>
                    <a:lnTo>
                      <a:pt x="2064" y="1212"/>
                    </a:lnTo>
                    <a:lnTo>
                      <a:pt x="2052" y="1212"/>
                    </a:lnTo>
                    <a:lnTo>
                      <a:pt x="2040" y="1218"/>
                    </a:lnTo>
                    <a:lnTo>
                      <a:pt x="2010" y="1248"/>
                    </a:lnTo>
                    <a:lnTo>
                      <a:pt x="1998" y="1272"/>
                    </a:lnTo>
                    <a:lnTo>
                      <a:pt x="1992" y="1278"/>
                    </a:lnTo>
                    <a:lnTo>
                      <a:pt x="1992" y="1290"/>
                    </a:lnTo>
                    <a:lnTo>
                      <a:pt x="2004" y="1302"/>
                    </a:lnTo>
                    <a:lnTo>
                      <a:pt x="2022" y="1302"/>
                    </a:lnTo>
                    <a:lnTo>
                      <a:pt x="2052" y="1284"/>
                    </a:lnTo>
                    <a:lnTo>
                      <a:pt x="2082" y="1260"/>
                    </a:lnTo>
                    <a:lnTo>
                      <a:pt x="2106" y="1242"/>
                    </a:lnTo>
                    <a:lnTo>
                      <a:pt x="2100" y="1236"/>
                    </a:lnTo>
                    <a:lnTo>
                      <a:pt x="2100" y="1224"/>
                    </a:lnTo>
                    <a:lnTo>
                      <a:pt x="2112" y="1200"/>
                    </a:lnTo>
                    <a:lnTo>
                      <a:pt x="2118" y="1194"/>
                    </a:lnTo>
                    <a:close/>
                    <a:moveTo>
                      <a:pt x="1374" y="1128"/>
                    </a:moveTo>
                    <a:lnTo>
                      <a:pt x="1374" y="1116"/>
                    </a:lnTo>
                    <a:lnTo>
                      <a:pt x="1368" y="1110"/>
                    </a:lnTo>
                    <a:lnTo>
                      <a:pt x="1344" y="1098"/>
                    </a:lnTo>
                    <a:lnTo>
                      <a:pt x="1332" y="1098"/>
                    </a:lnTo>
                    <a:lnTo>
                      <a:pt x="1320" y="1092"/>
                    </a:lnTo>
                    <a:lnTo>
                      <a:pt x="1314" y="1092"/>
                    </a:lnTo>
                    <a:lnTo>
                      <a:pt x="1302" y="1098"/>
                    </a:lnTo>
                    <a:lnTo>
                      <a:pt x="1296" y="1104"/>
                    </a:lnTo>
                    <a:lnTo>
                      <a:pt x="1296" y="1116"/>
                    </a:lnTo>
                    <a:lnTo>
                      <a:pt x="1290" y="1122"/>
                    </a:lnTo>
                    <a:lnTo>
                      <a:pt x="1290" y="1134"/>
                    </a:lnTo>
                    <a:lnTo>
                      <a:pt x="1254" y="1104"/>
                    </a:lnTo>
                    <a:lnTo>
                      <a:pt x="1260" y="1092"/>
                    </a:lnTo>
                    <a:lnTo>
                      <a:pt x="1260" y="1080"/>
                    </a:lnTo>
                    <a:lnTo>
                      <a:pt x="1266" y="1068"/>
                    </a:lnTo>
                    <a:lnTo>
                      <a:pt x="1266" y="1050"/>
                    </a:lnTo>
                    <a:lnTo>
                      <a:pt x="1260" y="1038"/>
                    </a:lnTo>
                    <a:lnTo>
                      <a:pt x="1254" y="1032"/>
                    </a:lnTo>
                    <a:lnTo>
                      <a:pt x="1242" y="1026"/>
                    </a:lnTo>
                    <a:lnTo>
                      <a:pt x="1188" y="1026"/>
                    </a:lnTo>
                    <a:lnTo>
                      <a:pt x="1158" y="1008"/>
                    </a:lnTo>
                    <a:lnTo>
                      <a:pt x="1158" y="984"/>
                    </a:lnTo>
                    <a:lnTo>
                      <a:pt x="1116" y="984"/>
                    </a:lnTo>
                    <a:lnTo>
                      <a:pt x="1116" y="996"/>
                    </a:lnTo>
                    <a:lnTo>
                      <a:pt x="1110" y="1008"/>
                    </a:lnTo>
                    <a:lnTo>
                      <a:pt x="1110" y="1026"/>
                    </a:lnTo>
                    <a:lnTo>
                      <a:pt x="1086" y="1026"/>
                    </a:lnTo>
                    <a:lnTo>
                      <a:pt x="1074" y="1020"/>
                    </a:lnTo>
                    <a:lnTo>
                      <a:pt x="1056" y="1014"/>
                    </a:lnTo>
                    <a:lnTo>
                      <a:pt x="1044" y="1014"/>
                    </a:lnTo>
                    <a:lnTo>
                      <a:pt x="1032" y="1008"/>
                    </a:lnTo>
                    <a:lnTo>
                      <a:pt x="966" y="1008"/>
                    </a:lnTo>
                    <a:lnTo>
                      <a:pt x="960" y="996"/>
                    </a:lnTo>
                    <a:lnTo>
                      <a:pt x="948" y="990"/>
                    </a:lnTo>
                    <a:lnTo>
                      <a:pt x="942" y="978"/>
                    </a:lnTo>
                    <a:lnTo>
                      <a:pt x="918" y="954"/>
                    </a:lnTo>
                    <a:lnTo>
                      <a:pt x="900" y="954"/>
                    </a:lnTo>
                    <a:lnTo>
                      <a:pt x="888" y="960"/>
                    </a:lnTo>
                    <a:lnTo>
                      <a:pt x="876" y="954"/>
                    </a:lnTo>
                    <a:lnTo>
                      <a:pt x="870" y="948"/>
                    </a:lnTo>
                    <a:lnTo>
                      <a:pt x="858" y="942"/>
                    </a:lnTo>
                    <a:lnTo>
                      <a:pt x="846" y="942"/>
                    </a:lnTo>
                    <a:lnTo>
                      <a:pt x="840" y="936"/>
                    </a:lnTo>
                    <a:lnTo>
                      <a:pt x="822" y="936"/>
                    </a:lnTo>
                    <a:lnTo>
                      <a:pt x="810" y="930"/>
                    </a:lnTo>
                    <a:lnTo>
                      <a:pt x="792" y="930"/>
                    </a:lnTo>
                    <a:lnTo>
                      <a:pt x="786" y="924"/>
                    </a:lnTo>
                    <a:lnTo>
                      <a:pt x="762" y="924"/>
                    </a:lnTo>
                    <a:lnTo>
                      <a:pt x="750" y="930"/>
                    </a:lnTo>
                    <a:lnTo>
                      <a:pt x="738" y="954"/>
                    </a:lnTo>
                    <a:lnTo>
                      <a:pt x="738" y="966"/>
                    </a:lnTo>
                    <a:lnTo>
                      <a:pt x="732" y="978"/>
                    </a:lnTo>
                    <a:lnTo>
                      <a:pt x="720" y="990"/>
                    </a:lnTo>
                    <a:lnTo>
                      <a:pt x="714" y="990"/>
                    </a:lnTo>
                    <a:lnTo>
                      <a:pt x="702" y="1002"/>
                    </a:lnTo>
                    <a:lnTo>
                      <a:pt x="702" y="1014"/>
                    </a:lnTo>
                    <a:lnTo>
                      <a:pt x="738" y="1008"/>
                    </a:lnTo>
                    <a:lnTo>
                      <a:pt x="786" y="1008"/>
                    </a:lnTo>
                    <a:lnTo>
                      <a:pt x="780" y="1014"/>
                    </a:lnTo>
                    <a:lnTo>
                      <a:pt x="768" y="1020"/>
                    </a:lnTo>
                    <a:lnTo>
                      <a:pt x="762" y="1032"/>
                    </a:lnTo>
                    <a:lnTo>
                      <a:pt x="762" y="1044"/>
                    </a:lnTo>
                    <a:lnTo>
                      <a:pt x="774" y="1050"/>
                    </a:lnTo>
                    <a:lnTo>
                      <a:pt x="780" y="1050"/>
                    </a:lnTo>
                    <a:lnTo>
                      <a:pt x="798" y="1044"/>
                    </a:lnTo>
                    <a:lnTo>
                      <a:pt x="810" y="1044"/>
                    </a:lnTo>
                    <a:lnTo>
                      <a:pt x="816" y="1038"/>
                    </a:lnTo>
                    <a:lnTo>
                      <a:pt x="828" y="1032"/>
                    </a:lnTo>
                    <a:lnTo>
                      <a:pt x="840" y="1038"/>
                    </a:lnTo>
                    <a:lnTo>
                      <a:pt x="870" y="1056"/>
                    </a:lnTo>
                    <a:lnTo>
                      <a:pt x="900" y="1068"/>
                    </a:lnTo>
                    <a:lnTo>
                      <a:pt x="924" y="1080"/>
                    </a:lnTo>
                    <a:lnTo>
                      <a:pt x="960" y="1086"/>
                    </a:lnTo>
                    <a:lnTo>
                      <a:pt x="1014" y="1092"/>
                    </a:lnTo>
                    <a:lnTo>
                      <a:pt x="1062" y="1092"/>
                    </a:lnTo>
                    <a:lnTo>
                      <a:pt x="1080" y="1110"/>
                    </a:lnTo>
                    <a:lnTo>
                      <a:pt x="1086" y="1122"/>
                    </a:lnTo>
                    <a:lnTo>
                      <a:pt x="1098" y="1128"/>
                    </a:lnTo>
                    <a:lnTo>
                      <a:pt x="1110" y="1140"/>
                    </a:lnTo>
                    <a:lnTo>
                      <a:pt x="1128" y="1146"/>
                    </a:lnTo>
                    <a:lnTo>
                      <a:pt x="1152" y="1152"/>
                    </a:lnTo>
                    <a:lnTo>
                      <a:pt x="1170" y="1152"/>
                    </a:lnTo>
                    <a:lnTo>
                      <a:pt x="1182" y="1158"/>
                    </a:lnTo>
                    <a:lnTo>
                      <a:pt x="1248" y="1158"/>
                    </a:lnTo>
                    <a:lnTo>
                      <a:pt x="1260" y="1164"/>
                    </a:lnTo>
                    <a:lnTo>
                      <a:pt x="1278" y="1170"/>
                    </a:lnTo>
                    <a:lnTo>
                      <a:pt x="1290" y="1182"/>
                    </a:lnTo>
                    <a:lnTo>
                      <a:pt x="1302" y="1188"/>
                    </a:lnTo>
                    <a:lnTo>
                      <a:pt x="1320" y="1206"/>
                    </a:lnTo>
                    <a:lnTo>
                      <a:pt x="1338" y="1206"/>
                    </a:lnTo>
                    <a:lnTo>
                      <a:pt x="1350" y="1200"/>
                    </a:lnTo>
                    <a:lnTo>
                      <a:pt x="1356" y="1206"/>
                    </a:lnTo>
                    <a:lnTo>
                      <a:pt x="1374" y="1206"/>
                    </a:lnTo>
                    <a:lnTo>
                      <a:pt x="1374" y="1194"/>
                    </a:lnTo>
                    <a:lnTo>
                      <a:pt x="1368" y="1182"/>
                    </a:lnTo>
                    <a:lnTo>
                      <a:pt x="1362" y="1176"/>
                    </a:lnTo>
                    <a:lnTo>
                      <a:pt x="1356" y="1164"/>
                    </a:lnTo>
                    <a:lnTo>
                      <a:pt x="1374" y="1146"/>
                    </a:lnTo>
                    <a:lnTo>
                      <a:pt x="1374" y="1128"/>
                    </a:lnTo>
                    <a:close/>
                    <a:moveTo>
                      <a:pt x="1500" y="726"/>
                    </a:moveTo>
                    <a:lnTo>
                      <a:pt x="1542" y="684"/>
                    </a:lnTo>
                    <a:lnTo>
                      <a:pt x="1548" y="672"/>
                    </a:lnTo>
                    <a:lnTo>
                      <a:pt x="1554" y="654"/>
                    </a:lnTo>
                    <a:lnTo>
                      <a:pt x="1560" y="642"/>
                    </a:lnTo>
                    <a:lnTo>
                      <a:pt x="1566" y="624"/>
                    </a:lnTo>
                    <a:lnTo>
                      <a:pt x="1566" y="612"/>
                    </a:lnTo>
                    <a:lnTo>
                      <a:pt x="1572" y="606"/>
                    </a:lnTo>
                    <a:lnTo>
                      <a:pt x="1572" y="600"/>
                    </a:lnTo>
                    <a:lnTo>
                      <a:pt x="1566" y="600"/>
                    </a:lnTo>
                    <a:lnTo>
                      <a:pt x="1554" y="594"/>
                    </a:lnTo>
                    <a:lnTo>
                      <a:pt x="1542" y="582"/>
                    </a:lnTo>
                    <a:lnTo>
                      <a:pt x="1542" y="564"/>
                    </a:lnTo>
                    <a:lnTo>
                      <a:pt x="1554" y="516"/>
                    </a:lnTo>
                    <a:lnTo>
                      <a:pt x="1590" y="498"/>
                    </a:lnTo>
                    <a:lnTo>
                      <a:pt x="1626" y="498"/>
                    </a:lnTo>
                    <a:lnTo>
                      <a:pt x="1632" y="486"/>
                    </a:lnTo>
                    <a:lnTo>
                      <a:pt x="1638" y="480"/>
                    </a:lnTo>
                    <a:lnTo>
                      <a:pt x="1644" y="468"/>
                    </a:lnTo>
                    <a:lnTo>
                      <a:pt x="1644" y="444"/>
                    </a:lnTo>
                    <a:lnTo>
                      <a:pt x="1626" y="444"/>
                    </a:lnTo>
                    <a:lnTo>
                      <a:pt x="1620" y="450"/>
                    </a:lnTo>
                    <a:lnTo>
                      <a:pt x="1608" y="450"/>
                    </a:lnTo>
                    <a:lnTo>
                      <a:pt x="1608" y="438"/>
                    </a:lnTo>
                    <a:lnTo>
                      <a:pt x="1614" y="420"/>
                    </a:lnTo>
                    <a:lnTo>
                      <a:pt x="1626" y="408"/>
                    </a:lnTo>
                    <a:lnTo>
                      <a:pt x="1650" y="396"/>
                    </a:lnTo>
                    <a:lnTo>
                      <a:pt x="1662" y="396"/>
                    </a:lnTo>
                    <a:lnTo>
                      <a:pt x="1680" y="402"/>
                    </a:lnTo>
                    <a:lnTo>
                      <a:pt x="1704" y="402"/>
                    </a:lnTo>
                    <a:lnTo>
                      <a:pt x="1716" y="390"/>
                    </a:lnTo>
                    <a:lnTo>
                      <a:pt x="1716" y="384"/>
                    </a:lnTo>
                    <a:lnTo>
                      <a:pt x="1680" y="348"/>
                    </a:lnTo>
                    <a:lnTo>
                      <a:pt x="1680" y="312"/>
                    </a:lnTo>
                    <a:lnTo>
                      <a:pt x="1668" y="312"/>
                    </a:lnTo>
                    <a:lnTo>
                      <a:pt x="1650" y="294"/>
                    </a:lnTo>
                    <a:lnTo>
                      <a:pt x="1650" y="282"/>
                    </a:lnTo>
                    <a:lnTo>
                      <a:pt x="1662" y="270"/>
                    </a:lnTo>
                    <a:lnTo>
                      <a:pt x="1668" y="258"/>
                    </a:lnTo>
                    <a:lnTo>
                      <a:pt x="1668" y="246"/>
                    </a:lnTo>
                    <a:lnTo>
                      <a:pt x="1662" y="240"/>
                    </a:lnTo>
                    <a:lnTo>
                      <a:pt x="1638" y="228"/>
                    </a:lnTo>
                    <a:lnTo>
                      <a:pt x="1614" y="228"/>
                    </a:lnTo>
                    <a:lnTo>
                      <a:pt x="1632" y="198"/>
                    </a:lnTo>
                    <a:lnTo>
                      <a:pt x="1614" y="192"/>
                    </a:lnTo>
                    <a:lnTo>
                      <a:pt x="1620" y="162"/>
                    </a:lnTo>
                    <a:lnTo>
                      <a:pt x="1608" y="144"/>
                    </a:lnTo>
                    <a:lnTo>
                      <a:pt x="1602" y="138"/>
                    </a:lnTo>
                    <a:lnTo>
                      <a:pt x="1590" y="132"/>
                    </a:lnTo>
                    <a:lnTo>
                      <a:pt x="1566" y="108"/>
                    </a:lnTo>
                    <a:lnTo>
                      <a:pt x="1470" y="108"/>
                    </a:lnTo>
                    <a:lnTo>
                      <a:pt x="1464" y="114"/>
                    </a:lnTo>
                    <a:lnTo>
                      <a:pt x="1458" y="126"/>
                    </a:lnTo>
                    <a:lnTo>
                      <a:pt x="1458" y="180"/>
                    </a:lnTo>
                    <a:lnTo>
                      <a:pt x="1452" y="198"/>
                    </a:lnTo>
                    <a:lnTo>
                      <a:pt x="1452" y="204"/>
                    </a:lnTo>
                    <a:lnTo>
                      <a:pt x="1446" y="216"/>
                    </a:lnTo>
                    <a:lnTo>
                      <a:pt x="1428" y="216"/>
                    </a:lnTo>
                    <a:lnTo>
                      <a:pt x="1422" y="222"/>
                    </a:lnTo>
                    <a:lnTo>
                      <a:pt x="1422" y="246"/>
                    </a:lnTo>
                    <a:lnTo>
                      <a:pt x="1428" y="252"/>
                    </a:lnTo>
                    <a:lnTo>
                      <a:pt x="1434" y="264"/>
                    </a:lnTo>
                    <a:lnTo>
                      <a:pt x="1398" y="294"/>
                    </a:lnTo>
                    <a:lnTo>
                      <a:pt x="1404" y="306"/>
                    </a:lnTo>
                    <a:lnTo>
                      <a:pt x="1374" y="342"/>
                    </a:lnTo>
                    <a:lnTo>
                      <a:pt x="1350" y="342"/>
                    </a:lnTo>
                    <a:lnTo>
                      <a:pt x="1344" y="348"/>
                    </a:lnTo>
                    <a:lnTo>
                      <a:pt x="1332" y="354"/>
                    </a:lnTo>
                    <a:lnTo>
                      <a:pt x="1320" y="366"/>
                    </a:lnTo>
                    <a:lnTo>
                      <a:pt x="1314" y="366"/>
                    </a:lnTo>
                    <a:lnTo>
                      <a:pt x="1308" y="360"/>
                    </a:lnTo>
                    <a:lnTo>
                      <a:pt x="1284" y="348"/>
                    </a:lnTo>
                    <a:lnTo>
                      <a:pt x="1272" y="336"/>
                    </a:lnTo>
                    <a:lnTo>
                      <a:pt x="1230" y="336"/>
                    </a:lnTo>
                    <a:lnTo>
                      <a:pt x="1224" y="348"/>
                    </a:lnTo>
                    <a:lnTo>
                      <a:pt x="1194" y="378"/>
                    </a:lnTo>
                    <a:lnTo>
                      <a:pt x="1170" y="378"/>
                    </a:lnTo>
                    <a:lnTo>
                      <a:pt x="1152" y="372"/>
                    </a:lnTo>
                    <a:lnTo>
                      <a:pt x="1128" y="372"/>
                    </a:lnTo>
                    <a:lnTo>
                      <a:pt x="1110" y="390"/>
                    </a:lnTo>
                    <a:lnTo>
                      <a:pt x="1104" y="390"/>
                    </a:lnTo>
                    <a:lnTo>
                      <a:pt x="1080" y="378"/>
                    </a:lnTo>
                    <a:lnTo>
                      <a:pt x="1074" y="372"/>
                    </a:lnTo>
                    <a:lnTo>
                      <a:pt x="1062" y="366"/>
                    </a:lnTo>
                    <a:lnTo>
                      <a:pt x="1050" y="354"/>
                    </a:lnTo>
                    <a:lnTo>
                      <a:pt x="1050" y="342"/>
                    </a:lnTo>
                    <a:lnTo>
                      <a:pt x="1044" y="336"/>
                    </a:lnTo>
                    <a:lnTo>
                      <a:pt x="1032" y="330"/>
                    </a:lnTo>
                    <a:lnTo>
                      <a:pt x="1008" y="330"/>
                    </a:lnTo>
                    <a:lnTo>
                      <a:pt x="996" y="336"/>
                    </a:lnTo>
                    <a:lnTo>
                      <a:pt x="990" y="348"/>
                    </a:lnTo>
                    <a:lnTo>
                      <a:pt x="978" y="366"/>
                    </a:lnTo>
                    <a:lnTo>
                      <a:pt x="972" y="384"/>
                    </a:lnTo>
                    <a:lnTo>
                      <a:pt x="972" y="402"/>
                    </a:lnTo>
                    <a:lnTo>
                      <a:pt x="966" y="408"/>
                    </a:lnTo>
                    <a:lnTo>
                      <a:pt x="966" y="414"/>
                    </a:lnTo>
                    <a:lnTo>
                      <a:pt x="990" y="444"/>
                    </a:lnTo>
                    <a:lnTo>
                      <a:pt x="1002" y="498"/>
                    </a:lnTo>
                    <a:lnTo>
                      <a:pt x="1050" y="528"/>
                    </a:lnTo>
                    <a:lnTo>
                      <a:pt x="1038" y="564"/>
                    </a:lnTo>
                    <a:lnTo>
                      <a:pt x="1068" y="582"/>
                    </a:lnTo>
                    <a:lnTo>
                      <a:pt x="1050" y="606"/>
                    </a:lnTo>
                    <a:lnTo>
                      <a:pt x="1068" y="636"/>
                    </a:lnTo>
                    <a:lnTo>
                      <a:pt x="1056" y="648"/>
                    </a:lnTo>
                    <a:lnTo>
                      <a:pt x="1068" y="702"/>
                    </a:lnTo>
                    <a:lnTo>
                      <a:pt x="1110" y="696"/>
                    </a:lnTo>
                    <a:lnTo>
                      <a:pt x="1140" y="708"/>
                    </a:lnTo>
                    <a:lnTo>
                      <a:pt x="1146" y="696"/>
                    </a:lnTo>
                    <a:lnTo>
                      <a:pt x="1170" y="672"/>
                    </a:lnTo>
                    <a:lnTo>
                      <a:pt x="1182" y="672"/>
                    </a:lnTo>
                    <a:lnTo>
                      <a:pt x="1182" y="690"/>
                    </a:lnTo>
                    <a:lnTo>
                      <a:pt x="1188" y="702"/>
                    </a:lnTo>
                    <a:lnTo>
                      <a:pt x="1188" y="726"/>
                    </a:lnTo>
                    <a:lnTo>
                      <a:pt x="1194" y="738"/>
                    </a:lnTo>
                    <a:lnTo>
                      <a:pt x="1212" y="738"/>
                    </a:lnTo>
                    <a:lnTo>
                      <a:pt x="1218" y="726"/>
                    </a:lnTo>
                    <a:lnTo>
                      <a:pt x="1218" y="720"/>
                    </a:lnTo>
                    <a:lnTo>
                      <a:pt x="1224" y="714"/>
                    </a:lnTo>
                    <a:lnTo>
                      <a:pt x="1224" y="708"/>
                    </a:lnTo>
                    <a:lnTo>
                      <a:pt x="1254" y="726"/>
                    </a:lnTo>
                    <a:lnTo>
                      <a:pt x="1266" y="720"/>
                    </a:lnTo>
                    <a:lnTo>
                      <a:pt x="1272" y="708"/>
                    </a:lnTo>
                    <a:lnTo>
                      <a:pt x="1284" y="702"/>
                    </a:lnTo>
                    <a:lnTo>
                      <a:pt x="1296" y="702"/>
                    </a:lnTo>
                    <a:lnTo>
                      <a:pt x="1296" y="714"/>
                    </a:lnTo>
                    <a:lnTo>
                      <a:pt x="1302" y="720"/>
                    </a:lnTo>
                    <a:lnTo>
                      <a:pt x="1302" y="738"/>
                    </a:lnTo>
                    <a:lnTo>
                      <a:pt x="1308" y="744"/>
                    </a:lnTo>
                    <a:lnTo>
                      <a:pt x="1332" y="744"/>
                    </a:lnTo>
                    <a:lnTo>
                      <a:pt x="1350" y="738"/>
                    </a:lnTo>
                    <a:lnTo>
                      <a:pt x="1362" y="732"/>
                    </a:lnTo>
                    <a:lnTo>
                      <a:pt x="1392" y="732"/>
                    </a:lnTo>
                    <a:lnTo>
                      <a:pt x="1404" y="744"/>
                    </a:lnTo>
                    <a:lnTo>
                      <a:pt x="1404" y="786"/>
                    </a:lnTo>
                    <a:lnTo>
                      <a:pt x="1398" y="798"/>
                    </a:lnTo>
                    <a:lnTo>
                      <a:pt x="1398" y="810"/>
                    </a:lnTo>
                    <a:lnTo>
                      <a:pt x="1404" y="810"/>
                    </a:lnTo>
                    <a:lnTo>
                      <a:pt x="1410" y="804"/>
                    </a:lnTo>
                    <a:lnTo>
                      <a:pt x="1422" y="798"/>
                    </a:lnTo>
                    <a:lnTo>
                      <a:pt x="1440" y="792"/>
                    </a:lnTo>
                    <a:lnTo>
                      <a:pt x="1452" y="786"/>
                    </a:lnTo>
                    <a:lnTo>
                      <a:pt x="1476" y="762"/>
                    </a:lnTo>
                    <a:lnTo>
                      <a:pt x="1482" y="750"/>
                    </a:lnTo>
                    <a:lnTo>
                      <a:pt x="1500" y="732"/>
                    </a:lnTo>
                    <a:lnTo>
                      <a:pt x="1500" y="726"/>
                    </a:lnTo>
                    <a:close/>
                    <a:moveTo>
                      <a:pt x="1476" y="1116"/>
                    </a:moveTo>
                    <a:lnTo>
                      <a:pt x="1470" y="1116"/>
                    </a:lnTo>
                    <a:lnTo>
                      <a:pt x="1458" y="1122"/>
                    </a:lnTo>
                    <a:lnTo>
                      <a:pt x="1452" y="1128"/>
                    </a:lnTo>
                    <a:lnTo>
                      <a:pt x="1458" y="1134"/>
                    </a:lnTo>
                    <a:lnTo>
                      <a:pt x="1470" y="1140"/>
                    </a:lnTo>
                    <a:lnTo>
                      <a:pt x="1476" y="1140"/>
                    </a:lnTo>
                    <a:lnTo>
                      <a:pt x="1488" y="1146"/>
                    </a:lnTo>
                    <a:lnTo>
                      <a:pt x="1500" y="1134"/>
                    </a:lnTo>
                    <a:lnTo>
                      <a:pt x="1500" y="1128"/>
                    </a:lnTo>
                    <a:lnTo>
                      <a:pt x="1488" y="1116"/>
                    </a:lnTo>
                    <a:lnTo>
                      <a:pt x="1476" y="1116"/>
                    </a:lnTo>
                    <a:close/>
                    <a:moveTo>
                      <a:pt x="1716" y="1230"/>
                    </a:moveTo>
                    <a:lnTo>
                      <a:pt x="1680" y="1218"/>
                    </a:lnTo>
                    <a:lnTo>
                      <a:pt x="1674" y="1224"/>
                    </a:lnTo>
                    <a:lnTo>
                      <a:pt x="1674" y="1230"/>
                    </a:lnTo>
                    <a:lnTo>
                      <a:pt x="1686" y="1254"/>
                    </a:lnTo>
                    <a:lnTo>
                      <a:pt x="1692" y="1260"/>
                    </a:lnTo>
                    <a:lnTo>
                      <a:pt x="1704" y="1266"/>
                    </a:lnTo>
                    <a:lnTo>
                      <a:pt x="1716" y="1266"/>
                    </a:lnTo>
                    <a:lnTo>
                      <a:pt x="1722" y="1260"/>
                    </a:lnTo>
                    <a:lnTo>
                      <a:pt x="1740" y="1260"/>
                    </a:lnTo>
                    <a:lnTo>
                      <a:pt x="1746" y="1266"/>
                    </a:lnTo>
                    <a:lnTo>
                      <a:pt x="1746" y="1278"/>
                    </a:lnTo>
                    <a:lnTo>
                      <a:pt x="1752" y="1290"/>
                    </a:lnTo>
                    <a:lnTo>
                      <a:pt x="1764" y="1296"/>
                    </a:lnTo>
                    <a:lnTo>
                      <a:pt x="1788" y="1296"/>
                    </a:lnTo>
                    <a:lnTo>
                      <a:pt x="1794" y="1290"/>
                    </a:lnTo>
                    <a:lnTo>
                      <a:pt x="1800" y="1290"/>
                    </a:lnTo>
                    <a:lnTo>
                      <a:pt x="1800" y="1284"/>
                    </a:lnTo>
                    <a:lnTo>
                      <a:pt x="1794" y="1272"/>
                    </a:lnTo>
                    <a:lnTo>
                      <a:pt x="1782" y="1260"/>
                    </a:lnTo>
                    <a:lnTo>
                      <a:pt x="1770" y="1236"/>
                    </a:lnTo>
                    <a:lnTo>
                      <a:pt x="1746" y="1224"/>
                    </a:lnTo>
                    <a:lnTo>
                      <a:pt x="1728" y="1224"/>
                    </a:lnTo>
                    <a:lnTo>
                      <a:pt x="1716" y="1230"/>
                    </a:lnTo>
                    <a:close/>
                    <a:moveTo>
                      <a:pt x="1962" y="1122"/>
                    </a:moveTo>
                    <a:lnTo>
                      <a:pt x="1932" y="1146"/>
                    </a:lnTo>
                    <a:lnTo>
                      <a:pt x="1920" y="1134"/>
                    </a:lnTo>
                    <a:lnTo>
                      <a:pt x="1890" y="1134"/>
                    </a:lnTo>
                    <a:lnTo>
                      <a:pt x="1884" y="1140"/>
                    </a:lnTo>
                    <a:lnTo>
                      <a:pt x="1872" y="1146"/>
                    </a:lnTo>
                    <a:lnTo>
                      <a:pt x="1866" y="1152"/>
                    </a:lnTo>
                    <a:lnTo>
                      <a:pt x="1860" y="1140"/>
                    </a:lnTo>
                    <a:lnTo>
                      <a:pt x="1836" y="1116"/>
                    </a:lnTo>
                    <a:lnTo>
                      <a:pt x="1824" y="1116"/>
                    </a:lnTo>
                    <a:lnTo>
                      <a:pt x="1800" y="1128"/>
                    </a:lnTo>
                    <a:lnTo>
                      <a:pt x="1764" y="1164"/>
                    </a:lnTo>
                    <a:lnTo>
                      <a:pt x="1728" y="1158"/>
                    </a:lnTo>
                    <a:lnTo>
                      <a:pt x="1716" y="1176"/>
                    </a:lnTo>
                    <a:lnTo>
                      <a:pt x="1746" y="1176"/>
                    </a:lnTo>
                    <a:lnTo>
                      <a:pt x="1752" y="1182"/>
                    </a:lnTo>
                    <a:lnTo>
                      <a:pt x="1764" y="1182"/>
                    </a:lnTo>
                    <a:lnTo>
                      <a:pt x="1776" y="1188"/>
                    </a:lnTo>
                    <a:lnTo>
                      <a:pt x="1788" y="1188"/>
                    </a:lnTo>
                    <a:lnTo>
                      <a:pt x="1794" y="1182"/>
                    </a:lnTo>
                    <a:lnTo>
                      <a:pt x="1806" y="1176"/>
                    </a:lnTo>
                    <a:lnTo>
                      <a:pt x="1812" y="1170"/>
                    </a:lnTo>
                    <a:lnTo>
                      <a:pt x="1908" y="1164"/>
                    </a:lnTo>
                    <a:lnTo>
                      <a:pt x="1956" y="1158"/>
                    </a:lnTo>
                    <a:lnTo>
                      <a:pt x="1992" y="1128"/>
                    </a:lnTo>
                    <a:lnTo>
                      <a:pt x="1992" y="1110"/>
                    </a:lnTo>
                    <a:lnTo>
                      <a:pt x="1962" y="1122"/>
                    </a:lnTo>
                    <a:close/>
                    <a:moveTo>
                      <a:pt x="1578" y="1158"/>
                    </a:moveTo>
                    <a:lnTo>
                      <a:pt x="1566" y="1152"/>
                    </a:lnTo>
                    <a:lnTo>
                      <a:pt x="1560" y="1146"/>
                    </a:lnTo>
                    <a:lnTo>
                      <a:pt x="1548" y="1140"/>
                    </a:lnTo>
                    <a:lnTo>
                      <a:pt x="1536" y="1140"/>
                    </a:lnTo>
                    <a:lnTo>
                      <a:pt x="1512" y="1164"/>
                    </a:lnTo>
                    <a:lnTo>
                      <a:pt x="1506" y="1176"/>
                    </a:lnTo>
                    <a:lnTo>
                      <a:pt x="1500" y="1182"/>
                    </a:lnTo>
                    <a:lnTo>
                      <a:pt x="1554" y="1188"/>
                    </a:lnTo>
                    <a:lnTo>
                      <a:pt x="1554" y="1212"/>
                    </a:lnTo>
                    <a:lnTo>
                      <a:pt x="1578" y="1206"/>
                    </a:lnTo>
                    <a:lnTo>
                      <a:pt x="1590" y="1188"/>
                    </a:lnTo>
                    <a:lnTo>
                      <a:pt x="1614" y="1206"/>
                    </a:lnTo>
                    <a:lnTo>
                      <a:pt x="1644" y="1170"/>
                    </a:lnTo>
                    <a:lnTo>
                      <a:pt x="1596" y="1152"/>
                    </a:lnTo>
                    <a:lnTo>
                      <a:pt x="1578" y="115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09" name="India" descr="© INSCALE GmbH, 05.05.2010&#10;http://www.presentationload.com/">
                <a:extLst>
                  <a:ext uri="{FF2B5EF4-FFF2-40B4-BE49-F238E27FC236}">
                    <a16:creationId xmlns:a16="http://schemas.microsoft.com/office/drawing/2014/main" id="{D9DC79C9-0CE2-E44C-926E-A57239AE76B4}"/>
                  </a:ext>
                </a:extLst>
              </p:cNvPr>
              <p:cNvSpPr>
                <a:spLocks noEditPoints="1"/>
              </p:cNvSpPr>
              <p:nvPr/>
            </p:nvSpPr>
            <p:spPr bwMode="gray">
              <a:xfrm>
                <a:off x="7728132" y="2922123"/>
                <a:ext cx="821820" cy="991114"/>
              </a:xfrm>
              <a:custGeom>
                <a:avLst/>
                <a:gdLst>
                  <a:gd name="T0" fmla="*/ 2147483647 w 1956"/>
                  <a:gd name="T1" fmla="*/ 2147483647 h 2358"/>
                  <a:gd name="T2" fmla="*/ 2147483647 w 1956"/>
                  <a:gd name="T3" fmla="*/ 2147483647 h 2358"/>
                  <a:gd name="T4" fmla="*/ 2147483647 w 1956"/>
                  <a:gd name="T5" fmla="*/ 2147483647 h 2358"/>
                  <a:gd name="T6" fmla="*/ 2147483647 w 1956"/>
                  <a:gd name="T7" fmla="*/ 2147483647 h 2358"/>
                  <a:gd name="T8" fmla="*/ 2147483647 w 1956"/>
                  <a:gd name="T9" fmla="*/ 2147483647 h 2358"/>
                  <a:gd name="T10" fmla="*/ 2147483647 w 1956"/>
                  <a:gd name="T11" fmla="*/ 2147483647 h 2358"/>
                  <a:gd name="T12" fmla="*/ 2147483647 w 1956"/>
                  <a:gd name="T13" fmla="*/ 2147483647 h 2358"/>
                  <a:gd name="T14" fmla="*/ 2147483647 w 1956"/>
                  <a:gd name="T15" fmla="*/ 2147483647 h 2358"/>
                  <a:gd name="T16" fmla="*/ 2147483647 w 1956"/>
                  <a:gd name="T17" fmla="*/ 2147483647 h 2358"/>
                  <a:gd name="T18" fmla="*/ 2147483647 w 1956"/>
                  <a:gd name="T19" fmla="*/ 2147483647 h 2358"/>
                  <a:gd name="T20" fmla="*/ 2147483647 w 1956"/>
                  <a:gd name="T21" fmla="*/ 2147483647 h 2358"/>
                  <a:gd name="T22" fmla="*/ 2147483647 w 1956"/>
                  <a:gd name="T23" fmla="*/ 2147483647 h 2358"/>
                  <a:gd name="T24" fmla="*/ 2147483647 w 1956"/>
                  <a:gd name="T25" fmla="*/ 2147483647 h 2358"/>
                  <a:gd name="T26" fmla="*/ 2147483647 w 1956"/>
                  <a:gd name="T27" fmla="*/ 2147483647 h 2358"/>
                  <a:gd name="T28" fmla="*/ 2147483647 w 1956"/>
                  <a:gd name="T29" fmla="*/ 2147483647 h 2358"/>
                  <a:gd name="T30" fmla="*/ 2147483647 w 1956"/>
                  <a:gd name="T31" fmla="*/ 2147483647 h 2358"/>
                  <a:gd name="T32" fmla="*/ 2147483647 w 1956"/>
                  <a:gd name="T33" fmla="*/ 2147483647 h 2358"/>
                  <a:gd name="T34" fmla="*/ 2147483647 w 1956"/>
                  <a:gd name="T35" fmla="*/ 2147483647 h 2358"/>
                  <a:gd name="T36" fmla="*/ 2147483647 w 1956"/>
                  <a:gd name="T37" fmla="*/ 2147483647 h 2358"/>
                  <a:gd name="T38" fmla="*/ 2147483647 w 1956"/>
                  <a:gd name="T39" fmla="*/ 2147483647 h 2358"/>
                  <a:gd name="T40" fmla="*/ 2147483647 w 1956"/>
                  <a:gd name="T41" fmla="*/ 2147483647 h 2358"/>
                  <a:gd name="T42" fmla="*/ 2147483647 w 1956"/>
                  <a:gd name="T43" fmla="*/ 2147483647 h 2358"/>
                  <a:gd name="T44" fmla="*/ 2147483647 w 1956"/>
                  <a:gd name="T45" fmla="*/ 2147483647 h 2358"/>
                  <a:gd name="T46" fmla="*/ 2147483647 w 1956"/>
                  <a:gd name="T47" fmla="*/ 2147483647 h 2358"/>
                  <a:gd name="T48" fmla="*/ 2147483647 w 1956"/>
                  <a:gd name="T49" fmla="*/ 2147483647 h 2358"/>
                  <a:gd name="T50" fmla="*/ 2147483647 w 1956"/>
                  <a:gd name="T51" fmla="*/ 2147483647 h 2358"/>
                  <a:gd name="T52" fmla="*/ 2147483647 w 1956"/>
                  <a:gd name="T53" fmla="*/ 2147483647 h 2358"/>
                  <a:gd name="T54" fmla="*/ 2147483647 w 1956"/>
                  <a:gd name="T55" fmla="*/ 2147483647 h 2358"/>
                  <a:gd name="T56" fmla="*/ 2147483647 w 1956"/>
                  <a:gd name="T57" fmla="*/ 2147483647 h 2358"/>
                  <a:gd name="T58" fmla="*/ 2147483647 w 1956"/>
                  <a:gd name="T59" fmla="*/ 2147483647 h 2358"/>
                  <a:gd name="T60" fmla="*/ 2147483647 w 1956"/>
                  <a:gd name="T61" fmla="*/ 2147483647 h 2358"/>
                  <a:gd name="T62" fmla="*/ 2147483647 w 1956"/>
                  <a:gd name="T63" fmla="*/ 2147483647 h 2358"/>
                  <a:gd name="T64" fmla="*/ 2147483647 w 1956"/>
                  <a:gd name="T65" fmla="*/ 2147483647 h 2358"/>
                  <a:gd name="T66" fmla="*/ 2147483647 w 1956"/>
                  <a:gd name="T67" fmla="*/ 2147483647 h 2358"/>
                  <a:gd name="T68" fmla="*/ 2147483647 w 1956"/>
                  <a:gd name="T69" fmla="*/ 2147483647 h 2358"/>
                  <a:gd name="T70" fmla="*/ 2147483647 w 1956"/>
                  <a:gd name="T71" fmla="*/ 2147483647 h 2358"/>
                  <a:gd name="T72" fmla="*/ 2147483647 w 1956"/>
                  <a:gd name="T73" fmla="*/ 2147483647 h 2358"/>
                  <a:gd name="T74" fmla="*/ 2147483647 w 1956"/>
                  <a:gd name="T75" fmla="*/ 2147483647 h 2358"/>
                  <a:gd name="T76" fmla="*/ 2147483647 w 1956"/>
                  <a:gd name="T77" fmla="*/ 2147483647 h 2358"/>
                  <a:gd name="T78" fmla="*/ 2147483647 w 1956"/>
                  <a:gd name="T79" fmla="*/ 2147483647 h 2358"/>
                  <a:gd name="T80" fmla="*/ 2147483647 w 1956"/>
                  <a:gd name="T81" fmla="*/ 2147483647 h 2358"/>
                  <a:gd name="T82" fmla="*/ 2147483647 w 1956"/>
                  <a:gd name="T83" fmla="*/ 2147483647 h 2358"/>
                  <a:gd name="T84" fmla="*/ 2147483647 w 1956"/>
                  <a:gd name="T85" fmla="*/ 2147483647 h 2358"/>
                  <a:gd name="T86" fmla="*/ 2147483647 w 1956"/>
                  <a:gd name="T87" fmla="*/ 2147483647 h 2358"/>
                  <a:gd name="T88" fmla="*/ 2147483647 w 1956"/>
                  <a:gd name="T89" fmla="*/ 2147483647 h 2358"/>
                  <a:gd name="T90" fmla="*/ 2147483647 w 1956"/>
                  <a:gd name="T91" fmla="*/ 2147483647 h 2358"/>
                  <a:gd name="T92" fmla="*/ 2147483647 w 1956"/>
                  <a:gd name="T93" fmla="*/ 2147483647 h 2358"/>
                  <a:gd name="T94" fmla="*/ 2147483647 w 1956"/>
                  <a:gd name="T95" fmla="*/ 2147483647 h 2358"/>
                  <a:gd name="T96" fmla="*/ 2147483647 w 1956"/>
                  <a:gd name="T97" fmla="*/ 2147483647 h 2358"/>
                  <a:gd name="T98" fmla="*/ 2147483647 w 1956"/>
                  <a:gd name="T99" fmla="*/ 2147483647 h 2358"/>
                  <a:gd name="T100" fmla="*/ 2147483647 w 1956"/>
                  <a:gd name="T101" fmla="*/ 2147483647 h 2358"/>
                  <a:gd name="T102" fmla="*/ 2147483647 w 1956"/>
                  <a:gd name="T103" fmla="*/ 2147483647 h 2358"/>
                  <a:gd name="T104" fmla="*/ 2147483647 w 1956"/>
                  <a:gd name="T105" fmla="*/ 2147483647 h 2358"/>
                  <a:gd name="T106" fmla="*/ 2147483647 w 1956"/>
                  <a:gd name="T107" fmla="*/ 2147483647 h 2358"/>
                  <a:gd name="T108" fmla="*/ 2147483647 w 1956"/>
                  <a:gd name="T109" fmla="*/ 2147483647 h 2358"/>
                  <a:gd name="T110" fmla="*/ 2147483647 w 1956"/>
                  <a:gd name="T111" fmla="*/ 2147483647 h 2358"/>
                  <a:gd name="T112" fmla="*/ 2147483647 w 1956"/>
                  <a:gd name="T113" fmla="*/ 2147483647 h 2358"/>
                  <a:gd name="T114" fmla="*/ 2147483647 w 1956"/>
                  <a:gd name="T115" fmla="*/ 2147483647 h 2358"/>
                  <a:gd name="T116" fmla="*/ 2147483647 w 1956"/>
                  <a:gd name="T117" fmla="*/ 2147483647 h 2358"/>
                  <a:gd name="T118" fmla="*/ 2147483647 w 1956"/>
                  <a:gd name="T119" fmla="*/ 2147483647 h 23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56"/>
                  <a:gd name="T181" fmla="*/ 0 h 2358"/>
                  <a:gd name="T182" fmla="*/ 1956 w 1956"/>
                  <a:gd name="T183" fmla="*/ 2358 h 235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56" h="2358">
                    <a:moveTo>
                      <a:pt x="1806" y="1788"/>
                    </a:moveTo>
                    <a:lnTo>
                      <a:pt x="1794" y="1800"/>
                    </a:lnTo>
                    <a:lnTo>
                      <a:pt x="1782" y="1824"/>
                    </a:lnTo>
                    <a:lnTo>
                      <a:pt x="1782" y="1884"/>
                    </a:lnTo>
                    <a:lnTo>
                      <a:pt x="1788" y="1980"/>
                    </a:lnTo>
                    <a:lnTo>
                      <a:pt x="1800" y="1950"/>
                    </a:lnTo>
                    <a:lnTo>
                      <a:pt x="1800" y="1848"/>
                    </a:lnTo>
                    <a:lnTo>
                      <a:pt x="1806" y="1836"/>
                    </a:lnTo>
                    <a:lnTo>
                      <a:pt x="1806" y="1830"/>
                    </a:lnTo>
                    <a:lnTo>
                      <a:pt x="1812" y="1818"/>
                    </a:lnTo>
                    <a:lnTo>
                      <a:pt x="1812" y="1806"/>
                    </a:lnTo>
                    <a:lnTo>
                      <a:pt x="1818" y="1800"/>
                    </a:lnTo>
                    <a:lnTo>
                      <a:pt x="1812" y="1788"/>
                    </a:lnTo>
                    <a:lnTo>
                      <a:pt x="1806" y="1788"/>
                    </a:lnTo>
                    <a:close/>
                    <a:moveTo>
                      <a:pt x="1794" y="2028"/>
                    </a:moveTo>
                    <a:lnTo>
                      <a:pt x="1788" y="2028"/>
                    </a:lnTo>
                    <a:lnTo>
                      <a:pt x="1782" y="2040"/>
                    </a:lnTo>
                    <a:lnTo>
                      <a:pt x="1782" y="2046"/>
                    </a:lnTo>
                    <a:lnTo>
                      <a:pt x="1788" y="2058"/>
                    </a:lnTo>
                    <a:lnTo>
                      <a:pt x="1788" y="2064"/>
                    </a:lnTo>
                    <a:lnTo>
                      <a:pt x="1794" y="2076"/>
                    </a:lnTo>
                    <a:lnTo>
                      <a:pt x="1800" y="2064"/>
                    </a:lnTo>
                    <a:lnTo>
                      <a:pt x="1800" y="2028"/>
                    </a:lnTo>
                    <a:lnTo>
                      <a:pt x="1794" y="2028"/>
                    </a:lnTo>
                    <a:close/>
                    <a:moveTo>
                      <a:pt x="1890" y="2310"/>
                    </a:moveTo>
                    <a:lnTo>
                      <a:pt x="1884" y="2316"/>
                    </a:lnTo>
                    <a:lnTo>
                      <a:pt x="1884" y="2334"/>
                    </a:lnTo>
                    <a:lnTo>
                      <a:pt x="1890" y="2346"/>
                    </a:lnTo>
                    <a:lnTo>
                      <a:pt x="1896" y="2352"/>
                    </a:lnTo>
                    <a:lnTo>
                      <a:pt x="1908" y="2358"/>
                    </a:lnTo>
                    <a:lnTo>
                      <a:pt x="1908" y="2346"/>
                    </a:lnTo>
                    <a:lnTo>
                      <a:pt x="1902" y="2334"/>
                    </a:lnTo>
                    <a:lnTo>
                      <a:pt x="1902" y="2322"/>
                    </a:lnTo>
                    <a:lnTo>
                      <a:pt x="1896" y="2310"/>
                    </a:lnTo>
                    <a:lnTo>
                      <a:pt x="1890" y="2310"/>
                    </a:lnTo>
                    <a:close/>
                    <a:moveTo>
                      <a:pt x="1920" y="672"/>
                    </a:moveTo>
                    <a:lnTo>
                      <a:pt x="1932" y="660"/>
                    </a:lnTo>
                    <a:lnTo>
                      <a:pt x="1944" y="654"/>
                    </a:lnTo>
                    <a:lnTo>
                      <a:pt x="1950" y="648"/>
                    </a:lnTo>
                    <a:lnTo>
                      <a:pt x="1956" y="648"/>
                    </a:lnTo>
                    <a:lnTo>
                      <a:pt x="1956" y="618"/>
                    </a:lnTo>
                    <a:lnTo>
                      <a:pt x="1950" y="618"/>
                    </a:lnTo>
                    <a:lnTo>
                      <a:pt x="1944" y="612"/>
                    </a:lnTo>
                    <a:lnTo>
                      <a:pt x="1878" y="612"/>
                    </a:lnTo>
                    <a:lnTo>
                      <a:pt x="1878" y="606"/>
                    </a:lnTo>
                    <a:lnTo>
                      <a:pt x="1890" y="594"/>
                    </a:lnTo>
                    <a:lnTo>
                      <a:pt x="1896" y="594"/>
                    </a:lnTo>
                    <a:lnTo>
                      <a:pt x="1878" y="564"/>
                    </a:lnTo>
                    <a:lnTo>
                      <a:pt x="1848" y="564"/>
                    </a:lnTo>
                    <a:lnTo>
                      <a:pt x="1842" y="558"/>
                    </a:lnTo>
                    <a:lnTo>
                      <a:pt x="1848" y="558"/>
                    </a:lnTo>
                    <a:lnTo>
                      <a:pt x="1860" y="546"/>
                    </a:lnTo>
                    <a:lnTo>
                      <a:pt x="1854" y="540"/>
                    </a:lnTo>
                    <a:lnTo>
                      <a:pt x="1818" y="522"/>
                    </a:lnTo>
                    <a:lnTo>
                      <a:pt x="1806" y="534"/>
                    </a:lnTo>
                    <a:lnTo>
                      <a:pt x="1806" y="558"/>
                    </a:lnTo>
                    <a:lnTo>
                      <a:pt x="1788" y="558"/>
                    </a:lnTo>
                    <a:lnTo>
                      <a:pt x="1770" y="546"/>
                    </a:lnTo>
                    <a:lnTo>
                      <a:pt x="1758" y="540"/>
                    </a:lnTo>
                    <a:lnTo>
                      <a:pt x="1740" y="540"/>
                    </a:lnTo>
                    <a:lnTo>
                      <a:pt x="1728" y="552"/>
                    </a:lnTo>
                    <a:lnTo>
                      <a:pt x="1716" y="558"/>
                    </a:lnTo>
                    <a:lnTo>
                      <a:pt x="1692" y="582"/>
                    </a:lnTo>
                    <a:lnTo>
                      <a:pt x="1656" y="582"/>
                    </a:lnTo>
                    <a:lnTo>
                      <a:pt x="1656" y="588"/>
                    </a:lnTo>
                    <a:lnTo>
                      <a:pt x="1662" y="594"/>
                    </a:lnTo>
                    <a:lnTo>
                      <a:pt x="1662" y="618"/>
                    </a:lnTo>
                    <a:lnTo>
                      <a:pt x="1656" y="624"/>
                    </a:lnTo>
                    <a:lnTo>
                      <a:pt x="1626" y="624"/>
                    </a:lnTo>
                    <a:lnTo>
                      <a:pt x="1632" y="636"/>
                    </a:lnTo>
                    <a:lnTo>
                      <a:pt x="1632" y="654"/>
                    </a:lnTo>
                    <a:lnTo>
                      <a:pt x="1620" y="666"/>
                    </a:lnTo>
                    <a:lnTo>
                      <a:pt x="1566" y="666"/>
                    </a:lnTo>
                    <a:lnTo>
                      <a:pt x="1566" y="684"/>
                    </a:lnTo>
                    <a:lnTo>
                      <a:pt x="1572" y="690"/>
                    </a:lnTo>
                    <a:lnTo>
                      <a:pt x="1596" y="690"/>
                    </a:lnTo>
                    <a:lnTo>
                      <a:pt x="1596" y="714"/>
                    </a:lnTo>
                    <a:lnTo>
                      <a:pt x="1608" y="726"/>
                    </a:lnTo>
                    <a:lnTo>
                      <a:pt x="1608" y="732"/>
                    </a:lnTo>
                    <a:lnTo>
                      <a:pt x="1584" y="744"/>
                    </a:lnTo>
                    <a:lnTo>
                      <a:pt x="1572" y="744"/>
                    </a:lnTo>
                    <a:lnTo>
                      <a:pt x="1566" y="738"/>
                    </a:lnTo>
                    <a:lnTo>
                      <a:pt x="1554" y="738"/>
                    </a:lnTo>
                    <a:lnTo>
                      <a:pt x="1542" y="744"/>
                    </a:lnTo>
                    <a:lnTo>
                      <a:pt x="1512" y="744"/>
                    </a:lnTo>
                    <a:lnTo>
                      <a:pt x="1500" y="738"/>
                    </a:lnTo>
                    <a:lnTo>
                      <a:pt x="1482" y="738"/>
                    </a:lnTo>
                    <a:lnTo>
                      <a:pt x="1476" y="744"/>
                    </a:lnTo>
                    <a:lnTo>
                      <a:pt x="1464" y="750"/>
                    </a:lnTo>
                    <a:lnTo>
                      <a:pt x="1440" y="750"/>
                    </a:lnTo>
                    <a:lnTo>
                      <a:pt x="1428" y="738"/>
                    </a:lnTo>
                    <a:lnTo>
                      <a:pt x="1428" y="732"/>
                    </a:lnTo>
                    <a:lnTo>
                      <a:pt x="1428" y="738"/>
                    </a:lnTo>
                    <a:lnTo>
                      <a:pt x="1416" y="738"/>
                    </a:lnTo>
                    <a:lnTo>
                      <a:pt x="1392" y="726"/>
                    </a:lnTo>
                    <a:lnTo>
                      <a:pt x="1374" y="708"/>
                    </a:lnTo>
                    <a:lnTo>
                      <a:pt x="1374" y="696"/>
                    </a:lnTo>
                    <a:lnTo>
                      <a:pt x="1380" y="696"/>
                    </a:lnTo>
                    <a:lnTo>
                      <a:pt x="1374" y="696"/>
                    </a:lnTo>
                    <a:lnTo>
                      <a:pt x="1368" y="690"/>
                    </a:lnTo>
                    <a:lnTo>
                      <a:pt x="1368" y="642"/>
                    </a:lnTo>
                    <a:lnTo>
                      <a:pt x="1362" y="636"/>
                    </a:lnTo>
                    <a:lnTo>
                      <a:pt x="1350" y="630"/>
                    </a:lnTo>
                    <a:lnTo>
                      <a:pt x="1338" y="630"/>
                    </a:lnTo>
                    <a:lnTo>
                      <a:pt x="1326" y="642"/>
                    </a:lnTo>
                    <a:lnTo>
                      <a:pt x="1314" y="648"/>
                    </a:lnTo>
                    <a:lnTo>
                      <a:pt x="1326" y="666"/>
                    </a:lnTo>
                    <a:lnTo>
                      <a:pt x="1326" y="714"/>
                    </a:lnTo>
                    <a:lnTo>
                      <a:pt x="1338" y="738"/>
                    </a:lnTo>
                    <a:lnTo>
                      <a:pt x="1338" y="774"/>
                    </a:lnTo>
                    <a:lnTo>
                      <a:pt x="1272" y="774"/>
                    </a:lnTo>
                    <a:lnTo>
                      <a:pt x="1272" y="762"/>
                    </a:lnTo>
                    <a:lnTo>
                      <a:pt x="1266" y="756"/>
                    </a:lnTo>
                    <a:lnTo>
                      <a:pt x="1260" y="756"/>
                    </a:lnTo>
                    <a:lnTo>
                      <a:pt x="1248" y="762"/>
                    </a:lnTo>
                    <a:lnTo>
                      <a:pt x="1242" y="774"/>
                    </a:lnTo>
                    <a:lnTo>
                      <a:pt x="1236" y="762"/>
                    </a:lnTo>
                    <a:lnTo>
                      <a:pt x="1224" y="756"/>
                    </a:lnTo>
                    <a:lnTo>
                      <a:pt x="1206" y="750"/>
                    </a:lnTo>
                    <a:lnTo>
                      <a:pt x="1188" y="750"/>
                    </a:lnTo>
                    <a:lnTo>
                      <a:pt x="1182" y="756"/>
                    </a:lnTo>
                    <a:lnTo>
                      <a:pt x="1152" y="738"/>
                    </a:lnTo>
                    <a:lnTo>
                      <a:pt x="1134" y="750"/>
                    </a:lnTo>
                    <a:lnTo>
                      <a:pt x="1080" y="696"/>
                    </a:lnTo>
                    <a:lnTo>
                      <a:pt x="1056" y="696"/>
                    </a:lnTo>
                    <a:lnTo>
                      <a:pt x="1056" y="690"/>
                    </a:lnTo>
                    <a:lnTo>
                      <a:pt x="1044" y="678"/>
                    </a:lnTo>
                    <a:lnTo>
                      <a:pt x="1038" y="678"/>
                    </a:lnTo>
                    <a:lnTo>
                      <a:pt x="1032" y="684"/>
                    </a:lnTo>
                    <a:lnTo>
                      <a:pt x="1032" y="702"/>
                    </a:lnTo>
                    <a:lnTo>
                      <a:pt x="1032" y="696"/>
                    </a:lnTo>
                    <a:lnTo>
                      <a:pt x="1026" y="690"/>
                    </a:lnTo>
                    <a:lnTo>
                      <a:pt x="1008" y="690"/>
                    </a:lnTo>
                    <a:lnTo>
                      <a:pt x="996" y="702"/>
                    </a:lnTo>
                    <a:lnTo>
                      <a:pt x="990" y="690"/>
                    </a:lnTo>
                    <a:lnTo>
                      <a:pt x="984" y="684"/>
                    </a:lnTo>
                    <a:lnTo>
                      <a:pt x="960" y="684"/>
                    </a:lnTo>
                    <a:lnTo>
                      <a:pt x="954" y="678"/>
                    </a:lnTo>
                    <a:lnTo>
                      <a:pt x="954" y="666"/>
                    </a:lnTo>
                    <a:lnTo>
                      <a:pt x="942" y="666"/>
                    </a:lnTo>
                    <a:lnTo>
                      <a:pt x="936" y="672"/>
                    </a:lnTo>
                    <a:lnTo>
                      <a:pt x="918" y="672"/>
                    </a:lnTo>
                    <a:lnTo>
                      <a:pt x="912" y="666"/>
                    </a:lnTo>
                    <a:lnTo>
                      <a:pt x="906" y="654"/>
                    </a:lnTo>
                    <a:lnTo>
                      <a:pt x="900" y="648"/>
                    </a:lnTo>
                    <a:lnTo>
                      <a:pt x="888" y="648"/>
                    </a:lnTo>
                    <a:lnTo>
                      <a:pt x="846" y="630"/>
                    </a:lnTo>
                    <a:lnTo>
                      <a:pt x="834" y="612"/>
                    </a:lnTo>
                    <a:lnTo>
                      <a:pt x="810" y="612"/>
                    </a:lnTo>
                    <a:lnTo>
                      <a:pt x="792" y="588"/>
                    </a:lnTo>
                    <a:lnTo>
                      <a:pt x="780" y="594"/>
                    </a:lnTo>
                    <a:lnTo>
                      <a:pt x="750" y="564"/>
                    </a:lnTo>
                    <a:lnTo>
                      <a:pt x="750" y="552"/>
                    </a:lnTo>
                    <a:lnTo>
                      <a:pt x="762" y="540"/>
                    </a:lnTo>
                    <a:lnTo>
                      <a:pt x="768" y="540"/>
                    </a:lnTo>
                    <a:lnTo>
                      <a:pt x="756" y="528"/>
                    </a:lnTo>
                    <a:lnTo>
                      <a:pt x="756" y="522"/>
                    </a:lnTo>
                    <a:lnTo>
                      <a:pt x="762" y="516"/>
                    </a:lnTo>
                    <a:lnTo>
                      <a:pt x="756" y="504"/>
                    </a:lnTo>
                    <a:lnTo>
                      <a:pt x="780" y="480"/>
                    </a:lnTo>
                    <a:lnTo>
                      <a:pt x="786" y="456"/>
                    </a:lnTo>
                    <a:lnTo>
                      <a:pt x="762" y="438"/>
                    </a:lnTo>
                    <a:lnTo>
                      <a:pt x="750" y="438"/>
                    </a:lnTo>
                    <a:lnTo>
                      <a:pt x="738" y="432"/>
                    </a:lnTo>
                    <a:lnTo>
                      <a:pt x="738" y="414"/>
                    </a:lnTo>
                    <a:lnTo>
                      <a:pt x="720" y="420"/>
                    </a:lnTo>
                    <a:lnTo>
                      <a:pt x="702" y="402"/>
                    </a:lnTo>
                    <a:lnTo>
                      <a:pt x="696" y="402"/>
                    </a:lnTo>
                    <a:lnTo>
                      <a:pt x="690" y="396"/>
                    </a:lnTo>
                    <a:lnTo>
                      <a:pt x="678" y="396"/>
                    </a:lnTo>
                    <a:lnTo>
                      <a:pt x="666" y="390"/>
                    </a:lnTo>
                    <a:lnTo>
                      <a:pt x="654" y="378"/>
                    </a:lnTo>
                    <a:lnTo>
                      <a:pt x="648" y="366"/>
                    </a:lnTo>
                    <a:lnTo>
                      <a:pt x="618" y="366"/>
                    </a:lnTo>
                    <a:lnTo>
                      <a:pt x="612" y="360"/>
                    </a:lnTo>
                    <a:lnTo>
                      <a:pt x="612" y="342"/>
                    </a:lnTo>
                    <a:lnTo>
                      <a:pt x="618" y="336"/>
                    </a:lnTo>
                    <a:lnTo>
                      <a:pt x="618" y="324"/>
                    </a:lnTo>
                    <a:lnTo>
                      <a:pt x="612" y="324"/>
                    </a:lnTo>
                    <a:lnTo>
                      <a:pt x="600" y="312"/>
                    </a:lnTo>
                    <a:lnTo>
                      <a:pt x="594" y="300"/>
                    </a:lnTo>
                    <a:lnTo>
                      <a:pt x="588" y="294"/>
                    </a:lnTo>
                    <a:lnTo>
                      <a:pt x="588" y="276"/>
                    </a:lnTo>
                    <a:lnTo>
                      <a:pt x="594" y="276"/>
                    </a:lnTo>
                    <a:lnTo>
                      <a:pt x="600" y="270"/>
                    </a:lnTo>
                    <a:lnTo>
                      <a:pt x="612" y="270"/>
                    </a:lnTo>
                    <a:lnTo>
                      <a:pt x="612" y="288"/>
                    </a:lnTo>
                    <a:lnTo>
                      <a:pt x="624" y="300"/>
                    </a:lnTo>
                    <a:lnTo>
                      <a:pt x="636" y="282"/>
                    </a:lnTo>
                    <a:lnTo>
                      <a:pt x="642" y="282"/>
                    </a:lnTo>
                    <a:lnTo>
                      <a:pt x="648" y="276"/>
                    </a:lnTo>
                    <a:lnTo>
                      <a:pt x="660" y="270"/>
                    </a:lnTo>
                    <a:lnTo>
                      <a:pt x="660" y="258"/>
                    </a:lnTo>
                    <a:lnTo>
                      <a:pt x="642" y="240"/>
                    </a:lnTo>
                    <a:lnTo>
                      <a:pt x="636" y="228"/>
                    </a:lnTo>
                    <a:lnTo>
                      <a:pt x="630" y="222"/>
                    </a:lnTo>
                    <a:lnTo>
                      <a:pt x="618" y="222"/>
                    </a:lnTo>
                    <a:lnTo>
                      <a:pt x="594" y="210"/>
                    </a:lnTo>
                    <a:lnTo>
                      <a:pt x="594" y="186"/>
                    </a:lnTo>
                    <a:lnTo>
                      <a:pt x="612" y="180"/>
                    </a:lnTo>
                    <a:lnTo>
                      <a:pt x="594" y="156"/>
                    </a:lnTo>
                    <a:lnTo>
                      <a:pt x="624" y="156"/>
                    </a:lnTo>
                    <a:lnTo>
                      <a:pt x="636" y="150"/>
                    </a:lnTo>
                    <a:lnTo>
                      <a:pt x="642" y="138"/>
                    </a:lnTo>
                    <a:lnTo>
                      <a:pt x="642" y="114"/>
                    </a:lnTo>
                    <a:lnTo>
                      <a:pt x="636" y="108"/>
                    </a:lnTo>
                    <a:lnTo>
                      <a:pt x="636" y="102"/>
                    </a:lnTo>
                    <a:lnTo>
                      <a:pt x="654" y="102"/>
                    </a:lnTo>
                    <a:lnTo>
                      <a:pt x="660" y="96"/>
                    </a:lnTo>
                    <a:lnTo>
                      <a:pt x="660" y="36"/>
                    </a:lnTo>
                    <a:lnTo>
                      <a:pt x="618" y="36"/>
                    </a:lnTo>
                    <a:lnTo>
                      <a:pt x="594" y="12"/>
                    </a:lnTo>
                    <a:lnTo>
                      <a:pt x="576" y="0"/>
                    </a:lnTo>
                    <a:lnTo>
                      <a:pt x="564" y="0"/>
                    </a:lnTo>
                    <a:lnTo>
                      <a:pt x="540" y="12"/>
                    </a:lnTo>
                    <a:lnTo>
                      <a:pt x="522" y="18"/>
                    </a:lnTo>
                    <a:lnTo>
                      <a:pt x="516" y="30"/>
                    </a:lnTo>
                    <a:lnTo>
                      <a:pt x="504" y="36"/>
                    </a:lnTo>
                    <a:lnTo>
                      <a:pt x="480" y="36"/>
                    </a:lnTo>
                    <a:lnTo>
                      <a:pt x="456" y="72"/>
                    </a:lnTo>
                    <a:lnTo>
                      <a:pt x="432" y="78"/>
                    </a:lnTo>
                    <a:lnTo>
                      <a:pt x="432" y="96"/>
                    </a:lnTo>
                    <a:lnTo>
                      <a:pt x="408" y="96"/>
                    </a:lnTo>
                    <a:lnTo>
                      <a:pt x="402" y="102"/>
                    </a:lnTo>
                    <a:lnTo>
                      <a:pt x="396" y="96"/>
                    </a:lnTo>
                    <a:lnTo>
                      <a:pt x="390" y="102"/>
                    </a:lnTo>
                    <a:lnTo>
                      <a:pt x="378" y="108"/>
                    </a:lnTo>
                    <a:lnTo>
                      <a:pt x="372" y="114"/>
                    </a:lnTo>
                    <a:lnTo>
                      <a:pt x="360" y="120"/>
                    </a:lnTo>
                    <a:lnTo>
                      <a:pt x="348" y="120"/>
                    </a:lnTo>
                    <a:lnTo>
                      <a:pt x="348" y="108"/>
                    </a:lnTo>
                    <a:lnTo>
                      <a:pt x="342" y="102"/>
                    </a:lnTo>
                    <a:lnTo>
                      <a:pt x="324" y="102"/>
                    </a:lnTo>
                    <a:lnTo>
                      <a:pt x="306" y="96"/>
                    </a:lnTo>
                    <a:lnTo>
                      <a:pt x="264" y="96"/>
                    </a:lnTo>
                    <a:lnTo>
                      <a:pt x="240" y="108"/>
                    </a:lnTo>
                    <a:lnTo>
                      <a:pt x="234" y="120"/>
                    </a:lnTo>
                    <a:lnTo>
                      <a:pt x="234" y="126"/>
                    </a:lnTo>
                    <a:lnTo>
                      <a:pt x="258" y="144"/>
                    </a:lnTo>
                    <a:lnTo>
                      <a:pt x="252" y="156"/>
                    </a:lnTo>
                    <a:lnTo>
                      <a:pt x="282" y="162"/>
                    </a:lnTo>
                    <a:lnTo>
                      <a:pt x="276" y="168"/>
                    </a:lnTo>
                    <a:lnTo>
                      <a:pt x="270" y="180"/>
                    </a:lnTo>
                    <a:lnTo>
                      <a:pt x="264" y="186"/>
                    </a:lnTo>
                    <a:lnTo>
                      <a:pt x="264" y="192"/>
                    </a:lnTo>
                    <a:lnTo>
                      <a:pt x="276" y="204"/>
                    </a:lnTo>
                    <a:lnTo>
                      <a:pt x="282" y="204"/>
                    </a:lnTo>
                    <a:lnTo>
                      <a:pt x="282" y="210"/>
                    </a:lnTo>
                    <a:lnTo>
                      <a:pt x="276" y="222"/>
                    </a:lnTo>
                    <a:lnTo>
                      <a:pt x="276" y="234"/>
                    </a:lnTo>
                    <a:lnTo>
                      <a:pt x="294" y="234"/>
                    </a:lnTo>
                    <a:lnTo>
                      <a:pt x="306" y="252"/>
                    </a:lnTo>
                    <a:lnTo>
                      <a:pt x="324" y="252"/>
                    </a:lnTo>
                    <a:lnTo>
                      <a:pt x="330" y="288"/>
                    </a:lnTo>
                    <a:lnTo>
                      <a:pt x="366" y="288"/>
                    </a:lnTo>
                    <a:lnTo>
                      <a:pt x="378" y="294"/>
                    </a:lnTo>
                    <a:lnTo>
                      <a:pt x="384" y="300"/>
                    </a:lnTo>
                    <a:lnTo>
                      <a:pt x="384" y="306"/>
                    </a:lnTo>
                    <a:lnTo>
                      <a:pt x="378" y="312"/>
                    </a:lnTo>
                    <a:lnTo>
                      <a:pt x="354" y="324"/>
                    </a:lnTo>
                    <a:lnTo>
                      <a:pt x="342" y="324"/>
                    </a:lnTo>
                    <a:lnTo>
                      <a:pt x="336" y="330"/>
                    </a:lnTo>
                    <a:lnTo>
                      <a:pt x="336" y="366"/>
                    </a:lnTo>
                    <a:lnTo>
                      <a:pt x="342" y="378"/>
                    </a:lnTo>
                    <a:lnTo>
                      <a:pt x="354" y="390"/>
                    </a:lnTo>
                    <a:lnTo>
                      <a:pt x="354" y="396"/>
                    </a:lnTo>
                    <a:lnTo>
                      <a:pt x="324" y="414"/>
                    </a:lnTo>
                    <a:lnTo>
                      <a:pt x="300" y="450"/>
                    </a:lnTo>
                    <a:lnTo>
                      <a:pt x="318" y="474"/>
                    </a:lnTo>
                    <a:lnTo>
                      <a:pt x="306" y="474"/>
                    </a:lnTo>
                    <a:lnTo>
                      <a:pt x="300" y="480"/>
                    </a:lnTo>
                    <a:lnTo>
                      <a:pt x="288" y="486"/>
                    </a:lnTo>
                    <a:lnTo>
                      <a:pt x="282" y="492"/>
                    </a:lnTo>
                    <a:lnTo>
                      <a:pt x="282" y="504"/>
                    </a:lnTo>
                    <a:lnTo>
                      <a:pt x="276" y="522"/>
                    </a:lnTo>
                    <a:lnTo>
                      <a:pt x="276" y="534"/>
                    </a:lnTo>
                    <a:lnTo>
                      <a:pt x="270" y="552"/>
                    </a:lnTo>
                    <a:lnTo>
                      <a:pt x="258" y="564"/>
                    </a:lnTo>
                    <a:lnTo>
                      <a:pt x="234" y="576"/>
                    </a:lnTo>
                    <a:lnTo>
                      <a:pt x="228" y="582"/>
                    </a:lnTo>
                    <a:lnTo>
                      <a:pt x="228" y="588"/>
                    </a:lnTo>
                    <a:lnTo>
                      <a:pt x="222" y="594"/>
                    </a:lnTo>
                    <a:lnTo>
                      <a:pt x="222" y="612"/>
                    </a:lnTo>
                    <a:lnTo>
                      <a:pt x="204" y="624"/>
                    </a:lnTo>
                    <a:lnTo>
                      <a:pt x="204" y="630"/>
                    </a:lnTo>
                    <a:lnTo>
                      <a:pt x="198" y="636"/>
                    </a:lnTo>
                    <a:lnTo>
                      <a:pt x="192" y="648"/>
                    </a:lnTo>
                    <a:lnTo>
                      <a:pt x="186" y="654"/>
                    </a:lnTo>
                    <a:lnTo>
                      <a:pt x="168" y="654"/>
                    </a:lnTo>
                    <a:lnTo>
                      <a:pt x="162" y="648"/>
                    </a:lnTo>
                    <a:lnTo>
                      <a:pt x="156" y="654"/>
                    </a:lnTo>
                    <a:lnTo>
                      <a:pt x="132" y="666"/>
                    </a:lnTo>
                    <a:lnTo>
                      <a:pt x="126" y="666"/>
                    </a:lnTo>
                    <a:lnTo>
                      <a:pt x="120" y="660"/>
                    </a:lnTo>
                    <a:lnTo>
                      <a:pt x="120" y="648"/>
                    </a:lnTo>
                    <a:lnTo>
                      <a:pt x="114" y="642"/>
                    </a:lnTo>
                    <a:lnTo>
                      <a:pt x="108" y="642"/>
                    </a:lnTo>
                    <a:lnTo>
                      <a:pt x="96" y="648"/>
                    </a:lnTo>
                    <a:lnTo>
                      <a:pt x="84" y="660"/>
                    </a:lnTo>
                    <a:lnTo>
                      <a:pt x="84" y="666"/>
                    </a:lnTo>
                    <a:lnTo>
                      <a:pt x="78" y="678"/>
                    </a:lnTo>
                    <a:lnTo>
                      <a:pt x="72" y="684"/>
                    </a:lnTo>
                    <a:lnTo>
                      <a:pt x="66" y="696"/>
                    </a:lnTo>
                    <a:lnTo>
                      <a:pt x="54" y="708"/>
                    </a:lnTo>
                    <a:lnTo>
                      <a:pt x="48" y="720"/>
                    </a:lnTo>
                    <a:lnTo>
                      <a:pt x="48" y="744"/>
                    </a:lnTo>
                    <a:lnTo>
                      <a:pt x="54" y="750"/>
                    </a:lnTo>
                    <a:lnTo>
                      <a:pt x="66" y="756"/>
                    </a:lnTo>
                    <a:lnTo>
                      <a:pt x="72" y="756"/>
                    </a:lnTo>
                    <a:lnTo>
                      <a:pt x="102" y="750"/>
                    </a:lnTo>
                    <a:lnTo>
                      <a:pt x="102" y="768"/>
                    </a:lnTo>
                    <a:lnTo>
                      <a:pt x="96" y="798"/>
                    </a:lnTo>
                    <a:lnTo>
                      <a:pt x="102" y="804"/>
                    </a:lnTo>
                    <a:lnTo>
                      <a:pt x="108" y="816"/>
                    </a:lnTo>
                    <a:lnTo>
                      <a:pt x="120" y="828"/>
                    </a:lnTo>
                    <a:lnTo>
                      <a:pt x="144" y="828"/>
                    </a:lnTo>
                    <a:lnTo>
                      <a:pt x="144" y="852"/>
                    </a:lnTo>
                    <a:lnTo>
                      <a:pt x="168" y="894"/>
                    </a:lnTo>
                    <a:lnTo>
                      <a:pt x="174" y="906"/>
                    </a:lnTo>
                    <a:lnTo>
                      <a:pt x="180" y="912"/>
                    </a:lnTo>
                    <a:lnTo>
                      <a:pt x="180" y="936"/>
                    </a:lnTo>
                    <a:lnTo>
                      <a:pt x="168" y="942"/>
                    </a:lnTo>
                    <a:lnTo>
                      <a:pt x="162" y="948"/>
                    </a:lnTo>
                    <a:lnTo>
                      <a:pt x="144" y="948"/>
                    </a:lnTo>
                    <a:lnTo>
                      <a:pt x="138" y="942"/>
                    </a:lnTo>
                    <a:lnTo>
                      <a:pt x="138" y="930"/>
                    </a:lnTo>
                    <a:lnTo>
                      <a:pt x="132" y="930"/>
                    </a:lnTo>
                    <a:lnTo>
                      <a:pt x="120" y="936"/>
                    </a:lnTo>
                    <a:lnTo>
                      <a:pt x="108" y="948"/>
                    </a:lnTo>
                    <a:lnTo>
                      <a:pt x="84" y="948"/>
                    </a:lnTo>
                    <a:lnTo>
                      <a:pt x="78" y="942"/>
                    </a:lnTo>
                    <a:lnTo>
                      <a:pt x="78" y="936"/>
                    </a:lnTo>
                    <a:lnTo>
                      <a:pt x="54" y="948"/>
                    </a:lnTo>
                    <a:lnTo>
                      <a:pt x="48" y="942"/>
                    </a:lnTo>
                    <a:lnTo>
                      <a:pt x="36" y="936"/>
                    </a:lnTo>
                    <a:lnTo>
                      <a:pt x="24" y="936"/>
                    </a:lnTo>
                    <a:lnTo>
                      <a:pt x="12" y="948"/>
                    </a:lnTo>
                    <a:lnTo>
                      <a:pt x="12" y="960"/>
                    </a:lnTo>
                    <a:lnTo>
                      <a:pt x="18" y="966"/>
                    </a:lnTo>
                    <a:lnTo>
                      <a:pt x="0" y="972"/>
                    </a:lnTo>
                    <a:lnTo>
                      <a:pt x="36" y="972"/>
                    </a:lnTo>
                    <a:lnTo>
                      <a:pt x="30" y="984"/>
                    </a:lnTo>
                    <a:lnTo>
                      <a:pt x="30" y="1014"/>
                    </a:lnTo>
                    <a:lnTo>
                      <a:pt x="36" y="1026"/>
                    </a:lnTo>
                    <a:lnTo>
                      <a:pt x="48" y="1032"/>
                    </a:lnTo>
                    <a:lnTo>
                      <a:pt x="66" y="1038"/>
                    </a:lnTo>
                    <a:lnTo>
                      <a:pt x="120" y="1038"/>
                    </a:lnTo>
                    <a:lnTo>
                      <a:pt x="132" y="1032"/>
                    </a:lnTo>
                    <a:lnTo>
                      <a:pt x="150" y="1014"/>
                    </a:lnTo>
                    <a:lnTo>
                      <a:pt x="162" y="1008"/>
                    </a:lnTo>
                    <a:lnTo>
                      <a:pt x="168" y="1020"/>
                    </a:lnTo>
                    <a:lnTo>
                      <a:pt x="168" y="1026"/>
                    </a:lnTo>
                    <a:lnTo>
                      <a:pt x="162" y="1038"/>
                    </a:lnTo>
                    <a:lnTo>
                      <a:pt x="144" y="1056"/>
                    </a:lnTo>
                    <a:lnTo>
                      <a:pt x="120" y="1068"/>
                    </a:lnTo>
                    <a:lnTo>
                      <a:pt x="114" y="1074"/>
                    </a:lnTo>
                    <a:lnTo>
                      <a:pt x="90" y="1074"/>
                    </a:lnTo>
                    <a:lnTo>
                      <a:pt x="78" y="1080"/>
                    </a:lnTo>
                    <a:lnTo>
                      <a:pt x="60" y="1086"/>
                    </a:lnTo>
                    <a:lnTo>
                      <a:pt x="48" y="1092"/>
                    </a:lnTo>
                    <a:lnTo>
                      <a:pt x="42" y="1098"/>
                    </a:lnTo>
                    <a:lnTo>
                      <a:pt x="54" y="1122"/>
                    </a:lnTo>
                    <a:lnTo>
                      <a:pt x="66" y="1128"/>
                    </a:lnTo>
                    <a:lnTo>
                      <a:pt x="78" y="1140"/>
                    </a:lnTo>
                    <a:lnTo>
                      <a:pt x="96" y="1152"/>
                    </a:lnTo>
                    <a:lnTo>
                      <a:pt x="108" y="1164"/>
                    </a:lnTo>
                    <a:lnTo>
                      <a:pt x="132" y="1182"/>
                    </a:lnTo>
                    <a:lnTo>
                      <a:pt x="162" y="1206"/>
                    </a:lnTo>
                    <a:lnTo>
                      <a:pt x="204" y="1224"/>
                    </a:lnTo>
                    <a:lnTo>
                      <a:pt x="240" y="1218"/>
                    </a:lnTo>
                    <a:lnTo>
                      <a:pt x="270" y="1200"/>
                    </a:lnTo>
                    <a:lnTo>
                      <a:pt x="294" y="1176"/>
                    </a:lnTo>
                    <a:lnTo>
                      <a:pt x="300" y="1158"/>
                    </a:lnTo>
                    <a:lnTo>
                      <a:pt x="300" y="1128"/>
                    </a:lnTo>
                    <a:lnTo>
                      <a:pt x="306" y="1116"/>
                    </a:lnTo>
                    <a:lnTo>
                      <a:pt x="318" y="1104"/>
                    </a:lnTo>
                    <a:lnTo>
                      <a:pt x="324" y="1092"/>
                    </a:lnTo>
                    <a:lnTo>
                      <a:pt x="330" y="1086"/>
                    </a:lnTo>
                    <a:lnTo>
                      <a:pt x="342" y="1086"/>
                    </a:lnTo>
                    <a:lnTo>
                      <a:pt x="348" y="1080"/>
                    </a:lnTo>
                    <a:lnTo>
                      <a:pt x="354" y="1080"/>
                    </a:lnTo>
                    <a:lnTo>
                      <a:pt x="360" y="1086"/>
                    </a:lnTo>
                    <a:lnTo>
                      <a:pt x="360" y="1098"/>
                    </a:lnTo>
                    <a:lnTo>
                      <a:pt x="348" y="1110"/>
                    </a:lnTo>
                    <a:lnTo>
                      <a:pt x="336" y="1128"/>
                    </a:lnTo>
                    <a:lnTo>
                      <a:pt x="324" y="1140"/>
                    </a:lnTo>
                    <a:lnTo>
                      <a:pt x="318" y="1152"/>
                    </a:lnTo>
                    <a:lnTo>
                      <a:pt x="318" y="1164"/>
                    </a:lnTo>
                    <a:lnTo>
                      <a:pt x="324" y="1176"/>
                    </a:lnTo>
                    <a:lnTo>
                      <a:pt x="336" y="1182"/>
                    </a:lnTo>
                    <a:lnTo>
                      <a:pt x="342" y="1182"/>
                    </a:lnTo>
                    <a:lnTo>
                      <a:pt x="354" y="1194"/>
                    </a:lnTo>
                    <a:lnTo>
                      <a:pt x="354" y="1206"/>
                    </a:lnTo>
                    <a:lnTo>
                      <a:pt x="348" y="1242"/>
                    </a:lnTo>
                    <a:lnTo>
                      <a:pt x="342" y="1284"/>
                    </a:lnTo>
                    <a:lnTo>
                      <a:pt x="336" y="1338"/>
                    </a:lnTo>
                    <a:lnTo>
                      <a:pt x="342" y="1398"/>
                    </a:lnTo>
                    <a:lnTo>
                      <a:pt x="354" y="1446"/>
                    </a:lnTo>
                    <a:lnTo>
                      <a:pt x="384" y="1536"/>
                    </a:lnTo>
                    <a:lnTo>
                      <a:pt x="402" y="1554"/>
                    </a:lnTo>
                    <a:lnTo>
                      <a:pt x="402" y="1596"/>
                    </a:lnTo>
                    <a:lnTo>
                      <a:pt x="414" y="1620"/>
                    </a:lnTo>
                    <a:lnTo>
                      <a:pt x="426" y="1626"/>
                    </a:lnTo>
                    <a:lnTo>
                      <a:pt x="438" y="1626"/>
                    </a:lnTo>
                    <a:lnTo>
                      <a:pt x="444" y="1632"/>
                    </a:lnTo>
                    <a:lnTo>
                      <a:pt x="450" y="1632"/>
                    </a:lnTo>
                    <a:lnTo>
                      <a:pt x="450" y="1644"/>
                    </a:lnTo>
                    <a:lnTo>
                      <a:pt x="456" y="1656"/>
                    </a:lnTo>
                    <a:lnTo>
                      <a:pt x="456" y="1674"/>
                    </a:lnTo>
                    <a:lnTo>
                      <a:pt x="474" y="1710"/>
                    </a:lnTo>
                    <a:lnTo>
                      <a:pt x="498" y="1722"/>
                    </a:lnTo>
                    <a:lnTo>
                      <a:pt x="504" y="1728"/>
                    </a:lnTo>
                    <a:lnTo>
                      <a:pt x="510" y="1728"/>
                    </a:lnTo>
                    <a:lnTo>
                      <a:pt x="510" y="1746"/>
                    </a:lnTo>
                    <a:lnTo>
                      <a:pt x="516" y="1782"/>
                    </a:lnTo>
                    <a:lnTo>
                      <a:pt x="522" y="1830"/>
                    </a:lnTo>
                    <a:lnTo>
                      <a:pt x="534" y="1872"/>
                    </a:lnTo>
                    <a:lnTo>
                      <a:pt x="552" y="1908"/>
                    </a:lnTo>
                    <a:lnTo>
                      <a:pt x="576" y="1944"/>
                    </a:lnTo>
                    <a:lnTo>
                      <a:pt x="600" y="1974"/>
                    </a:lnTo>
                    <a:lnTo>
                      <a:pt x="612" y="1998"/>
                    </a:lnTo>
                    <a:lnTo>
                      <a:pt x="618" y="2016"/>
                    </a:lnTo>
                    <a:lnTo>
                      <a:pt x="618" y="2070"/>
                    </a:lnTo>
                    <a:lnTo>
                      <a:pt x="624" y="2094"/>
                    </a:lnTo>
                    <a:lnTo>
                      <a:pt x="642" y="2124"/>
                    </a:lnTo>
                    <a:lnTo>
                      <a:pt x="672" y="2166"/>
                    </a:lnTo>
                    <a:lnTo>
                      <a:pt x="696" y="2202"/>
                    </a:lnTo>
                    <a:lnTo>
                      <a:pt x="714" y="2232"/>
                    </a:lnTo>
                    <a:lnTo>
                      <a:pt x="720" y="2244"/>
                    </a:lnTo>
                    <a:lnTo>
                      <a:pt x="726" y="2244"/>
                    </a:lnTo>
                    <a:lnTo>
                      <a:pt x="732" y="2238"/>
                    </a:lnTo>
                    <a:lnTo>
                      <a:pt x="744" y="2238"/>
                    </a:lnTo>
                    <a:lnTo>
                      <a:pt x="768" y="2226"/>
                    </a:lnTo>
                    <a:lnTo>
                      <a:pt x="774" y="2220"/>
                    </a:lnTo>
                    <a:lnTo>
                      <a:pt x="780" y="2208"/>
                    </a:lnTo>
                    <a:lnTo>
                      <a:pt x="780" y="2172"/>
                    </a:lnTo>
                    <a:lnTo>
                      <a:pt x="786" y="2160"/>
                    </a:lnTo>
                    <a:lnTo>
                      <a:pt x="798" y="2154"/>
                    </a:lnTo>
                    <a:lnTo>
                      <a:pt x="804" y="2154"/>
                    </a:lnTo>
                    <a:lnTo>
                      <a:pt x="810" y="2160"/>
                    </a:lnTo>
                    <a:lnTo>
                      <a:pt x="828" y="2160"/>
                    </a:lnTo>
                    <a:lnTo>
                      <a:pt x="834" y="2154"/>
                    </a:lnTo>
                    <a:lnTo>
                      <a:pt x="846" y="2148"/>
                    </a:lnTo>
                    <a:lnTo>
                      <a:pt x="852" y="2142"/>
                    </a:lnTo>
                    <a:lnTo>
                      <a:pt x="864" y="2136"/>
                    </a:lnTo>
                    <a:lnTo>
                      <a:pt x="852" y="2136"/>
                    </a:lnTo>
                    <a:lnTo>
                      <a:pt x="846" y="2130"/>
                    </a:lnTo>
                    <a:lnTo>
                      <a:pt x="846" y="2118"/>
                    </a:lnTo>
                    <a:lnTo>
                      <a:pt x="852" y="2100"/>
                    </a:lnTo>
                    <a:lnTo>
                      <a:pt x="858" y="2088"/>
                    </a:lnTo>
                    <a:lnTo>
                      <a:pt x="906" y="2064"/>
                    </a:lnTo>
                    <a:lnTo>
                      <a:pt x="918" y="2052"/>
                    </a:lnTo>
                    <a:lnTo>
                      <a:pt x="918" y="2040"/>
                    </a:lnTo>
                    <a:lnTo>
                      <a:pt x="912" y="2028"/>
                    </a:lnTo>
                    <a:lnTo>
                      <a:pt x="912" y="2010"/>
                    </a:lnTo>
                    <a:lnTo>
                      <a:pt x="900" y="1974"/>
                    </a:lnTo>
                    <a:lnTo>
                      <a:pt x="900" y="1908"/>
                    </a:lnTo>
                    <a:lnTo>
                      <a:pt x="906" y="1890"/>
                    </a:lnTo>
                    <a:lnTo>
                      <a:pt x="906" y="1884"/>
                    </a:lnTo>
                    <a:lnTo>
                      <a:pt x="912" y="1878"/>
                    </a:lnTo>
                    <a:lnTo>
                      <a:pt x="912" y="1860"/>
                    </a:lnTo>
                    <a:lnTo>
                      <a:pt x="918" y="1842"/>
                    </a:lnTo>
                    <a:lnTo>
                      <a:pt x="918" y="1800"/>
                    </a:lnTo>
                    <a:lnTo>
                      <a:pt x="906" y="1776"/>
                    </a:lnTo>
                    <a:lnTo>
                      <a:pt x="888" y="1758"/>
                    </a:lnTo>
                    <a:lnTo>
                      <a:pt x="888" y="1728"/>
                    </a:lnTo>
                    <a:lnTo>
                      <a:pt x="894" y="1722"/>
                    </a:lnTo>
                    <a:lnTo>
                      <a:pt x="900" y="1710"/>
                    </a:lnTo>
                    <a:lnTo>
                      <a:pt x="900" y="1698"/>
                    </a:lnTo>
                    <a:lnTo>
                      <a:pt x="894" y="1686"/>
                    </a:lnTo>
                    <a:lnTo>
                      <a:pt x="894" y="1644"/>
                    </a:lnTo>
                    <a:lnTo>
                      <a:pt x="918" y="1632"/>
                    </a:lnTo>
                    <a:lnTo>
                      <a:pt x="924" y="1632"/>
                    </a:lnTo>
                    <a:lnTo>
                      <a:pt x="948" y="1620"/>
                    </a:lnTo>
                    <a:lnTo>
                      <a:pt x="948" y="1596"/>
                    </a:lnTo>
                    <a:lnTo>
                      <a:pt x="954" y="1584"/>
                    </a:lnTo>
                    <a:lnTo>
                      <a:pt x="960" y="1578"/>
                    </a:lnTo>
                    <a:lnTo>
                      <a:pt x="972" y="1572"/>
                    </a:lnTo>
                    <a:lnTo>
                      <a:pt x="990" y="1572"/>
                    </a:lnTo>
                    <a:lnTo>
                      <a:pt x="996" y="1560"/>
                    </a:lnTo>
                    <a:lnTo>
                      <a:pt x="1002" y="1566"/>
                    </a:lnTo>
                    <a:lnTo>
                      <a:pt x="1032" y="1566"/>
                    </a:lnTo>
                    <a:lnTo>
                      <a:pt x="1032" y="1548"/>
                    </a:lnTo>
                    <a:lnTo>
                      <a:pt x="1038" y="1530"/>
                    </a:lnTo>
                    <a:lnTo>
                      <a:pt x="1050" y="1518"/>
                    </a:lnTo>
                    <a:lnTo>
                      <a:pt x="1056" y="1500"/>
                    </a:lnTo>
                    <a:lnTo>
                      <a:pt x="1068" y="1488"/>
                    </a:lnTo>
                    <a:lnTo>
                      <a:pt x="1074" y="1476"/>
                    </a:lnTo>
                    <a:lnTo>
                      <a:pt x="1086" y="1470"/>
                    </a:lnTo>
                    <a:lnTo>
                      <a:pt x="1092" y="1464"/>
                    </a:lnTo>
                    <a:lnTo>
                      <a:pt x="1110" y="1458"/>
                    </a:lnTo>
                    <a:lnTo>
                      <a:pt x="1116" y="1452"/>
                    </a:lnTo>
                    <a:lnTo>
                      <a:pt x="1128" y="1446"/>
                    </a:lnTo>
                    <a:lnTo>
                      <a:pt x="1134" y="1428"/>
                    </a:lnTo>
                    <a:lnTo>
                      <a:pt x="1158" y="1380"/>
                    </a:lnTo>
                    <a:lnTo>
                      <a:pt x="1176" y="1362"/>
                    </a:lnTo>
                    <a:lnTo>
                      <a:pt x="1188" y="1356"/>
                    </a:lnTo>
                    <a:lnTo>
                      <a:pt x="1206" y="1344"/>
                    </a:lnTo>
                    <a:lnTo>
                      <a:pt x="1218" y="1338"/>
                    </a:lnTo>
                    <a:lnTo>
                      <a:pt x="1236" y="1320"/>
                    </a:lnTo>
                    <a:lnTo>
                      <a:pt x="1242" y="1320"/>
                    </a:lnTo>
                    <a:lnTo>
                      <a:pt x="1230" y="1290"/>
                    </a:lnTo>
                    <a:lnTo>
                      <a:pt x="1236" y="1284"/>
                    </a:lnTo>
                    <a:lnTo>
                      <a:pt x="1260" y="1314"/>
                    </a:lnTo>
                    <a:lnTo>
                      <a:pt x="1320" y="1254"/>
                    </a:lnTo>
                    <a:lnTo>
                      <a:pt x="1332" y="1230"/>
                    </a:lnTo>
                    <a:lnTo>
                      <a:pt x="1326" y="1224"/>
                    </a:lnTo>
                    <a:lnTo>
                      <a:pt x="1320" y="1212"/>
                    </a:lnTo>
                    <a:lnTo>
                      <a:pt x="1314" y="1206"/>
                    </a:lnTo>
                    <a:lnTo>
                      <a:pt x="1308" y="1194"/>
                    </a:lnTo>
                    <a:lnTo>
                      <a:pt x="1308" y="1182"/>
                    </a:lnTo>
                    <a:lnTo>
                      <a:pt x="1320" y="1176"/>
                    </a:lnTo>
                    <a:lnTo>
                      <a:pt x="1326" y="1170"/>
                    </a:lnTo>
                    <a:lnTo>
                      <a:pt x="1338" y="1170"/>
                    </a:lnTo>
                    <a:lnTo>
                      <a:pt x="1350" y="1164"/>
                    </a:lnTo>
                    <a:lnTo>
                      <a:pt x="1362" y="1152"/>
                    </a:lnTo>
                    <a:lnTo>
                      <a:pt x="1374" y="1134"/>
                    </a:lnTo>
                    <a:lnTo>
                      <a:pt x="1374" y="1110"/>
                    </a:lnTo>
                    <a:lnTo>
                      <a:pt x="1392" y="1116"/>
                    </a:lnTo>
                    <a:lnTo>
                      <a:pt x="1398" y="1146"/>
                    </a:lnTo>
                    <a:lnTo>
                      <a:pt x="1416" y="1110"/>
                    </a:lnTo>
                    <a:lnTo>
                      <a:pt x="1416" y="1128"/>
                    </a:lnTo>
                    <a:lnTo>
                      <a:pt x="1422" y="1140"/>
                    </a:lnTo>
                    <a:lnTo>
                      <a:pt x="1422" y="1158"/>
                    </a:lnTo>
                    <a:lnTo>
                      <a:pt x="1428" y="1170"/>
                    </a:lnTo>
                    <a:lnTo>
                      <a:pt x="1434" y="1176"/>
                    </a:lnTo>
                    <a:lnTo>
                      <a:pt x="1440" y="1176"/>
                    </a:lnTo>
                    <a:lnTo>
                      <a:pt x="1446" y="1170"/>
                    </a:lnTo>
                    <a:lnTo>
                      <a:pt x="1446" y="1158"/>
                    </a:lnTo>
                    <a:lnTo>
                      <a:pt x="1452" y="1152"/>
                    </a:lnTo>
                    <a:lnTo>
                      <a:pt x="1452" y="1140"/>
                    </a:lnTo>
                    <a:lnTo>
                      <a:pt x="1458" y="1110"/>
                    </a:lnTo>
                    <a:lnTo>
                      <a:pt x="1440" y="1068"/>
                    </a:lnTo>
                    <a:lnTo>
                      <a:pt x="1440" y="1038"/>
                    </a:lnTo>
                    <a:lnTo>
                      <a:pt x="1410" y="1014"/>
                    </a:lnTo>
                    <a:lnTo>
                      <a:pt x="1398" y="984"/>
                    </a:lnTo>
                    <a:lnTo>
                      <a:pt x="1404" y="972"/>
                    </a:lnTo>
                    <a:lnTo>
                      <a:pt x="1410" y="966"/>
                    </a:lnTo>
                    <a:lnTo>
                      <a:pt x="1416" y="948"/>
                    </a:lnTo>
                    <a:lnTo>
                      <a:pt x="1416" y="942"/>
                    </a:lnTo>
                    <a:lnTo>
                      <a:pt x="1410" y="936"/>
                    </a:lnTo>
                    <a:lnTo>
                      <a:pt x="1398" y="930"/>
                    </a:lnTo>
                    <a:lnTo>
                      <a:pt x="1380" y="930"/>
                    </a:lnTo>
                    <a:lnTo>
                      <a:pt x="1368" y="924"/>
                    </a:lnTo>
                    <a:lnTo>
                      <a:pt x="1356" y="912"/>
                    </a:lnTo>
                    <a:lnTo>
                      <a:pt x="1368" y="900"/>
                    </a:lnTo>
                    <a:lnTo>
                      <a:pt x="1374" y="900"/>
                    </a:lnTo>
                    <a:lnTo>
                      <a:pt x="1374" y="870"/>
                    </a:lnTo>
                    <a:lnTo>
                      <a:pt x="1410" y="870"/>
                    </a:lnTo>
                    <a:lnTo>
                      <a:pt x="1410" y="858"/>
                    </a:lnTo>
                    <a:lnTo>
                      <a:pt x="1380" y="840"/>
                    </a:lnTo>
                    <a:lnTo>
                      <a:pt x="1374" y="840"/>
                    </a:lnTo>
                    <a:lnTo>
                      <a:pt x="1362" y="828"/>
                    </a:lnTo>
                    <a:lnTo>
                      <a:pt x="1350" y="822"/>
                    </a:lnTo>
                    <a:lnTo>
                      <a:pt x="1344" y="810"/>
                    </a:lnTo>
                    <a:lnTo>
                      <a:pt x="1344" y="804"/>
                    </a:lnTo>
                    <a:lnTo>
                      <a:pt x="1350" y="792"/>
                    </a:lnTo>
                    <a:lnTo>
                      <a:pt x="1362" y="780"/>
                    </a:lnTo>
                    <a:lnTo>
                      <a:pt x="1350" y="762"/>
                    </a:lnTo>
                    <a:lnTo>
                      <a:pt x="1368" y="762"/>
                    </a:lnTo>
                    <a:lnTo>
                      <a:pt x="1392" y="774"/>
                    </a:lnTo>
                    <a:lnTo>
                      <a:pt x="1386" y="768"/>
                    </a:lnTo>
                    <a:lnTo>
                      <a:pt x="1404" y="762"/>
                    </a:lnTo>
                    <a:lnTo>
                      <a:pt x="1410" y="774"/>
                    </a:lnTo>
                    <a:lnTo>
                      <a:pt x="1410" y="780"/>
                    </a:lnTo>
                    <a:lnTo>
                      <a:pt x="1416" y="792"/>
                    </a:lnTo>
                    <a:lnTo>
                      <a:pt x="1422" y="798"/>
                    </a:lnTo>
                    <a:lnTo>
                      <a:pt x="1434" y="798"/>
                    </a:lnTo>
                    <a:lnTo>
                      <a:pt x="1440" y="804"/>
                    </a:lnTo>
                    <a:lnTo>
                      <a:pt x="1446" y="786"/>
                    </a:lnTo>
                    <a:lnTo>
                      <a:pt x="1452" y="792"/>
                    </a:lnTo>
                    <a:lnTo>
                      <a:pt x="1458" y="792"/>
                    </a:lnTo>
                    <a:lnTo>
                      <a:pt x="1464" y="798"/>
                    </a:lnTo>
                    <a:lnTo>
                      <a:pt x="1464" y="828"/>
                    </a:lnTo>
                    <a:lnTo>
                      <a:pt x="1470" y="828"/>
                    </a:lnTo>
                    <a:lnTo>
                      <a:pt x="1470" y="864"/>
                    </a:lnTo>
                    <a:lnTo>
                      <a:pt x="1476" y="864"/>
                    </a:lnTo>
                    <a:lnTo>
                      <a:pt x="1482" y="870"/>
                    </a:lnTo>
                    <a:lnTo>
                      <a:pt x="1542" y="870"/>
                    </a:lnTo>
                    <a:lnTo>
                      <a:pt x="1554" y="876"/>
                    </a:lnTo>
                    <a:lnTo>
                      <a:pt x="1572" y="876"/>
                    </a:lnTo>
                    <a:lnTo>
                      <a:pt x="1620" y="864"/>
                    </a:lnTo>
                    <a:lnTo>
                      <a:pt x="1626" y="864"/>
                    </a:lnTo>
                    <a:lnTo>
                      <a:pt x="1650" y="888"/>
                    </a:lnTo>
                    <a:lnTo>
                      <a:pt x="1650" y="894"/>
                    </a:lnTo>
                    <a:lnTo>
                      <a:pt x="1644" y="900"/>
                    </a:lnTo>
                    <a:lnTo>
                      <a:pt x="1638" y="900"/>
                    </a:lnTo>
                    <a:lnTo>
                      <a:pt x="1638" y="912"/>
                    </a:lnTo>
                    <a:lnTo>
                      <a:pt x="1632" y="930"/>
                    </a:lnTo>
                    <a:lnTo>
                      <a:pt x="1626" y="942"/>
                    </a:lnTo>
                    <a:lnTo>
                      <a:pt x="1620" y="948"/>
                    </a:lnTo>
                    <a:lnTo>
                      <a:pt x="1614" y="948"/>
                    </a:lnTo>
                    <a:lnTo>
                      <a:pt x="1602" y="954"/>
                    </a:lnTo>
                    <a:lnTo>
                      <a:pt x="1596" y="954"/>
                    </a:lnTo>
                    <a:lnTo>
                      <a:pt x="1584" y="966"/>
                    </a:lnTo>
                    <a:lnTo>
                      <a:pt x="1578" y="978"/>
                    </a:lnTo>
                    <a:lnTo>
                      <a:pt x="1578" y="996"/>
                    </a:lnTo>
                    <a:lnTo>
                      <a:pt x="1584" y="1008"/>
                    </a:lnTo>
                    <a:lnTo>
                      <a:pt x="1602" y="1026"/>
                    </a:lnTo>
                    <a:lnTo>
                      <a:pt x="1608" y="1026"/>
                    </a:lnTo>
                    <a:lnTo>
                      <a:pt x="1626" y="1050"/>
                    </a:lnTo>
                    <a:lnTo>
                      <a:pt x="1632" y="1014"/>
                    </a:lnTo>
                    <a:lnTo>
                      <a:pt x="1632" y="990"/>
                    </a:lnTo>
                    <a:lnTo>
                      <a:pt x="1650" y="990"/>
                    </a:lnTo>
                    <a:lnTo>
                      <a:pt x="1662" y="996"/>
                    </a:lnTo>
                    <a:lnTo>
                      <a:pt x="1668" y="1002"/>
                    </a:lnTo>
                    <a:lnTo>
                      <a:pt x="1668" y="1020"/>
                    </a:lnTo>
                    <a:lnTo>
                      <a:pt x="1674" y="1032"/>
                    </a:lnTo>
                    <a:lnTo>
                      <a:pt x="1674" y="1038"/>
                    </a:lnTo>
                    <a:lnTo>
                      <a:pt x="1680" y="1050"/>
                    </a:lnTo>
                    <a:lnTo>
                      <a:pt x="1680" y="1062"/>
                    </a:lnTo>
                    <a:lnTo>
                      <a:pt x="1686" y="1074"/>
                    </a:lnTo>
                    <a:lnTo>
                      <a:pt x="1692" y="1092"/>
                    </a:lnTo>
                    <a:lnTo>
                      <a:pt x="1698" y="1104"/>
                    </a:lnTo>
                    <a:lnTo>
                      <a:pt x="1704" y="1110"/>
                    </a:lnTo>
                    <a:lnTo>
                      <a:pt x="1704" y="1116"/>
                    </a:lnTo>
                    <a:lnTo>
                      <a:pt x="1722" y="1134"/>
                    </a:lnTo>
                    <a:lnTo>
                      <a:pt x="1722" y="1110"/>
                    </a:lnTo>
                    <a:lnTo>
                      <a:pt x="1728" y="1110"/>
                    </a:lnTo>
                    <a:lnTo>
                      <a:pt x="1734" y="1116"/>
                    </a:lnTo>
                    <a:lnTo>
                      <a:pt x="1746" y="1116"/>
                    </a:lnTo>
                    <a:lnTo>
                      <a:pt x="1746" y="1104"/>
                    </a:lnTo>
                    <a:lnTo>
                      <a:pt x="1728" y="1086"/>
                    </a:lnTo>
                    <a:lnTo>
                      <a:pt x="1728" y="1062"/>
                    </a:lnTo>
                    <a:lnTo>
                      <a:pt x="1722" y="1050"/>
                    </a:lnTo>
                    <a:lnTo>
                      <a:pt x="1740" y="1032"/>
                    </a:lnTo>
                    <a:lnTo>
                      <a:pt x="1746" y="1032"/>
                    </a:lnTo>
                    <a:lnTo>
                      <a:pt x="1740" y="984"/>
                    </a:lnTo>
                    <a:lnTo>
                      <a:pt x="1722" y="966"/>
                    </a:lnTo>
                    <a:lnTo>
                      <a:pt x="1716" y="966"/>
                    </a:lnTo>
                    <a:lnTo>
                      <a:pt x="1770" y="966"/>
                    </a:lnTo>
                    <a:lnTo>
                      <a:pt x="1782" y="972"/>
                    </a:lnTo>
                    <a:lnTo>
                      <a:pt x="1794" y="972"/>
                    </a:lnTo>
                    <a:lnTo>
                      <a:pt x="1794" y="936"/>
                    </a:lnTo>
                    <a:lnTo>
                      <a:pt x="1812" y="882"/>
                    </a:lnTo>
                    <a:lnTo>
                      <a:pt x="1806" y="876"/>
                    </a:lnTo>
                    <a:lnTo>
                      <a:pt x="1800" y="864"/>
                    </a:lnTo>
                    <a:lnTo>
                      <a:pt x="1800" y="846"/>
                    </a:lnTo>
                    <a:lnTo>
                      <a:pt x="1812" y="840"/>
                    </a:lnTo>
                    <a:lnTo>
                      <a:pt x="1818" y="834"/>
                    </a:lnTo>
                    <a:lnTo>
                      <a:pt x="1836" y="804"/>
                    </a:lnTo>
                    <a:lnTo>
                      <a:pt x="1836" y="792"/>
                    </a:lnTo>
                    <a:lnTo>
                      <a:pt x="1830" y="786"/>
                    </a:lnTo>
                    <a:lnTo>
                      <a:pt x="1830" y="780"/>
                    </a:lnTo>
                    <a:lnTo>
                      <a:pt x="1824" y="774"/>
                    </a:lnTo>
                    <a:lnTo>
                      <a:pt x="1824" y="750"/>
                    </a:lnTo>
                    <a:lnTo>
                      <a:pt x="1830" y="750"/>
                    </a:lnTo>
                    <a:lnTo>
                      <a:pt x="1836" y="744"/>
                    </a:lnTo>
                    <a:lnTo>
                      <a:pt x="1848" y="744"/>
                    </a:lnTo>
                    <a:lnTo>
                      <a:pt x="1860" y="738"/>
                    </a:lnTo>
                    <a:lnTo>
                      <a:pt x="1872" y="726"/>
                    </a:lnTo>
                    <a:lnTo>
                      <a:pt x="1872" y="708"/>
                    </a:lnTo>
                    <a:lnTo>
                      <a:pt x="1878" y="708"/>
                    </a:lnTo>
                    <a:lnTo>
                      <a:pt x="1890" y="702"/>
                    </a:lnTo>
                    <a:lnTo>
                      <a:pt x="1926" y="702"/>
                    </a:lnTo>
                    <a:lnTo>
                      <a:pt x="1932" y="708"/>
                    </a:lnTo>
                    <a:lnTo>
                      <a:pt x="1950" y="708"/>
                    </a:lnTo>
                    <a:lnTo>
                      <a:pt x="1950" y="702"/>
                    </a:lnTo>
                    <a:lnTo>
                      <a:pt x="1944" y="696"/>
                    </a:lnTo>
                    <a:lnTo>
                      <a:pt x="1932" y="690"/>
                    </a:lnTo>
                    <a:lnTo>
                      <a:pt x="1926" y="684"/>
                    </a:lnTo>
                    <a:lnTo>
                      <a:pt x="1920" y="6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0" name="East Timor" descr="© INSCALE GmbH, 05.05.2010&#10;http://www.presentationload.com/">
                <a:extLst>
                  <a:ext uri="{FF2B5EF4-FFF2-40B4-BE49-F238E27FC236}">
                    <a16:creationId xmlns:a16="http://schemas.microsoft.com/office/drawing/2014/main" id="{615756F9-D6B4-8D4B-AA42-1AA418E74B28}"/>
                  </a:ext>
                </a:extLst>
              </p:cNvPr>
              <p:cNvSpPr>
                <a:spLocks noEditPoints="1"/>
              </p:cNvSpPr>
              <p:nvPr/>
            </p:nvSpPr>
            <p:spPr bwMode="gray">
              <a:xfrm>
                <a:off x="9422726" y="4421122"/>
                <a:ext cx="105193" cy="49309"/>
              </a:xfrm>
              <a:custGeom>
                <a:avLst/>
                <a:gdLst>
                  <a:gd name="T0" fmla="*/ 2147483647 w 252"/>
                  <a:gd name="T1" fmla="*/ 0 h 120"/>
                  <a:gd name="T2" fmla="*/ 2147483647 w 252"/>
                  <a:gd name="T3" fmla="*/ 2147483647 h 120"/>
                  <a:gd name="T4" fmla="*/ 2147483647 w 252"/>
                  <a:gd name="T5" fmla="*/ 2147483647 h 120"/>
                  <a:gd name="T6" fmla="*/ 2147483647 w 252"/>
                  <a:gd name="T7" fmla="*/ 2147483647 h 120"/>
                  <a:gd name="T8" fmla="*/ 2147483647 w 252"/>
                  <a:gd name="T9" fmla="*/ 2147483647 h 120"/>
                  <a:gd name="T10" fmla="*/ 2147483647 w 252"/>
                  <a:gd name="T11" fmla="*/ 2147483647 h 120"/>
                  <a:gd name="T12" fmla="*/ 2147483647 w 252"/>
                  <a:gd name="T13" fmla="*/ 2147483647 h 120"/>
                  <a:gd name="T14" fmla="*/ 2147483647 w 252"/>
                  <a:gd name="T15" fmla="*/ 2147483647 h 120"/>
                  <a:gd name="T16" fmla="*/ 2147483647 w 252"/>
                  <a:gd name="T17" fmla="*/ 2147483647 h 120"/>
                  <a:gd name="T18" fmla="*/ 2147483647 w 252"/>
                  <a:gd name="T19" fmla="*/ 2147483647 h 120"/>
                  <a:gd name="T20" fmla="*/ 2147483647 w 252"/>
                  <a:gd name="T21" fmla="*/ 2147483647 h 120"/>
                  <a:gd name="T22" fmla="*/ 2147483647 w 252"/>
                  <a:gd name="T23" fmla="*/ 2147483647 h 120"/>
                  <a:gd name="T24" fmla="*/ 2147483647 w 252"/>
                  <a:gd name="T25" fmla="*/ 2147483647 h 120"/>
                  <a:gd name="T26" fmla="*/ 2147483647 w 252"/>
                  <a:gd name="T27" fmla="*/ 2147483647 h 120"/>
                  <a:gd name="T28" fmla="*/ 2147483647 w 252"/>
                  <a:gd name="T29" fmla="*/ 2147483647 h 120"/>
                  <a:gd name="T30" fmla="*/ 2147483647 w 252"/>
                  <a:gd name="T31" fmla="*/ 2147483647 h 120"/>
                  <a:gd name="T32" fmla="*/ 2147483647 w 252"/>
                  <a:gd name="T33" fmla="*/ 2147483647 h 120"/>
                  <a:gd name="T34" fmla="*/ 2147483647 w 252"/>
                  <a:gd name="T35" fmla="*/ 2147483647 h 120"/>
                  <a:gd name="T36" fmla="*/ 2147483647 w 252"/>
                  <a:gd name="T37" fmla="*/ 2147483647 h 120"/>
                  <a:gd name="T38" fmla="*/ 2147483647 w 252"/>
                  <a:gd name="T39" fmla="*/ 2147483647 h 120"/>
                  <a:gd name="T40" fmla="*/ 2147483647 w 252"/>
                  <a:gd name="T41" fmla="*/ 2147483647 h 120"/>
                  <a:gd name="T42" fmla="*/ 2147483647 w 252"/>
                  <a:gd name="T43" fmla="*/ 2147483647 h 120"/>
                  <a:gd name="T44" fmla="*/ 2147483647 w 252"/>
                  <a:gd name="T45" fmla="*/ 2147483647 h 120"/>
                  <a:gd name="T46" fmla="*/ 2147483647 w 252"/>
                  <a:gd name="T47" fmla="*/ 0 h 120"/>
                  <a:gd name="T48" fmla="*/ 0 w 252"/>
                  <a:gd name="T49" fmla="*/ 2147483647 h 120"/>
                  <a:gd name="T50" fmla="*/ 2147483647 w 252"/>
                  <a:gd name="T51" fmla="*/ 2147483647 h 120"/>
                  <a:gd name="T52" fmla="*/ 2147483647 w 252"/>
                  <a:gd name="T53" fmla="*/ 2147483647 h 120"/>
                  <a:gd name="T54" fmla="*/ 2147483647 w 252"/>
                  <a:gd name="T55" fmla="*/ 2147483647 h 120"/>
                  <a:gd name="T56" fmla="*/ 2147483647 w 252"/>
                  <a:gd name="T57" fmla="*/ 2147483647 h 120"/>
                  <a:gd name="T58" fmla="*/ 2147483647 w 252"/>
                  <a:gd name="T59" fmla="*/ 2147483647 h 120"/>
                  <a:gd name="T60" fmla="*/ 2147483647 w 252"/>
                  <a:gd name="T61" fmla="*/ 2147483647 h 120"/>
                  <a:gd name="T62" fmla="*/ 2147483647 w 252"/>
                  <a:gd name="T63" fmla="*/ 2147483647 h 120"/>
                  <a:gd name="T64" fmla="*/ 0 w 252"/>
                  <a:gd name="T65" fmla="*/ 2147483647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2"/>
                  <a:gd name="T100" fmla="*/ 0 h 120"/>
                  <a:gd name="T101" fmla="*/ 252 w 252"/>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2" h="120">
                    <a:moveTo>
                      <a:pt x="228" y="0"/>
                    </a:moveTo>
                    <a:lnTo>
                      <a:pt x="204" y="24"/>
                    </a:lnTo>
                    <a:lnTo>
                      <a:pt x="114" y="24"/>
                    </a:lnTo>
                    <a:lnTo>
                      <a:pt x="108" y="30"/>
                    </a:lnTo>
                    <a:lnTo>
                      <a:pt x="102" y="42"/>
                    </a:lnTo>
                    <a:lnTo>
                      <a:pt x="96" y="48"/>
                    </a:lnTo>
                    <a:lnTo>
                      <a:pt x="90" y="48"/>
                    </a:lnTo>
                    <a:lnTo>
                      <a:pt x="78" y="54"/>
                    </a:lnTo>
                    <a:lnTo>
                      <a:pt x="90" y="72"/>
                    </a:lnTo>
                    <a:lnTo>
                      <a:pt x="84" y="78"/>
                    </a:lnTo>
                    <a:lnTo>
                      <a:pt x="72" y="102"/>
                    </a:lnTo>
                    <a:lnTo>
                      <a:pt x="72" y="114"/>
                    </a:lnTo>
                    <a:lnTo>
                      <a:pt x="78" y="120"/>
                    </a:lnTo>
                    <a:lnTo>
                      <a:pt x="78" y="114"/>
                    </a:lnTo>
                    <a:lnTo>
                      <a:pt x="84" y="108"/>
                    </a:lnTo>
                    <a:lnTo>
                      <a:pt x="96" y="108"/>
                    </a:lnTo>
                    <a:lnTo>
                      <a:pt x="132" y="84"/>
                    </a:lnTo>
                    <a:lnTo>
                      <a:pt x="138" y="90"/>
                    </a:lnTo>
                    <a:lnTo>
                      <a:pt x="162" y="90"/>
                    </a:lnTo>
                    <a:lnTo>
                      <a:pt x="186" y="78"/>
                    </a:lnTo>
                    <a:lnTo>
                      <a:pt x="198" y="66"/>
                    </a:lnTo>
                    <a:lnTo>
                      <a:pt x="210" y="60"/>
                    </a:lnTo>
                    <a:lnTo>
                      <a:pt x="252" y="18"/>
                    </a:lnTo>
                    <a:lnTo>
                      <a:pt x="228" y="0"/>
                    </a:lnTo>
                    <a:close/>
                    <a:moveTo>
                      <a:pt x="0" y="90"/>
                    </a:moveTo>
                    <a:lnTo>
                      <a:pt x="6" y="102"/>
                    </a:lnTo>
                    <a:lnTo>
                      <a:pt x="18" y="96"/>
                    </a:lnTo>
                    <a:lnTo>
                      <a:pt x="24" y="90"/>
                    </a:lnTo>
                    <a:lnTo>
                      <a:pt x="36" y="90"/>
                    </a:lnTo>
                    <a:lnTo>
                      <a:pt x="36" y="84"/>
                    </a:lnTo>
                    <a:lnTo>
                      <a:pt x="42" y="72"/>
                    </a:lnTo>
                    <a:lnTo>
                      <a:pt x="18" y="72"/>
                    </a:lnTo>
                    <a:lnTo>
                      <a:pt x="0" y="9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1" name="China" descr="© INSCALE GmbH, 05.05.2010&#10;http://www.presentationload.com/">
                <a:extLst>
                  <a:ext uri="{FF2B5EF4-FFF2-40B4-BE49-F238E27FC236}">
                    <a16:creationId xmlns:a16="http://schemas.microsoft.com/office/drawing/2014/main" id="{3502D374-8F7E-694A-B037-F01F36274FC9}"/>
                  </a:ext>
                </a:extLst>
              </p:cNvPr>
              <p:cNvSpPr>
                <a:spLocks noEditPoints="1"/>
              </p:cNvSpPr>
              <p:nvPr/>
            </p:nvSpPr>
            <p:spPr bwMode="gray">
              <a:xfrm>
                <a:off x="7785661" y="2335344"/>
                <a:ext cx="1538446" cy="1188350"/>
              </a:xfrm>
              <a:custGeom>
                <a:avLst/>
                <a:gdLst>
                  <a:gd name="T0" fmla="*/ 2147483647 w 3660"/>
                  <a:gd name="T1" fmla="*/ 2147483647 h 2826"/>
                  <a:gd name="T2" fmla="*/ 2147483647 w 3660"/>
                  <a:gd name="T3" fmla="*/ 2147483647 h 2826"/>
                  <a:gd name="T4" fmla="*/ 2147483647 w 3660"/>
                  <a:gd name="T5" fmla="*/ 2147483647 h 2826"/>
                  <a:gd name="T6" fmla="*/ 2147483647 w 3660"/>
                  <a:gd name="T7" fmla="*/ 2147483647 h 2826"/>
                  <a:gd name="T8" fmla="*/ 2147483647 w 3660"/>
                  <a:gd name="T9" fmla="*/ 2147483647 h 2826"/>
                  <a:gd name="T10" fmla="*/ 2147483647 w 3660"/>
                  <a:gd name="T11" fmla="*/ 2147483647 h 2826"/>
                  <a:gd name="T12" fmla="*/ 2147483647 w 3660"/>
                  <a:gd name="T13" fmla="*/ 2147483647 h 2826"/>
                  <a:gd name="T14" fmla="*/ 2147483647 w 3660"/>
                  <a:gd name="T15" fmla="*/ 2147483647 h 2826"/>
                  <a:gd name="T16" fmla="*/ 2147483647 w 3660"/>
                  <a:gd name="T17" fmla="*/ 2147483647 h 2826"/>
                  <a:gd name="T18" fmla="*/ 2147483647 w 3660"/>
                  <a:gd name="T19" fmla="*/ 2147483647 h 2826"/>
                  <a:gd name="T20" fmla="*/ 2147483647 w 3660"/>
                  <a:gd name="T21" fmla="*/ 2147483647 h 2826"/>
                  <a:gd name="T22" fmla="*/ 2147483647 w 3660"/>
                  <a:gd name="T23" fmla="*/ 2147483647 h 2826"/>
                  <a:gd name="T24" fmla="*/ 2147483647 w 3660"/>
                  <a:gd name="T25" fmla="*/ 2147483647 h 2826"/>
                  <a:gd name="T26" fmla="*/ 2147483647 w 3660"/>
                  <a:gd name="T27" fmla="*/ 2147483647 h 2826"/>
                  <a:gd name="T28" fmla="*/ 2147483647 w 3660"/>
                  <a:gd name="T29" fmla="*/ 2147483647 h 2826"/>
                  <a:gd name="T30" fmla="*/ 2147483647 w 3660"/>
                  <a:gd name="T31" fmla="*/ 2147483647 h 2826"/>
                  <a:gd name="T32" fmla="*/ 2147483647 w 3660"/>
                  <a:gd name="T33" fmla="*/ 2147483647 h 2826"/>
                  <a:gd name="T34" fmla="*/ 2147483647 w 3660"/>
                  <a:gd name="T35" fmla="*/ 2147483647 h 2826"/>
                  <a:gd name="T36" fmla="*/ 2147483647 w 3660"/>
                  <a:gd name="T37" fmla="*/ 2147483647 h 2826"/>
                  <a:gd name="T38" fmla="*/ 2147483647 w 3660"/>
                  <a:gd name="T39" fmla="*/ 2147483647 h 2826"/>
                  <a:gd name="T40" fmla="*/ 2147483647 w 3660"/>
                  <a:gd name="T41" fmla="*/ 2147483647 h 2826"/>
                  <a:gd name="T42" fmla="*/ 2147483647 w 3660"/>
                  <a:gd name="T43" fmla="*/ 2147483647 h 2826"/>
                  <a:gd name="T44" fmla="*/ 2147483647 w 3660"/>
                  <a:gd name="T45" fmla="*/ 2147483647 h 2826"/>
                  <a:gd name="T46" fmla="*/ 0 w 3660"/>
                  <a:gd name="T47" fmla="*/ 2147483647 h 2826"/>
                  <a:gd name="T48" fmla="*/ 2147483647 w 3660"/>
                  <a:gd name="T49" fmla="*/ 2147483647 h 2826"/>
                  <a:gd name="T50" fmla="*/ 2147483647 w 3660"/>
                  <a:gd name="T51" fmla="*/ 2147483647 h 2826"/>
                  <a:gd name="T52" fmla="*/ 2147483647 w 3660"/>
                  <a:gd name="T53" fmla="*/ 2147483647 h 2826"/>
                  <a:gd name="T54" fmla="*/ 2147483647 w 3660"/>
                  <a:gd name="T55" fmla="*/ 2147483647 h 2826"/>
                  <a:gd name="T56" fmla="*/ 2147483647 w 3660"/>
                  <a:gd name="T57" fmla="*/ 2147483647 h 2826"/>
                  <a:gd name="T58" fmla="*/ 2147483647 w 3660"/>
                  <a:gd name="T59" fmla="*/ 2147483647 h 2826"/>
                  <a:gd name="T60" fmla="*/ 2147483647 w 3660"/>
                  <a:gd name="T61" fmla="*/ 2147483647 h 2826"/>
                  <a:gd name="T62" fmla="*/ 2147483647 w 3660"/>
                  <a:gd name="T63" fmla="*/ 2147483647 h 2826"/>
                  <a:gd name="T64" fmla="*/ 2147483647 w 3660"/>
                  <a:gd name="T65" fmla="*/ 2147483647 h 2826"/>
                  <a:gd name="T66" fmla="*/ 2147483647 w 3660"/>
                  <a:gd name="T67" fmla="*/ 2147483647 h 2826"/>
                  <a:gd name="T68" fmla="*/ 2147483647 w 3660"/>
                  <a:gd name="T69" fmla="*/ 2147483647 h 2826"/>
                  <a:gd name="T70" fmla="*/ 2147483647 w 3660"/>
                  <a:gd name="T71" fmla="*/ 2147483647 h 2826"/>
                  <a:gd name="T72" fmla="*/ 2147483647 w 3660"/>
                  <a:gd name="T73" fmla="*/ 2147483647 h 2826"/>
                  <a:gd name="T74" fmla="*/ 2147483647 w 3660"/>
                  <a:gd name="T75" fmla="*/ 2147483647 h 2826"/>
                  <a:gd name="T76" fmla="*/ 2147483647 w 3660"/>
                  <a:gd name="T77" fmla="*/ 2147483647 h 2826"/>
                  <a:gd name="T78" fmla="*/ 2147483647 w 3660"/>
                  <a:gd name="T79" fmla="*/ 2147483647 h 2826"/>
                  <a:gd name="T80" fmla="*/ 2147483647 w 3660"/>
                  <a:gd name="T81" fmla="*/ 2147483647 h 2826"/>
                  <a:gd name="T82" fmla="*/ 2147483647 w 3660"/>
                  <a:gd name="T83" fmla="*/ 2147483647 h 2826"/>
                  <a:gd name="T84" fmla="*/ 2147483647 w 3660"/>
                  <a:gd name="T85" fmla="*/ 2147483647 h 2826"/>
                  <a:gd name="T86" fmla="*/ 2147483647 w 3660"/>
                  <a:gd name="T87" fmla="*/ 2147483647 h 2826"/>
                  <a:gd name="T88" fmla="*/ 2147483647 w 3660"/>
                  <a:gd name="T89" fmla="*/ 2147483647 h 2826"/>
                  <a:gd name="T90" fmla="*/ 2147483647 w 3660"/>
                  <a:gd name="T91" fmla="*/ 2147483647 h 2826"/>
                  <a:gd name="T92" fmla="*/ 2147483647 w 3660"/>
                  <a:gd name="T93" fmla="*/ 2147483647 h 2826"/>
                  <a:gd name="T94" fmla="*/ 2147483647 w 3660"/>
                  <a:gd name="T95" fmla="*/ 2147483647 h 2826"/>
                  <a:gd name="T96" fmla="*/ 2147483647 w 3660"/>
                  <a:gd name="T97" fmla="*/ 2147483647 h 2826"/>
                  <a:gd name="T98" fmla="*/ 2147483647 w 3660"/>
                  <a:gd name="T99" fmla="*/ 2147483647 h 2826"/>
                  <a:gd name="T100" fmla="*/ 2147483647 w 3660"/>
                  <a:gd name="T101" fmla="*/ 2147483647 h 2826"/>
                  <a:gd name="T102" fmla="*/ 2147483647 w 3660"/>
                  <a:gd name="T103" fmla="*/ 2147483647 h 2826"/>
                  <a:gd name="T104" fmla="*/ 2147483647 w 3660"/>
                  <a:gd name="T105" fmla="*/ 2147483647 h 2826"/>
                  <a:gd name="T106" fmla="*/ 2147483647 w 3660"/>
                  <a:gd name="T107" fmla="*/ 2147483647 h 2826"/>
                  <a:gd name="T108" fmla="*/ 2147483647 w 3660"/>
                  <a:gd name="T109" fmla="*/ 2147483647 h 2826"/>
                  <a:gd name="T110" fmla="*/ 2147483647 w 3660"/>
                  <a:gd name="T111" fmla="*/ 2147483647 h 2826"/>
                  <a:gd name="T112" fmla="*/ 2147483647 w 3660"/>
                  <a:gd name="T113" fmla="*/ 2147483647 h 2826"/>
                  <a:gd name="T114" fmla="*/ 2147483647 w 3660"/>
                  <a:gd name="T115" fmla="*/ 2147483647 h 2826"/>
                  <a:gd name="T116" fmla="*/ 2147483647 w 3660"/>
                  <a:gd name="T117" fmla="*/ 2147483647 h 2826"/>
                  <a:gd name="T118" fmla="*/ 2147483647 w 3660"/>
                  <a:gd name="T119" fmla="*/ 2147483647 h 2826"/>
                  <a:gd name="T120" fmla="*/ 2147483647 w 3660"/>
                  <a:gd name="T121" fmla="*/ 2147483647 h 2826"/>
                  <a:gd name="T122" fmla="*/ 2147483647 w 3660"/>
                  <a:gd name="T123" fmla="*/ 2147483647 h 282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60"/>
                  <a:gd name="T187" fmla="*/ 0 h 2826"/>
                  <a:gd name="T188" fmla="*/ 3660 w 3660"/>
                  <a:gd name="T189" fmla="*/ 2826 h 282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60" h="2826">
                    <a:moveTo>
                      <a:pt x="2862" y="2688"/>
                    </a:moveTo>
                    <a:lnTo>
                      <a:pt x="2850" y="2682"/>
                    </a:lnTo>
                    <a:lnTo>
                      <a:pt x="2772" y="2682"/>
                    </a:lnTo>
                    <a:lnTo>
                      <a:pt x="2766" y="2700"/>
                    </a:lnTo>
                    <a:lnTo>
                      <a:pt x="2748" y="2694"/>
                    </a:lnTo>
                    <a:lnTo>
                      <a:pt x="2736" y="2718"/>
                    </a:lnTo>
                    <a:lnTo>
                      <a:pt x="2730" y="2724"/>
                    </a:lnTo>
                    <a:lnTo>
                      <a:pt x="2712" y="2760"/>
                    </a:lnTo>
                    <a:lnTo>
                      <a:pt x="2718" y="2772"/>
                    </a:lnTo>
                    <a:lnTo>
                      <a:pt x="2724" y="2790"/>
                    </a:lnTo>
                    <a:lnTo>
                      <a:pt x="2754" y="2820"/>
                    </a:lnTo>
                    <a:lnTo>
                      <a:pt x="2766" y="2826"/>
                    </a:lnTo>
                    <a:lnTo>
                      <a:pt x="2772" y="2826"/>
                    </a:lnTo>
                    <a:lnTo>
                      <a:pt x="2802" y="2820"/>
                    </a:lnTo>
                    <a:lnTo>
                      <a:pt x="2820" y="2820"/>
                    </a:lnTo>
                    <a:lnTo>
                      <a:pt x="2844" y="2808"/>
                    </a:lnTo>
                    <a:lnTo>
                      <a:pt x="2850" y="2802"/>
                    </a:lnTo>
                    <a:lnTo>
                      <a:pt x="2850" y="2754"/>
                    </a:lnTo>
                    <a:lnTo>
                      <a:pt x="2856" y="2742"/>
                    </a:lnTo>
                    <a:lnTo>
                      <a:pt x="2862" y="2736"/>
                    </a:lnTo>
                    <a:lnTo>
                      <a:pt x="2868" y="2724"/>
                    </a:lnTo>
                    <a:lnTo>
                      <a:pt x="2868" y="2700"/>
                    </a:lnTo>
                    <a:lnTo>
                      <a:pt x="2862" y="2688"/>
                    </a:lnTo>
                    <a:close/>
                    <a:moveTo>
                      <a:pt x="3660" y="624"/>
                    </a:moveTo>
                    <a:lnTo>
                      <a:pt x="3654" y="600"/>
                    </a:lnTo>
                    <a:lnTo>
                      <a:pt x="3660" y="570"/>
                    </a:lnTo>
                    <a:lnTo>
                      <a:pt x="3642" y="564"/>
                    </a:lnTo>
                    <a:lnTo>
                      <a:pt x="3642" y="540"/>
                    </a:lnTo>
                    <a:lnTo>
                      <a:pt x="3630" y="528"/>
                    </a:lnTo>
                    <a:lnTo>
                      <a:pt x="3630" y="510"/>
                    </a:lnTo>
                    <a:lnTo>
                      <a:pt x="3618" y="492"/>
                    </a:lnTo>
                    <a:lnTo>
                      <a:pt x="3636" y="486"/>
                    </a:lnTo>
                    <a:lnTo>
                      <a:pt x="3636" y="456"/>
                    </a:lnTo>
                    <a:lnTo>
                      <a:pt x="3612" y="444"/>
                    </a:lnTo>
                    <a:lnTo>
                      <a:pt x="3612" y="426"/>
                    </a:lnTo>
                    <a:lnTo>
                      <a:pt x="3606" y="414"/>
                    </a:lnTo>
                    <a:lnTo>
                      <a:pt x="3594" y="408"/>
                    </a:lnTo>
                    <a:lnTo>
                      <a:pt x="3552" y="408"/>
                    </a:lnTo>
                    <a:lnTo>
                      <a:pt x="3546" y="432"/>
                    </a:lnTo>
                    <a:lnTo>
                      <a:pt x="3516" y="432"/>
                    </a:lnTo>
                    <a:lnTo>
                      <a:pt x="3504" y="438"/>
                    </a:lnTo>
                    <a:lnTo>
                      <a:pt x="3498" y="438"/>
                    </a:lnTo>
                    <a:lnTo>
                      <a:pt x="3492" y="444"/>
                    </a:lnTo>
                    <a:lnTo>
                      <a:pt x="3492" y="462"/>
                    </a:lnTo>
                    <a:lnTo>
                      <a:pt x="3462" y="456"/>
                    </a:lnTo>
                    <a:lnTo>
                      <a:pt x="3462" y="468"/>
                    </a:lnTo>
                    <a:lnTo>
                      <a:pt x="3444" y="468"/>
                    </a:lnTo>
                    <a:lnTo>
                      <a:pt x="3432" y="456"/>
                    </a:lnTo>
                    <a:lnTo>
                      <a:pt x="3408" y="462"/>
                    </a:lnTo>
                    <a:lnTo>
                      <a:pt x="3366" y="432"/>
                    </a:lnTo>
                    <a:lnTo>
                      <a:pt x="3366" y="420"/>
                    </a:lnTo>
                    <a:lnTo>
                      <a:pt x="3360" y="408"/>
                    </a:lnTo>
                    <a:lnTo>
                      <a:pt x="3360" y="402"/>
                    </a:lnTo>
                    <a:lnTo>
                      <a:pt x="3354" y="396"/>
                    </a:lnTo>
                    <a:lnTo>
                      <a:pt x="3336" y="396"/>
                    </a:lnTo>
                    <a:lnTo>
                      <a:pt x="3318" y="366"/>
                    </a:lnTo>
                    <a:lnTo>
                      <a:pt x="3276" y="366"/>
                    </a:lnTo>
                    <a:lnTo>
                      <a:pt x="3258" y="348"/>
                    </a:lnTo>
                    <a:lnTo>
                      <a:pt x="3246" y="342"/>
                    </a:lnTo>
                    <a:lnTo>
                      <a:pt x="3228" y="324"/>
                    </a:lnTo>
                    <a:lnTo>
                      <a:pt x="3216" y="324"/>
                    </a:lnTo>
                    <a:lnTo>
                      <a:pt x="3204" y="336"/>
                    </a:lnTo>
                    <a:lnTo>
                      <a:pt x="3192" y="330"/>
                    </a:lnTo>
                    <a:lnTo>
                      <a:pt x="3186" y="324"/>
                    </a:lnTo>
                    <a:lnTo>
                      <a:pt x="3174" y="318"/>
                    </a:lnTo>
                    <a:lnTo>
                      <a:pt x="3126" y="318"/>
                    </a:lnTo>
                    <a:lnTo>
                      <a:pt x="3114" y="312"/>
                    </a:lnTo>
                    <a:lnTo>
                      <a:pt x="3108" y="306"/>
                    </a:lnTo>
                    <a:lnTo>
                      <a:pt x="3084" y="294"/>
                    </a:lnTo>
                    <a:lnTo>
                      <a:pt x="3078" y="288"/>
                    </a:lnTo>
                    <a:lnTo>
                      <a:pt x="3072" y="288"/>
                    </a:lnTo>
                    <a:lnTo>
                      <a:pt x="3066" y="264"/>
                    </a:lnTo>
                    <a:lnTo>
                      <a:pt x="3054" y="264"/>
                    </a:lnTo>
                    <a:lnTo>
                      <a:pt x="3048" y="252"/>
                    </a:lnTo>
                    <a:lnTo>
                      <a:pt x="3030" y="234"/>
                    </a:lnTo>
                    <a:lnTo>
                      <a:pt x="3024" y="222"/>
                    </a:lnTo>
                    <a:lnTo>
                      <a:pt x="2976" y="198"/>
                    </a:lnTo>
                    <a:lnTo>
                      <a:pt x="2964" y="198"/>
                    </a:lnTo>
                    <a:lnTo>
                      <a:pt x="2952" y="168"/>
                    </a:lnTo>
                    <a:lnTo>
                      <a:pt x="2904" y="144"/>
                    </a:lnTo>
                    <a:lnTo>
                      <a:pt x="2898" y="114"/>
                    </a:lnTo>
                    <a:lnTo>
                      <a:pt x="2892" y="114"/>
                    </a:lnTo>
                    <a:lnTo>
                      <a:pt x="2886" y="108"/>
                    </a:lnTo>
                    <a:lnTo>
                      <a:pt x="2874" y="108"/>
                    </a:lnTo>
                    <a:lnTo>
                      <a:pt x="2862" y="96"/>
                    </a:lnTo>
                    <a:lnTo>
                      <a:pt x="2850" y="90"/>
                    </a:lnTo>
                    <a:lnTo>
                      <a:pt x="2838" y="78"/>
                    </a:lnTo>
                    <a:lnTo>
                      <a:pt x="2832" y="78"/>
                    </a:lnTo>
                    <a:lnTo>
                      <a:pt x="2832" y="66"/>
                    </a:lnTo>
                    <a:lnTo>
                      <a:pt x="2820" y="60"/>
                    </a:lnTo>
                    <a:lnTo>
                      <a:pt x="2814" y="54"/>
                    </a:lnTo>
                    <a:lnTo>
                      <a:pt x="2802" y="48"/>
                    </a:lnTo>
                    <a:lnTo>
                      <a:pt x="2796" y="42"/>
                    </a:lnTo>
                    <a:lnTo>
                      <a:pt x="2724" y="42"/>
                    </a:lnTo>
                    <a:lnTo>
                      <a:pt x="2688" y="18"/>
                    </a:lnTo>
                    <a:lnTo>
                      <a:pt x="2652" y="0"/>
                    </a:lnTo>
                    <a:lnTo>
                      <a:pt x="2598" y="12"/>
                    </a:lnTo>
                    <a:lnTo>
                      <a:pt x="2556" y="6"/>
                    </a:lnTo>
                    <a:lnTo>
                      <a:pt x="2550" y="18"/>
                    </a:lnTo>
                    <a:lnTo>
                      <a:pt x="2514" y="24"/>
                    </a:lnTo>
                    <a:lnTo>
                      <a:pt x="2472" y="66"/>
                    </a:lnTo>
                    <a:lnTo>
                      <a:pt x="2466" y="66"/>
                    </a:lnTo>
                    <a:lnTo>
                      <a:pt x="2466" y="78"/>
                    </a:lnTo>
                    <a:lnTo>
                      <a:pt x="2472" y="78"/>
                    </a:lnTo>
                    <a:lnTo>
                      <a:pt x="2490" y="84"/>
                    </a:lnTo>
                    <a:lnTo>
                      <a:pt x="2502" y="84"/>
                    </a:lnTo>
                    <a:lnTo>
                      <a:pt x="2508" y="90"/>
                    </a:lnTo>
                    <a:lnTo>
                      <a:pt x="2520" y="90"/>
                    </a:lnTo>
                    <a:lnTo>
                      <a:pt x="2532" y="102"/>
                    </a:lnTo>
                    <a:lnTo>
                      <a:pt x="2544" y="108"/>
                    </a:lnTo>
                    <a:lnTo>
                      <a:pt x="2550" y="114"/>
                    </a:lnTo>
                    <a:lnTo>
                      <a:pt x="2550" y="126"/>
                    </a:lnTo>
                    <a:lnTo>
                      <a:pt x="2532" y="144"/>
                    </a:lnTo>
                    <a:lnTo>
                      <a:pt x="2532" y="216"/>
                    </a:lnTo>
                    <a:lnTo>
                      <a:pt x="2538" y="258"/>
                    </a:lnTo>
                    <a:lnTo>
                      <a:pt x="2544" y="264"/>
                    </a:lnTo>
                    <a:lnTo>
                      <a:pt x="2556" y="264"/>
                    </a:lnTo>
                    <a:lnTo>
                      <a:pt x="2556" y="276"/>
                    </a:lnTo>
                    <a:lnTo>
                      <a:pt x="2550" y="282"/>
                    </a:lnTo>
                    <a:lnTo>
                      <a:pt x="2538" y="288"/>
                    </a:lnTo>
                    <a:lnTo>
                      <a:pt x="2514" y="288"/>
                    </a:lnTo>
                    <a:lnTo>
                      <a:pt x="2514" y="300"/>
                    </a:lnTo>
                    <a:lnTo>
                      <a:pt x="2496" y="318"/>
                    </a:lnTo>
                    <a:lnTo>
                      <a:pt x="2484" y="318"/>
                    </a:lnTo>
                    <a:lnTo>
                      <a:pt x="2478" y="312"/>
                    </a:lnTo>
                    <a:lnTo>
                      <a:pt x="2442" y="312"/>
                    </a:lnTo>
                    <a:lnTo>
                      <a:pt x="2406" y="288"/>
                    </a:lnTo>
                    <a:lnTo>
                      <a:pt x="2406" y="372"/>
                    </a:lnTo>
                    <a:lnTo>
                      <a:pt x="2412" y="384"/>
                    </a:lnTo>
                    <a:lnTo>
                      <a:pt x="2418" y="408"/>
                    </a:lnTo>
                    <a:lnTo>
                      <a:pt x="2424" y="420"/>
                    </a:lnTo>
                    <a:lnTo>
                      <a:pt x="2418" y="420"/>
                    </a:lnTo>
                    <a:lnTo>
                      <a:pt x="2418" y="438"/>
                    </a:lnTo>
                    <a:lnTo>
                      <a:pt x="2424" y="450"/>
                    </a:lnTo>
                    <a:lnTo>
                      <a:pt x="2436" y="456"/>
                    </a:lnTo>
                    <a:lnTo>
                      <a:pt x="2442" y="462"/>
                    </a:lnTo>
                    <a:lnTo>
                      <a:pt x="2460" y="462"/>
                    </a:lnTo>
                    <a:lnTo>
                      <a:pt x="2460" y="456"/>
                    </a:lnTo>
                    <a:lnTo>
                      <a:pt x="2454" y="456"/>
                    </a:lnTo>
                    <a:lnTo>
                      <a:pt x="2460" y="450"/>
                    </a:lnTo>
                    <a:lnTo>
                      <a:pt x="2514" y="450"/>
                    </a:lnTo>
                    <a:lnTo>
                      <a:pt x="2526" y="462"/>
                    </a:lnTo>
                    <a:lnTo>
                      <a:pt x="2538" y="468"/>
                    </a:lnTo>
                    <a:lnTo>
                      <a:pt x="2544" y="468"/>
                    </a:lnTo>
                    <a:lnTo>
                      <a:pt x="2550" y="462"/>
                    </a:lnTo>
                    <a:lnTo>
                      <a:pt x="2550" y="438"/>
                    </a:lnTo>
                    <a:lnTo>
                      <a:pt x="2616" y="438"/>
                    </a:lnTo>
                    <a:lnTo>
                      <a:pt x="2616" y="450"/>
                    </a:lnTo>
                    <a:lnTo>
                      <a:pt x="2622" y="456"/>
                    </a:lnTo>
                    <a:lnTo>
                      <a:pt x="2634" y="462"/>
                    </a:lnTo>
                    <a:lnTo>
                      <a:pt x="2652" y="462"/>
                    </a:lnTo>
                    <a:lnTo>
                      <a:pt x="2658" y="468"/>
                    </a:lnTo>
                    <a:lnTo>
                      <a:pt x="2670" y="474"/>
                    </a:lnTo>
                    <a:lnTo>
                      <a:pt x="2682" y="486"/>
                    </a:lnTo>
                    <a:lnTo>
                      <a:pt x="2706" y="498"/>
                    </a:lnTo>
                    <a:lnTo>
                      <a:pt x="2718" y="498"/>
                    </a:lnTo>
                    <a:lnTo>
                      <a:pt x="2724" y="510"/>
                    </a:lnTo>
                    <a:lnTo>
                      <a:pt x="2748" y="534"/>
                    </a:lnTo>
                    <a:lnTo>
                      <a:pt x="2748" y="540"/>
                    </a:lnTo>
                    <a:lnTo>
                      <a:pt x="2742" y="546"/>
                    </a:lnTo>
                    <a:lnTo>
                      <a:pt x="2706" y="546"/>
                    </a:lnTo>
                    <a:lnTo>
                      <a:pt x="2700" y="540"/>
                    </a:lnTo>
                    <a:lnTo>
                      <a:pt x="2688" y="534"/>
                    </a:lnTo>
                    <a:lnTo>
                      <a:pt x="2658" y="534"/>
                    </a:lnTo>
                    <a:lnTo>
                      <a:pt x="2652" y="540"/>
                    </a:lnTo>
                    <a:lnTo>
                      <a:pt x="2646" y="540"/>
                    </a:lnTo>
                    <a:lnTo>
                      <a:pt x="2628" y="558"/>
                    </a:lnTo>
                    <a:lnTo>
                      <a:pt x="2598" y="552"/>
                    </a:lnTo>
                    <a:lnTo>
                      <a:pt x="2598" y="570"/>
                    </a:lnTo>
                    <a:lnTo>
                      <a:pt x="2586" y="570"/>
                    </a:lnTo>
                    <a:lnTo>
                      <a:pt x="2550" y="588"/>
                    </a:lnTo>
                    <a:lnTo>
                      <a:pt x="2544" y="594"/>
                    </a:lnTo>
                    <a:lnTo>
                      <a:pt x="2550" y="606"/>
                    </a:lnTo>
                    <a:lnTo>
                      <a:pt x="2562" y="618"/>
                    </a:lnTo>
                    <a:lnTo>
                      <a:pt x="2538" y="642"/>
                    </a:lnTo>
                    <a:lnTo>
                      <a:pt x="2466" y="642"/>
                    </a:lnTo>
                    <a:lnTo>
                      <a:pt x="2466" y="666"/>
                    </a:lnTo>
                    <a:lnTo>
                      <a:pt x="2460" y="672"/>
                    </a:lnTo>
                    <a:lnTo>
                      <a:pt x="2454" y="684"/>
                    </a:lnTo>
                    <a:lnTo>
                      <a:pt x="2442" y="690"/>
                    </a:lnTo>
                    <a:lnTo>
                      <a:pt x="2424" y="690"/>
                    </a:lnTo>
                    <a:lnTo>
                      <a:pt x="2412" y="696"/>
                    </a:lnTo>
                    <a:lnTo>
                      <a:pt x="2388" y="696"/>
                    </a:lnTo>
                    <a:lnTo>
                      <a:pt x="2376" y="690"/>
                    </a:lnTo>
                    <a:lnTo>
                      <a:pt x="2370" y="684"/>
                    </a:lnTo>
                    <a:lnTo>
                      <a:pt x="2358" y="678"/>
                    </a:lnTo>
                    <a:lnTo>
                      <a:pt x="2352" y="672"/>
                    </a:lnTo>
                    <a:lnTo>
                      <a:pt x="2346" y="672"/>
                    </a:lnTo>
                    <a:lnTo>
                      <a:pt x="2340" y="666"/>
                    </a:lnTo>
                    <a:lnTo>
                      <a:pt x="2316" y="666"/>
                    </a:lnTo>
                    <a:lnTo>
                      <a:pt x="2304" y="672"/>
                    </a:lnTo>
                    <a:lnTo>
                      <a:pt x="2304" y="684"/>
                    </a:lnTo>
                    <a:lnTo>
                      <a:pt x="2298" y="696"/>
                    </a:lnTo>
                    <a:lnTo>
                      <a:pt x="2298" y="708"/>
                    </a:lnTo>
                    <a:lnTo>
                      <a:pt x="2304" y="720"/>
                    </a:lnTo>
                    <a:lnTo>
                      <a:pt x="2322" y="738"/>
                    </a:lnTo>
                    <a:lnTo>
                      <a:pt x="2334" y="744"/>
                    </a:lnTo>
                    <a:lnTo>
                      <a:pt x="2352" y="762"/>
                    </a:lnTo>
                    <a:lnTo>
                      <a:pt x="2364" y="768"/>
                    </a:lnTo>
                    <a:lnTo>
                      <a:pt x="2364" y="774"/>
                    </a:lnTo>
                    <a:lnTo>
                      <a:pt x="2358" y="780"/>
                    </a:lnTo>
                    <a:lnTo>
                      <a:pt x="2352" y="792"/>
                    </a:lnTo>
                    <a:lnTo>
                      <a:pt x="2340" y="804"/>
                    </a:lnTo>
                    <a:lnTo>
                      <a:pt x="2316" y="804"/>
                    </a:lnTo>
                    <a:lnTo>
                      <a:pt x="2316" y="810"/>
                    </a:lnTo>
                    <a:lnTo>
                      <a:pt x="2310" y="822"/>
                    </a:lnTo>
                    <a:lnTo>
                      <a:pt x="2310" y="828"/>
                    </a:lnTo>
                    <a:lnTo>
                      <a:pt x="2298" y="852"/>
                    </a:lnTo>
                    <a:lnTo>
                      <a:pt x="2286" y="858"/>
                    </a:lnTo>
                    <a:lnTo>
                      <a:pt x="2262" y="858"/>
                    </a:lnTo>
                    <a:lnTo>
                      <a:pt x="2244" y="882"/>
                    </a:lnTo>
                    <a:lnTo>
                      <a:pt x="2088" y="882"/>
                    </a:lnTo>
                    <a:lnTo>
                      <a:pt x="2070" y="894"/>
                    </a:lnTo>
                    <a:lnTo>
                      <a:pt x="2010" y="930"/>
                    </a:lnTo>
                    <a:lnTo>
                      <a:pt x="1992" y="942"/>
                    </a:lnTo>
                    <a:lnTo>
                      <a:pt x="1986" y="948"/>
                    </a:lnTo>
                    <a:lnTo>
                      <a:pt x="1968" y="948"/>
                    </a:lnTo>
                    <a:lnTo>
                      <a:pt x="1962" y="942"/>
                    </a:lnTo>
                    <a:lnTo>
                      <a:pt x="1956" y="942"/>
                    </a:lnTo>
                    <a:lnTo>
                      <a:pt x="1950" y="930"/>
                    </a:lnTo>
                    <a:lnTo>
                      <a:pt x="1950" y="924"/>
                    </a:lnTo>
                    <a:lnTo>
                      <a:pt x="1938" y="924"/>
                    </a:lnTo>
                    <a:lnTo>
                      <a:pt x="1926" y="930"/>
                    </a:lnTo>
                    <a:lnTo>
                      <a:pt x="1914" y="930"/>
                    </a:lnTo>
                    <a:lnTo>
                      <a:pt x="1908" y="936"/>
                    </a:lnTo>
                    <a:lnTo>
                      <a:pt x="1896" y="936"/>
                    </a:lnTo>
                    <a:lnTo>
                      <a:pt x="1890" y="930"/>
                    </a:lnTo>
                    <a:lnTo>
                      <a:pt x="1866" y="918"/>
                    </a:lnTo>
                    <a:lnTo>
                      <a:pt x="1848" y="912"/>
                    </a:lnTo>
                    <a:lnTo>
                      <a:pt x="1800" y="912"/>
                    </a:lnTo>
                    <a:lnTo>
                      <a:pt x="1776" y="906"/>
                    </a:lnTo>
                    <a:lnTo>
                      <a:pt x="1764" y="900"/>
                    </a:lnTo>
                    <a:lnTo>
                      <a:pt x="1758" y="888"/>
                    </a:lnTo>
                    <a:lnTo>
                      <a:pt x="1740" y="870"/>
                    </a:lnTo>
                    <a:lnTo>
                      <a:pt x="1728" y="870"/>
                    </a:lnTo>
                    <a:lnTo>
                      <a:pt x="1710" y="864"/>
                    </a:lnTo>
                    <a:lnTo>
                      <a:pt x="1656" y="864"/>
                    </a:lnTo>
                    <a:lnTo>
                      <a:pt x="1650" y="858"/>
                    </a:lnTo>
                    <a:lnTo>
                      <a:pt x="1644" y="858"/>
                    </a:lnTo>
                    <a:lnTo>
                      <a:pt x="1632" y="852"/>
                    </a:lnTo>
                    <a:lnTo>
                      <a:pt x="1620" y="852"/>
                    </a:lnTo>
                    <a:lnTo>
                      <a:pt x="1614" y="858"/>
                    </a:lnTo>
                    <a:lnTo>
                      <a:pt x="1602" y="864"/>
                    </a:lnTo>
                    <a:lnTo>
                      <a:pt x="1596" y="870"/>
                    </a:lnTo>
                    <a:lnTo>
                      <a:pt x="1560" y="864"/>
                    </a:lnTo>
                    <a:lnTo>
                      <a:pt x="1512" y="864"/>
                    </a:lnTo>
                    <a:lnTo>
                      <a:pt x="1458" y="858"/>
                    </a:lnTo>
                    <a:lnTo>
                      <a:pt x="1398" y="864"/>
                    </a:lnTo>
                    <a:lnTo>
                      <a:pt x="1386" y="858"/>
                    </a:lnTo>
                    <a:lnTo>
                      <a:pt x="1380" y="846"/>
                    </a:lnTo>
                    <a:lnTo>
                      <a:pt x="1368" y="840"/>
                    </a:lnTo>
                    <a:lnTo>
                      <a:pt x="1338" y="810"/>
                    </a:lnTo>
                    <a:lnTo>
                      <a:pt x="1332" y="798"/>
                    </a:lnTo>
                    <a:lnTo>
                      <a:pt x="1290" y="756"/>
                    </a:lnTo>
                    <a:lnTo>
                      <a:pt x="1278" y="732"/>
                    </a:lnTo>
                    <a:lnTo>
                      <a:pt x="1242" y="732"/>
                    </a:lnTo>
                    <a:lnTo>
                      <a:pt x="1236" y="726"/>
                    </a:lnTo>
                    <a:lnTo>
                      <a:pt x="1224" y="726"/>
                    </a:lnTo>
                    <a:lnTo>
                      <a:pt x="1200" y="714"/>
                    </a:lnTo>
                    <a:lnTo>
                      <a:pt x="1194" y="714"/>
                    </a:lnTo>
                    <a:lnTo>
                      <a:pt x="1188" y="708"/>
                    </a:lnTo>
                    <a:lnTo>
                      <a:pt x="1182" y="708"/>
                    </a:lnTo>
                    <a:lnTo>
                      <a:pt x="1176" y="696"/>
                    </a:lnTo>
                    <a:lnTo>
                      <a:pt x="1164" y="690"/>
                    </a:lnTo>
                    <a:lnTo>
                      <a:pt x="1158" y="690"/>
                    </a:lnTo>
                    <a:lnTo>
                      <a:pt x="1146" y="684"/>
                    </a:lnTo>
                    <a:lnTo>
                      <a:pt x="1140" y="684"/>
                    </a:lnTo>
                    <a:lnTo>
                      <a:pt x="1134" y="678"/>
                    </a:lnTo>
                    <a:lnTo>
                      <a:pt x="1038" y="678"/>
                    </a:lnTo>
                    <a:lnTo>
                      <a:pt x="1014" y="672"/>
                    </a:lnTo>
                    <a:lnTo>
                      <a:pt x="996" y="666"/>
                    </a:lnTo>
                    <a:lnTo>
                      <a:pt x="990" y="666"/>
                    </a:lnTo>
                    <a:lnTo>
                      <a:pt x="978" y="660"/>
                    </a:lnTo>
                    <a:lnTo>
                      <a:pt x="966" y="660"/>
                    </a:lnTo>
                    <a:lnTo>
                      <a:pt x="954" y="654"/>
                    </a:lnTo>
                    <a:lnTo>
                      <a:pt x="948" y="648"/>
                    </a:lnTo>
                    <a:lnTo>
                      <a:pt x="942" y="636"/>
                    </a:lnTo>
                    <a:lnTo>
                      <a:pt x="936" y="618"/>
                    </a:lnTo>
                    <a:lnTo>
                      <a:pt x="936" y="606"/>
                    </a:lnTo>
                    <a:lnTo>
                      <a:pt x="948" y="594"/>
                    </a:lnTo>
                    <a:lnTo>
                      <a:pt x="948" y="588"/>
                    </a:lnTo>
                    <a:lnTo>
                      <a:pt x="942" y="582"/>
                    </a:lnTo>
                    <a:lnTo>
                      <a:pt x="936" y="570"/>
                    </a:lnTo>
                    <a:lnTo>
                      <a:pt x="930" y="564"/>
                    </a:lnTo>
                    <a:lnTo>
                      <a:pt x="930" y="552"/>
                    </a:lnTo>
                    <a:lnTo>
                      <a:pt x="924" y="540"/>
                    </a:lnTo>
                    <a:lnTo>
                      <a:pt x="912" y="528"/>
                    </a:lnTo>
                    <a:lnTo>
                      <a:pt x="888" y="510"/>
                    </a:lnTo>
                    <a:lnTo>
                      <a:pt x="876" y="492"/>
                    </a:lnTo>
                    <a:lnTo>
                      <a:pt x="870" y="480"/>
                    </a:lnTo>
                    <a:lnTo>
                      <a:pt x="852" y="462"/>
                    </a:lnTo>
                    <a:lnTo>
                      <a:pt x="834" y="456"/>
                    </a:lnTo>
                    <a:lnTo>
                      <a:pt x="822" y="450"/>
                    </a:lnTo>
                    <a:lnTo>
                      <a:pt x="810" y="450"/>
                    </a:lnTo>
                    <a:lnTo>
                      <a:pt x="804" y="444"/>
                    </a:lnTo>
                    <a:lnTo>
                      <a:pt x="786" y="432"/>
                    </a:lnTo>
                    <a:lnTo>
                      <a:pt x="750" y="444"/>
                    </a:lnTo>
                    <a:lnTo>
                      <a:pt x="726" y="420"/>
                    </a:lnTo>
                    <a:lnTo>
                      <a:pt x="720" y="408"/>
                    </a:lnTo>
                    <a:lnTo>
                      <a:pt x="708" y="408"/>
                    </a:lnTo>
                    <a:lnTo>
                      <a:pt x="696" y="402"/>
                    </a:lnTo>
                    <a:lnTo>
                      <a:pt x="684" y="402"/>
                    </a:lnTo>
                    <a:lnTo>
                      <a:pt x="672" y="396"/>
                    </a:lnTo>
                    <a:lnTo>
                      <a:pt x="672" y="378"/>
                    </a:lnTo>
                    <a:lnTo>
                      <a:pt x="648" y="378"/>
                    </a:lnTo>
                    <a:lnTo>
                      <a:pt x="654" y="372"/>
                    </a:lnTo>
                    <a:lnTo>
                      <a:pt x="654" y="360"/>
                    </a:lnTo>
                    <a:lnTo>
                      <a:pt x="648" y="354"/>
                    </a:lnTo>
                    <a:lnTo>
                      <a:pt x="612" y="354"/>
                    </a:lnTo>
                    <a:lnTo>
                      <a:pt x="600" y="348"/>
                    </a:lnTo>
                    <a:lnTo>
                      <a:pt x="582" y="348"/>
                    </a:lnTo>
                    <a:lnTo>
                      <a:pt x="576" y="354"/>
                    </a:lnTo>
                    <a:lnTo>
                      <a:pt x="576" y="360"/>
                    </a:lnTo>
                    <a:lnTo>
                      <a:pt x="594" y="378"/>
                    </a:lnTo>
                    <a:lnTo>
                      <a:pt x="594" y="390"/>
                    </a:lnTo>
                    <a:lnTo>
                      <a:pt x="588" y="396"/>
                    </a:lnTo>
                    <a:lnTo>
                      <a:pt x="546" y="396"/>
                    </a:lnTo>
                    <a:lnTo>
                      <a:pt x="534" y="408"/>
                    </a:lnTo>
                    <a:lnTo>
                      <a:pt x="534" y="426"/>
                    </a:lnTo>
                    <a:lnTo>
                      <a:pt x="546" y="450"/>
                    </a:lnTo>
                    <a:lnTo>
                      <a:pt x="558" y="462"/>
                    </a:lnTo>
                    <a:lnTo>
                      <a:pt x="570" y="486"/>
                    </a:lnTo>
                    <a:lnTo>
                      <a:pt x="570" y="504"/>
                    </a:lnTo>
                    <a:lnTo>
                      <a:pt x="564" y="510"/>
                    </a:lnTo>
                    <a:lnTo>
                      <a:pt x="546" y="510"/>
                    </a:lnTo>
                    <a:lnTo>
                      <a:pt x="528" y="528"/>
                    </a:lnTo>
                    <a:lnTo>
                      <a:pt x="516" y="516"/>
                    </a:lnTo>
                    <a:lnTo>
                      <a:pt x="468" y="516"/>
                    </a:lnTo>
                    <a:lnTo>
                      <a:pt x="444" y="504"/>
                    </a:lnTo>
                    <a:lnTo>
                      <a:pt x="432" y="504"/>
                    </a:lnTo>
                    <a:lnTo>
                      <a:pt x="420" y="498"/>
                    </a:lnTo>
                    <a:lnTo>
                      <a:pt x="408" y="498"/>
                    </a:lnTo>
                    <a:lnTo>
                      <a:pt x="408" y="636"/>
                    </a:lnTo>
                    <a:lnTo>
                      <a:pt x="414" y="636"/>
                    </a:lnTo>
                    <a:lnTo>
                      <a:pt x="420" y="642"/>
                    </a:lnTo>
                    <a:lnTo>
                      <a:pt x="426" y="642"/>
                    </a:lnTo>
                    <a:lnTo>
                      <a:pt x="432" y="648"/>
                    </a:lnTo>
                    <a:lnTo>
                      <a:pt x="432" y="660"/>
                    </a:lnTo>
                    <a:lnTo>
                      <a:pt x="426" y="666"/>
                    </a:lnTo>
                    <a:lnTo>
                      <a:pt x="420" y="666"/>
                    </a:lnTo>
                    <a:lnTo>
                      <a:pt x="408" y="654"/>
                    </a:lnTo>
                    <a:lnTo>
                      <a:pt x="390" y="666"/>
                    </a:lnTo>
                    <a:lnTo>
                      <a:pt x="384" y="660"/>
                    </a:lnTo>
                    <a:lnTo>
                      <a:pt x="378" y="648"/>
                    </a:lnTo>
                    <a:lnTo>
                      <a:pt x="372" y="642"/>
                    </a:lnTo>
                    <a:lnTo>
                      <a:pt x="360" y="642"/>
                    </a:lnTo>
                    <a:lnTo>
                      <a:pt x="324" y="660"/>
                    </a:lnTo>
                    <a:lnTo>
                      <a:pt x="312" y="660"/>
                    </a:lnTo>
                    <a:lnTo>
                      <a:pt x="300" y="666"/>
                    </a:lnTo>
                    <a:lnTo>
                      <a:pt x="288" y="666"/>
                    </a:lnTo>
                    <a:lnTo>
                      <a:pt x="276" y="672"/>
                    </a:lnTo>
                    <a:lnTo>
                      <a:pt x="270" y="678"/>
                    </a:lnTo>
                    <a:lnTo>
                      <a:pt x="270" y="684"/>
                    </a:lnTo>
                    <a:lnTo>
                      <a:pt x="276" y="690"/>
                    </a:lnTo>
                    <a:lnTo>
                      <a:pt x="288" y="696"/>
                    </a:lnTo>
                    <a:lnTo>
                      <a:pt x="306" y="696"/>
                    </a:lnTo>
                    <a:lnTo>
                      <a:pt x="306" y="726"/>
                    </a:lnTo>
                    <a:lnTo>
                      <a:pt x="318" y="750"/>
                    </a:lnTo>
                    <a:lnTo>
                      <a:pt x="360" y="792"/>
                    </a:lnTo>
                    <a:lnTo>
                      <a:pt x="366" y="804"/>
                    </a:lnTo>
                    <a:lnTo>
                      <a:pt x="378" y="810"/>
                    </a:lnTo>
                    <a:lnTo>
                      <a:pt x="378" y="822"/>
                    </a:lnTo>
                    <a:lnTo>
                      <a:pt x="360" y="822"/>
                    </a:lnTo>
                    <a:lnTo>
                      <a:pt x="354" y="828"/>
                    </a:lnTo>
                    <a:lnTo>
                      <a:pt x="354" y="834"/>
                    </a:lnTo>
                    <a:lnTo>
                      <a:pt x="372" y="852"/>
                    </a:lnTo>
                    <a:lnTo>
                      <a:pt x="348" y="852"/>
                    </a:lnTo>
                    <a:lnTo>
                      <a:pt x="348" y="864"/>
                    </a:lnTo>
                    <a:lnTo>
                      <a:pt x="354" y="870"/>
                    </a:lnTo>
                    <a:lnTo>
                      <a:pt x="354" y="882"/>
                    </a:lnTo>
                    <a:lnTo>
                      <a:pt x="372" y="900"/>
                    </a:lnTo>
                    <a:lnTo>
                      <a:pt x="372" y="912"/>
                    </a:lnTo>
                    <a:lnTo>
                      <a:pt x="366" y="918"/>
                    </a:lnTo>
                    <a:lnTo>
                      <a:pt x="342" y="918"/>
                    </a:lnTo>
                    <a:lnTo>
                      <a:pt x="294" y="936"/>
                    </a:lnTo>
                    <a:lnTo>
                      <a:pt x="282" y="948"/>
                    </a:lnTo>
                    <a:lnTo>
                      <a:pt x="270" y="954"/>
                    </a:lnTo>
                    <a:lnTo>
                      <a:pt x="264" y="960"/>
                    </a:lnTo>
                    <a:lnTo>
                      <a:pt x="264" y="978"/>
                    </a:lnTo>
                    <a:lnTo>
                      <a:pt x="258" y="990"/>
                    </a:lnTo>
                    <a:lnTo>
                      <a:pt x="252" y="996"/>
                    </a:lnTo>
                    <a:lnTo>
                      <a:pt x="234" y="996"/>
                    </a:lnTo>
                    <a:lnTo>
                      <a:pt x="216" y="990"/>
                    </a:lnTo>
                    <a:lnTo>
                      <a:pt x="186" y="990"/>
                    </a:lnTo>
                    <a:lnTo>
                      <a:pt x="168" y="1008"/>
                    </a:lnTo>
                    <a:lnTo>
                      <a:pt x="162" y="1020"/>
                    </a:lnTo>
                    <a:lnTo>
                      <a:pt x="162" y="1044"/>
                    </a:lnTo>
                    <a:lnTo>
                      <a:pt x="156" y="1050"/>
                    </a:lnTo>
                    <a:lnTo>
                      <a:pt x="126" y="1044"/>
                    </a:lnTo>
                    <a:lnTo>
                      <a:pt x="114" y="1050"/>
                    </a:lnTo>
                    <a:lnTo>
                      <a:pt x="108" y="1044"/>
                    </a:lnTo>
                    <a:lnTo>
                      <a:pt x="102" y="1032"/>
                    </a:lnTo>
                    <a:lnTo>
                      <a:pt x="96" y="1026"/>
                    </a:lnTo>
                    <a:lnTo>
                      <a:pt x="84" y="1026"/>
                    </a:lnTo>
                    <a:lnTo>
                      <a:pt x="72" y="1038"/>
                    </a:lnTo>
                    <a:lnTo>
                      <a:pt x="48" y="1038"/>
                    </a:lnTo>
                    <a:lnTo>
                      <a:pt x="48" y="1056"/>
                    </a:lnTo>
                    <a:lnTo>
                      <a:pt x="36" y="1062"/>
                    </a:lnTo>
                    <a:lnTo>
                      <a:pt x="30" y="1068"/>
                    </a:lnTo>
                    <a:lnTo>
                      <a:pt x="18" y="1068"/>
                    </a:lnTo>
                    <a:lnTo>
                      <a:pt x="6" y="1074"/>
                    </a:lnTo>
                    <a:lnTo>
                      <a:pt x="0" y="1080"/>
                    </a:lnTo>
                    <a:lnTo>
                      <a:pt x="0" y="1086"/>
                    </a:lnTo>
                    <a:lnTo>
                      <a:pt x="12" y="1092"/>
                    </a:lnTo>
                    <a:lnTo>
                      <a:pt x="18" y="1104"/>
                    </a:lnTo>
                    <a:lnTo>
                      <a:pt x="18" y="1116"/>
                    </a:lnTo>
                    <a:lnTo>
                      <a:pt x="0" y="1116"/>
                    </a:lnTo>
                    <a:lnTo>
                      <a:pt x="0" y="1140"/>
                    </a:lnTo>
                    <a:lnTo>
                      <a:pt x="18" y="1140"/>
                    </a:lnTo>
                    <a:lnTo>
                      <a:pt x="18" y="1152"/>
                    </a:lnTo>
                    <a:lnTo>
                      <a:pt x="12" y="1164"/>
                    </a:lnTo>
                    <a:lnTo>
                      <a:pt x="12" y="1176"/>
                    </a:lnTo>
                    <a:lnTo>
                      <a:pt x="24" y="1188"/>
                    </a:lnTo>
                    <a:lnTo>
                      <a:pt x="36" y="1188"/>
                    </a:lnTo>
                    <a:lnTo>
                      <a:pt x="42" y="1182"/>
                    </a:lnTo>
                    <a:lnTo>
                      <a:pt x="66" y="1182"/>
                    </a:lnTo>
                    <a:lnTo>
                      <a:pt x="78" y="1188"/>
                    </a:lnTo>
                    <a:lnTo>
                      <a:pt x="84" y="1188"/>
                    </a:lnTo>
                    <a:lnTo>
                      <a:pt x="96" y="1194"/>
                    </a:lnTo>
                    <a:lnTo>
                      <a:pt x="102" y="1200"/>
                    </a:lnTo>
                    <a:lnTo>
                      <a:pt x="102" y="1242"/>
                    </a:lnTo>
                    <a:lnTo>
                      <a:pt x="114" y="1266"/>
                    </a:lnTo>
                    <a:lnTo>
                      <a:pt x="120" y="1272"/>
                    </a:lnTo>
                    <a:lnTo>
                      <a:pt x="126" y="1272"/>
                    </a:lnTo>
                    <a:lnTo>
                      <a:pt x="138" y="1284"/>
                    </a:lnTo>
                    <a:lnTo>
                      <a:pt x="132" y="1290"/>
                    </a:lnTo>
                    <a:lnTo>
                      <a:pt x="102" y="1290"/>
                    </a:lnTo>
                    <a:lnTo>
                      <a:pt x="96" y="1296"/>
                    </a:lnTo>
                    <a:lnTo>
                      <a:pt x="96" y="1308"/>
                    </a:lnTo>
                    <a:lnTo>
                      <a:pt x="108" y="1314"/>
                    </a:lnTo>
                    <a:lnTo>
                      <a:pt x="114" y="1320"/>
                    </a:lnTo>
                    <a:lnTo>
                      <a:pt x="162" y="1320"/>
                    </a:lnTo>
                    <a:lnTo>
                      <a:pt x="168" y="1332"/>
                    </a:lnTo>
                    <a:lnTo>
                      <a:pt x="180" y="1332"/>
                    </a:lnTo>
                    <a:lnTo>
                      <a:pt x="192" y="1338"/>
                    </a:lnTo>
                    <a:lnTo>
                      <a:pt x="204" y="1350"/>
                    </a:lnTo>
                    <a:lnTo>
                      <a:pt x="216" y="1374"/>
                    </a:lnTo>
                    <a:lnTo>
                      <a:pt x="216" y="1398"/>
                    </a:lnTo>
                    <a:lnTo>
                      <a:pt x="252" y="1410"/>
                    </a:lnTo>
                    <a:lnTo>
                      <a:pt x="264" y="1404"/>
                    </a:lnTo>
                    <a:lnTo>
                      <a:pt x="264" y="1410"/>
                    </a:lnTo>
                    <a:lnTo>
                      <a:pt x="270" y="1416"/>
                    </a:lnTo>
                    <a:lnTo>
                      <a:pt x="276" y="1428"/>
                    </a:lnTo>
                    <a:lnTo>
                      <a:pt x="288" y="1434"/>
                    </a:lnTo>
                    <a:lnTo>
                      <a:pt x="366" y="1434"/>
                    </a:lnTo>
                    <a:lnTo>
                      <a:pt x="378" y="1428"/>
                    </a:lnTo>
                    <a:lnTo>
                      <a:pt x="384" y="1416"/>
                    </a:lnTo>
                    <a:lnTo>
                      <a:pt x="402" y="1410"/>
                    </a:lnTo>
                    <a:lnTo>
                      <a:pt x="426" y="1398"/>
                    </a:lnTo>
                    <a:lnTo>
                      <a:pt x="438" y="1398"/>
                    </a:lnTo>
                    <a:lnTo>
                      <a:pt x="456" y="1410"/>
                    </a:lnTo>
                    <a:lnTo>
                      <a:pt x="480" y="1434"/>
                    </a:lnTo>
                    <a:lnTo>
                      <a:pt x="522" y="1434"/>
                    </a:lnTo>
                    <a:lnTo>
                      <a:pt x="522" y="1494"/>
                    </a:lnTo>
                    <a:lnTo>
                      <a:pt x="516" y="1500"/>
                    </a:lnTo>
                    <a:lnTo>
                      <a:pt x="498" y="1500"/>
                    </a:lnTo>
                    <a:lnTo>
                      <a:pt x="498" y="1506"/>
                    </a:lnTo>
                    <a:lnTo>
                      <a:pt x="504" y="1512"/>
                    </a:lnTo>
                    <a:lnTo>
                      <a:pt x="504" y="1536"/>
                    </a:lnTo>
                    <a:lnTo>
                      <a:pt x="498" y="1548"/>
                    </a:lnTo>
                    <a:lnTo>
                      <a:pt x="486" y="1554"/>
                    </a:lnTo>
                    <a:lnTo>
                      <a:pt x="456" y="1554"/>
                    </a:lnTo>
                    <a:lnTo>
                      <a:pt x="474" y="1578"/>
                    </a:lnTo>
                    <a:lnTo>
                      <a:pt x="456" y="1584"/>
                    </a:lnTo>
                    <a:lnTo>
                      <a:pt x="456" y="1608"/>
                    </a:lnTo>
                    <a:lnTo>
                      <a:pt x="480" y="1620"/>
                    </a:lnTo>
                    <a:lnTo>
                      <a:pt x="492" y="1620"/>
                    </a:lnTo>
                    <a:lnTo>
                      <a:pt x="498" y="1626"/>
                    </a:lnTo>
                    <a:lnTo>
                      <a:pt x="504" y="1638"/>
                    </a:lnTo>
                    <a:lnTo>
                      <a:pt x="522" y="1656"/>
                    </a:lnTo>
                    <a:lnTo>
                      <a:pt x="522" y="1668"/>
                    </a:lnTo>
                    <a:lnTo>
                      <a:pt x="510" y="1674"/>
                    </a:lnTo>
                    <a:lnTo>
                      <a:pt x="504" y="1680"/>
                    </a:lnTo>
                    <a:lnTo>
                      <a:pt x="498" y="1680"/>
                    </a:lnTo>
                    <a:lnTo>
                      <a:pt x="486" y="1698"/>
                    </a:lnTo>
                    <a:lnTo>
                      <a:pt x="474" y="1686"/>
                    </a:lnTo>
                    <a:lnTo>
                      <a:pt x="474" y="1668"/>
                    </a:lnTo>
                    <a:lnTo>
                      <a:pt x="462" y="1668"/>
                    </a:lnTo>
                    <a:lnTo>
                      <a:pt x="456" y="1674"/>
                    </a:lnTo>
                    <a:lnTo>
                      <a:pt x="450" y="1674"/>
                    </a:lnTo>
                    <a:lnTo>
                      <a:pt x="450" y="1692"/>
                    </a:lnTo>
                    <a:lnTo>
                      <a:pt x="456" y="1698"/>
                    </a:lnTo>
                    <a:lnTo>
                      <a:pt x="462" y="1710"/>
                    </a:lnTo>
                    <a:lnTo>
                      <a:pt x="474" y="1722"/>
                    </a:lnTo>
                    <a:lnTo>
                      <a:pt x="480" y="1722"/>
                    </a:lnTo>
                    <a:lnTo>
                      <a:pt x="480" y="1734"/>
                    </a:lnTo>
                    <a:lnTo>
                      <a:pt x="474" y="1740"/>
                    </a:lnTo>
                    <a:lnTo>
                      <a:pt x="474" y="1758"/>
                    </a:lnTo>
                    <a:lnTo>
                      <a:pt x="480" y="1764"/>
                    </a:lnTo>
                    <a:lnTo>
                      <a:pt x="510" y="1764"/>
                    </a:lnTo>
                    <a:lnTo>
                      <a:pt x="516" y="1776"/>
                    </a:lnTo>
                    <a:lnTo>
                      <a:pt x="528" y="1788"/>
                    </a:lnTo>
                    <a:lnTo>
                      <a:pt x="540" y="1794"/>
                    </a:lnTo>
                    <a:lnTo>
                      <a:pt x="552" y="1794"/>
                    </a:lnTo>
                    <a:lnTo>
                      <a:pt x="558" y="1800"/>
                    </a:lnTo>
                    <a:lnTo>
                      <a:pt x="564" y="1800"/>
                    </a:lnTo>
                    <a:lnTo>
                      <a:pt x="582" y="1818"/>
                    </a:lnTo>
                    <a:lnTo>
                      <a:pt x="600" y="1812"/>
                    </a:lnTo>
                    <a:lnTo>
                      <a:pt x="600" y="1830"/>
                    </a:lnTo>
                    <a:lnTo>
                      <a:pt x="612" y="1836"/>
                    </a:lnTo>
                    <a:lnTo>
                      <a:pt x="624" y="1836"/>
                    </a:lnTo>
                    <a:lnTo>
                      <a:pt x="666" y="1872"/>
                    </a:lnTo>
                    <a:lnTo>
                      <a:pt x="690" y="1854"/>
                    </a:lnTo>
                    <a:lnTo>
                      <a:pt x="696" y="1848"/>
                    </a:lnTo>
                    <a:lnTo>
                      <a:pt x="708" y="1842"/>
                    </a:lnTo>
                    <a:lnTo>
                      <a:pt x="720" y="1842"/>
                    </a:lnTo>
                    <a:lnTo>
                      <a:pt x="732" y="1848"/>
                    </a:lnTo>
                    <a:lnTo>
                      <a:pt x="744" y="1860"/>
                    </a:lnTo>
                    <a:lnTo>
                      <a:pt x="750" y="1872"/>
                    </a:lnTo>
                    <a:lnTo>
                      <a:pt x="762" y="1878"/>
                    </a:lnTo>
                    <a:lnTo>
                      <a:pt x="780" y="1896"/>
                    </a:lnTo>
                    <a:lnTo>
                      <a:pt x="822" y="1902"/>
                    </a:lnTo>
                    <a:lnTo>
                      <a:pt x="828" y="1914"/>
                    </a:lnTo>
                    <a:lnTo>
                      <a:pt x="834" y="1920"/>
                    </a:lnTo>
                    <a:lnTo>
                      <a:pt x="840" y="1932"/>
                    </a:lnTo>
                    <a:lnTo>
                      <a:pt x="846" y="1938"/>
                    </a:lnTo>
                    <a:lnTo>
                      <a:pt x="846" y="1950"/>
                    </a:lnTo>
                    <a:lnTo>
                      <a:pt x="858" y="1950"/>
                    </a:lnTo>
                    <a:lnTo>
                      <a:pt x="858" y="1944"/>
                    </a:lnTo>
                    <a:lnTo>
                      <a:pt x="864" y="1938"/>
                    </a:lnTo>
                    <a:lnTo>
                      <a:pt x="870" y="1926"/>
                    </a:lnTo>
                    <a:lnTo>
                      <a:pt x="882" y="1926"/>
                    </a:lnTo>
                    <a:lnTo>
                      <a:pt x="888" y="1932"/>
                    </a:lnTo>
                    <a:lnTo>
                      <a:pt x="894" y="1944"/>
                    </a:lnTo>
                    <a:lnTo>
                      <a:pt x="894" y="1962"/>
                    </a:lnTo>
                    <a:lnTo>
                      <a:pt x="924" y="1992"/>
                    </a:lnTo>
                    <a:lnTo>
                      <a:pt x="936" y="1998"/>
                    </a:lnTo>
                    <a:lnTo>
                      <a:pt x="942" y="1992"/>
                    </a:lnTo>
                    <a:lnTo>
                      <a:pt x="954" y="1986"/>
                    </a:lnTo>
                    <a:lnTo>
                      <a:pt x="960" y="1986"/>
                    </a:lnTo>
                    <a:lnTo>
                      <a:pt x="966" y="1992"/>
                    </a:lnTo>
                    <a:lnTo>
                      <a:pt x="966" y="1998"/>
                    </a:lnTo>
                    <a:lnTo>
                      <a:pt x="960" y="2004"/>
                    </a:lnTo>
                    <a:lnTo>
                      <a:pt x="960" y="2010"/>
                    </a:lnTo>
                    <a:lnTo>
                      <a:pt x="966" y="2010"/>
                    </a:lnTo>
                    <a:lnTo>
                      <a:pt x="972" y="2016"/>
                    </a:lnTo>
                    <a:lnTo>
                      <a:pt x="990" y="2022"/>
                    </a:lnTo>
                    <a:lnTo>
                      <a:pt x="1002" y="2022"/>
                    </a:lnTo>
                    <a:lnTo>
                      <a:pt x="1008" y="2016"/>
                    </a:lnTo>
                    <a:lnTo>
                      <a:pt x="1014" y="2016"/>
                    </a:lnTo>
                    <a:lnTo>
                      <a:pt x="1014" y="2034"/>
                    </a:lnTo>
                    <a:lnTo>
                      <a:pt x="1020" y="2040"/>
                    </a:lnTo>
                    <a:lnTo>
                      <a:pt x="1032" y="2040"/>
                    </a:lnTo>
                    <a:lnTo>
                      <a:pt x="1044" y="2028"/>
                    </a:lnTo>
                    <a:lnTo>
                      <a:pt x="1044" y="2022"/>
                    </a:lnTo>
                    <a:lnTo>
                      <a:pt x="1044" y="2034"/>
                    </a:lnTo>
                    <a:lnTo>
                      <a:pt x="1050" y="2040"/>
                    </a:lnTo>
                    <a:lnTo>
                      <a:pt x="1068" y="2040"/>
                    </a:lnTo>
                    <a:lnTo>
                      <a:pt x="1074" y="2034"/>
                    </a:lnTo>
                    <a:lnTo>
                      <a:pt x="1074" y="2028"/>
                    </a:lnTo>
                    <a:lnTo>
                      <a:pt x="1086" y="2034"/>
                    </a:lnTo>
                    <a:lnTo>
                      <a:pt x="1092" y="2040"/>
                    </a:lnTo>
                    <a:lnTo>
                      <a:pt x="1110" y="2046"/>
                    </a:lnTo>
                    <a:lnTo>
                      <a:pt x="1134" y="2058"/>
                    </a:lnTo>
                    <a:lnTo>
                      <a:pt x="1158" y="2058"/>
                    </a:lnTo>
                    <a:lnTo>
                      <a:pt x="1176" y="2040"/>
                    </a:lnTo>
                    <a:lnTo>
                      <a:pt x="1194" y="2034"/>
                    </a:lnTo>
                    <a:lnTo>
                      <a:pt x="1206" y="2028"/>
                    </a:lnTo>
                    <a:lnTo>
                      <a:pt x="1212" y="2028"/>
                    </a:lnTo>
                    <a:lnTo>
                      <a:pt x="1224" y="2034"/>
                    </a:lnTo>
                    <a:lnTo>
                      <a:pt x="1230" y="2040"/>
                    </a:lnTo>
                    <a:lnTo>
                      <a:pt x="1230" y="2088"/>
                    </a:lnTo>
                    <a:lnTo>
                      <a:pt x="1236" y="2094"/>
                    </a:lnTo>
                    <a:lnTo>
                      <a:pt x="1242" y="2094"/>
                    </a:lnTo>
                    <a:lnTo>
                      <a:pt x="1242" y="2088"/>
                    </a:lnTo>
                    <a:lnTo>
                      <a:pt x="1248" y="2082"/>
                    </a:lnTo>
                    <a:lnTo>
                      <a:pt x="1254" y="2070"/>
                    </a:lnTo>
                    <a:lnTo>
                      <a:pt x="1266" y="2052"/>
                    </a:lnTo>
                    <a:lnTo>
                      <a:pt x="1272" y="2040"/>
                    </a:lnTo>
                    <a:lnTo>
                      <a:pt x="1284" y="2028"/>
                    </a:lnTo>
                    <a:lnTo>
                      <a:pt x="1290" y="2016"/>
                    </a:lnTo>
                    <a:lnTo>
                      <a:pt x="1302" y="2016"/>
                    </a:lnTo>
                    <a:lnTo>
                      <a:pt x="1314" y="2022"/>
                    </a:lnTo>
                    <a:lnTo>
                      <a:pt x="1338" y="2022"/>
                    </a:lnTo>
                    <a:lnTo>
                      <a:pt x="1338" y="2046"/>
                    </a:lnTo>
                    <a:lnTo>
                      <a:pt x="1344" y="2046"/>
                    </a:lnTo>
                    <a:lnTo>
                      <a:pt x="1350" y="2040"/>
                    </a:lnTo>
                    <a:lnTo>
                      <a:pt x="1362" y="2034"/>
                    </a:lnTo>
                    <a:lnTo>
                      <a:pt x="1374" y="2034"/>
                    </a:lnTo>
                    <a:lnTo>
                      <a:pt x="1386" y="2028"/>
                    </a:lnTo>
                    <a:lnTo>
                      <a:pt x="1398" y="2028"/>
                    </a:lnTo>
                    <a:lnTo>
                      <a:pt x="1410" y="2034"/>
                    </a:lnTo>
                    <a:lnTo>
                      <a:pt x="1422" y="2046"/>
                    </a:lnTo>
                    <a:lnTo>
                      <a:pt x="1428" y="2058"/>
                    </a:lnTo>
                    <a:lnTo>
                      <a:pt x="1428" y="2064"/>
                    </a:lnTo>
                    <a:lnTo>
                      <a:pt x="1482" y="2064"/>
                    </a:lnTo>
                    <a:lnTo>
                      <a:pt x="1494" y="2052"/>
                    </a:lnTo>
                    <a:lnTo>
                      <a:pt x="1494" y="2034"/>
                    </a:lnTo>
                    <a:lnTo>
                      <a:pt x="1488" y="2022"/>
                    </a:lnTo>
                    <a:lnTo>
                      <a:pt x="1518" y="2022"/>
                    </a:lnTo>
                    <a:lnTo>
                      <a:pt x="1524" y="2016"/>
                    </a:lnTo>
                    <a:lnTo>
                      <a:pt x="1524" y="1992"/>
                    </a:lnTo>
                    <a:lnTo>
                      <a:pt x="1518" y="1986"/>
                    </a:lnTo>
                    <a:lnTo>
                      <a:pt x="1518" y="1980"/>
                    </a:lnTo>
                    <a:lnTo>
                      <a:pt x="1554" y="1980"/>
                    </a:lnTo>
                    <a:lnTo>
                      <a:pt x="1578" y="1956"/>
                    </a:lnTo>
                    <a:lnTo>
                      <a:pt x="1590" y="1950"/>
                    </a:lnTo>
                    <a:lnTo>
                      <a:pt x="1602" y="1938"/>
                    </a:lnTo>
                    <a:lnTo>
                      <a:pt x="1620" y="1938"/>
                    </a:lnTo>
                    <a:lnTo>
                      <a:pt x="1632" y="1944"/>
                    </a:lnTo>
                    <a:lnTo>
                      <a:pt x="1650" y="1956"/>
                    </a:lnTo>
                    <a:lnTo>
                      <a:pt x="1668" y="1956"/>
                    </a:lnTo>
                    <a:lnTo>
                      <a:pt x="1668" y="1932"/>
                    </a:lnTo>
                    <a:lnTo>
                      <a:pt x="1680" y="1920"/>
                    </a:lnTo>
                    <a:lnTo>
                      <a:pt x="1716" y="1938"/>
                    </a:lnTo>
                    <a:lnTo>
                      <a:pt x="1722" y="1944"/>
                    </a:lnTo>
                    <a:lnTo>
                      <a:pt x="1710" y="1956"/>
                    </a:lnTo>
                    <a:lnTo>
                      <a:pt x="1704" y="1956"/>
                    </a:lnTo>
                    <a:lnTo>
                      <a:pt x="1710" y="1962"/>
                    </a:lnTo>
                    <a:lnTo>
                      <a:pt x="1740" y="1962"/>
                    </a:lnTo>
                    <a:lnTo>
                      <a:pt x="1758" y="1992"/>
                    </a:lnTo>
                    <a:lnTo>
                      <a:pt x="1752" y="1992"/>
                    </a:lnTo>
                    <a:lnTo>
                      <a:pt x="1740" y="2004"/>
                    </a:lnTo>
                    <a:lnTo>
                      <a:pt x="1740" y="2010"/>
                    </a:lnTo>
                    <a:lnTo>
                      <a:pt x="1806" y="2010"/>
                    </a:lnTo>
                    <a:lnTo>
                      <a:pt x="1812" y="2016"/>
                    </a:lnTo>
                    <a:lnTo>
                      <a:pt x="1818" y="2016"/>
                    </a:lnTo>
                    <a:lnTo>
                      <a:pt x="1824" y="1998"/>
                    </a:lnTo>
                    <a:lnTo>
                      <a:pt x="1830" y="1998"/>
                    </a:lnTo>
                    <a:lnTo>
                      <a:pt x="1836" y="2004"/>
                    </a:lnTo>
                    <a:lnTo>
                      <a:pt x="1842" y="2016"/>
                    </a:lnTo>
                    <a:lnTo>
                      <a:pt x="1854" y="2022"/>
                    </a:lnTo>
                    <a:lnTo>
                      <a:pt x="1872" y="2058"/>
                    </a:lnTo>
                    <a:lnTo>
                      <a:pt x="1878" y="2064"/>
                    </a:lnTo>
                    <a:lnTo>
                      <a:pt x="1878" y="2070"/>
                    </a:lnTo>
                    <a:lnTo>
                      <a:pt x="1914" y="2070"/>
                    </a:lnTo>
                    <a:lnTo>
                      <a:pt x="1920" y="2076"/>
                    </a:lnTo>
                    <a:lnTo>
                      <a:pt x="1920" y="2106"/>
                    </a:lnTo>
                    <a:lnTo>
                      <a:pt x="1932" y="2130"/>
                    </a:lnTo>
                    <a:lnTo>
                      <a:pt x="1944" y="2190"/>
                    </a:lnTo>
                    <a:lnTo>
                      <a:pt x="1932" y="2190"/>
                    </a:lnTo>
                    <a:lnTo>
                      <a:pt x="1926" y="2196"/>
                    </a:lnTo>
                    <a:lnTo>
                      <a:pt x="1914" y="2196"/>
                    </a:lnTo>
                    <a:lnTo>
                      <a:pt x="1932" y="2214"/>
                    </a:lnTo>
                    <a:lnTo>
                      <a:pt x="1932" y="2220"/>
                    </a:lnTo>
                    <a:lnTo>
                      <a:pt x="1926" y="2232"/>
                    </a:lnTo>
                    <a:lnTo>
                      <a:pt x="1920" y="2238"/>
                    </a:lnTo>
                    <a:lnTo>
                      <a:pt x="1908" y="2238"/>
                    </a:lnTo>
                    <a:lnTo>
                      <a:pt x="1902" y="2232"/>
                    </a:lnTo>
                    <a:lnTo>
                      <a:pt x="1902" y="2268"/>
                    </a:lnTo>
                    <a:lnTo>
                      <a:pt x="1896" y="2274"/>
                    </a:lnTo>
                    <a:lnTo>
                      <a:pt x="1884" y="2274"/>
                    </a:lnTo>
                    <a:lnTo>
                      <a:pt x="1890" y="2304"/>
                    </a:lnTo>
                    <a:lnTo>
                      <a:pt x="1878" y="2304"/>
                    </a:lnTo>
                    <a:lnTo>
                      <a:pt x="1878" y="2322"/>
                    </a:lnTo>
                    <a:lnTo>
                      <a:pt x="1896" y="2340"/>
                    </a:lnTo>
                    <a:lnTo>
                      <a:pt x="1902" y="2352"/>
                    </a:lnTo>
                    <a:lnTo>
                      <a:pt x="1890" y="2370"/>
                    </a:lnTo>
                    <a:lnTo>
                      <a:pt x="1902" y="2364"/>
                    </a:lnTo>
                    <a:lnTo>
                      <a:pt x="1908" y="2358"/>
                    </a:lnTo>
                    <a:lnTo>
                      <a:pt x="1920" y="2358"/>
                    </a:lnTo>
                    <a:lnTo>
                      <a:pt x="1926" y="2352"/>
                    </a:lnTo>
                    <a:lnTo>
                      <a:pt x="1986" y="2352"/>
                    </a:lnTo>
                    <a:lnTo>
                      <a:pt x="1956" y="2376"/>
                    </a:lnTo>
                    <a:lnTo>
                      <a:pt x="1980" y="2394"/>
                    </a:lnTo>
                    <a:lnTo>
                      <a:pt x="1992" y="2436"/>
                    </a:lnTo>
                    <a:lnTo>
                      <a:pt x="2022" y="2436"/>
                    </a:lnTo>
                    <a:lnTo>
                      <a:pt x="2034" y="2442"/>
                    </a:lnTo>
                    <a:lnTo>
                      <a:pt x="2040" y="2448"/>
                    </a:lnTo>
                    <a:lnTo>
                      <a:pt x="2040" y="2454"/>
                    </a:lnTo>
                    <a:lnTo>
                      <a:pt x="2034" y="2460"/>
                    </a:lnTo>
                    <a:lnTo>
                      <a:pt x="2022" y="2460"/>
                    </a:lnTo>
                    <a:lnTo>
                      <a:pt x="2016" y="2466"/>
                    </a:lnTo>
                    <a:lnTo>
                      <a:pt x="2028" y="2478"/>
                    </a:lnTo>
                    <a:lnTo>
                      <a:pt x="2028" y="2490"/>
                    </a:lnTo>
                    <a:lnTo>
                      <a:pt x="2022" y="2496"/>
                    </a:lnTo>
                    <a:lnTo>
                      <a:pt x="2022" y="2502"/>
                    </a:lnTo>
                    <a:lnTo>
                      <a:pt x="2016" y="2514"/>
                    </a:lnTo>
                    <a:lnTo>
                      <a:pt x="2070" y="2520"/>
                    </a:lnTo>
                    <a:lnTo>
                      <a:pt x="2082" y="2550"/>
                    </a:lnTo>
                    <a:lnTo>
                      <a:pt x="2094" y="2550"/>
                    </a:lnTo>
                    <a:lnTo>
                      <a:pt x="2094" y="2568"/>
                    </a:lnTo>
                    <a:lnTo>
                      <a:pt x="2136" y="2568"/>
                    </a:lnTo>
                    <a:lnTo>
                      <a:pt x="2136" y="2562"/>
                    </a:lnTo>
                    <a:lnTo>
                      <a:pt x="2154" y="2544"/>
                    </a:lnTo>
                    <a:lnTo>
                      <a:pt x="2166" y="2544"/>
                    </a:lnTo>
                    <a:lnTo>
                      <a:pt x="2172" y="2550"/>
                    </a:lnTo>
                    <a:lnTo>
                      <a:pt x="2172" y="2592"/>
                    </a:lnTo>
                    <a:lnTo>
                      <a:pt x="2214" y="2592"/>
                    </a:lnTo>
                    <a:lnTo>
                      <a:pt x="2214" y="2556"/>
                    </a:lnTo>
                    <a:lnTo>
                      <a:pt x="2190" y="2532"/>
                    </a:lnTo>
                    <a:lnTo>
                      <a:pt x="2190" y="2490"/>
                    </a:lnTo>
                    <a:lnTo>
                      <a:pt x="2196" y="2484"/>
                    </a:lnTo>
                    <a:lnTo>
                      <a:pt x="2232" y="2490"/>
                    </a:lnTo>
                    <a:lnTo>
                      <a:pt x="2232" y="2472"/>
                    </a:lnTo>
                    <a:lnTo>
                      <a:pt x="2238" y="2460"/>
                    </a:lnTo>
                    <a:lnTo>
                      <a:pt x="2250" y="2460"/>
                    </a:lnTo>
                    <a:lnTo>
                      <a:pt x="2274" y="2484"/>
                    </a:lnTo>
                    <a:lnTo>
                      <a:pt x="2286" y="2484"/>
                    </a:lnTo>
                    <a:lnTo>
                      <a:pt x="2292" y="2478"/>
                    </a:lnTo>
                    <a:lnTo>
                      <a:pt x="2298" y="2466"/>
                    </a:lnTo>
                    <a:lnTo>
                      <a:pt x="2304" y="2460"/>
                    </a:lnTo>
                    <a:lnTo>
                      <a:pt x="2322" y="2478"/>
                    </a:lnTo>
                    <a:lnTo>
                      <a:pt x="2322" y="2460"/>
                    </a:lnTo>
                    <a:lnTo>
                      <a:pt x="2328" y="2460"/>
                    </a:lnTo>
                    <a:lnTo>
                      <a:pt x="2340" y="2478"/>
                    </a:lnTo>
                    <a:lnTo>
                      <a:pt x="2346" y="2484"/>
                    </a:lnTo>
                    <a:lnTo>
                      <a:pt x="2364" y="2484"/>
                    </a:lnTo>
                    <a:lnTo>
                      <a:pt x="2364" y="2472"/>
                    </a:lnTo>
                    <a:lnTo>
                      <a:pt x="2352" y="2460"/>
                    </a:lnTo>
                    <a:lnTo>
                      <a:pt x="2370" y="2460"/>
                    </a:lnTo>
                    <a:lnTo>
                      <a:pt x="2376" y="2466"/>
                    </a:lnTo>
                    <a:lnTo>
                      <a:pt x="2382" y="2460"/>
                    </a:lnTo>
                    <a:lnTo>
                      <a:pt x="2400" y="2460"/>
                    </a:lnTo>
                    <a:lnTo>
                      <a:pt x="2400" y="2454"/>
                    </a:lnTo>
                    <a:lnTo>
                      <a:pt x="2406" y="2442"/>
                    </a:lnTo>
                    <a:lnTo>
                      <a:pt x="2406" y="2430"/>
                    </a:lnTo>
                    <a:lnTo>
                      <a:pt x="2412" y="2424"/>
                    </a:lnTo>
                    <a:lnTo>
                      <a:pt x="2424" y="2418"/>
                    </a:lnTo>
                    <a:lnTo>
                      <a:pt x="2430" y="2412"/>
                    </a:lnTo>
                    <a:lnTo>
                      <a:pt x="2436" y="2412"/>
                    </a:lnTo>
                    <a:lnTo>
                      <a:pt x="2466" y="2448"/>
                    </a:lnTo>
                    <a:lnTo>
                      <a:pt x="2496" y="2442"/>
                    </a:lnTo>
                    <a:lnTo>
                      <a:pt x="2508" y="2454"/>
                    </a:lnTo>
                    <a:lnTo>
                      <a:pt x="2538" y="2454"/>
                    </a:lnTo>
                    <a:lnTo>
                      <a:pt x="2544" y="2460"/>
                    </a:lnTo>
                    <a:lnTo>
                      <a:pt x="2544" y="2466"/>
                    </a:lnTo>
                    <a:lnTo>
                      <a:pt x="2526" y="2484"/>
                    </a:lnTo>
                    <a:lnTo>
                      <a:pt x="2532" y="2502"/>
                    </a:lnTo>
                    <a:lnTo>
                      <a:pt x="2544" y="2508"/>
                    </a:lnTo>
                    <a:lnTo>
                      <a:pt x="2544" y="2526"/>
                    </a:lnTo>
                    <a:lnTo>
                      <a:pt x="2562" y="2526"/>
                    </a:lnTo>
                    <a:lnTo>
                      <a:pt x="2568" y="2532"/>
                    </a:lnTo>
                    <a:lnTo>
                      <a:pt x="2574" y="2544"/>
                    </a:lnTo>
                    <a:lnTo>
                      <a:pt x="2586" y="2550"/>
                    </a:lnTo>
                    <a:lnTo>
                      <a:pt x="2616" y="2550"/>
                    </a:lnTo>
                    <a:lnTo>
                      <a:pt x="2622" y="2556"/>
                    </a:lnTo>
                    <a:lnTo>
                      <a:pt x="2628" y="2556"/>
                    </a:lnTo>
                    <a:lnTo>
                      <a:pt x="2676" y="2526"/>
                    </a:lnTo>
                    <a:lnTo>
                      <a:pt x="2694" y="2538"/>
                    </a:lnTo>
                    <a:lnTo>
                      <a:pt x="2718" y="2538"/>
                    </a:lnTo>
                    <a:lnTo>
                      <a:pt x="2736" y="2544"/>
                    </a:lnTo>
                    <a:lnTo>
                      <a:pt x="2748" y="2544"/>
                    </a:lnTo>
                    <a:lnTo>
                      <a:pt x="2760" y="2550"/>
                    </a:lnTo>
                    <a:lnTo>
                      <a:pt x="2766" y="2556"/>
                    </a:lnTo>
                    <a:lnTo>
                      <a:pt x="2772" y="2568"/>
                    </a:lnTo>
                    <a:lnTo>
                      <a:pt x="2766" y="2580"/>
                    </a:lnTo>
                    <a:lnTo>
                      <a:pt x="2766" y="2604"/>
                    </a:lnTo>
                    <a:lnTo>
                      <a:pt x="2760" y="2616"/>
                    </a:lnTo>
                    <a:lnTo>
                      <a:pt x="2766" y="2628"/>
                    </a:lnTo>
                    <a:lnTo>
                      <a:pt x="2772" y="2634"/>
                    </a:lnTo>
                    <a:lnTo>
                      <a:pt x="2784" y="2640"/>
                    </a:lnTo>
                    <a:lnTo>
                      <a:pt x="2790" y="2652"/>
                    </a:lnTo>
                    <a:lnTo>
                      <a:pt x="2802" y="2658"/>
                    </a:lnTo>
                    <a:lnTo>
                      <a:pt x="2808" y="2664"/>
                    </a:lnTo>
                    <a:lnTo>
                      <a:pt x="2826" y="2664"/>
                    </a:lnTo>
                    <a:lnTo>
                      <a:pt x="2832" y="2640"/>
                    </a:lnTo>
                    <a:lnTo>
                      <a:pt x="2832" y="2634"/>
                    </a:lnTo>
                    <a:lnTo>
                      <a:pt x="2826" y="2628"/>
                    </a:lnTo>
                    <a:lnTo>
                      <a:pt x="2826" y="2586"/>
                    </a:lnTo>
                    <a:lnTo>
                      <a:pt x="2832" y="2568"/>
                    </a:lnTo>
                    <a:lnTo>
                      <a:pt x="2844" y="2556"/>
                    </a:lnTo>
                    <a:lnTo>
                      <a:pt x="2856" y="2550"/>
                    </a:lnTo>
                    <a:lnTo>
                      <a:pt x="2886" y="2550"/>
                    </a:lnTo>
                    <a:lnTo>
                      <a:pt x="2898" y="2544"/>
                    </a:lnTo>
                    <a:lnTo>
                      <a:pt x="2910" y="2544"/>
                    </a:lnTo>
                    <a:lnTo>
                      <a:pt x="2922" y="2538"/>
                    </a:lnTo>
                    <a:lnTo>
                      <a:pt x="2940" y="2538"/>
                    </a:lnTo>
                    <a:lnTo>
                      <a:pt x="2964" y="2532"/>
                    </a:lnTo>
                    <a:lnTo>
                      <a:pt x="2982" y="2526"/>
                    </a:lnTo>
                    <a:lnTo>
                      <a:pt x="3000" y="2508"/>
                    </a:lnTo>
                    <a:lnTo>
                      <a:pt x="3000" y="2466"/>
                    </a:lnTo>
                    <a:lnTo>
                      <a:pt x="3006" y="2454"/>
                    </a:lnTo>
                    <a:lnTo>
                      <a:pt x="3012" y="2448"/>
                    </a:lnTo>
                    <a:lnTo>
                      <a:pt x="3024" y="2460"/>
                    </a:lnTo>
                    <a:lnTo>
                      <a:pt x="3036" y="2484"/>
                    </a:lnTo>
                    <a:lnTo>
                      <a:pt x="3042" y="2490"/>
                    </a:lnTo>
                    <a:lnTo>
                      <a:pt x="3048" y="2490"/>
                    </a:lnTo>
                    <a:lnTo>
                      <a:pt x="3054" y="2484"/>
                    </a:lnTo>
                    <a:lnTo>
                      <a:pt x="3066" y="2478"/>
                    </a:lnTo>
                    <a:lnTo>
                      <a:pt x="3072" y="2466"/>
                    </a:lnTo>
                    <a:lnTo>
                      <a:pt x="3090" y="2448"/>
                    </a:lnTo>
                    <a:lnTo>
                      <a:pt x="3096" y="2436"/>
                    </a:lnTo>
                    <a:lnTo>
                      <a:pt x="3114" y="2454"/>
                    </a:lnTo>
                    <a:lnTo>
                      <a:pt x="3144" y="2442"/>
                    </a:lnTo>
                    <a:lnTo>
                      <a:pt x="3150" y="2442"/>
                    </a:lnTo>
                    <a:lnTo>
                      <a:pt x="3156" y="2448"/>
                    </a:lnTo>
                    <a:lnTo>
                      <a:pt x="3186" y="2448"/>
                    </a:lnTo>
                    <a:lnTo>
                      <a:pt x="3234" y="2424"/>
                    </a:lnTo>
                    <a:lnTo>
                      <a:pt x="3288" y="2370"/>
                    </a:lnTo>
                    <a:lnTo>
                      <a:pt x="3294" y="2358"/>
                    </a:lnTo>
                    <a:lnTo>
                      <a:pt x="3300" y="2352"/>
                    </a:lnTo>
                    <a:lnTo>
                      <a:pt x="3294" y="2340"/>
                    </a:lnTo>
                    <a:lnTo>
                      <a:pt x="3294" y="2334"/>
                    </a:lnTo>
                    <a:lnTo>
                      <a:pt x="3288" y="2322"/>
                    </a:lnTo>
                    <a:lnTo>
                      <a:pt x="3282" y="2316"/>
                    </a:lnTo>
                    <a:lnTo>
                      <a:pt x="3300" y="2316"/>
                    </a:lnTo>
                    <a:lnTo>
                      <a:pt x="3312" y="2286"/>
                    </a:lnTo>
                    <a:lnTo>
                      <a:pt x="3336" y="2286"/>
                    </a:lnTo>
                    <a:lnTo>
                      <a:pt x="3348" y="2250"/>
                    </a:lnTo>
                    <a:lnTo>
                      <a:pt x="3360" y="2250"/>
                    </a:lnTo>
                    <a:lnTo>
                      <a:pt x="3360" y="2208"/>
                    </a:lnTo>
                    <a:lnTo>
                      <a:pt x="3372" y="2208"/>
                    </a:lnTo>
                    <a:lnTo>
                      <a:pt x="3384" y="2196"/>
                    </a:lnTo>
                    <a:lnTo>
                      <a:pt x="3384" y="2172"/>
                    </a:lnTo>
                    <a:lnTo>
                      <a:pt x="3378" y="2160"/>
                    </a:lnTo>
                    <a:lnTo>
                      <a:pt x="3372" y="2154"/>
                    </a:lnTo>
                    <a:lnTo>
                      <a:pt x="3372" y="2142"/>
                    </a:lnTo>
                    <a:lnTo>
                      <a:pt x="3378" y="2136"/>
                    </a:lnTo>
                    <a:lnTo>
                      <a:pt x="3384" y="2136"/>
                    </a:lnTo>
                    <a:lnTo>
                      <a:pt x="3390" y="2130"/>
                    </a:lnTo>
                    <a:lnTo>
                      <a:pt x="3402" y="2124"/>
                    </a:lnTo>
                    <a:lnTo>
                      <a:pt x="3408" y="2118"/>
                    </a:lnTo>
                    <a:lnTo>
                      <a:pt x="3408" y="2094"/>
                    </a:lnTo>
                    <a:lnTo>
                      <a:pt x="3390" y="2076"/>
                    </a:lnTo>
                    <a:lnTo>
                      <a:pt x="3390" y="2064"/>
                    </a:lnTo>
                    <a:lnTo>
                      <a:pt x="3402" y="2058"/>
                    </a:lnTo>
                    <a:lnTo>
                      <a:pt x="3408" y="2052"/>
                    </a:lnTo>
                    <a:lnTo>
                      <a:pt x="3408" y="2016"/>
                    </a:lnTo>
                    <a:lnTo>
                      <a:pt x="3414" y="2016"/>
                    </a:lnTo>
                    <a:lnTo>
                      <a:pt x="3420" y="2010"/>
                    </a:lnTo>
                    <a:lnTo>
                      <a:pt x="3456" y="1992"/>
                    </a:lnTo>
                    <a:lnTo>
                      <a:pt x="3462" y="1980"/>
                    </a:lnTo>
                    <a:lnTo>
                      <a:pt x="3462" y="1962"/>
                    </a:lnTo>
                    <a:lnTo>
                      <a:pt x="3456" y="1956"/>
                    </a:lnTo>
                    <a:lnTo>
                      <a:pt x="3444" y="1956"/>
                    </a:lnTo>
                    <a:lnTo>
                      <a:pt x="3450" y="1956"/>
                    </a:lnTo>
                    <a:lnTo>
                      <a:pt x="3456" y="1950"/>
                    </a:lnTo>
                    <a:lnTo>
                      <a:pt x="3468" y="1950"/>
                    </a:lnTo>
                    <a:lnTo>
                      <a:pt x="3480" y="1944"/>
                    </a:lnTo>
                    <a:lnTo>
                      <a:pt x="3492" y="1932"/>
                    </a:lnTo>
                    <a:lnTo>
                      <a:pt x="3474" y="1914"/>
                    </a:lnTo>
                    <a:lnTo>
                      <a:pt x="3468" y="1914"/>
                    </a:lnTo>
                    <a:lnTo>
                      <a:pt x="3486" y="1896"/>
                    </a:lnTo>
                    <a:lnTo>
                      <a:pt x="3498" y="1872"/>
                    </a:lnTo>
                    <a:lnTo>
                      <a:pt x="3504" y="1866"/>
                    </a:lnTo>
                    <a:lnTo>
                      <a:pt x="3504" y="1854"/>
                    </a:lnTo>
                    <a:lnTo>
                      <a:pt x="3498" y="1848"/>
                    </a:lnTo>
                    <a:lnTo>
                      <a:pt x="3474" y="1842"/>
                    </a:lnTo>
                    <a:lnTo>
                      <a:pt x="3438" y="1848"/>
                    </a:lnTo>
                    <a:lnTo>
                      <a:pt x="3396" y="1854"/>
                    </a:lnTo>
                    <a:lnTo>
                      <a:pt x="3366" y="1860"/>
                    </a:lnTo>
                    <a:lnTo>
                      <a:pt x="3354" y="1866"/>
                    </a:lnTo>
                    <a:lnTo>
                      <a:pt x="3336" y="1848"/>
                    </a:lnTo>
                    <a:lnTo>
                      <a:pt x="3378" y="1848"/>
                    </a:lnTo>
                    <a:lnTo>
                      <a:pt x="3378" y="1836"/>
                    </a:lnTo>
                    <a:lnTo>
                      <a:pt x="3384" y="1824"/>
                    </a:lnTo>
                    <a:lnTo>
                      <a:pt x="3390" y="1818"/>
                    </a:lnTo>
                    <a:lnTo>
                      <a:pt x="3402" y="1812"/>
                    </a:lnTo>
                    <a:lnTo>
                      <a:pt x="3432" y="1812"/>
                    </a:lnTo>
                    <a:lnTo>
                      <a:pt x="3426" y="1800"/>
                    </a:lnTo>
                    <a:lnTo>
                      <a:pt x="3420" y="1794"/>
                    </a:lnTo>
                    <a:lnTo>
                      <a:pt x="3414" y="1782"/>
                    </a:lnTo>
                    <a:lnTo>
                      <a:pt x="3414" y="1776"/>
                    </a:lnTo>
                    <a:lnTo>
                      <a:pt x="3408" y="1770"/>
                    </a:lnTo>
                    <a:lnTo>
                      <a:pt x="3390" y="1770"/>
                    </a:lnTo>
                    <a:lnTo>
                      <a:pt x="3378" y="1764"/>
                    </a:lnTo>
                    <a:lnTo>
                      <a:pt x="3366" y="1764"/>
                    </a:lnTo>
                    <a:lnTo>
                      <a:pt x="3354" y="1746"/>
                    </a:lnTo>
                    <a:lnTo>
                      <a:pt x="3342" y="1746"/>
                    </a:lnTo>
                    <a:lnTo>
                      <a:pt x="3336" y="1734"/>
                    </a:lnTo>
                    <a:lnTo>
                      <a:pt x="3324" y="1728"/>
                    </a:lnTo>
                    <a:lnTo>
                      <a:pt x="3294" y="1728"/>
                    </a:lnTo>
                    <a:lnTo>
                      <a:pt x="3288" y="1734"/>
                    </a:lnTo>
                    <a:lnTo>
                      <a:pt x="3282" y="1734"/>
                    </a:lnTo>
                    <a:lnTo>
                      <a:pt x="3246" y="1686"/>
                    </a:lnTo>
                    <a:lnTo>
                      <a:pt x="3252" y="1698"/>
                    </a:lnTo>
                    <a:lnTo>
                      <a:pt x="3264" y="1704"/>
                    </a:lnTo>
                    <a:lnTo>
                      <a:pt x="3270" y="1710"/>
                    </a:lnTo>
                    <a:lnTo>
                      <a:pt x="3282" y="1716"/>
                    </a:lnTo>
                    <a:lnTo>
                      <a:pt x="3294" y="1716"/>
                    </a:lnTo>
                    <a:lnTo>
                      <a:pt x="3300" y="1710"/>
                    </a:lnTo>
                    <a:lnTo>
                      <a:pt x="3306" y="1710"/>
                    </a:lnTo>
                    <a:lnTo>
                      <a:pt x="3336" y="1716"/>
                    </a:lnTo>
                    <a:lnTo>
                      <a:pt x="3348" y="1734"/>
                    </a:lnTo>
                    <a:lnTo>
                      <a:pt x="3366" y="1728"/>
                    </a:lnTo>
                    <a:lnTo>
                      <a:pt x="3408" y="1740"/>
                    </a:lnTo>
                    <a:lnTo>
                      <a:pt x="3390" y="1716"/>
                    </a:lnTo>
                    <a:lnTo>
                      <a:pt x="3372" y="1710"/>
                    </a:lnTo>
                    <a:lnTo>
                      <a:pt x="3372" y="1692"/>
                    </a:lnTo>
                    <a:lnTo>
                      <a:pt x="3360" y="1680"/>
                    </a:lnTo>
                    <a:lnTo>
                      <a:pt x="3348" y="1674"/>
                    </a:lnTo>
                    <a:lnTo>
                      <a:pt x="3330" y="1674"/>
                    </a:lnTo>
                    <a:lnTo>
                      <a:pt x="3318" y="1662"/>
                    </a:lnTo>
                    <a:lnTo>
                      <a:pt x="3318" y="1650"/>
                    </a:lnTo>
                    <a:lnTo>
                      <a:pt x="3312" y="1644"/>
                    </a:lnTo>
                    <a:lnTo>
                      <a:pt x="3312" y="1632"/>
                    </a:lnTo>
                    <a:lnTo>
                      <a:pt x="3234" y="1530"/>
                    </a:lnTo>
                    <a:lnTo>
                      <a:pt x="3198" y="1524"/>
                    </a:lnTo>
                    <a:lnTo>
                      <a:pt x="3162" y="1494"/>
                    </a:lnTo>
                    <a:lnTo>
                      <a:pt x="3144" y="1500"/>
                    </a:lnTo>
                    <a:lnTo>
                      <a:pt x="3138" y="1488"/>
                    </a:lnTo>
                    <a:lnTo>
                      <a:pt x="3132" y="1482"/>
                    </a:lnTo>
                    <a:lnTo>
                      <a:pt x="3132" y="1470"/>
                    </a:lnTo>
                    <a:lnTo>
                      <a:pt x="3126" y="1464"/>
                    </a:lnTo>
                    <a:lnTo>
                      <a:pt x="3138" y="1452"/>
                    </a:lnTo>
                    <a:lnTo>
                      <a:pt x="3150" y="1446"/>
                    </a:lnTo>
                    <a:lnTo>
                      <a:pt x="3156" y="1434"/>
                    </a:lnTo>
                    <a:lnTo>
                      <a:pt x="3162" y="1428"/>
                    </a:lnTo>
                    <a:lnTo>
                      <a:pt x="3168" y="1416"/>
                    </a:lnTo>
                    <a:lnTo>
                      <a:pt x="3168" y="1410"/>
                    </a:lnTo>
                    <a:lnTo>
                      <a:pt x="3162" y="1398"/>
                    </a:lnTo>
                    <a:lnTo>
                      <a:pt x="3162" y="1392"/>
                    </a:lnTo>
                    <a:lnTo>
                      <a:pt x="3156" y="1380"/>
                    </a:lnTo>
                    <a:lnTo>
                      <a:pt x="3168" y="1386"/>
                    </a:lnTo>
                    <a:lnTo>
                      <a:pt x="3174" y="1392"/>
                    </a:lnTo>
                    <a:lnTo>
                      <a:pt x="3186" y="1398"/>
                    </a:lnTo>
                    <a:lnTo>
                      <a:pt x="3198" y="1386"/>
                    </a:lnTo>
                    <a:lnTo>
                      <a:pt x="3198" y="1368"/>
                    </a:lnTo>
                    <a:lnTo>
                      <a:pt x="3192" y="1356"/>
                    </a:lnTo>
                    <a:lnTo>
                      <a:pt x="3192" y="1344"/>
                    </a:lnTo>
                    <a:lnTo>
                      <a:pt x="3216" y="1344"/>
                    </a:lnTo>
                    <a:lnTo>
                      <a:pt x="3252" y="1320"/>
                    </a:lnTo>
                    <a:lnTo>
                      <a:pt x="3264" y="1320"/>
                    </a:lnTo>
                    <a:lnTo>
                      <a:pt x="3270" y="1326"/>
                    </a:lnTo>
                    <a:lnTo>
                      <a:pt x="3294" y="1326"/>
                    </a:lnTo>
                    <a:lnTo>
                      <a:pt x="3294" y="1320"/>
                    </a:lnTo>
                    <a:lnTo>
                      <a:pt x="3288" y="1314"/>
                    </a:lnTo>
                    <a:lnTo>
                      <a:pt x="3288" y="1308"/>
                    </a:lnTo>
                    <a:lnTo>
                      <a:pt x="3282" y="1302"/>
                    </a:lnTo>
                    <a:lnTo>
                      <a:pt x="3288" y="1278"/>
                    </a:lnTo>
                    <a:lnTo>
                      <a:pt x="3258" y="1278"/>
                    </a:lnTo>
                    <a:lnTo>
                      <a:pt x="3246" y="1266"/>
                    </a:lnTo>
                    <a:lnTo>
                      <a:pt x="3240" y="1278"/>
                    </a:lnTo>
                    <a:lnTo>
                      <a:pt x="3204" y="1278"/>
                    </a:lnTo>
                    <a:lnTo>
                      <a:pt x="3198" y="1272"/>
                    </a:lnTo>
                    <a:lnTo>
                      <a:pt x="3192" y="1260"/>
                    </a:lnTo>
                    <a:lnTo>
                      <a:pt x="3180" y="1254"/>
                    </a:lnTo>
                    <a:lnTo>
                      <a:pt x="3174" y="1248"/>
                    </a:lnTo>
                    <a:lnTo>
                      <a:pt x="3150" y="1248"/>
                    </a:lnTo>
                    <a:lnTo>
                      <a:pt x="3144" y="1260"/>
                    </a:lnTo>
                    <a:lnTo>
                      <a:pt x="3132" y="1266"/>
                    </a:lnTo>
                    <a:lnTo>
                      <a:pt x="3114" y="1284"/>
                    </a:lnTo>
                    <a:lnTo>
                      <a:pt x="3114" y="1296"/>
                    </a:lnTo>
                    <a:lnTo>
                      <a:pt x="3108" y="1302"/>
                    </a:lnTo>
                    <a:lnTo>
                      <a:pt x="3108" y="1308"/>
                    </a:lnTo>
                    <a:lnTo>
                      <a:pt x="3078" y="1308"/>
                    </a:lnTo>
                    <a:lnTo>
                      <a:pt x="3054" y="1296"/>
                    </a:lnTo>
                    <a:lnTo>
                      <a:pt x="3048" y="1290"/>
                    </a:lnTo>
                    <a:lnTo>
                      <a:pt x="3042" y="1278"/>
                    </a:lnTo>
                    <a:lnTo>
                      <a:pt x="3030" y="1242"/>
                    </a:lnTo>
                    <a:lnTo>
                      <a:pt x="3024" y="1230"/>
                    </a:lnTo>
                    <a:lnTo>
                      <a:pt x="3018" y="1224"/>
                    </a:lnTo>
                    <a:lnTo>
                      <a:pt x="3006" y="1224"/>
                    </a:lnTo>
                    <a:lnTo>
                      <a:pt x="3000" y="1230"/>
                    </a:lnTo>
                    <a:lnTo>
                      <a:pt x="3000" y="1242"/>
                    </a:lnTo>
                    <a:lnTo>
                      <a:pt x="2988" y="1224"/>
                    </a:lnTo>
                    <a:lnTo>
                      <a:pt x="2952" y="1224"/>
                    </a:lnTo>
                    <a:lnTo>
                      <a:pt x="2940" y="1218"/>
                    </a:lnTo>
                    <a:lnTo>
                      <a:pt x="2934" y="1212"/>
                    </a:lnTo>
                    <a:lnTo>
                      <a:pt x="2928" y="1200"/>
                    </a:lnTo>
                    <a:lnTo>
                      <a:pt x="2916" y="1194"/>
                    </a:lnTo>
                    <a:lnTo>
                      <a:pt x="2910" y="1182"/>
                    </a:lnTo>
                    <a:lnTo>
                      <a:pt x="2910" y="1140"/>
                    </a:lnTo>
                    <a:lnTo>
                      <a:pt x="2928" y="1140"/>
                    </a:lnTo>
                    <a:lnTo>
                      <a:pt x="2940" y="1152"/>
                    </a:lnTo>
                    <a:lnTo>
                      <a:pt x="2946" y="1152"/>
                    </a:lnTo>
                    <a:lnTo>
                      <a:pt x="2952" y="1146"/>
                    </a:lnTo>
                    <a:lnTo>
                      <a:pt x="2952" y="1140"/>
                    </a:lnTo>
                    <a:lnTo>
                      <a:pt x="2958" y="1134"/>
                    </a:lnTo>
                    <a:lnTo>
                      <a:pt x="2964" y="1134"/>
                    </a:lnTo>
                    <a:lnTo>
                      <a:pt x="2970" y="1140"/>
                    </a:lnTo>
                    <a:lnTo>
                      <a:pt x="2982" y="1140"/>
                    </a:lnTo>
                    <a:lnTo>
                      <a:pt x="2994" y="1134"/>
                    </a:lnTo>
                    <a:lnTo>
                      <a:pt x="3000" y="1128"/>
                    </a:lnTo>
                    <a:lnTo>
                      <a:pt x="3000" y="1116"/>
                    </a:lnTo>
                    <a:lnTo>
                      <a:pt x="2994" y="1110"/>
                    </a:lnTo>
                    <a:lnTo>
                      <a:pt x="2994" y="1086"/>
                    </a:lnTo>
                    <a:lnTo>
                      <a:pt x="3000" y="1074"/>
                    </a:lnTo>
                    <a:lnTo>
                      <a:pt x="3000" y="1068"/>
                    </a:lnTo>
                    <a:lnTo>
                      <a:pt x="3036" y="1068"/>
                    </a:lnTo>
                    <a:lnTo>
                      <a:pt x="3042" y="1062"/>
                    </a:lnTo>
                    <a:lnTo>
                      <a:pt x="3048" y="1050"/>
                    </a:lnTo>
                    <a:lnTo>
                      <a:pt x="3048" y="1038"/>
                    </a:lnTo>
                    <a:lnTo>
                      <a:pt x="3054" y="1032"/>
                    </a:lnTo>
                    <a:lnTo>
                      <a:pt x="3054" y="1026"/>
                    </a:lnTo>
                    <a:lnTo>
                      <a:pt x="3072" y="1014"/>
                    </a:lnTo>
                    <a:lnTo>
                      <a:pt x="3060" y="1002"/>
                    </a:lnTo>
                    <a:lnTo>
                      <a:pt x="3096" y="1014"/>
                    </a:lnTo>
                    <a:lnTo>
                      <a:pt x="3114" y="996"/>
                    </a:lnTo>
                    <a:lnTo>
                      <a:pt x="3126" y="1002"/>
                    </a:lnTo>
                    <a:lnTo>
                      <a:pt x="3132" y="1014"/>
                    </a:lnTo>
                    <a:lnTo>
                      <a:pt x="3144" y="1020"/>
                    </a:lnTo>
                    <a:lnTo>
                      <a:pt x="3156" y="1044"/>
                    </a:lnTo>
                    <a:lnTo>
                      <a:pt x="3156" y="1050"/>
                    </a:lnTo>
                    <a:lnTo>
                      <a:pt x="3144" y="1074"/>
                    </a:lnTo>
                    <a:lnTo>
                      <a:pt x="3126" y="1092"/>
                    </a:lnTo>
                    <a:lnTo>
                      <a:pt x="3126" y="1104"/>
                    </a:lnTo>
                    <a:lnTo>
                      <a:pt x="3132" y="1116"/>
                    </a:lnTo>
                    <a:lnTo>
                      <a:pt x="3144" y="1128"/>
                    </a:lnTo>
                    <a:lnTo>
                      <a:pt x="3150" y="1128"/>
                    </a:lnTo>
                    <a:lnTo>
                      <a:pt x="3162" y="1122"/>
                    </a:lnTo>
                    <a:lnTo>
                      <a:pt x="3168" y="1122"/>
                    </a:lnTo>
                    <a:lnTo>
                      <a:pt x="3162" y="1152"/>
                    </a:lnTo>
                    <a:lnTo>
                      <a:pt x="3144" y="1170"/>
                    </a:lnTo>
                    <a:lnTo>
                      <a:pt x="3144" y="1176"/>
                    </a:lnTo>
                    <a:lnTo>
                      <a:pt x="3150" y="1176"/>
                    </a:lnTo>
                    <a:lnTo>
                      <a:pt x="3162" y="1170"/>
                    </a:lnTo>
                    <a:lnTo>
                      <a:pt x="3168" y="1164"/>
                    </a:lnTo>
                    <a:lnTo>
                      <a:pt x="3180" y="1158"/>
                    </a:lnTo>
                    <a:lnTo>
                      <a:pt x="3186" y="1158"/>
                    </a:lnTo>
                    <a:lnTo>
                      <a:pt x="3198" y="1146"/>
                    </a:lnTo>
                    <a:lnTo>
                      <a:pt x="3198" y="1122"/>
                    </a:lnTo>
                    <a:lnTo>
                      <a:pt x="3204" y="1122"/>
                    </a:lnTo>
                    <a:lnTo>
                      <a:pt x="3210" y="1116"/>
                    </a:lnTo>
                    <a:lnTo>
                      <a:pt x="3258" y="1092"/>
                    </a:lnTo>
                    <a:lnTo>
                      <a:pt x="3264" y="1086"/>
                    </a:lnTo>
                    <a:lnTo>
                      <a:pt x="3306" y="1086"/>
                    </a:lnTo>
                    <a:lnTo>
                      <a:pt x="3312" y="1074"/>
                    </a:lnTo>
                    <a:lnTo>
                      <a:pt x="3312" y="1062"/>
                    </a:lnTo>
                    <a:lnTo>
                      <a:pt x="3318" y="1056"/>
                    </a:lnTo>
                    <a:lnTo>
                      <a:pt x="3324" y="1044"/>
                    </a:lnTo>
                    <a:lnTo>
                      <a:pt x="3360" y="1026"/>
                    </a:lnTo>
                    <a:lnTo>
                      <a:pt x="3372" y="1014"/>
                    </a:lnTo>
                    <a:lnTo>
                      <a:pt x="3390" y="978"/>
                    </a:lnTo>
                    <a:lnTo>
                      <a:pt x="3390" y="948"/>
                    </a:lnTo>
                    <a:lnTo>
                      <a:pt x="3396" y="942"/>
                    </a:lnTo>
                    <a:lnTo>
                      <a:pt x="3396" y="936"/>
                    </a:lnTo>
                    <a:lnTo>
                      <a:pt x="3408" y="936"/>
                    </a:lnTo>
                    <a:lnTo>
                      <a:pt x="3420" y="942"/>
                    </a:lnTo>
                    <a:lnTo>
                      <a:pt x="3432" y="954"/>
                    </a:lnTo>
                    <a:lnTo>
                      <a:pt x="3444" y="954"/>
                    </a:lnTo>
                    <a:lnTo>
                      <a:pt x="3456" y="960"/>
                    </a:lnTo>
                    <a:lnTo>
                      <a:pt x="3504" y="960"/>
                    </a:lnTo>
                    <a:lnTo>
                      <a:pt x="3504" y="948"/>
                    </a:lnTo>
                    <a:lnTo>
                      <a:pt x="3498" y="948"/>
                    </a:lnTo>
                    <a:lnTo>
                      <a:pt x="3474" y="924"/>
                    </a:lnTo>
                    <a:lnTo>
                      <a:pt x="3474" y="912"/>
                    </a:lnTo>
                    <a:lnTo>
                      <a:pt x="3480" y="906"/>
                    </a:lnTo>
                    <a:lnTo>
                      <a:pt x="3486" y="912"/>
                    </a:lnTo>
                    <a:lnTo>
                      <a:pt x="3510" y="912"/>
                    </a:lnTo>
                    <a:lnTo>
                      <a:pt x="3522" y="918"/>
                    </a:lnTo>
                    <a:lnTo>
                      <a:pt x="3534" y="912"/>
                    </a:lnTo>
                    <a:lnTo>
                      <a:pt x="3540" y="900"/>
                    </a:lnTo>
                    <a:lnTo>
                      <a:pt x="3540" y="894"/>
                    </a:lnTo>
                    <a:lnTo>
                      <a:pt x="3534" y="882"/>
                    </a:lnTo>
                    <a:lnTo>
                      <a:pt x="3558" y="882"/>
                    </a:lnTo>
                    <a:lnTo>
                      <a:pt x="3558" y="864"/>
                    </a:lnTo>
                    <a:lnTo>
                      <a:pt x="3552" y="852"/>
                    </a:lnTo>
                    <a:lnTo>
                      <a:pt x="3546" y="846"/>
                    </a:lnTo>
                    <a:lnTo>
                      <a:pt x="3546" y="840"/>
                    </a:lnTo>
                    <a:lnTo>
                      <a:pt x="3576" y="840"/>
                    </a:lnTo>
                    <a:lnTo>
                      <a:pt x="3594" y="864"/>
                    </a:lnTo>
                    <a:lnTo>
                      <a:pt x="3600" y="840"/>
                    </a:lnTo>
                    <a:lnTo>
                      <a:pt x="3630" y="846"/>
                    </a:lnTo>
                    <a:lnTo>
                      <a:pt x="3624" y="810"/>
                    </a:lnTo>
                    <a:lnTo>
                      <a:pt x="3618" y="798"/>
                    </a:lnTo>
                    <a:lnTo>
                      <a:pt x="3606" y="786"/>
                    </a:lnTo>
                    <a:lnTo>
                      <a:pt x="3606" y="774"/>
                    </a:lnTo>
                    <a:lnTo>
                      <a:pt x="3600" y="756"/>
                    </a:lnTo>
                    <a:lnTo>
                      <a:pt x="3588" y="744"/>
                    </a:lnTo>
                    <a:lnTo>
                      <a:pt x="3576" y="726"/>
                    </a:lnTo>
                    <a:lnTo>
                      <a:pt x="3564" y="720"/>
                    </a:lnTo>
                    <a:lnTo>
                      <a:pt x="3552" y="708"/>
                    </a:lnTo>
                    <a:lnTo>
                      <a:pt x="3546" y="708"/>
                    </a:lnTo>
                    <a:lnTo>
                      <a:pt x="3540" y="696"/>
                    </a:lnTo>
                    <a:lnTo>
                      <a:pt x="3540" y="684"/>
                    </a:lnTo>
                    <a:lnTo>
                      <a:pt x="3564" y="684"/>
                    </a:lnTo>
                    <a:lnTo>
                      <a:pt x="3564" y="672"/>
                    </a:lnTo>
                    <a:lnTo>
                      <a:pt x="3558" y="666"/>
                    </a:lnTo>
                    <a:lnTo>
                      <a:pt x="3564" y="660"/>
                    </a:lnTo>
                    <a:lnTo>
                      <a:pt x="3588" y="660"/>
                    </a:lnTo>
                    <a:lnTo>
                      <a:pt x="3600" y="666"/>
                    </a:lnTo>
                    <a:lnTo>
                      <a:pt x="3618" y="672"/>
                    </a:lnTo>
                    <a:lnTo>
                      <a:pt x="3630" y="672"/>
                    </a:lnTo>
                    <a:lnTo>
                      <a:pt x="3642" y="678"/>
                    </a:lnTo>
                    <a:lnTo>
                      <a:pt x="3648" y="678"/>
                    </a:lnTo>
                    <a:lnTo>
                      <a:pt x="3654" y="672"/>
                    </a:lnTo>
                    <a:lnTo>
                      <a:pt x="3654" y="660"/>
                    </a:lnTo>
                    <a:lnTo>
                      <a:pt x="3648" y="648"/>
                    </a:lnTo>
                    <a:lnTo>
                      <a:pt x="3648" y="630"/>
                    </a:lnTo>
                    <a:lnTo>
                      <a:pt x="3654" y="630"/>
                    </a:lnTo>
                    <a:lnTo>
                      <a:pt x="3660" y="6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2" name="Cambodia" descr="© INSCALE GmbH, 05.05.2010&#10;http://www.presentationload.com/">
                <a:extLst>
                  <a:ext uri="{FF2B5EF4-FFF2-40B4-BE49-F238E27FC236}">
                    <a16:creationId xmlns:a16="http://schemas.microsoft.com/office/drawing/2014/main" id="{62498EF8-9B56-6645-BEAF-6E5718990C07}"/>
                  </a:ext>
                </a:extLst>
              </p:cNvPr>
              <p:cNvSpPr>
                <a:spLocks/>
              </p:cNvSpPr>
              <p:nvPr/>
            </p:nvSpPr>
            <p:spPr bwMode="gray">
              <a:xfrm>
                <a:off x="8766915" y="3648613"/>
                <a:ext cx="159433" cy="141354"/>
              </a:xfrm>
              <a:custGeom>
                <a:avLst/>
                <a:gdLst>
                  <a:gd name="T0" fmla="*/ 2147483647 w 378"/>
                  <a:gd name="T1" fmla="*/ 2147483647 h 336"/>
                  <a:gd name="T2" fmla="*/ 2147483647 w 378"/>
                  <a:gd name="T3" fmla="*/ 2147483647 h 336"/>
                  <a:gd name="T4" fmla="*/ 2147483647 w 378"/>
                  <a:gd name="T5" fmla="*/ 2147483647 h 336"/>
                  <a:gd name="T6" fmla="*/ 2147483647 w 378"/>
                  <a:gd name="T7" fmla="*/ 2147483647 h 336"/>
                  <a:gd name="T8" fmla="*/ 2147483647 w 378"/>
                  <a:gd name="T9" fmla="*/ 2147483647 h 336"/>
                  <a:gd name="T10" fmla="*/ 2147483647 w 378"/>
                  <a:gd name="T11" fmla="*/ 2147483647 h 336"/>
                  <a:gd name="T12" fmla="*/ 2147483647 w 378"/>
                  <a:gd name="T13" fmla="*/ 2147483647 h 336"/>
                  <a:gd name="T14" fmla="*/ 2147483647 w 378"/>
                  <a:gd name="T15" fmla="*/ 2147483647 h 336"/>
                  <a:gd name="T16" fmla="*/ 2147483647 w 378"/>
                  <a:gd name="T17" fmla="*/ 2147483647 h 336"/>
                  <a:gd name="T18" fmla="*/ 2147483647 w 378"/>
                  <a:gd name="T19" fmla="*/ 2147483647 h 336"/>
                  <a:gd name="T20" fmla="*/ 2147483647 w 378"/>
                  <a:gd name="T21" fmla="*/ 2147483647 h 336"/>
                  <a:gd name="T22" fmla="*/ 2147483647 w 378"/>
                  <a:gd name="T23" fmla="*/ 2147483647 h 336"/>
                  <a:gd name="T24" fmla="*/ 2147483647 w 378"/>
                  <a:gd name="T25" fmla="*/ 2147483647 h 336"/>
                  <a:gd name="T26" fmla="*/ 2147483647 w 378"/>
                  <a:gd name="T27" fmla="*/ 2147483647 h 336"/>
                  <a:gd name="T28" fmla="*/ 0 w 378"/>
                  <a:gd name="T29" fmla="*/ 2147483647 h 336"/>
                  <a:gd name="T30" fmla="*/ 2147483647 w 378"/>
                  <a:gd name="T31" fmla="*/ 2147483647 h 336"/>
                  <a:gd name="T32" fmla="*/ 2147483647 w 378"/>
                  <a:gd name="T33" fmla="*/ 2147483647 h 336"/>
                  <a:gd name="T34" fmla="*/ 2147483647 w 378"/>
                  <a:gd name="T35" fmla="*/ 2147483647 h 336"/>
                  <a:gd name="T36" fmla="*/ 2147483647 w 378"/>
                  <a:gd name="T37" fmla="*/ 2147483647 h 336"/>
                  <a:gd name="T38" fmla="*/ 2147483647 w 378"/>
                  <a:gd name="T39" fmla="*/ 2147483647 h 336"/>
                  <a:gd name="T40" fmla="*/ 2147483647 w 378"/>
                  <a:gd name="T41" fmla="*/ 2147483647 h 336"/>
                  <a:gd name="T42" fmla="*/ 2147483647 w 378"/>
                  <a:gd name="T43" fmla="*/ 2147483647 h 336"/>
                  <a:gd name="T44" fmla="*/ 2147483647 w 378"/>
                  <a:gd name="T45" fmla="*/ 2147483647 h 336"/>
                  <a:gd name="T46" fmla="*/ 2147483647 w 378"/>
                  <a:gd name="T47" fmla="*/ 2147483647 h 336"/>
                  <a:gd name="T48" fmla="*/ 2147483647 w 378"/>
                  <a:gd name="T49" fmla="*/ 2147483647 h 336"/>
                  <a:gd name="T50" fmla="*/ 2147483647 w 378"/>
                  <a:gd name="T51" fmla="*/ 2147483647 h 336"/>
                  <a:gd name="T52" fmla="*/ 2147483647 w 378"/>
                  <a:gd name="T53" fmla="*/ 2147483647 h 336"/>
                  <a:gd name="T54" fmla="*/ 2147483647 w 378"/>
                  <a:gd name="T55" fmla="*/ 2147483647 h 336"/>
                  <a:gd name="T56" fmla="*/ 2147483647 w 378"/>
                  <a:gd name="T57" fmla="*/ 2147483647 h 336"/>
                  <a:gd name="T58" fmla="*/ 2147483647 w 378"/>
                  <a:gd name="T59" fmla="*/ 2147483647 h 336"/>
                  <a:gd name="T60" fmla="*/ 2147483647 w 378"/>
                  <a:gd name="T61" fmla="*/ 2147483647 h 336"/>
                  <a:gd name="T62" fmla="*/ 2147483647 w 378"/>
                  <a:gd name="T63" fmla="*/ 2147483647 h 336"/>
                  <a:gd name="T64" fmla="*/ 2147483647 w 378"/>
                  <a:gd name="T65" fmla="*/ 2147483647 h 336"/>
                  <a:gd name="T66" fmla="*/ 2147483647 w 378"/>
                  <a:gd name="T67" fmla="*/ 2147483647 h 336"/>
                  <a:gd name="T68" fmla="*/ 2147483647 w 378"/>
                  <a:gd name="T69" fmla="*/ 2147483647 h 336"/>
                  <a:gd name="T70" fmla="*/ 2147483647 w 378"/>
                  <a:gd name="T71" fmla="*/ 2147483647 h 336"/>
                  <a:gd name="T72" fmla="*/ 2147483647 w 378"/>
                  <a:gd name="T73" fmla="*/ 2147483647 h 336"/>
                  <a:gd name="T74" fmla="*/ 2147483647 w 378"/>
                  <a:gd name="T75" fmla="*/ 2147483647 h 336"/>
                  <a:gd name="T76" fmla="*/ 2147483647 w 378"/>
                  <a:gd name="T77" fmla="*/ 2147483647 h 336"/>
                  <a:gd name="T78" fmla="*/ 2147483647 w 378"/>
                  <a:gd name="T79" fmla="*/ 2147483647 h 336"/>
                  <a:gd name="T80" fmla="*/ 2147483647 w 378"/>
                  <a:gd name="T81" fmla="*/ 2147483647 h 336"/>
                  <a:gd name="T82" fmla="*/ 2147483647 w 378"/>
                  <a:gd name="T83" fmla="*/ 2147483647 h 336"/>
                  <a:gd name="T84" fmla="*/ 2147483647 w 378"/>
                  <a:gd name="T85" fmla="*/ 2147483647 h 336"/>
                  <a:gd name="T86" fmla="*/ 2147483647 w 378"/>
                  <a:gd name="T87" fmla="*/ 2147483647 h 336"/>
                  <a:gd name="T88" fmla="*/ 2147483647 w 378"/>
                  <a:gd name="T89" fmla="*/ 2147483647 h 336"/>
                  <a:gd name="T90" fmla="*/ 2147483647 w 378"/>
                  <a:gd name="T91" fmla="*/ 2147483647 h 336"/>
                  <a:gd name="T92" fmla="*/ 2147483647 w 378"/>
                  <a:gd name="T93" fmla="*/ 2147483647 h 336"/>
                  <a:gd name="T94" fmla="*/ 2147483647 w 378"/>
                  <a:gd name="T95" fmla="*/ 0 h 3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78"/>
                  <a:gd name="T145" fmla="*/ 0 h 336"/>
                  <a:gd name="T146" fmla="*/ 378 w 378"/>
                  <a:gd name="T147" fmla="*/ 336 h 3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78" h="336">
                    <a:moveTo>
                      <a:pt x="324" y="0"/>
                    </a:moveTo>
                    <a:lnTo>
                      <a:pt x="312" y="12"/>
                    </a:lnTo>
                    <a:lnTo>
                      <a:pt x="276" y="0"/>
                    </a:lnTo>
                    <a:lnTo>
                      <a:pt x="264" y="12"/>
                    </a:lnTo>
                    <a:lnTo>
                      <a:pt x="246" y="24"/>
                    </a:lnTo>
                    <a:lnTo>
                      <a:pt x="258" y="36"/>
                    </a:lnTo>
                    <a:lnTo>
                      <a:pt x="258" y="48"/>
                    </a:lnTo>
                    <a:lnTo>
                      <a:pt x="252" y="54"/>
                    </a:lnTo>
                    <a:lnTo>
                      <a:pt x="240" y="54"/>
                    </a:lnTo>
                    <a:lnTo>
                      <a:pt x="228" y="42"/>
                    </a:lnTo>
                    <a:lnTo>
                      <a:pt x="228" y="36"/>
                    </a:lnTo>
                    <a:lnTo>
                      <a:pt x="222" y="36"/>
                    </a:lnTo>
                    <a:lnTo>
                      <a:pt x="216" y="30"/>
                    </a:lnTo>
                    <a:lnTo>
                      <a:pt x="192" y="30"/>
                    </a:lnTo>
                    <a:lnTo>
                      <a:pt x="192" y="18"/>
                    </a:lnTo>
                    <a:lnTo>
                      <a:pt x="186" y="18"/>
                    </a:lnTo>
                    <a:lnTo>
                      <a:pt x="186" y="24"/>
                    </a:lnTo>
                    <a:lnTo>
                      <a:pt x="180" y="18"/>
                    </a:lnTo>
                    <a:lnTo>
                      <a:pt x="168" y="12"/>
                    </a:lnTo>
                    <a:lnTo>
                      <a:pt x="138" y="12"/>
                    </a:lnTo>
                    <a:lnTo>
                      <a:pt x="126" y="18"/>
                    </a:lnTo>
                    <a:lnTo>
                      <a:pt x="114" y="18"/>
                    </a:lnTo>
                    <a:lnTo>
                      <a:pt x="108" y="12"/>
                    </a:lnTo>
                    <a:lnTo>
                      <a:pt x="72" y="12"/>
                    </a:lnTo>
                    <a:lnTo>
                      <a:pt x="54" y="18"/>
                    </a:lnTo>
                    <a:lnTo>
                      <a:pt x="42" y="24"/>
                    </a:lnTo>
                    <a:lnTo>
                      <a:pt x="36" y="30"/>
                    </a:lnTo>
                    <a:lnTo>
                      <a:pt x="30" y="42"/>
                    </a:lnTo>
                    <a:lnTo>
                      <a:pt x="30" y="48"/>
                    </a:lnTo>
                    <a:lnTo>
                      <a:pt x="0" y="78"/>
                    </a:lnTo>
                    <a:lnTo>
                      <a:pt x="6" y="114"/>
                    </a:lnTo>
                    <a:lnTo>
                      <a:pt x="18" y="126"/>
                    </a:lnTo>
                    <a:lnTo>
                      <a:pt x="18" y="156"/>
                    </a:lnTo>
                    <a:lnTo>
                      <a:pt x="30" y="168"/>
                    </a:lnTo>
                    <a:lnTo>
                      <a:pt x="30" y="198"/>
                    </a:lnTo>
                    <a:lnTo>
                      <a:pt x="42" y="210"/>
                    </a:lnTo>
                    <a:lnTo>
                      <a:pt x="48" y="222"/>
                    </a:lnTo>
                    <a:lnTo>
                      <a:pt x="54" y="228"/>
                    </a:lnTo>
                    <a:lnTo>
                      <a:pt x="54" y="234"/>
                    </a:lnTo>
                    <a:lnTo>
                      <a:pt x="42" y="246"/>
                    </a:lnTo>
                    <a:lnTo>
                      <a:pt x="54" y="270"/>
                    </a:lnTo>
                    <a:lnTo>
                      <a:pt x="60" y="276"/>
                    </a:lnTo>
                    <a:lnTo>
                      <a:pt x="72" y="282"/>
                    </a:lnTo>
                    <a:lnTo>
                      <a:pt x="78" y="282"/>
                    </a:lnTo>
                    <a:lnTo>
                      <a:pt x="90" y="270"/>
                    </a:lnTo>
                    <a:lnTo>
                      <a:pt x="90" y="264"/>
                    </a:lnTo>
                    <a:lnTo>
                      <a:pt x="90" y="288"/>
                    </a:lnTo>
                    <a:lnTo>
                      <a:pt x="96" y="300"/>
                    </a:lnTo>
                    <a:lnTo>
                      <a:pt x="102" y="306"/>
                    </a:lnTo>
                    <a:lnTo>
                      <a:pt x="114" y="306"/>
                    </a:lnTo>
                    <a:lnTo>
                      <a:pt x="120" y="300"/>
                    </a:lnTo>
                    <a:lnTo>
                      <a:pt x="132" y="300"/>
                    </a:lnTo>
                    <a:lnTo>
                      <a:pt x="138" y="306"/>
                    </a:lnTo>
                    <a:lnTo>
                      <a:pt x="138" y="312"/>
                    </a:lnTo>
                    <a:lnTo>
                      <a:pt x="150" y="336"/>
                    </a:lnTo>
                    <a:lnTo>
                      <a:pt x="168" y="336"/>
                    </a:lnTo>
                    <a:lnTo>
                      <a:pt x="180" y="324"/>
                    </a:lnTo>
                    <a:lnTo>
                      <a:pt x="192" y="318"/>
                    </a:lnTo>
                    <a:lnTo>
                      <a:pt x="210" y="318"/>
                    </a:lnTo>
                    <a:lnTo>
                      <a:pt x="222" y="312"/>
                    </a:lnTo>
                    <a:lnTo>
                      <a:pt x="222" y="306"/>
                    </a:lnTo>
                    <a:lnTo>
                      <a:pt x="216" y="300"/>
                    </a:lnTo>
                    <a:lnTo>
                      <a:pt x="210" y="300"/>
                    </a:lnTo>
                    <a:lnTo>
                      <a:pt x="204" y="294"/>
                    </a:lnTo>
                    <a:lnTo>
                      <a:pt x="240" y="294"/>
                    </a:lnTo>
                    <a:lnTo>
                      <a:pt x="240" y="288"/>
                    </a:lnTo>
                    <a:lnTo>
                      <a:pt x="246" y="282"/>
                    </a:lnTo>
                    <a:lnTo>
                      <a:pt x="258" y="282"/>
                    </a:lnTo>
                    <a:lnTo>
                      <a:pt x="270" y="288"/>
                    </a:lnTo>
                    <a:lnTo>
                      <a:pt x="276" y="294"/>
                    </a:lnTo>
                    <a:lnTo>
                      <a:pt x="288" y="300"/>
                    </a:lnTo>
                    <a:lnTo>
                      <a:pt x="294" y="306"/>
                    </a:lnTo>
                    <a:lnTo>
                      <a:pt x="294" y="294"/>
                    </a:lnTo>
                    <a:lnTo>
                      <a:pt x="276" y="276"/>
                    </a:lnTo>
                    <a:lnTo>
                      <a:pt x="264" y="252"/>
                    </a:lnTo>
                    <a:lnTo>
                      <a:pt x="264" y="228"/>
                    </a:lnTo>
                    <a:lnTo>
                      <a:pt x="306" y="228"/>
                    </a:lnTo>
                    <a:lnTo>
                      <a:pt x="306" y="204"/>
                    </a:lnTo>
                    <a:lnTo>
                      <a:pt x="336" y="204"/>
                    </a:lnTo>
                    <a:lnTo>
                      <a:pt x="336" y="186"/>
                    </a:lnTo>
                    <a:lnTo>
                      <a:pt x="342" y="180"/>
                    </a:lnTo>
                    <a:lnTo>
                      <a:pt x="360" y="180"/>
                    </a:lnTo>
                    <a:lnTo>
                      <a:pt x="372" y="186"/>
                    </a:lnTo>
                    <a:lnTo>
                      <a:pt x="372" y="156"/>
                    </a:lnTo>
                    <a:lnTo>
                      <a:pt x="366" y="150"/>
                    </a:lnTo>
                    <a:lnTo>
                      <a:pt x="366" y="120"/>
                    </a:lnTo>
                    <a:lnTo>
                      <a:pt x="360" y="114"/>
                    </a:lnTo>
                    <a:lnTo>
                      <a:pt x="360" y="102"/>
                    </a:lnTo>
                    <a:lnTo>
                      <a:pt x="366" y="102"/>
                    </a:lnTo>
                    <a:lnTo>
                      <a:pt x="378" y="90"/>
                    </a:lnTo>
                    <a:lnTo>
                      <a:pt x="378" y="84"/>
                    </a:lnTo>
                    <a:lnTo>
                      <a:pt x="366" y="60"/>
                    </a:lnTo>
                    <a:lnTo>
                      <a:pt x="354" y="48"/>
                    </a:lnTo>
                    <a:lnTo>
                      <a:pt x="348" y="48"/>
                    </a:lnTo>
                    <a:lnTo>
                      <a:pt x="348" y="6"/>
                    </a:lnTo>
                    <a:lnTo>
                      <a:pt x="324"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3" name="Bhutan" descr="© INSCALE GmbH, 05.05.2010&#10;http://www.presentationload.com/">
                <a:extLst>
                  <a:ext uri="{FF2B5EF4-FFF2-40B4-BE49-F238E27FC236}">
                    <a16:creationId xmlns:a16="http://schemas.microsoft.com/office/drawing/2014/main" id="{355D44E9-59F2-5542-9183-B4D45F778FC1}"/>
                  </a:ext>
                </a:extLst>
              </p:cNvPr>
              <p:cNvSpPr>
                <a:spLocks/>
              </p:cNvSpPr>
              <p:nvPr/>
            </p:nvSpPr>
            <p:spPr bwMode="gray">
              <a:xfrm>
                <a:off x="8305052" y="3181818"/>
                <a:ext cx="98618" cy="55884"/>
              </a:xfrm>
              <a:custGeom>
                <a:avLst/>
                <a:gdLst>
                  <a:gd name="T0" fmla="*/ 2147483647 w 234"/>
                  <a:gd name="T1" fmla="*/ 2147483647 h 132"/>
                  <a:gd name="T2" fmla="*/ 2147483647 w 234"/>
                  <a:gd name="T3" fmla="*/ 2147483647 h 132"/>
                  <a:gd name="T4" fmla="*/ 2147483647 w 234"/>
                  <a:gd name="T5" fmla="*/ 2147483647 h 132"/>
                  <a:gd name="T6" fmla="*/ 2147483647 w 234"/>
                  <a:gd name="T7" fmla="*/ 2147483647 h 132"/>
                  <a:gd name="T8" fmla="*/ 2147483647 w 234"/>
                  <a:gd name="T9" fmla="*/ 2147483647 h 132"/>
                  <a:gd name="T10" fmla="*/ 2147483647 w 234"/>
                  <a:gd name="T11" fmla="*/ 2147483647 h 132"/>
                  <a:gd name="T12" fmla="*/ 2147483647 w 234"/>
                  <a:gd name="T13" fmla="*/ 2147483647 h 132"/>
                  <a:gd name="T14" fmla="*/ 2147483647 w 234"/>
                  <a:gd name="T15" fmla="*/ 2147483647 h 132"/>
                  <a:gd name="T16" fmla="*/ 2147483647 w 234"/>
                  <a:gd name="T17" fmla="*/ 2147483647 h 132"/>
                  <a:gd name="T18" fmla="*/ 2147483647 w 234"/>
                  <a:gd name="T19" fmla="*/ 2147483647 h 132"/>
                  <a:gd name="T20" fmla="*/ 2147483647 w 234"/>
                  <a:gd name="T21" fmla="*/ 2147483647 h 132"/>
                  <a:gd name="T22" fmla="*/ 2147483647 w 234"/>
                  <a:gd name="T23" fmla="*/ 2147483647 h 132"/>
                  <a:gd name="T24" fmla="*/ 2147483647 w 234"/>
                  <a:gd name="T25" fmla="*/ 2147483647 h 132"/>
                  <a:gd name="T26" fmla="*/ 2147483647 w 234"/>
                  <a:gd name="T27" fmla="*/ 2147483647 h 132"/>
                  <a:gd name="T28" fmla="*/ 2147483647 w 234"/>
                  <a:gd name="T29" fmla="*/ 2147483647 h 132"/>
                  <a:gd name="T30" fmla="*/ 2147483647 w 234"/>
                  <a:gd name="T31" fmla="*/ 2147483647 h 132"/>
                  <a:gd name="T32" fmla="*/ 2147483647 w 234"/>
                  <a:gd name="T33" fmla="*/ 2147483647 h 132"/>
                  <a:gd name="T34" fmla="*/ 2147483647 w 234"/>
                  <a:gd name="T35" fmla="*/ 2147483647 h 132"/>
                  <a:gd name="T36" fmla="*/ 2147483647 w 234"/>
                  <a:gd name="T37" fmla="*/ 2147483647 h 132"/>
                  <a:gd name="T38" fmla="*/ 2147483647 w 234"/>
                  <a:gd name="T39" fmla="*/ 2147483647 h 132"/>
                  <a:gd name="T40" fmla="*/ 2147483647 w 234"/>
                  <a:gd name="T41" fmla="*/ 2147483647 h 132"/>
                  <a:gd name="T42" fmla="*/ 2147483647 w 234"/>
                  <a:gd name="T43" fmla="*/ 2147483647 h 132"/>
                  <a:gd name="T44" fmla="*/ 2147483647 w 234"/>
                  <a:gd name="T45" fmla="*/ 2147483647 h 132"/>
                  <a:gd name="T46" fmla="*/ 2147483647 w 234"/>
                  <a:gd name="T47" fmla="*/ 2147483647 h 132"/>
                  <a:gd name="T48" fmla="*/ 2147483647 w 234"/>
                  <a:gd name="T49" fmla="*/ 2147483647 h 132"/>
                  <a:gd name="T50" fmla="*/ 2147483647 w 234"/>
                  <a:gd name="T51" fmla="*/ 2147483647 h 132"/>
                  <a:gd name="T52" fmla="*/ 2147483647 w 234"/>
                  <a:gd name="T53" fmla="*/ 2147483647 h 132"/>
                  <a:gd name="T54" fmla="*/ 2147483647 w 234"/>
                  <a:gd name="T55" fmla="*/ 2147483647 h 132"/>
                  <a:gd name="T56" fmla="*/ 2147483647 w 234"/>
                  <a:gd name="T57" fmla="*/ 2147483647 h 132"/>
                  <a:gd name="T58" fmla="*/ 2147483647 w 234"/>
                  <a:gd name="T59" fmla="*/ 0 h 132"/>
                  <a:gd name="T60" fmla="*/ 2147483647 w 234"/>
                  <a:gd name="T61" fmla="*/ 0 h 132"/>
                  <a:gd name="T62" fmla="*/ 2147483647 w 234"/>
                  <a:gd name="T63" fmla="*/ 2147483647 h 132"/>
                  <a:gd name="T64" fmla="*/ 2147483647 w 234"/>
                  <a:gd name="T65" fmla="*/ 2147483647 h 132"/>
                  <a:gd name="T66" fmla="*/ 2147483647 w 234"/>
                  <a:gd name="T67" fmla="*/ 2147483647 h 132"/>
                  <a:gd name="T68" fmla="*/ 2147483647 w 234"/>
                  <a:gd name="T69" fmla="*/ 2147483647 h 132"/>
                  <a:gd name="T70" fmla="*/ 2147483647 w 234"/>
                  <a:gd name="T71" fmla="*/ 2147483647 h 132"/>
                  <a:gd name="T72" fmla="*/ 2147483647 w 234"/>
                  <a:gd name="T73" fmla="*/ 2147483647 h 132"/>
                  <a:gd name="T74" fmla="*/ 2147483647 w 234"/>
                  <a:gd name="T75" fmla="*/ 2147483647 h 132"/>
                  <a:gd name="T76" fmla="*/ 0 w 234"/>
                  <a:gd name="T77" fmla="*/ 2147483647 h 132"/>
                  <a:gd name="T78" fmla="*/ 0 w 234"/>
                  <a:gd name="T79" fmla="*/ 2147483647 h 132"/>
                  <a:gd name="T80" fmla="*/ 2147483647 w 234"/>
                  <a:gd name="T81" fmla="*/ 2147483647 h 132"/>
                  <a:gd name="T82" fmla="*/ 2147483647 w 234"/>
                  <a:gd name="T83" fmla="*/ 2147483647 h 132"/>
                  <a:gd name="T84" fmla="*/ 2147483647 w 234"/>
                  <a:gd name="T85" fmla="*/ 2147483647 h 132"/>
                  <a:gd name="T86" fmla="*/ 2147483647 w 234"/>
                  <a:gd name="T87" fmla="*/ 2147483647 h 132"/>
                  <a:gd name="T88" fmla="*/ 2147483647 w 234"/>
                  <a:gd name="T89" fmla="*/ 2147483647 h 132"/>
                  <a:gd name="T90" fmla="*/ 2147483647 w 234"/>
                  <a:gd name="T91" fmla="*/ 2147483647 h 132"/>
                  <a:gd name="T92" fmla="*/ 2147483647 w 234"/>
                  <a:gd name="T93" fmla="*/ 2147483647 h 1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4"/>
                  <a:gd name="T142" fmla="*/ 0 h 132"/>
                  <a:gd name="T143" fmla="*/ 234 w 234"/>
                  <a:gd name="T144" fmla="*/ 132 h 1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4" h="132">
                    <a:moveTo>
                      <a:pt x="78" y="132"/>
                    </a:moveTo>
                    <a:lnTo>
                      <a:pt x="90" y="132"/>
                    </a:lnTo>
                    <a:lnTo>
                      <a:pt x="102" y="126"/>
                    </a:lnTo>
                    <a:lnTo>
                      <a:pt x="108" y="120"/>
                    </a:lnTo>
                    <a:lnTo>
                      <a:pt x="126" y="120"/>
                    </a:lnTo>
                    <a:lnTo>
                      <a:pt x="138" y="126"/>
                    </a:lnTo>
                    <a:lnTo>
                      <a:pt x="168" y="126"/>
                    </a:lnTo>
                    <a:lnTo>
                      <a:pt x="180" y="120"/>
                    </a:lnTo>
                    <a:lnTo>
                      <a:pt x="192" y="120"/>
                    </a:lnTo>
                    <a:lnTo>
                      <a:pt x="198" y="126"/>
                    </a:lnTo>
                    <a:lnTo>
                      <a:pt x="210" y="126"/>
                    </a:lnTo>
                    <a:lnTo>
                      <a:pt x="234" y="114"/>
                    </a:lnTo>
                    <a:lnTo>
                      <a:pt x="234" y="108"/>
                    </a:lnTo>
                    <a:lnTo>
                      <a:pt x="222" y="96"/>
                    </a:lnTo>
                    <a:lnTo>
                      <a:pt x="222" y="72"/>
                    </a:lnTo>
                    <a:lnTo>
                      <a:pt x="198" y="72"/>
                    </a:lnTo>
                    <a:lnTo>
                      <a:pt x="192" y="66"/>
                    </a:lnTo>
                    <a:lnTo>
                      <a:pt x="192" y="42"/>
                    </a:lnTo>
                    <a:lnTo>
                      <a:pt x="186" y="30"/>
                    </a:lnTo>
                    <a:lnTo>
                      <a:pt x="174" y="18"/>
                    </a:lnTo>
                    <a:lnTo>
                      <a:pt x="162" y="12"/>
                    </a:lnTo>
                    <a:lnTo>
                      <a:pt x="150" y="12"/>
                    </a:lnTo>
                    <a:lnTo>
                      <a:pt x="138" y="18"/>
                    </a:lnTo>
                    <a:lnTo>
                      <a:pt x="126" y="18"/>
                    </a:lnTo>
                    <a:lnTo>
                      <a:pt x="114" y="24"/>
                    </a:lnTo>
                    <a:lnTo>
                      <a:pt x="108" y="30"/>
                    </a:lnTo>
                    <a:lnTo>
                      <a:pt x="102" y="30"/>
                    </a:lnTo>
                    <a:lnTo>
                      <a:pt x="102" y="6"/>
                    </a:lnTo>
                    <a:lnTo>
                      <a:pt x="78" y="6"/>
                    </a:lnTo>
                    <a:lnTo>
                      <a:pt x="66" y="0"/>
                    </a:lnTo>
                    <a:lnTo>
                      <a:pt x="54" y="0"/>
                    </a:lnTo>
                    <a:lnTo>
                      <a:pt x="48" y="12"/>
                    </a:lnTo>
                    <a:lnTo>
                      <a:pt x="36" y="24"/>
                    </a:lnTo>
                    <a:lnTo>
                      <a:pt x="30" y="36"/>
                    </a:lnTo>
                    <a:lnTo>
                      <a:pt x="18" y="54"/>
                    </a:lnTo>
                    <a:lnTo>
                      <a:pt x="12" y="66"/>
                    </a:lnTo>
                    <a:lnTo>
                      <a:pt x="6" y="72"/>
                    </a:lnTo>
                    <a:lnTo>
                      <a:pt x="6" y="78"/>
                    </a:lnTo>
                    <a:lnTo>
                      <a:pt x="0" y="78"/>
                    </a:lnTo>
                    <a:lnTo>
                      <a:pt x="0" y="90"/>
                    </a:lnTo>
                    <a:lnTo>
                      <a:pt x="18" y="108"/>
                    </a:lnTo>
                    <a:lnTo>
                      <a:pt x="42" y="120"/>
                    </a:lnTo>
                    <a:lnTo>
                      <a:pt x="54" y="120"/>
                    </a:lnTo>
                    <a:lnTo>
                      <a:pt x="54" y="114"/>
                    </a:lnTo>
                    <a:lnTo>
                      <a:pt x="54" y="120"/>
                    </a:lnTo>
                    <a:lnTo>
                      <a:pt x="66" y="132"/>
                    </a:lnTo>
                    <a:lnTo>
                      <a:pt x="78" y="1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4" name="Bangladesh" descr="© INSCALE GmbH, 05.05.2010&#10;http://www.presentationload.com/">
                <a:extLst>
                  <a:ext uri="{FF2B5EF4-FFF2-40B4-BE49-F238E27FC236}">
                    <a16:creationId xmlns:a16="http://schemas.microsoft.com/office/drawing/2014/main" id="{2C5BAB9E-2A0A-7E4A-BA64-9123CA30EDF4}"/>
                  </a:ext>
                </a:extLst>
              </p:cNvPr>
              <p:cNvSpPr>
                <a:spLocks/>
              </p:cNvSpPr>
              <p:nvPr/>
            </p:nvSpPr>
            <p:spPr bwMode="gray">
              <a:xfrm>
                <a:off x="8291904" y="3242634"/>
                <a:ext cx="157790" cy="179155"/>
              </a:xfrm>
              <a:custGeom>
                <a:avLst/>
                <a:gdLst>
                  <a:gd name="T0" fmla="*/ 2147483647 w 372"/>
                  <a:gd name="T1" fmla="*/ 2147483647 h 426"/>
                  <a:gd name="T2" fmla="*/ 2147483647 w 372"/>
                  <a:gd name="T3" fmla="*/ 2147483647 h 426"/>
                  <a:gd name="T4" fmla="*/ 2147483647 w 372"/>
                  <a:gd name="T5" fmla="*/ 2147483647 h 426"/>
                  <a:gd name="T6" fmla="*/ 2147483647 w 372"/>
                  <a:gd name="T7" fmla="*/ 2147483647 h 426"/>
                  <a:gd name="T8" fmla="*/ 2147483647 w 372"/>
                  <a:gd name="T9" fmla="*/ 2147483647 h 426"/>
                  <a:gd name="T10" fmla="*/ 2147483647 w 372"/>
                  <a:gd name="T11" fmla="*/ 2147483647 h 426"/>
                  <a:gd name="T12" fmla="*/ 2147483647 w 372"/>
                  <a:gd name="T13" fmla="*/ 2147483647 h 426"/>
                  <a:gd name="T14" fmla="*/ 2147483647 w 372"/>
                  <a:gd name="T15" fmla="*/ 2147483647 h 426"/>
                  <a:gd name="T16" fmla="*/ 2147483647 w 372"/>
                  <a:gd name="T17" fmla="*/ 2147483647 h 426"/>
                  <a:gd name="T18" fmla="*/ 2147483647 w 372"/>
                  <a:gd name="T19" fmla="*/ 2147483647 h 426"/>
                  <a:gd name="T20" fmla="*/ 2147483647 w 372"/>
                  <a:gd name="T21" fmla="*/ 2147483647 h 426"/>
                  <a:gd name="T22" fmla="*/ 2147483647 w 372"/>
                  <a:gd name="T23" fmla="*/ 2147483647 h 426"/>
                  <a:gd name="T24" fmla="*/ 2147483647 w 372"/>
                  <a:gd name="T25" fmla="*/ 2147483647 h 426"/>
                  <a:gd name="T26" fmla="*/ 2147483647 w 372"/>
                  <a:gd name="T27" fmla="*/ 2147483647 h 426"/>
                  <a:gd name="T28" fmla="*/ 2147483647 w 372"/>
                  <a:gd name="T29" fmla="*/ 2147483647 h 426"/>
                  <a:gd name="T30" fmla="*/ 2147483647 w 372"/>
                  <a:gd name="T31" fmla="*/ 2147483647 h 426"/>
                  <a:gd name="T32" fmla="*/ 2147483647 w 372"/>
                  <a:gd name="T33" fmla="*/ 2147483647 h 426"/>
                  <a:gd name="T34" fmla="*/ 2147483647 w 372"/>
                  <a:gd name="T35" fmla="*/ 2147483647 h 426"/>
                  <a:gd name="T36" fmla="*/ 2147483647 w 372"/>
                  <a:gd name="T37" fmla="*/ 2147483647 h 426"/>
                  <a:gd name="T38" fmla="*/ 2147483647 w 372"/>
                  <a:gd name="T39" fmla="*/ 2147483647 h 426"/>
                  <a:gd name="T40" fmla="*/ 2147483647 w 372"/>
                  <a:gd name="T41" fmla="*/ 2147483647 h 426"/>
                  <a:gd name="T42" fmla="*/ 2147483647 w 372"/>
                  <a:gd name="T43" fmla="*/ 2147483647 h 426"/>
                  <a:gd name="T44" fmla="*/ 2147483647 w 372"/>
                  <a:gd name="T45" fmla="*/ 2147483647 h 426"/>
                  <a:gd name="T46" fmla="*/ 2147483647 w 372"/>
                  <a:gd name="T47" fmla="*/ 2147483647 h 426"/>
                  <a:gd name="T48" fmla="*/ 2147483647 w 372"/>
                  <a:gd name="T49" fmla="*/ 2147483647 h 426"/>
                  <a:gd name="T50" fmla="*/ 2147483647 w 372"/>
                  <a:gd name="T51" fmla="*/ 2147483647 h 426"/>
                  <a:gd name="T52" fmla="*/ 2147483647 w 372"/>
                  <a:gd name="T53" fmla="*/ 2147483647 h 426"/>
                  <a:gd name="T54" fmla="*/ 2147483647 w 372"/>
                  <a:gd name="T55" fmla="*/ 2147483647 h 426"/>
                  <a:gd name="T56" fmla="*/ 2147483647 w 372"/>
                  <a:gd name="T57" fmla="*/ 2147483647 h 426"/>
                  <a:gd name="T58" fmla="*/ 2147483647 w 372"/>
                  <a:gd name="T59" fmla="*/ 2147483647 h 426"/>
                  <a:gd name="T60" fmla="*/ 2147483647 w 372"/>
                  <a:gd name="T61" fmla="*/ 2147483647 h 426"/>
                  <a:gd name="T62" fmla="*/ 2147483647 w 372"/>
                  <a:gd name="T63" fmla="*/ 2147483647 h 426"/>
                  <a:gd name="T64" fmla="*/ 2147483647 w 372"/>
                  <a:gd name="T65" fmla="*/ 2147483647 h 426"/>
                  <a:gd name="T66" fmla="*/ 2147483647 w 372"/>
                  <a:gd name="T67" fmla="*/ 2147483647 h 426"/>
                  <a:gd name="T68" fmla="*/ 2147483647 w 372"/>
                  <a:gd name="T69" fmla="*/ 2147483647 h 426"/>
                  <a:gd name="T70" fmla="*/ 2147483647 w 372"/>
                  <a:gd name="T71" fmla="*/ 2147483647 h 426"/>
                  <a:gd name="T72" fmla="*/ 2147483647 w 372"/>
                  <a:gd name="T73" fmla="*/ 2147483647 h 426"/>
                  <a:gd name="T74" fmla="*/ 2147483647 w 372"/>
                  <a:gd name="T75" fmla="*/ 2147483647 h 426"/>
                  <a:gd name="T76" fmla="*/ 2147483647 w 372"/>
                  <a:gd name="T77" fmla="*/ 2147483647 h 426"/>
                  <a:gd name="T78" fmla="*/ 2147483647 w 372"/>
                  <a:gd name="T79" fmla="*/ 2147483647 h 426"/>
                  <a:gd name="T80" fmla="*/ 2147483647 w 372"/>
                  <a:gd name="T81" fmla="*/ 2147483647 h 426"/>
                  <a:gd name="T82" fmla="*/ 2147483647 w 372"/>
                  <a:gd name="T83" fmla="*/ 2147483647 h 426"/>
                  <a:gd name="T84" fmla="*/ 2147483647 w 372"/>
                  <a:gd name="T85" fmla="*/ 0 h 426"/>
                  <a:gd name="T86" fmla="*/ 2147483647 w 372"/>
                  <a:gd name="T87" fmla="*/ 2147483647 h 426"/>
                  <a:gd name="T88" fmla="*/ 0 w 372"/>
                  <a:gd name="T89" fmla="*/ 2147483647 h 426"/>
                  <a:gd name="T90" fmla="*/ 2147483647 w 372"/>
                  <a:gd name="T91" fmla="*/ 2147483647 h 426"/>
                  <a:gd name="T92" fmla="*/ 2147483647 w 372"/>
                  <a:gd name="T93" fmla="*/ 2147483647 h 426"/>
                  <a:gd name="T94" fmla="*/ 2147483647 w 372"/>
                  <a:gd name="T95" fmla="*/ 2147483647 h 426"/>
                  <a:gd name="T96" fmla="*/ 2147483647 w 372"/>
                  <a:gd name="T97" fmla="*/ 2147483647 h 426"/>
                  <a:gd name="T98" fmla="*/ 2147483647 w 372"/>
                  <a:gd name="T99" fmla="*/ 2147483647 h 426"/>
                  <a:gd name="T100" fmla="*/ 2147483647 w 372"/>
                  <a:gd name="T101" fmla="*/ 2147483647 h 426"/>
                  <a:gd name="T102" fmla="*/ 2147483647 w 372"/>
                  <a:gd name="T103" fmla="*/ 2147483647 h 426"/>
                  <a:gd name="T104" fmla="*/ 2147483647 w 372"/>
                  <a:gd name="T105" fmla="*/ 2147483647 h 426"/>
                  <a:gd name="T106" fmla="*/ 2147483647 w 372"/>
                  <a:gd name="T107" fmla="*/ 2147483647 h 426"/>
                  <a:gd name="T108" fmla="*/ 2147483647 w 372"/>
                  <a:gd name="T109" fmla="*/ 2147483647 h 426"/>
                  <a:gd name="T110" fmla="*/ 2147483647 w 372"/>
                  <a:gd name="T111" fmla="*/ 2147483647 h 426"/>
                  <a:gd name="T112" fmla="*/ 2147483647 w 372"/>
                  <a:gd name="T113" fmla="*/ 2147483647 h 426"/>
                  <a:gd name="T114" fmla="*/ 2147483647 w 372"/>
                  <a:gd name="T115" fmla="*/ 2147483647 h 4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72"/>
                  <a:gd name="T175" fmla="*/ 0 h 426"/>
                  <a:gd name="T176" fmla="*/ 372 w 372"/>
                  <a:gd name="T177" fmla="*/ 426 h 42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72" h="426">
                    <a:moveTo>
                      <a:pt x="132" y="414"/>
                    </a:moveTo>
                    <a:lnTo>
                      <a:pt x="138" y="354"/>
                    </a:lnTo>
                    <a:lnTo>
                      <a:pt x="144" y="354"/>
                    </a:lnTo>
                    <a:lnTo>
                      <a:pt x="150" y="360"/>
                    </a:lnTo>
                    <a:lnTo>
                      <a:pt x="162" y="360"/>
                    </a:lnTo>
                    <a:lnTo>
                      <a:pt x="174" y="366"/>
                    </a:lnTo>
                    <a:lnTo>
                      <a:pt x="192" y="372"/>
                    </a:lnTo>
                    <a:lnTo>
                      <a:pt x="216" y="372"/>
                    </a:lnTo>
                    <a:lnTo>
                      <a:pt x="210" y="366"/>
                    </a:lnTo>
                    <a:lnTo>
                      <a:pt x="210" y="348"/>
                    </a:lnTo>
                    <a:lnTo>
                      <a:pt x="204" y="342"/>
                    </a:lnTo>
                    <a:lnTo>
                      <a:pt x="222" y="342"/>
                    </a:lnTo>
                    <a:lnTo>
                      <a:pt x="258" y="360"/>
                    </a:lnTo>
                    <a:lnTo>
                      <a:pt x="270" y="360"/>
                    </a:lnTo>
                    <a:lnTo>
                      <a:pt x="282" y="348"/>
                    </a:lnTo>
                    <a:lnTo>
                      <a:pt x="282" y="336"/>
                    </a:lnTo>
                    <a:lnTo>
                      <a:pt x="270" y="300"/>
                    </a:lnTo>
                    <a:lnTo>
                      <a:pt x="318" y="354"/>
                    </a:lnTo>
                    <a:lnTo>
                      <a:pt x="318" y="360"/>
                    </a:lnTo>
                    <a:lnTo>
                      <a:pt x="312" y="366"/>
                    </a:lnTo>
                    <a:lnTo>
                      <a:pt x="312" y="390"/>
                    </a:lnTo>
                    <a:lnTo>
                      <a:pt x="306" y="402"/>
                    </a:lnTo>
                    <a:lnTo>
                      <a:pt x="306" y="414"/>
                    </a:lnTo>
                    <a:lnTo>
                      <a:pt x="312" y="420"/>
                    </a:lnTo>
                    <a:lnTo>
                      <a:pt x="324" y="420"/>
                    </a:lnTo>
                    <a:lnTo>
                      <a:pt x="330" y="426"/>
                    </a:lnTo>
                    <a:lnTo>
                      <a:pt x="336" y="414"/>
                    </a:lnTo>
                    <a:lnTo>
                      <a:pt x="336" y="408"/>
                    </a:lnTo>
                    <a:lnTo>
                      <a:pt x="372" y="414"/>
                    </a:lnTo>
                    <a:lnTo>
                      <a:pt x="360" y="354"/>
                    </a:lnTo>
                    <a:lnTo>
                      <a:pt x="360" y="348"/>
                    </a:lnTo>
                    <a:lnTo>
                      <a:pt x="354" y="342"/>
                    </a:lnTo>
                    <a:lnTo>
                      <a:pt x="348" y="330"/>
                    </a:lnTo>
                    <a:lnTo>
                      <a:pt x="342" y="312"/>
                    </a:lnTo>
                    <a:lnTo>
                      <a:pt x="336" y="300"/>
                    </a:lnTo>
                    <a:lnTo>
                      <a:pt x="336" y="288"/>
                    </a:lnTo>
                    <a:lnTo>
                      <a:pt x="330" y="276"/>
                    </a:lnTo>
                    <a:lnTo>
                      <a:pt x="330" y="270"/>
                    </a:lnTo>
                    <a:lnTo>
                      <a:pt x="324" y="258"/>
                    </a:lnTo>
                    <a:lnTo>
                      <a:pt x="324" y="240"/>
                    </a:lnTo>
                    <a:lnTo>
                      <a:pt x="318" y="234"/>
                    </a:lnTo>
                    <a:lnTo>
                      <a:pt x="306" y="228"/>
                    </a:lnTo>
                    <a:lnTo>
                      <a:pt x="288" y="228"/>
                    </a:lnTo>
                    <a:lnTo>
                      <a:pt x="288" y="252"/>
                    </a:lnTo>
                    <a:lnTo>
                      <a:pt x="282" y="288"/>
                    </a:lnTo>
                    <a:lnTo>
                      <a:pt x="264" y="264"/>
                    </a:lnTo>
                    <a:lnTo>
                      <a:pt x="258" y="264"/>
                    </a:lnTo>
                    <a:lnTo>
                      <a:pt x="240" y="246"/>
                    </a:lnTo>
                    <a:lnTo>
                      <a:pt x="234" y="234"/>
                    </a:lnTo>
                    <a:lnTo>
                      <a:pt x="234" y="216"/>
                    </a:lnTo>
                    <a:lnTo>
                      <a:pt x="240" y="204"/>
                    </a:lnTo>
                    <a:lnTo>
                      <a:pt x="252" y="192"/>
                    </a:lnTo>
                    <a:lnTo>
                      <a:pt x="258" y="192"/>
                    </a:lnTo>
                    <a:lnTo>
                      <a:pt x="270" y="186"/>
                    </a:lnTo>
                    <a:lnTo>
                      <a:pt x="276" y="186"/>
                    </a:lnTo>
                    <a:lnTo>
                      <a:pt x="282" y="180"/>
                    </a:lnTo>
                    <a:lnTo>
                      <a:pt x="288" y="168"/>
                    </a:lnTo>
                    <a:lnTo>
                      <a:pt x="294" y="150"/>
                    </a:lnTo>
                    <a:lnTo>
                      <a:pt x="294" y="138"/>
                    </a:lnTo>
                    <a:lnTo>
                      <a:pt x="300" y="138"/>
                    </a:lnTo>
                    <a:lnTo>
                      <a:pt x="306" y="132"/>
                    </a:lnTo>
                    <a:lnTo>
                      <a:pt x="306" y="126"/>
                    </a:lnTo>
                    <a:lnTo>
                      <a:pt x="282" y="102"/>
                    </a:lnTo>
                    <a:lnTo>
                      <a:pt x="276" y="102"/>
                    </a:lnTo>
                    <a:lnTo>
                      <a:pt x="228" y="114"/>
                    </a:lnTo>
                    <a:lnTo>
                      <a:pt x="210" y="114"/>
                    </a:lnTo>
                    <a:lnTo>
                      <a:pt x="198" y="108"/>
                    </a:lnTo>
                    <a:lnTo>
                      <a:pt x="138" y="108"/>
                    </a:lnTo>
                    <a:lnTo>
                      <a:pt x="132" y="102"/>
                    </a:lnTo>
                    <a:lnTo>
                      <a:pt x="126" y="102"/>
                    </a:lnTo>
                    <a:lnTo>
                      <a:pt x="126" y="66"/>
                    </a:lnTo>
                    <a:lnTo>
                      <a:pt x="120" y="66"/>
                    </a:lnTo>
                    <a:lnTo>
                      <a:pt x="120" y="36"/>
                    </a:lnTo>
                    <a:lnTo>
                      <a:pt x="114" y="30"/>
                    </a:lnTo>
                    <a:lnTo>
                      <a:pt x="108" y="30"/>
                    </a:lnTo>
                    <a:lnTo>
                      <a:pt x="102" y="24"/>
                    </a:lnTo>
                    <a:lnTo>
                      <a:pt x="96" y="42"/>
                    </a:lnTo>
                    <a:lnTo>
                      <a:pt x="90" y="36"/>
                    </a:lnTo>
                    <a:lnTo>
                      <a:pt x="78" y="36"/>
                    </a:lnTo>
                    <a:lnTo>
                      <a:pt x="72" y="30"/>
                    </a:lnTo>
                    <a:lnTo>
                      <a:pt x="66" y="18"/>
                    </a:lnTo>
                    <a:lnTo>
                      <a:pt x="66" y="12"/>
                    </a:lnTo>
                    <a:lnTo>
                      <a:pt x="60" y="0"/>
                    </a:lnTo>
                    <a:lnTo>
                      <a:pt x="42" y="6"/>
                    </a:lnTo>
                    <a:lnTo>
                      <a:pt x="48" y="12"/>
                    </a:lnTo>
                    <a:lnTo>
                      <a:pt x="24" y="0"/>
                    </a:lnTo>
                    <a:lnTo>
                      <a:pt x="6" y="0"/>
                    </a:lnTo>
                    <a:lnTo>
                      <a:pt x="18" y="18"/>
                    </a:lnTo>
                    <a:lnTo>
                      <a:pt x="6" y="30"/>
                    </a:lnTo>
                    <a:lnTo>
                      <a:pt x="0" y="42"/>
                    </a:lnTo>
                    <a:lnTo>
                      <a:pt x="0" y="48"/>
                    </a:lnTo>
                    <a:lnTo>
                      <a:pt x="6" y="60"/>
                    </a:lnTo>
                    <a:lnTo>
                      <a:pt x="18" y="66"/>
                    </a:lnTo>
                    <a:lnTo>
                      <a:pt x="30" y="78"/>
                    </a:lnTo>
                    <a:lnTo>
                      <a:pt x="36" y="78"/>
                    </a:lnTo>
                    <a:lnTo>
                      <a:pt x="66" y="96"/>
                    </a:lnTo>
                    <a:lnTo>
                      <a:pt x="66" y="108"/>
                    </a:lnTo>
                    <a:lnTo>
                      <a:pt x="30" y="108"/>
                    </a:lnTo>
                    <a:lnTo>
                      <a:pt x="30" y="138"/>
                    </a:lnTo>
                    <a:lnTo>
                      <a:pt x="24" y="138"/>
                    </a:lnTo>
                    <a:lnTo>
                      <a:pt x="12" y="150"/>
                    </a:lnTo>
                    <a:lnTo>
                      <a:pt x="24" y="162"/>
                    </a:lnTo>
                    <a:lnTo>
                      <a:pt x="36" y="168"/>
                    </a:lnTo>
                    <a:lnTo>
                      <a:pt x="54" y="168"/>
                    </a:lnTo>
                    <a:lnTo>
                      <a:pt x="66" y="174"/>
                    </a:lnTo>
                    <a:lnTo>
                      <a:pt x="72" y="180"/>
                    </a:lnTo>
                    <a:lnTo>
                      <a:pt x="72" y="186"/>
                    </a:lnTo>
                    <a:lnTo>
                      <a:pt x="66" y="204"/>
                    </a:lnTo>
                    <a:lnTo>
                      <a:pt x="60" y="210"/>
                    </a:lnTo>
                    <a:lnTo>
                      <a:pt x="54" y="222"/>
                    </a:lnTo>
                    <a:lnTo>
                      <a:pt x="66" y="252"/>
                    </a:lnTo>
                    <a:lnTo>
                      <a:pt x="96" y="276"/>
                    </a:lnTo>
                    <a:lnTo>
                      <a:pt x="96" y="306"/>
                    </a:lnTo>
                    <a:lnTo>
                      <a:pt x="114" y="348"/>
                    </a:lnTo>
                    <a:lnTo>
                      <a:pt x="108" y="378"/>
                    </a:lnTo>
                    <a:lnTo>
                      <a:pt x="132" y="4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5" name="Bahrain" descr="© INSCALE GmbH, 05.05.2010&#10;http://www.presentationload.com/">
                <a:extLst>
                  <a:ext uri="{FF2B5EF4-FFF2-40B4-BE49-F238E27FC236}">
                    <a16:creationId xmlns:a16="http://schemas.microsoft.com/office/drawing/2014/main" id="{4FCF7F39-9D38-F943-BFD3-0A1EB19E534E}"/>
                  </a:ext>
                </a:extLst>
              </p:cNvPr>
              <p:cNvSpPr>
                <a:spLocks/>
              </p:cNvSpPr>
              <p:nvPr/>
            </p:nvSpPr>
            <p:spPr bwMode="gray">
              <a:xfrm>
                <a:off x="7203814" y="3249209"/>
                <a:ext cx="11506" cy="23011"/>
              </a:xfrm>
              <a:custGeom>
                <a:avLst/>
                <a:gdLst>
                  <a:gd name="T0" fmla="*/ 2147483647 w 15"/>
                  <a:gd name="T1" fmla="*/ 0 h 28"/>
                  <a:gd name="T2" fmla="*/ 2147483647 w 15"/>
                  <a:gd name="T3" fmla="*/ 2147483647 h 28"/>
                  <a:gd name="T4" fmla="*/ 2147483647 w 15"/>
                  <a:gd name="T5" fmla="*/ 2147483647 h 28"/>
                  <a:gd name="T6" fmla="*/ 2032697641 w 15"/>
                  <a:gd name="T7" fmla="*/ 2147483647 h 28"/>
                  <a:gd name="T8" fmla="*/ 813299296 w 15"/>
                  <a:gd name="T9" fmla="*/ 2147483647 h 28"/>
                  <a:gd name="T10" fmla="*/ 2147483647 w 15"/>
                  <a:gd name="T11" fmla="*/ 0 h 28"/>
                  <a:gd name="T12" fmla="*/ 0 60000 65536"/>
                  <a:gd name="T13" fmla="*/ 0 60000 65536"/>
                  <a:gd name="T14" fmla="*/ 0 60000 65536"/>
                  <a:gd name="T15" fmla="*/ 0 60000 65536"/>
                  <a:gd name="T16" fmla="*/ 0 60000 65536"/>
                  <a:gd name="T17" fmla="*/ 0 60000 65536"/>
                  <a:gd name="T18" fmla="*/ 0 w 15"/>
                  <a:gd name="T19" fmla="*/ 0 h 28"/>
                  <a:gd name="T20" fmla="*/ 15 w 15"/>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15" h="28">
                    <a:moveTo>
                      <a:pt x="9" y="0"/>
                    </a:moveTo>
                    <a:cubicBezTo>
                      <a:pt x="14" y="0"/>
                      <a:pt x="15" y="10"/>
                      <a:pt x="14" y="14"/>
                    </a:cubicBezTo>
                    <a:cubicBezTo>
                      <a:pt x="13" y="18"/>
                      <a:pt x="15" y="28"/>
                      <a:pt x="9" y="28"/>
                    </a:cubicBezTo>
                    <a:cubicBezTo>
                      <a:pt x="4" y="27"/>
                      <a:pt x="5" y="21"/>
                      <a:pt x="5" y="18"/>
                    </a:cubicBezTo>
                    <a:cubicBezTo>
                      <a:pt x="5" y="14"/>
                      <a:pt x="0" y="14"/>
                      <a:pt x="2" y="8"/>
                    </a:cubicBez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6" name="Armenia" descr="© INSCALE GmbH, 05.05.2010&#10;http://www.presentationload.com/">
                <a:extLst>
                  <a:ext uri="{FF2B5EF4-FFF2-40B4-BE49-F238E27FC236}">
                    <a16:creationId xmlns:a16="http://schemas.microsoft.com/office/drawing/2014/main" id="{9D2B9288-EAFF-9A43-BFF6-3D74DC629E2F}"/>
                  </a:ext>
                </a:extLst>
              </p:cNvPr>
              <p:cNvSpPr>
                <a:spLocks/>
              </p:cNvSpPr>
              <p:nvPr/>
            </p:nvSpPr>
            <p:spPr bwMode="gray">
              <a:xfrm>
                <a:off x="6940831" y="2741323"/>
                <a:ext cx="93688" cy="88756"/>
              </a:xfrm>
              <a:custGeom>
                <a:avLst/>
                <a:gdLst>
                  <a:gd name="T0" fmla="*/ 2147483647 w 222"/>
                  <a:gd name="T1" fmla="*/ 2147483647 h 210"/>
                  <a:gd name="T2" fmla="*/ 2147483647 w 222"/>
                  <a:gd name="T3" fmla="*/ 2147483647 h 210"/>
                  <a:gd name="T4" fmla="*/ 2147483647 w 222"/>
                  <a:gd name="T5" fmla="*/ 2147483647 h 210"/>
                  <a:gd name="T6" fmla="*/ 2147483647 w 222"/>
                  <a:gd name="T7" fmla="*/ 2147483647 h 210"/>
                  <a:gd name="T8" fmla="*/ 2147483647 w 222"/>
                  <a:gd name="T9" fmla="*/ 2147483647 h 210"/>
                  <a:gd name="T10" fmla="*/ 2147483647 w 222"/>
                  <a:gd name="T11" fmla="*/ 2147483647 h 210"/>
                  <a:gd name="T12" fmla="*/ 2147483647 w 222"/>
                  <a:gd name="T13" fmla="*/ 2147483647 h 210"/>
                  <a:gd name="T14" fmla="*/ 2147483647 w 222"/>
                  <a:gd name="T15" fmla="*/ 2147483647 h 210"/>
                  <a:gd name="T16" fmla="*/ 2147483647 w 222"/>
                  <a:gd name="T17" fmla="*/ 2147483647 h 210"/>
                  <a:gd name="T18" fmla="*/ 2147483647 w 222"/>
                  <a:gd name="T19" fmla="*/ 2147483647 h 210"/>
                  <a:gd name="T20" fmla="*/ 2147483647 w 222"/>
                  <a:gd name="T21" fmla="*/ 2147483647 h 210"/>
                  <a:gd name="T22" fmla="*/ 2147483647 w 222"/>
                  <a:gd name="T23" fmla="*/ 2147483647 h 210"/>
                  <a:gd name="T24" fmla="*/ 2147483647 w 222"/>
                  <a:gd name="T25" fmla="*/ 2147483647 h 210"/>
                  <a:gd name="T26" fmla="*/ 2147483647 w 222"/>
                  <a:gd name="T27" fmla="*/ 2147483647 h 210"/>
                  <a:gd name="T28" fmla="*/ 2147483647 w 222"/>
                  <a:gd name="T29" fmla="*/ 2147483647 h 210"/>
                  <a:gd name="T30" fmla="*/ 2147483647 w 222"/>
                  <a:gd name="T31" fmla="*/ 2147483647 h 210"/>
                  <a:gd name="T32" fmla="*/ 2147483647 w 222"/>
                  <a:gd name="T33" fmla="*/ 2147483647 h 210"/>
                  <a:gd name="T34" fmla="*/ 2147483647 w 222"/>
                  <a:gd name="T35" fmla="*/ 2147483647 h 210"/>
                  <a:gd name="T36" fmla="*/ 2147483647 w 222"/>
                  <a:gd name="T37" fmla="*/ 2147483647 h 210"/>
                  <a:gd name="T38" fmla="*/ 2147483647 w 222"/>
                  <a:gd name="T39" fmla="*/ 0 h 210"/>
                  <a:gd name="T40" fmla="*/ 2147483647 w 222"/>
                  <a:gd name="T41" fmla="*/ 0 h 210"/>
                  <a:gd name="T42" fmla="*/ 2147483647 w 222"/>
                  <a:gd name="T43" fmla="*/ 2147483647 h 210"/>
                  <a:gd name="T44" fmla="*/ 2147483647 w 222"/>
                  <a:gd name="T45" fmla="*/ 2147483647 h 210"/>
                  <a:gd name="T46" fmla="*/ 2147483647 w 222"/>
                  <a:gd name="T47" fmla="*/ 2147483647 h 210"/>
                  <a:gd name="T48" fmla="*/ 0 w 222"/>
                  <a:gd name="T49" fmla="*/ 2147483647 h 210"/>
                  <a:gd name="T50" fmla="*/ 2147483647 w 222"/>
                  <a:gd name="T51" fmla="*/ 2147483647 h 210"/>
                  <a:gd name="T52" fmla="*/ 2147483647 w 222"/>
                  <a:gd name="T53" fmla="*/ 2147483647 h 210"/>
                  <a:gd name="T54" fmla="*/ 2147483647 w 222"/>
                  <a:gd name="T55" fmla="*/ 2147483647 h 210"/>
                  <a:gd name="T56" fmla="*/ 2147483647 w 222"/>
                  <a:gd name="T57" fmla="*/ 2147483647 h 210"/>
                  <a:gd name="T58" fmla="*/ 2147483647 w 222"/>
                  <a:gd name="T59" fmla="*/ 2147483647 h 210"/>
                  <a:gd name="T60" fmla="*/ 2147483647 w 222"/>
                  <a:gd name="T61" fmla="*/ 2147483647 h 210"/>
                  <a:gd name="T62" fmla="*/ 2147483647 w 222"/>
                  <a:gd name="T63" fmla="*/ 2147483647 h 210"/>
                  <a:gd name="T64" fmla="*/ 2147483647 w 222"/>
                  <a:gd name="T65" fmla="*/ 2147483647 h 210"/>
                  <a:gd name="T66" fmla="*/ 2147483647 w 222"/>
                  <a:gd name="T67" fmla="*/ 2147483647 h 210"/>
                  <a:gd name="T68" fmla="*/ 2147483647 w 222"/>
                  <a:gd name="T69" fmla="*/ 2147483647 h 210"/>
                  <a:gd name="T70" fmla="*/ 2147483647 w 222"/>
                  <a:gd name="T71" fmla="*/ 2147483647 h 210"/>
                  <a:gd name="T72" fmla="*/ 2147483647 w 222"/>
                  <a:gd name="T73" fmla="*/ 2147483647 h 210"/>
                  <a:gd name="T74" fmla="*/ 2147483647 w 222"/>
                  <a:gd name="T75" fmla="*/ 2147483647 h 210"/>
                  <a:gd name="T76" fmla="*/ 2147483647 w 222"/>
                  <a:gd name="T77" fmla="*/ 2147483647 h 210"/>
                  <a:gd name="T78" fmla="*/ 2147483647 w 222"/>
                  <a:gd name="T79" fmla="*/ 2147483647 h 210"/>
                  <a:gd name="T80" fmla="*/ 2147483647 w 222"/>
                  <a:gd name="T81" fmla="*/ 2147483647 h 210"/>
                  <a:gd name="T82" fmla="*/ 2147483647 w 222"/>
                  <a:gd name="T83" fmla="*/ 2147483647 h 210"/>
                  <a:gd name="T84" fmla="*/ 2147483647 w 222"/>
                  <a:gd name="T85" fmla="*/ 2147483647 h 210"/>
                  <a:gd name="T86" fmla="*/ 2147483647 w 222"/>
                  <a:gd name="T87" fmla="*/ 2147483647 h 210"/>
                  <a:gd name="T88" fmla="*/ 2147483647 w 222"/>
                  <a:gd name="T89" fmla="*/ 2147483647 h 210"/>
                  <a:gd name="T90" fmla="*/ 2147483647 w 222"/>
                  <a:gd name="T91" fmla="*/ 2147483647 h 210"/>
                  <a:gd name="T92" fmla="*/ 2147483647 w 222"/>
                  <a:gd name="T93" fmla="*/ 2147483647 h 210"/>
                  <a:gd name="T94" fmla="*/ 2147483647 w 222"/>
                  <a:gd name="T95" fmla="*/ 2147483647 h 210"/>
                  <a:gd name="T96" fmla="*/ 2147483647 w 222"/>
                  <a:gd name="T97" fmla="*/ 2147483647 h 210"/>
                  <a:gd name="T98" fmla="*/ 2147483647 w 222"/>
                  <a:gd name="T99" fmla="*/ 2147483647 h 210"/>
                  <a:gd name="T100" fmla="*/ 2147483647 w 222"/>
                  <a:gd name="T101" fmla="*/ 2147483647 h 210"/>
                  <a:gd name="T102" fmla="*/ 2147483647 w 222"/>
                  <a:gd name="T103" fmla="*/ 2147483647 h 210"/>
                  <a:gd name="T104" fmla="*/ 2147483647 w 222"/>
                  <a:gd name="T105" fmla="*/ 2147483647 h 210"/>
                  <a:gd name="T106" fmla="*/ 2147483647 w 222"/>
                  <a:gd name="T107" fmla="*/ 2147483647 h 21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2"/>
                  <a:gd name="T163" fmla="*/ 0 h 210"/>
                  <a:gd name="T164" fmla="*/ 222 w 222"/>
                  <a:gd name="T165" fmla="*/ 210 h 21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2" h="210">
                    <a:moveTo>
                      <a:pt x="222" y="168"/>
                    </a:moveTo>
                    <a:lnTo>
                      <a:pt x="216" y="156"/>
                    </a:lnTo>
                    <a:lnTo>
                      <a:pt x="216" y="144"/>
                    </a:lnTo>
                    <a:lnTo>
                      <a:pt x="186" y="138"/>
                    </a:lnTo>
                    <a:lnTo>
                      <a:pt x="174" y="120"/>
                    </a:lnTo>
                    <a:lnTo>
                      <a:pt x="144" y="108"/>
                    </a:lnTo>
                    <a:lnTo>
                      <a:pt x="156" y="108"/>
                    </a:lnTo>
                    <a:lnTo>
                      <a:pt x="174" y="90"/>
                    </a:lnTo>
                    <a:lnTo>
                      <a:pt x="174" y="84"/>
                    </a:lnTo>
                    <a:lnTo>
                      <a:pt x="168" y="78"/>
                    </a:lnTo>
                    <a:lnTo>
                      <a:pt x="144" y="66"/>
                    </a:lnTo>
                    <a:lnTo>
                      <a:pt x="138" y="60"/>
                    </a:lnTo>
                    <a:lnTo>
                      <a:pt x="132" y="60"/>
                    </a:lnTo>
                    <a:lnTo>
                      <a:pt x="138" y="54"/>
                    </a:lnTo>
                    <a:lnTo>
                      <a:pt x="138" y="30"/>
                    </a:lnTo>
                    <a:lnTo>
                      <a:pt x="132" y="24"/>
                    </a:lnTo>
                    <a:lnTo>
                      <a:pt x="114" y="24"/>
                    </a:lnTo>
                    <a:lnTo>
                      <a:pt x="114" y="12"/>
                    </a:lnTo>
                    <a:lnTo>
                      <a:pt x="102" y="6"/>
                    </a:lnTo>
                    <a:lnTo>
                      <a:pt x="96" y="0"/>
                    </a:lnTo>
                    <a:lnTo>
                      <a:pt x="84" y="0"/>
                    </a:lnTo>
                    <a:lnTo>
                      <a:pt x="84" y="18"/>
                    </a:lnTo>
                    <a:lnTo>
                      <a:pt x="30" y="12"/>
                    </a:lnTo>
                    <a:lnTo>
                      <a:pt x="24" y="18"/>
                    </a:lnTo>
                    <a:lnTo>
                      <a:pt x="0" y="24"/>
                    </a:lnTo>
                    <a:lnTo>
                      <a:pt x="6" y="30"/>
                    </a:lnTo>
                    <a:lnTo>
                      <a:pt x="6" y="42"/>
                    </a:lnTo>
                    <a:lnTo>
                      <a:pt x="18" y="78"/>
                    </a:lnTo>
                    <a:lnTo>
                      <a:pt x="18" y="90"/>
                    </a:lnTo>
                    <a:lnTo>
                      <a:pt x="24" y="102"/>
                    </a:lnTo>
                    <a:lnTo>
                      <a:pt x="30" y="108"/>
                    </a:lnTo>
                    <a:lnTo>
                      <a:pt x="42" y="114"/>
                    </a:lnTo>
                    <a:lnTo>
                      <a:pt x="54" y="114"/>
                    </a:lnTo>
                    <a:lnTo>
                      <a:pt x="66" y="108"/>
                    </a:lnTo>
                    <a:lnTo>
                      <a:pt x="72" y="108"/>
                    </a:lnTo>
                    <a:lnTo>
                      <a:pt x="72" y="114"/>
                    </a:lnTo>
                    <a:lnTo>
                      <a:pt x="78" y="120"/>
                    </a:lnTo>
                    <a:lnTo>
                      <a:pt x="78" y="132"/>
                    </a:lnTo>
                    <a:lnTo>
                      <a:pt x="84" y="144"/>
                    </a:lnTo>
                    <a:lnTo>
                      <a:pt x="84" y="150"/>
                    </a:lnTo>
                    <a:lnTo>
                      <a:pt x="90" y="156"/>
                    </a:lnTo>
                    <a:lnTo>
                      <a:pt x="108" y="132"/>
                    </a:lnTo>
                    <a:lnTo>
                      <a:pt x="126" y="132"/>
                    </a:lnTo>
                    <a:lnTo>
                      <a:pt x="138" y="144"/>
                    </a:lnTo>
                    <a:lnTo>
                      <a:pt x="174" y="144"/>
                    </a:lnTo>
                    <a:lnTo>
                      <a:pt x="174" y="156"/>
                    </a:lnTo>
                    <a:lnTo>
                      <a:pt x="180" y="162"/>
                    </a:lnTo>
                    <a:lnTo>
                      <a:pt x="180" y="174"/>
                    </a:lnTo>
                    <a:lnTo>
                      <a:pt x="186" y="186"/>
                    </a:lnTo>
                    <a:lnTo>
                      <a:pt x="186" y="198"/>
                    </a:lnTo>
                    <a:lnTo>
                      <a:pt x="192" y="204"/>
                    </a:lnTo>
                    <a:lnTo>
                      <a:pt x="192" y="210"/>
                    </a:lnTo>
                    <a:lnTo>
                      <a:pt x="222" y="210"/>
                    </a:lnTo>
                    <a:lnTo>
                      <a:pt x="222" y="1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7" name="Azerbaijan" descr="© INSCALE GmbH, 05.05.2010&#10;http://www.presentationload.com/">
                <a:extLst>
                  <a:ext uri="{FF2B5EF4-FFF2-40B4-BE49-F238E27FC236}">
                    <a16:creationId xmlns:a16="http://schemas.microsoft.com/office/drawing/2014/main" id="{10C664F3-6D72-2E41-B0C4-29869AB0C36A}"/>
                  </a:ext>
                </a:extLst>
              </p:cNvPr>
              <p:cNvSpPr>
                <a:spLocks noEditPoints="1"/>
              </p:cNvSpPr>
              <p:nvPr/>
            </p:nvSpPr>
            <p:spPr bwMode="gray">
              <a:xfrm>
                <a:off x="6983567" y="2723246"/>
                <a:ext cx="151214" cy="121631"/>
              </a:xfrm>
              <a:custGeom>
                <a:avLst/>
                <a:gdLst>
                  <a:gd name="T0" fmla="*/ 2147483647 w 360"/>
                  <a:gd name="T1" fmla="*/ 2147483647 h 288"/>
                  <a:gd name="T2" fmla="*/ 2147483647 w 360"/>
                  <a:gd name="T3" fmla="*/ 2147483647 h 288"/>
                  <a:gd name="T4" fmla="*/ 2147483647 w 360"/>
                  <a:gd name="T5" fmla="*/ 2147483647 h 288"/>
                  <a:gd name="T6" fmla="*/ 2147483647 w 360"/>
                  <a:gd name="T7" fmla="*/ 2147483647 h 288"/>
                  <a:gd name="T8" fmla="*/ 2147483647 w 360"/>
                  <a:gd name="T9" fmla="*/ 2147483647 h 288"/>
                  <a:gd name="T10" fmla="*/ 2147483647 w 360"/>
                  <a:gd name="T11" fmla="*/ 2147483647 h 288"/>
                  <a:gd name="T12" fmla="*/ 2147483647 w 360"/>
                  <a:gd name="T13" fmla="*/ 2147483647 h 288"/>
                  <a:gd name="T14" fmla="*/ 2147483647 w 360"/>
                  <a:gd name="T15" fmla="*/ 2147483647 h 288"/>
                  <a:gd name="T16" fmla="*/ 2147483647 w 360"/>
                  <a:gd name="T17" fmla="*/ 2147483647 h 288"/>
                  <a:gd name="T18" fmla="*/ 2147483647 w 360"/>
                  <a:gd name="T19" fmla="*/ 2147483647 h 288"/>
                  <a:gd name="T20" fmla="*/ 2147483647 w 360"/>
                  <a:gd name="T21" fmla="*/ 2147483647 h 288"/>
                  <a:gd name="T22" fmla="*/ 2147483647 w 360"/>
                  <a:gd name="T23" fmla="*/ 2147483647 h 288"/>
                  <a:gd name="T24" fmla="*/ 2147483647 w 360"/>
                  <a:gd name="T25" fmla="*/ 2147483647 h 288"/>
                  <a:gd name="T26" fmla="*/ 2147483647 w 360"/>
                  <a:gd name="T27" fmla="*/ 0 h 288"/>
                  <a:gd name="T28" fmla="*/ 2147483647 w 360"/>
                  <a:gd name="T29" fmla="*/ 2147483647 h 288"/>
                  <a:gd name="T30" fmla="*/ 2147483647 w 360"/>
                  <a:gd name="T31" fmla="*/ 2147483647 h 288"/>
                  <a:gd name="T32" fmla="*/ 2147483647 w 360"/>
                  <a:gd name="T33" fmla="*/ 2147483647 h 288"/>
                  <a:gd name="T34" fmla="*/ 2147483647 w 360"/>
                  <a:gd name="T35" fmla="*/ 2147483647 h 288"/>
                  <a:gd name="T36" fmla="*/ 2147483647 w 360"/>
                  <a:gd name="T37" fmla="*/ 2147483647 h 288"/>
                  <a:gd name="T38" fmla="*/ 2147483647 w 360"/>
                  <a:gd name="T39" fmla="*/ 0 h 288"/>
                  <a:gd name="T40" fmla="*/ 2147483647 w 360"/>
                  <a:gd name="T41" fmla="*/ 2147483647 h 288"/>
                  <a:gd name="T42" fmla="*/ 2147483647 w 360"/>
                  <a:gd name="T43" fmla="*/ 2147483647 h 288"/>
                  <a:gd name="T44" fmla="*/ 2147483647 w 360"/>
                  <a:gd name="T45" fmla="*/ 2147483647 h 288"/>
                  <a:gd name="T46" fmla="*/ 2147483647 w 360"/>
                  <a:gd name="T47" fmla="*/ 2147483647 h 288"/>
                  <a:gd name="T48" fmla="*/ 2147483647 w 360"/>
                  <a:gd name="T49" fmla="*/ 2147483647 h 288"/>
                  <a:gd name="T50" fmla="*/ 2147483647 w 360"/>
                  <a:gd name="T51" fmla="*/ 2147483647 h 288"/>
                  <a:gd name="T52" fmla="*/ 2147483647 w 360"/>
                  <a:gd name="T53" fmla="*/ 2147483647 h 288"/>
                  <a:gd name="T54" fmla="*/ 0 w 360"/>
                  <a:gd name="T55" fmla="*/ 2147483647 h 288"/>
                  <a:gd name="T56" fmla="*/ 2147483647 w 360"/>
                  <a:gd name="T57" fmla="*/ 2147483647 h 288"/>
                  <a:gd name="T58" fmla="*/ 2147483647 w 360"/>
                  <a:gd name="T59" fmla="*/ 2147483647 h 288"/>
                  <a:gd name="T60" fmla="*/ 2147483647 w 360"/>
                  <a:gd name="T61" fmla="*/ 2147483647 h 288"/>
                  <a:gd name="T62" fmla="*/ 2147483647 w 360"/>
                  <a:gd name="T63" fmla="*/ 2147483647 h 288"/>
                  <a:gd name="T64" fmla="*/ 2147483647 w 360"/>
                  <a:gd name="T65" fmla="*/ 2147483647 h 288"/>
                  <a:gd name="T66" fmla="*/ 2147483647 w 360"/>
                  <a:gd name="T67" fmla="*/ 2147483647 h 288"/>
                  <a:gd name="T68" fmla="*/ 2147483647 w 360"/>
                  <a:gd name="T69" fmla="*/ 2147483647 h 288"/>
                  <a:gd name="T70" fmla="*/ 2147483647 w 360"/>
                  <a:gd name="T71" fmla="*/ 2147483647 h 288"/>
                  <a:gd name="T72" fmla="*/ 2147483647 w 360"/>
                  <a:gd name="T73" fmla="*/ 2147483647 h 288"/>
                  <a:gd name="T74" fmla="*/ 2147483647 w 360"/>
                  <a:gd name="T75" fmla="*/ 2147483647 h 288"/>
                  <a:gd name="T76" fmla="*/ 2147483647 w 360"/>
                  <a:gd name="T77" fmla="*/ 2147483647 h 288"/>
                  <a:gd name="T78" fmla="*/ 2147483647 w 360"/>
                  <a:gd name="T79" fmla="*/ 2147483647 h 288"/>
                  <a:gd name="T80" fmla="*/ 2147483647 w 360"/>
                  <a:gd name="T81" fmla="*/ 2147483647 h 288"/>
                  <a:gd name="T82" fmla="*/ 2147483647 w 360"/>
                  <a:gd name="T83" fmla="*/ 2147483647 h 288"/>
                  <a:gd name="T84" fmla="*/ 2147483647 w 360"/>
                  <a:gd name="T85" fmla="*/ 2147483647 h 288"/>
                  <a:gd name="T86" fmla="*/ 2147483647 w 360"/>
                  <a:gd name="T87" fmla="*/ 2147483647 h 288"/>
                  <a:gd name="T88" fmla="*/ 2147483647 w 360"/>
                  <a:gd name="T89" fmla="*/ 2147483647 h 288"/>
                  <a:gd name="T90" fmla="*/ 2147483647 w 360"/>
                  <a:gd name="T91" fmla="*/ 2147483647 h 288"/>
                  <a:gd name="T92" fmla="*/ 2147483647 w 360"/>
                  <a:gd name="T93" fmla="*/ 2147483647 h 288"/>
                  <a:gd name="T94" fmla="*/ 2147483647 w 360"/>
                  <a:gd name="T95" fmla="*/ 2147483647 h 288"/>
                  <a:gd name="T96" fmla="*/ 2147483647 w 360"/>
                  <a:gd name="T97" fmla="*/ 2147483647 h 288"/>
                  <a:gd name="T98" fmla="*/ 2147483647 w 360"/>
                  <a:gd name="T99" fmla="*/ 2147483647 h 288"/>
                  <a:gd name="T100" fmla="*/ 2147483647 w 360"/>
                  <a:gd name="T101" fmla="*/ 2147483647 h 288"/>
                  <a:gd name="T102" fmla="*/ 2147483647 w 360"/>
                  <a:gd name="T103" fmla="*/ 2147483647 h 288"/>
                  <a:gd name="T104" fmla="*/ 2147483647 w 360"/>
                  <a:gd name="T105" fmla="*/ 2147483647 h 288"/>
                  <a:gd name="T106" fmla="*/ 2147483647 w 360"/>
                  <a:gd name="T107" fmla="*/ 2147483647 h 288"/>
                  <a:gd name="T108" fmla="*/ 2147483647 w 360"/>
                  <a:gd name="T109" fmla="*/ 2147483647 h 288"/>
                  <a:gd name="T110" fmla="*/ 2147483647 w 360"/>
                  <a:gd name="T111" fmla="*/ 2147483647 h 288"/>
                  <a:gd name="T112" fmla="*/ 2147483647 w 360"/>
                  <a:gd name="T113" fmla="*/ 2147483647 h 288"/>
                  <a:gd name="T114" fmla="*/ 2147483647 w 360"/>
                  <a:gd name="T115" fmla="*/ 2147483647 h 288"/>
                  <a:gd name="T116" fmla="*/ 2147483647 w 360"/>
                  <a:gd name="T117" fmla="*/ 2147483647 h 288"/>
                  <a:gd name="T118" fmla="*/ 2147483647 w 360"/>
                  <a:gd name="T119" fmla="*/ 2147483647 h 288"/>
                  <a:gd name="T120" fmla="*/ 2147483647 w 360"/>
                  <a:gd name="T121" fmla="*/ 2147483647 h 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60"/>
                  <a:gd name="T184" fmla="*/ 0 h 288"/>
                  <a:gd name="T185" fmla="*/ 360 w 360"/>
                  <a:gd name="T186" fmla="*/ 288 h 2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60" h="288">
                    <a:moveTo>
                      <a:pt x="66" y="186"/>
                    </a:moveTo>
                    <a:lnTo>
                      <a:pt x="36" y="186"/>
                    </a:lnTo>
                    <a:lnTo>
                      <a:pt x="24" y="174"/>
                    </a:lnTo>
                    <a:lnTo>
                      <a:pt x="6" y="174"/>
                    </a:lnTo>
                    <a:lnTo>
                      <a:pt x="12" y="186"/>
                    </a:lnTo>
                    <a:lnTo>
                      <a:pt x="12" y="192"/>
                    </a:lnTo>
                    <a:lnTo>
                      <a:pt x="18" y="204"/>
                    </a:lnTo>
                    <a:lnTo>
                      <a:pt x="36" y="222"/>
                    </a:lnTo>
                    <a:lnTo>
                      <a:pt x="48" y="228"/>
                    </a:lnTo>
                    <a:lnTo>
                      <a:pt x="84" y="240"/>
                    </a:lnTo>
                    <a:lnTo>
                      <a:pt x="90" y="240"/>
                    </a:lnTo>
                    <a:lnTo>
                      <a:pt x="84" y="234"/>
                    </a:lnTo>
                    <a:lnTo>
                      <a:pt x="84" y="222"/>
                    </a:lnTo>
                    <a:lnTo>
                      <a:pt x="78" y="216"/>
                    </a:lnTo>
                    <a:lnTo>
                      <a:pt x="78" y="204"/>
                    </a:lnTo>
                    <a:lnTo>
                      <a:pt x="72" y="198"/>
                    </a:lnTo>
                    <a:lnTo>
                      <a:pt x="72" y="186"/>
                    </a:lnTo>
                    <a:lnTo>
                      <a:pt x="66" y="186"/>
                    </a:lnTo>
                    <a:close/>
                    <a:moveTo>
                      <a:pt x="354" y="108"/>
                    </a:moveTo>
                    <a:lnTo>
                      <a:pt x="348" y="102"/>
                    </a:lnTo>
                    <a:lnTo>
                      <a:pt x="330" y="102"/>
                    </a:lnTo>
                    <a:lnTo>
                      <a:pt x="318" y="108"/>
                    </a:lnTo>
                    <a:lnTo>
                      <a:pt x="306" y="108"/>
                    </a:lnTo>
                    <a:lnTo>
                      <a:pt x="288" y="90"/>
                    </a:lnTo>
                    <a:lnTo>
                      <a:pt x="288" y="84"/>
                    </a:lnTo>
                    <a:lnTo>
                      <a:pt x="264" y="54"/>
                    </a:lnTo>
                    <a:lnTo>
                      <a:pt x="264" y="42"/>
                    </a:lnTo>
                    <a:lnTo>
                      <a:pt x="216" y="0"/>
                    </a:lnTo>
                    <a:lnTo>
                      <a:pt x="216" y="30"/>
                    </a:lnTo>
                    <a:lnTo>
                      <a:pt x="210" y="36"/>
                    </a:lnTo>
                    <a:lnTo>
                      <a:pt x="192" y="36"/>
                    </a:lnTo>
                    <a:lnTo>
                      <a:pt x="192" y="48"/>
                    </a:lnTo>
                    <a:lnTo>
                      <a:pt x="186" y="54"/>
                    </a:lnTo>
                    <a:lnTo>
                      <a:pt x="162" y="54"/>
                    </a:lnTo>
                    <a:lnTo>
                      <a:pt x="156" y="48"/>
                    </a:lnTo>
                    <a:lnTo>
                      <a:pt x="144" y="42"/>
                    </a:lnTo>
                    <a:lnTo>
                      <a:pt x="138" y="30"/>
                    </a:lnTo>
                    <a:lnTo>
                      <a:pt x="120" y="12"/>
                    </a:lnTo>
                    <a:lnTo>
                      <a:pt x="84" y="0"/>
                    </a:lnTo>
                    <a:lnTo>
                      <a:pt x="72" y="0"/>
                    </a:lnTo>
                    <a:lnTo>
                      <a:pt x="60" y="12"/>
                    </a:lnTo>
                    <a:lnTo>
                      <a:pt x="78" y="30"/>
                    </a:lnTo>
                    <a:lnTo>
                      <a:pt x="84" y="30"/>
                    </a:lnTo>
                    <a:lnTo>
                      <a:pt x="90" y="36"/>
                    </a:lnTo>
                    <a:lnTo>
                      <a:pt x="96" y="48"/>
                    </a:lnTo>
                    <a:lnTo>
                      <a:pt x="102" y="54"/>
                    </a:lnTo>
                    <a:lnTo>
                      <a:pt x="108" y="66"/>
                    </a:lnTo>
                    <a:lnTo>
                      <a:pt x="102" y="72"/>
                    </a:lnTo>
                    <a:lnTo>
                      <a:pt x="84" y="54"/>
                    </a:lnTo>
                    <a:lnTo>
                      <a:pt x="72" y="54"/>
                    </a:lnTo>
                    <a:lnTo>
                      <a:pt x="60" y="60"/>
                    </a:lnTo>
                    <a:lnTo>
                      <a:pt x="42" y="42"/>
                    </a:lnTo>
                    <a:lnTo>
                      <a:pt x="42" y="36"/>
                    </a:lnTo>
                    <a:lnTo>
                      <a:pt x="36" y="30"/>
                    </a:lnTo>
                    <a:lnTo>
                      <a:pt x="12" y="30"/>
                    </a:lnTo>
                    <a:lnTo>
                      <a:pt x="0" y="42"/>
                    </a:lnTo>
                    <a:lnTo>
                      <a:pt x="0" y="48"/>
                    </a:lnTo>
                    <a:lnTo>
                      <a:pt x="6" y="48"/>
                    </a:lnTo>
                    <a:lnTo>
                      <a:pt x="12" y="54"/>
                    </a:lnTo>
                    <a:lnTo>
                      <a:pt x="12" y="66"/>
                    </a:lnTo>
                    <a:lnTo>
                      <a:pt x="30" y="66"/>
                    </a:lnTo>
                    <a:lnTo>
                      <a:pt x="36" y="72"/>
                    </a:lnTo>
                    <a:lnTo>
                      <a:pt x="36" y="96"/>
                    </a:lnTo>
                    <a:lnTo>
                      <a:pt x="30" y="102"/>
                    </a:lnTo>
                    <a:lnTo>
                      <a:pt x="36" y="102"/>
                    </a:lnTo>
                    <a:lnTo>
                      <a:pt x="42" y="108"/>
                    </a:lnTo>
                    <a:lnTo>
                      <a:pt x="66" y="120"/>
                    </a:lnTo>
                    <a:lnTo>
                      <a:pt x="72" y="126"/>
                    </a:lnTo>
                    <a:lnTo>
                      <a:pt x="72" y="132"/>
                    </a:lnTo>
                    <a:lnTo>
                      <a:pt x="54" y="150"/>
                    </a:lnTo>
                    <a:lnTo>
                      <a:pt x="42" y="150"/>
                    </a:lnTo>
                    <a:lnTo>
                      <a:pt x="72" y="162"/>
                    </a:lnTo>
                    <a:lnTo>
                      <a:pt x="84" y="180"/>
                    </a:lnTo>
                    <a:lnTo>
                      <a:pt x="114" y="186"/>
                    </a:lnTo>
                    <a:lnTo>
                      <a:pt x="114" y="198"/>
                    </a:lnTo>
                    <a:lnTo>
                      <a:pt x="120" y="210"/>
                    </a:lnTo>
                    <a:lnTo>
                      <a:pt x="120" y="240"/>
                    </a:lnTo>
                    <a:lnTo>
                      <a:pt x="132" y="240"/>
                    </a:lnTo>
                    <a:lnTo>
                      <a:pt x="138" y="228"/>
                    </a:lnTo>
                    <a:lnTo>
                      <a:pt x="144" y="222"/>
                    </a:lnTo>
                    <a:lnTo>
                      <a:pt x="144" y="216"/>
                    </a:lnTo>
                    <a:lnTo>
                      <a:pt x="156" y="204"/>
                    </a:lnTo>
                    <a:lnTo>
                      <a:pt x="174" y="192"/>
                    </a:lnTo>
                    <a:lnTo>
                      <a:pt x="186" y="186"/>
                    </a:lnTo>
                    <a:lnTo>
                      <a:pt x="198" y="174"/>
                    </a:lnTo>
                    <a:lnTo>
                      <a:pt x="210" y="168"/>
                    </a:lnTo>
                    <a:lnTo>
                      <a:pt x="222" y="168"/>
                    </a:lnTo>
                    <a:lnTo>
                      <a:pt x="228" y="180"/>
                    </a:lnTo>
                    <a:lnTo>
                      <a:pt x="234" y="186"/>
                    </a:lnTo>
                    <a:lnTo>
                      <a:pt x="234" y="204"/>
                    </a:lnTo>
                    <a:lnTo>
                      <a:pt x="228" y="210"/>
                    </a:lnTo>
                    <a:lnTo>
                      <a:pt x="228" y="222"/>
                    </a:lnTo>
                    <a:lnTo>
                      <a:pt x="234" y="222"/>
                    </a:lnTo>
                    <a:lnTo>
                      <a:pt x="240" y="228"/>
                    </a:lnTo>
                    <a:lnTo>
                      <a:pt x="240" y="234"/>
                    </a:lnTo>
                    <a:lnTo>
                      <a:pt x="234" y="240"/>
                    </a:lnTo>
                    <a:lnTo>
                      <a:pt x="222" y="240"/>
                    </a:lnTo>
                    <a:lnTo>
                      <a:pt x="222" y="246"/>
                    </a:lnTo>
                    <a:lnTo>
                      <a:pt x="234" y="258"/>
                    </a:lnTo>
                    <a:lnTo>
                      <a:pt x="246" y="264"/>
                    </a:lnTo>
                    <a:lnTo>
                      <a:pt x="252" y="270"/>
                    </a:lnTo>
                    <a:lnTo>
                      <a:pt x="258" y="270"/>
                    </a:lnTo>
                    <a:lnTo>
                      <a:pt x="264" y="276"/>
                    </a:lnTo>
                    <a:lnTo>
                      <a:pt x="264" y="282"/>
                    </a:lnTo>
                    <a:lnTo>
                      <a:pt x="282" y="282"/>
                    </a:lnTo>
                    <a:lnTo>
                      <a:pt x="282" y="288"/>
                    </a:lnTo>
                    <a:lnTo>
                      <a:pt x="288" y="282"/>
                    </a:lnTo>
                    <a:lnTo>
                      <a:pt x="288" y="258"/>
                    </a:lnTo>
                    <a:lnTo>
                      <a:pt x="282" y="252"/>
                    </a:lnTo>
                    <a:lnTo>
                      <a:pt x="276" y="252"/>
                    </a:lnTo>
                    <a:lnTo>
                      <a:pt x="270" y="246"/>
                    </a:lnTo>
                    <a:lnTo>
                      <a:pt x="288" y="240"/>
                    </a:lnTo>
                    <a:lnTo>
                      <a:pt x="288" y="210"/>
                    </a:lnTo>
                    <a:lnTo>
                      <a:pt x="300" y="222"/>
                    </a:lnTo>
                    <a:lnTo>
                      <a:pt x="306" y="222"/>
                    </a:lnTo>
                    <a:lnTo>
                      <a:pt x="318" y="210"/>
                    </a:lnTo>
                    <a:lnTo>
                      <a:pt x="300" y="192"/>
                    </a:lnTo>
                    <a:lnTo>
                      <a:pt x="300" y="138"/>
                    </a:lnTo>
                    <a:lnTo>
                      <a:pt x="318" y="138"/>
                    </a:lnTo>
                    <a:lnTo>
                      <a:pt x="330" y="126"/>
                    </a:lnTo>
                    <a:lnTo>
                      <a:pt x="360" y="132"/>
                    </a:lnTo>
                    <a:lnTo>
                      <a:pt x="360" y="120"/>
                    </a:lnTo>
                    <a:lnTo>
                      <a:pt x="354" y="1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18" name="Afghanistan" descr="© INSCALE GmbH, 05.05.2010&#10;http://www.presentationload.com/">
                <a:extLst>
                  <a:ext uri="{FF2B5EF4-FFF2-40B4-BE49-F238E27FC236}">
                    <a16:creationId xmlns:a16="http://schemas.microsoft.com/office/drawing/2014/main" id="{EB345B1A-6D2A-8B4A-B40E-3F4239EFA53A}"/>
                  </a:ext>
                </a:extLst>
              </p:cNvPr>
              <p:cNvSpPr>
                <a:spLocks/>
              </p:cNvSpPr>
              <p:nvPr/>
            </p:nvSpPr>
            <p:spPr bwMode="gray">
              <a:xfrm>
                <a:off x="7450367" y="2836650"/>
                <a:ext cx="381325" cy="310648"/>
              </a:xfrm>
              <a:custGeom>
                <a:avLst/>
                <a:gdLst>
                  <a:gd name="T0" fmla="*/ 2147483647 w 906"/>
                  <a:gd name="T1" fmla="*/ 2147483647 h 738"/>
                  <a:gd name="T2" fmla="*/ 2147483647 w 906"/>
                  <a:gd name="T3" fmla="*/ 2147483647 h 738"/>
                  <a:gd name="T4" fmla="*/ 2147483647 w 906"/>
                  <a:gd name="T5" fmla="*/ 2147483647 h 738"/>
                  <a:gd name="T6" fmla="*/ 2147483647 w 906"/>
                  <a:gd name="T7" fmla="*/ 2147483647 h 738"/>
                  <a:gd name="T8" fmla="*/ 2147483647 w 906"/>
                  <a:gd name="T9" fmla="*/ 2147483647 h 738"/>
                  <a:gd name="T10" fmla="*/ 2147483647 w 906"/>
                  <a:gd name="T11" fmla="*/ 0 h 738"/>
                  <a:gd name="T12" fmla="*/ 2147483647 w 906"/>
                  <a:gd name="T13" fmla="*/ 2147483647 h 738"/>
                  <a:gd name="T14" fmla="*/ 2147483647 w 906"/>
                  <a:gd name="T15" fmla="*/ 2147483647 h 738"/>
                  <a:gd name="T16" fmla="*/ 2147483647 w 906"/>
                  <a:gd name="T17" fmla="*/ 2147483647 h 738"/>
                  <a:gd name="T18" fmla="*/ 2147483647 w 906"/>
                  <a:gd name="T19" fmla="*/ 2147483647 h 738"/>
                  <a:gd name="T20" fmla="*/ 2147483647 w 906"/>
                  <a:gd name="T21" fmla="*/ 2147483647 h 738"/>
                  <a:gd name="T22" fmla="*/ 2147483647 w 906"/>
                  <a:gd name="T23" fmla="*/ 2147483647 h 738"/>
                  <a:gd name="T24" fmla="*/ 2147483647 w 906"/>
                  <a:gd name="T25" fmla="*/ 2147483647 h 738"/>
                  <a:gd name="T26" fmla="*/ 2147483647 w 906"/>
                  <a:gd name="T27" fmla="*/ 2147483647 h 738"/>
                  <a:gd name="T28" fmla="*/ 2147483647 w 906"/>
                  <a:gd name="T29" fmla="*/ 2147483647 h 738"/>
                  <a:gd name="T30" fmla="*/ 2147483647 w 906"/>
                  <a:gd name="T31" fmla="*/ 2147483647 h 738"/>
                  <a:gd name="T32" fmla="*/ 2147483647 w 906"/>
                  <a:gd name="T33" fmla="*/ 2147483647 h 738"/>
                  <a:gd name="T34" fmla="*/ 2147483647 w 906"/>
                  <a:gd name="T35" fmla="*/ 2147483647 h 738"/>
                  <a:gd name="T36" fmla="*/ 2147483647 w 906"/>
                  <a:gd name="T37" fmla="*/ 2147483647 h 738"/>
                  <a:gd name="T38" fmla="*/ 2147483647 w 906"/>
                  <a:gd name="T39" fmla="*/ 2147483647 h 738"/>
                  <a:gd name="T40" fmla="*/ 2147483647 w 906"/>
                  <a:gd name="T41" fmla="*/ 2147483647 h 738"/>
                  <a:gd name="T42" fmla="*/ 2147483647 w 906"/>
                  <a:gd name="T43" fmla="*/ 2147483647 h 738"/>
                  <a:gd name="T44" fmla="*/ 2147483647 w 906"/>
                  <a:gd name="T45" fmla="*/ 2147483647 h 738"/>
                  <a:gd name="T46" fmla="*/ 0 w 906"/>
                  <a:gd name="T47" fmla="*/ 2147483647 h 738"/>
                  <a:gd name="T48" fmla="*/ 2147483647 w 906"/>
                  <a:gd name="T49" fmla="*/ 2147483647 h 738"/>
                  <a:gd name="T50" fmla="*/ 2147483647 w 906"/>
                  <a:gd name="T51" fmla="*/ 2147483647 h 738"/>
                  <a:gd name="T52" fmla="*/ 2147483647 w 906"/>
                  <a:gd name="T53" fmla="*/ 2147483647 h 738"/>
                  <a:gd name="T54" fmla="*/ 2147483647 w 906"/>
                  <a:gd name="T55" fmla="*/ 2147483647 h 738"/>
                  <a:gd name="T56" fmla="*/ 2147483647 w 906"/>
                  <a:gd name="T57" fmla="*/ 2147483647 h 738"/>
                  <a:gd name="T58" fmla="*/ 2147483647 w 906"/>
                  <a:gd name="T59" fmla="*/ 2147483647 h 738"/>
                  <a:gd name="T60" fmla="*/ 2147483647 w 906"/>
                  <a:gd name="T61" fmla="*/ 2147483647 h 738"/>
                  <a:gd name="T62" fmla="*/ 2147483647 w 906"/>
                  <a:gd name="T63" fmla="*/ 2147483647 h 738"/>
                  <a:gd name="T64" fmla="*/ 2147483647 w 906"/>
                  <a:gd name="T65" fmla="*/ 2147483647 h 738"/>
                  <a:gd name="T66" fmla="*/ 2147483647 w 906"/>
                  <a:gd name="T67" fmla="*/ 2147483647 h 738"/>
                  <a:gd name="T68" fmla="*/ 2147483647 w 906"/>
                  <a:gd name="T69" fmla="*/ 2147483647 h 738"/>
                  <a:gd name="T70" fmla="*/ 2147483647 w 906"/>
                  <a:gd name="T71" fmla="*/ 2147483647 h 738"/>
                  <a:gd name="T72" fmla="*/ 2147483647 w 906"/>
                  <a:gd name="T73" fmla="*/ 2147483647 h 738"/>
                  <a:gd name="T74" fmla="*/ 2147483647 w 906"/>
                  <a:gd name="T75" fmla="*/ 2147483647 h 738"/>
                  <a:gd name="T76" fmla="*/ 2147483647 w 906"/>
                  <a:gd name="T77" fmla="*/ 2147483647 h 738"/>
                  <a:gd name="T78" fmla="*/ 2147483647 w 906"/>
                  <a:gd name="T79" fmla="*/ 2147483647 h 738"/>
                  <a:gd name="T80" fmla="*/ 2147483647 w 906"/>
                  <a:gd name="T81" fmla="*/ 2147483647 h 738"/>
                  <a:gd name="T82" fmla="*/ 2147483647 w 906"/>
                  <a:gd name="T83" fmla="*/ 2147483647 h 738"/>
                  <a:gd name="T84" fmla="*/ 2147483647 w 906"/>
                  <a:gd name="T85" fmla="*/ 2147483647 h 738"/>
                  <a:gd name="T86" fmla="*/ 2147483647 w 906"/>
                  <a:gd name="T87" fmla="*/ 2147483647 h 738"/>
                  <a:gd name="T88" fmla="*/ 2147483647 w 906"/>
                  <a:gd name="T89" fmla="*/ 2147483647 h 738"/>
                  <a:gd name="T90" fmla="*/ 2147483647 w 906"/>
                  <a:gd name="T91" fmla="*/ 2147483647 h 738"/>
                  <a:gd name="T92" fmla="*/ 2147483647 w 906"/>
                  <a:gd name="T93" fmla="*/ 2147483647 h 738"/>
                  <a:gd name="T94" fmla="*/ 2147483647 w 906"/>
                  <a:gd name="T95" fmla="*/ 2147483647 h 738"/>
                  <a:gd name="T96" fmla="*/ 2147483647 w 906"/>
                  <a:gd name="T97" fmla="*/ 2147483647 h 738"/>
                  <a:gd name="T98" fmla="*/ 2147483647 w 906"/>
                  <a:gd name="T99" fmla="*/ 2147483647 h 738"/>
                  <a:gd name="T100" fmla="*/ 2147483647 w 906"/>
                  <a:gd name="T101" fmla="*/ 2147483647 h 738"/>
                  <a:gd name="T102" fmla="*/ 2147483647 w 906"/>
                  <a:gd name="T103" fmla="*/ 2147483647 h 738"/>
                  <a:gd name="T104" fmla="*/ 2147483647 w 906"/>
                  <a:gd name="T105" fmla="*/ 2147483647 h 738"/>
                  <a:gd name="T106" fmla="*/ 2147483647 w 906"/>
                  <a:gd name="T107" fmla="*/ 2147483647 h 738"/>
                  <a:gd name="T108" fmla="*/ 2147483647 w 906"/>
                  <a:gd name="T109" fmla="*/ 2147483647 h 7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6"/>
                  <a:gd name="T166" fmla="*/ 0 h 738"/>
                  <a:gd name="T167" fmla="*/ 906 w 906"/>
                  <a:gd name="T168" fmla="*/ 738 h 73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6" h="738">
                    <a:moveTo>
                      <a:pt x="894" y="108"/>
                    </a:moveTo>
                    <a:lnTo>
                      <a:pt x="894" y="96"/>
                    </a:lnTo>
                    <a:lnTo>
                      <a:pt x="906" y="96"/>
                    </a:lnTo>
                    <a:lnTo>
                      <a:pt x="900" y="90"/>
                    </a:lnTo>
                    <a:lnTo>
                      <a:pt x="876" y="90"/>
                    </a:lnTo>
                    <a:lnTo>
                      <a:pt x="840" y="102"/>
                    </a:lnTo>
                    <a:lnTo>
                      <a:pt x="840" y="84"/>
                    </a:lnTo>
                    <a:lnTo>
                      <a:pt x="816" y="84"/>
                    </a:lnTo>
                    <a:lnTo>
                      <a:pt x="792" y="96"/>
                    </a:lnTo>
                    <a:lnTo>
                      <a:pt x="786" y="102"/>
                    </a:lnTo>
                    <a:lnTo>
                      <a:pt x="780" y="114"/>
                    </a:lnTo>
                    <a:lnTo>
                      <a:pt x="774" y="120"/>
                    </a:lnTo>
                    <a:lnTo>
                      <a:pt x="756" y="120"/>
                    </a:lnTo>
                    <a:lnTo>
                      <a:pt x="750" y="126"/>
                    </a:lnTo>
                    <a:lnTo>
                      <a:pt x="744" y="138"/>
                    </a:lnTo>
                    <a:lnTo>
                      <a:pt x="732" y="144"/>
                    </a:lnTo>
                    <a:lnTo>
                      <a:pt x="726" y="150"/>
                    </a:lnTo>
                    <a:lnTo>
                      <a:pt x="720" y="150"/>
                    </a:lnTo>
                    <a:lnTo>
                      <a:pt x="690" y="120"/>
                    </a:lnTo>
                    <a:lnTo>
                      <a:pt x="690" y="114"/>
                    </a:lnTo>
                    <a:lnTo>
                      <a:pt x="678" y="48"/>
                    </a:lnTo>
                    <a:lnTo>
                      <a:pt x="660" y="48"/>
                    </a:lnTo>
                    <a:lnTo>
                      <a:pt x="660" y="18"/>
                    </a:lnTo>
                    <a:lnTo>
                      <a:pt x="642" y="0"/>
                    </a:lnTo>
                    <a:lnTo>
                      <a:pt x="624" y="0"/>
                    </a:lnTo>
                    <a:lnTo>
                      <a:pt x="618" y="6"/>
                    </a:lnTo>
                    <a:lnTo>
                      <a:pt x="618" y="30"/>
                    </a:lnTo>
                    <a:lnTo>
                      <a:pt x="612" y="36"/>
                    </a:lnTo>
                    <a:lnTo>
                      <a:pt x="606" y="36"/>
                    </a:lnTo>
                    <a:lnTo>
                      <a:pt x="594" y="48"/>
                    </a:lnTo>
                    <a:lnTo>
                      <a:pt x="594" y="54"/>
                    </a:lnTo>
                    <a:lnTo>
                      <a:pt x="600" y="60"/>
                    </a:lnTo>
                    <a:lnTo>
                      <a:pt x="606" y="60"/>
                    </a:lnTo>
                    <a:lnTo>
                      <a:pt x="600" y="84"/>
                    </a:lnTo>
                    <a:lnTo>
                      <a:pt x="588" y="72"/>
                    </a:lnTo>
                    <a:lnTo>
                      <a:pt x="570" y="72"/>
                    </a:lnTo>
                    <a:lnTo>
                      <a:pt x="558" y="78"/>
                    </a:lnTo>
                    <a:lnTo>
                      <a:pt x="546" y="90"/>
                    </a:lnTo>
                    <a:lnTo>
                      <a:pt x="546" y="120"/>
                    </a:lnTo>
                    <a:lnTo>
                      <a:pt x="540" y="120"/>
                    </a:lnTo>
                    <a:lnTo>
                      <a:pt x="534" y="114"/>
                    </a:lnTo>
                    <a:lnTo>
                      <a:pt x="528" y="102"/>
                    </a:lnTo>
                    <a:lnTo>
                      <a:pt x="522" y="96"/>
                    </a:lnTo>
                    <a:lnTo>
                      <a:pt x="510" y="96"/>
                    </a:lnTo>
                    <a:lnTo>
                      <a:pt x="504" y="102"/>
                    </a:lnTo>
                    <a:lnTo>
                      <a:pt x="492" y="108"/>
                    </a:lnTo>
                    <a:lnTo>
                      <a:pt x="474" y="126"/>
                    </a:lnTo>
                    <a:lnTo>
                      <a:pt x="468" y="126"/>
                    </a:lnTo>
                    <a:lnTo>
                      <a:pt x="456" y="114"/>
                    </a:lnTo>
                    <a:lnTo>
                      <a:pt x="444" y="108"/>
                    </a:lnTo>
                    <a:lnTo>
                      <a:pt x="438" y="102"/>
                    </a:lnTo>
                    <a:lnTo>
                      <a:pt x="426" y="102"/>
                    </a:lnTo>
                    <a:lnTo>
                      <a:pt x="414" y="108"/>
                    </a:lnTo>
                    <a:lnTo>
                      <a:pt x="396" y="84"/>
                    </a:lnTo>
                    <a:lnTo>
                      <a:pt x="384" y="96"/>
                    </a:lnTo>
                    <a:lnTo>
                      <a:pt x="342" y="96"/>
                    </a:lnTo>
                    <a:lnTo>
                      <a:pt x="330" y="90"/>
                    </a:lnTo>
                    <a:lnTo>
                      <a:pt x="324" y="84"/>
                    </a:lnTo>
                    <a:lnTo>
                      <a:pt x="312" y="78"/>
                    </a:lnTo>
                    <a:lnTo>
                      <a:pt x="300" y="78"/>
                    </a:lnTo>
                    <a:lnTo>
                      <a:pt x="300" y="102"/>
                    </a:lnTo>
                    <a:lnTo>
                      <a:pt x="264" y="102"/>
                    </a:lnTo>
                    <a:lnTo>
                      <a:pt x="252" y="108"/>
                    </a:lnTo>
                    <a:lnTo>
                      <a:pt x="246" y="120"/>
                    </a:lnTo>
                    <a:lnTo>
                      <a:pt x="246" y="180"/>
                    </a:lnTo>
                    <a:lnTo>
                      <a:pt x="234" y="180"/>
                    </a:lnTo>
                    <a:lnTo>
                      <a:pt x="222" y="186"/>
                    </a:lnTo>
                    <a:lnTo>
                      <a:pt x="216" y="198"/>
                    </a:lnTo>
                    <a:lnTo>
                      <a:pt x="180" y="216"/>
                    </a:lnTo>
                    <a:lnTo>
                      <a:pt x="168" y="216"/>
                    </a:lnTo>
                    <a:lnTo>
                      <a:pt x="168" y="228"/>
                    </a:lnTo>
                    <a:lnTo>
                      <a:pt x="156" y="252"/>
                    </a:lnTo>
                    <a:lnTo>
                      <a:pt x="150" y="258"/>
                    </a:lnTo>
                    <a:lnTo>
                      <a:pt x="138" y="264"/>
                    </a:lnTo>
                    <a:lnTo>
                      <a:pt x="114" y="264"/>
                    </a:lnTo>
                    <a:lnTo>
                      <a:pt x="90" y="240"/>
                    </a:lnTo>
                    <a:lnTo>
                      <a:pt x="84" y="240"/>
                    </a:lnTo>
                    <a:lnTo>
                      <a:pt x="78" y="246"/>
                    </a:lnTo>
                    <a:lnTo>
                      <a:pt x="66" y="246"/>
                    </a:lnTo>
                    <a:lnTo>
                      <a:pt x="60" y="240"/>
                    </a:lnTo>
                    <a:lnTo>
                      <a:pt x="48" y="240"/>
                    </a:lnTo>
                    <a:lnTo>
                      <a:pt x="42" y="234"/>
                    </a:lnTo>
                    <a:lnTo>
                      <a:pt x="36" y="240"/>
                    </a:lnTo>
                    <a:lnTo>
                      <a:pt x="30" y="252"/>
                    </a:lnTo>
                    <a:lnTo>
                      <a:pt x="30" y="258"/>
                    </a:lnTo>
                    <a:lnTo>
                      <a:pt x="36" y="270"/>
                    </a:lnTo>
                    <a:lnTo>
                      <a:pt x="36" y="294"/>
                    </a:lnTo>
                    <a:lnTo>
                      <a:pt x="42" y="300"/>
                    </a:lnTo>
                    <a:lnTo>
                      <a:pt x="42" y="306"/>
                    </a:lnTo>
                    <a:lnTo>
                      <a:pt x="18" y="312"/>
                    </a:lnTo>
                    <a:lnTo>
                      <a:pt x="30" y="330"/>
                    </a:lnTo>
                    <a:lnTo>
                      <a:pt x="24" y="330"/>
                    </a:lnTo>
                    <a:lnTo>
                      <a:pt x="18" y="336"/>
                    </a:lnTo>
                    <a:lnTo>
                      <a:pt x="6" y="342"/>
                    </a:lnTo>
                    <a:lnTo>
                      <a:pt x="0" y="348"/>
                    </a:lnTo>
                    <a:lnTo>
                      <a:pt x="0" y="354"/>
                    </a:lnTo>
                    <a:lnTo>
                      <a:pt x="12" y="366"/>
                    </a:lnTo>
                    <a:lnTo>
                      <a:pt x="12" y="396"/>
                    </a:lnTo>
                    <a:lnTo>
                      <a:pt x="36" y="396"/>
                    </a:lnTo>
                    <a:lnTo>
                      <a:pt x="42" y="402"/>
                    </a:lnTo>
                    <a:lnTo>
                      <a:pt x="42" y="408"/>
                    </a:lnTo>
                    <a:lnTo>
                      <a:pt x="24" y="426"/>
                    </a:lnTo>
                    <a:lnTo>
                      <a:pt x="18" y="438"/>
                    </a:lnTo>
                    <a:lnTo>
                      <a:pt x="30" y="462"/>
                    </a:lnTo>
                    <a:lnTo>
                      <a:pt x="42" y="480"/>
                    </a:lnTo>
                    <a:lnTo>
                      <a:pt x="54" y="504"/>
                    </a:lnTo>
                    <a:lnTo>
                      <a:pt x="60" y="510"/>
                    </a:lnTo>
                    <a:lnTo>
                      <a:pt x="60" y="564"/>
                    </a:lnTo>
                    <a:lnTo>
                      <a:pt x="66" y="570"/>
                    </a:lnTo>
                    <a:lnTo>
                      <a:pt x="72" y="570"/>
                    </a:lnTo>
                    <a:lnTo>
                      <a:pt x="84" y="576"/>
                    </a:lnTo>
                    <a:lnTo>
                      <a:pt x="120" y="576"/>
                    </a:lnTo>
                    <a:lnTo>
                      <a:pt x="126" y="582"/>
                    </a:lnTo>
                    <a:lnTo>
                      <a:pt x="138" y="606"/>
                    </a:lnTo>
                    <a:lnTo>
                      <a:pt x="114" y="654"/>
                    </a:lnTo>
                    <a:lnTo>
                      <a:pt x="108" y="660"/>
                    </a:lnTo>
                    <a:lnTo>
                      <a:pt x="102" y="672"/>
                    </a:lnTo>
                    <a:lnTo>
                      <a:pt x="84" y="690"/>
                    </a:lnTo>
                    <a:lnTo>
                      <a:pt x="84" y="702"/>
                    </a:lnTo>
                    <a:lnTo>
                      <a:pt x="120" y="702"/>
                    </a:lnTo>
                    <a:lnTo>
                      <a:pt x="132" y="708"/>
                    </a:lnTo>
                    <a:lnTo>
                      <a:pt x="150" y="720"/>
                    </a:lnTo>
                    <a:lnTo>
                      <a:pt x="168" y="726"/>
                    </a:lnTo>
                    <a:lnTo>
                      <a:pt x="192" y="738"/>
                    </a:lnTo>
                    <a:lnTo>
                      <a:pt x="210" y="738"/>
                    </a:lnTo>
                    <a:lnTo>
                      <a:pt x="228" y="732"/>
                    </a:lnTo>
                    <a:lnTo>
                      <a:pt x="234" y="732"/>
                    </a:lnTo>
                    <a:lnTo>
                      <a:pt x="240" y="726"/>
                    </a:lnTo>
                    <a:lnTo>
                      <a:pt x="294" y="726"/>
                    </a:lnTo>
                    <a:lnTo>
                      <a:pt x="294" y="732"/>
                    </a:lnTo>
                    <a:lnTo>
                      <a:pt x="318" y="732"/>
                    </a:lnTo>
                    <a:lnTo>
                      <a:pt x="324" y="726"/>
                    </a:lnTo>
                    <a:lnTo>
                      <a:pt x="348" y="726"/>
                    </a:lnTo>
                    <a:lnTo>
                      <a:pt x="366" y="720"/>
                    </a:lnTo>
                    <a:lnTo>
                      <a:pt x="396" y="720"/>
                    </a:lnTo>
                    <a:lnTo>
                      <a:pt x="444" y="696"/>
                    </a:lnTo>
                    <a:lnTo>
                      <a:pt x="450" y="696"/>
                    </a:lnTo>
                    <a:lnTo>
                      <a:pt x="456" y="690"/>
                    </a:lnTo>
                    <a:lnTo>
                      <a:pt x="456" y="660"/>
                    </a:lnTo>
                    <a:lnTo>
                      <a:pt x="450" y="654"/>
                    </a:lnTo>
                    <a:lnTo>
                      <a:pt x="450" y="636"/>
                    </a:lnTo>
                    <a:lnTo>
                      <a:pt x="444" y="624"/>
                    </a:lnTo>
                    <a:lnTo>
                      <a:pt x="444" y="606"/>
                    </a:lnTo>
                    <a:lnTo>
                      <a:pt x="450" y="594"/>
                    </a:lnTo>
                    <a:lnTo>
                      <a:pt x="462" y="588"/>
                    </a:lnTo>
                    <a:lnTo>
                      <a:pt x="468" y="576"/>
                    </a:lnTo>
                    <a:lnTo>
                      <a:pt x="486" y="576"/>
                    </a:lnTo>
                    <a:lnTo>
                      <a:pt x="486" y="588"/>
                    </a:lnTo>
                    <a:lnTo>
                      <a:pt x="528" y="588"/>
                    </a:lnTo>
                    <a:lnTo>
                      <a:pt x="534" y="582"/>
                    </a:lnTo>
                    <a:lnTo>
                      <a:pt x="534" y="576"/>
                    </a:lnTo>
                    <a:lnTo>
                      <a:pt x="528" y="570"/>
                    </a:lnTo>
                    <a:lnTo>
                      <a:pt x="522" y="570"/>
                    </a:lnTo>
                    <a:lnTo>
                      <a:pt x="522" y="564"/>
                    </a:lnTo>
                    <a:lnTo>
                      <a:pt x="528" y="558"/>
                    </a:lnTo>
                    <a:lnTo>
                      <a:pt x="534" y="558"/>
                    </a:lnTo>
                    <a:lnTo>
                      <a:pt x="546" y="552"/>
                    </a:lnTo>
                    <a:lnTo>
                      <a:pt x="552" y="546"/>
                    </a:lnTo>
                    <a:lnTo>
                      <a:pt x="564" y="540"/>
                    </a:lnTo>
                    <a:lnTo>
                      <a:pt x="594" y="540"/>
                    </a:lnTo>
                    <a:lnTo>
                      <a:pt x="594" y="552"/>
                    </a:lnTo>
                    <a:lnTo>
                      <a:pt x="600" y="558"/>
                    </a:lnTo>
                    <a:lnTo>
                      <a:pt x="612" y="558"/>
                    </a:lnTo>
                    <a:lnTo>
                      <a:pt x="624" y="552"/>
                    </a:lnTo>
                    <a:lnTo>
                      <a:pt x="630" y="540"/>
                    </a:lnTo>
                    <a:lnTo>
                      <a:pt x="636" y="534"/>
                    </a:lnTo>
                    <a:lnTo>
                      <a:pt x="636" y="528"/>
                    </a:lnTo>
                    <a:lnTo>
                      <a:pt x="630" y="522"/>
                    </a:lnTo>
                    <a:lnTo>
                      <a:pt x="630" y="510"/>
                    </a:lnTo>
                    <a:lnTo>
                      <a:pt x="624" y="498"/>
                    </a:lnTo>
                    <a:lnTo>
                      <a:pt x="624" y="480"/>
                    </a:lnTo>
                    <a:lnTo>
                      <a:pt x="630" y="474"/>
                    </a:lnTo>
                    <a:lnTo>
                      <a:pt x="636" y="474"/>
                    </a:lnTo>
                    <a:lnTo>
                      <a:pt x="636" y="438"/>
                    </a:lnTo>
                    <a:lnTo>
                      <a:pt x="642" y="432"/>
                    </a:lnTo>
                    <a:lnTo>
                      <a:pt x="660" y="432"/>
                    </a:lnTo>
                    <a:lnTo>
                      <a:pt x="690" y="414"/>
                    </a:lnTo>
                    <a:lnTo>
                      <a:pt x="684" y="414"/>
                    </a:lnTo>
                    <a:lnTo>
                      <a:pt x="672" y="408"/>
                    </a:lnTo>
                    <a:lnTo>
                      <a:pt x="672" y="402"/>
                    </a:lnTo>
                    <a:lnTo>
                      <a:pt x="666" y="396"/>
                    </a:lnTo>
                    <a:lnTo>
                      <a:pt x="666" y="390"/>
                    </a:lnTo>
                    <a:lnTo>
                      <a:pt x="654" y="384"/>
                    </a:lnTo>
                    <a:lnTo>
                      <a:pt x="642" y="372"/>
                    </a:lnTo>
                    <a:lnTo>
                      <a:pt x="642" y="360"/>
                    </a:lnTo>
                    <a:lnTo>
                      <a:pt x="660" y="360"/>
                    </a:lnTo>
                    <a:lnTo>
                      <a:pt x="666" y="366"/>
                    </a:lnTo>
                    <a:lnTo>
                      <a:pt x="684" y="372"/>
                    </a:lnTo>
                    <a:lnTo>
                      <a:pt x="690" y="372"/>
                    </a:lnTo>
                    <a:lnTo>
                      <a:pt x="696" y="366"/>
                    </a:lnTo>
                    <a:lnTo>
                      <a:pt x="714" y="366"/>
                    </a:lnTo>
                    <a:lnTo>
                      <a:pt x="714" y="336"/>
                    </a:lnTo>
                    <a:lnTo>
                      <a:pt x="708" y="330"/>
                    </a:lnTo>
                    <a:lnTo>
                      <a:pt x="708" y="318"/>
                    </a:lnTo>
                    <a:lnTo>
                      <a:pt x="714" y="306"/>
                    </a:lnTo>
                    <a:lnTo>
                      <a:pt x="738" y="282"/>
                    </a:lnTo>
                    <a:lnTo>
                      <a:pt x="738" y="276"/>
                    </a:lnTo>
                    <a:lnTo>
                      <a:pt x="732" y="264"/>
                    </a:lnTo>
                    <a:lnTo>
                      <a:pt x="726" y="258"/>
                    </a:lnTo>
                    <a:lnTo>
                      <a:pt x="726" y="228"/>
                    </a:lnTo>
                    <a:lnTo>
                      <a:pt x="696" y="198"/>
                    </a:lnTo>
                    <a:lnTo>
                      <a:pt x="696" y="192"/>
                    </a:lnTo>
                    <a:lnTo>
                      <a:pt x="702" y="186"/>
                    </a:lnTo>
                    <a:lnTo>
                      <a:pt x="708" y="174"/>
                    </a:lnTo>
                    <a:lnTo>
                      <a:pt x="714" y="168"/>
                    </a:lnTo>
                    <a:lnTo>
                      <a:pt x="738" y="156"/>
                    </a:lnTo>
                    <a:lnTo>
                      <a:pt x="744" y="150"/>
                    </a:lnTo>
                    <a:lnTo>
                      <a:pt x="768" y="138"/>
                    </a:lnTo>
                    <a:lnTo>
                      <a:pt x="774" y="138"/>
                    </a:lnTo>
                    <a:lnTo>
                      <a:pt x="780" y="132"/>
                    </a:lnTo>
                    <a:lnTo>
                      <a:pt x="822" y="132"/>
                    </a:lnTo>
                    <a:lnTo>
                      <a:pt x="828" y="126"/>
                    </a:lnTo>
                    <a:lnTo>
                      <a:pt x="852" y="126"/>
                    </a:lnTo>
                    <a:lnTo>
                      <a:pt x="864" y="132"/>
                    </a:lnTo>
                    <a:lnTo>
                      <a:pt x="876" y="132"/>
                    </a:lnTo>
                    <a:lnTo>
                      <a:pt x="882" y="126"/>
                    </a:lnTo>
                    <a:lnTo>
                      <a:pt x="894" y="126"/>
                    </a:lnTo>
                    <a:lnTo>
                      <a:pt x="900" y="120"/>
                    </a:lnTo>
                    <a:lnTo>
                      <a:pt x="894" y="114"/>
                    </a:lnTo>
                    <a:lnTo>
                      <a:pt x="894" y="1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86533449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World_Map">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9182100" cy="605028"/>
          </a:xfrm>
        </p:spPr>
        <p:txBody>
          <a:bodyPr/>
          <a:lstStyle/>
          <a:p>
            <a:r>
              <a:rPr lang="en-US" dirty="0" err="1"/>
              <a:t>Wold</a:t>
            </a:r>
            <a:r>
              <a:rPr lang="en-US" dirty="0"/>
              <a:t> map</a:t>
            </a:r>
          </a:p>
        </p:txBody>
      </p:sp>
      <p:sp>
        <p:nvSpPr>
          <p:cNvPr id="38" name="Text Placeholder">
            <a:extLst>
              <a:ext uri="{FF2B5EF4-FFF2-40B4-BE49-F238E27FC236}">
                <a16:creationId xmlns:a16="http://schemas.microsoft.com/office/drawing/2014/main" id="{A5F148BA-6EA4-4949-8AAF-4C9D1DCAFE42}"/>
              </a:ext>
            </a:extLst>
          </p:cNvPr>
          <p:cNvSpPr>
            <a:spLocks noGrp="1"/>
          </p:cNvSpPr>
          <p:nvPr>
            <p:ph type="body" orient="vert" idx="1"/>
          </p:nvPr>
        </p:nvSpPr>
        <p:spPr>
          <a:xfrm>
            <a:off x="576072" y="1524000"/>
            <a:ext cx="3538728" cy="44958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grpSp>
        <p:nvGrpSpPr>
          <p:cNvPr id="173" name="World Map">
            <a:extLst>
              <a:ext uri="{FF2B5EF4-FFF2-40B4-BE49-F238E27FC236}">
                <a16:creationId xmlns:a16="http://schemas.microsoft.com/office/drawing/2014/main" id="{777A27C0-5939-BC45-B0FF-2F121E7E6AA7}"/>
              </a:ext>
            </a:extLst>
          </p:cNvPr>
          <p:cNvGrpSpPr/>
          <p:nvPr userDrawn="1"/>
        </p:nvGrpSpPr>
        <p:grpSpPr>
          <a:xfrm>
            <a:off x="4190328" y="2075721"/>
            <a:ext cx="7430172" cy="3625310"/>
            <a:chOff x="1470797" y="1498732"/>
            <a:chExt cx="9250406" cy="4513434"/>
          </a:xfrm>
        </p:grpSpPr>
        <p:grpSp>
          <p:nvGrpSpPr>
            <p:cNvPr id="174" name="North America">
              <a:extLst>
                <a:ext uri="{FF2B5EF4-FFF2-40B4-BE49-F238E27FC236}">
                  <a16:creationId xmlns:a16="http://schemas.microsoft.com/office/drawing/2014/main" id="{EE2CFF30-8EC4-3946-BBB7-1F6151A26D02}"/>
                </a:ext>
              </a:extLst>
            </p:cNvPr>
            <p:cNvGrpSpPr/>
            <p:nvPr/>
          </p:nvGrpSpPr>
          <p:grpSpPr>
            <a:xfrm>
              <a:off x="1470797" y="1498732"/>
              <a:ext cx="4146904" cy="2399713"/>
              <a:chOff x="1470797" y="1498732"/>
              <a:chExt cx="4146904" cy="2399713"/>
            </a:xfrm>
          </p:grpSpPr>
          <p:sp>
            <p:nvSpPr>
              <p:cNvPr id="338" name="USA (Alaska)" descr="© INSCALE GmbH, 05.05.2010&#10;http://www.presentationload.com/">
                <a:extLst>
                  <a:ext uri="{FF2B5EF4-FFF2-40B4-BE49-F238E27FC236}">
                    <a16:creationId xmlns:a16="http://schemas.microsoft.com/office/drawing/2014/main" id="{9D927340-FAB4-9A43-8D09-8C832AF57BD8}"/>
                  </a:ext>
                </a:extLst>
              </p:cNvPr>
              <p:cNvSpPr>
                <a:spLocks noEditPoints="1"/>
              </p:cNvSpPr>
              <p:nvPr/>
            </p:nvSpPr>
            <p:spPr bwMode="gray">
              <a:xfrm>
                <a:off x="1470797" y="1801163"/>
                <a:ext cx="1291900" cy="558838"/>
              </a:xfrm>
              <a:custGeom>
                <a:avLst/>
                <a:gdLst>
                  <a:gd name="T0" fmla="*/ 2147483647 w 3072"/>
                  <a:gd name="T1" fmla="*/ 2147483647 h 1332"/>
                  <a:gd name="T2" fmla="*/ 2147483647 w 3072"/>
                  <a:gd name="T3" fmla="*/ 2147483647 h 1332"/>
                  <a:gd name="T4" fmla="*/ 2147483647 w 3072"/>
                  <a:gd name="T5" fmla="*/ 2147483647 h 1332"/>
                  <a:gd name="T6" fmla="*/ 2147483647 w 3072"/>
                  <a:gd name="T7" fmla="*/ 2147483647 h 1332"/>
                  <a:gd name="T8" fmla="*/ 2147483647 w 3072"/>
                  <a:gd name="T9" fmla="*/ 2147483647 h 1332"/>
                  <a:gd name="T10" fmla="*/ 2147483647 w 3072"/>
                  <a:gd name="T11" fmla="*/ 2147483647 h 1332"/>
                  <a:gd name="T12" fmla="*/ 2147483647 w 3072"/>
                  <a:gd name="T13" fmla="*/ 2147483647 h 1332"/>
                  <a:gd name="T14" fmla="*/ 2147483647 w 3072"/>
                  <a:gd name="T15" fmla="*/ 2147483647 h 1332"/>
                  <a:gd name="T16" fmla="*/ 2147483647 w 3072"/>
                  <a:gd name="T17" fmla="*/ 2147483647 h 1332"/>
                  <a:gd name="T18" fmla="*/ 2147483647 w 3072"/>
                  <a:gd name="T19" fmla="*/ 2147483647 h 1332"/>
                  <a:gd name="T20" fmla="*/ 2147483647 w 3072"/>
                  <a:gd name="T21" fmla="*/ 2147483647 h 1332"/>
                  <a:gd name="T22" fmla="*/ 2147483647 w 3072"/>
                  <a:gd name="T23" fmla="*/ 0 h 1332"/>
                  <a:gd name="T24" fmla="*/ 2147483647 w 3072"/>
                  <a:gd name="T25" fmla="*/ 2147483647 h 1332"/>
                  <a:gd name="T26" fmla="*/ 2147483647 w 3072"/>
                  <a:gd name="T27" fmla="*/ 2147483647 h 1332"/>
                  <a:gd name="T28" fmla="*/ 2147483647 w 3072"/>
                  <a:gd name="T29" fmla="*/ 2147483647 h 1332"/>
                  <a:gd name="T30" fmla="*/ 2147483647 w 3072"/>
                  <a:gd name="T31" fmla="*/ 2147483647 h 1332"/>
                  <a:gd name="T32" fmla="*/ 2147483647 w 3072"/>
                  <a:gd name="T33" fmla="*/ 2147483647 h 1332"/>
                  <a:gd name="T34" fmla="*/ 2147483647 w 3072"/>
                  <a:gd name="T35" fmla="*/ 2147483647 h 1332"/>
                  <a:gd name="T36" fmla="*/ 2147483647 w 3072"/>
                  <a:gd name="T37" fmla="*/ 2147483647 h 1332"/>
                  <a:gd name="T38" fmla="*/ 2147483647 w 3072"/>
                  <a:gd name="T39" fmla="*/ 2147483647 h 1332"/>
                  <a:gd name="T40" fmla="*/ 2147483647 w 3072"/>
                  <a:gd name="T41" fmla="*/ 2147483647 h 1332"/>
                  <a:gd name="T42" fmla="*/ 2147483647 w 3072"/>
                  <a:gd name="T43" fmla="*/ 2147483647 h 1332"/>
                  <a:gd name="T44" fmla="*/ 2147483647 w 3072"/>
                  <a:gd name="T45" fmla="*/ 2147483647 h 1332"/>
                  <a:gd name="T46" fmla="*/ 2147483647 w 3072"/>
                  <a:gd name="T47" fmla="*/ 2147483647 h 1332"/>
                  <a:gd name="T48" fmla="*/ 2147483647 w 3072"/>
                  <a:gd name="T49" fmla="*/ 2147483647 h 1332"/>
                  <a:gd name="T50" fmla="*/ 2147483647 w 3072"/>
                  <a:gd name="T51" fmla="*/ 2147483647 h 1332"/>
                  <a:gd name="T52" fmla="*/ 2147483647 w 3072"/>
                  <a:gd name="T53" fmla="*/ 2147483647 h 1332"/>
                  <a:gd name="T54" fmla="*/ 2147483647 w 3072"/>
                  <a:gd name="T55" fmla="*/ 2147483647 h 1332"/>
                  <a:gd name="T56" fmla="*/ 2147483647 w 3072"/>
                  <a:gd name="T57" fmla="*/ 2147483647 h 1332"/>
                  <a:gd name="T58" fmla="*/ 2147483647 w 3072"/>
                  <a:gd name="T59" fmla="*/ 2147483647 h 1332"/>
                  <a:gd name="T60" fmla="*/ 2147483647 w 3072"/>
                  <a:gd name="T61" fmla="*/ 2147483647 h 1332"/>
                  <a:gd name="T62" fmla="*/ 2147483647 w 3072"/>
                  <a:gd name="T63" fmla="*/ 2147483647 h 1332"/>
                  <a:gd name="T64" fmla="*/ 2147483647 w 3072"/>
                  <a:gd name="T65" fmla="*/ 2147483647 h 1332"/>
                  <a:gd name="T66" fmla="*/ 2147483647 w 3072"/>
                  <a:gd name="T67" fmla="*/ 2147483647 h 1332"/>
                  <a:gd name="T68" fmla="*/ 2147483647 w 3072"/>
                  <a:gd name="T69" fmla="*/ 2147483647 h 1332"/>
                  <a:gd name="T70" fmla="*/ 2147483647 w 3072"/>
                  <a:gd name="T71" fmla="*/ 2147483647 h 1332"/>
                  <a:gd name="T72" fmla="*/ 2147483647 w 3072"/>
                  <a:gd name="T73" fmla="*/ 2147483647 h 1332"/>
                  <a:gd name="T74" fmla="*/ 2147483647 w 3072"/>
                  <a:gd name="T75" fmla="*/ 2147483647 h 1332"/>
                  <a:gd name="T76" fmla="*/ 2147483647 w 3072"/>
                  <a:gd name="T77" fmla="*/ 2147483647 h 1332"/>
                  <a:gd name="T78" fmla="*/ 2147483647 w 3072"/>
                  <a:gd name="T79" fmla="*/ 2147483647 h 1332"/>
                  <a:gd name="T80" fmla="*/ 2147483647 w 3072"/>
                  <a:gd name="T81" fmla="*/ 2147483647 h 1332"/>
                  <a:gd name="T82" fmla="*/ 2147483647 w 3072"/>
                  <a:gd name="T83" fmla="*/ 2147483647 h 1332"/>
                  <a:gd name="T84" fmla="*/ 2147483647 w 3072"/>
                  <a:gd name="T85" fmla="*/ 2147483647 h 1332"/>
                  <a:gd name="T86" fmla="*/ 2147483647 w 3072"/>
                  <a:gd name="T87" fmla="*/ 2147483647 h 1332"/>
                  <a:gd name="T88" fmla="*/ 2147483647 w 3072"/>
                  <a:gd name="T89" fmla="*/ 2147483647 h 1332"/>
                  <a:gd name="T90" fmla="*/ 2147483647 w 3072"/>
                  <a:gd name="T91" fmla="*/ 2147483647 h 1332"/>
                  <a:gd name="T92" fmla="*/ 2147483647 w 3072"/>
                  <a:gd name="T93" fmla="*/ 2147483647 h 1332"/>
                  <a:gd name="T94" fmla="*/ 2147483647 w 3072"/>
                  <a:gd name="T95" fmla="*/ 2147483647 h 1332"/>
                  <a:gd name="T96" fmla="*/ 2147483647 w 3072"/>
                  <a:gd name="T97" fmla="*/ 2147483647 h 1332"/>
                  <a:gd name="T98" fmla="*/ 2147483647 w 3072"/>
                  <a:gd name="T99" fmla="*/ 2147483647 h 1332"/>
                  <a:gd name="T100" fmla="*/ 2147483647 w 3072"/>
                  <a:gd name="T101" fmla="*/ 2147483647 h 1332"/>
                  <a:gd name="T102" fmla="*/ 2147483647 w 3072"/>
                  <a:gd name="T103" fmla="*/ 2147483647 h 1332"/>
                  <a:gd name="T104" fmla="*/ 2147483647 w 3072"/>
                  <a:gd name="T105" fmla="*/ 2147483647 h 1332"/>
                  <a:gd name="T106" fmla="*/ 2147483647 w 3072"/>
                  <a:gd name="T107" fmla="*/ 2147483647 h 1332"/>
                  <a:gd name="T108" fmla="*/ 2147483647 w 3072"/>
                  <a:gd name="T109" fmla="*/ 2147483647 h 1332"/>
                  <a:gd name="T110" fmla="*/ 2147483647 w 3072"/>
                  <a:gd name="T111" fmla="*/ 2147483647 h 1332"/>
                  <a:gd name="T112" fmla="*/ 2147483647 w 3072"/>
                  <a:gd name="T113" fmla="*/ 2147483647 h 1332"/>
                  <a:gd name="T114" fmla="*/ 2147483647 w 3072"/>
                  <a:gd name="T115" fmla="*/ 2147483647 h 1332"/>
                  <a:gd name="T116" fmla="*/ 2147483647 w 3072"/>
                  <a:gd name="T117" fmla="*/ 2147483647 h 1332"/>
                  <a:gd name="T118" fmla="*/ 2147483647 w 3072"/>
                  <a:gd name="T119" fmla="*/ 2147483647 h 1332"/>
                  <a:gd name="T120" fmla="*/ 2147483647 w 3072"/>
                  <a:gd name="T121" fmla="*/ 2147483647 h 13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72"/>
                  <a:gd name="T184" fmla="*/ 0 h 1332"/>
                  <a:gd name="T185" fmla="*/ 3072 w 3072"/>
                  <a:gd name="T186" fmla="*/ 1332 h 13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72" h="1332">
                    <a:moveTo>
                      <a:pt x="2454" y="930"/>
                    </a:moveTo>
                    <a:lnTo>
                      <a:pt x="2418" y="966"/>
                    </a:lnTo>
                    <a:lnTo>
                      <a:pt x="2400" y="1002"/>
                    </a:lnTo>
                    <a:lnTo>
                      <a:pt x="2412" y="1002"/>
                    </a:lnTo>
                    <a:lnTo>
                      <a:pt x="2448" y="984"/>
                    </a:lnTo>
                    <a:lnTo>
                      <a:pt x="2460" y="972"/>
                    </a:lnTo>
                    <a:lnTo>
                      <a:pt x="2460" y="954"/>
                    </a:lnTo>
                    <a:lnTo>
                      <a:pt x="2472" y="942"/>
                    </a:lnTo>
                    <a:lnTo>
                      <a:pt x="2460" y="930"/>
                    </a:lnTo>
                    <a:lnTo>
                      <a:pt x="2454" y="930"/>
                    </a:lnTo>
                    <a:close/>
                    <a:moveTo>
                      <a:pt x="2400" y="930"/>
                    </a:moveTo>
                    <a:lnTo>
                      <a:pt x="2388" y="930"/>
                    </a:lnTo>
                    <a:lnTo>
                      <a:pt x="2376" y="936"/>
                    </a:lnTo>
                    <a:lnTo>
                      <a:pt x="2364" y="948"/>
                    </a:lnTo>
                    <a:lnTo>
                      <a:pt x="2364" y="954"/>
                    </a:lnTo>
                    <a:lnTo>
                      <a:pt x="2370" y="966"/>
                    </a:lnTo>
                    <a:lnTo>
                      <a:pt x="2376" y="972"/>
                    </a:lnTo>
                    <a:lnTo>
                      <a:pt x="2406" y="972"/>
                    </a:lnTo>
                    <a:lnTo>
                      <a:pt x="2412" y="960"/>
                    </a:lnTo>
                    <a:lnTo>
                      <a:pt x="2418" y="954"/>
                    </a:lnTo>
                    <a:lnTo>
                      <a:pt x="2418" y="942"/>
                    </a:lnTo>
                    <a:lnTo>
                      <a:pt x="2406" y="936"/>
                    </a:lnTo>
                    <a:lnTo>
                      <a:pt x="2400" y="930"/>
                    </a:lnTo>
                    <a:close/>
                    <a:moveTo>
                      <a:pt x="2316" y="1188"/>
                    </a:moveTo>
                    <a:lnTo>
                      <a:pt x="2328" y="1188"/>
                    </a:lnTo>
                    <a:lnTo>
                      <a:pt x="2340" y="1152"/>
                    </a:lnTo>
                    <a:lnTo>
                      <a:pt x="2322" y="1158"/>
                    </a:lnTo>
                    <a:lnTo>
                      <a:pt x="2316" y="1188"/>
                    </a:lnTo>
                    <a:close/>
                    <a:moveTo>
                      <a:pt x="2388" y="1074"/>
                    </a:moveTo>
                    <a:lnTo>
                      <a:pt x="2370" y="1086"/>
                    </a:lnTo>
                    <a:lnTo>
                      <a:pt x="2382" y="1098"/>
                    </a:lnTo>
                    <a:lnTo>
                      <a:pt x="2388" y="1098"/>
                    </a:lnTo>
                    <a:lnTo>
                      <a:pt x="2382" y="1104"/>
                    </a:lnTo>
                    <a:lnTo>
                      <a:pt x="2376" y="1104"/>
                    </a:lnTo>
                    <a:lnTo>
                      <a:pt x="2364" y="1116"/>
                    </a:lnTo>
                    <a:lnTo>
                      <a:pt x="2358" y="1116"/>
                    </a:lnTo>
                    <a:lnTo>
                      <a:pt x="2352" y="1122"/>
                    </a:lnTo>
                    <a:lnTo>
                      <a:pt x="2352" y="1152"/>
                    </a:lnTo>
                    <a:lnTo>
                      <a:pt x="2358" y="1164"/>
                    </a:lnTo>
                    <a:lnTo>
                      <a:pt x="2358" y="1188"/>
                    </a:lnTo>
                    <a:lnTo>
                      <a:pt x="2370" y="1182"/>
                    </a:lnTo>
                    <a:lnTo>
                      <a:pt x="2376" y="1170"/>
                    </a:lnTo>
                    <a:lnTo>
                      <a:pt x="2388" y="1164"/>
                    </a:lnTo>
                    <a:lnTo>
                      <a:pt x="2394" y="1158"/>
                    </a:lnTo>
                    <a:lnTo>
                      <a:pt x="2394" y="1146"/>
                    </a:lnTo>
                    <a:lnTo>
                      <a:pt x="2382" y="1134"/>
                    </a:lnTo>
                    <a:lnTo>
                      <a:pt x="2394" y="1134"/>
                    </a:lnTo>
                    <a:lnTo>
                      <a:pt x="2412" y="1116"/>
                    </a:lnTo>
                    <a:lnTo>
                      <a:pt x="2412" y="1098"/>
                    </a:lnTo>
                    <a:lnTo>
                      <a:pt x="2388" y="1074"/>
                    </a:lnTo>
                    <a:close/>
                    <a:moveTo>
                      <a:pt x="2562" y="1080"/>
                    </a:moveTo>
                    <a:lnTo>
                      <a:pt x="2550" y="1080"/>
                    </a:lnTo>
                    <a:lnTo>
                      <a:pt x="2550" y="1074"/>
                    </a:lnTo>
                    <a:lnTo>
                      <a:pt x="2544" y="1068"/>
                    </a:lnTo>
                    <a:lnTo>
                      <a:pt x="2538" y="1068"/>
                    </a:lnTo>
                    <a:lnTo>
                      <a:pt x="2532" y="1062"/>
                    </a:lnTo>
                    <a:lnTo>
                      <a:pt x="2520" y="1056"/>
                    </a:lnTo>
                    <a:lnTo>
                      <a:pt x="2514" y="1050"/>
                    </a:lnTo>
                    <a:lnTo>
                      <a:pt x="2514" y="1044"/>
                    </a:lnTo>
                    <a:lnTo>
                      <a:pt x="2520" y="1032"/>
                    </a:lnTo>
                    <a:lnTo>
                      <a:pt x="2520" y="1020"/>
                    </a:lnTo>
                    <a:lnTo>
                      <a:pt x="2526" y="1008"/>
                    </a:lnTo>
                    <a:lnTo>
                      <a:pt x="2532" y="1002"/>
                    </a:lnTo>
                    <a:lnTo>
                      <a:pt x="2532" y="960"/>
                    </a:lnTo>
                    <a:lnTo>
                      <a:pt x="2550" y="924"/>
                    </a:lnTo>
                    <a:lnTo>
                      <a:pt x="2550" y="906"/>
                    </a:lnTo>
                    <a:lnTo>
                      <a:pt x="2544" y="894"/>
                    </a:lnTo>
                    <a:lnTo>
                      <a:pt x="2526" y="876"/>
                    </a:lnTo>
                    <a:lnTo>
                      <a:pt x="2538" y="864"/>
                    </a:lnTo>
                    <a:lnTo>
                      <a:pt x="2538" y="834"/>
                    </a:lnTo>
                    <a:lnTo>
                      <a:pt x="2544" y="828"/>
                    </a:lnTo>
                    <a:lnTo>
                      <a:pt x="2550" y="828"/>
                    </a:lnTo>
                    <a:lnTo>
                      <a:pt x="2556" y="822"/>
                    </a:lnTo>
                    <a:lnTo>
                      <a:pt x="2550" y="816"/>
                    </a:lnTo>
                    <a:lnTo>
                      <a:pt x="2532" y="810"/>
                    </a:lnTo>
                    <a:lnTo>
                      <a:pt x="2520" y="810"/>
                    </a:lnTo>
                    <a:lnTo>
                      <a:pt x="2502" y="816"/>
                    </a:lnTo>
                    <a:lnTo>
                      <a:pt x="2490" y="816"/>
                    </a:lnTo>
                    <a:lnTo>
                      <a:pt x="2484" y="822"/>
                    </a:lnTo>
                    <a:lnTo>
                      <a:pt x="2478" y="822"/>
                    </a:lnTo>
                    <a:lnTo>
                      <a:pt x="2478" y="834"/>
                    </a:lnTo>
                    <a:lnTo>
                      <a:pt x="2460" y="834"/>
                    </a:lnTo>
                    <a:lnTo>
                      <a:pt x="2454" y="840"/>
                    </a:lnTo>
                    <a:lnTo>
                      <a:pt x="2442" y="846"/>
                    </a:lnTo>
                    <a:lnTo>
                      <a:pt x="2430" y="846"/>
                    </a:lnTo>
                    <a:lnTo>
                      <a:pt x="2418" y="852"/>
                    </a:lnTo>
                    <a:lnTo>
                      <a:pt x="2406" y="852"/>
                    </a:lnTo>
                    <a:lnTo>
                      <a:pt x="2400" y="858"/>
                    </a:lnTo>
                    <a:lnTo>
                      <a:pt x="2394" y="858"/>
                    </a:lnTo>
                    <a:lnTo>
                      <a:pt x="2388" y="864"/>
                    </a:lnTo>
                    <a:lnTo>
                      <a:pt x="2376" y="870"/>
                    </a:lnTo>
                    <a:lnTo>
                      <a:pt x="2370" y="876"/>
                    </a:lnTo>
                    <a:lnTo>
                      <a:pt x="2364" y="876"/>
                    </a:lnTo>
                    <a:lnTo>
                      <a:pt x="2364" y="864"/>
                    </a:lnTo>
                    <a:lnTo>
                      <a:pt x="2382" y="846"/>
                    </a:lnTo>
                    <a:lnTo>
                      <a:pt x="2376" y="840"/>
                    </a:lnTo>
                    <a:lnTo>
                      <a:pt x="2364" y="834"/>
                    </a:lnTo>
                    <a:lnTo>
                      <a:pt x="2358" y="828"/>
                    </a:lnTo>
                    <a:lnTo>
                      <a:pt x="2358" y="810"/>
                    </a:lnTo>
                    <a:lnTo>
                      <a:pt x="2352" y="798"/>
                    </a:lnTo>
                    <a:lnTo>
                      <a:pt x="2352" y="792"/>
                    </a:lnTo>
                    <a:lnTo>
                      <a:pt x="2376" y="768"/>
                    </a:lnTo>
                    <a:lnTo>
                      <a:pt x="2340" y="768"/>
                    </a:lnTo>
                    <a:lnTo>
                      <a:pt x="2328" y="780"/>
                    </a:lnTo>
                    <a:lnTo>
                      <a:pt x="2274" y="780"/>
                    </a:lnTo>
                    <a:lnTo>
                      <a:pt x="2274" y="768"/>
                    </a:lnTo>
                    <a:lnTo>
                      <a:pt x="2280" y="756"/>
                    </a:lnTo>
                    <a:lnTo>
                      <a:pt x="2292" y="750"/>
                    </a:lnTo>
                    <a:lnTo>
                      <a:pt x="2298" y="744"/>
                    </a:lnTo>
                    <a:lnTo>
                      <a:pt x="3072" y="108"/>
                    </a:lnTo>
                    <a:lnTo>
                      <a:pt x="3054" y="108"/>
                    </a:lnTo>
                    <a:lnTo>
                      <a:pt x="3054" y="102"/>
                    </a:lnTo>
                    <a:lnTo>
                      <a:pt x="3048" y="90"/>
                    </a:lnTo>
                    <a:lnTo>
                      <a:pt x="3036" y="84"/>
                    </a:lnTo>
                    <a:lnTo>
                      <a:pt x="3030" y="78"/>
                    </a:lnTo>
                    <a:lnTo>
                      <a:pt x="3012" y="78"/>
                    </a:lnTo>
                    <a:lnTo>
                      <a:pt x="2988" y="84"/>
                    </a:lnTo>
                    <a:lnTo>
                      <a:pt x="2964" y="84"/>
                    </a:lnTo>
                    <a:lnTo>
                      <a:pt x="2928" y="96"/>
                    </a:lnTo>
                    <a:lnTo>
                      <a:pt x="2916" y="96"/>
                    </a:lnTo>
                    <a:lnTo>
                      <a:pt x="2892" y="84"/>
                    </a:lnTo>
                    <a:lnTo>
                      <a:pt x="2886" y="78"/>
                    </a:lnTo>
                    <a:lnTo>
                      <a:pt x="2874" y="72"/>
                    </a:lnTo>
                    <a:lnTo>
                      <a:pt x="2784" y="72"/>
                    </a:lnTo>
                    <a:lnTo>
                      <a:pt x="2772" y="66"/>
                    </a:lnTo>
                    <a:lnTo>
                      <a:pt x="2766" y="60"/>
                    </a:lnTo>
                    <a:lnTo>
                      <a:pt x="2748" y="60"/>
                    </a:lnTo>
                    <a:lnTo>
                      <a:pt x="2736" y="54"/>
                    </a:lnTo>
                    <a:lnTo>
                      <a:pt x="2598" y="54"/>
                    </a:lnTo>
                    <a:lnTo>
                      <a:pt x="2598" y="42"/>
                    </a:lnTo>
                    <a:lnTo>
                      <a:pt x="2604" y="36"/>
                    </a:lnTo>
                    <a:lnTo>
                      <a:pt x="2592" y="36"/>
                    </a:lnTo>
                    <a:lnTo>
                      <a:pt x="2574" y="30"/>
                    </a:lnTo>
                    <a:lnTo>
                      <a:pt x="2562" y="30"/>
                    </a:lnTo>
                    <a:lnTo>
                      <a:pt x="2550" y="24"/>
                    </a:lnTo>
                    <a:lnTo>
                      <a:pt x="2532" y="24"/>
                    </a:lnTo>
                    <a:lnTo>
                      <a:pt x="2520" y="30"/>
                    </a:lnTo>
                    <a:lnTo>
                      <a:pt x="2496" y="30"/>
                    </a:lnTo>
                    <a:lnTo>
                      <a:pt x="2490" y="36"/>
                    </a:lnTo>
                    <a:lnTo>
                      <a:pt x="2484" y="36"/>
                    </a:lnTo>
                    <a:lnTo>
                      <a:pt x="2514" y="0"/>
                    </a:lnTo>
                    <a:lnTo>
                      <a:pt x="2430" y="36"/>
                    </a:lnTo>
                    <a:lnTo>
                      <a:pt x="2460" y="0"/>
                    </a:lnTo>
                    <a:lnTo>
                      <a:pt x="2430" y="0"/>
                    </a:lnTo>
                    <a:lnTo>
                      <a:pt x="2418" y="6"/>
                    </a:lnTo>
                    <a:lnTo>
                      <a:pt x="2412" y="12"/>
                    </a:lnTo>
                    <a:lnTo>
                      <a:pt x="2358" y="30"/>
                    </a:lnTo>
                    <a:lnTo>
                      <a:pt x="2232" y="30"/>
                    </a:lnTo>
                    <a:lnTo>
                      <a:pt x="2214" y="36"/>
                    </a:lnTo>
                    <a:lnTo>
                      <a:pt x="2208" y="42"/>
                    </a:lnTo>
                    <a:lnTo>
                      <a:pt x="2184" y="54"/>
                    </a:lnTo>
                    <a:lnTo>
                      <a:pt x="2172" y="54"/>
                    </a:lnTo>
                    <a:lnTo>
                      <a:pt x="2166" y="60"/>
                    </a:lnTo>
                    <a:lnTo>
                      <a:pt x="2046" y="60"/>
                    </a:lnTo>
                    <a:lnTo>
                      <a:pt x="2004" y="72"/>
                    </a:lnTo>
                    <a:lnTo>
                      <a:pt x="1956" y="102"/>
                    </a:lnTo>
                    <a:lnTo>
                      <a:pt x="1902" y="132"/>
                    </a:lnTo>
                    <a:lnTo>
                      <a:pt x="1854" y="144"/>
                    </a:lnTo>
                    <a:lnTo>
                      <a:pt x="1758" y="156"/>
                    </a:lnTo>
                    <a:lnTo>
                      <a:pt x="1722" y="162"/>
                    </a:lnTo>
                    <a:lnTo>
                      <a:pt x="1704" y="162"/>
                    </a:lnTo>
                    <a:lnTo>
                      <a:pt x="1698" y="168"/>
                    </a:lnTo>
                    <a:lnTo>
                      <a:pt x="1644" y="186"/>
                    </a:lnTo>
                    <a:lnTo>
                      <a:pt x="1632" y="192"/>
                    </a:lnTo>
                    <a:lnTo>
                      <a:pt x="1620" y="192"/>
                    </a:lnTo>
                    <a:lnTo>
                      <a:pt x="1620" y="198"/>
                    </a:lnTo>
                    <a:lnTo>
                      <a:pt x="1626" y="204"/>
                    </a:lnTo>
                    <a:lnTo>
                      <a:pt x="1638" y="210"/>
                    </a:lnTo>
                    <a:lnTo>
                      <a:pt x="1650" y="222"/>
                    </a:lnTo>
                    <a:lnTo>
                      <a:pt x="1656" y="222"/>
                    </a:lnTo>
                    <a:lnTo>
                      <a:pt x="1662" y="234"/>
                    </a:lnTo>
                    <a:lnTo>
                      <a:pt x="1662" y="240"/>
                    </a:lnTo>
                    <a:lnTo>
                      <a:pt x="1668" y="252"/>
                    </a:lnTo>
                    <a:lnTo>
                      <a:pt x="1668" y="264"/>
                    </a:lnTo>
                    <a:lnTo>
                      <a:pt x="1662" y="264"/>
                    </a:lnTo>
                    <a:lnTo>
                      <a:pt x="1650" y="270"/>
                    </a:lnTo>
                    <a:lnTo>
                      <a:pt x="1644" y="282"/>
                    </a:lnTo>
                    <a:lnTo>
                      <a:pt x="1734" y="282"/>
                    </a:lnTo>
                    <a:lnTo>
                      <a:pt x="1704" y="318"/>
                    </a:lnTo>
                    <a:lnTo>
                      <a:pt x="1770" y="318"/>
                    </a:lnTo>
                    <a:lnTo>
                      <a:pt x="1764" y="336"/>
                    </a:lnTo>
                    <a:lnTo>
                      <a:pt x="1710" y="336"/>
                    </a:lnTo>
                    <a:lnTo>
                      <a:pt x="1698" y="348"/>
                    </a:lnTo>
                    <a:lnTo>
                      <a:pt x="1632" y="348"/>
                    </a:lnTo>
                    <a:lnTo>
                      <a:pt x="1614" y="354"/>
                    </a:lnTo>
                    <a:lnTo>
                      <a:pt x="1560" y="354"/>
                    </a:lnTo>
                    <a:lnTo>
                      <a:pt x="1554" y="348"/>
                    </a:lnTo>
                    <a:lnTo>
                      <a:pt x="1548" y="348"/>
                    </a:lnTo>
                    <a:lnTo>
                      <a:pt x="1554" y="342"/>
                    </a:lnTo>
                    <a:lnTo>
                      <a:pt x="1560" y="342"/>
                    </a:lnTo>
                    <a:lnTo>
                      <a:pt x="1572" y="330"/>
                    </a:lnTo>
                    <a:lnTo>
                      <a:pt x="1566" y="324"/>
                    </a:lnTo>
                    <a:lnTo>
                      <a:pt x="1458" y="324"/>
                    </a:lnTo>
                    <a:lnTo>
                      <a:pt x="1452" y="330"/>
                    </a:lnTo>
                    <a:lnTo>
                      <a:pt x="1452" y="348"/>
                    </a:lnTo>
                    <a:lnTo>
                      <a:pt x="1434" y="348"/>
                    </a:lnTo>
                    <a:lnTo>
                      <a:pt x="1422" y="354"/>
                    </a:lnTo>
                    <a:lnTo>
                      <a:pt x="1404" y="354"/>
                    </a:lnTo>
                    <a:lnTo>
                      <a:pt x="1386" y="360"/>
                    </a:lnTo>
                    <a:lnTo>
                      <a:pt x="1338" y="360"/>
                    </a:lnTo>
                    <a:lnTo>
                      <a:pt x="1308" y="366"/>
                    </a:lnTo>
                    <a:lnTo>
                      <a:pt x="1254" y="384"/>
                    </a:lnTo>
                    <a:lnTo>
                      <a:pt x="1254" y="390"/>
                    </a:lnTo>
                    <a:lnTo>
                      <a:pt x="1272" y="396"/>
                    </a:lnTo>
                    <a:lnTo>
                      <a:pt x="1284" y="402"/>
                    </a:lnTo>
                    <a:lnTo>
                      <a:pt x="1314" y="402"/>
                    </a:lnTo>
                    <a:lnTo>
                      <a:pt x="1272" y="420"/>
                    </a:lnTo>
                    <a:lnTo>
                      <a:pt x="1260" y="462"/>
                    </a:lnTo>
                    <a:lnTo>
                      <a:pt x="1272" y="462"/>
                    </a:lnTo>
                    <a:lnTo>
                      <a:pt x="1290" y="468"/>
                    </a:lnTo>
                    <a:lnTo>
                      <a:pt x="1338" y="468"/>
                    </a:lnTo>
                    <a:lnTo>
                      <a:pt x="1350" y="462"/>
                    </a:lnTo>
                    <a:lnTo>
                      <a:pt x="1362" y="462"/>
                    </a:lnTo>
                    <a:lnTo>
                      <a:pt x="1410" y="474"/>
                    </a:lnTo>
                    <a:lnTo>
                      <a:pt x="1422" y="456"/>
                    </a:lnTo>
                    <a:lnTo>
                      <a:pt x="1434" y="474"/>
                    </a:lnTo>
                    <a:lnTo>
                      <a:pt x="1446" y="468"/>
                    </a:lnTo>
                    <a:lnTo>
                      <a:pt x="1452" y="462"/>
                    </a:lnTo>
                    <a:lnTo>
                      <a:pt x="1476" y="450"/>
                    </a:lnTo>
                    <a:lnTo>
                      <a:pt x="1482" y="444"/>
                    </a:lnTo>
                    <a:lnTo>
                      <a:pt x="1494" y="444"/>
                    </a:lnTo>
                    <a:lnTo>
                      <a:pt x="1506" y="450"/>
                    </a:lnTo>
                    <a:lnTo>
                      <a:pt x="1524" y="450"/>
                    </a:lnTo>
                    <a:lnTo>
                      <a:pt x="1536" y="444"/>
                    </a:lnTo>
                    <a:lnTo>
                      <a:pt x="1542" y="438"/>
                    </a:lnTo>
                    <a:lnTo>
                      <a:pt x="1554" y="432"/>
                    </a:lnTo>
                    <a:lnTo>
                      <a:pt x="1560" y="432"/>
                    </a:lnTo>
                    <a:lnTo>
                      <a:pt x="1566" y="426"/>
                    </a:lnTo>
                    <a:lnTo>
                      <a:pt x="1566" y="450"/>
                    </a:lnTo>
                    <a:lnTo>
                      <a:pt x="1560" y="462"/>
                    </a:lnTo>
                    <a:lnTo>
                      <a:pt x="1554" y="468"/>
                    </a:lnTo>
                    <a:lnTo>
                      <a:pt x="1500" y="468"/>
                    </a:lnTo>
                    <a:lnTo>
                      <a:pt x="1506" y="498"/>
                    </a:lnTo>
                    <a:lnTo>
                      <a:pt x="1494" y="504"/>
                    </a:lnTo>
                    <a:lnTo>
                      <a:pt x="1488" y="516"/>
                    </a:lnTo>
                    <a:lnTo>
                      <a:pt x="1476" y="522"/>
                    </a:lnTo>
                    <a:lnTo>
                      <a:pt x="1464" y="534"/>
                    </a:lnTo>
                    <a:lnTo>
                      <a:pt x="1446" y="540"/>
                    </a:lnTo>
                    <a:lnTo>
                      <a:pt x="1380" y="540"/>
                    </a:lnTo>
                    <a:lnTo>
                      <a:pt x="1362" y="522"/>
                    </a:lnTo>
                    <a:lnTo>
                      <a:pt x="1344" y="534"/>
                    </a:lnTo>
                    <a:lnTo>
                      <a:pt x="1344" y="546"/>
                    </a:lnTo>
                    <a:lnTo>
                      <a:pt x="1338" y="546"/>
                    </a:lnTo>
                    <a:lnTo>
                      <a:pt x="1332" y="552"/>
                    </a:lnTo>
                    <a:lnTo>
                      <a:pt x="1320" y="558"/>
                    </a:lnTo>
                    <a:lnTo>
                      <a:pt x="1302" y="564"/>
                    </a:lnTo>
                    <a:lnTo>
                      <a:pt x="1290" y="570"/>
                    </a:lnTo>
                    <a:lnTo>
                      <a:pt x="1266" y="570"/>
                    </a:lnTo>
                    <a:lnTo>
                      <a:pt x="1242" y="558"/>
                    </a:lnTo>
                    <a:lnTo>
                      <a:pt x="1236" y="558"/>
                    </a:lnTo>
                    <a:lnTo>
                      <a:pt x="1140" y="606"/>
                    </a:lnTo>
                    <a:lnTo>
                      <a:pt x="1122" y="624"/>
                    </a:lnTo>
                    <a:lnTo>
                      <a:pt x="1116" y="606"/>
                    </a:lnTo>
                    <a:lnTo>
                      <a:pt x="1080" y="624"/>
                    </a:lnTo>
                    <a:lnTo>
                      <a:pt x="1068" y="624"/>
                    </a:lnTo>
                    <a:lnTo>
                      <a:pt x="1044" y="636"/>
                    </a:lnTo>
                    <a:lnTo>
                      <a:pt x="1020" y="660"/>
                    </a:lnTo>
                    <a:lnTo>
                      <a:pt x="990" y="648"/>
                    </a:lnTo>
                    <a:lnTo>
                      <a:pt x="990" y="672"/>
                    </a:lnTo>
                    <a:lnTo>
                      <a:pt x="984" y="666"/>
                    </a:lnTo>
                    <a:lnTo>
                      <a:pt x="972" y="666"/>
                    </a:lnTo>
                    <a:lnTo>
                      <a:pt x="966" y="672"/>
                    </a:lnTo>
                    <a:lnTo>
                      <a:pt x="966" y="690"/>
                    </a:lnTo>
                    <a:lnTo>
                      <a:pt x="954" y="708"/>
                    </a:lnTo>
                    <a:lnTo>
                      <a:pt x="1014" y="684"/>
                    </a:lnTo>
                    <a:lnTo>
                      <a:pt x="990" y="702"/>
                    </a:lnTo>
                    <a:lnTo>
                      <a:pt x="990" y="714"/>
                    </a:lnTo>
                    <a:lnTo>
                      <a:pt x="972" y="726"/>
                    </a:lnTo>
                    <a:lnTo>
                      <a:pt x="1026" y="726"/>
                    </a:lnTo>
                    <a:lnTo>
                      <a:pt x="1032" y="732"/>
                    </a:lnTo>
                    <a:lnTo>
                      <a:pt x="1032" y="738"/>
                    </a:lnTo>
                    <a:lnTo>
                      <a:pt x="1020" y="744"/>
                    </a:lnTo>
                    <a:lnTo>
                      <a:pt x="984" y="744"/>
                    </a:lnTo>
                    <a:lnTo>
                      <a:pt x="960" y="750"/>
                    </a:lnTo>
                    <a:lnTo>
                      <a:pt x="972" y="738"/>
                    </a:lnTo>
                    <a:lnTo>
                      <a:pt x="960" y="732"/>
                    </a:lnTo>
                    <a:lnTo>
                      <a:pt x="954" y="732"/>
                    </a:lnTo>
                    <a:lnTo>
                      <a:pt x="948" y="738"/>
                    </a:lnTo>
                    <a:lnTo>
                      <a:pt x="936" y="744"/>
                    </a:lnTo>
                    <a:lnTo>
                      <a:pt x="930" y="750"/>
                    </a:lnTo>
                    <a:lnTo>
                      <a:pt x="924" y="750"/>
                    </a:lnTo>
                    <a:lnTo>
                      <a:pt x="918" y="756"/>
                    </a:lnTo>
                    <a:lnTo>
                      <a:pt x="924" y="756"/>
                    </a:lnTo>
                    <a:lnTo>
                      <a:pt x="930" y="762"/>
                    </a:lnTo>
                    <a:lnTo>
                      <a:pt x="930" y="768"/>
                    </a:lnTo>
                    <a:lnTo>
                      <a:pt x="924" y="774"/>
                    </a:lnTo>
                    <a:lnTo>
                      <a:pt x="924" y="780"/>
                    </a:lnTo>
                    <a:lnTo>
                      <a:pt x="918" y="792"/>
                    </a:lnTo>
                    <a:lnTo>
                      <a:pt x="918" y="804"/>
                    </a:lnTo>
                    <a:lnTo>
                      <a:pt x="990" y="804"/>
                    </a:lnTo>
                    <a:lnTo>
                      <a:pt x="1038" y="774"/>
                    </a:lnTo>
                    <a:lnTo>
                      <a:pt x="1104" y="750"/>
                    </a:lnTo>
                    <a:lnTo>
                      <a:pt x="1098" y="750"/>
                    </a:lnTo>
                    <a:lnTo>
                      <a:pt x="1092" y="756"/>
                    </a:lnTo>
                    <a:lnTo>
                      <a:pt x="1080" y="762"/>
                    </a:lnTo>
                    <a:lnTo>
                      <a:pt x="1062" y="768"/>
                    </a:lnTo>
                    <a:lnTo>
                      <a:pt x="1050" y="780"/>
                    </a:lnTo>
                    <a:lnTo>
                      <a:pt x="1038" y="786"/>
                    </a:lnTo>
                    <a:lnTo>
                      <a:pt x="1026" y="798"/>
                    </a:lnTo>
                    <a:lnTo>
                      <a:pt x="1026" y="816"/>
                    </a:lnTo>
                    <a:lnTo>
                      <a:pt x="1020" y="828"/>
                    </a:lnTo>
                    <a:lnTo>
                      <a:pt x="990" y="828"/>
                    </a:lnTo>
                    <a:lnTo>
                      <a:pt x="978" y="834"/>
                    </a:lnTo>
                    <a:lnTo>
                      <a:pt x="972" y="852"/>
                    </a:lnTo>
                    <a:lnTo>
                      <a:pt x="966" y="864"/>
                    </a:lnTo>
                    <a:lnTo>
                      <a:pt x="954" y="870"/>
                    </a:lnTo>
                    <a:lnTo>
                      <a:pt x="942" y="882"/>
                    </a:lnTo>
                    <a:lnTo>
                      <a:pt x="930" y="888"/>
                    </a:lnTo>
                    <a:lnTo>
                      <a:pt x="924" y="894"/>
                    </a:lnTo>
                    <a:lnTo>
                      <a:pt x="978" y="888"/>
                    </a:lnTo>
                    <a:lnTo>
                      <a:pt x="972" y="906"/>
                    </a:lnTo>
                    <a:lnTo>
                      <a:pt x="978" y="894"/>
                    </a:lnTo>
                    <a:lnTo>
                      <a:pt x="990" y="888"/>
                    </a:lnTo>
                    <a:lnTo>
                      <a:pt x="1002" y="876"/>
                    </a:lnTo>
                    <a:lnTo>
                      <a:pt x="1026" y="864"/>
                    </a:lnTo>
                    <a:lnTo>
                      <a:pt x="1038" y="864"/>
                    </a:lnTo>
                    <a:lnTo>
                      <a:pt x="1050" y="870"/>
                    </a:lnTo>
                    <a:lnTo>
                      <a:pt x="1056" y="870"/>
                    </a:lnTo>
                    <a:lnTo>
                      <a:pt x="1056" y="876"/>
                    </a:lnTo>
                    <a:lnTo>
                      <a:pt x="1050" y="876"/>
                    </a:lnTo>
                    <a:lnTo>
                      <a:pt x="1074" y="870"/>
                    </a:lnTo>
                    <a:lnTo>
                      <a:pt x="1068" y="876"/>
                    </a:lnTo>
                    <a:lnTo>
                      <a:pt x="1068" y="906"/>
                    </a:lnTo>
                    <a:lnTo>
                      <a:pt x="1074" y="912"/>
                    </a:lnTo>
                    <a:lnTo>
                      <a:pt x="1092" y="912"/>
                    </a:lnTo>
                    <a:lnTo>
                      <a:pt x="1098" y="900"/>
                    </a:lnTo>
                    <a:lnTo>
                      <a:pt x="1110" y="894"/>
                    </a:lnTo>
                    <a:lnTo>
                      <a:pt x="1116" y="888"/>
                    </a:lnTo>
                    <a:lnTo>
                      <a:pt x="1122" y="876"/>
                    </a:lnTo>
                    <a:lnTo>
                      <a:pt x="1164" y="858"/>
                    </a:lnTo>
                    <a:lnTo>
                      <a:pt x="1176" y="870"/>
                    </a:lnTo>
                    <a:lnTo>
                      <a:pt x="1146" y="870"/>
                    </a:lnTo>
                    <a:lnTo>
                      <a:pt x="1140" y="876"/>
                    </a:lnTo>
                    <a:lnTo>
                      <a:pt x="1140" y="882"/>
                    </a:lnTo>
                    <a:lnTo>
                      <a:pt x="1134" y="888"/>
                    </a:lnTo>
                    <a:lnTo>
                      <a:pt x="1134" y="894"/>
                    </a:lnTo>
                    <a:lnTo>
                      <a:pt x="1152" y="894"/>
                    </a:lnTo>
                    <a:lnTo>
                      <a:pt x="1164" y="888"/>
                    </a:lnTo>
                    <a:lnTo>
                      <a:pt x="1182" y="888"/>
                    </a:lnTo>
                    <a:lnTo>
                      <a:pt x="1200" y="882"/>
                    </a:lnTo>
                    <a:lnTo>
                      <a:pt x="1218" y="882"/>
                    </a:lnTo>
                    <a:lnTo>
                      <a:pt x="1224" y="876"/>
                    </a:lnTo>
                    <a:lnTo>
                      <a:pt x="1230" y="876"/>
                    </a:lnTo>
                    <a:lnTo>
                      <a:pt x="1272" y="858"/>
                    </a:lnTo>
                    <a:lnTo>
                      <a:pt x="1224" y="882"/>
                    </a:lnTo>
                    <a:lnTo>
                      <a:pt x="1224" y="894"/>
                    </a:lnTo>
                    <a:lnTo>
                      <a:pt x="1212" y="894"/>
                    </a:lnTo>
                    <a:lnTo>
                      <a:pt x="1200" y="900"/>
                    </a:lnTo>
                    <a:lnTo>
                      <a:pt x="1188" y="900"/>
                    </a:lnTo>
                    <a:lnTo>
                      <a:pt x="1176" y="906"/>
                    </a:lnTo>
                    <a:lnTo>
                      <a:pt x="1170" y="912"/>
                    </a:lnTo>
                    <a:lnTo>
                      <a:pt x="1158" y="918"/>
                    </a:lnTo>
                    <a:lnTo>
                      <a:pt x="1152" y="930"/>
                    </a:lnTo>
                    <a:lnTo>
                      <a:pt x="1122" y="930"/>
                    </a:lnTo>
                    <a:lnTo>
                      <a:pt x="1086" y="960"/>
                    </a:lnTo>
                    <a:lnTo>
                      <a:pt x="1086" y="978"/>
                    </a:lnTo>
                    <a:lnTo>
                      <a:pt x="1038" y="978"/>
                    </a:lnTo>
                    <a:lnTo>
                      <a:pt x="1032" y="984"/>
                    </a:lnTo>
                    <a:lnTo>
                      <a:pt x="1020" y="984"/>
                    </a:lnTo>
                    <a:lnTo>
                      <a:pt x="1002" y="990"/>
                    </a:lnTo>
                    <a:lnTo>
                      <a:pt x="990" y="996"/>
                    </a:lnTo>
                    <a:lnTo>
                      <a:pt x="978" y="996"/>
                    </a:lnTo>
                    <a:lnTo>
                      <a:pt x="966" y="1008"/>
                    </a:lnTo>
                    <a:lnTo>
                      <a:pt x="966" y="1020"/>
                    </a:lnTo>
                    <a:lnTo>
                      <a:pt x="960" y="1026"/>
                    </a:lnTo>
                    <a:lnTo>
                      <a:pt x="960" y="1038"/>
                    </a:lnTo>
                    <a:lnTo>
                      <a:pt x="876" y="1038"/>
                    </a:lnTo>
                    <a:lnTo>
                      <a:pt x="858" y="1044"/>
                    </a:lnTo>
                    <a:lnTo>
                      <a:pt x="828" y="1062"/>
                    </a:lnTo>
                    <a:lnTo>
                      <a:pt x="804" y="1080"/>
                    </a:lnTo>
                    <a:lnTo>
                      <a:pt x="780" y="1092"/>
                    </a:lnTo>
                    <a:lnTo>
                      <a:pt x="774" y="1098"/>
                    </a:lnTo>
                    <a:lnTo>
                      <a:pt x="750" y="1104"/>
                    </a:lnTo>
                    <a:lnTo>
                      <a:pt x="738" y="1122"/>
                    </a:lnTo>
                    <a:lnTo>
                      <a:pt x="732" y="1104"/>
                    </a:lnTo>
                    <a:lnTo>
                      <a:pt x="672" y="1104"/>
                    </a:lnTo>
                    <a:lnTo>
                      <a:pt x="648" y="1116"/>
                    </a:lnTo>
                    <a:lnTo>
                      <a:pt x="630" y="1122"/>
                    </a:lnTo>
                    <a:lnTo>
                      <a:pt x="624" y="1128"/>
                    </a:lnTo>
                    <a:lnTo>
                      <a:pt x="606" y="1128"/>
                    </a:lnTo>
                    <a:lnTo>
                      <a:pt x="606" y="1140"/>
                    </a:lnTo>
                    <a:lnTo>
                      <a:pt x="576" y="1146"/>
                    </a:lnTo>
                    <a:lnTo>
                      <a:pt x="564" y="1152"/>
                    </a:lnTo>
                    <a:lnTo>
                      <a:pt x="540" y="1152"/>
                    </a:lnTo>
                    <a:lnTo>
                      <a:pt x="516" y="1170"/>
                    </a:lnTo>
                    <a:lnTo>
                      <a:pt x="522" y="1182"/>
                    </a:lnTo>
                    <a:lnTo>
                      <a:pt x="540" y="1164"/>
                    </a:lnTo>
                    <a:lnTo>
                      <a:pt x="558" y="1176"/>
                    </a:lnTo>
                    <a:lnTo>
                      <a:pt x="582" y="1158"/>
                    </a:lnTo>
                    <a:lnTo>
                      <a:pt x="582" y="1170"/>
                    </a:lnTo>
                    <a:lnTo>
                      <a:pt x="594" y="1170"/>
                    </a:lnTo>
                    <a:lnTo>
                      <a:pt x="606" y="1164"/>
                    </a:lnTo>
                    <a:lnTo>
                      <a:pt x="618" y="1164"/>
                    </a:lnTo>
                    <a:lnTo>
                      <a:pt x="642" y="1140"/>
                    </a:lnTo>
                    <a:lnTo>
                      <a:pt x="654" y="1134"/>
                    </a:lnTo>
                    <a:lnTo>
                      <a:pt x="666" y="1122"/>
                    </a:lnTo>
                    <a:lnTo>
                      <a:pt x="684" y="1122"/>
                    </a:lnTo>
                    <a:lnTo>
                      <a:pt x="684" y="1134"/>
                    </a:lnTo>
                    <a:lnTo>
                      <a:pt x="690" y="1140"/>
                    </a:lnTo>
                    <a:lnTo>
                      <a:pt x="708" y="1140"/>
                    </a:lnTo>
                    <a:lnTo>
                      <a:pt x="732" y="1128"/>
                    </a:lnTo>
                    <a:lnTo>
                      <a:pt x="744" y="1128"/>
                    </a:lnTo>
                    <a:lnTo>
                      <a:pt x="756" y="1122"/>
                    </a:lnTo>
                    <a:lnTo>
                      <a:pt x="762" y="1116"/>
                    </a:lnTo>
                    <a:lnTo>
                      <a:pt x="768" y="1116"/>
                    </a:lnTo>
                    <a:lnTo>
                      <a:pt x="804" y="1128"/>
                    </a:lnTo>
                    <a:lnTo>
                      <a:pt x="822" y="1110"/>
                    </a:lnTo>
                    <a:lnTo>
                      <a:pt x="834" y="1110"/>
                    </a:lnTo>
                    <a:lnTo>
                      <a:pt x="852" y="1104"/>
                    </a:lnTo>
                    <a:lnTo>
                      <a:pt x="870" y="1104"/>
                    </a:lnTo>
                    <a:lnTo>
                      <a:pt x="894" y="1092"/>
                    </a:lnTo>
                    <a:lnTo>
                      <a:pt x="918" y="1068"/>
                    </a:lnTo>
                    <a:lnTo>
                      <a:pt x="942" y="1056"/>
                    </a:lnTo>
                    <a:lnTo>
                      <a:pt x="972" y="1056"/>
                    </a:lnTo>
                    <a:lnTo>
                      <a:pt x="978" y="1044"/>
                    </a:lnTo>
                    <a:lnTo>
                      <a:pt x="1014" y="1044"/>
                    </a:lnTo>
                    <a:lnTo>
                      <a:pt x="1026" y="1038"/>
                    </a:lnTo>
                    <a:lnTo>
                      <a:pt x="1032" y="1038"/>
                    </a:lnTo>
                    <a:lnTo>
                      <a:pt x="1038" y="1032"/>
                    </a:lnTo>
                    <a:lnTo>
                      <a:pt x="1050" y="1032"/>
                    </a:lnTo>
                    <a:lnTo>
                      <a:pt x="1086" y="1020"/>
                    </a:lnTo>
                    <a:lnTo>
                      <a:pt x="1110" y="1008"/>
                    </a:lnTo>
                    <a:lnTo>
                      <a:pt x="1122" y="996"/>
                    </a:lnTo>
                    <a:lnTo>
                      <a:pt x="1134" y="990"/>
                    </a:lnTo>
                    <a:lnTo>
                      <a:pt x="1140" y="984"/>
                    </a:lnTo>
                    <a:lnTo>
                      <a:pt x="1206" y="972"/>
                    </a:lnTo>
                    <a:lnTo>
                      <a:pt x="1260" y="942"/>
                    </a:lnTo>
                    <a:lnTo>
                      <a:pt x="1296" y="942"/>
                    </a:lnTo>
                    <a:lnTo>
                      <a:pt x="1314" y="936"/>
                    </a:lnTo>
                    <a:lnTo>
                      <a:pt x="1326" y="936"/>
                    </a:lnTo>
                    <a:lnTo>
                      <a:pt x="1338" y="930"/>
                    </a:lnTo>
                    <a:lnTo>
                      <a:pt x="1368" y="900"/>
                    </a:lnTo>
                    <a:lnTo>
                      <a:pt x="1380" y="900"/>
                    </a:lnTo>
                    <a:lnTo>
                      <a:pt x="1404" y="888"/>
                    </a:lnTo>
                    <a:lnTo>
                      <a:pt x="1416" y="888"/>
                    </a:lnTo>
                    <a:lnTo>
                      <a:pt x="1428" y="882"/>
                    </a:lnTo>
                    <a:lnTo>
                      <a:pt x="1434" y="876"/>
                    </a:lnTo>
                    <a:lnTo>
                      <a:pt x="1434" y="864"/>
                    </a:lnTo>
                    <a:lnTo>
                      <a:pt x="1422" y="864"/>
                    </a:lnTo>
                    <a:lnTo>
                      <a:pt x="1428" y="858"/>
                    </a:lnTo>
                    <a:lnTo>
                      <a:pt x="1452" y="846"/>
                    </a:lnTo>
                    <a:lnTo>
                      <a:pt x="1458" y="840"/>
                    </a:lnTo>
                    <a:lnTo>
                      <a:pt x="1470" y="834"/>
                    </a:lnTo>
                    <a:lnTo>
                      <a:pt x="1476" y="828"/>
                    </a:lnTo>
                    <a:lnTo>
                      <a:pt x="1488" y="828"/>
                    </a:lnTo>
                    <a:lnTo>
                      <a:pt x="1500" y="822"/>
                    </a:lnTo>
                    <a:lnTo>
                      <a:pt x="1512" y="822"/>
                    </a:lnTo>
                    <a:lnTo>
                      <a:pt x="1518" y="816"/>
                    </a:lnTo>
                    <a:lnTo>
                      <a:pt x="1524" y="816"/>
                    </a:lnTo>
                    <a:lnTo>
                      <a:pt x="1596" y="786"/>
                    </a:lnTo>
                    <a:lnTo>
                      <a:pt x="1590" y="768"/>
                    </a:lnTo>
                    <a:lnTo>
                      <a:pt x="1602" y="768"/>
                    </a:lnTo>
                    <a:lnTo>
                      <a:pt x="1608" y="774"/>
                    </a:lnTo>
                    <a:lnTo>
                      <a:pt x="1626" y="774"/>
                    </a:lnTo>
                    <a:lnTo>
                      <a:pt x="1638" y="762"/>
                    </a:lnTo>
                    <a:lnTo>
                      <a:pt x="1650" y="762"/>
                    </a:lnTo>
                    <a:lnTo>
                      <a:pt x="1674" y="750"/>
                    </a:lnTo>
                    <a:lnTo>
                      <a:pt x="1680" y="744"/>
                    </a:lnTo>
                    <a:lnTo>
                      <a:pt x="1704" y="732"/>
                    </a:lnTo>
                    <a:lnTo>
                      <a:pt x="1740" y="720"/>
                    </a:lnTo>
                    <a:lnTo>
                      <a:pt x="1770" y="708"/>
                    </a:lnTo>
                    <a:lnTo>
                      <a:pt x="1794" y="702"/>
                    </a:lnTo>
                    <a:lnTo>
                      <a:pt x="1812" y="702"/>
                    </a:lnTo>
                    <a:lnTo>
                      <a:pt x="1818" y="708"/>
                    </a:lnTo>
                    <a:lnTo>
                      <a:pt x="1842" y="720"/>
                    </a:lnTo>
                    <a:lnTo>
                      <a:pt x="1848" y="726"/>
                    </a:lnTo>
                    <a:lnTo>
                      <a:pt x="1812" y="726"/>
                    </a:lnTo>
                    <a:lnTo>
                      <a:pt x="1794" y="714"/>
                    </a:lnTo>
                    <a:lnTo>
                      <a:pt x="1758" y="738"/>
                    </a:lnTo>
                    <a:lnTo>
                      <a:pt x="1728" y="738"/>
                    </a:lnTo>
                    <a:lnTo>
                      <a:pt x="1722" y="744"/>
                    </a:lnTo>
                    <a:lnTo>
                      <a:pt x="1710" y="750"/>
                    </a:lnTo>
                    <a:lnTo>
                      <a:pt x="1704" y="762"/>
                    </a:lnTo>
                    <a:lnTo>
                      <a:pt x="1692" y="768"/>
                    </a:lnTo>
                    <a:lnTo>
                      <a:pt x="1686" y="774"/>
                    </a:lnTo>
                    <a:lnTo>
                      <a:pt x="1680" y="774"/>
                    </a:lnTo>
                    <a:lnTo>
                      <a:pt x="1668" y="780"/>
                    </a:lnTo>
                    <a:lnTo>
                      <a:pt x="1656" y="780"/>
                    </a:lnTo>
                    <a:lnTo>
                      <a:pt x="1638" y="786"/>
                    </a:lnTo>
                    <a:lnTo>
                      <a:pt x="1614" y="798"/>
                    </a:lnTo>
                    <a:lnTo>
                      <a:pt x="1614" y="804"/>
                    </a:lnTo>
                    <a:lnTo>
                      <a:pt x="1620" y="810"/>
                    </a:lnTo>
                    <a:lnTo>
                      <a:pt x="1632" y="816"/>
                    </a:lnTo>
                    <a:lnTo>
                      <a:pt x="1650" y="816"/>
                    </a:lnTo>
                    <a:lnTo>
                      <a:pt x="1644" y="816"/>
                    </a:lnTo>
                    <a:lnTo>
                      <a:pt x="1638" y="822"/>
                    </a:lnTo>
                    <a:lnTo>
                      <a:pt x="1632" y="822"/>
                    </a:lnTo>
                    <a:lnTo>
                      <a:pt x="1620" y="828"/>
                    </a:lnTo>
                    <a:lnTo>
                      <a:pt x="1572" y="828"/>
                    </a:lnTo>
                    <a:lnTo>
                      <a:pt x="1566" y="834"/>
                    </a:lnTo>
                    <a:lnTo>
                      <a:pt x="1560" y="834"/>
                    </a:lnTo>
                    <a:lnTo>
                      <a:pt x="1560" y="846"/>
                    </a:lnTo>
                    <a:lnTo>
                      <a:pt x="1572" y="858"/>
                    </a:lnTo>
                    <a:lnTo>
                      <a:pt x="1584" y="858"/>
                    </a:lnTo>
                    <a:lnTo>
                      <a:pt x="1596" y="852"/>
                    </a:lnTo>
                    <a:lnTo>
                      <a:pt x="1638" y="834"/>
                    </a:lnTo>
                    <a:lnTo>
                      <a:pt x="1680" y="810"/>
                    </a:lnTo>
                    <a:lnTo>
                      <a:pt x="1722" y="798"/>
                    </a:lnTo>
                    <a:lnTo>
                      <a:pt x="1788" y="798"/>
                    </a:lnTo>
                    <a:lnTo>
                      <a:pt x="1818" y="792"/>
                    </a:lnTo>
                    <a:lnTo>
                      <a:pt x="1824" y="786"/>
                    </a:lnTo>
                    <a:lnTo>
                      <a:pt x="1848" y="774"/>
                    </a:lnTo>
                    <a:lnTo>
                      <a:pt x="1854" y="762"/>
                    </a:lnTo>
                    <a:lnTo>
                      <a:pt x="1866" y="756"/>
                    </a:lnTo>
                    <a:lnTo>
                      <a:pt x="1872" y="750"/>
                    </a:lnTo>
                    <a:lnTo>
                      <a:pt x="1866" y="738"/>
                    </a:lnTo>
                    <a:lnTo>
                      <a:pt x="1878" y="732"/>
                    </a:lnTo>
                    <a:lnTo>
                      <a:pt x="1908" y="720"/>
                    </a:lnTo>
                    <a:lnTo>
                      <a:pt x="1944" y="714"/>
                    </a:lnTo>
                    <a:lnTo>
                      <a:pt x="1962" y="708"/>
                    </a:lnTo>
                    <a:lnTo>
                      <a:pt x="1968" y="708"/>
                    </a:lnTo>
                    <a:lnTo>
                      <a:pt x="1980" y="720"/>
                    </a:lnTo>
                    <a:lnTo>
                      <a:pt x="1980" y="726"/>
                    </a:lnTo>
                    <a:lnTo>
                      <a:pt x="2046" y="702"/>
                    </a:lnTo>
                    <a:lnTo>
                      <a:pt x="2004" y="738"/>
                    </a:lnTo>
                    <a:lnTo>
                      <a:pt x="2022" y="744"/>
                    </a:lnTo>
                    <a:lnTo>
                      <a:pt x="2022" y="762"/>
                    </a:lnTo>
                    <a:lnTo>
                      <a:pt x="2028" y="762"/>
                    </a:lnTo>
                    <a:lnTo>
                      <a:pt x="2034" y="756"/>
                    </a:lnTo>
                    <a:lnTo>
                      <a:pt x="2094" y="726"/>
                    </a:lnTo>
                    <a:lnTo>
                      <a:pt x="2082" y="732"/>
                    </a:lnTo>
                    <a:lnTo>
                      <a:pt x="2076" y="744"/>
                    </a:lnTo>
                    <a:lnTo>
                      <a:pt x="2064" y="750"/>
                    </a:lnTo>
                    <a:lnTo>
                      <a:pt x="2058" y="762"/>
                    </a:lnTo>
                    <a:lnTo>
                      <a:pt x="2046" y="774"/>
                    </a:lnTo>
                    <a:lnTo>
                      <a:pt x="2052" y="780"/>
                    </a:lnTo>
                    <a:lnTo>
                      <a:pt x="2064" y="780"/>
                    </a:lnTo>
                    <a:lnTo>
                      <a:pt x="2076" y="786"/>
                    </a:lnTo>
                    <a:lnTo>
                      <a:pt x="2106" y="786"/>
                    </a:lnTo>
                    <a:lnTo>
                      <a:pt x="2208" y="798"/>
                    </a:lnTo>
                    <a:lnTo>
                      <a:pt x="2238" y="780"/>
                    </a:lnTo>
                    <a:lnTo>
                      <a:pt x="2232" y="786"/>
                    </a:lnTo>
                    <a:lnTo>
                      <a:pt x="2232" y="810"/>
                    </a:lnTo>
                    <a:lnTo>
                      <a:pt x="2298" y="810"/>
                    </a:lnTo>
                    <a:lnTo>
                      <a:pt x="2334" y="804"/>
                    </a:lnTo>
                    <a:lnTo>
                      <a:pt x="2328" y="804"/>
                    </a:lnTo>
                    <a:lnTo>
                      <a:pt x="2322" y="810"/>
                    </a:lnTo>
                    <a:lnTo>
                      <a:pt x="2310" y="810"/>
                    </a:lnTo>
                    <a:lnTo>
                      <a:pt x="2286" y="822"/>
                    </a:lnTo>
                    <a:lnTo>
                      <a:pt x="2280" y="828"/>
                    </a:lnTo>
                    <a:lnTo>
                      <a:pt x="2280" y="834"/>
                    </a:lnTo>
                    <a:lnTo>
                      <a:pt x="2292" y="846"/>
                    </a:lnTo>
                    <a:lnTo>
                      <a:pt x="2304" y="852"/>
                    </a:lnTo>
                    <a:lnTo>
                      <a:pt x="2310" y="858"/>
                    </a:lnTo>
                    <a:lnTo>
                      <a:pt x="2310" y="882"/>
                    </a:lnTo>
                    <a:lnTo>
                      <a:pt x="2316" y="888"/>
                    </a:lnTo>
                    <a:lnTo>
                      <a:pt x="2316" y="900"/>
                    </a:lnTo>
                    <a:lnTo>
                      <a:pt x="2322" y="912"/>
                    </a:lnTo>
                    <a:lnTo>
                      <a:pt x="2358" y="912"/>
                    </a:lnTo>
                    <a:lnTo>
                      <a:pt x="2370" y="906"/>
                    </a:lnTo>
                    <a:lnTo>
                      <a:pt x="2388" y="906"/>
                    </a:lnTo>
                    <a:lnTo>
                      <a:pt x="2382" y="876"/>
                    </a:lnTo>
                    <a:lnTo>
                      <a:pt x="2400" y="870"/>
                    </a:lnTo>
                    <a:lnTo>
                      <a:pt x="2412" y="888"/>
                    </a:lnTo>
                    <a:lnTo>
                      <a:pt x="2442" y="876"/>
                    </a:lnTo>
                    <a:lnTo>
                      <a:pt x="2430" y="888"/>
                    </a:lnTo>
                    <a:lnTo>
                      <a:pt x="2430" y="900"/>
                    </a:lnTo>
                    <a:lnTo>
                      <a:pt x="2424" y="906"/>
                    </a:lnTo>
                    <a:lnTo>
                      <a:pt x="2424" y="912"/>
                    </a:lnTo>
                    <a:lnTo>
                      <a:pt x="2430" y="918"/>
                    </a:lnTo>
                    <a:lnTo>
                      <a:pt x="2436" y="918"/>
                    </a:lnTo>
                    <a:lnTo>
                      <a:pt x="2448" y="912"/>
                    </a:lnTo>
                    <a:lnTo>
                      <a:pt x="2454" y="906"/>
                    </a:lnTo>
                    <a:lnTo>
                      <a:pt x="2460" y="894"/>
                    </a:lnTo>
                    <a:lnTo>
                      <a:pt x="2466" y="888"/>
                    </a:lnTo>
                    <a:lnTo>
                      <a:pt x="2472" y="876"/>
                    </a:lnTo>
                    <a:lnTo>
                      <a:pt x="2502" y="834"/>
                    </a:lnTo>
                    <a:lnTo>
                      <a:pt x="2478" y="900"/>
                    </a:lnTo>
                    <a:lnTo>
                      <a:pt x="2484" y="924"/>
                    </a:lnTo>
                    <a:lnTo>
                      <a:pt x="2520" y="912"/>
                    </a:lnTo>
                    <a:lnTo>
                      <a:pt x="2496" y="936"/>
                    </a:lnTo>
                    <a:lnTo>
                      <a:pt x="2520" y="954"/>
                    </a:lnTo>
                    <a:lnTo>
                      <a:pt x="2502" y="954"/>
                    </a:lnTo>
                    <a:lnTo>
                      <a:pt x="2502" y="972"/>
                    </a:lnTo>
                    <a:lnTo>
                      <a:pt x="2472" y="990"/>
                    </a:lnTo>
                    <a:lnTo>
                      <a:pt x="2454" y="1002"/>
                    </a:lnTo>
                    <a:lnTo>
                      <a:pt x="2484" y="1020"/>
                    </a:lnTo>
                    <a:lnTo>
                      <a:pt x="2478" y="1050"/>
                    </a:lnTo>
                    <a:lnTo>
                      <a:pt x="2460" y="1068"/>
                    </a:lnTo>
                    <a:lnTo>
                      <a:pt x="2478" y="1080"/>
                    </a:lnTo>
                    <a:lnTo>
                      <a:pt x="2460" y="1098"/>
                    </a:lnTo>
                    <a:lnTo>
                      <a:pt x="2490" y="1098"/>
                    </a:lnTo>
                    <a:lnTo>
                      <a:pt x="2526" y="1086"/>
                    </a:lnTo>
                    <a:lnTo>
                      <a:pt x="2496" y="1122"/>
                    </a:lnTo>
                    <a:lnTo>
                      <a:pt x="2478" y="1140"/>
                    </a:lnTo>
                    <a:lnTo>
                      <a:pt x="2502" y="1146"/>
                    </a:lnTo>
                    <a:lnTo>
                      <a:pt x="2454" y="1164"/>
                    </a:lnTo>
                    <a:lnTo>
                      <a:pt x="2436" y="1176"/>
                    </a:lnTo>
                    <a:lnTo>
                      <a:pt x="2454" y="1188"/>
                    </a:lnTo>
                    <a:lnTo>
                      <a:pt x="2454" y="1200"/>
                    </a:lnTo>
                    <a:lnTo>
                      <a:pt x="2472" y="1188"/>
                    </a:lnTo>
                    <a:lnTo>
                      <a:pt x="2490" y="1182"/>
                    </a:lnTo>
                    <a:lnTo>
                      <a:pt x="2502" y="1170"/>
                    </a:lnTo>
                    <a:lnTo>
                      <a:pt x="2514" y="1164"/>
                    </a:lnTo>
                    <a:lnTo>
                      <a:pt x="2532" y="1146"/>
                    </a:lnTo>
                    <a:lnTo>
                      <a:pt x="2538" y="1134"/>
                    </a:lnTo>
                    <a:lnTo>
                      <a:pt x="2538" y="1122"/>
                    </a:lnTo>
                    <a:lnTo>
                      <a:pt x="2550" y="1116"/>
                    </a:lnTo>
                    <a:lnTo>
                      <a:pt x="2562" y="1104"/>
                    </a:lnTo>
                    <a:lnTo>
                      <a:pt x="2574" y="1098"/>
                    </a:lnTo>
                    <a:lnTo>
                      <a:pt x="2574" y="1086"/>
                    </a:lnTo>
                    <a:lnTo>
                      <a:pt x="2568" y="1080"/>
                    </a:lnTo>
                    <a:lnTo>
                      <a:pt x="2562" y="1080"/>
                    </a:lnTo>
                    <a:close/>
                    <a:moveTo>
                      <a:pt x="2394" y="1056"/>
                    </a:moveTo>
                    <a:lnTo>
                      <a:pt x="2400" y="1062"/>
                    </a:lnTo>
                    <a:lnTo>
                      <a:pt x="2418" y="1062"/>
                    </a:lnTo>
                    <a:lnTo>
                      <a:pt x="2436" y="1044"/>
                    </a:lnTo>
                    <a:lnTo>
                      <a:pt x="2460" y="1038"/>
                    </a:lnTo>
                    <a:lnTo>
                      <a:pt x="2454" y="1020"/>
                    </a:lnTo>
                    <a:lnTo>
                      <a:pt x="2430" y="1020"/>
                    </a:lnTo>
                    <a:lnTo>
                      <a:pt x="2418" y="1026"/>
                    </a:lnTo>
                    <a:lnTo>
                      <a:pt x="2412" y="1032"/>
                    </a:lnTo>
                    <a:lnTo>
                      <a:pt x="2406" y="1044"/>
                    </a:lnTo>
                    <a:lnTo>
                      <a:pt x="2394" y="1050"/>
                    </a:lnTo>
                    <a:lnTo>
                      <a:pt x="2394" y="1056"/>
                    </a:lnTo>
                    <a:close/>
                    <a:moveTo>
                      <a:pt x="2376" y="984"/>
                    </a:moveTo>
                    <a:lnTo>
                      <a:pt x="2358" y="984"/>
                    </a:lnTo>
                    <a:lnTo>
                      <a:pt x="2346" y="990"/>
                    </a:lnTo>
                    <a:lnTo>
                      <a:pt x="2334" y="1002"/>
                    </a:lnTo>
                    <a:lnTo>
                      <a:pt x="2334" y="1014"/>
                    </a:lnTo>
                    <a:lnTo>
                      <a:pt x="2322" y="1026"/>
                    </a:lnTo>
                    <a:lnTo>
                      <a:pt x="2322" y="1044"/>
                    </a:lnTo>
                    <a:lnTo>
                      <a:pt x="2310" y="1056"/>
                    </a:lnTo>
                    <a:lnTo>
                      <a:pt x="2310" y="1074"/>
                    </a:lnTo>
                    <a:lnTo>
                      <a:pt x="2316" y="1080"/>
                    </a:lnTo>
                    <a:lnTo>
                      <a:pt x="2322" y="1074"/>
                    </a:lnTo>
                    <a:lnTo>
                      <a:pt x="2328" y="1062"/>
                    </a:lnTo>
                    <a:lnTo>
                      <a:pt x="2340" y="1050"/>
                    </a:lnTo>
                    <a:lnTo>
                      <a:pt x="2352" y="1044"/>
                    </a:lnTo>
                    <a:lnTo>
                      <a:pt x="2376" y="1020"/>
                    </a:lnTo>
                    <a:lnTo>
                      <a:pt x="2382" y="1008"/>
                    </a:lnTo>
                    <a:lnTo>
                      <a:pt x="2382" y="990"/>
                    </a:lnTo>
                    <a:lnTo>
                      <a:pt x="2376" y="984"/>
                    </a:lnTo>
                    <a:close/>
                    <a:moveTo>
                      <a:pt x="786" y="810"/>
                    </a:moveTo>
                    <a:lnTo>
                      <a:pt x="798" y="810"/>
                    </a:lnTo>
                    <a:lnTo>
                      <a:pt x="834" y="798"/>
                    </a:lnTo>
                    <a:lnTo>
                      <a:pt x="858" y="786"/>
                    </a:lnTo>
                    <a:lnTo>
                      <a:pt x="864" y="780"/>
                    </a:lnTo>
                    <a:lnTo>
                      <a:pt x="870" y="780"/>
                    </a:lnTo>
                    <a:lnTo>
                      <a:pt x="864" y="774"/>
                    </a:lnTo>
                    <a:lnTo>
                      <a:pt x="828" y="762"/>
                    </a:lnTo>
                    <a:lnTo>
                      <a:pt x="810" y="762"/>
                    </a:lnTo>
                    <a:lnTo>
                      <a:pt x="798" y="768"/>
                    </a:lnTo>
                    <a:lnTo>
                      <a:pt x="792" y="774"/>
                    </a:lnTo>
                    <a:lnTo>
                      <a:pt x="786" y="768"/>
                    </a:lnTo>
                    <a:lnTo>
                      <a:pt x="774" y="768"/>
                    </a:lnTo>
                    <a:lnTo>
                      <a:pt x="768" y="774"/>
                    </a:lnTo>
                    <a:lnTo>
                      <a:pt x="768" y="804"/>
                    </a:lnTo>
                    <a:lnTo>
                      <a:pt x="774" y="810"/>
                    </a:lnTo>
                    <a:lnTo>
                      <a:pt x="786" y="810"/>
                    </a:lnTo>
                    <a:close/>
                    <a:moveTo>
                      <a:pt x="0" y="1332"/>
                    </a:moveTo>
                    <a:lnTo>
                      <a:pt x="60" y="1320"/>
                    </a:lnTo>
                    <a:lnTo>
                      <a:pt x="72" y="1302"/>
                    </a:lnTo>
                    <a:lnTo>
                      <a:pt x="132" y="1296"/>
                    </a:lnTo>
                    <a:lnTo>
                      <a:pt x="114" y="1272"/>
                    </a:lnTo>
                    <a:lnTo>
                      <a:pt x="0" y="1332"/>
                    </a:lnTo>
                    <a:close/>
                    <a:moveTo>
                      <a:pt x="1362" y="954"/>
                    </a:moveTo>
                    <a:lnTo>
                      <a:pt x="1350" y="954"/>
                    </a:lnTo>
                    <a:lnTo>
                      <a:pt x="1338" y="960"/>
                    </a:lnTo>
                    <a:lnTo>
                      <a:pt x="1332" y="954"/>
                    </a:lnTo>
                    <a:lnTo>
                      <a:pt x="1314" y="954"/>
                    </a:lnTo>
                    <a:lnTo>
                      <a:pt x="1314" y="978"/>
                    </a:lnTo>
                    <a:lnTo>
                      <a:pt x="1290" y="996"/>
                    </a:lnTo>
                    <a:lnTo>
                      <a:pt x="1290" y="972"/>
                    </a:lnTo>
                    <a:lnTo>
                      <a:pt x="1278" y="966"/>
                    </a:lnTo>
                    <a:lnTo>
                      <a:pt x="1272" y="966"/>
                    </a:lnTo>
                    <a:lnTo>
                      <a:pt x="1248" y="978"/>
                    </a:lnTo>
                    <a:lnTo>
                      <a:pt x="1242" y="978"/>
                    </a:lnTo>
                    <a:lnTo>
                      <a:pt x="1230" y="990"/>
                    </a:lnTo>
                    <a:lnTo>
                      <a:pt x="1224" y="1002"/>
                    </a:lnTo>
                    <a:lnTo>
                      <a:pt x="1218" y="1008"/>
                    </a:lnTo>
                    <a:lnTo>
                      <a:pt x="1218" y="1014"/>
                    </a:lnTo>
                    <a:lnTo>
                      <a:pt x="1224" y="1014"/>
                    </a:lnTo>
                    <a:lnTo>
                      <a:pt x="1230" y="1020"/>
                    </a:lnTo>
                    <a:lnTo>
                      <a:pt x="1278" y="1020"/>
                    </a:lnTo>
                    <a:lnTo>
                      <a:pt x="1296" y="1014"/>
                    </a:lnTo>
                    <a:lnTo>
                      <a:pt x="1308" y="1014"/>
                    </a:lnTo>
                    <a:lnTo>
                      <a:pt x="1320" y="1008"/>
                    </a:lnTo>
                    <a:lnTo>
                      <a:pt x="1320" y="996"/>
                    </a:lnTo>
                    <a:lnTo>
                      <a:pt x="1350" y="990"/>
                    </a:lnTo>
                    <a:lnTo>
                      <a:pt x="1350" y="984"/>
                    </a:lnTo>
                    <a:lnTo>
                      <a:pt x="1386" y="978"/>
                    </a:lnTo>
                    <a:lnTo>
                      <a:pt x="1398" y="954"/>
                    </a:lnTo>
                    <a:lnTo>
                      <a:pt x="1380" y="960"/>
                    </a:lnTo>
                    <a:lnTo>
                      <a:pt x="1374" y="954"/>
                    </a:lnTo>
                    <a:lnTo>
                      <a:pt x="1362" y="954"/>
                    </a:lnTo>
                    <a:close/>
                    <a:moveTo>
                      <a:pt x="162" y="1290"/>
                    </a:moveTo>
                    <a:lnTo>
                      <a:pt x="204" y="1290"/>
                    </a:lnTo>
                    <a:lnTo>
                      <a:pt x="240" y="1260"/>
                    </a:lnTo>
                    <a:lnTo>
                      <a:pt x="228" y="1242"/>
                    </a:lnTo>
                    <a:lnTo>
                      <a:pt x="162" y="1290"/>
                    </a:lnTo>
                    <a:close/>
                    <a:moveTo>
                      <a:pt x="2466" y="1140"/>
                    </a:moveTo>
                    <a:lnTo>
                      <a:pt x="2472" y="1128"/>
                    </a:lnTo>
                    <a:lnTo>
                      <a:pt x="2454" y="1110"/>
                    </a:lnTo>
                    <a:lnTo>
                      <a:pt x="2448" y="1110"/>
                    </a:lnTo>
                    <a:lnTo>
                      <a:pt x="2436" y="1122"/>
                    </a:lnTo>
                    <a:lnTo>
                      <a:pt x="2430" y="1134"/>
                    </a:lnTo>
                    <a:lnTo>
                      <a:pt x="2424" y="1152"/>
                    </a:lnTo>
                    <a:lnTo>
                      <a:pt x="2418" y="1164"/>
                    </a:lnTo>
                    <a:lnTo>
                      <a:pt x="2418" y="1176"/>
                    </a:lnTo>
                    <a:lnTo>
                      <a:pt x="2436" y="1158"/>
                    </a:lnTo>
                    <a:lnTo>
                      <a:pt x="2454" y="1158"/>
                    </a:lnTo>
                    <a:lnTo>
                      <a:pt x="2460" y="1152"/>
                    </a:lnTo>
                    <a:lnTo>
                      <a:pt x="2466" y="1140"/>
                    </a:lnTo>
                    <a:close/>
                    <a:moveTo>
                      <a:pt x="1428" y="912"/>
                    </a:moveTo>
                    <a:lnTo>
                      <a:pt x="1404" y="924"/>
                    </a:lnTo>
                    <a:lnTo>
                      <a:pt x="1386" y="942"/>
                    </a:lnTo>
                    <a:lnTo>
                      <a:pt x="1386" y="948"/>
                    </a:lnTo>
                    <a:lnTo>
                      <a:pt x="1398" y="954"/>
                    </a:lnTo>
                    <a:lnTo>
                      <a:pt x="1410" y="954"/>
                    </a:lnTo>
                    <a:lnTo>
                      <a:pt x="1422" y="948"/>
                    </a:lnTo>
                    <a:lnTo>
                      <a:pt x="1428" y="948"/>
                    </a:lnTo>
                    <a:lnTo>
                      <a:pt x="1440" y="942"/>
                    </a:lnTo>
                    <a:lnTo>
                      <a:pt x="1446" y="930"/>
                    </a:lnTo>
                    <a:lnTo>
                      <a:pt x="1470" y="930"/>
                    </a:lnTo>
                    <a:lnTo>
                      <a:pt x="1470" y="924"/>
                    </a:lnTo>
                    <a:lnTo>
                      <a:pt x="1458" y="912"/>
                    </a:lnTo>
                    <a:lnTo>
                      <a:pt x="1452" y="912"/>
                    </a:lnTo>
                    <a:lnTo>
                      <a:pt x="1440" y="906"/>
                    </a:lnTo>
                    <a:lnTo>
                      <a:pt x="1428" y="912"/>
                    </a:lnTo>
                    <a:close/>
                    <a:moveTo>
                      <a:pt x="498" y="1164"/>
                    </a:moveTo>
                    <a:lnTo>
                      <a:pt x="486" y="1164"/>
                    </a:lnTo>
                    <a:lnTo>
                      <a:pt x="474" y="1170"/>
                    </a:lnTo>
                    <a:lnTo>
                      <a:pt x="462" y="1170"/>
                    </a:lnTo>
                    <a:lnTo>
                      <a:pt x="450" y="1176"/>
                    </a:lnTo>
                    <a:lnTo>
                      <a:pt x="444" y="1182"/>
                    </a:lnTo>
                    <a:lnTo>
                      <a:pt x="432" y="1182"/>
                    </a:lnTo>
                    <a:lnTo>
                      <a:pt x="426" y="1188"/>
                    </a:lnTo>
                    <a:lnTo>
                      <a:pt x="414" y="1188"/>
                    </a:lnTo>
                    <a:lnTo>
                      <a:pt x="390" y="1200"/>
                    </a:lnTo>
                    <a:lnTo>
                      <a:pt x="384" y="1206"/>
                    </a:lnTo>
                    <a:lnTo>
                      <a:pt x="384" y="1218"/>
                    </a:lnTo>
                    <a:lnTo>
                      <a:pt x="402" y="1218"/>
                    </a:lnTo>
                    <a:lnTo>
                      <a:pt x="420" y="1212"/>
                    </a:lnTo>
                    <a:lnTo>
                      <a:pt x="432" y="1206"/>
                    </a:lnTo>
                    <a:lnTo>
                      <a:pt x="504" y="1206"/>
                    </a:lnTo>
                    <a:lnTo>
                      <a:pt x="510" y="1200"/>
                    </a:lnTo>
                    <a:lnTo>
                      <a:pt x="510" y="1176"/>
                    </a:lnTo>
                    <a:lnTo>
                      <a:pt x="498" y="1164"/>
                    </a:lnTo>
                    <a:close/>
                    <a:moveTo>
                      <a:pt x="330" y="1242"/>
                    </a:moveTo>
                    <a:lnTo>
                      <a:pt x="330" y="1224"/>
                    </a:lnTo>
                    <a:lnTo>
                      <a:pt x="276" y="1242"/>
                    </a:lnTo>
                    <a:lnTo>
                      <a:pt x="330" y="12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9" name="USA" descr="© INSCALE GmbH, 05.05.2010&#10;http://www.presentationload.com/">
                <a:extLst>
                  <a:ext uri="{FF2B5EF4-FFF2-40B4-BE49-F238E27FC236}">
                    <a16:creationId xmlns:a16="http://schemas.microsoft.com/office/drawing/2014/main" id="{3605D6BE-0F54-C142-9460-B6ADE37A850C}"/>
                  </a:ext>
                </a:extLst>
              </p:cNvPr>
              <p:cNvSpPr>
                <a:spLocks noEditPoints="1"/>
              </p:cNvSpPr>
              <p:nvPr/>
            </p:nvSpPr>
            <p:spPr bwMode="gray">
              <a:xfrm>
                <a:off x="2315627" y="2473411"/>
                <a:ext cx="1646927" cy="816890"/>
              </a:xfrm>
              <a:custGeom>
                <a:avLst/>
                <a:gdLst>
                  <a:gd name="T0" fmla="*/ 2147483647 w 3918"/>
                  <a:gd name="T1" fmla="*/ 2147483647 h 1944"/>
                  <a:gd name="T2" fmla="*/ 2147483647 w 3918"/>
                  <a:gd name="T3" fmla="*/ 2147483647 h 1944"/>
                  <a:gd name="T4" fmla="*/ 2147483647 w 3918"/>
                  <a:gd name="T5" fmla="*/ 2147483647 h 1944"/>
                  <a:gd name="T6" fmla="*/ 2147483647 w 3918"/>
                  <a:gd name="T7" fmla="*/ 2147483647 h 1944"/>
                  <a:gd name="T8" fmla="*/ 2147483647 w 3918"/>
                  <a:gd name="T9" fmla="*/ 2147483647 h 1944"/>
                  <a:gd name="T10" fmla="*/ 2147483647 w 3918"/>
                  <a:gd name="T11" fmla="*/ 2147483647 h 1944"/>
                  <a:gd name="T12" fmla="*/ 2147483647 w 3918"/>
                  <a:gd name="T13" fmla="*/ 2147483647 h 1944"/>
                  <a:gd name="T14" fmla="*/ 2147483647 w 3918"/>
                  <a:gd name="T15" fmla="*/ 2147483647 h 1944"/>
                  <a:gd name="T16" fmla="*/ 2147483647 w 3918"/>
                  <a:gd name="T17" fmla="*/ 2147483647 h 1944"/>
                  <a:gd name="T18" fmla="*/ 2147483647 w 3918"/>
                  <a:gd name="T19" fmla="*/ 2147483647 h 1944"/>
                  <a:gd name="T20" fmla="*/ 2147483647 w 3918"/>
                  <a:gd name="T21" fmla="*/ 2147483647 h 1944"/>
                  <a:gd name="T22" fmla="*/ 2147483647 w 3918"/>
                  <a:gd name="T23" fmla="*/ 2147483647 h 1944"/>
                  <a:gd name="T24" fmla="*/ 2147483647 w 3918"/>
                  <a:gd name="T25" fmla="*/ 2147483647 h 1944"/>
                  <a:gd name="T26" fmla="*/ 2147483647 w 3918"/>
                  <a:gd name="T27" fmla="*/ 2147483647 h 1944"/>
                  <a:gd name="T28" fmla="*/ 2147483647 w 3918"/>
                  <a:gd name="T29" fmla="*/ 2147483647 h 1944"/>
                  <a:gd name="T30" fmla="*/ 2147483647 w 3918"/>
                  <a:gd name="T31" fmla="*/ 2147483647 h 1944"/>
                  <a:gd name="T32" fmla="*/ 2147483647 w 3918"/>
                  <a:gd name="T33" fmla="*/ 2147483647 h 1944"/>
                  <a:gd name="T34" fmla="*/ 2147483647 w 3918"/>
                  <a:gd name="T35" fmla="*/ 2147483647 h 1944"/>
                  <a:gd name="T36" fmla="*/ 2147483647 w 3918"/>
                  <a:gd name="T37" fmla="*/ 2147483647 h 1944"/>
                  <a:gd name="T38" fmla="*/ 2147483647 w 3918"/>
                  <a:gd name="T39" fmla="*/ 2147483647 h 1944"/>
                  <a:gd name="T40" fmla="*/ 2147483647 w 3918"/>
                  <a:gd name="T41" fmla="*/ 2147483647 h 1944"/>
                  <a:gd name="T42" fmla="*/ 2147483647 w 3918"/>
                  <a:gd name="T43" fmla="*/ 2147483647 h 1944"/>
                  <a:gd name="T44" fmla="*/ 2147483647 w 3918"/>
                  <a:gd name="T45" fmla="*/ 2147483647 h 1944"/>
                  <a:gd name="T46" fmla="*/ 2147483647 w 3918"/>
                  <a:gd name="T47" fmla="*/ 2147483647 h 1944"/>
                  <a:gd name="T48" fmla="*/ 2147483647 w 3918"/>
                  <a:gd name="T49" fmla="*/ 2147483647 h 1944"/>
                  <a:gd name="T50" fmla="*/ 2147483647 w 3918"/>
                  <a:gd name="T51" fmla="*/ 2147483647 h 1944"/>
                  <a:gd name="T52" fmla="*/ 2147483647 w 3918"/>
                  <a:gd name="T53" fmla="*/ 2147483647 h 1944"/>
                  <a:gd name="T54" fmla="*/ 2147483647 w 3918"/>
                  <a:gd name="T55" fmla="*/ 2147483647 h 1944"/>
                  <a:gd name="T56" fmla="*/ 2147483647 w 3918"/>
                  <a:gd name="T57" fmla="*/ 2147483647 h 1944"/>
                  <a:gd name="T58" fmla="*/ 2147483647 w 3918"/>
                  <a:gd name="T59" fmla="*/ 2147483647 h 1944"/>
                  <a:gd name="T60" fmla="*/ 2147483647 w 3918"/>
                  <a:gd name="T61" fmla="*/ 2147483647 h 1944"/>
                  <a:gd name="T62" fmla="*/ 2147483647 w 3918"/>
                  <a:gd name="T63" fmla="*/ 2147483647 h 1944"/>
                  <a:gd name="T64" fmla="*/ 2147483647 w 3918"/>
                  <a:gd name="T65" fmla="*/ 2147483647 h 1944"/>
                  <a:gd name="T66" fmla="*/ 2147483647 w 3918"/>
                  <a:gd name="T67" fmla="*/ 2147483647 h 1944"/>
                  <a:gd name="T68" fmla="*/ 2147483647 w 3918"/>
                  <a:gd name="T69" fmla="*/ 2147483647 h 1944"/>
                  <a:gd name="T70" fmla="*/ 2147483647 w 3918"/>
                  <a:gd name="T71" fmla="*/ 2147483647 h 1944"/>
                  <a:gd name="T72" fmla="*/ 2147483647 w 3918"/>
                  <a:gd name="T73" fmla="*/ 2147483647 h 1944"/>
                  <a:gd name="T74" fmla="*/ 2147483647 w 3918"/>
                  <a:gd name="T75" fmla="*/ 2147483647 h 1944"/>
                  <a:gd name="T76" fmla="*/ 2147483647 w 3918"/>
                  <a:gd name="T77" fmla="*/ 2147483647 h 1944"/>
                  <a:gd name="T78" fmla="*/ 2147483647 w 3918"/>
                  <a:gd name="T79" fmla="*/ 2147483647 h 1944"/>
                  <a:gd name="T80" fmla="*/ 2147483647 w 3918"/>
                  <a:gd name="T81" fmla="*/ 2147483647 h 1944"/>
                  <a:gd name="T82" fmla="*/ 2147483647 w 3918"/>
                  <a:gd name="T83" fmla="*/ 2147483647 h 1944"/>
                  <a:gd name="T84" fmla="*/ 2147483647 w 3918"/>
                  <a:gd name="T85" fmla="*/ 2147483647 h 1944"/>
                  <a:gd name="T86" fmla="*/ 2147483647 w 3918"/>
                  <a:gd name="T87" fmla="*/ 2147483647 h 1944"/>
                  <a:gd name="T88" fmla="*/ 2147483647 w 3918"/>
                  <a:gd name="T89" fmla="*/ 2147483647 h 1944"/>
                  <a:gd name="T90" fmla="*/ 2147483647 w 3918"/>
                  <a:gd name="T91" fmla="*/ 2147483647 h 1944"/>
                  <a:gd name="T92" fmla="*/ 2147483647 w 3918"/>
                  <a:gd name="T93" fmla="*/ 2147483647 h 1944"/>
                  <a:gd name="T94" fmla="*/ 2147483647 w 3918"/>
                  <a:gd name="T95" fmla="*/ 2147483647 h 1944"/>
                  <a:gd name="T96" fmla="*/ 2147483647 w 3918"/>
                  <a:gd name="T97" fmla="*/ 2147483647 h 1944"/>
                  <a:gd name="T98" fmla="*/ 2147483647 w 3918"/>
                  <a:gd name="T99" fmla="*/ 2147483647 h 1944"/>
                  <a:gd name="T100" fmla="*/ 2147483647 w 3918"/>
                  <a:gd name="T101" fmla="*/ 2147483647 h 1944"/>
                  <a:gd name="T102" fmla="*/ 2147483647 w 3918"/>
                  <a:gd name="T103" fmla="*/ 2147483647 h 1944"/>
                  <a:gd name="T104" fmla="*/ 2147483647 w 3918"/>
                  <a:gd name="T105" fmla="*/ 2147483647 h 1944"/>
                  <a:gd name="T106" fmla="*/ 2147483647 w 3918"/>
                  <a:gd name="T107" fmla="*/ 2147483647 h 1944"/>
                  <a:gd name="T108" fmla="*/ 2147483647 w 3918"/>
                  <a:gd name="T109" fmla="*/ 2147483647 h 1944"/>
                  <a:gd name="T110" fmla="*/ 2147483647 w 3918"/>
                  <a:gd name="T111" fmla="*/ 2147483647 h 1944"/>
                  <a:gd name="T112" fmla="*/ 2147483647 w 3918"/>
                  <a:gd name="T113" fmla="*/ 2147483647 h 1944"/>
                  <a:gd name="T114" fmla="*/ 2147483647 w 3918"/>
                  <a:gd name="T115" fmla="*/ 2147483647 h 1944"/>
                  <a:gd name="T116" fmla="*/ 2147483647 w 3918"/>
                  <a:gd name="T117" fmla="*/ 2147483647 h 1944"/>
                  <a:gd name="T118" fmla="*/ 2147483647 w 3918"/>
                  <a:gd name="T119" fmla="*/ 2147483647 h 1944"/>
                  <a:gd name="T120" fmla="*/ 2147483647 w 3918"/>
                  <a:gd name="T121" fmla="*/ 2147483647 h 1944"/>
                  <a:gd name="T122" fmla="*/ 2147483647 w 3918"/>
                  <a:gd name="T123" fmla="*/ 2147483647 h 1944"/>
                  <a:gd name="T124" fmla="*/ 2147483647 w 3918"/>
                  <a:gd name="T125" fmla="*/ 2147483647 h 19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918"/>
                  <a:gd name="T190" fmla="*/ 0 h 1944"/>
                  <a:gd name="T191" fmla="*/ 3918 w 3918"/>
                  <a:gd name="T192" fmla="*/ 1944 h 194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918" h="1944">
                    <a:moveTo>
                      <a:pt x="3858" y="168"/>
                    </a:moveTo>
                    <a:lnTo>
                      <a:pt x="3852" y="168"/>
                    </a:lnTo>
                    <a:lnTo>
                      <a:pt x="3846" y="162"/>
                    </a:lnTo>
                    <a:lnTo>
                      <a:pt x="3846" y="156"/>
                    </a:lnTo>
                    <a:lnTo>
                      <a:pt x="3840" y="150"/>
                    </a:lnTo>
                    <a:lnTo>
                      <a:pt x="3828" y="150"/>
                    </a:lnTo>
                    <a:lnTo>
                      <a:pt x="3804" y="174"/>
                    </a:lnTo>
                    <a:lnTo>
                      <a:pt x="3798" y="186"/>
                    </a:lnTo>
                    <a:lnTo>
                      <a:pt x="3756" y="210"/>
                    </a:lnTo>
                    <a:lnTo>
                      <a:pt x="3756" y="234"/>
                    </a:lnTo>
                    <a:lnTo>
                      <a:pt x="3744" y="246"/>
                    </a:lnTo>
                    <a:lnTo>
                      <a:pt x="3738" y="246"/>
                    </a:lnTo>
                    <a:lnTo>
                      <a:pt x="3726" y="258"/>
                    </a:lnTo>
                    <a:lnTo>
                      <a:pt x="3720" y="270"/>
                    </a:lnTo>
                    <a:lnTo>
                      <a:pt x="3720" y="294"/>
                    </a:lnTo>
                    <a:lnTo>
                      <a:pt x="3714" y="294"/>
                    </a:lnTo>
                    <a:lnTo>
                      <a:pt x="3708" y="288"/>
                    </a:lnTo>
                    <a:lnTo>
                      <a:pt x="3696" y="288"/>
                    </a:lnTo>
                    <a:lnTo>
                      <a:pt x="3690" y="294"/>
                    </a:lnTo>
                    <a:lnTo>
                      <a:pt x="3678" y="300"/>
                    </a:lnTo>
                    <a:lnTo>
                      <a:pt x="3666" y="312"/>
                    </a:lnTo>
                    <a:lnTo>
                      <a:pt x="3666" y="318"/>
                    </a:lnTo>
                    <a:lnTo>
                      <a:pt x="3660" y="318"/>
                    </a:lnTo>
                    <a:lnTo>
                      <a:pt x="3648" y="324"/>
                    </a:lnTo>
                    <a:lnTo>
                      <a:pt x="3630" y="324"/>
                    </a:lnTo>
                    <a:lnTo>
                      <a:pt x="3618" y="336"/>
                    </a:lnTo>
                    <a:lnTo>
                      <a:pt x="3618" y="342"/>
                    </a:lnTo>
                    <a:lnTo>
                      <a:pt x="3384" y="342"/>
                    </a:lnTo>
                    <a:lnTo>
                      <a:pt x="3372" y="354"/>
                    </a:lnTo>
                    <a:lnTo>
                      <a:pt x="3360" y="360"/>
                    </a:lnTo>
                    <a:lnTo>
                      <a:pt x="3336" y="384"/>
                    </a:lnTo>
                    <a:lnTo>
                      <a:pt x="3324" y="390"/>
                    </a:lnTo>
                    <a:lnTo>
                      <a:pt x="3312" y="402"/>
                    </a:lnTo>
                    <a:lnTo>
                      <a:pt x="3282" y="402"/>
                    </a:lnTo>
                    <a:lnTo>
                      <a:pt x="3282" y="408"/>
                    </a:lnTo>
                    <a:lnTo>
                      <a:pt x="3276" y="408"/>
                    </a:lnTo>
                    <a:lnTo>
                      <a:pt x="3282" y="414"/>
                    </a:lnTo>
                    <a:lnTo>
                      <a:pt x="3282" y="420"/>
                    </a:lnTo>
                    <a:lnTo>
                      <a:pt x="3288" y="426"/>
                    </a:lnTo>
                    <a:lnTo>
                      <a:pt x="3282" y="432"/>
                    </a:lnTo>
                    <a:lnTo>
                      <a:pt x="3282" y="438"/>
                    </a:lnTo>
                    <a:lnTo>
                      <a:pt x="3276" y="444"/>
                    </a:lnTo>
                    <a:lnTo>
                      <a:pt x="3270" y="456"/>
                    </a:lnTo>
                    <a:lnTo>
                      <a:pt x="3264" y="462"/>
                    </a:lnTo>
                    <a:lnTo>
                      <a:pt x="3264" y="468"/>
                    </a:lnTo>
                    <a:lnTo>
                      <a:pt x="3246" y="468"/>
                    </a:lnTo>
                    <a:lnTo>
                      <a:pt x="3246" y="474"/>
                    </a:lnTo>
                    <a:lnTo>
                      <a:pt x="3240" y="474"/>
                    </a:lnTo>
                    <a:lnTo>
                      <a:pt x="3228" y="480"/>
                    </a:lnTo>
                    <a:lnTo>
                      <a:pt x="3204" y="480"/>
                    </a:lnTo>
                    <a:lnTo>
                      <a:pt x="3198" y="474"/>
                    </a:lnTo>
                    <a:lnTo>
                      <a:pt x="3186" y="486"/>
                    </a:lnTo>
                    <a:lnTo>
                      <a:pt x="3162" y="486"/>
                    </a:lnTo>
                    <a:lnTo>
                      <a:pt x="3150" y="480"/>
                    </a:lnTo>
                    <a:lnTo>
                      <a:pt x="3144" y="474"/>
                    </a:lnTo>
                    <a:lnTo>
                      <a:pt x="3114" y="474"/>
                    </a:lnTo>
                    <a:lnTo>
                      <a:pt x="3096" y="486"/>
                    </a:lnTo>
                    <a:lnTo>
                      <a:pt x="3078" y="492"/>
                    </a:lnTo>
                    <a:lnTo>
                      <a:pt x="3072" y="492"/>
                    </a:lnTo>
                    <a:lnTo>
                      <a:pt x="3072" y="516"/>
                    </a:lnTo>
                    <a:lnTo>
                      <a:pt x="3066" y="522"/>
                    </a:lnTo>
                    <a:lnTo>
                      <a:pt x="3078" y="522"/>
                    </a:lnTo>
                    <a:lnTo>
                      <a:pt x="3066" y="528"/>
                    </a:lnTo>
                    <a:lnTo>
                      <a:pt x="3036" y="546"/>
                    </a:lnTo>
                    <a:lnTo>
                      <a:pt x="3000" y="564"/>
                    </a:lnTo>
                    <a:lnTo>
                      <a:pt x="2964" y="576"/>
                    </a:lnTo>
                    <a:lnTo>
                      <a:pt x="2946" y="588"/>
                    </a:lnTo>
                    <a:lnTo>
                      <a:pt x="2934" y="594"/>
                    </a:lnTo>
                    <a:lnTo>
                      <a:pt x="2928" y="594"/>
                    </a:lnTo>
                    <a:lnTo>
                      <a:pt x="2856" y="618"/>
                    </a:lnTo>
                    <a:lnTo>
                      <a:pt x="2850" y="624"/>
                    </a:lnTo>
                    <a:lnTo>
                      <a:pt x="2838" y="624"/>
                    </a:lnTo>
                    <a:lnTo>
                      <a:pt x="2826" y="630"/>
                    </a:lnTo>
                    <a:lnTo>
                      <a:pt x="2808" y="630"/>
                    </a:lnTo>
                    <a:lnTo>
                      <a:pt x="2802" y="636"/>
                    </a:lnTo>
                    <a:lnTo>
                      <a:pt x="2778" y="636"/>
                    </a:lnTo>
                    <a:lnTo>
                      <a:pt x="2772" y="630"/>
                    </a:lnTo>
                    <a:lnTo>
                      <a:pt x="2772" y="624"/>
                    </a:lnTo>
                    <a:lnTo>
                      <a:pt x="2760" y="624"/>
                    </a:lnTo>
                    <a:lnTo>
                      <a:pt x="2748" y="618"/>
                    </a:lnTo>
                    <a:lnTo>
                      <a:pt x="2736" y="606"/>
                    </a:lnTo>
                    <a:lnTo>
                      <a:pt x="2742" y="606"/>
                    </a:lnTo>
                    <a:lnTo>
                      <a:pt x="2748" y="600"/>
                    </a:lnTo>
                    <a:lnTo>
                      <a:pt x="2772" y="588"/>
                    </a:lnTo>
                    <a:lnTo>
                      <a:pt x="2772" y="582"/>
                    </a:lnTo>
                    <a:lnTo>
                      <a:pt x="2796" y="558"/>
                    </a:lnTo>
                    <a:lnTo>
                      <a:pt x="2832" y="540"/>
                    </a:lnTo>
                    <a:lnTo>
                      <a:pt x="2838" y="540"/>
                    </a:lnTo>
                    <a:lnTo>
                      <a:pt x="2844" y="534"/>
                    </a:lnTo>
                    <a:lnTo>
                      <a:pt x="2844" y="510"/>
                    </a:lnTo>
                    <a:lnTo>
                      <a:pt x="2850" y="504"/>
                    </a:lnTo>
                    <a:lnTo>
                      <a:pt x="2856" y="492"/>
                    </a:lnTo>
                    <a:lnTo>
                      <a:pt x="2850" y="486"/>
                    </a:lnTo>
                    <a:lnTo>
                      <a:pt x="2850" y="480"/>
                    </a:lnTo>
                    <a:lnTo>
                      <a:pt x="2856" y="468"/>
                    </a:lnTo>
                    <a:lnTo>
                      <a:pt x="2856" y="444"/>
                    </a:lnTo>
                    <a:lnTo>
                      <a:pt x="2862" y="432"/>
                    </a:lnTo>
                    <a:lnTo>
                      <a:pt x="2862" y="426"/>
                    </a:lnTo>
                    <a:lnTo>
                      <a:pt x="2856" y="420"/>
                    </a:lnTo>
                    <a:lnTo>
                      <a:pt x="2850" y="420"/>
                    </a:lnTo>
                    <a:lnTo>
                      <a:pt x="2844" y="426"/>
                    </a:lnTo>
                    <a:lnTo>
                      <a:pt x="2832" y="426"/>
                    </a:lnTo>
                    <a:lnTo>
                      <a:pt x="2814" y="444"/>
                    </a:lnTo>
                    <a:lnTo>
                      <a:pt x="2802" y="450"/>
                    </a:lnTo>
                    <a:lnTo>
                      <a:pt x="2796" y="456"/>
                    </a:lnTo>
                    <a:lnTo>
                      <a:pt x="2778" y="456"/>
                    </a:lnTo>
                    <a:lnTo>
                      <a:pt x="2772" y="450"/>
                    </a:lnTo>
                    <a:lnTo>
                      <a:pt x="2778" y="444"/>
                    </a:lnTo>
                    <a:lnTo>
                      <a:pt x="2784" y="432"/>
                    </a:lnTo>
                    <a:lnTo>
                      <a:pt x="2808" y="420"/>
                    </a:lnTo>
                    <a:lnTo>
                      <a:pt x="2826" y="402"/>
                    </a:lnTo>
                    <a:lnTo>
                      <a:pt x="2850" y="390"/>
                    </a:lnTo>
                    <a:lnTo>
                      <a:pt x="2856" y="384"/>
                    </a:lnTo>
                    <a:lnTo>
                      <a:pt x="2856" y="366"/>
                    </a:lnTo>
                    <a:lnTo>
                      <a:pt x="2850" y="360"/>
                    </a:lnTo>
                    <a:lnTo>
                      <a:pt x="2850" y="348"/>
                    </a:lnTo>
                    <a:lnTo>
                      <a:pt x="2856" y="348"/>
                    </a:lnTo>
                    <a:lnTo>
                      <a:pt x="2862" y="342"/>
                    </a:lnTo>
                    <a:lnTo>
                      <a:pt x="2868" y="330"/>
                    </a:lnTo>
                    <a:lnTo>
                      <a:pt x="2868" y="318"/>
                    </a:lnTo>
                    <a:lnTo>
                      <a:pt x="2862" y="312"/>
                    </a:lnTo>
                    <a:lnTo>
                      <a:pt x="2850" y="312"/>
                    </a:lnTo>
                    <a:lnTo>
                      <a:pt x="2838" y="306"/>
                    </a:lnTo>
                    <a:lnTo>
                      <a:pt x="2832" y="306"/>
                    </a:lnTo>
                    <a:lnTo>
                      <a:pt x="2826" y="294"/>
                    </a:lnTo>
                    <a:lnTo>
                      <a:pt x="2820" y="288"/>
                    </a:lnTo>
                    <a:lnTo>
                      <a:pt x="2820" y="282"/>
                    </a:lnTo>
                    <a:lnTo>
                      <a:pt x="2814" y="288"/>
                    </a:lnTo>
                    <a:lnTo>
                      <a:pt x="2808" y="288"/>
                    </a:lnTo>
                    <a:lnTo>
                      <a:pt x="2808" y="264"/>
                    </a:lnTo>
                    <a:lnTo>
                      <a:pt x="2844" y="270"/>
                    </a:lnTo>
                    <a:lnTo>
                      <a:pt x="2850" y="264"/>
                    </a:lnTo>
                    <a:lnTo>
                      <a:pt x="2850" y="246"/>
                    </a:lnTo>
                    <a:lnTo>
                      <a:pt x="2862" y="246"/>
                    </a:lnTo>
                    <a:lnTo>
                      <a:pt x="2868" y="228"/>
                    </a:lnTo>
                    <a:lnTo>
                      <a:pt x="2850" y="228"/>
                    </a:lnTo>
                    <a:lnTo>
                      <a:pt x="2844" y="240"/>
                    </a:lnTo>
                    <a:lnTo>
                      <a:pt x="2820" y="228"/>
                    </a:lnTo>
                    <a:lnTo>
                      <a:pt x="2820" y="210"/>
                    </a:lnTo>
                    <a:lnTo>
                      <a:pt x="2802" y="210"/>
                    </a:lnTo>
                    <a:lnTo>
                      <a:pt x="2790" y="216"/>
                    </a:lnTo>
                    <a:lnTo>
                      <a:pt x="2736" y="216"/>
                    </a:lnTo>
                    <a:lnTo>
                      <a:pt x="2724" y="222"/>
                    </a:lnTo>
                    <a:lnTo>
                      <a:pt x="2712" y="222"/>
                    </a:lnTo>
                    <a:lnTo>
                      <a:pt x="2700" y="228"/>
                    </a:lnTo>
                    <a:lnTo>
                      <a:pt x="2682" y="228"/>
                    </a:lnTo>
                    <a:lnTo>
                      <a:pt x="2658" y="216"/>
                    </a:lnTo>
                    <a:lnTo>
                      <a:pt x="2658" y="210"/>
                    </a:lnTo>
                    <a:lnTo>
                      <a:pt x="2652" y="204"/>
                    </a:lnTo>
                    <a:lnTo>
                      <a:pt x="2652" y="198"/>
                    </a:lnTo>
                    <a:lnTo>
                      <a:pt x="2646" y="192"/>
                    </a:lnTo>
                    <a:lnTo>
                      <a:pt x="2628" y="192"/>
                    </a:lnTo>
                    <a:lnTo>
                      <a:pt x="2622" y="198"/>
                    </a:lnTo>
                    <a:lnTo>
                      <a:pt x="2616" y="198"/>
                    </a:lnTo>
                    <a:lnTo>
                      <a:pt x="2610" y="192"/>
                    </a:lnTo>
                    <a:lnTo>
                      <a:pt x="2670" y="162"/>
                    </a:lnTo>
                    <a:lnTo>
                      <a:pt x="2658" y="150"/>
                    </a:lnTo>
                    <a:lnTo>
                      <a:pt x="2640" y="150"/>
                    </a:lnTo>
                    <a:lnTo>
                      <a:pt x="2628" y="162"/>
                    </a:lnTo>
                    <a:lnTo>
                      <a:pt x="2616" y="168"/>
                    </a:lnTo>
                    <a:lnTo>
                      <a:pt x="2610" y="174"/>
                    </a:lnTo>
                    <a:lnTo>
                      <a:pt x="2604" y="174"/>
                    </a:lnTo>
                    <a:lnTo>
                      <a:pt x="2580" y="186"/>
                    </a:lnTo>
                    <a:lnTo>
                      <a:pt x="2562" y="192"/>
                    </a:lnTo>
                    <a:lnTo>
                      <a:pt x="2538" y="204"/>
                    </a:lnTo>
                    <a:lnTo>
                      <a:pt x="2508" y="204"/>
                    </a:lnTo>
                    <a:lnTo>
                      <a:pt x="2496" y="216"/>
                    </a:lnTo>
                    <a:lnTo>
                      <a:pt x="2448" y="216"/>
                    </a:lnTo>
                    <a:lnTo>
                      <a:pt x="2448" y="210"/>
                    </a:lnTo>
                    <a:lnTo>
                      <a:pt x="2454" y="204"/>
                    </a:lnTo>
                    <a:lnTo>
                      <a:pt x="2460" y="204"/>
                    </a:lnTo>
                    <a:lnTo>
                      <a:pt x="2472" y="192"/>
                    </a:lnTo>
                    <a:lnTo>
                      <a:pt x="2460" y="192"/>
                    </a:lnTo>
                    <a:lnTo>
                      <a:pt x="2448" y="198"/>
                    </a:lnTo>
                    <a:lnTo>
                      <a:pt x="2412" y="198"/>
                    </a:lnTo>
                    <a:lnTo>
                      <a:pt x="2400" y="204"/>
                    </a:lnTo>
                    <a:lnTo>
                      <a:pt x="2394" y="210"/>
                    </a:lnTo>
                    <a:lnTo>
                      <a:pt x="2370" y="210"/>
                    </a:lnTo>
                    <a:lnTo>
                      <a:pt x="2370" y="198"/>
                    </a:lnTo>
                    <a:lnTo>
                      <a:pt x="2400" y="180"/>
                    </a:lnTo>
                    <a:lnTo>
                      <a:pt x="2442" y="168"/>
                    </a:lnTo>
                    <a:lnTo>
                      <a:pt x="2502" y="138"/>
                    </a:lnTo>
                    <a:lnTo>
                      <a:pt x="2520" y="126"/>
                    </a:lnTo>
                    <a:lnTo>
                      <a:pt x="2544" y="120"/>
                    </a:lnTo>
                    <a:lnTo>
                      <a:pt x="2574" y="114"/>
                    </a:lnTo>
                    <a:lnTo>
                      <a:pt x="2580" y="114"/>
                    </a:lnTo>
                    <a:lnTo>
                      <a:pt x="2592" y="108"/>
                    </a:lnTo>
                    <a:lnTo>
                      <a:pt x="2574" y="108"/>
                    </a:lnTo>
                    <a:lnTo>
                      <a:pt x="2562" y="102"/>
                    </a:lnTo>
                    <a:lnTo>
                      <a:pt x="2556" y="102"/>
                    </a:lnTo>
                    <a:lnTo>
                      <a:pt x="2556" y="96"/>
                    </a:lnTo>
                    <a:lnTo>
                      <a:pt x="2508" y="102"/>
                    </a:lnTo>
                    <a:lnTo>
                      <a:pt x="2508" y="84"/>
                    </a:lnTo>
                    <a:lnTo>
                      <a:pt x="2502" y="90"/>
                    </a:lnTo>
                    <a:lnTo>
                      <a:pt x="2490" y="96"/>
                    </a:lnTo>
                    <a:lnTo>
                      <a:pt x="2478" y="108"/>
                    </a:lnTo>
                    <a:lnTo>
                      <a:pt x="2466" y="108"/>
                    </a:lnTo>
                    <a:lnTo>
                      <a:pt x="2448" y="90"/>
                    </a:lnTo>
                    <a:lnTo>
                      <a:pt x="2418" y="90"/>
                    </a:lnTo>
                    <a:lnTo>
                      <a:pt x="2412" y="84"/>
                    </a:lnTo>
                    <a:lnTo>
                      <a:pt x="2412" y="78"/>
                    </a:lnTo>
                    <a:lnTo>
                      <a:pt x="2400" y="66"/>
                    </a:lnTo>
                    <a:lnTo>
                      <a:pt x="2388" y="60"/>
                    </a:lnTo>
                    <a:lnTo>
                      <a:pt x="2376" y="60"/>
                    </a:lnTo>
                    <a:lnTo>
                      <a:pt x="2364" y="72"/>
                    </a:lnTo>
                    <a:lnTo>
                      <a:pt x="2364" y="78"/>
                    </a:lnTo>
                    <a:lnTo>
                      <a:pt x="2352" y="78"/>
                    </a:lnTo>
                    <a:lnTo>
                      <a:pt x="2334" y="60"/>
                    </a:lnTo>
                    <a:lnTo>
                      <a:pt x="2322" y="60"/>
                    </a:lnTo>
                    <a:lnTo>
                      <a:pt x="2304" y="54"/>
                    </a:lnTo>
                    <a:lnTo>
                      <a:pt x="2292" y="48"/>
                    </a:lnTo>
                    <a:lnTo>
                      <a:pt x="2292" y="36"/>
                    </a:lnTo>
                    <a:lnTo>
                      <a:pt x="2298" y="24"/>
                    </a:lnTo>
                    <a:lnTo>
                      <a:pt x="2310" y="12"/>
                    </a:lnTo>
                    <a:lnTo>
                      <a:pt x="2298" y="0"/>
                    </a:lnTo>
                    <a:lnTo>
                      <a:pt x="2286" y="6"/>
                    </a:lnTo>
                    <a:lnTo>
                      <a:pt x="2280" y="12"/>
                    </a:lnTo>
                    <a:lnTo>
                      <a:pt x="2274" y="24"/>
                    </a:lnTo>
                    <a:lnTo>
                      <a:pt x="2274" y="30"/>
                    </a:lnTo>
                    <a:lnTo>
                      <a:pt x="2268" y="42"/>
                    </a:lnTo>
                    <a:lnTo>
                      <a:pt x="558" y="42"/>
                    </a:lnTo>
                    <a:lnTo>
                      <a:pt x="552" y="54"/>
                    </a:lnTo>
                    <a:lnTo>
                      <a:pt x="552" y="60"/>
                    </a:lnTo>
                    <a:lnTo>
                      <a:pt x="546" y="60"/>
                    </a:lnTo>
                    <a:lnTo>
                      <a:pt x="546" y="72"/>
                    </a:lnTo>
                    <a:lnTo>
                      <a:pt x="540" y="84"/>
                    </a:lnTo>
                    <a:lnTo>
                      <a:pt x="540" y="108"/>
                    </a:lnTo>
                    <a:lnTo>
                      <a:pt x="510" y="126"/>
                    </a:lnTo>
                    <a:lnTo>
                      <a:pt x="504" y="144"/>
                    </a:lnTo>
                    <a:lnTo>
                      <a:pt x="486" y="168"/>
                    </a:lnTo>
                    <a:lnTo>
                      <a:pt x="438" y="180"/>
                    </a:lnTo>
                    <a:lnTo>
                      <a:pt x="474" y="162"/>
                    </a:lnTo>
                    <a:lnTo>
                      <a:pt x="450" y="162"/>
                    </a:lnTo>
                    <a:lnTo>
                      <a:pt x="456" y="156"/>
                    </a:lnTo>
                    <a:lnTo>
                      <a:pt x="462" y="144"/>
                    </a:lnTo>
                    <a:lnTo>
                      <a:pt x="486" y="120"/>
                    </a:lnTo>
                    <a:lnTo>
                      <a:pt x="492" y="120"/>
                    </a:lnTo>
                    <a:lnTo>
                      <a:pt x="504" y="108"/>
                    </a:lnTo>
                    <a:lnTo>
                      <a:pt x="504" y="102"/>
                    </a:lnTo>
                    <a:lnTo>
                      <a:pt x="456" y="102"/>
                    </a:lnTo>
                    <a:lnTo>
                      <a:pt x="450" y="96"/>
                    </a:lnTo>
                    <a:lnTo>
                      <a:pt x="438" y="90"/>
                    </a:lnTo>
                    <a:lnTo>
                      <a:pt x="432" y="84"/>
                    </a:lnTo>
                    <a:lnTo>
                      <a:pt x="420" y="78"/>
                    </a:lnTo>
                    <a:lnTo>
                      <a:pt x="402" y="78"/>
                    </a:lnTo>
                    <a:lnTo>
                      <a:pt x="390" y="90"/>
                    </a:lnTo>
                    <a:lnTo>
                      <a:pt x="384" y="102"/>
                    </a:lnTo>
                    <a:lnTo>
                      <a:pt x="384" y="150"/>
                    </a:lnTo>
                    <a:lnTo>
                      <a:pt x="378" y="156"/>
                    </a:lnTo>
                    <a:lnTo>
                      <a:pt x="378" y="162"/>
                    </a:lnTo>
                    <a:lnTo>
                      <a:pt x="360" y="180"/>
                    </a:lnTo>
                    <a:lnTo>
                      <a:pt x="390" y="186"/>
                    </a:lnTo>
                    <a:lnTo>
                      <a:pt x="360" y="192"/>
                    </a:lnTo>
                    <a:lnTo>
                      <a:pt x="366" y="210"/>
                    </a:lnTo>
                    <a:lnTo>
                      <a:pt x="348" y="234"/>
                    </a:lnTo>
                    <a:lnTo>
                      <a:pt x="354" y="234"/>
                    </a:lnTo>
                    <a:lnTo>
                      <a:pt x="366" y="246"/>
                    </a:lnTo>
                    <a:lnTo>
                      <a:pt x="372" y="246"/>
                    </a:lnTo>
                    <a:lnTo>
                      <a:pt x="378" y="252"/>
                    </a:lnTo>
                    <a:lnTo>
                      <a:pt x="330" y="252"/>
                    </a:lnTo>
                    <a:lnTo>
                      <a:pt x="324" y="264"/>
                    </a:lnTo>
                    <a:lnTo>
                      <a:pt x="306" y="282"/>
                    </a:lnTo>
                    <a:lnTo>
                      <a:pt x="270" y="342"/>
                    </a:lnTo>
                    <a:lnTo>
                      <a:pt x="258" y="360"/>
                    </a:lnTo>
                    <a:lnTo>
                      <a:pt x="216" y="402"/>
                    </a:lnTo>
                    <a:lnTo>
                      <a:pt x="192" y="432"/>
                    </a:lnTo>
                    <a:lnTo>
                      <a:pt x="174" y="456"/>
                    </a:lnTo>
                    <a:lnTo>
                      <a:pt x="168" y="462"/>
                    </a:lnTo>
                    <a:lnTo>
                      <a:pt x="174" y="480"/>
                    </a:lnTo>
                    <a:lnTo>
                      <a:pt x="168" y="480"/>
                    </a:lnTo>
                    <a:lnTo>
                      <a:pt x="162" y="486"/>
                    </a:lnTo>
                    <a:lnTo>
                      <a:pt x="150" y="492"/>
                    </a:lnTo>
                    <a:lnTo>
                      <a:pt x="126" y="516"/>
                    </a:lnTo>
                    <a:lnTo>
                      <a:pt x="120" y="534"/>
                    </a:lnTo>
                    <a:lnTo>
                      <a:pt x="120" y="546"/>
                    </a:lnTo>
                    <a:lnTo>
                      <a:pt x="102" y="570"/>
                    </a:lnTo>
                    <a:lnTo>
                      <a:pt x="96" y="618"/>
                    </a:lnTo>
                    <a:lnTo>
                      <a:pt x="90" y="630"/>
                    </a:lnTo>
                    <a:lnTo>
                      <a:pt x="72" y="648"/>
                    </a:lnTo>
                    <a:lnTo>
                      <a:pt x="60" y="672"/>
                    </a:lnTo>
                    <a:lnTo>
                      <a:pt x="54" y="678"/>
                    </a:lnTo>
                    <a:lnTo>
                      <a:pt x="42" y="684"/>
                    </a:lnTo>
                    <a:lnTo>
                      <a:pt x="18" y="708"/>
                    </a:lnTo>
                    <a:lnTo>
                      <a:pt x="12" y="720"/>
                    </a:lnTo>
                    <a:lnTo>
                      <a:pt x="18" y="732"/>
                    </a:lnTo>
                    <a:lnTo>
                      <a:pt x="36" y="750"/>
                    </a:lnTo>
                    <a:lnTo>
                      <a:pt x="36" y="762"/>
                    </a:lnTo>
                    <a:lnTo>
                      <a:pt x="30" y="774"/>
                    </a:lnTo>
                    <a:lnTo>
                      <a:pt x="18" y="786"/>
                    </a:lnTo>
                    <a:lnTo>
                      <a:pt x="12" y="798"/>
                    </a:lnTo>
                    <a:lnTo>
                      <a:pt x="6" y="816"/>
                    </a:lnTo>
                    <a:lnTo>
                      <a:pt x="0" y="828"/>
                    </a:lnTo>
                    <a:lnTo>
                      <a:pt x="0" y="840"/>
                    </a:lnTo>
                    <a:lnTo>
                      <a:pt x="6" y="852"/>
                    </a:lnTo>
                    <a:lnTo>
                      <a:pt x="12" y="870"/>
                    </a:lnTo>
                    <a:lnTo>
                      <a:pt x="12" y="882"/>
                    </a:lnTo>
                    <a:lnTo>
                      <a:pt x="18" y="900"/>
                    </a:lnTo>
                    <a:lnTo>
                      <a:pt x="24" y="906"/>
                    </a:lnTo>
                    <a:lnTo>
                      <a:pt x="24" y="912"/>
                    </a:lnTo>
                    <a:lnTo>
                      <a:pt x="48" y="894"/>
                    </a:lnTo>
                    <a:lnTo>
                      <a:pt x="114" y="900"/>
                    </a:lnTo>
                    <a:lnTo>
                      <a:pt x="78" y="900"/>
                    </a:lnTo>
                    <a:lnTo>
                      <a:pt x="66" y="906"/>
                    </a:lnTo>
                    <a:lnTo>
                      <a:pt x="60" y="906"/>
                    </a:lnTo>
                    <a:lnTo>
                      <a:pt x="48" y="918"/>
                    </a:lnTo>
                    <a:lnTo>
                      <a:pt x="48" y="942"/>
                    </a:lnTo>
                    <a:lnTo>
                      <a:pt x="30" y="924"/>
                    </a:lnTo>
                    <a:lnTo>
                      <a:pt x="24" y="924"/>
                    </a:lnTo>
                    <a:lnTo>
                      <a:pt x="18" y="936"/>
                    </a:lnTo>
                    <a:lnTo>
                      <a:pt x="18" y="942"/>
                    </a:lnTo>
                    <a:lnTo>
                      <a:pt x="12" y="960"/>
                    </a:lnTo>
                    <a:lnTo>
                      <a:pt x="12" y="978"/>
                    </a:lnTo>
                    <a:lnTo>
                      <a:pt x="18" y="984"/>
                    </a:lnTo>
                    <a:lnTo>
                      <a:pt x="30" y="990"/>
                    </a:lnTo>
                    <a:lnTo>
                      <a:pt x="42" y="990"/>
                    </a:lnTo>
                    <a:lnTo>
                      <a:pt x="42" y="1002"/>
                    </a:lnTo>
                    <a:lnTo>
                      <a:pt x="36" y="1008"/>
                    </a:lnTo>
                    <a:lnTo>
                      <a:pt x="36" y="1014"/>
                    </a:lnTo>
                    <a:lnTo>
                      <a:pt x="18" y="1032"/>
                    </a:lnTo>
                    <a:lnTo>
                      <a:pt x="12" y="1044"/>
                    </a:lnTo>
                    <a:lnTo>
                      <a:pt x="12" y="1056"/>
                    </a:lnTo>
                    <a:lnTo>
                      <a:pt x="18" y="1068"/>
                    </a:lnTo>
                    <a:lnTo>
                      <a:pt x="24" y="1074"/>
                    </a:lnTo>
                    <a:lnTo>
                      <a:pt x="36" y="1098"/>
                    </a:lnTo>
                    <a:lnTo>
                      <a:pt x="42" y="1104"/>
                    </a:lnTo>
                    <a:lnTo>
                      <a:pt x="54" y="1128"/>
                    </a:lnTo>
                    <a:lnTo>
                      <a:pt x="60" y="1134"/>
                    </a:lnTo>
                    <a:lnTo>
                      <a:pt x="60" y="1146"/>
                    </a:lnTo>
                    <a:lnTo>
                      <a:pt x="54" y="1152"/>
                    </a:lnTo>
                    <a:lnTo>
                      <a:pt x="42" y="1176"/>
                    </a:lnTo>
                    <a:lnTo>
                      <a:pt x="36" y="1182"/>
                    </a:lnTo>
                    <a:lnTo>
                      <a:pt x="36" y="1188"/>
                    </a:lnTo>
                    <a:lnTo>
                      <a:pt x="42" y="1194"/>
                    </a:lnTo>
                    <a:lnTo>
                      <a:pt x="54" y="1194"/>
                    </a:lnTo>
                    <a:lnTo>
                      <a:pt x="72" y="1200"/>
                    </a:lnTo>
                    <a:lnTo>
                      <a:pt x="102" y="1200"/>
                    </a:lnTo>
                    <a:lnTo>
                      <a:pt x="102" y="1212"/>
                    </a:lnTo>
                    <a:lnTo>
                      <a:pt x="120" y="1230"/>
                    </a:lnTo>
                    <a:lnTo>
                      <a:pt x="132" y="1230"/>
                    </a:lnTo>
                    <a:lnTo>
                      <a:pt x="144" y="1224"/>
                    </a:lnTo>
                    <a:lnTo>
                      <a:pt x="150" y="1224"/>
                    </a:lnTo>
                    <a:lnTo>
                      <a:pt x="162" y="1218"/>
                    </a:lnTo>
                    <a:lnTo>
                      <a:pt x="168" y="1248"/>
                    </a:lnTo>
                    <a:lnTo>
                      <a:pt x="174" y="1248"/>
                    </a:lnTo>
                    <a:lnTo>
                      <a:pt x="180" y="1254"/>
                    </a:lnTo>
                    <a:lnTo>
                      <a:pt x="204" y="1266"/>
                    </a:lnTo>
                    <a:lnTo>
                      <a:pt x="216" y="1290"/>
                    </a:lnTo>
                    <a:lnTo>
                      <a:pt x="216" y="1314"/>
                    </a:lnTo>
                    <a:lnTo>
                      <a:pt x="210" y="1338"/>
                    </a:lnTo>
                    <a:lnTo>
                      <a:pt x="216" y="1344"/>
                    </a:lnTo>
                    <a:lnTo>
                      <a:pt x="360" y="1338"/>
                    </a:lnTo>
                    <a:lnTo>
                      <a:pt x="354" y="1344"/>
                    </a:lnTo>
                    <a:lnTo>
                      <a:pt x="354" y="1350"/>
                    </a:lnTo>
                    <a:lnTo>
                      <a:pt x="360" y="1350"/>
                    </a:lnTo>
                    <a:lnTo>
                      <a:pt x="570" y="1446"/>
                    </a:lnTo>
                    <a:lnTo>
                      <a:pt x="774" y="1446"/>
                    </a:lnTo>
                    <a:lnTo>
                      <a:pt x="774" y="1440"/>
                    </a:lnTo>
                    <a:lnTo>
                      <a:pt x="780" y="1428"/>
                    </a:lnTo>
                    <a:lnTo>
                      <a:pt x="780" y="1410"/>
                    </a:lnTo>
                    <a:lnTo>
                      <a:pt x="786" y="1404"/>
                    </a:lnTo>
                    <a:lnTo>
                      <a:pt x="900" y="1404"/>
                    </a:lnTo>
                    <a:lnTo>
                      <a:pt x="912" y="1416"/>
                    </a:lnTo>
                    <a:lnTo>
                      <a:pt x="912" y="1440"/>
                    </a:lnTo>
                    <a:lnTo>
                      <a:pt x="942" y="1452"/>
                    </a:lnTo>
                    <a:lnTo>
                      <a:pt x="948" y="1482"/>
                    </a:lnTo>
                    <a:lnTo>
                      <a:pt x="960" y="1482"/>
                    </a:lnTo>
                    <a:lnTo>
                      <a:pt x="972" y="1488"/>
                    </a:lnTo>
                    <a:lnTo>
                      <a:pt x="984" y="1500"/>
                    </a:lnTo>
                    <a:lnTo>
                      <a:pt x="990" y="1512"/>
                    </a:lnTo>
                    <a:lnTo>
                      <a:pt x="990" y="1554"/>
                    </a:lnTo>
                    <a:lnTo>
                      <a:pt x="984" y="1566"/>
                    </a:lnTo>
                    <a:lnTo>
                      <a:pt x="984" y="1578"/>
                    </a:lnTo>
                    <a:lnTo>
                      <a:pt x="1014" y="1608"/>
                    </a:lnTo>
                    <a:lnTo>
                      <a:pt x="1026" y="1614"/>
                    </a:lnTo>
                    <a:lnTo>
                      <a:pt x="1044" y="1626"/>
                    </a:lnTo>
                    <a:lnTo>
                      <a:pt x="1056" y="1626"/>
                    </a:lnTo>
                    <a:lnTo>
                      <a:pt x="1080" y="1614"/>
                    </a:lnTo>
                    <a:lnTo>
                      <a:pt x="1092" y="1602"/>
                    </a:lnTo>
                    <a:lnTo>
                      <a:pt x="1104" y="1578"/>
                    </a:lnTo>
                    <a:lnTo>
                      <a:pt x="1116" y="1566"/>
                    </a:lnTo>
                    <a:lnTo>
                      <a:pt x="1134" y="1566"/>
                    </a:lnTo>
                    <a:lnTo>
                      <a:pt x="1134" y="1560"/>
                    </a:lnTo>
                    <a:lnTo>
                      <a:pt x="1152" y="1566"/>
                    </a:lnTo>
                    <a:lnTo>
                      <a:pt x="1194" y="1566"/>
                    </a:lnTo>
                    <a:lnTo>
                      <a:pt x="1200" y="1578"/>
                    </a:lnTo>
                    <a:lnTo>
                      <a:pt x="1206" y="1584"/>
                    </a:lnTo>
                    <a:lnTo>
                      <a:pt x="1212" y="1596"/>
                    </a:lnTo>
                    <a:lnTo>
                      <a:pt x="1224" y="1608"/>
                    </a:lnTo>
                    <a:lnTo>
                      <a:pt x="1230" y="1620"/>
                    </a:lnTo>
                    <a:lnTo>
                      <a:pt x="1242" y="1632"/>
                    </a:lnTo>
                    <a:lnTo>
                      <a:pt x="1242" y="1656"/>
                    </a:lnTo>
                    <a:lnTo>
                      <a:pt x="1236" y="1668"/>
                    </a:lnTo>
                    <a:lnTo>
                      <a:pt x="1236" y="1680"/>
                    </a:lnTo>
                    <a:lnTo>
                      <a:pt x="1242" y="1692"/>
                    </a:lnTo>
                    <a:lnTo>
                      <a:pt x="1254" y="1698"/>
                    </a:lnTo>
                    <a:lnTo>
                      <a:pt x="1254" y="1722"/>
                    </a:lnTo>
                    <a:lnTo>
                      <a:pt x="1260" y="1728"/>
                    </a:lnTo>
                    <a:lnTo>
                      <a:pt x="1272" y="1734"/>
                    </a:lnTo>
                    <a:lnTo>
                      <a:pt x="1284" y="1746"/>
                    </a:lnTo>
                    <a:lnTo>
                      <a:pt x="1284" y="1752"/>
                    </a:lnTo>
                    <a:lnTo>
                      <a:pt x="1278" y="1758"/>
                    </a:lnTo>
                    <a:lnTo>
                      <a:pt x="1272" y="1758"/>
                    </a:lnTo>
                    <a:lnTo>
                      <a:pt x="1272" y="1794"/>
                    </a:lnTo>
                    <a:lnTo>
                      <a:pt x="1284" y="1806"/>
                    </a:lnTo>
                    <a:lnTo>
                      <a:pt x="1284" y="1836"/>
                    </a:lnTo>
                    <a:lnTo>
                      <a:pt x="1296" y="1848"/>
                    </a:lnTo>
                    <a:lnTo>
                      <a:pt x="1314" y="1854"/>
                    </a:lnTo>
                    <a:lnTo>
                      <a:pt x="1326" y="1854"/>
                    </a:lnTo>
                    <a:lnTo>
                      <a:pt x="1338" y="1866"/>
                    </a:lnTo>
                    <a:lnTo>
                      <a:pt x="1380" y="1866"/>
                    </a:lnTo>
                    <a:lnTo>
                      <a:pt x="1380" y="1872"/>
                    </a:lnTo>
                    <a:lnTo>
                      <a:pt x="1386" y="1884"/>
                    </a:lnTo>
                    <a:lnTo>
                      <a:pt x="1410" y="1884"/>
                    </a:lnTo>
                    <a:lnTo>
                      <a:pt x="1410" y="1878"/>
                    </a:lnTo>
                    <a:lnTo>
                      <a:pt x="1398" y="1806"/>
                    </a:lnTo>
                    <a:lnTo>
                      <a:pt x="1416" y="1788"/>
                    </a:lnTo>
                    <a:lnTo>
                      <a:pt x="1398" y="1776"/>
                    </a:lnTo>
                    <a:lnTo>
                      <a:pt x="1398" y="1758"/>
                    </a:lnTo>
                    <a:lnTo>
                      <a:pt x="1404" y="1764"/>
                    </a:lnTo>
                    <a:lnTo>
                      <a:pt x="1422" y="1764"/>
                    </a:lnTo>
                    <a:lnTo>
                      <a:pt x="1428" y="1758"/>
                    </a:lnTo>
                    <a:lnTo>
                      <a:pt x="1428" y="1728"/>
                    </a:lnTo>
                    <a:lnTo>
                      <a:pt x="1452" y="1722"/>
                    </a:lnTo>
                    <a:lnTo>
                      <a:pt x="1458" y="1698"/>
                    </a:lnTo>
                    <a:lnTo>
                      <a:pt x="1476" y="1704"/>
                    </a:lnTo>
                    <a:lnTo>
                      <a:pt x="1494" y="1692"/>
                    </a:lnTo>
                    <a:lnTo>
                      <a:pt x="1488" y="1668"/>
                    </a:lnTo>
                    <a:lnTo>
                      <a:pt x="1500" y="1680"/>
                    </a:lnTo>
                    <a:lnTo>
                      <a:pt x="1500" y="1668"/>
                    </a:lnTo>
                    <a:lnTo>
                      <a:pt x="1506" y="1656"/>
                    </a:lnTo>
                    <a:lnTo>
                      <a:pt x="1512" y="1650"/>
                    </a:lnTo>
                    <a:lnTo>
                      <a:pt x="1518" y="1650"/>
                    </a:lnTo>
                    <a:lnTo>
                      <a:pt x="1524" y="1656"/>
                    </a:lnTo>
                    <a:lnTo>
                      <a:pt x="1524" y="1668"/>
                    </a:lnTo>
                    <a:lnTo>
                      <a:pt x="1542" y="1668"/>
                    </a:lnTo>
                    <a:lnTo>
                      <a:pt x="1554" y="1662"/>
                    </a:lnTo>
                    <a:lnTo>
                      <a:pt x="1572" y="1656"/>
                    </a:lnTo>
                    <a:lnTo>
                      <a:pt x="1596" y="1644"/>
                    </a:lnTo>
                    <a:lnTo>
                      <a:pt x="1602" y="1638"/>
                    </a:lnTo>
                    <a:lnTo>
                      <a:pt x="1608" y="1626"/>
                    </a:lnTo>
                    <a:lnTo>
                      <a:pt x="1620" y="1620"/>
                    </a:lnTo>
                    <a:lnTo>
                      <a:pt x="1626" y="1608"/>
                    </a:lnTo>
                    <a:lnTo>
                      <a:pt x="1632" y="1602"/>
                    </a:lnTo>
                    <a:lnTo>
                      <a:pt x="1632" y="1590"/>
                    </a:lnTo>
                    <a:lnTo>
                      <a:pt x="1626" y="1584"/>
                    </a:lnTo>
                    <a:lnTo>
                      <a:pt x="1626" y="1566"/>
                    </a:lnTo>
                    <a:lnTo>
                      <a:pt x="1632" y="1566"/>
                    </a:lnTo>
                    <a:lnTo>
                      <a:pt x="1656" y="1578"/>
                    </a:lnTo>
                    <a:lnTo>
                      <a:pt x="1662" y="1584"/>
                    </a:lnTo>
                    <a:lnTo>
                      <a:pt x="1674" y="1590"/>
                    </a:lnTo>
                    <a:lnTo>
                      <a:pt x="1686" y="1590"/>
                    </a:lnTo>
                    <a:lnTo>
                      <a:pt x="1692" y="1584"/>
                    </a:lnTo>
                    <a:lnTo>
                      <a:pt x="1710" y="1548"/>
                    </a:lnTo>
                    <a:lnTo>
                      <a:pt x="1716" y="1548"/>
                    </a:lnTo>
                    <a:lnTo>
                      <a:pt x="1734" y="1566"/>
                    </a:lnTo>
                    <a:lnTo>
                      <a:pt x="1746" y="1566"/>
                    </a:lnTo>
                    <a:lnTo>
                      <a:pt x="1752" y="1560"/>
                    </a:lnTo>
                    <a:lnTo>
                      <a:pt x="1758" y="1548"/>
                    </a:lnTo>
                    <a:lnTo>
                      <a:pt x="1764" y="1542"/>
                    </a:lnTo>
                    <a:lnTo>
                      <a:pt x="1770" y="1554"/>
                    </a:lnTo>
                    <a:lnTo>
                      <a:pt x="1776" y="1560"/>
                    </a:lnTo>
                    <a:lnTo>
                      <a:pt x="1782" y="1572"/>
                    </a:lnTo>
                    <a:lnTo>
                      <a:pt x="1794" y="1578"/>
                    </a:lnTo>
                    <a:lnTo>
                      <a:pt x="1800" y="1584"/>
                    </a:lnTo>
                    <a:lnTo>
                      <a:pt x="1818" y="1584"/>
                    </a:lnTo>
                    <a:lnTo>
                      <a:pt x="1824" y="1578"/>
                    </a:lnTo>
                    <a:lnTo>
                      <a:pt x="1830" y="1566"/>
                    </a:lnTo>
                    <a:lnTo>
                      <a:pt x="1842" y="1554"/>
                    </a:lnTo>
                    <a:lnTo>
                      <a:pt x="1848" y="1554"/>
                    </a:lnTo>
                    <a:lnTo>
                      <a:pt x="1860" y="1560"/>
                    </a:lnTo>
                    <a:lnTo>
                      <a:pt x="1872" y="1572"/>
                    </a:lnTo>
                    <a:lnTo>
                      <a:pt x="1872" y="1584"/>
                    </a:lnTo>
                    <a:lnTo>
                      <a:pt x="1878" y="1596"/>
                    </a:lnTo>
                    <a:lnTo>
                      <a:pt x="1878" y="1614"/>
                    </a:lnTo>
                    <a:lnTo>
                      <a:pt x="1914" y="1614"/>
                    </a:lnTo>
                    <a:lnTo>
                      <a:pt x="1920" y="1620"/>
                    </a:lnTo>
                    <a:lnTo>
                      <a:pt x="1926" y="1620"/>
                    </a:lnTo>
                    <a:lnTo>
                      <a:pt x="1926" y="1608"/>
                    </a:lnTo>
                    <a:lnTo>
                      <a:pt x="1932" y="1602"/>
                    </a:lnTo>
                    <a:lnTo>
                      <a:pt x="1932" y="1608"/>
                    </a:lnTo>
                    <a:lnTo>
                      <a:pt x="1956" y="1632"/>
                    </a:lnTo>
                    <a:lnTo>
                      <a:pt x="1962" y="1626"/>
                    </a:lnTo>
                    <a:lnTo>
                      <a:pt x="1968" y="1614"/>
                    </a:lnTo>
                    <a:lnTo>
                      <a:pt x="1968" y="1596"/>
                    </a:lnTo>
                    <a:lnTo>
                      <a:pt x="1962" y="1584"/>
                    </a:lnTo>
                    <a:lnTo>
                      <a:pt x="1980" y="1590"/>
                    </a:lnTo>
                    <a:lnTo>
                      <a:pt x="1992" y="1608"/>
                    </a:lnTo>
                    <a:lnTo>
                      <a:pt x="2004" y="1614"/>
                    </a:lnTo>
                    <a:lnTo>
                      <a:pt x="2004" y="1626"/>
                    </a:lnTo>
                    <a:lnTo>
                      <a:pt x="2010" y="1626"/>
                    </a:lnTo>
                    <a:lnTo>
                      <a:pt x="2016" y="1632"/>
                    </a:lnTo>
                    <a:lnTo>
                      <a:pt x="2028" y="1632"/>
                    </a:lnTo>
                    <a:lnTo>
                      <a:pt x="2034" y="1626"/>
                    </a:lnTo>
                    <a:lnTo>
                      <a:pt x="2034" y="1620"/>
                    </a:lnTo>
                    <a:lnTo>
                      <a:pt x="2028" y="1608"/>
                    </a:lnTo>
                    <a:lnTo>
                      <a:pt x="2022" y="1602"/>
                    </a:lnTo>
                    <a:lnTo>
                      <a:pt x="2010" y="1596"/>
                    </a:lnTo>
                    <a:lnTo>
                      <a:pt x="2004" y="1590"/>
                    </a:lnTo>
                    <a:lnTo>
                      <a:pt x="1998" y="1578"/>
                    </a:lnTo>
                    <a:lnTo>
                      <a:pt x="2010" y="1578"/>
                    </a:lnTo>
                    <a:lnTo>
                      <a:pt x="2022" y="1566"/>
                    </a:lnTo>
                    <a:lnTo>
                      <a:pt x="2022" y="1554"/>
                    </a:lnTo>
                    <a:lnTo>
                      <a:pt x="2016" y="1548"/>
                    </a:lnTo>
                    <a:lnTo>
                      <a:pt x="1968" y="1548"/>
                    </a:lnTo>
                    <a:lnTo>
                      <a:pt x="1962" y="1542"/>
                    </a:lnTo>
                    <a:lnTo>
                      <a:pt x="1962" y="1530"/>
                    </a:lnTo>
                    <a:lnTo>
                      <a:pt x="1968" y="1524"/>
                    </a:lnTo>
                    <a:lnTo>
                      <a:pt x="1986" y="1524"/>
                    </a:lnTo>
                    <a:lnTo>
                      <a:pt x="1998" y="1530"/>
                    </a:lnTo>
                    <a:lnTo>
                      <a:pt x="2004" y="1530"/>
                    </a:lnTo>
                    <a:lnTo>
                      <a:pt x="2016" y="1536"/>
                    </a:lnTo>
                    <a:lnTo>
                      <a:pt x="2028" y="1536"/>
                    </a:lnTo>
                    <a:lnTo>
                      <a:pt x="2064" y="1518"/>
                    </a:lnTo>
                    <a:lnTo>
                      <a:pt x="2070" y="1512"/>
                    </a:lnTo>
                    <a:lnTo>
                      <a:pt x="2082" y="1512"/>
                    </a:lnTo>
                    <a:lnTo>
                      <a:pt x="2082" y="1518"/>
                    </a:lnTo>
                    <a:lnTo>
                      <a:pt x="2106" y="1518"/>
                    </a:lnTo>
                    <a:lnTo>
                      <a:pt x="2118" y="1512"/>
                    </a:lnTo>
                    <a:lnTo>
                      <a:pt x="2124" y="1512"/>
                    </a:lnTo>
                    <a:lnTo>
                      <a:pt x="2130" y="1506"/>
                    </a:lnTo>
                    <a:lnTo>
                      <a:pt x="2130" y="1500"/>
                    </a:lnTo>
                    <a:lnTo>
                      <a:pt x="2136" y="1488"/>
                    </a:lnTo>
                    <a:lnTo>
                      <a:pt x="2136" y="1482"/>
                    </a:lnTo>
                    <a:lnTo>
                      <a:pt x="2142" y="1482"/>
                    </a:lnTo>
                    <a:lnTo>
                      <a:pt x="2142" y="1488"/>
                    </a:lnTo>
                    <a:lnTo>
                      <a:pt x="2148" y="1500"/>
                    </a:lnTo>
                    <a:lnTo>
                      <a:pt x="2148" y="1524"/>
                    </a:lnTo>
                    <a:lnTo>
                      <a:pt x="2154" y="1524"/>
                    </a:lnTo>
                    <a:lnTo>
                      <a:pt x="2160" y="1518"/>
                    </a:lnTo>
                    <a:lnTo>
                      <a:pt x="2172" y="1512"/>
                    </a:lnTo>
                    <a:lnTo>
                      <a:pt x="2190" y="1512"/>
                    </a:lnTo>
                    <a:lnTo>
                      <a:pt x="2202" y="1506"/>
                    </a:lnTo>
                    <a:lnTo>
                      <a:pt x="2214" y="1506"/>
                    </a:lnTo>
                    <a:lnTo>
                      <a:pt x="2226" y="1512"/>
                    </a:lnTo>
                    <a:lnTo>
                      <a:pt x="2232" y="1524"/>
                    </a:lnTo>
                    <a:lnTo>
                      <a:pt x="2232" y="1506"/>
                    </a:lnTo>
                    <a:lnTo>
                      <a:pt x="2244" y="1506"/>
                    </a:lnTo>
                    <a:lnTo>
                      <a:pt x="2256" y="1518"/>
                    </a:lnTo>
                    <a:lnTo>
                      <a:pt x="2256" y="1530"/>
                    </a:lnTo>
                    <a:lnTo>
                      <a:pt x="2286" y="1524"/>
                    </a:lnTo>
                    <a:lnTo>
                      <a:pt x="2280" y="1536"/>
                    </a:lnTo>
                    <a:lnTo>
                      <a:pt x="2280" y="1548"/>
                    </a:lnTo>
                    <a:lnTo>
                      <a:pt x="2286" y="1554"/>
                    </a:lnTo>
                    <a:lnTo>
                      <a:pt x="2286" y="1566"/>
                    </a:lnTo>
                    <a:lnTo>
                      <a:pt x="2298" y="1578"/>
                    </a:lnTo>
                    <a:lnTo>
                      <a:pt x="2310" y="1578"/>
                    </a:lnTo>
                    <a:lnTo>
                      <a:pt x="2328" y="1572"/>
                    </a:lnTo>
                    <a:lnTo>
                      <a:pt x="2352" y="1548"/>
                    </a:lnTo>
                    <a:lnTo>
                      <a:pt x="2370" y="1542"/>
                    </a:lnTo>
                    <a:lnTo>
                      <a:pt x="2382" y="1542"/>
                    </a:lnTo>
                    <a:lnTo>
                      <a:pt x="2394" y="1548"/>
                    </a:lnTo>
                    <a:lnTo>
                      <a:pt x="2400" y="1554"/>
                    </a:lnTo>
                    <a:lnTo>
                      <a:pt x="2418" y="1590"/>
                    </a:lnTo>
                    <a:lnTo>
                      <a:pt x="2418" y="1602"/>
                    </a:lnTo>
                    <a:lnTo>
                      <a:pt x="2424" y="1608"/>
                    </a:lnTo>
                    <a:lnTo>
                      <a:pt x="2436" y="1614"/>
                    </a:lnTo>
                    <a:lnTo>
                      <a:pt x="2466" y="1614"/>
                    </a:lnTo>
                    <a:lnTo>
                      <a:pt x="2460" y="1656"/>
                    </a:lnTo>
                    <a:lnTo>
                      <a:pt x="2460" y="1662"/>
                    </a:lnTo>
                    <a:lnTo>
                      <a:pt x="2454" y="1668"/>
                    </a:lnTo>
                    <a:lnTo>
                      <a:pt x="2436" y="1704"/>
                    </a:lnTo>
                    <a:lnTo>
                      <a:pt x="2436" y="1710"/>
                    </a:lnTo>
                    <a:lnTo>
                      <a:pt x="2448" y="1722"/>
                    </a:lnTo>
                    <a:lnTo>
                      <a:pt x="2454" y="1722"/>
                    </a:lnTo>
                    <a:lnTo>
                      <a:pt x="2460" y="1734"/>
                    </a:lnTo>
                    <a:lnTo>
                      <a:pt x="2436" y="1758"/>
                    </a:lnTo>
                    <a:lnTo>
                      <a:pt x="2454" y="1806"/>
                    </a:lnTo>
                    <a:lnTo>
                      <a:pt x="2472" y="1788"/>
                    </a:lnTo>
                    <a:lnTo>
                      <a:pt x="2478" y="1788"/>
                    </a:lnTo>
                    <a:lnTo>
                      <a:pt x="2478" y="1794"/>
                    </a:lnTo>
                    <a:lnTo>
                      <a:pt x="2472" y="1800"/>
                    </a:lnTo>
                    <a:lnTo>
                      <a:pt x="2466" y="1812"/>
                    </a:lnTo>
                    <a:lnTo>
                      <a:pt x="2466" y="1818"/>
                    </a:lnTo>
                    <a:lnTo>
                      <a:pt x="2460" y="1830"/>
                    </a:lnTo>
                    <a:lnTo>
                      <a:pt x="2478" y="1830"/>
                    </a:lnTo>
                    <a:lnTo>
                      <a:pt x="2478" y="1878"/>
                    </a:lnTo>
                    <a:lnTo>
                      <a:pt x="2496" y="1878"/>
                    </a:lnTo>
                    <a:lnTo>
                      <a:pt x="2502" y="1884"/>
                    </a:lnTo>
                    <a:lnTo>
                      <a:pt x="2508" y="1884"/>
                    </a:lnTo>
                    <a:lnTo>
                      <a:pt x="2508" y="1896"/>
                    </a:lnTo>
                    <a:lnTo>
                      <a:pt x="2502" y="1908"/>
                    </a:lnTo>
                    <a:lnTo>
                      <a:pt x="2502" y="1920"/>
                    </a:lnTo>
                    <a:lnTo>
                      <a:pt x="2526" y="1944"/>
                    </a:lnTo>
                    <a:lnTo>
                      <a:pt x="2532" y="1944"/>
                    </a:lnTo>
                    <a:lnTo>
                      <a:pt x="2538" y="1938"/>
                    </a:lnTo>
                    <a:lnTo>
                      <a:pt x="2550" y="1932"/>
                    </a:lnTo>
                    <a:lnTo>
                      <a:pt x="2556" y="1932"/>
                    </a:lnTo>
                    <a:lnTo>
                      <a:pt x="2562" y="1926"/>
                    </a:lnTo>
                    <a:lnTo>
                      <a:pt x="2568" y="1914"/>
                    </a:lnTo>
                    <a:lnTo>
                      <a:pt x="2568" y="1896"/>
                    </a:lnTo>
                    <a:lnTo>
                      <a:pt x="2586" y="1896"/>
                    </a:lnTo>
                    <a:lnTo>
                      <a:pt x="2586" y="1872"/>
                    </a:lnTo>
                    <a:lnTo>
                      <a:pt x="2604" y="1836"/>
                    </a:lnTo>
                    <a:lnTo>
                      <a:pt x="2604" y="1818"/>
                    </a:lnTo>
                    <a:lnTo>
                      <a:pt x="2610" y="1806"/>
                    </a:lnTo>
                    <a:lnTo>
                      <a:pt x="2610" y="1794"/>
                    </a:lnTo>
                    <a:lnTo>
                      <a:pt x="2604" y="1782"/>
                    </a:lnTo>
                    <a:lnTo>
                      <a:pt x="2604" y="1770"/>
                    </a:lnTo>
                    <a:lnTo>
                      <a:pt x="2598" y="1752"/>
                    </a:lnTo>
                    <a:lnTo>
                      <a:pt x="2592" y="1740"/>
                    </a:lnTo>
                    <a:lnTo>
                      <a:pt x="2586" y="1722"/>
                    </a:lnTo>
                    <a:lnTo>
                      <a:pt x="2586" y="1704"/>
                    </a:lnTo>
                    <a:lnTo>
                      <a:pt x="2592" y="1686"/>
                    </a:lnTo>
                    <a:lnTo>
                      <a:pt x="2598" y="1674"/>
                    </a:lnTo>
                    <a:lnTo>
                      <a:pt x="2598" y="1644"/>
                    </a:lnTo>
                    <a:lnTo>
                      <a:pt x="2592" y="1626"/>
                    </a:lnTo>
                    <a:lnTo>
                      <a:pt x="2586" y="1614"/>
                    </a:lnTo>
                    <a:lnTo>
                      <a:pt x="2580" y="1596"/>
                    </a:lnTo>
                    <a:lnTo>
                      <a:pt x="2574" y="1584"/>
                    </a:lnTo>
                    <a:lnTo>
                      <a:pt x="2574" y="1518"/>
                    </a:lnTo>
                    <a:lnTo>
                      <a:pt x="2580" y="1488"/>
                    </a:lnTo>
                    <a:lnTo>
                      <a:pt x="2586" y="1470"/>
                    </a:lnTo>
                    <a:lnTo>
                      <a:pt x="2598" y="1452"/>
                    </a:lnTo>
                    <a:lnTo>
                      <a:pt x="2604" y="1440"/>
                    </a:lnTo>
                    <a:lnTo>
                      <a:pt x="2610" y="1422"/>
                    </a:lnTo>
                    <a:lnTo>
                      <a:pt x="2616" y="1416"/>
                    </a:lnTo>
                    <a:lnTo>
                      <a:pt x="2616" y="1410"/>
                    </a:lnTo>
                    <a:lnTo>
                      <a:pt x="2628" y="1398"/>
                    </a:lnTo>
                    <a:lnTo>
                      <a:pt x="2652" y="1380"/>
                    </a:lnTo>
                    <a:lnTo>
                      <a:pt x="2658" y="1356"/>
                    </a:lnTo>
                    <a:lnTo>
                      <a:pt x="2670" y="1368"/>
                    </a:lnTo>
                    <a:lnTo>
                      <a:pt x="2676" y="1344"/>
                    </a:lnTo>
                    <a:lnTo>
                      <a:pt x="2730" y="1344"/>
                    </a:lnTo>
                    <a:lnTo>
                      <a:pt x="2730" y="1314"/>
                    </a:lnTo>
                    <a:lnTo>
                      <a:pt x="2748" y="1320"/>
                    </a:lnTo>
                    <a:lnTo>
                      <a:pt x="2754" y="1308"/>
                    </a:lnTo>
                    <a:lnTo>
                      <a:pt x="2772" y="1308"/>
                    </a:lnTo>
                    <a:lnTo>
                      <a:pt x="2796" y="1278"/>
                    </a:lnTo>
                    <a:lnTo>
                      <a:pt x="2796" y="1272"/>
                    </a:lnTo>
                    <a:lnTo>
                      <a:pt x="2802" y="1266"/>
                    </a:lnTo>
                    <a:lnTo>
                      <a:pt x="2814" y="1242"/>
                    </a:lnTo>
                    <a:lnTo>
                      <a:pt x="2832" y="1236"/>
                    </a:lnTo>
                    <a:lnTo>
                      <a:pt x="2862" y="1236"/>
                    </a:lnTo>
                    <a:lnTo>
                      <a:pt x="2874" y="1242"/>
                    </a:lnTo>
                    <a:lnTo>
                      <a:pt x="2886" y="1242"/>
                    </a:lnTo>
                    <a:lnTo>
                      <a:pt x="2892" y="1236"/>
                    </a:lnTo>
                    <a:lnTo>
                      <a:pt x="2904" y="1212"/>
                    </a:lnTo>
                    <a:lnTo>
                      <a:pt x="2910" y="1206"/>
                    </a:lnTo>
                    <a:lnTo>
                      <a:pt x="2916" y="1194"/>
                    </a:lnTo>
                    <a:lnTo>
                      <a:pt x="2928" y="1200"/>
                    </a:lnTo>
                    <a:lnTo>
                      <a:pt x="2934" y="1176"/>
                    </a:lnTo>
                    <a:lnTo>
                      <a:pt x="3018" y="1170"/>
                    </a:lnTo>
                    <a:lnTo>
                      <a:pt x="3024" y="1146"/>
                    </a:lnTo>
                    <a:lnTo>
                      <a:pt x="2982" y="1152"/>
                    </a:lnTo>
                    <a:lnTo>
                      <a:pt x="2988" y="1146"/>
                    </a:lnTo>
                    <a:lnTo>
                      <a:pt x="3000" y="1140"/>
                    </a:lnTo>
                    <a:lnTo>
                      <a:pt x="3006" y="1140"/>
                    </a:lnTo>
                    <a:lnTo>
                      <a:pt x="3006" y="1134"/>
                    </a:lnTo>
                    <a:lnTo>
                      <a:pt x="3000" y="1128"/>
                    </a:lnTo>
                    <a:lnTo>
                      <a:pt x="2994" y="1116"/>
                    </a:lnTo>
                    <a:lnTo>
                      <a:pt x="2988" y="1110"/>
                    </a:lnTo>
                    <a:lnTo>
                      <a:pt x="3024" y="1104"/>
                    </a:lnTo>
                    <a:lnTo>
                      <a:pt x="3048" y="1116"/>
                    </a:lnTo>
                    <a:lnTo>
                      <a:pt x="3078" y="1080"/>
                    </a:lnTo>
                    <a:lnTo>
                      <a:pt x="3024" y="1074"/>
                    </a:lnTo>
                    <a:lnTo>
                      <a:pt x="3024" y="1050"/>
                    </a:lnTo>
                    <a:lnTo>
                      <a:pt x="3036" y="1062"/>
                    </a:lnTo>
                    <a:lnTo>
                      <a:pt x="3078" y="1050"/>
                    </a:lnTo>
                    <a:lnTo>
                      <a:pt x="3084" y="990"/>
                    </a:lnTo>
                    <a:lnTo>
                      <a:pt x="3054" y="1002"/>
                    </a:lnTo>
                    <a:lnTo>
                      <a:pt x="3048" y="972"/>
                    </a:lnTo>
                    <a:lnTo>
                      <a:pt x="3024" y="960"/>
                    </a:lnTo>
                    <a:lnTo>
                      <a:pt x="3072" y="978"/>
                    </a:lnTo>
                    <a:lnTo>
                      <a:pt x="3078" y="972"/>
                    </a:lnTo>
                    <a:lnTo>
                      <a:pt x="3060" y="954"/>
                    </a:lnTo>
                    <a:lnTo>
                      <a:pt x="3090" y="954"/>
                    </a:lnTo>
                    <a:lnTo>
                      <a:pt x="3084" y="948"/>
                    </a:lnTo>
                    <a:lnTo>
                      <a:pt x="3078" y="936"/>
                    </a:lnTo>
                    <a:lnTo>
                      <a:pt x="3060" y="918"/>
                    </a:lnTo>
                    <a:lnTo>
                      <a:pt x="3054" y="906"/>
                    </a:lnTo>
                    <a:lnTo>
                      <a:pt x="3054" y="894"/>
                    </a:lnTo>
                    <a:lnTo>
                      <a:pt x="3060" y="888"/>
                    </a:lnTo>
                    <a:lnTo>
                      <a:pt x="3042" y="870"/>
                    </a:lnTo>
                    <a:lnTo>
                      <a:pt x="3042" y="864"/>
                    </a:lnTo>
                    <a:lnTo>
                      <a:pt x="3048" y="864"/>
                    </a:lnTo>
                    <a:lnTo>
                      <a:pt x="3066" y="846"/>
                    </a:lnTo>
                    <a:lnTo>
                      <a:pt x="3072" y="846"/>
                    </a:lnTo>
                    <a:lnTo>
                      <a:pt x="3066" y="870"/>
                    </a:lnTo>
                    <a:lnTo>
                      <a:pt x="3096" y="894"/>
                    </a:lnTo>
                    <a:lnTo>
                      <a:pt x="3096" y="888"/>
                    </a:lnTo>
                    <a:lnTo>
                      <a:pt x="3102" y="882"/>
                    </a:lnTo>
                    <a:lnTo>
                      <a:pt x="3102" y="864"/>
                    </a:lnTo>
                    <a:lnTo>
                      <a:pt x="3108" y="852"/>
                    </a:lnTo>
                    <a:lnTo>
                      <a:pt x="3108" y="834"/>
                    </a:lnTo>
                    <a:lnTo>
                      <a:pt x="3114" y="822"/>
                    </a:lnTo>
                    <a:lnTo>
                      <a:pt x="3144" y="792"/>
                    </a:lnTo>
                    <a:lnTo>
                      <a:pt x="3156" y="786"/>
                    </a:lnTo>
                    <a:lnTo>
                      <a:pt x="3162" y="786"/>
                    </a:lnTo>
                    <a:lnTo>
                      <a:pt x="3162" y="792"/>
                    </a:lnTo>
                    <a:lnTo>
                      <a:pt x="3150" y="816"/>
                    </a:lnTo>
                    <a:lnTo>
                      <a:pt x="3132" y="834"/>
                    </a:lnTo>
                    <a:lnTo>
                      <a:pt x="3126" y="846"/>
                    </a:lnTo>
                    <a:lnTo>
                      <a:pt x="3120" y="882"/>
                    </a:lnTo>
                    <a:lnTo>
                      <a:pt x="3138" y="882"/>
                    </a:lnTo>
                    <a:lnTo>
                      <a:pt x="3138" y="894"/>
                    </a:lnTo>
                    <a:lnTo>
                      <a:pt x="3132" y="906"/>
                    </a:lnTo>
                    <a:lnTo>
                      <a:pt x="3132" y="918"/>
                    </a:lnTo>
                    <a:lnTo>
                      <a:pt x="3114" y="936"/>
                    </a:lnTo>
                    <a:lnTo>
                      <a:pt x="3102" y="960"/>
                    </a:lnTo>
                    <a:lnTo>
                      <a:pt x="3102" y="978"/>
                    </a:lnTo>
                    <a:lnTo>
                      <a:pt x="3126" y="954"/>
                    </a:lnTo>
                    <a:lnTo>
                      <a:pt x="3132" y="942"/>
                    </a:lnTo>
                    <a:lnTo>
                      <a:pt x="3144" y="930"/>
                    </a:lnTo>
                    <a:lnTo>
                      <a:pt x="3168" y="918"/>
                    </a:lnTo>
                    <a:lnTo>
                      <a:pt x="3180" y="906"/>
                    </a:lnTo>
                    <a:lnTo>
                      <a:pt x="3192" y="882"/>
                    </a:lnTo>
                    <a:lnTo>
                      <a:pt x="3192" y="798"/>
                    </a:lnTo>
                    <a:lnTo>
                      <a:pt x="3198" y="780"/>
                    </a:lnTo>
                    <a:lnTo>
                      <a:pt x="3198" y="768"/>
                    </a:lnTo>
                    <a:lnTo>
                      <a:pt x="3204" y="756"/>
                    </a:lnTo>
                    <a:lnTo>
                      <a:pt x="3210" y="756"/>
                    </a:lnTo>
                    <a:lnTo>
                      <a:pt x="3210" y="768"/>
                    </a:lnTo>
                    <a:lnTo>
                      <a:pt x="3204" y="780"/>
                    </a:lnTo>
                    <a:lnTo>
                      <a:pt x="3204" y="798"/>
                    </a:lnTo>
                    <a:lnTo>
                      <a:pt x="3210" y="798"/>
                    </a:lnTo>
                    <a:lnTo>
                      <a:pt x="3216" y="804"/>
                    </a:lnTo>
                    <a:lnTo>
                      <a:pt x="3216" y="840"/>
                    </a:lnTo>
                    <a:lnTo>
                      <a:pt x="3234" y="822"/>
                    </a:lnTo>
                    <a:lnTo>
                      <a:pt x="3240" y="810"/>
                    </a:lnTo>
                    <a:lnTo>
                      <a:pt x="3288" y="762"/>
                    </a:lnTo>
                    <a:lnTo>
                      <a:pt x="3300" y="756"/>
                    </a:lnTo>
                    <a:lnTo>
                      <a:pt x="3324" y="732"/>
                    </a:lnTo>
                    <a:lnTo>
                      <a:pt x="3324" y="726"/>
                    </a:lnTo>
                    <a:lnTo>
                      <a:pt x="3318" y="720"/>
                    </a:lnTo>
                    <a:lnTo>
                      <a:pt x="3312" y="720"/>
                    </a:lnTo>
                    <a:lnTo>
                      <a:pt x="3306" y="714"/>
                    </a:lnTo>
                    <a:lnTo>
                      <a:pt x="3306" y="702"/>
                    </a:lnTo>
                    <a:lnTo>
                      <a:pt x="3312" y="696"/>
                    </a:lnTo>
                    <a:lnTo>
                      <a:pt x="3324" y="696"/>
                    </a:lnTo>
                    <a:lnTo>
                      <a:pt x="3330" y="702"/>
                    </a:lnTo>
                    <a:lnTo>
                      <a:pt x="3360" y="702"/>
                    </a:lnTo>
                    <a:lnTo>
                      <a:pt x="3390" y="696"/>
                    </a:lnTo>
                    <a:lnTo>
                      <a:pt x="3450" y="672"/>
                    </a:lnTo>
                    <a:lnTo>
                      <a:pt x="3462" y="666"/>
                    </a:lnTo>
                    <a:lnTo>
                      <a:pt x="3444" y="660"/>
                    </a:lnTo>
                    <a:lnTo>
                      <a:pt x="3438" y="660"/>
                    </a:lnTo>
                    <a:lnTo>
                      <a:pt x="3432" y="666"/>
                    </a:lnTo>
                    <a:lnTo>
                      <a:pt x="3414" y="672"/>
                    </a:lnTo>
                    <a:lnTo>
                      <a:pt x="3402" y="672"/>
                    </a:lnTo>
                    <a:lnTo>
                      <a:pt x="3390" y="678"/>
                    </a:lnTo>
                    <a:lnTo>
                      <a:pt x="3372" y="678"/>
                    </a:lnTo>
                    <a:lnTo>
                      <a:pt x="3360" y="684"/>
                    </a:lnTo>
                    <a:lnTo>
                      <a:pt x="3348" y="684"/>
                    </a:lnTo>
                    <a:lnTo>
                      <a:pt x="3342" y="678"/>
                    </a:lnTo>
                    <a:lnTo>
                      <a:pt x="3342" y="672"/>
                    </a:lnTo>
                    <a:lnTo>
                      <a:pt x="3348" y="666"/>
                    </a:lnTo>
                    <a:lnTo>
                      <a:pt x="3354" y="654"/>
                    </a:lnTo>
                    <a:lnTo>
                      <a:pt x="3366" y="654"/>
                    </a:lnTo>
                    <a:lnTo>
                      <a:pt x="3378" y="648"/>
                    </a:lnTo>
                    <a:lnTo>
                      <a:pt x="3402" y="648"/>
                    </a:lnTo>
                    <a:lnTo>
                      <a:pt x="3492" y="642"/>
                    </a:lnTo>
                    <a:lnTo>
                      <a:pt x="3534" y="606"/>
                    </a:lnTo>
                    <a:lnTo>
                      <a:pt x="3546" y="618"/>
                    </a:lnTo>
                    <a:lnTo>
                      <a:pt x="3570" y="606"/>
                    </a:lnTo>
                    <a:lnTo>
                      <a:pt x="3570" y="642"/>
                    </a:lnTo>
                    <a:lnTo>
                      <a:pt x="3600" y="618"/>
                    </a:lnTo>
                    <a:lnTo>
                      <a:pt x="3624" y="612"/>
                    </a:lnTo>
                    <a:lnTo>
                      <a:pt x="3630" y="582"/>
                    </a:lnTo>
                    <a:lnTo>
                      <a:pt x="3618" y="570"/>
                    </a:lnTo>
                    <a:lnTo>
                      <a:pt x="3612" y="600"/>
                    </a:lnTo>
                    <a:lnTo>
                      <a:pt x="3588" y="600"/>
                    </a:lnTo>
                    <a:lnTo>
                      <a:pt x="3588" y="576"/>
                    </a:lnTo>
                    <a:lnTo>
                      <a:pt x="3570" y="552"/>
                    </a:lnTo>
                    <a:lnTo>
                      <a:pt x="3594" y="540"/>
                    </a:lnTo>
                    <a:lnTo>
                      <a:pt x="3600" y="504"/>
                    </a:lnTo>
                    <a:lnTo>
                      <a:pt x="3612" y="498"/>
                    </a:lnTo>
                    <a:lnTo>
                      <a:pt x="3618" y="486"/>
                    </a:lnTo>
                    <a:lnTo>
                      <a:pt x="3630" y="480"/>
                    </a:lnTo>
                    <a:lnTo>
                      <a:pt x="3636" y="474"/>
                    </a:lnTo>
                    <a:lnTo>
                      <a:pt x="3648" y="468"/>
                    </a:lnTo>
                    <a:lnTo>
                      <a:pt x="3654" y="456"/>
                    </a:lnTo>
                    <a:lnTo>
                      <a:pt x="3654" y="450"/>
                    </a:lnTo>
                    <a:lnTo>
                      <a:pt x="3660" y="444"/>
                    </a:lnTo>
                    <a:lnTo>
                      <a:pt x="3660" y="438"/>
                    </a:lnTo>
                    <a:lnTo>
                      <a:pt x="3690" y="444"/>
                    </a:lnTo>
                    <a:lnTo>
                      <a:pt x="3702" y="426"/>
                    </a:lnTo>
                    <a:lnTo>
                      <a:pt x="3708" y="432"/>
                    </a:lnTo>
                    <a:lnTo>
                      <a:pt x="3720" y="432"/>
                    </a:lnTo>
                    <a:lnTo>
                      <a:pt x="3726" y="426"/>
                    </a:lnTo>
                    <a:lnTo>
                      <a:pt x="3738" y="420"/>
                    </a:lnTo>
                    <a:lnTo>
                      <a:pt x="3744" y="408"/>
                    </a:lnTo>
                    <a:lnTo>
                      <a:pt x="3756" y="402"/>
                    </a:lnTo>
                    <a:lnTo>
                      <a:pt x="3774" y="384"/>
                    </a:lnTo>
                    <a:lnTo>
                      <a:pt x="3774" y="414"/>
                    </a:lnTo>
                    <a:lnTo>
                      <a:pt x="3786" y="408"/>
                    </a:lnTo>
                    <a:lnTo>
                      <a:pt x="3792" y="402"/>
                    </a:lnTo>
                    <a:lnTo>
                      <a:pt x="3828" y="384"/>
                    </a:lnTo>
                    <a:lnTo>
                      <a:pt x="3834" y="378"/>
                    </a:lnTo>
                    <a:lnTo>
                      <a:pt x="3846" y="378"/>
                    </a:lnTo>
                    <a:lnTo>
                      <a:pt x="3858" y="372"/>
                    </a:lnTo>
                    <a:lnTo>
                      <a:pt x="3876" y="372"/>
                    </a:lnTo>
                    <a:lnTo>
                      <a:pt x="3888" y="366"/>
                    </a:lnTo>
                    <a:lnTo>
                      <a:pt x="3900" y="366"/>
                    </a:lnTo>
                    <a:lnTo>
                      <a:pt x="3900" y="330"/>
                    </a:lnTo>
                    <a:lnTo>
                      <a:pt x="3876" y="330"/>
                    </a:lnTo>
                    <a:lnTo>
                      <a:pt x="3876" y="324"/>
                    </a:lnTo>
                    <a:lnTo>
                      <a:pt x="3882" y="312"/>
                    </a:lnTo>
                    <a:lnTo>
                      <a:pt x="3894" y="300"/>
                    </a:lnTo>
                    <a:lnTo>
                      <a:pt x="3888" y="294"/>
                    </a:lnTo>
                    <a:lnTo>
                      <a:pt x="3882" y="294"/>
                    </a:lnTo>
                    <a:lnTo>
                      <a:pt x="3876" y="288"/>
                    </a:lnTo>
                    <a:lnTo>
                      <a:pt x="3876" y="276"/>
                    </a:lnTo>
                    <a:lnTo>
                      <a:pt x="3888" y="252"/>
                    </a:lnTo>
                    <a:lnTo>
                      <a:pt x="3900" y="222"/>
                    </a:lnTo>
                    <a:lnTo>
                      <a:pt x="3912" y="198"/>
                    </a:lnTo>
                    <a:lnTo>
                      <a:pt x="3918" y="174"/>
                    </a:lnTo>
                    <a:lnTo>
                      <a:pt x="3918" y="168"/>
                    </a:lnTo>
                    <a:lnTo>
                      <a:pt x="3912" y="162"/>
                    </a:lnTo>
                    <a:lnTo>
                      <a:pt x="3876" y="162"/>
                    </a:lnTo>
                    <a:lnTo>
                      <a:pt x="3864" y="168"/>
                    </a:lnTo>
                    <a:lnTo>
                      <a:pt x="3858" y="168"/>
                    </a:lnTo>
                    <a:close/>
                    <a:moveTo>
                      <a:pt x="2718" y="366"/>
                    </a:moveTo>
                    <a:lnTo>
                      <a:pt x="2712" y="366"/>
                    </a:lnTo>
                    <a:lnTo>
                      <a:pt x="2712" y="354"/>
                    </a:lnTo>
                    <a:lnTo>
                      <a:pt x="2718" y="348"/>
                    </a:lnTo>
                    <a:lnTo>
                      <a:pt x="2718" y="336"/>
                    </a:lnTo>
                    <a:lnTo>
                      <a:pt x="2712" y="336"/>
                    </a:lnTo>
                    <a:lnTo>
                      <a:pt x="2700" y="342"/>
                    </a:lnTo>
                    <a:lnTo>
                      <a:pt x="2694" y="348"/>
                    </a:lnTo>
                    <a:lnTo>
                      <a:pt x="2682" y="354"/>
                    </a:lnTo>
                    <a:lnTo>
                      <a:pt x="2676" y="372"/>
                    </a:lnTo>
                    <a:lnTo>
                      <a:pt x="2664" y="366"/>
                    </a:lnTo>
                    <a:lnTo>
                      <a:pt x="2664" y="378"/>
                    </a:lnTo>
                    <a:lnTo>
                      <a:pt x="2652" y="402"/>
                    </a:lnTo>
                    <a:lnTo>
                      <a:pt x="2628" y="414"/>
                    </a:lnTo>
                    <a:lnTo>
                      <a:pt x="2628" y="426"/>
                    </a:lnTo>
                    <a:lnTo>
                      <a:pt x="2634" y="432"/>
                    </a:lnTo>
                    <a:lnTo>
                      <a:pt x="2628" y="432"/>
                    </a:lnTo>
                    <a:lnTo>
                      <a:pt x="2598" y="462"/>
                    </a:lnTo>
                    <a:lnTo>
                      <a:pt x="2598" y="468"/>
                    </a:lnTo>
                    <a:lnTo>
                      <a:pt x="2604" y="474"/>
                    </a:lnTo>
                    <a:lnTo>
                      <a:pt x="2610" y="474"/>
                    </a:lnTo>
                    <a:lnTo>
                      <a:pt x="2616" y="480"/>
                    </a:lnTo>
                    <a:lnTo>
                      <a:pt x="2616" y="492"/>
                    </a:lnTo>
                    <a:lnTo>
                      <a:pt x="2610" y="498"/>
                    </a:lnTo>
                    <a:lnTo>
                      <a:pt x="2604" y="498"/>
                    </a:lnTo>
                    <a:lnTo>
                      <a:pt x="2604" y="510"/>
                    </a:lnTo>
                    <a:lnTo>
                      <a:pt x="2592" y="534"/>
                    </a:lnTo>
                    <a:lnTo>
                      <a:pt x="2580" y="552"/>
                    </a:lnTo>
                    <a:lnTo>
                      <a:pt x="2550" y="582"/>
                    </a:lnTo>
                    <a:lnTo>
                      <a:pt x="2478" y="618"/>
                    </a:lnTo>
                    <a:lnTo>
                      <a:pt x="2484" y="588"/>
                    </a:lnTo>
                    <a:lnTo>
                      <a:pt x="2478" y="582"/>
                    </a:lnTo>
                    <a:lnTo>
                      <a:pt x="2478" y="576"/>
                    </a:lnTo>
                    <a:lnTo>
                      <a:pt x="2472" y="570"/>
                    </a:lnTo>
                    <a:lnTo>
                      <a:pt x="2472" y="564"/>
                    </a:lnTo>
                    <a:lnTo>
                      <a:pt x="2478" y="552"/>
                    </a:lnTo>
                    <a:lnTo>
                      <a:pt x="2496" y="534"/>
                    </a:lnTo>
                    <a:lnTo>
                      <a:pt x="2502" y="522"/>
                    </a:lnTo>
                    <a:lnTo>
                      <a:pt x="2502" y="516"/>
                    </a:lnTo>
                    <a:lnTo>
                      <a:pt x="2496" y="510"/>
                    </a:lnTo>
                    <a:lnTo>
                      <a:pt x="2496" y="492"/>
                    </a:lnTo>
                    <a:lnTo>
                      <a:pt x="2502" y="480"/>
                    </a:lnTo>
                    <a:lnTo>
                      <a:pt x="2508" y="474"/>
                    </a:lnTo>
                    <a:lnTo>
                      <a:pt x="2514" y="462"/>
                    </a:lnTo>
                    <a:lnTo>
                      <a:pt x="2526" y="456"/>
                    </a:lnTo>
                    <a:lnTo>
                      <a:pt x="2532" y="450"/>
                    </a:lnTo>
                    <a:lnTo>
                      <a:pt x="2532" y="432"/>
                    </a:lnTo>
                    <a:lnTo>
                      <a:pt x="2538" y="432"/>
                    </a:lnTo>
                    <a:lnTo>
                      <a:pt x="2622" y="348"/>
                    </a:lnTo>
                    <a:lnTo>
                      <a:pt x="2592" y="354"/>
                    </a:lnTo>
                    <a:lnTo>
                      <a:pt x="2580" y="360"/>
                    </a:lnTo>
                    <a:lnTo>
                      <a:pt x="2574" y="366"/>
                    </a:lnTo>
                    <a:lnTo>
                      <a:pt x="2562" y="372"/>
                    </a:lnTo>
                    <a:lnTo>
                      <a:pt x="2556" y="378"/>
                    </a:lnTo>
                    <a:lnTo>
                      <a:pt x="2550" y="378"/>
                    </a:lnTo>
                    <a:lnTo>
                      <a:pt x="2550" y="372"/>
                    </a:lnTo>
                    <a:lnTo>
                      <a:pt x="2556" y="366"/>
                    </a:lnTo>
                    <a:lnTo>
                      <a:pt x="2568" y="360"/>
                    </a:lnTo>
                    <a:lnTo>
                      <a:pt x="2592" y="336"/>
                    </a:lnTo>
                    <a:lnTo>
                      <a:pt x="2604" y="330"/>
                    </a:lnTo>
                    <a:lnTo>
                      <a:pt x="2658" y="276"/>
                    </a:lnTo>
                    <a:lnTo>
                      <a:pt x="2670" y="288"/>
                    </a:lnTo>
                    <a:lnTo>
                      <a:pt x="2682" y="276"/>
                    </a:lnTo>
                    <a:lnTo>
                      <a:pt x="2682" y="288"/>
                    </a:lnTo>
                    <a:lnTo>
                      <a:pt x="2694" y="288"/>
                    </a:lnTo>
                    <a:lnTo>
                      <a:pt x="2700" y="282"/>
                    </a:lnTo>
                    <a:lnTo>
                      <a:pt x="2700" y="270"/>
                    </a:lnTo>
                    <a:lnTo>
                      <a:pt x="2724" y="276"/>
                    </a:lnTo>
                    <a:lnTo>
                      <a:pt x="2736" y="270"/>
                    </a:lnTo>
                    <a:lnTo>
                      <a:pt x="2742" y="270"/>
                    </a:lnTo>
                    <a:lnTo>
                      <a:pt x="2754" y="264"/>
                    </a:lnTo>
                    <a:lnTo>
                      <a:pt x="2772" y="264"/>
                    </a:lnTo>
                    <a:lnTo>
                      <a:pt x="2784" y="270"/>
                    </a:lnTo>
                    <a:lnTo>
                      <a:pt x="2790" y="276"/>
                    </a:lnTo>
                    <a:lnTo>
                      <a:pt x="2796" y="288"/>
                    </a:lnTo>
                    <a:lnTo>
                      <a:pt x="2772" y="294"/>
                    </a:lnTo>
                    <a:lnTo>
                      <a:pt x="2772" y="318"/>
                    </a:lnTo>
                    <a:lnTo>
                      <a:pt x="2742" y="318"/>
                    </a:lnTo>
                    <a:lnTo>
                      <a:pt x="2736" y="324"/>
                    </a:lnTo>
                    <a:lnTo>
                      <a:pt x="2736" y="360"/>
                    </a:lnTo>
                    <a:lnTo>
                      <a:pt x="2730" y="366"/>
                    </a:lnTo>
                    <a:lnTo>
                      <a:pt x="2718" y="36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0" name="Puerto Rico" descr="© INSCALE GmbH, 05.05.2010&#10;http://www.presentationload.com/">
                <a:extLst>
                  <a:ext uri="{FF2B5EF4-FFF2-40B4-BE49-F238E27FC236}">
                    <a16:creationId xmlns:a16="http://schemas.microsoft.com/office/drawing/2014/main" id="{1ACB7C06-094B-444D-B4FE-D042966DB6EB}"/>
                  </a:ext>
                </a:extLst>
              </p:cNvPr>
              <p:cNvSpPr>
                <a:spLocks/>
              </p:cNvSpPr>
              <p:nvPr/>
            </p:nvSpPr>
            <p:spPr bwMode="gray">
              <a:xfrm>
                <a:off x="3748882" y="3518764"/>
                <a:ext cx="57528" cy="24655"/>
              </a:xfrm>
              <a:custGeom>
                <a:avLst/>
                <a:gdLst>
                  <a:gd name="T0" fmla="*/ 2147483647 w 138"/>
                  <a:gd name="T1" fmla="*/ 2147483647 h 60"/>
                  <a:gd name="T2" fmla="*/ 2147483647 w 138"/>
                  <a:gd name="T3" fmla="*/ 2147483647 h 60"/>
                  <a:gd name="T4" fmla="*/ 2147483647 w 138"/>
                  <a:gd name="T5" fmla="*/ 0 h 60"/>
                  <a:gd name="T6" fmla="*/ 2147483647 w 138"/>
                  <a:gd name="T7" fmla="*/ 0 h 60"/>
                  <a:gd name="T8" fmla="*/ 2147483647 w 138"/>
                  <a:gd name="T9" fmla="*/ 2147483647 h 60"/>
                  <a:gd name="T10" fmla="*/ 0 w 138"/>
                  <a:gd name="T11" fmla="*/ 2147483647 h 60"/>
                  <a:gd name="T12" fmla="*/ 0 w 138"/>
                  <a:gd name="T13" fmla="*/ 2147483647 h 60"/>
                  <a:gd name="T14" fmla="*/ 2147483647 w 138"/>
                  <a:gd name="T15" fmla="*/ 2147483647 h 60"/>
                  <a:gd name="T16" fmla="*/ 2147483647 w 138"/>
                  <a:gd name="T17" fmla="*/ 2147483647 h 60"/>
                  <a:gd name="T18" fmla="*/ 2147483647 w 138"/>
                  <a:gd name="T19" fmla="*/ 2147483647 h 60"/>
                  <a:gd name="T20" fmla="*/ 2147483647 w 138"/>
                  <a:gd name="T21" fmla="*/ 2147483647 h 60"/>
                  <a:gd name="T22" fmla="*/ 2147483647 w 138"/>
                  <a:gd name="T23" fmla="*/ 2147483647 h 60"/>
                  <a:gd name="T24" fmla="*/ 2147483647 w 138"/>
                  <a:gd name="T25" fmla="*/ 2147483647 h 60"/>
                  <a:gd name="T26" fmla="*/ 2147483647 w 138"/>
                  <a:gd name="T27" fmla="*/ 2147483647 h 60"/>
                  <a:gd name="T28" fmla="*/ 2147483647 w 138"/>
                  <a:gd name="T29" fmla="*/ 2147483647 h 60"/>
                  <a:gd name="T30" fmla="*/ 2147483647 w 138"/>
                  <a:gd name="T31" fmla="*/ 2147483647 h 60"/>
                  <a:gd name="T32" fmla="*/ 2147483647 w 138"/>
                  <a:gd name="T33" fmla="*/ 2147483647 h 60"/>
                  <a:gd name="T34" fmla="*/ 2147483647 w 138"/>
                  <a:gd name="T35" fmla="*/ 2147483647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8"/>
                  <a:gd name="T55" fmla="*/ 0 h 60"/>
                  <a:gd name="T56" fmla="*/ 138 w 138"/>
                  <a:gd name="T57" fmla="*/ 60 h 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8" h="60">
                    <a:moveTo>
                      <a:pt x="84" y="12"/>
                    </a:moveTo>
                    <a:lnTo>
                      <a:pt x="72" y="12"/>
                    </a:lnTo>
                    <a:lnTo>
                      <a:pt x="36" y="0"/>
                    </a:lnTo>
                    <a:lnTo>
                      <a:pt x="12" y="0"/>
                    </a:lnTo>
                    <a:lnTo>
                      <a:pt x="6" y="12"/>
                    </a:lnTo>
                    <a:lnTo>
                      <a:pt x="0" y="18"/>
                    </a:lnTo>
                    <a:lnTo>
                      <a:pt x="0" y="48"/>
                    </a:lnTo>
                    <a:lnTo>
                      <a:pt x="36" y="60"/>
                    </a:lnTo>
                    <a:lnTo>
                      <a:pt x="48" y="48"/>
                    </a:lnTo>
                    <a:lnTo>
                      <a:pt x="102" y="48"/>
                    </a:lnTo>
                    <a:lnTo>
                      <a:pt x="120" y="36"/>
                    </a:lnTo>
                    <a:lnTo>
                      <a:pt x="132" y="30"/>
                    </a:lnTo>
                    <a:lnTo>
                      <a:pt x="138" y="18"/>
                    </a:lnTo>
                    <a:lnTo>
                      <a:pt x="138" y="12"/>
                    </a:lnTo>
                    <a:lnTo>
                      <a:pt x="132" y="6"/>
                    </a:lnTo>
                    <a:lnTo>
                      <a:pt x="114" y="6"/>
                    </a:lnTo>
                    <a:lnTo>
                      <a:pt x="102" y="12"/>
                    </a:lnTo>
                    <a:lnTo>
                      <a:pt x="84" y="1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1" name="Panama" descr="© INSCALE GmbH, 05.05.2010&#10;http://www.presentationload.com/">
                <a:extLst>
                  <a:ext uri="{FF2B5EF4-FFF2-40B4-BE49-F238E27FC236}">
                    <a16:creationId xmlns:a16="http://schemas.microsoft.com/office/drawing/2014/main" id="{DDB33675-5B81-F54B-9A72-C176B7A04A34}"/>
                  </a:ext>
                </a:extLst>
              </p:cNvPr>
              <p:cNvSpPr>
                <a:spLocks/>
              </p:cNvSpPr>
              <p:nvPr/>
            </p:nvSpPr>
            <p:spPr bwMode="gray">
              <a:xfrm>
                <a:off x="3249215" y="3816263"/>
                <a:ext cx="170939" cy="82182"/>
              </a:xfrm>
              <a:custGeom>
                <a:avLst/>
                <a:gdLst>
                  <a:gd name="T0" fmla="*/ 2147483647 w 408"/>
                  <a:gd name="T1" fmla="*/ 2147483647 h 198"/>
                  <a:gd name="T2" fmla="*/ 2147483647 w 408"/>
                  <a:gd name="T3" fmla="*/ 2147483647 h 198"/>
                  <a:gd name="T4" fmla="*/ 2147483647 w 408"/>
                  <a:gd name="T5" fmla="*/ 2147483647 h 198"/>
                  <a:gd name="T6" fmla="*/ 2147483647 w 408"/>
                  <a:gd name="T7" fmla="*/ 2147483647 h 198"/>
                  <a:gd name="T8" fmla="*/ 2147483647 w 408"/>
                  <a:gd name="T9" fmla="*/ 2147483647 h 198"/>
                  <a:gd name="T10" fmla="*/ 2147483647 w 408"/>
                  <a:gd name="T11" fmla="*/ 2147483647 h 198"/>
                  <a:gd name="T12" fmla="*/ 2147483647 w 408"/>
                  <a:gd name="T13" fmla="*/ 2147483647 h 198"/>
                  <a:gd name="T14" fmla="*/ 2147483647 w 408"/>
                  <a:gd name="T15" fmla="*/ 2147483647 h 198"/>
                  <a:gd name="T16" fmla="*/ 2147483647 w 408"/>
                  <a:gd name="T17" fmla="*/ 2147483647 h 198"/>
                  <a:gd name="T18" fmla="*/ 2147483647 w 408"/>
                  <a:gd name="T19" fmla="*/ 2147483647 h 198"/>
                  <a:gd name="T20" fmla="*/ 2147483647 w 408"/>
                  <a:gd name="T21" fmla="*/ 2147483647 h 198"/>
                  <a:gd name="T22" fmla="*/ 2147483647 w 408"/>
                  <a:gd name="T23" fmla="*/ 2147483647 h 198"/>
                  <a:gd name="T24" fmla="*/ 2147483647 w 408"/>
                  <a:gd name="T25" fmla="*/ 2147483647 h 198"/>
                  <a:gd name="T26" fmla="*/ 2147483647 w 408"/>
                  <a:gd name="T27" fmla="*/ 2147483647 h 198"/>
                  <a:gd name="T28" fmla="*/ 2147483647 w 408"/>
                  <a:gd name="T29" fmla="*/ 2147483647 h 198"/>
                  <a:gd name="T30" fmla="*/ 2147483647 w 408"/>
                  <a:gd name="T31" fmla="*/ 2147483647 h 198"/>
                  <a:gd name="T32" fmla="*/ 2147483647 w 408"/>
                  <a:gd name="T33" fmla="*/ 0 h 198"/>
                  <a:gd name="T34" fmla="*/ 2147483647 w 408"/>
                  <a:gd name="T35" fmla="*/ 2147483647 h 198"/>
                  <a:gd name="T36" fmla="*/ 2147483647 w 408"/>
                  <a:gd name="T37" fmla="*/ 2147483647 h 198"/>
                  <a:gd name="T38" fmla="*/ 2147483647 w 408"/>
                  <a:gd name="T39" fmla="*/ 2147483647 h 198"/>
                  <a:gd name="T40" fmla="*/ 2147483647 w 408"/>
                  <a:gd name="T41" fmla="*/ 2147483647 h 198"/>
                  <a:gd name="T42" fmla="*/ 2147483647 w 408"/>
                  <a:gd name="T43" fmla="*/ 2147483647 h 198"/>
                  <a:gd name="T44" fmla="*/ 2147483647 w 408"/>
                  <a:gd name="T45" fmla="*/ 2147483647 h 198"/>
                  <a:gd name="T46" fmla="*/ 2147483647 w 408"/>
                  <a:gd name="T47" fmla="*/ 2147483647 h 198"/>
                  <a:gd name="T48" fmla="*/ 2147483647 w 408"/>
                  <a:gd name="T49" fmla="*/ 2147483647 h 198"/>
                  <a:gd name="T50" fmla="*/ 2147483647 w 408"/>
                  <a:gd name="T51" fmla="*/ 2147483647 h 198"/>
                  <a:gd name="T52" fmla="*/ 2147483647 w 408"/>
                  <a:gd name="T53" fmla="*/ 2147483647 h 198"/>
                  <a:gd name="T54" fmla="*/ 2147483647 w 408"/>
                  <a:gd name="T55" fmla="*/ 2147483647 h 198"/>
                  <a:gd name="T56" fmla="*/ 0 w 408"/>
                  <a:gd name="T57" fmla="*/ 2147483647 h 198"/>
                  <a:gd name="T58" fmla="*/ 2147483647 w 408"/>
                  <a:gd name="T59" fmla="*/ 2147483647 h 198"/>
                  <a:gd name="T60" fmla="*/ 2147483647 w 408"/>
                  <a:gd name="T61" fmla="*/ 2147483647 h 198"/>
                  <a:gd name="T62" fmla="*/ 2147483647 w 408"/>
                  <a:gd name="T63" fmla="*/ 2147483647 h 198"/>
                  <a:gd name="T64" fmla="*/ 0 w 408"/>
                  <a:gd name="T65" fmla="*/ 2147483647 h 198"/>
                  <a:gd name="T66" fmla="*/ 2147483647 w 408"/>
                  <a:gd name="T67" fmla="*/ 2147483647 h 198"/>
                  <a:gd name="T68" fmla="*/ 2147483647 w 408"/>
                  <a:gd name="T69" fmla="*/ 2147483647 h 198"/>
                  <a:gd name="T70" fmla="*/ 2147483647 w 408"/>
                  <a:gd name="T71" fmla="*/ 2147483647 h 198"/>
                  <a:gd name="T72" fmla="*/ 2147483647 w 408"/>
                  <a:gd name="T73" fmla="*/ 2147483647 h 198"/>
                  <a:gd name="T74" fmla="*/ 2147483647 w 408"/>
                  <a:gd name="T75" fmla="*/ 2147483647 h 198"/>
                  <a:gd name="T76" fmla="*/ 2147483647 w 408"/>
                  <a:gd name="T77" fmla="*/ 2147483647 h 198"/>
                  <a:gd name="T78" fmla="*/ 2147483647 w 408"/>
                  <a:gd name="T79" fmla="*/ 2147483647 h 198"/>
                  <a:gd name="T80" fmla="*/ 2147483647 w 408"/>
                  <a:gd name="T81" fmla="*/ 2147483647 h 198"/>
                  <a:gd name="T82" fmla="*/ 2147483647 w 408"/>
                  <a:gd name="T83" fmla="*/ 2147483647 h 198"/>
                  <a:gd name="T84" fmla="*/ 2147483647 w 408"/>
                  <a:gd name="T85" fmla="*/ 2147483647 h 198"/>
                  <a:gd name="T86" fmla="*/ 2147483647 w 408"/>
                  <a:gd name="T87" fmla="*/ 2147483647 h 198"/>
                  <a:gd name="T88" fmla="*/ 2147483647 w 408"/>
                  <a:gd name="T89" fmla="*/ 2147483647 h 198"/>
                  <a:gd name="T90" fmla="*/ 2147483647 w 408"/>
                  <a:gd name="T91" fmla="*/ 2147483647 h 198"/>
                  <a:gd name="T92" fmla="*/ 2147483647 w 408"/>
                  <a:gd name="T93" fmla="*/ 2147483647 h 198"/>
                  <a:gd name="T94" fmla="*/ 2147483647 w 408"/>
                  <a:gd name="T95" fmla="*/ 2147483647 h 198"/>
                  <a:gd name="T96" fmla="*/ 2147483647 w 408"/>
                  <a:gd name="T97" fmla="*/ 2147483647 h 198"/>
                  <a:gd name="T98" fmla="*/ 2147483647 w 408"/>
                  <a:gd name="T99" fmla="*/ 2147483647 h 198"/>
                  <a:gd name="T100" fmla="*/ 2147483647 w 408"/>
                  <a:gd name="T101" fmla="*/ 2147483647 h 1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08"/>
                  <a:gd name="T154" fmla="*/ 0 h 198"/>
                  <a:gd name="T155" fmla="*/ 408 w 408"/>
                  <a:gd name="T156" fmla="*/ 198 h 1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08" h="198">
                    <a:moveTo>
                      <a:pt x="306" y="66"/>
                    </a:moveTo>
                    <a:lnTo>
                      <a:pt x="318" y="78"/>
                    </a:lnTo>
                    <a:lnTo>
                      <a:pt x="324" y="90"/>
                    </a:lnTo>
                    <a:lnTo>
                      <a:pt x="330" y="96"/>
                    </a:lnTo>
                    <a:lnTo>
                      <a:pt x="342" y="90"/>
                    </a:lnTo>
                    <a:lnTo>
                      <a:pt x="372" y="120"/>
                    </a:lnTo>
                    <a:lnTo>
                      <a:pt x="342" y="102"/>
                    </a:lnTo>
                    <a:lnTo>
                      <a:pt x="342" y="120"/>
                    </a:lnTo>
                    <a:lnTo>
                      <a:pt x="336" y="132"/>
                    </a:lnTo>
                    <a:lnTo>
                      <a:pt x="336" y="162"/>
                    </a:lnTo>
                    <a:lnTo>
                      <a:pt x="342" y="168"/>
                    </a:lnTo>
                    <a:lnTo>
                      <a:pt x="348" y="180"/>
                    </a:lnTo>
                    <a:lnTo>
                      <a:pt x="354" y="186"/>
                    </a:lnTo>
                    <a:lnTo>
                      <a:pt x="360" y="186"/>
                    </a:lnTo>
                    <a:lnTo>
                      <a:pt x="372" y="156"/>
                    </a:lnTo>
                    <a:lnTo>
                      <a:pt x="378" y="162"/>
                    </a:lnTo>
                    <a:lnTo>
                      <a:pt x="390" y="168"/>
                    </a:lnTo>
                    <a:lnTo>
                      <a:pt x="396" y="162"/>
                    </a:lnTo>
                    <a:lnTo>
                      <a:pt x="408" y="138"/>
                    </a:lnTo>
                    <a:lnTo>
                      <a:pt x="408" y="126"/>
                    </a:lnTo>
                    <a:lnTo>
                      <a:pt x="396" y="120"/>
                    </a:lnTo>
                    <a:lnTo>
                      <a:pt x="390" y="108"/>
                    </a:lnTo>
                    <a:lnTo>
                      <a:pt x="390" y="90"/>
                    </a:lnTo>
                    <a:lnTo>
                      <a:pt x="396" y="84"/>
                    </a:lnTo>
                    <a:lnTo>
                      <a:pt x="372" y="66"/>
                    </a:lnTo>
                    <a:lnTo>
                      <a:pt x="372" y="60"/>
                    </a:lnTo>
                    <a:lnTo>
                      <a:pt x="366" y="54"/>
                    </a:lnTo>
                    <a:lnTo>
                      <a:pt x="366" y="42"/>
                    </a:lnTo>
                    <a:lnTo>
                      <a:pt x="360" y="30"/>
                    </a:lnTo>
                    <a:lnTo>
                      <a:pt x="348" y="24"/>
                    </a:lnTo>
                    <a:lnTo>
                      <a:pt x="330" y="18"/>
                    </a:lnTo>
                    <a:lnTo>
                      <a:pt x="288" y="18"/>
                    </a:lnTo>
                    <a:lnTo>
                      <a:pt x="282" y="0"/>
                    </a:lnTo>
                    <a:lnTo>
                      <a:pt x="246" y="0"/>
                    </a:lnTo>
                    <a:lnTo>
                      <a:pt x="234" y="6"/>
                    </a:lnTo>
                    <a:lnTo>
                      <a:pt x="228" y="12"/>
                    </a:lnTo>
                    <a:lnTo>
                      <a:pt x="222" y="24"/>
                    </a:lnTo>
                    <a:lnTo>
                      <a:pt x="210" y="36"/>
                    </a:lnTo>
                    <a:lnTo>
                      <a:pt x="204" y="36"/>
                    </a:lnTo>
                    <a:lnTo>
                      <a:pt x="198" y="30"/>
                    </a:lnTo>
                    <a:lnTo>
                      <a:pt x="192" y="30"/>
                    </a:lnTo>
                    <a:lnTo>
                      <a:pt x="168" y="42"/>
                    </a:lnTo>
                    <a:lnTo>
                      <a:pt x="144" y="66"/>
                    </a:lnTo>
                    <a:lnTo>
                      <a:pt x="132" y="72"/>
                    </a:lnTo>
                    <a:lnTo>
                      <a:pt x="120" y="72"/>
                    </a:lnTo>
                    <a:lnTo>
                      <a:pt x="114" y="66"/>
                    </a:lnTo>
                    <a:lnTo>
                      <a:pt x="102" y="60"/>
                    </a:lnTo>
                    <a:lnTo>
                      <a:pt x="90" y="42"/>
                    </a:lnTo>
                    <a:lnTo>
                      <a:pt x="78" y="54"/>
                    </a:lnTo>
                    <a:lnTo>
                      <a:pt x="60" y="54"/>
                    </a:lnTo>
                    <a:lnTo>
                      <a:pt x="48" y="42"/>
                    </a:lnTo>
                    <a:lnTo>
                      <a:pt x="48" y="18"/>
                    </a:lnTo>
                    <a:lnTo>
                      <a:pt x="36" y="6"/>
                    </a:lnTo>
                    <a:lnTo>
                      <a:pt x="24" y="6"/>
                    </a:lnTo>
                    <a:lnTo>
                      <a:pt x="18" y="12"/>
                    </a:lnTo>
                    <a:lnTo>
                      <a:pt x="6" y="12"/>
                    </a:lnTo>
                    <a:lnTo>
                      <a:pt x="0" y="18"/>
                    </a:lnTo>
                    <a:lnTo>
                      <a:pt x="0" y="36"/>
                    </a:lnTo>
                    <a:lnTo>
                      <a:pt x="6" y="42"/>
                    </a:lnTo>
                    <a:lnTo>
                      <a:pt x="6" y="48"/>
                    </a:lnTo>
                    <a:lnTo>
                      <a:pt x="24" y="48"/>
                    </a:lnTo>
                    <a:lnTo>
                      <a:pt x="30" y="54"/>
                    </a:lnTo>
                    <a:lnTo>
                      <a:pt x="12" y="72"/>
                    </a:lnTo>
                    <a:lnTo>
                      <a:pt x="6" y="72"/>
                    </a:lnTo>
                    <a:lnTo>
                      <a:pt x="6" y="96"/>
                    </a:lnTo>
                    <a:lnTo>
                      <a:pt x="0" y="102"/>
                    </a:lnTo>
                    <a:lnTo>
                      <a:pt x="6" y="108"/>
                    </a:lnTo>
                    <a:lnTo>
                      <a:pt x="48" y="102"/>
                    </a:lnTo>
                    <a:lnTo>
                      <a:pt x="60" y="120"/>
                    </a:lnTo>
                    <a:lnTo>
                      <a:pt x="90" y="114"/>
                    </a:lnTo>
                    <a:lnTo>
                      <a:pt x="90" y="126"/>
                    </a:lnTo>
                    <a:lnTo>
                      <a:pt x="84" y="132"/>
                    </a:lnTo>
                    <a:lnTo>
                      <a:pt x="84" y="150"/>
                    </a:lnTo>
                    <a:lnTo>
                      <a:pt x="90" y="156"/>
                    </a:lnTo>
                    <a:lnTo>
                      <a:pt x="108" y="156"/>
                    </a:lnTo>
                    <a:lnTo>
                      <a:pt x="114" y="150"/>
                    </a:lnTo>
                    <a:lnTo>
                      <a:pt x="120" y="150"/>
                    </a:lnTo>
                    <a:lnTo>
                      <a:pt x="120" y="132"/>
                    </a:lnTo>
                    <a:lnTo>
                      <a:pt x="138" y="126"/>
                    </a:lnTo>
                    <a:lnTo>
                      <a:pt x="138" y="150"/>
                    </a:lnTo>
                    <a:lnTo>
                      <a:pt x="144" y="168"/>
                    </a:lnTo>
                    <a:lnTo>
                      <a:pt x="144" y="180"/>
                    </a:lnTo>
                    <a:lnTo>
                      <a:pt x="150" y="192"/>
                    </a:lnTo>
                    <a:lnTo>
                      <a:pt x="156" y="198"/>
                    </a:lnTo>
                    <a:lnTo>
                      <a:pt x="162" y="198"/>
                    </a:lnTo>
                    <a:lnTo>
                      <a:pt x="180" y="192"/>
                    </a:lnTo>
                    <a:lnTo>
                      <a:pt x="198" y="174"/>
                    </a:lnTo>
                    <a:lnTo>
                      <a:pt x="204" y="174"/>
                    </a:lnTo>
                    <a:lnTo>
                      <a:pt x="198" y="168"/>
                    </a:lnTo>
                    <a:lnTo>
                      <a:pt x="186" y="162"/>
                    </a:lnTo>
                    <a:lnTo>
                      <a:pt x="180" y="150"/>
                    </a:lnTo>
                    <a:lnTo>
                      <a:pt x="174" y="144"/>
                    </a:lnTo>
                    <a:lnTo>
                      <a:pt x="168" y="132"/>
                    </a:lnTo>
                    <a:lnTo>
                      <a:pt x="162" y="126"/>
                    </a:lnTo>
                    <a:lnTo>
                      <a:pt x="186" y="102"/>
                    </a:lnTo>
                    <a:lnTo>
                      <a:pt x="222" y="84"/>
                    </a:lnTo>
                    <a:lnTo>
                      <a:pt x="228" y="72"/>
                    </a:lnTo>
                    <a:lnTo>
                      <a:pt x="246" y="54"/>
                    </a:lnTo>
                    <a:lnTo>
                      <a:pt x="258" y="48"/>
                    </a:lnTo>
                    <a:lnTo>
                      <a:pt x="276" y="54"/>
                    </a:lnTo>
                    <a:lnTo>
                      <a:pt x="288" y="60"/>
                    </a:lnTo>
                    <a:lnTo>
                      <a:pt x="306" y="6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2" name="Nicaragua" descr="© INSCALE GmbH, 05.05.2010&#10;http://www.presentationload.com/">
                <a:extLst>
                  <a:ext uri="{FF2B5EF4-FFF2-40B4-BE49-F238E27FC236}">
                    <a16:creationId xmlns:a16="http://schemas.microsoft.com/office/drawing/2014/main" id="{82047878-F555-E340-8E91-4082C7E3BADD}"/>
                  </a:ext>
                </a:extLst>
              </p:cNvPr>
              <p:cNvSpPr>
                <a:spLocks/>
              </p:cNvSpPr>
              <p:nvPr/>
            </p:nvSpPr>
            <p:spPr bwMode="gray">
              <a:xfrm>
                <a:off x="3122656" y="3638749"/>
                <a:ext cx="136423" cy="139711"/>
              </a:xfrm>
              <a:custGeom>
                <a:avLst/>
                <a:gdLst>
                  <a:gd name="T0" fmla="*/ 2147483647 w 324"/>
                  <a:gd name="T1" fmla="*/ 2147483647 h 330"/>
                  <a:gd name="T2" fmla="*/ 2147483647 w 324"/>
                  <a:gd name="T3" fmla="*/ 0 h 330"/>
                  <a:gd name="T4" fmla="*/ 2147483647 w 324"/>
                  <a:gd name="T5" fmla="*/ 2147483647 h 330"/>
                  <a:gd name="T6" fmla="*/ 2147483647 w 324"/>
                  <a:gd name="T7" fmla="*/ 2147483647 h 330"/>
                  <a:gd name="T8" fmla="*/ 2147483647 w 324"/>
                  <a:gd name="T9" fmla="*/ 0 h 330"/>
                  <a:gd name="T10" fmla="*/ 2147483647 w 324"/>
                  <a:gd name="T11" fmla="*/ 2147483647 h 330"/>
                  <a:gd name="T12" fmla="*/ 2147483647 w 324"/>
                  <a:gd name="T13" fmla="*/ 2147483647 h 330"/>
                  <a:gd name="T14" fmla="*/ 2147483647 w 324"/>
                  <a:gd name="T15" fmla="*/ 2147483647 h 330"/>
                  <a:gd name="T16" fmla="*/ 2147483647 w 324"/>
                  <a:gd name="T17" fmla="*/ 2147483647 h 330"/>
                  <a:gd name="T18" fmla="*/ 2147483647 w 324"/>
                  <a:gd name="T19" fmla="*/ 2147483647 h 330"/>
                  <a:gd name="T20" fmla="*/ 2147483647 w 324"/>
                  <a:gd name="T21" fmla="*/ 2147483647 h 330"/>
                  <a:gd name="T22" fmla="*/ 2147483647 w 324"/>
                  <a:gd name="T23" fmla="*/ 2147483647 h 330"/>
                  <a:gd name="T24" fmla="*/ 2147483647 w 324"/>
                  <a:gd name="T25" fmla="*/ 2147483647 h 330"/>
                  <a:gd name="T26" fmla="*/ 2147483647 w 324"/>
                  <a:gd name="T27" fmla="*/ 2147483647 h 330"/>
                  <a:gd name="T28" fmla="*/ 2147483647 w 324"/>
                  <a:gd name="T29" fmla="*/ 2147483647 h 330"/>
                  <a:gd name="T30" fmla="*/ 2147483647 w 324"/>
                  <a:gd name="T31" fmla="*/ 2147483647 h 330"/>
                  <a:gd name="T32" fmla="*/ 2147483647 w 324"/>
                  <a:gd name="T33" fmla="*/ 2147483647 h 330"/>
                  <a:gd name="T34" fmla="*/ 2147483647 w 324"/>
                  <a:gd name="T35" fmla="*/ 2147483647 h 330"/>
                  <a:gd name="T36" fmla="*/ 2147483647 w 324"/>
                  <a:gd name="T37" fmla="*/ 2147483647 h 330"/>
                  <a:gd name="T38" fmla="*/ 2147483647 w 324"/>
                  <a:gd name="T39" fmla="*/ 2147483647 h 330"/>
                  <a:gd name="T40" fmla="*/ 2147483647 w 324"/>
                  <a:gd name="T41" fmla="*/ 2147483647 h 330"/>
                  <a:gd name="T42" fmla="*/ 2147483647 w 324"/>
                  <a:gd name="T43" fmla="*/ 2147483647 h 330"/>
                  <a:gd name="T44" fmla="*/ 2147483647 w 324"/>
                  <a:gd name="T45" fmla="*/ 2147483647 h 330"/>
                  <a:gd name="T46" fmla="*/ 2147483647 w 324"/>
                  <a:gd name="T47" fmla="*/ 2147483647 h 330"/>
                  <a:gd name="T48" fmla="*/ 2147483647 w 324"/>
                  <a:gd name="T49" fmla="*/ 2147483647 h 330"/>
                  <a:gd name="T50" fmla="*/ 2147483647 w 324"/>
                  <a:gd name="T51" fmla="*/ 2147483647 h 330"/>
                  <a:gd name="T52" fmla="*/ 2147483647 w 324"/>
                  <a:gd name="T53" fmla="*/ 2147483647 h 330"/>
                  <a:gd name="T54" fmla="*/ 2147483647 w 324"/>
                  <a:gd name="T55" fmla="*/ 2147483647 h 330"/>
                  <a:gd name="T56" fmla="*/ 2147483647 w 324"/>
                  <a:gd name="T57" fmla="*/ 2147483647 h 330"/>
                  <a:gd name="T58" fmla="*/ 2147483647 w 324"/>
                  <a:gd name="T59" fmla="*/ 2147483647 h 330"/>
                  <a:gd name="T60" fmla="*/ 2147483647 w 324"/>
                  <a:gd name="T61" fmla="*/ 2147483647 h 330"/>
                  <a:gd name="T62" fmla="*/ 2147483647 w 324"/>
                  <a:gd name="T63" fmla="*/ 2147483647 h 330"/>
                  <a:gd name="T64" fmla="*/ 2147483647 w 324"/>
                  <a:gd name="T65" fmla="*/ 2147483647 h 330"/>
                  <a:gd name="T66" fmla="*/ 2147483647 w 324"/>
                  <a:gd name="T67" fmla="*/ 2147483647 h 330"/>
                  <a:gd name="T68" fmla="*/ 2147483647 w 324"/>
                  <a:gd name="T69" fmla="*/ 2147483647 h 330"/>
                  <a:gd name="T70" fmla="*/ 2147483647 w 324"/>
                  <a:gd name="T71" fmla="*/ 2147483647 h 330"/>
                  <a:gd name="T72" fmla="*/ 2147483647 w 324"/>
                  <a:gd name="T73" fmla="*/ 2147483647 h 330"/>
                  <a:gd name="T74" fmla="*/ 2147483647 w 324"/>
                  <a:gd name="T75" fmla="*/ 2147483647 h 330"/>
                  <a:gd name="T76" fmla="*/ 2147483647 w 324"/>
                  <a:gd name="T77" fmla="*/ 2147483647 h 330"/>
                  <a:gd name="T78" fmla="*/ 2147483647 w 324"/>
                  <a:gd name="T79" fmla="*/ 2147483647 h 330"/>
                  <a:gd name="T80" fmla="*/ 2147483647 w 324"/>
                  <a:gd name="T81" fmla="*/ 2147483647 h 3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24"/>
                  <a:gd name="T124" fmla="*/ 0 h 330"/>
                  <a:gd name="T125" fmla="*/ 324 w 324"/>
                  <a:gd name="T126" fmla="*/ 330 h 3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24" h="330">
                    <a:moveTo>
                      <a:pt x="324" y="18"/>
                    </a:moveTo>
                    <a:lnTo>
                      <a:pt x="318" y="12"/>
                    </a:lnTo>
                    <a:lnTo>
                      <a:pt x="318" y="6"/>
                    </a:lnTo>
                    <a:lnTo>
                      <a:pt x="312" y="0"/>
                    </a:lnTo>
                    <a:lnTo>
                      <a:pt x="264" y="0"/>
                    </a:lnTo>
                    <a:lnTo>
                      <a:pt x="264" y="6"/>
                    </a:lnTo>
                    <a:lnTo>
                      <a:pt x="252" y="18"/>
                    </a:lnTo>
                    <a:lnTo>
                      <a:pt x="240" y="18"/>
                    </a:lnTo>
                    <a:lnTo>
                      <a:pt x="222" y="0"/>
                    </a:lnTo>
                    <a:lnTo>
                      <a:pt x="210" y="0"/>
                    </a:lnTo>
                    <a:lnTo>
                      <a:pt x="198" y="12"/>
                    </a:lnTo>
                    <a:lnTo>
                      <a:pt x="198" y="30"/>
                    </a:lnTo>
                    <a:lnTo>
                      <a:pt x="180" y="30"/>
                    </a:lnTo>
                    <a:lnTo>
                      <a:pt x="168" y="54"/>
                    </a:lnTo>
                    <a:lnTo>
                      <a:pt x="144" y="78"/>
                    </a:lnTo>
                    <a:lnTo>
                      <a:pt x="126" y="78"/>
                    </a:lnTo>
                    <a:lnTo>
                      <a:pt x="120" y="72"/>
                    </a:lnTo>
                    <a:lnTo>
                      <a:pt x="120" y="66"/>
                    </a:lnTo>
                    <a:lnTo>
                      <a:pt x="108" y="66"/>
                    </a:lnTo>
                    <a:lnTo>
                      <a:pt x="102" y="72"/>
                    </a:lnTo>
                    <a:lnTo>
                      <a:pt x="96" y="84"/>
                    </a:lnTo>
                    <a:lnTo>
                      <a:pt x="60" y="84"/>
                    </a:lnTo>
                    <a:lnTo>
                      <a:pt x="54" y="90"/>
                    </a:lnTo>
                    <a:lnTo>
                      <a:pt x="54" y="102"/>
                    </a:lnTo>
                    <a:lnTo>
                      <a:pt x="60" y="108"/>
                    </a:lnTo>
                    <a:lnTo>
                      <a:pt x="60" y="120"/>
                    </a:lnTo>
                    <a:lnTo>
                      <a:pt x="66" y="126"/>
                    </a:lnTo>
                    <a:lnTo>
                      <a:pt x="48" y="126"/>
                    </a:lnTo>
                    <a:lnTo>
                      <a:pt x="48" y="144"/>
                    </a:lnTo>
                    <a:lnTo>
                      <a:pt x="36" y="150"/>
                    </a:lnTo>
                    <a:lnTo>
                      <a:pt x="0" y="150"/>
                    </a:lnTo>
                    <a:lnTo>
                      <a:pt x="48" y="204"/>
                    </a:lnTo>
                    <a:lnTo>
                      <a:pt x="48" y="210"/>
                    </a:lnTo>
                    <a:lnTo>
                      <a:pt x="54" y="216"/>
                    </a:lnTo>
                    <a:lnTo>
                      <a:pt x="54" y="228"/>
                    </a:lnTo>
                    <a:lnTo>
                      <a:pt x="66" y="252"/>
                    </a:lnTo>
                    <a:lnTo>
                      <a:pt x="72" y="258"/>
                    </a:lnTo>
                    <a:lnTo>
                      <a:pt x="96" y="270"/>
                    </a:lnTo>
                    <a:lnTo>
                      <a:pt x="108" y="282"/>
                    </a:lnTo>
                    <a:lnTo>
                      <a:pt x="114" y="294"/>
                    </a:lnTo>
                    <a:lnTo>
                      <a:pt x="138" y="294"/>
                    </a:lnTo>
                    <a:lnTo>
                      <a:pt x="132" y="294"/>
                    </a:lnTo>
                    <a:lnTo>
                      <a:pt x="120" y="282"/>
                    </a:lnTo>
                    <a:lnTo>
                      <a:pt x="120" y="276"/>
                    </a:lnTo>
                    <a:lnTo>
                      <a:pt x="126" y="270"/>
                    </a:lnTo>
                    <a:lnTo>
                      <a:pt x="138" y="270"/>
                    </a:lnTo>
                    <a:lnTo>
                      <a:pt x="138" y="264"/>
                    </a:lnTo>
                    <a:lnTo>
                      <a:pt x="132" y="258"/>
                    </a:lnTo>
                    <a:lnTo>
                      <a:pt x="126" y="258"/>
                    </a:lnTo>
                    <a:lnTo>
                      <a:pt x="120" y="264"/>
                    </a:lnTo>
                    <a:lnTo>
                      <a:pt x="114" y="264"/>
                    </a:lnTo>
                    <a:lnTo>
                      <a:pt x="114" y="222"/>
                    </a:lnTo>
                    <a:lnTo>
                      <a:pt x="120" y="222"/>
                    </a:lnTo>
                    <a:lnTo>
                      <a:pt x="132" y="228"/>
                    </a:lnTo>
                    <a:lnTo>
                      <a:pt x="144" y="240"/>
                    </a:lnTo>
                    <a:lnTo>
                      <a:pt x="156" y="246"/>
                    </a:lnTo>
                    <a:lnTo>
                      <a:pt x="180" y="270"/>
                    </a:lnTo>
                    <a:lnTo>
                      <a:pt x="192" y="306"/>
                    </a:lnTo>
                    <a:lnTo>
                      <a:pt x="210" y="306"/>
                    </a:lnTo>
                    <a:lnTo>
                      <a:pt x="216" y="312"/>
                    </a:lnTo>
                    <a:lnTo>
                      <a:pt x="222" y="312"/>
                    </a:lnTo>
                    <a:lnTo>
                      <a:pt x="222" y="318"/>
                    </a:lnTo>
                    <a:lnTo>
                      <a:pt x="234" y="330"/>
                    </a:lnTo>
                    <a:lnTo>
                      <a:pt x="270" y="330"/>
                    </a:lnTo>
                    <a:lnTo>
                      <a:pt x="270" y="324"/>
                    </a:lnTo>
                    <a:lnTo>
                      <a:pt x="258" y="312"/>
                    </a:lnTo>
                    <a:lnTo>
                      <a:pt x="252" y="300"/>
                    </a:lnTo>
                    <a:lnTo>
                      <a:pt x="252" y="276"/>
                    </a:lnTo>
                    <a:lnTo>
                      <a:pt x="264" y="264"/>
                    </a:lnTo>
                    <a:lnTo>
                      <a:pt x="270" y="264"/>
                    </a:lnTo>
                    <a:lnTo>
                      <a:pt x="270" y="246"/>
                    </a:lnTo>
                    <a:lnTo>
                      <a:pt x="264" y="234"/>
                    </a:lnTo>
                    <a:lnTo>
                      <a:pt x="264" y="222"/>
                    </a:lnTo>
                    <a:lnTo>
                      <a:pt x="270" y="174"/>
                    </a:lnTo>
                    <a:lnTo>
                      <a:pt x="282" y="192"/>
                    </a:lnTo>
                    <a:lnTo>
                      <a:pt x="288" y="108"/>
                    </a:lnTo>
                    <a:lnTo>
                      <a:pt x="288" y="102"/>
                    </a:lnTo>
                    <a:lnTo>
                      <a:pt x="294" y="96"/>
                    </a:lnTo>
                    <a:lnTo>
                      <a:pt x="306" y="72"/>
                    </a:lnTo>
                    <a:lnTo>
                      <a:pt x="312" y="66"/>
                    </a:lnTo>
                    <a:lnTo>
                      <a:pt x="324" y="42"/>
                    </a:lnTo>
                    <a:lnTo>
                      <a:pt x="324"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3" name="Newfoundland" descr="© INSCALE GmbH, 05.05.2010&#10;http://www.presentationload.com/">
                <a:extLst>
                  <a:ext uri="{FF2B5EF4-FFF2-40B4-BE49-F238E27FC236}">
                    <a16:creationId xmlns:a16="http://schemas.microsoft.com/office/drawing/2014/main" id="{905F4A51-837B-AC4E-A486-5E7366A6D179}"/>
                  </a:ext>
                </a:extLst>
              </p:cNvPr>
              <p:cNvSpPr>
                <a:spLocks/>
              </p:cNvSpPr>
              <p:nvPr/>
            </p:nvSpPr>
            <p:spPr bwMode="gray">
              <a:xfrm>
                <a:off x="4194309" y="2406020"/>
                <a:ext cx="179157" cy="161077"/>
              </a:xfrm>
              <a:custGeom>
                <a:avLst/>
                <a:gdLst>
                  <a:gd name="T0" fmla="*/ 2147483647 w 426"/>
                  <a:gd name="T1" fmla="*/ 2147483647 h 384"/>
                  <a:gd name="T2" fmla="*/ 2147483647 w 426"/>
                  <a:gd name="T3" fmla="*/ 2147483647 h 384"/>
                  <a:gd name="T4" fmla="*/ 2147483647 w 426"/>
                  <a:gd name="T5" fmla="*/ 0 h 384"/>
                  <a:gd name="T6" fmla="*/ 2147483647 w 426"/>
                  <a:gd name="T7" fmla="*/ 2147483647 h 384"/>
                  <a:gd name="T8" fmla="*/ 2147483647 w 426"/>
                  <a:gd name="T9" fmla="*/ 2147483647 h 384"/>
                  <a:gd name="T10" fmla="*/ 2147483647 w 426"/>
                  <a:gd name="T11" fmla="*/ 2147483647 h 384"/>
                  <a:gd name="T12" fmla="*/ 2147483647 w 426"/>
                  <a:gd name="T13" fmla="*/ 2147483647 h 384"/>
                  <a:gd name="T14" fmla="*/ 2147483647 w 426"/>
                  <a:gd name="T15" fmla="*/ 2147483647 h 384"/>
                  <a:gd name="T16" fmla="*/ 2147483647 w 426"/>
                  <a:gd name="T17" fmla="*/ 2147483647 h 384"/>
                  <a:gd name="T18" fmla="*/ 2147483647 w 426"/>
                  <a:gd name="T19" fmla="*/ 2147483647 h 384"/>
                  <a:gd name="T20" fmla="*/ 2147483647 w 426"/>
                  <a:gd name="T21" fmla="*/ 2147483647 h 384"/>
                  <a:gd name="T22" fmla="*/ 2147483647 w 426"/>
                  <a:gd name="T23" fmla="*/ 2147483647 h 384"/>
                  <a:gd name="T24" fmla="*/ 2147483647 w 426"/>
                  <a:gd name="T25" fmla="*/ 2147483647 h 384"/>
                  <a:gd name="T26" fmla="*/ 2147483647 w 426"/>
                  <a:gd name="T27" fmla="*/ 2147483647 h 384"/>
                  <a:gd name="T28" fmla="*/ 2147483647 w 426"/>
                  <a:gd name="T29" fmla="*/ 2147483647 h 384"/>
                  <a:gd name="T30" fmla="*/ 2147483647 w 426"/>
                  <a:gd name="T31" fmla="*/ 2147483647 h 384"/>
                  <a:gd name="T32" fmla="*/ 2147483647 w 426"/>
                  <a:gd name="T33" fmla="*/ 2147483647 h 384"/>
                  <a:gd name="T34" fmla="*/ 2147483647 w 426"/>
                  <a:gd name="T35" fmla="*/ 2147483647 h 384"/>
                  <a:gd name="T36" fmla="*/ 2147483647 w 426"/>
                  <a:gd name="T37" fmla="*/ 2147483647 h 384"/>
                  <a:gd name="T38" fmla="*/ 2147483647 w 426"/>
                  <a:gd name="T39" fmla="*/ 2147483647 h 384"/>
                  <a:gd name="T40" fmla="*/ 2147483647 w 426"/>
                  <a:gd name="T41" fmla="*/ 2147483647 h 384"/>
                  <a:gd name="T42" fmla="*/ 2147483647 w 426"/>
                  <a:gd name="T43" fmla="*/ 2147483647 h 384"/>
                  <a:gd name="T44" fmla="*/ 2147483647 w 426"/>
                  <a:gd name="T45" fmla="*/ 2147483647 h 384"/>
                  <a:gd name="T46" fmla="*/ 2147483647 w 426"/>
                  <a:gd name="T47" fmla="*/ 2147483647 h 384"/>
                  <a:gd name="T48" fmla="*/ 2147483647 w 426"/>
                  <a:gd name="T49" fmla="*/ 2147483647 h 384"/>
                  <a:gd name="T50" fmla="*/ 2147483647 w 426"/>
                  <a:gd name="T51" fmla="*/ 2147483647 h 384"/>
                  <a:gd name="T52" fmla="*/ 2147483647 w 426"/>
                  <a:gd name="T53" fmla="*/ 2147483647 h 384"/>
                  <a:gd name="T54" fmla="*/ 2147483647 w 426"/>
                  <a:gd name="T55" fmla="*/ 2147483647 h 384"/>
                  <a:gd name="T56" fmla="*/ 2147483647 w 426"/>
                  <a:gd name="T57" fmla="*/ 2147483647 h 384"/>
                  <a:gd name="T58" fmla="*/ 2147483647 w 426"/>
                  <a:gd name="T59" fmla="*/ 2147483647 h 384"/>
                  <a:gd name="T60" fmla="*/ 2147483647 w 426"/>
                  <a:gd name="T61" fmla="*/ 2147483647 h 384"/>
                  <a:gd name="T62" fmla="*/ 2147483647 w 426"/>
                  <a:gd name="T63" fmla="*/ 2147483647 h 384"/>
                  <a:gd name="T64" fmla="*/ 2147483647 w 426"/>
                  <a:gd name="T65" fmla="*/ 2147483647 h 384"/>
                  <a:gd name="T66" fmla="*/ 2147483647 w 426"/>
                  <a:gd name="T67" fmla="*/ 2147483647 h 384"/>
                  <a:gd name="T68" fmla="*/ 2147483647 w 426"/>
                  <a:gd name="T69" fmla="*/ 2147483647 h 384"/>
                  <a:gd name="T70" fmla="*/ 2147483647 w 426"/>
                  <a:gd name="T71" fmla="*/ 2147483647 h 384"/>
                  <a:gd name="T72" fmla="*/ 2147483647 w 426"/>
                  <a:gd name="T73" fmla="*/ 2147483647 h 384"/>
                  <a:gd name="T74" fmla="*/ 2147483647 w 426"/>
                  <a:gd name="T75" fmla="*/ 2147483647 h 384"/>
                  <a:gd name="T76" fmla="*/ 2147483647 w 426"/>
                  <a:gd name="T77" fmla="*/ 2147483647 h 384"/>
                  <a:gd name="T78" fmla="*/ 2147483647 w 426"/>
                  <a:gd name="T79" fmla="*/ 2147483647 h 384"/>
                  <a:gd name="T80" fmla="*/ 2147483647 w 426"/>
                  <a:gd name="T81" fmla="*/ 2147483647 h 384"/>
                  <a:gd name="T82" fmla="*/ 2147483647 w 426"/>
                  <a:gd name="T83" fmla="*/ 2147483647 h 3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6"/>
                  <a:gd name="T127" fmla="*/ 0 h 384"/>
                  <a:gd name="T128" fmla="*/ 426 w 426"/>
                  <a:gd name="T129" fmla="*/ 384 h 3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6" h="384">
                    <a:moveTo>
                      <a:pt x="258" y="18"/>
                    </a:moveTo>
                    <a:lnTo>
                      <a:pt x="270" y="12"/>
                    </a:lnTo>
                    <a:lnTo>
                      <a:pt x="276" y="12"/>
                    </a:lnTo>
                    <a:lnTo>
                      <a:pt x="294" y="6"/>
                    </a:lnTo>
                    <a:lnTo>
                      <a:pt x="306" y="0"/>
                    </a:lnTo>
                    <a:lnTo>
                      <a:pt x="330" y="0"/>
                    </a:lnTo>
                    <a:lnTo>
                      <a:pt x="342" y="6"/>
                    </a:lnTo>
                    <a:lnTo>
                      <a:pt x="342" y="18"/>
                    </a:lnTo>
                    <a:lnTo>
                      <a:pt x="336" y="24"/>
                    </a:lnTo>
                    <a:lnTo>
                      <a:pt x="312" y="42"/>
                    </a:lnTo>
                    <a:lnTo>
                      <a:pt x="312" y="48"/>
                    </a:lnTo>
                    <a:lnTo>
                      <a:pt x="306" y="54"/>
                    </a:lnTo>
                    <a:lnTo>
                      <a:pt x="300" y="72"/>
                    </a:lnTo>
                    <a:lnTo>
                      <a:pt x="276" y="96"/>
                    </a:lnTo>
                    <a:lnTo>
                      <a:pt x="258" y="102"/>
                    </a:lnTo>
                    <a:lnTo>
                      <a:pt x="246" y="102"/>
                    </a:lnTo>
                    <a:lnTo>
                      <a:pt x="210" y="150"/>
                    </a:lnTo>
                    <a:lnTo>
                      <a:pt x="210" y="174"/>
                    </a:lnTo>
                    <a:lnTo>
                      <a:pt x="234" y="156"/>
                    </a:lnTo>
                    <a:lnTo>
                      <a:pt x="264" y="108"/>
                    </a:lnTo>
                    <a:lnTo>
                      <a:pt x="282" y="126"/>
                    </a:lnTo>
                    <a:lnTo>
                      <a:pt x="306" y="138"/>
                    </a:lnTo>
                    <a:lnTo>
                      <a:pt x="294" y="168"/>
                    </a:lnTo>
                    <a:lnTo>
                      <a:pt x="324" y="168"/>
                    </a:lnTo>
                    <a:lnTo>
                      <a:pt x="330" y="192"/>
                    </a:lnTo>
                    <a:lnTo>
                      <a:pt x="384" y="162"/>
                    </a:lnTo>
                    <a:lnTo>
                      <a:pt x="402" y="174"/>
                    </a:lnTo>
                    <a:lnTo>
                      <a:pt x="396" y="180"/>
                    </a:lnTo>
                    <a:lnTo>
                      <a:pt x="390" y="192"/>
                    </a:lnTo>
                    <a:lnTo>
                      <a:pt x="378" y="204"/>
                    </a:lnTo>
                    <a:lnTo>
                      <a:pt x="372" y="204"/>
                    </a:lnTo>
                    <a:lnTo>
                      <a:pt x="384" y="204"/>
                    </a:lnTo>
                    <a:lnTo>
                      <a:pt x="396" y="210"/>
                    </a:lnTo>
                    <a:lnTo>
                      <a:pt x="408" y="210"/>
                    </a:lnTo>
                    <a:lnTo>
                      <a:pt x="408" y="216"/>
                    </a:lnTo>
                    <a:lnTo>
                      <a:pt x="396" y="240"/>
                    </a:lnTo>
                    <a:lnTo>
                      <a:pt x="384" y="252"/>
                    </a:lnTo>
                    <a:lnTo>
                      <a:pt x="378" y="264"/>
                    </a:lnTo>
                    <a:lnTo>
                      <a:pt x="366" y="276"/>
                    </a:lnTo>
                    <a:lnTo>
                      <a:pt x="360" y="288"/>
                    </a:lnTo>
                    <a:lnTo>
                      <a:pt x="354" y="294"/>
                    </a:lnTo>
                    <a:lnTo>
                      <a:pt x="390" y="294"/>
                    </a:lnTo>
                    <a:lnTo>
                      <a:pt x="354" y="312"/>
                    </a:lnTo>
                    <a:lnTo>
                      <a:pt x="384" y="312"/>
                    </a:lnTo>
                    <a:lnTo>
                      <a:pt x="420" y="300"/>
                    </a:lnTo>
                    <a:lnTo>
                      <a:pt x="426" y="324"/>
                    </a:lnTo>
                    <a:lnTo>
                      <a:pt x="360" y="384"/>
                    </a:lnTo>
                    <a:lnTo>
                      <a:pt x="318" y="378"/>
                    </a:lnTo>
                    <a:lnTo>
                      <a:pt x="336" y="354"/>
                    </a:lnTo>
                    <a:lnTo>
                      <a:pt x="306" y="360"/>
                    </a:lnTo>
                    <a:lnTo>
                      <a:pt x="300" y="348"/>
                    </a:lnTo>
                    <a:lnTo>
                      <a:pt x="228" y="360"/>
                    </a:lnTo>
                    <a:lnTo>
                      <a:pt x="192" y="354"/>
                    </a:lnTo>
                    <a:lnTo>
                      <a:pt x="186" y="348"/>
                    </a:lnTo>
                    <a:lnTo>
                      <a:pt x="228" y="336"/>
                    </a:lnTo>
                    <a:lnTo>
                      <a:pt x="234" y="330"/>
                    </a:lnTo>
                    <a:lnTo>
                      <a:pt x="234" y="324"/>
                    </a:lnTo>
                    <a:lnTo>
                      <a:pt x="228" y="324"/>
                    </a:lnTo>
                    <a:lnTo>
                      <a:pt x="222" y="318"/>
                    </a:lnTo>
                    <a:lnTo>
                      <a:pt x="198" y="318"/>
                    </a:lnTo>
                    <a:lnTo>
                      <a:pt x="162" y="312"/>
                    </a:lnTo>
                    <a:lnTo>
                      <a:pt x="126" y="300"/>
                    </a:lnTo>
                    <a:lnTo>
                      <a:pt x="96" y="294"/>
                    </a:lnTo>
                    <a:lnTo>
                      <a:pt x="78" y="294"/>
                    </a:lnTo>
                    <a:lnTo>
                      <a:pt x="72" y="300"/>
                    </a:lnTo>
                    <a:lnTo>
                      <a:pt x="48" y="300"/>
                    </a:lnTo>
                    <a:lnTo>
                      <a:pt x="36" y="306"/>
                    </a:lnTo>
                    <a:lnTo>
                      <a:pt x="24" y="306"/>
                    </a:lnTo>
                    <a:lnTo>
                      <a:pt x="12" y="300"/>
                    </a:lnTo>
                    <a:lnTo>
                      <a:pt x="6" y="294"/>
                    </a:lnTo>
                    <a:lnTo>
                      <a:pt x="18" y="282"/>
                    </a:lnTo>
                    <a:lnTo>
                      <a:pt x="24" y="282"/>
                    </a:lnTo>
                    <a:lnTo>
                      <a:pt x="30" y="276"/>
                    </a:lnTo>
                    <a:lnTo>
                      <a:pt x="42" y="276"/>
                    </a:lnTo>
                    <a:lnTo>
                      <a:pt x="30" y="276"/>
                    </a:lnTo>
                    <a:lnTo>
                      <a:pt x="12" y="270"/>
                    </a:lnTo>
                    <a:lnTo>
                      <a:pt x="0" y="258"/>
                    </a:lnTo>
                    <a:lnTo>
                      <a:pt x="6" y="252"/>
                    </a:lnTo>
                    <a:lnTo>
                      <a:pt x="18" y="252"/>
                    </a:lnTo>
                    <a:lnTo>
                      <a:pt x="54" y="234"/>
                    </a:lnTo>
                    <a:lnTo>
                      <a:pt x="60" y="228"/>
                    </a:lnTo>
                    <a:lnTo>
                      <a:pt x="66" y="228"/>
                    </a:lnTo>
                    <a:lnTo>
                      <a:pt x="204" y="90"/>
                    </a:lnTo>
                    <a:lnTo>
                      <a:pt x="258"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4" name="Mexico" descr="© INSCALE GmbH, 05.05.2010&#10;http://www.presentationload.com/">
                <a:extLst>
                  <a:ext uri="{FF2B5EF4-FFF2-40B4-BE49-F238E27FC236}">
                    <a16:creationId xmlns:a16="http://schemas.microsoft.com/office/drawing/2014/main" id="{E22DC87C-5433-8F4B-908C-6537F12E2D0B}"/>
                  </a:ext>
                </a:extLst>
              </p:cNvPr>
              <p:cNvSpPr>
                <a:spLocks/>
              </p:cNvSpPr>
              <p:nvPr/>
            </p:nvSpPr>
            <p:spPr bwMode="gray">
              <a:xfrm>
                <a:off x="2401097" y="3035534"/>
                <a:ext cx="782372" cy="613077"/>
              </a:xfrm>
              <a:custGeom>
                <a:avLst/>
                <a:gdLst>
                  <a:gd name="T0" fmla="*/ 2147483647 w 1860"/>
                  <a:gd name="T1" fmla="*/ 2147483647 h 1458"/>
                  <a:gd name="T2" fmla="*/ 2147483647 w 1860"/>
                  <a:gd name="T3" fmla="*/ 2147483647 h 1458"/>
                  <a:gd name="T4" fmla="*/ 2147483647 w 1860"/>
                  <a:gd name="T5" fmla="*/ 2147483647 h 1458"/>
                  <a:gd name="T6" fmla="*/ 2147483647 w 1860"/>
                  <a:gd name="T7" fmla="*/ 2147483647 h 1458"/>
                  <a:gd name="T8" fmla="*/ 2147483647 w 1860"/>
                  <a:gd name="T9" fmla="*/ 2147483647 h 1458"/>
                  <a:gd name="T10" fmla="*/ 2147483647 w 1860"/>
                  <a:gd name="T11" fmla="*/ 2147483647 h 1458"/>
                  <a:gd name="T12" fmla="*/ 2147483647 w 1860"/>
                  <a:gd name="T13" fmla="*/ 2147483647 h 1458"/>
                  <a:gd name="T14" fmla="*/ 2147483647 w 1860"/>
                  <a:gd name="T15" fmla="*/ 2147483647 h 1458"/>
                  <a:gd name="T16" fmla="*/ 2147483647 w 1860"/>
                  <a:gd name="T17" fmla="*/ 2147483647 h 1458"/>
                  <a:gd name="T18" fmla="*/ 2147483647 w 1860"/>
                  <a:gd name="T19" fmla="*/ 2147483647 h 1458"/>
                  <a:gd name="T20" fmla="*/ 2147483647 w 1860"/>
                  <a:gd name="T21" fmla="*/ 2147483647 h 1458"/>
                  <a:gd name="T22" fmla="*/ 2147483647 w 1860"/>
                  <a:gd name="T23" fmla="*/ 2147483647 h 1458"/>
                  <a:gd name="T24" fmla="*/ 2147483647 w 1860"/>
                  <a:gd name="T25" fmla="*/ 2147483647 h 1458"/>
                  <a:gd name="T26" fmla="*/ 2147483647 w 1860"/>
                  <a:gd name="T27" fmla="*/ 2147483647 h 1458"/>
                  <a:gd name="T28" fmla="*/ 2147483647 w 1860"/>
                  <a:gd name="T29" fmla="*/ 2147483647 h 1458"/>
                  <a:gd name="T30" fmla="*/ 2147483647 w 1860"/>
                  <a:gd name="T31" fmla="*/ 2147483647 h 1458"/>
                  <a:gd name="T32" fmla="*/ 2147483647 w 1860"/>
                  <a:gd name="T33" fmla="*/ 2147483647 h 1458"/>
                  <a:gd name="T34" fmla="*/ 2147483647 w 1860"/>
                  <a:gd name="T35" fmla="*/ 2147483647 h 1458"/>
                  <a:gd name="T36" fmla="*/ 2147483647 w 1860"/>
                  <a:gd name="T37" fmla="*/ 2147483647 h 1458"/>
                  <a:gd name="T38" fmla="*/ 2147483647 w 1860"/>
                  <a:gd name="T39" fmla="*/ 2147483647 h 1458"/>
                  <a:gd name="T40" fmla="*/ 2147483647 w 1860"/>
                  <a:gd name="T41" fmla="*/ 2147483647 h 1458"/>
                  <a:gd name="T42" fmla="*/ 2147483647 w 1860"/>
                  <a:gd name="T43" fmla="*/ 2147483647 h 1458"/>
                  <a:gd name="T44" fmla="*/ 2147483647 w 1860"/>
                  <a:gd name="T45" fmla="*/ 2147483647 h 1458"/>
                  <a:gd name="T46" fmla="*/ 2147483647 w 1860"/>
                  <a:gd name="T47" fmla="*/ 2147483647 h 1458"/>
                  <a:gd name="T48" fmla="*/ 2147483647 w 1860"/>
                  <a:gd name="T49" fmla="*/ 2147483647 h 1458"/>
                  <a:gd name="T50" fmla="*/ 2147483647 w 1860"/>
                  <a:gd name="T51" fmla="*/ 2147483647 h 1458"/>
                  <a:gd name="T52" fmla="*/ 2147483647 w 1860"/>
                  <a:gd name="T53" fmla="*/ 2147483647 h 1458"/>
                  <a:gd name="T54" fmla="*/ 2147483647 w 1860"/>
                  <a:gd name="T55" fmla="*/ 2147483647 h 1458"/>
                  <a:gd name="T56" fmla="*/ 0 w 1860"/>
                  <a:gd name="T57" fmla="*/ 2147483647 h 1458"/>
                  <a:gd name="T58" fmla="*/ 2147483647 w 1860"/>
                  <a:gd name="T59" fmla="*/ 2147483647 h 1458"/>
                  <a:gd name="T60" fmla="*/ 2147483647 w 1860"/>
                  <a:gd name="T61" fmla="*/ 2147483647 h 1458"/>
                  <a:gd name="T62" fmla="*/ 2147483647 w 1860"/>
                  <a:gd name="T63" fmla="*/ 2147483647 h 1458"/>
                  <a:gd name="T64" fmla="*/ 2147483647 w 1860"/>
                  <a:gd name="T65" fmla="*/ 2147483647 h 1458"/>
                  <a:gd name="T66" fmla="*/ 2147483647 w 1860"/>
                  <a:gd name="T67" fmla="*/ 2147483647 h 1458"/>
                  <a:gd name="T68" fmla="*/ 2147483647 w 1860"/>
                  <a:gd name="T69" fmla="*/ 2147483647 h 1458"/>
                  <a:gd name="T70" fmla="*/ 2147483647 w 1860"/>
                  <a:gd name="T71" fmla="*/ 2147483647 h 1458"/>
                  <a:gd name="T72" fmla="*/ 2147483647 w 1860"/>
                  <a:gd name="T73" fmla="*/ 2147483647 h 1458"/>
                  <a:gd name="T74" fmla="*/ 2147483647 w 1860"/>
                  <a:gd name="T75" fmla="*/ 2147483647 h 1458"/>
                  <a:gd name="T76" fmla="*/ 2147483647 w 1860"/>
                  <a:gd name="T77" fmla="*/ 2147483647 h 1458"/>
                  <a:gd name="T78" fmla="*/ 2147483647 w 1860"/>
                  <a:gd name="T79" fmla="*/ 2147483647 h 1458"/>
                  <a:gd name="T80" fmla="*/ 2147483647 w 1860"/>
                  <a:gd name="T81" fmla="*/ 2147483647 h 1458"/>
                  <a:gd name="T82" fmla="*/ 2147483647 w 1860"/>
                  <a:gd name="T83" fmla="*/ 2147483647 h 1458"/>
                  <a:gd name="T84" fmla="*/ 2147483647 w 1860"/>
                  <a:gd name="T85" fmla="*/ 2147483647 h 1458"/>
                  <a:gd name="T86" fmla="*/ 2147483647 w 1860"/>
                  <a:gd name="T87" fmla="*/ 2147483647 h 1458"/>
                  <a:gd name="T88" fmla="*/ 2147483647 w 1860"/>
                  <a:gd name="T89" fmla="*/ 2147483647 h 1458"/>
                  <a:gd name="T90" fmla="*/ 2147483647 w 1860"/>
                  <a:gd name="T91" fmla="*/ 2147483647 h 1458"/>
                  <a:gd name="T92" fmla="*/ 2147483647 w 1860"/>
                  <a:gd name="T93" fmla="*/ 2147483647 h 1458"/>
                  <a:gd name="T94" fmla="*/ 2147483647 w 1860"/>
                  <a:gd name="T95" fmla="*/ 2147483647 h 1458"/>
                  <a:gd name="T96" fmla="*/ 2147483647 w 1860"/>
                  <a:gd name="T97" fmla="*/ 2147483647 h 1458"/>
                  <a:gd name="T98" fmla="*/ 2147483647 w 1860"/>
                  <a:gd name="T99" fmla="*/ 2147483647 h 1458"/>
                  <a:gd name="T100" fmla="*/ 2147483647 w 1860"/>
                  <a:gd name="T101" fmla="*/ 2147483647 h 1458"/>
                  <a:gd name="T102" fmla="*/ 2147483647 w 1860"/>
                  <a:gd name="T103" fmla="*/ 2147483647 h 1458"/>
                  <a:gd name="T104" fmla="*/ 2147483647 w 1860"/>
                  <a:gd name="T105" fmla="*/ 2147483647 h 1458"/>
                  <a:gd name="T106" fmla="*/ 2147483647 w 1860"/>
                  <a:gd name="T107" fmla="*/ 2147483647 h 1458"/>
                  <a:gd name="T108" fmla="*/ 2147483647 w 1860"/>
                  <a:gd name="T109" fmla="*/ 2147483647 h 1458"/>
                  <a:gd name="T110" fmla="*/ 2147483647 w 1860"/>
                  <a:gd name="T111" fmla="*/ 2147483647 h 1458"/>
                  <a:gd name="T112" fmla="*/ 2147483647 w 1860"/>
                  <a:gd name="T113" fmla="*/ 2147483647 h 1458"/>
                  <a:gd name="T114" fmla="*/ 2147483647 w 1860"/>
                  <a:gd name="T115" fmla="*/ 2147483647 h 1458"/>
                  <a:gd name="T116" fmla="*/ 2147483647 w 1860"/>
                  <a:gd name="T117" fmla="*/ 2147483647 h 1458"/>
                  <a:gd name="T118" fmla="*/ 2147483647 w 1860"/>
                  <a:gd name="T119" fmla="*/ 2147483647 h 1458"/>
                  <a:gd name="T120" fmla="*/ 2147483647 w 1860"/>
                  <a:gd name="T121" fmla="*/ 2147483647 h 145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60"/>
                  <a:gd name="T184" fmla="*/ 0 h 1458"/>
                  <a:gd name="T185" fmla="*/ 1860 w 1860"/>
                  <a:gd name="T186" fmla="*/ 1458 h 145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60" h="1458">
                    <a:moveTo>
                      <a:pt x="1422" y="1440"/>
                    </a:moveTo>
                    <a:lnTo>
                      <a:pt x="1422" y="1380"/>
                    </a:lnTo>
                    <a:lnTo>
                      <a:pt x="1452" y="1332"/>
                    </a:lnTo>
                    <a:lnTo>
                      <a:pt x="1542" y="1338"/>
                    </a:lnTo>
                    <a:lnTo>
                      <a:pt x="1542" y="1320"/>
                    </a:lnTo>
                    <a:lnTo>
                      <a:pt x="1548" y="1320"/>
                    </a:lnTo>
                    <a:lnTo>
                      <a:pt x="1554" y="1314"/>
                    </a:lnTo>
                    <a:lnTo>
                      <a:pt x="1554" y="1302"/>
                    </a:lnTo>
                    <a:lnTo>
                      <a:pt x="1536" y="1302"/>
                    </a:lnTo>
                    <a:lnTo>
                      <a:pt x="1530" y="1278"/>
                    </a:lnTo>
                    <a:lnTo>
                      <a:pt x="1524" y="1278"/>
                    </a:lnTo>
                    <a:lnTo>
                      <a:pt x="1512" y="1272"/>
                    </a:lnTo>
                    <a:lnTo>
                      <a:pt x="1506" y="1272"/>
                    </a:lnTo>
                    <a:lnTo>
                      <a:pt x="1500" y="1266"/>
                    </a:lnTo>
                    <a:lnTo>
                      <a:pt x="1494" y="1254"/>
                    </a:lnTo>
                    <a:lnTo>
                      <a:pt x="1494" y="1248"/>
                    </a:lnTo>
                    <a:lnTo>
                      <a:pt x="1482" y="1242"/>
                    </a:lnTo>
                    <a:lnTo>
                      <a:pt x="1506" y="1242"/>
                    </a:lnTo>
                    <a:lnTo>
                      <a:pt x="1518" y="1236"/>
                    </a:lnTo>
                    <a:lnTo>
                      <a:pt x="1524" y="1236"/>
                    </a:lnTo>
                    <a:lnTo>
                      <a:pt x="1524" y="1212"/>
                    </a:lnTo>
                    <a:lnTo>
                      <a:pt x="1518" y="1200"/>
                    </a:lnTo>
                    <a:lnTo>
                      <a:pt x="1518" y="1188"/>
                    </a:lnTo>
                    <a:lnTo>
                      <a:pt x="1650" y="1194"/>
                    </a:lnTo>
                    <a:lnTo>
                      <a:pt x="1656" y="1182"/>
                    </a:lnTo>
                    <a:lnTo>
                      <a:pt x="1656" y="1176"/>
                    </a:lnTo>
                    <a:lnTo>
                      <a:pt x="1662" y="1176"/>
                    </a:lnTo>
                    <a:lnTo>
                      <a:pt x="1668" y="1182"/>
                    </a:lnTo>
                    <a:lnTo>
                      <a:pt x="1668" y="1188"/>
                    </a:lnTo>
                    <a:lnTo>
                      <a:pt x="1674" y="1188"/>
                    </a:lnTo>
                    <a:lnTo>
                      <a:pt x="1680" y="1182"/>
                    </a:lnTo>
                    <a:lnTo>
                      <a:pt x="1692" y="1176"/>
                    </a:lnTo>
                    <a:lnTo>
                      <a:pt x="1698" y="1164"/>
                    </a:lnTo>
                    <a:lnTo>
                      <a:pt x="1698" y="1152"/>
                    </a:lnTo>
                    <a:lnTo>
                      <a:pt x="1704" y="1146"/>
                    </a:lnTo>
                    <a:lnTo>
                      <a:pt x="1704" y="1140"/>
                    </a:lnTo>
                    <a:lnTo>
                      <a:pt x="1710" y="1152"/>
                    </a:lnTo>
                    <a:lnTo>
                      <a:pt x="1746" y="1116"/>
                    </a:lnTo>
                    <a:lnTo>
                      <a:pt x="1746" y="1122"/>
                    </a:lnTo>
                    <a:lnTo>
                      <a:pt x="1740" y="1128"/>
                    </a:lnTo>
                    <a:lnTo>
                      <a:pt x="1740" y="1146"/>
                    </a:lnTo>
                    <a:lnTo>
                      <a:pt x="1746" y="1152"/>
                    </a:lnTo>
                    <a:lnTo>
                      <a:pt x="1758" y="1152"/>
                    </a:lnTo>
                    <a:lnTo>
                      <a:pt x="1782" y="1086"/>
                    </a:lnTo>
                    <a:lnTo>
                      <a:pt x="1770" y="1074"/>
                    </a:lnTo>
                    <a:lnTo>
                      <a:pt x="1794" y="1068"/>
                    </a:lnTo>
                    <a:lnTo>
                      <a:pt x="1794" y="1056"/>
                    </a:lnTo>
                    <a:lnTo>
                      <a:pt x="1776" y="1050"/>
                    </a:lnTo>
                    <a:lnTo>
                      <a:pt x="1794" y="1032"/>
                    </a:lnTo>
                    <a:lnTo>
                      <a:pt x="1800" y="1008"/>
                    </a:lnTo>
                    <a:lnTo>
                      <a:pt x="1806" y="996"/>
                    </a:lnTo>
                    <a:lnTo>
                      <a:pt x="1818" y="990"/>
                    </a:lnTo>
                    <a:lnTo>
                      <a:pt x="1824" y="978"/>
                    </a:lnTo>
                    <a:lnTo>
                      <a:pt x="1836" y="966"/>
                    </a:lnTo>
                    <a:lnTo>
                      <a:pt x="1842" y="954"/>
                    </a:lnTo>
                    <a:lnTo>
                      <a:pt x="1848" y="948"/>
                    </a:lnTo>
                    <a:lnTo>
                      <a:pt x="1854" y="936"/>
                    </a:lnTo>
                    <a:lnTo>
                      <a:pt x="1854" y="930"/>
                    </a:lnTo>
                    <a:lnTo>
                      <a:pt x="1860" y="918"/>
                    </a:lnTo>
                    <a:lnTo>
                      <a:pt x="1860" y="900"/>
                    </a:lnTo>
                    <a:lnTo>
                      <a:pt x="1854" y="894"/>
                    </a:lnTo>
                    <a:lnTo>
                      <a:pt x="1818" y="894"/>
                    </a:lnTo>
                    <a:lnTo>
                      <a:pt x="1812" y="900"/>
                    </a:lnTo>
                    <a:lnTo>
                      <a:pt x="1800" y="900"/>
                    </a:lnTo>
                    <a:lnTo>
                      <a:pt x="1794" y="894"/>
                    </a:lnTo>
                    <a:lnTo>
                      <a:pt x="1782" y="894"/>
                    </a:lnTo>
                    <a:lnTo>
                      <a:pt x="1770" y="888"/>
                    </a:lnTo>
                    <a:lnTo>
                      <a:pt x="1746" y="888"/>
                    </a:lnTo>
                    <a:lnTo>
                      <a:pt x="1734" y="894"/>
                    </a:lnTo>
                    <a:lnTo>
                      <a:pt x="1716" y="900"/>
                    </a:lnTo>
                    <a:lnTo>
                      <a:pt x="1698" y="900"/>
                    </a:lnTo>
                    <a:lnTo>
                      <a:pt x="1686" y="906"/>
                    </a:lnTo>
                    <a:lnTo>
                      <a:pt x="1668" y="906"/>
                    </a:lnTo>
                    <a:lnTo>
                      <a:pt x="1656" y="912"/>
                    </a:lnTo>
                    <a:lnTo>
                      <a:pt x="1626" y="912"/>
                    </a:lnTo>
                    <a:lnTo>
                      <a:pt x="1614" y="918"/>
                    </a:lnTo>
                    <a:lnTo>
                      <a:pt x="1608" y="924"/>
                    </a:lnTo>
                    <a:lnTo>
                      <a:pt x="1596" y="948"/>
                    </a:lnTo>
                    <a:lnTo>
                      <a:pt x="1590" y="966"/>
                    </a:lnTo>
                    <a:lnTo>
                      <a:pt x="1590" y="1026"/>
                    </a:lnTo>
                    <a:lnTo>
                      <a:pt x="1572" y="1032"/>
                    </a:lnTo>
                    <a:lnTo>
                      <a:pt x="1572" y="1062"/>
                    </a:lnTo>
                    <a:lnTo>
                      <a:pt x="1566" y="1074"/>
                    </a:lnTo>
                    <a:lnTo>
                      <a:pt x="1542" y="1086"/>
                    </a:lnTo>
                    <a:lnTo>
                      <a:pt x="1524" y="1098"/>
                    </a:lnTo>
                    <a:lnTo>
                      <a:pt x="1512" y="1110"/>
                    </a:lnTo>
                    <a:lnTo>
                      <a:pt x="1512" y="1122"/>
                    </a:lnTo>
                    <a:lnTo>
                      <a:pt x="1506" y="1128"/>
                    </a:lnTo>
                    <a:lnTo>
                      <a:pt x="1506" y="1140"/>
                    </a:lnTo>
                    <a:lnTo>
                      <a:pt x="1500" y="1146"/>
                    </a:lnTo>
                    <a:lnTo>
                      <a:pt x="1488" y="1146"/>
                    </a:lnTo>
                    <a:lnTo>
                      <a:pt x="1476" y="1134"/>
                    </a:lnTo>
                    <a:lnTo>
                      <a:pt x="1476" y="1128"/>
                    </a:lnTo>
                    <a:lnTo>
                      <a:pt x="1470" y="1122"/>
                    </a:lnTo>
                    <a:lnTo>
                      <a:pt x="1440" y="1122"/>
                    </a:lnTo>
                    <a:lnTo>
                      <a:pt x="1416" y="1128"/>
                    </a:lnTo>
                    <a:lnTo>
                      <a:pt x="1392" y="1140"/>
                    </a:lnTo>
                    <a:lnTo>
                      <a:pt x="1356" y="1140"/>
                    </a:lnTo>
                    <a:lnTo>
                      <a:pt x="1338" y="1146"/>
                    </a:lnTo>
                    <a:lnTo>
                      <a:pt x="1290" y="1170"/>
                    </a:lnTo>
                    <a:lnTo>
                      <a:pt x="1284" y="1170"/>
                    </a:lnTo>
                    <a:lnTo>
                      <a:pt x="1272" y="1158"/>
                    </a:lnTo>
                    <a:lnTo>
                      <a:pt x="1266" y="1146"/>
                    </a:lnTo>
                    <a:lnTo>
                      <a:pt x="1266" y="1140"/>
                    </a:lnTo>
                    <a:lnTo>
                      <a:pt x="1260" y="1128"/>
                    </a:lnTo>
                    <a:lnTo>
                      <a:pt x="1242" y="1128"/>
                    </a:lnTo>
                    <a:lnTo>
                      <a:pt x="1224" y="1122"/>
                    </a:lnTo>
                    <a:lnTo>
                      <a:pt x="1194" y="1122"/>
                    </a:lnTo>
                    <a:lnTo>
                      <a:pt x="1194" y="1104"/>
                    </a:lnTo>
                    <a:lnTo>
                      <a:pt x="1188" y="1092"/>
                    </a:lnTo>
                    <a:lnTo>
                      <a:pt x="1176" y="1080"/>
                    </a:lnTo>
                    <a:lnTo>
                      <a:pt x="1170" y="1068"/>
                    </a:lnTo>
                    <a:lnTo>
                      <a:pt x="1164" y="1062"/>
                    </a:lnTo>
                    <a:lnTo>
                      <a:pt x="1164" y="1026"/>
                    </a:lnTo>
                    <a:lnTo>
                      <a:pt x="1128" y="966"/>
                    </a:lnTo>
                    <a:lnTo>
                      <a:pt x="1122" y="924"/>
                    </a:lnTo>
                    <a:lnTo>
                      <a:pt x="1110" y="894"/>
                    </a:lnTo>
                    <a:lnTo>
                      <a:pt x="1104" y="804"/>
                    </a:lnTo>
                    <a:lnTo>
                      <a:pt x="1110" y="798"/>
                    </a:lnTo>
                    <a:lnTo>
                      <a:pt x="1122" y="774"/>
                    </a:lnTo>
                    <a:lnTo>
                      <a:pt x="1128" y="768"/>
                    </a:lnTo>
                    <a:lnTo>
                      <a:pt x="1128" y="654"/>
                    </a:lnTo>
                    <a:lnTo>
                      <a:pt x="1152" y="648"/>
                    </a:lnTo>
                    <a:lnTo>
                      <a:pt x="1152" y="612"/>
                    </a:lnTo>
                    <a:lnTo>
                      <a:pt x="1158" y="600"/>
                    </a:lnTo>
                    <a:lnTo>
                      <a:pt x="1158" y="594"/>
                    </a:lnTo>
                    <a:lnTo>
                      <a:pt x="1164" y="588"/>
                    </a:lnTo>
                    <a:lnTo>
                      <a:pt x="1176" y="588"/>
                    </a:lnTo>
                    <a:lnTo>
                      <a:pt x="1182" y="594"/>
                    </a:lnTo>
                    <a:lnTo>
                      <a:pt x="1188" y="594"/>
                    </a:lnTo>
                    <a:lnTo>
                      <a:pt x="1188" y="588"/>
                    </a:lnTo>
                    <a:lnTo>
                      <a:pt x="1194" y="576"/>
                    </a:lnTo>
                    <a:lnTo>
                      <a:pt x="1194" y="564"/>
                    </a:lnTo>
                    <a:lnTo>
                      <a:pt x="1200" y="558"/>
                    </a:lnTo>
                    <a:lnTo>
                      <a:pt x="1206" y="546"/>
                    </a:lnTo>
                    <a:lnTo>
                      <a:pt x="1206" y="540"/>
                    </a:lnTo>
                    <a:lnTo>
                      <a:pt x="1206" y="546"/>
                    </a:lnTo>
                    <a:lnTo>
                      <a:pt x="1182" y="546"/>
                    </a:lnTo>
                    <a:lnTo>
                      <a:pt x="1176" y="534"/>
                    </a:lnTo>
                    <a:lnTo>
                      <a:pt x="1176" y="528"/>
                    </a:lnTo>
                    <a:lnTo>
                      <a:pt x="1134" y="528"/>
                    </a:lnTo>
                    <a:lnTo>
                      <a:pt x="1122" y="516"/>
                    </a:lnTo>
                    <a:lnTo>
                      <a:pt x="1110" y="516"/>
                    </a:lnTo>
                    <a:lnTo>
                      <a:pt x="1092" y="510"/>
                    </a:lnTo>
                    <a:lnTo>
                      <a:pt x="1080" y="498"/>
                    </a:lnTo>
                    <a:lnTo>
                      <a:pt x="1080" y="468"/>
                    </a:lnTo>
                    <a:lnTo>
                      <a:pt x="1068" y="456"/>
                    </a:lnTo>
                    <a:lnTo>
                      <a:pt x="1068" y="420"/>
                    </a:lnTo>
                    <a:lnTo>
                      <a:pt x="1074" y="420"/>
                    </a:lnTo>
                    <a:lnTo>
                      <a:pt x="1080" y="414"/>
                    </a:lnTo>
                    <a:lnTo>
                      <a:pt x="1080" y="408"/>
                    </a:lnTo>
                    <a:lnTo>
                      <a:pt x="1068" y="396"/>
                    </a:lnTo>
                    <a:lnTo>
                      <a:pt x="1056" y="390"/>
                    </a:lnTo>
                    <a:lnTo>
                      <a:pt x="1050" y="384"/>
                    </a:lnTo>
                    <a:lnTo>
                      <a:pt x="1050" y="360"/>
                    </a:lnTo>
                    <a:lnTo>
                      <a:pt x="1038" y="354"/>
                    </a:lnTo>
                    <a:lnTo>
                      <a:pt x="1032" y="342"/>
                    </a:lnTo>
                    <a:lnTo>
                      <a:pt x="1032" y="330"/>
                    </a:lnTo>
                    <a:lnTo>
                      <a:pt x="1038" y="318"/>
                    </a:lnTo>
                    <a:lnTo>
                      <a:pt x="1038" y="294"/>
                    </a:lnTo>
                    <a:lnTo>
                      <a:pt x="1026" y="282"/>
                    </a:lnTo>
                    <a:lnTo>
                      <a:pt x="1020" y="270"/>
                    </a:lnTo>
                    <a:lnTo>
                      <a:pt x="1008" y="258"/>
                    </a:lnTo>
                    <a:lnTo>
                      <a:pt x="1002" y="246"/>
                    </a:lnTo>
                    <a:lnTo>
                      <a:pt x="996" y="240"/>
                    </a:lnTo>
                    <a:lnTo>
                      <a:pt x="990" y="228"/>
                    </a:lnTo>
                    <a:lnTo>
                      <a:pt x="948" y="228"/>
                    </a:lnTo>
                    <a:lnTo>
                      <a:pt x="930" y="222"/>
                    </a:lnTo>
                    <a:lnTo>
                      <a:pt x="930" y="228"/>
                    </a:lnTo>
                    <a:lnTo>
                      <a:pt x="912" y="228"/>
                    </a:lnTo>
                    <a:lnTo>
                      <a:pt x="900" y="240"/>
                    </a:lnTo>
                    <a:lnTo>
                      <a:pt x="888" y="264"/>
                    </a:lnTo>
                    <a:lnTo>
                      <a:pt x="876" y="276"/>
                    </a:lnTo>
                    <a:lnTo>
                      <a:pt x="852" y="288"/>
                    </a:lnTo>
                    <a:lnTo>
                      <a:pt x="840" y="288"/>
                    </a:lnTo>
                    <a:lnTo>
                      <a:pt x="822" y="276"/>
                    </a:lnTo>
                    <a:lnTo>
                      <a:pt x="810" y="270"/>
                    </a:lnTo>
                    <a:lnTo>
                      <a:pt x="780" y="240"/>
                    </a:lnTo>
                    <a:lnTo>
                      <a:pt x="780" y="228"/>
                    </a:lnTo>
                    <a:lnTo>
                      <a:pt x="786" y="216"/>
                    </a:lnTo>
                    <a:lnTo>
                      <a:pt x="786" y="174"/>
                    </a:lnTo>
                    <a:lnTo>
                      <a:pt x="780" y="162"/>
                    </a:lnTo>
                    <a:lnTo>
                      <a:pt x="768" y="150"/>
                    </a:lnTo>
                    <a:lnTo>
                      <a:pt x="756" y="144"/>
                    </a:lnTo>
                    <a:lnTo>
                      <a:pt x="744" y="144"/>
                    </a:lnTo>
                    <a:lnTo>
                      <a:pt x="738" y="114"/>
                    </a:lnTo>
                    <a:lnTo>
                      <a:pt x="708" y="102"/>
                    </a:lnTo>
                    <a:lnTo>
                      <a:pt x="708" y="78"/>
                    </a:lnTo>
                    <a:lnTo>
                      <a:pt x="696" y="66"/>
                    </a:lnTo>
                    <a:lnTo>
                      <a:pt x="582" y="66"/>
                    </a:lnTo>
                    <a:lnTo>
                      <a:pt x="576" y="72"/>
                    </a:lnTo>
                    <a:lnTo>
                      <a:pt x="576" y="90"/>
                    </a:lnTo>
                    <a:lnTo>
                      <a:pt x="570" y="102"/>
                    </a:lnTo>
                    <a:lnTo>
                      <a:pt x="570" y="108"/>
                    </a:lnTo>
                    <a:lnTo>
                      <a:pt x="366" y="108"/>
                    </a:lnTo>
                    <a:lnTo>
                      <a:pt x="156" y="12"/>
                    </a:lnTo>
                    <a:lnTo>
                      <a:pt x="150" y="12"/>
                    </a:lnTo>
                    <a:lnTo>
                      <a:pt x="150" y="6"/>
                    </a:lnTo>
                    <a:lnTo>
                      <a:pt x="156" y="0"/>
                    </a:lnTo>
                    <a:lnTo>
                      <a:pt x="12" y="6"/>
                    </a:lnTo>
                    <a:lnTo>
                      <a:pt x="6" y="0"/>
                    </a:lnTo>
                    <a:lnTo>
                      <a:pt x="0" y="18"/>
                    </a:lnTo>
                    <a:lnTo>
                      <a:pt x="0" y="48"/>
                    </a:lnTo>
                    <a:lnTo>
                      <a:pt x="6" y="60"/>
                    </a:lnTo>
                    <a:lnTo>
                      <a:pt x="12" y="66"/>
                    </a:lnTo>
                    <a:lnTo>
                      <a:pt x="18" y="78"/>
                    </a:lnTo>
                    <a:lnTo>
                      <a:pt x="0" y="90"/>
                    </a:lnTo>
                    <a:lnTo>
                      <a:pt x="12" y="114"/>
                    </a:lnTo>
                    <a:lnTo>
                      <a:pt x="6" y="126"/>
                    </a:lnTo>
                    <a:lnTo>
                      <a:pt x="24" y="144"/>
                    </a:lnTo>
                    <a:lnTo>
                      <a:pt x="6" y="174"/>
                    </a:lnTo>
                    <a:lnTo>
                      <a:pt x="18" y="180"/>
                    </a:lnTo>
                    <a:lnTo>
                      <a:pt x="18" y="210"/>
                    </a:lnTo>
                    <a:lnTo>
                      <a:pt x="24" y="228"/>
                    </a:lnTo>
                    <a:lnTo>
                      <a:pt x="24" y="240"/>
                    </a:lnTo>
                    <a:lnTo>
                      <a:pt x="30" y="252"/>
                    </a:lnTo>
                    <a:lnTo>
                      <a:pt x="42" y="264"/>
                    </a:lnTo>
                    <a:lnTo>
                      <a:pt x="60" y="264"/>
                    </a:lnTo>
                    <a:lnTo>
                      <a:pt x="60" y="270"/>
                    </a:lnTo>
                    <a:lnTo>
                      <a:pt x="66" y="276"/>
                    </a:lnTo>
                    <a:lnTo>
                      <a:pt x="72" y="288"/>
                    </a:lnTo>
                    <a:lnTo>
                      <a:pt x="84" y="300"/>
                    </a:lnTo>
                    <a:lnTo>
                      <a:pt x="90" y="318"/>
                    </a:lnTo>
                    <a:lnTo>
                      <a:pt x="96" y="330"/>
                    </a:lnTo>
                    <a:lnTo>
                      <a:pt x="96" y="342"/>
                    </a:lnTo>
                    <a:lnTo>
                      <a:pt x="78" y="378"/>
                    </a:lnTo>
                    <a:lnTo>
                      <a:pt x="72" y="384"/>
                    </a:lnTo>
                    <a:lnTo>
                      <a:pt x="72" y="390"/>
                    </a:lnTo>
                    <a:lnTo>
                      <a:pt x="84" y="396"/>
                    </a:lnTo>
                    <a:lnTo>
                      <a:pt x="72" y="414"/>
                    </a:lnTo>
                    <a:lnTo>
                      <a:pt x="60" y="396"/>
                    </a:lnTo>
                    <a:lnTo>
                      <a:pt x="12" y="390"/>
                    </a:lnTo>
                    <a:lnTo>
                      <a:pt x="36" y="414"/>
                    </a:lnTo>
                    <a:lnTo>
                      <a:pt x="42" y="438"/>
                    </a:lnTo>
                    <a:lnTo>
                      <a:pt x="66" y="444"/>
                    </a:lnTo>
                    <a:lnTo>
                      <a:pt x="78" y="456"/>
                    </a:lnTo>
                    <a:lnTo>
                      <a:pt x="84" y="468"/>
                    </a:lnTo>
                    <a:lnTo>
                      <a:pt x="90" y="474"/>
                    </a:lnTo>
                    <a:lnTo>
                      <a:pt x="96" y="474"/>
                    </a:lnTo>
                    <a:lnTo>
                      <a:pt x="102" y="468"/>
                    </a:lnTo>
                    <a:lnTo>
                      <a:pt x="108" y="468"/>
                    </a:lnTo>
                    <a:lnTo>
                      <a:pt x="120" y="462"/>
                    </a:lnTo>
                    <a:lnTo>
                      <a:pt x="126" y="456"/>
                    </a:lnTo>
                    <a:lnTo>
                      <a:pt x="126" y="480"/>
                    </a:lnTo>
                    <a:lnTo>
                      <a:pt x="144" y="516"/>
                    </a:lnTo>
                    <a:lnTo>
                      <a:pt x="156" y="528"/>
                    </a:lnTo>
                    <a:lnTo>
                      <a:pt x="168" y="552"/>
                    </a:lnTo>
                    <a:lnTo>
                      <a:pt x="168" y="564"/>
                    </a:lnTo>
                    <a:lnTo>
                      <a:pt x="156" y="588"/>
                    </a:lnTo>
                    <a:lnTo>
                      <a:pt x="150" y="606"/>
                    </a:lnTo>
                    <a:lnTo>
                      <a:pt x="150" y="618"/>
                    </a:lnTo>
                    <a:lnTo>
                      <a:pt x="180" y="648"/>
                    </a:lnTo>
                    <a:lnTo>
                      <a:pt x="192" y="666"/>
                    </a:lnTo>
                    <a:lnTo>
                      <a:pt x="222" y="696"/>
                    </a:lnTo>
                    <a:lnTo>
                      <a:pt x="234" y="714"/>
                    </a:lnTo>
                    <a:lnTo>
                      <a:pt x="264" y="744"/>
                    </a:lnTo>
                    <a:lnTo>
                      <a:pt x="258" y="750"/>
                    </a:lnTo>
                    <a:lnTo>
                      <a:pt x="258" y="762"/>
                    </a:lnTo>
                    <a:lnTo>
                      <a:pt x="252" y="768"/>
                    </a:lnTo>
                    <a:lnTo>
                      <a:pt x="252" y="780"/>
                    </a:lnTo>
                    <a:lnTo>
                      <a:pt x="258" y="786"/>
                    </a:lnTo>
                    <a:lnTo>
                      <a:pt x="276" y="786"/>
                    </a:lnTo>
                    <a:lnTo>
                      <a:pt x="288" y="780"/>
                    </a:lnTo>
                    <a:lnTo>
                      <a:pt x="294" y="768"/>
                    </a:lnTo>
                    <a:lnTo>
                      <a:pt x="306" y="762"/>
                    </a:lnTo>
                    <a:lnTo>
                      <a:pt x="312" y="756"/>
                    </a:lnTo>
                    <a:lnTo>
                      <a:pt x="306" y="738"/>
                    </a:lnTo>
                    <a:lnTo>
                      <a:pt x="306" y="732"/>
                    </a:lnTo>
                    <a:lnTo>
                      <a:pt x="300" y="726"/>
                    </a:lnTo>
                    <a:lnTo>
                      <a:pt x="300" y="708"/>
                    </a:lnTo>
                    <a:lnTo>
                      <a:pt x="288" y="684"/>
                    </a:lnTo>
                    <a:lnTo>
                      <a:pt x="282" y="678"/>
                    </a:lnTo>
                    <a:lnTo>
                      <a:pt x="258" y="678"/>
                    </a:lnTo>
                    <a:lnTo>
                      <a:pt x="240" y="648"/>
                    </a:lnTo>
                    <a:lnTo>
                      <a:pt x="240" y="576"/>
                    </a:lnTo>
                    <a:lnTo>
                      <a:pt x="222" y="546"/>
                    </a:lnTo>
                    <a:lnTo>
                      <a:pt x="228" y="534"/>
                    </a:lnTo>
                    <a:lnTo>
                      <a:pt x="228" y="528"/>
                    </a:lnTo>
                    <a:lnTo>
                      <a:pt x="234" y="516"/>
                    </a:lnTo>
                    <a:lnTo>
                      <a:pt x="234" y="492"/>
                    </a:lnTo>
                    <a:lnTo>
                      <a:pt x="228" y="486"/>
                    </a:lnTo>
                    <a:lnTo>
                      <a:pt x="216" y="480"/>
                    </a:lnTo>
                    <a:lnTo>
                      <a:pt x="210" y="474"/>
                    </a:lnTo>
                    <a:lnTo>
                      <a:pt x="198" y="474"/>
                    </a:lnTo>
                    <a:lnTo>
                      <a:pt x="198" y="432"/>
                    </a:lnTo>
                    <a:lnTo>
                      <a:pt x="168" y="396"/>
                    </a:lnTo>
                    <a:lnTo>
                      <a:pt x="174" y="336"/>
                    </a:lnTo>
                    <a:lnTo>
                      <a:pt x="168" y="330"/>
                    </a:lnTo>
                    <a:lnTo>
                      <a:pt x="162" y="318"/>
                    </a:lnTo>
                    <a:lnTo>
                      <a:pt x="144" y="300"/>
                    </a:lnTo>
                    <a:lnTo>
                      <a:pt x="138" y="288"/>
                    </a:lnTo>
                    <a:lnTo>
                      <a:pt x="138" y="276"/>
                    </a:lnTo>
                    <a:lnTo>
                      <a:pt x="132" y="264"/>
                    </a:lnTo>
                    <a:lnTo>
                      <a:pt x="132" y="246"/>
                    </a:lnTo>
                    <a:lnTo>
                      <a:pt x="126" y="240"/>
                    </a:lnTo>
                    <a:lnTo>
                      <a:pt x="120" y="228"/>
                    </a:lnTo>
                    <a:lnTo>
                      <a:pt x="108" y="216"/>
                    </a:lnTo>
                    <a:lnTo>
                      <a:pt x="102" y="204"/>
                    </a:lnTo>
                    <a:lnTo>
                      <a:pt x="96" y="198"/>
                    </a:lnTo>
                    <a:lnTo>
                      <a:pt x="96" y="192"/>
                    </a:lnTo>
                    <a:lnTo>
                      <a:pt x="102" y="186"/>
                    </a:lnTo>
                    <a:lnTo>
                      <a:pt x="114" y="162"/>
                    </a:lnTo>
                    <a:lnTo>
                      <a:pt x="114" y="114"/>
                    </a:lnTo>
                    <a:lnTo>
                      <a:pt x="120" y="108"/>
                    </a:lnTo>
                    <a:lnTo>
                      <a:pt x="126" y="96"/>
                    </a:lnTo>
                    <a:lnTo>
                      <a:pt x="126" y="60"/>
                    </a:lnTo>
                    <a:lnTo>
                      <a:pt x="132" y="66"/>
                    </a:lnTo>
                    <a:lnTo>
                      <a:pt x="144" y="72"/>
                    </a:lnTo>
                    <a:lnTo>
                      <a:pt x="150" y="84"/>
                    </a:lnTo>
                    <a:lnTo>
                      <a:pt x="162" y="90"/>
                    </a:lnTo>
                    <a:lnTo>
                      <a:pt x="180" y="90"/>
                    </a:lnTo>
                    <a:lnTo>
                      <a:pt x="186" y="84"/>
                    </a:lnTo>
                    <a:lnTo>
                      <a:pt x="198" y="84"/>
                    </a:lnTo>
                    <a:lnTo>
                      <a:pt x="198" y="102"/>
                    </a:lnTo>
                    <a:lnTo>
                      <a:pt x="204" y="108"/>
                    </a:lnTo>
                    <a:lnTo>
                      <a:pt x="216" y="114"/>
                    </a:lnTo>
                    <a:lnTo>
                      <a:pt x="234" y="114"/>
                    </a:lnTo>
                    <a:lnTo>
                      <a:pt x="234" y="120"/>
                    </a:lnTo>
                    <a:lnTo>
                      <a:pt x="228" y="126"/>
                    </a:lnTo>
                    <a:lnTo>
                      <a:pt x="228" y="186"/>
                    </a:lnTo>
                    <a:lnTo>
                      <a:pt x="240" y="258"/>
                    </a:lnTo>
                    <a:lnTo>
                      <a:pt x="240" y="270"/>
                    </a:lnTo>
                    <a:lnTo>
                      <a:pt x="246" y="282"/>
                    </a:lnTo>
                    <a:lnTo>
                      <a:pt x="252" y="306"/>
                    </a:lnTo>
                    <a:lnTo>
                      <a:pt x="264" y="342"/>
                    </a:lnTo>
                    <a:lnTo>
                      <a:pt x="276" y="372"/>
                    </a:lnTo>
                    <a:lnTo>
                      <a:pt x="282" y="384"/>
                    </a:lnTo>
                    <a:lnTo>
                      <a:pt x="324" y="384"/>
                    </a:lnTo>
                    <a:lnTo>
                      <a:pt x="318" y="390"/>
                    </a:lnTo>
                    <a:lnTo>
                      <a:pt x="306" y="414"/>
                    </a:lnTo>
                    <a:lnTo>
                      <a:pt x="318" y="438"/>
                    </a:lnTo>
                    <a:lnTo>
                      <a:pt x="330" y="444"/>
                    </a:lnTo>
                    <a:lnTo>
                      <a:pt x="336" y="450"/>
                    </a:lnTo>
                    <a:lnTo>
                      <a:pt x="348" y="450"/>
                    </a:lnTo>
                    <a:lnTo>
                      <a:pt x="354" y="474"/>
                    </a:lnTo>
                    <a:lnTo>
                      <a:pt x="384" y="474"/>
                    </a:lnTo>
                    <a:lnTo>
                      <a:pt x="390" y="516"/>
                    </a:lnTo>
                    <a:lnTo>
                      <a:pt x="384" y="516"/>
                    </a:lnTo>
                    <a:lnTo>
                      <a:pt x="378" y="522"/>
                    </a:lnTo>
                    <a:lnTo>
                      <a:pt x="366" y="528"/>
                    </a:lnTo>
                    <a:lnTo>
                      <a:pt x="360" y="534"/>
                    </a:lnTo>
                    <a:lnTo>
                      <a:pt x="354" y="546"/>
                    </a:lnTo>
                    <a:lnTo>
                      <a:pt x="354" y="558"/>
                    </a:lnTo>
                    <a:lnTo>
                      <a:pt x="360" y="564"/>
                    </a:lnTo>
                    <a:lnTo>
                      <a:pt x="372" y="570"/>
                    </a:lnTo>
                    <a:lnTo>
                      <a:pt x="384" y="558"/>
                    </a:lnTo>
                    <a:lnTo>
                      <a:pt x="384" y="564"/>
                    </a:lnTo>
                    <a:lnTo>
                      <a:pt x="396" y="576"/>
                    </a:lnTo>
                    <a:lnTo>
                      <a:pt x="396" y="588"/>
                    </a:lnTo>
                    <a:lnTo>
                      <a:pt x="402" y="594"/>
                    </a:lnTo>
                    <a:lnTo>
                      <a:pt x="414" y="594"/>
                    </a:lnTo>
                    <a:lnTo>
                      <a:pt x="426" y="600"/>
                    </a:lnTo>
                    <a:lnTo>
                      <a:pt x="432" y="600"/>
                    </a:lnTo>
                    <a:lnTo>
                      <a:pt x="438" y="606"/>
                    </a:lnTo>
                    <a:lnTo>
                      <a:pt x="438" y="624"/>
                    </a:lnTo>
                    <a:lnTo>
                      <a:pt x="432" y="630"/>
                    </a:lnTo>
                    <a:lnTo>
                      <a:pt x="432" y="636"/>
                    </a:lnTo>
                    <a:lnTo>
                      <a:pt x="426" y="648"/>
                    </a:lnTo>
                    <a:lnTo>
                      <a:pt x="426" y="654"/>
                    </a:lnTo>
                    <a:lnTo>
                      <a:pt x="468" y="654"/>
                    </a:lnTo>
                    <a:lnTo>
                      <a:pt x="468" y="684"/>
                    </a:lnTo>
                    <a:lnTo>
                      <a:pt x="504" y="720"/>
                    </a:lnTo>
                    <a:lnTo>
                      <a:pt x="510" y="732"/>
                    </a:lnTo>
                    <a:lnTo>
                      <a:pt x="528" y="750"/>
                    </a:lnTo>
                    <a:lnTo>
                      <a:pt x="534" y="768"/>
                    </a:lnTo>
                    <a:lnTo>
                      <a:pt x="546" y="780"/>
                    </a:lnTo>
                    <a:lnTo>
                      <a:pt x="552" y="798"/>
                    </a:lnTo>
                    <a:lnTo>
                      <a:pt x="558" y="810"/>
                    </a:lnTo>
                    <a:lnTo>
                      <a:pt x="558" y="870"/>
                    </a:lnTo>
                    <a:lnTo>
                      <a:pt x="564" y="882"/>
                    </a:lnTo>
                    <a:lnTo>
                      <a:pt x="576" y="894"/>
                    </a:lnTo>
                    <a:lnTo>
                      <a:pt x="576" y="906"/>
                    </a:lnTo>
                    <a:lnTo>
                      <a:pt x="570" y="918"/>
                    </a:lnTo>
                    <a:lnTo>
                      <a:pt x="552" y="936"/>
                    </a:lnTo>
                    <a:lnTo>
                      <a:pt x="546" y="948"/>
                    </a:lnTo>
                    <a:lnTo>
                      <a:pt x="546" y="954"/>
                    </a:lnTo>
                    <a:lnTo>
                      <a:pt x="552" y="960"/>
                    </a:lnTo>
                    <a:lnTo>
                      <a:pt x="564" y="966"/>
                    </a:lnTo>
                    <a:lnTo>
                      <a:pt x="540" y="966"/>
                    </a:lnTo>
                    <a:lnTo>
                      <a:pt x="528" y="972"/>
                    </a:lnTo>
                    <a:lnTo>
                      <a:pt x="528" y="1038"/>
                    </a:lnTo>
                    <a:lnTo>
                      <a:pt x="534" y="1056"/>
                    </a:lnTo>
                    <a:lnTo>
                      <a:pt x="540" y="1062"/>
                    </a:lnTo>
                    <a:lnTo>
                      <a:pt x="546" y="1074"/>
                    </a:lnTo>
                    <a:lnTo>
                      <a:pt x="558" y="1074"/>
                    </a:lnTo>
                    <a:lnTo>
                      <a:pt x="576" y="1080"/>
                    </a:lnTo>
                    <a:lnTo>
                      <a:pt x="600" y="1080"/>
                    </a:lnTo>
                    <a:lnTo>
                      <a:pt x="612" y="1086"/>
                    </a:lnTo>
                    <a:lnTo>
                      <a:pt x="636" y="1110"/>
                    </a:lnTo>
                    <a:lnTo>
                      <a:pt x="642" y="1122"/>
                    </a:lnTo>
                    <a:lnTo>
                      <a:pt x="648" y="1140"/>
                    </a:lnTo>
                    <a:lnTo>
                      <a:pt x="654" y="1152"/>
                    </a:lnTo>
                    <a:lnTo>
                      <a:pt x="666" y="1164"/>
                    </a:lnTo>
                    <a:lnTo>
                      <a:pt x="678" y="1170"/>
                    </a:lnTo>
                    <a:lnTo>
                      <a:pt x="732" y="1170"/>
                    </a:lnTo>
                    <a:lnTo>
                      <a:pt x="750" y="1176"/>
                    </a:lnTo>
                    <a:lnTo>
                      <a:pt x="762" y="1182"/>
                    </a:lnTo>
                    <a:lnTo>
                      <a:pt x="768" y="1188"/>
                    </a:lnTo>
                    <a:lnTo>
                      <a:pt x="774" y="1200"/>
                    </a:lnTo>
                    <a:lnTo>
                      <a:pt x="786" y="1218"/>
                    </a:lnTo>
                    <a:lnTo>
                      <a:pt x="810" y="1242"/>
                    </a:lnTo>
                    <a:lnTo>
                      <a:pt x="834" y="1254"/>
                    </a:lnTo>
                    <a:lnTo>
                      <a:pt x="870" y="1266"/>
                    </a:lnTo>
                    <a:lnTo>
                      <a:pt x="912" y="1272"/>
                    </a:lnTo>
                    <a:lnTo>
                      <a:pt x="942" y="1278"/>
                    </a:lnTo>
                    <a:lnTo>
                      <a:pt x="960" y="1290"/>
                    </a:lnTo>
                    <a:lnTo>
                      <a:pt x="966" y="1302"/>
                    </a:lnTo>
                    <a:lnTo>
                      <a:pt x="978" y="1314"/>
                    </a:lnTo>
                    <a:lnTo>
                      <a:pt x="990" y="1320"/>
                    </a:lnTo>
                    <a:lnTo>
                      <a:pt x="996" y="1320"/>
                    </a:lnTo>
                    <a:lnTo>
                      <a:pt x="1002" y="1326"/>
                    </a:lnTo>
                    <a:lnTo>
                      <a:pt x="1008" y="1338"/>
                    </a:lnTo>
                    <a:lnTo>
                      <a:pt x="1014" y="1344"/>
                    </a:lnTo>
                    <a:lnTo>
                      <a:pt x="1080" y="1344"/>
                    </a:lnTo>
                    <a:lnTo>
                      <a:pt x="1092" y="1356"/>
                    </a:lnTo>
                    <a:lnTo>
                      <a:pt x="1098" y="1368"/>
                    </a:lnTo>
                    <a:lnTo>
                      <a:pt x="1104" y="1374"/>
                    </a:lnTo>
                    <a:lnTo>
                      <a:pt x="1116" y="1374"/>
                    </a:lnTo>
                    <a:lnTo>
                      <a:pt x="1140" y="1362"/>
                    </a:lnTo>
                    <a:lnTo>
                      <a:pt x="1170" y="1350"/>
                    </a:lnTo>
                    <a:lnTo>
                      <a:pt x="1206" y="1332"/>
                    </a:lnTo>
                    <a:lnTo>
                      <a:pt x="1260" y="1314"/>
                    </a:lnTo>
                    <a:lnTo>
                      <a:pt x="1278" y="1326"/>
                    </a:lnTo>
                    <a:lnTo>
                      <a:pt x="1308" y="1350"/>
                    </a:lnTo>
                    <a:lnTo>
                      <a:pt x="1344" y="1374"/>
                    </a:lnTo>
                    <a:lnTo>
                      <a:pt x="1386" y="1416"/>
                    </a:lnTo>
                    <a:lnTo>
                      <a:pt x="1386" y="1428"/>
                    </a:lnTo>
                    <a:lnTo>
                      <a:pt x="1392" y="1446"/>
                    </a:lnTo>
                    <a:lnTo>
                      <a:pt x="1398" y="1458"/>
                    </a:lnTo>
                    <a:lnTo>
                      <a:pt x="1416" y="1458"/>
                    </a:lnTo>
                    <a:lnTo>
                      <a:pt x="1422" y="1452"/>
                    </a:lnTo>
                    <a:lnTo>
                      <a:pt x="1422" y="144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5" name="Jamaica" descr="© INSCALE GmbH, 05.05.2010&#10;http://www.presentationload.com/">
                <a:extLst>
                  <a:ext uri="{FF2B5EF4-FFF2-40B4-BE49-F238E27FC236}">
                    <a16:creationId xmlns:a16="http://schemas.microsoft.com/office/drawing/2014/main" id="{13A320AA-771F-F84C-B7B9-8822B9961614}"/>
                  </a:ext>
                </a:extLst>
              </p:cNvPr>
              <p:cNvSpPr>
                <a:spLocks/>
              </p:cNvSpPr>
              <p:nvPr/>
            </p:nvSpPr>
            <p:spPr bwMode="gray">
              <a:xfrm>
                <a:off x="3411937" y="3518765"/>
                <a:ext cx="65746" cy="21367"/>
              </a:xfrm>
              <a:custGeom>
                <a:avLst/>
                <a:gdLst>
                  <a:gd name="T0" fmla="*/ 2147483647 w 156"/>
                  <a:gd name="T1" fmla="*/ 2147483647 h 54"/>
                  <a:gd name="T2" fmla="*/ 2147483647 w 156"/>
                  <a:gd name="T3" fmla="*/ 2147483647 h 54"/>
                  <a:gd name="T4" fmla="*/ 2147483647 w 156"/>
                  <a:gd name="T5" fmla="*/ 2147483647 h 54"/>
                  <a:gd name="T6" fmla="*/ 2147483647 w 156"/>
                  <a:gd name="T7" fmla="*/ 2147483647 h 54"/>
                  <a:gd name="T8" fmla="*/ 2147483647 w 156"/>
                  <a:gd name="T9" fmla="*/ 2147483647 h 54"/>
                  <a:gd name="T10" fmla="*/ 2147483647 w 156"/>
                  <a:gd name="T11" fmla="*/ 2147483647 h 54"/>
                  <a:gd name="T12" fmla="*/ 2147483647 w 156"/>
                  <a:gd name="T13" fmla="*/ 2147483647 h 54"/>
                  <a:gd name="T14" fmla="*/ 2147483647 w 156"/>
                  <a:gd name="T15" fmla="*/ 2147483647 h 54"/>
                  <a:gd name="T16" fmla="*/ 2147483647 w 156"/>
                  <a:gd name="T17" fmla="*/ 0 h 54"/>
                  <a:gd name="T18" fmla="*/ 2147483647 w 156"/>
                  <a:gd name="T19" fmla="*/ 0 h 54"/>
                  <a:gd name="T20" fmla="*/ 2147483647 w 156"/>
                  <a:gd name="T21" fmla="*/ 2147483647 h 54"/>
                  <a:gd name="T22" fmla="*/ 0 w 156"/>
                  <a:gd name="T23" fmla="*/ 2147483647 h 54"/>
                  <a:gd name="T24" fmla="*/ 2147483647 w 156"/>
                  <a:gd name="T25" fmla="*/ 2147483647 h 54"/>
                  <a:gd name="T26" fmla="*/ 2147483647 w 156"/>
                  <a:gd name="T27" fmla="*/ 2147483647 h 54"/>
                  <a:gd name="T28" fmla="*/ 2147483647 w 156"/>
                  <a:gd name="T29" fmla="*/ 2147483647 h 54"/>
                  <a:gd name="T30" fmla="*/ 2147483647 w 156"/>
                  <a:gd name="T31" fmla="*/ 2147483647 h 54"/>
                  <a:gd name="T32" fmla="*/ 2147483647 w 156"/>
                  <a:gd name="T33" fmla="*/ 2147483647 h 54"/>
                  <a:gd name="T34" fmla="*/ 2147483647 w 156"/>
                  <a:gd name="T35" fmla="*/ 2147483647 h 54"/>
                  <a:gd name="T36" fmla="*/ 2147483647 w 156"/>
                  <a:gd name="T37" fmla="*/ 2147483647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6"/>
                  <a:gd name="T58" fmla="*/ 0 h 54"/>
                  <a:gd name="T59" fmla="*/ 156 w 156"/>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6" h="54">
                    <a:moveTo>
                      <a:pt x="108" y="54"/>
                    </a:moveTo>
                    <a:lnTo>
                      <a:pt x="114" y="36"/>
                    </a:lnTo>
                    <a:lnTo>
                      <a:pt x="156" y="48"/>
                    </a:lnTo>
                    <a:lnTo>
                      <a:pt x="156" y="42"/>
                    </a:lnTo>
                    <a:lnTo>
                      <a:pt x="150" y="36"/>
                    </a:lnTo>
                    <a:lnTo>
                      <a:pt x="144" y="24"/>
                    </a:lnTo>
                    <a:lnTo>
                      <a:pt x="126" y="6"/>
                    </a:lnTo>
                    <a:lnTo>
                      <a:pt x="84" y="6"/>
                    </a:lnTo>
                    <a:lnTo>
                      <a:pt x="66" y="0"/>
                    </a:lnTo>
                    <a:lnTo>
                      <a:pt x="24" y="0"/>
                    </a:lnTo>
                    <a:lnTo>
                      <a:pt x="12" y="6"/>
                    </a:lnTo>
                    <a:lnTo>
                      <a:pt x="0" y="6"/>
                    </a:lnTo>
                    <a:lnTo>
                      <a:pt x="6" y="18"/>
                    </a:lnTo>
                    <a:lnTo>
                      <a:pt x="18" y="24"/>
                    </a:lnTo>
                    <a:lnTo>
                      <a:pt x="24" y="36"/>
                    </a:lnTo>
                    <a:lnTo>
                      <a:pt x="36" y="42"/>
                    </a:lnTo>
                    <a:lnTo>
                      <a:pt x="60" y="42"/>
                    </a:lnTo>
                    <a:lnTo>
                      <a:pt x="78" y="48"/>
                    </a:lnTo>
                    <a:lnTo>
                      <a:pt x="108" y="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6" name="Honduras" descr="© INSCALE GmbH, 05.05.2010&#10;http://www.presentationload.com/">
                <a:extLst>
                  <a:ext uri="{FF2B5EF4-FFF2-40B4-BE49-F238E27FC236}">
                    <a16:creationId xmlns:a16="http://schemas.microsoft.com/office/drawing/2014/main" id="{F27C121B-D0AF-1746-990C-BC32B0F2F904}"/>
                  </a:ext>
                </a:extLst>
              </p:cNvPr>
              <p:cNvSpPr>
                <a:spLocks/>
              </p:cNvSpPr>
              <p:nvPr/>
            </p:nvSpPr>
            <p:spPr bwMode="gray">
              <a:xfrm>
                <a:off x="3076633" y="3599304"/>
                <a:ext cx="187377" cy="103550"/>
              </a:xfrm>
              <a:custGeom>
                <a:avLst/>
                <a:gdLst>
                  <a:gd name="T0" fmla="*/ 2147483647 w 444"/>
                  <a:gd name="T1" fmla="*/ 2147483647 h 246"/>
                  <a:gd name="T2" fmla="*/ 2147483647 w 444"/>
                  <a:gd name="T3" fmla="*/ 2147483647 h 246"/>
                  <a:gd name="T4" fmla="*/ 2147483647 w 444"/>
                  <a:gd name="T5" fmla="*/ 2147483647 h 246"/>
                  <a:gd name="T6" fmla="*/ 2147483647 w 444"/>
                  <a:gd name="T7" fmla="*/ 2147483647 h 246"/>
                  <a:gd name="T8" fmla="*/ 2147483647 w 444"/>
                  <a:gd name="T9" fmla="*/ 2147483647 h 246"/>
                  <a:gd name="T10" fmla="*/ 2147483647 w 444"/>
                  <a:gd name="T11" fmla="*/ 2147483647 h 246"/>
                  <a:gd name="T12" fmla="*/ 2147483647 w 444"/>
                  <a:gd name="T13" fmla="*/ 2147483647 h 246"/>
                  <a:gd name="T14" fmla="*/ 2147483647 w 444"/>
                  <a:gd name="T15" fmla="*/ 2147483647 h 246"/>
                  <a:gd name="T16" fmla="*/ 2147483647 w 444"/>
                  <a:gd name="T17" fmla="*/ 2147483647 h 246"/>
                  <a:gd name="T18" fmla="*/ 2147483647 w 444"/>
                  <a:gd name="T19" fmla="*/ 2147483647 h 246"/>
                  <a:gd name="T20" fmla="*/ 2147483647 w 444"/>
                  <a:gd name="T21" fmla="*/ 2147483647 h 246"/>
                  <a:gd name="T22" fmla="*/ 2147483647 w 444"/>
                  <a:gd name="T23" fmla="*/ 2147483647 h 246"/>
                  <a:gd name="T24" fmla="*/ 2147483647 w 444"/>
                  <a:gd name="T25" fmla="*/ 2147483647 h 246"/>
                  <a:gd name="T26" fmla="*/ 2147483647 w 444"/>
                  <a:gd name="T27" fmla="*/ 2147483647 h 246"/>
                  <a:gd name="T28" fmla="*/ 2147483647 w 444"/>
                  <a:gd name="T29" fmla="*/ 2147483647 h 246"/>
                  <a:gd name="T30" fmla="*/ 2147483647 w 444"/>
                  <a:gd name="T31" fmla="*/ 2147483647 h 246"/>
                  <a:gd name="T32" fmla="*/ 2147483647 w 444"/>
                  <a:gd name="T33" fmla="*/ 2147483647 h 246"/>
                  <a:gd name="T34" fmla="*/ 2147483647 w 444"/>
                  <a:gd name="T35" fmla="*/ 2147483647 h 246"/>
                  <a:gd name="T36" fmla="*/ 2147483647 w 444"/>
                  <a:gd name="T37" fmla="*/ 2147483647 h 246"/>
                  <a:gd name="T38" fmla="*/ 2147483647 w 444"/>
                  <a:gd name="T39" fmla="*/ 0 h 246"/>
                  <a:gd name="T40" fmla="*/ 2147483647 w 444"/>
                  <a:gd name="T41" fmla="*/ 2147483647 h 246"/>
                  <a:gd name="T42" fmla="*/ 2147483647 w 444"/>
                  <a:gd name="T43" fmla="*/ 2147483647 h 246"/>
                  <a:gd name="T44" fmla="*/ 2147483647 w 444"/>
                  <a:gd name="T45" fmla="*/ 0 h 246"/>
                  <a:gd name="T46" fmla="*/ 2147483647 w 444"/>
                  <a:gd name="T47" fmla="*/ 2147483647 h 246"/>
                  <a:gd name="T48" fmla="*/ 2147483647 w 444"/>
                  <a:gd name="T49" fmla="*/ 2147483647 h 246"/>
                  <a:gd name="T50" fmla="*/ 2147483647 w 444"/>
                  <a:gd name="T51" fmla="*/ 2147483647 h 246"/>
                  <a:gd name="T52" fmla="*/ 2147483647 w 444"/>
                  <a:gd name="T53" fmla="*/ 2147483647 h 246"/>
                  <a:gd name="T54" fmla="*/ 2147483647 w 444"/>
                  <a:gd name="T55" fmla="*/ 2147483647 h 246"/>
                  <a:gd name="T56" fmla="*/ 2147483647 w 444"/>
                  <a:gd name="T57" fmla="*/ 2147483647 h 246"/>
                  <a:gd name="T58" fmla="*/ 2147483647 w 444"/>
                  <a:gd name="T59" fmla="*/ 2147483647 h 246"/>
                  <a:gd name="T60" fmla="*/ 2147483647 w 444"/>
                  <a:gd name="T61" fmla="*/ 0 h 246"/>
                  <a:gd name="T62" fmla="*/ 2147483647 w 444"/>
                  <a:gd name="T63" fmla="*/ 2147483647 h 246"/>
                  <a:gd name="T64" fmla="*/ 2147483647 w 444"/>
                  <a:gd name="T65" fmla="*/ 2147483647 h 246"/>
                  <a:gd name="T66" fmla="*/ 2147483647 w 444"/>
                  <a:gd name="T67" fmla="*/ 2147483647 h 246"/>
                  <a:gd name="T68" fmla="*/ 2147483647 w 444"/>
                  <a:gd name="T69" fmla="*/ 2147483647 h 246"/>
                  <a:gd name="T70" fmla="*/ 2147483647 w 444"/>
                  <a:gd name="T71" fmla="*/ 2147483647 h 246"/>
                  <a:gd name="T72" fmla="*/ 0 w 444"/>
                  <a:gd name="T73" fmla="*/ 2147483647 h 246"/>
                  <a:gd name="T74" fmla="*/ 2147483647 w 444"/>
                  <a:gd name="T75" fmla="*/ 2147483647 h 246"/>
                  <a:gd name="T76" fmla="*/ 2147483647 w 444"/>
                  <a:gd name="T77" fmla="*/ 2147483647 h 246"/>
                  <a:gd name="T78" fmla="*/ 2147483647 w 444"/>
                  <a:gd name="T79" fmla="*/ 2147483647 h 246"/>
                  <a:gd name="T80" fmla="*/ 2147483647 w 444"/>
                  <a:gd name="T81" fmla="*/ 2147483647 h 246"/>
                  <a:gd name="T82" fmla="*/ 2147483647 w 444"/>
                  <a:gd name="T83" fmla="*/ 2147483647 h 246"/>
                  <a:gd name="T84" fmla="*/ 2147483647 w 444"/>
                  <a:gd name="T85" fmla="*/ 2147483647 h 246"/>
                  <a:gd name="T86" fmla="*/ 2147483647 w 444"/>
                  <a:gd name="T87" fmla="*/ 2147483647 h 2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44"/>
                  <a:gd name="T133" fmla="*/ 0 h 246"/>
                  <a:gd name="T134" fmla="*/ 444 w 444"/>
                  <a:gd name="T135" fmla="*/ 246 h 2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44" h="246">
                    <a:moveTo>
                      <a:pt x="156" y="240"/>
                    </a:moveTo>
                    <a:lnTo>
                      <a:pt x="156" y="222"/>
                    </a:lnTo>
                    <a:lnTo>
                      <a:pt x="174" y="222"/>
                    </a:lnTo>
                    <a:lnTo>
                      <a:pt x="168" y="216"/>
                    </a:lnTo>
                    <a:lnTo>
                      <a:pt x="168" y="204"/>
                    </a:lnTo>
                    <a:lnTo>
                      <a:pt x="162" y="198"/>
                    </a:lnTo>
                    <a:lnTo>
                      <a:pt x="162" y="186"/>
                    </a:lnTo>
                    <a:lnTo>
                      <a:pt x="168" y="180"/>
                    </a:lnTo>
                    <a:lnTo>
                      <a:pt x="204" y="180"/>
                    </a:lnTo>
                    <a:lnTo>
                      <a:pt x="210" y="168"/>
                    </a:lnTo>
                    <a:lnTo>
                      <a:pt x="216" y="162"/>
                    </a:lnTo>
                    <a:lnTo>
                      <a:pt x="228" y="162"/>
                    </a:lnTo>
                    <a:lnTo>
                      <a:pt x="228" y="168"/>
                    </a:lnTo>
                    <a:lnTo>
                      <a:pt x="234" y="174"/>
                    </a:lnTo>
                    <a:lnTo>
                      <a:pt x="252" y="174"/>
                    </a:lnTo>
                    <a:lnTo>
                      <a:pt x="276" y="150"/>
                    </a:lnTo>
                    <a:lnTo>
                      <a:pt x="288" y="126"/>
                    </a:lnTo>
                    <a:lnTo>
                      <a:pt x="306" y="126"/>
                    </a:lnTo>
                    <a:lnTo>
                      <a:pt x="306" y="108"/>
                    </a:lnTo>
                    <a:lnTo>
                      <a:pt x="318" y="96"/>
                    </a:lnTo>
                    <a:lnTo>
                      <a:pt x="330" y="96"/>
                    </a:lnTo>
                    <a:lnTo>
                      <a:pt x="348" y="114"/>
                    </a:lnTo>
                    <a:lnTo>
                      <a:pt x="360" y="114"/>
                    </a:lnTo>
                    <a:lnTo>
                      <a:pt x="372" y="102"/>
                    </a:lnTo>
                    <a:lnTo>
                      <a:pt x="372" y="96"/>
                    </a:lnTo>
                    <a:lnTo>
                      <a:pt x="420" y="96"/>
                    </a:lnTo>
                    <a:lnTo>
                      <a:pt x="426" y="90"/>
                    </a:lnTo>
                    <a:lnTo>
                      <a:pt x="432" y="90"/>
                    </a:lnTo>
                    <a:lnTo>
                      <a:pt x="444" y="84"/>
                    </a:lnTo>
                    <a:lnTo>
                      <a:pt x="444" y="78"/>
                    </a:lnTo>
                    <a:lnTo>
                      <a:pt x="426" y="60"/>
                    </a:lnTo>
                    <a:lnTo>
                      <a:pt x="402" y="48"/>
                    </a:lnTo>
                    <a:lnTo>
                      <a:pt x="396" y="48"/>
                    </a:lnTo>
                    <a:lnTo>
                      <a:pt x="390" y="42"/>
                    </a:lnTo>
                    <a:lnTo>
                      <a:pt x="384" y="30"/>
                    </a:lnTo>
                    <a:lnTo>
                      <a:pt x="372" y="24"/>
                    </a:lnTo>
                    <a:lnTo>
                      <a:pt x="366" y="18"/>
                    </a:lnTo>
                    <a:lnTo>
                      <a:pt x="348" y="18"/>
                    </a:lnTo>
                    <a:lnTo>
                      <a:pt x="342" y="6"/>
                    </a:lnTo>
                    <a:lnTo>
                      <a:pt x="336" y="0"/>
                    </a:lnTo>
                    <a:lnTo>
                      <a:pt x="312" y="0"/>
                    </a:lnTo>
                    <a:lnTo>
                      <a:pt x="300" y="6"/>
                    </a:lnTo>
                    <a:lnTo>
                      <a:pt x="294" y="12"/>
                    </a:lnTo>
                    <a:lnTo>
                      <a:pt x="282" y="12"/>
                    </a:lnTo>
                    <a:lnTo>
                      <a:pt x="270" y="0"/>
                    </a:lnTo>
                    <a:lnTo>
                      <a:pt x="252" y="0"/>
                    </a:lnTo>
                    <a:lnTo>
                      <a:pt x="240" y="6"/>
                    </a:lnTo>
                    <a:lnTo>
                      <a:pt x="234" y="18"/>
                    </a:lnTo>
                    <a:lnTo>
                      <a:pt x="222" y="24"/>
                    </a:lnTo>
                    <a:lnTo>
                      <a:pt x="186" y="24"/>
                    </a:lnTo>
                    <a:lnTo>
                      <a:pt x="174" y="18"/>
                    </a:lnTo>
                    <a:lnTo>
                      <a:pt x="168" y="12"/>
                    </a:lnTo>
                    <a:lnTo>
                      <a:pt x="156" y="12"/>
                    </a:lnTo>
                    <a:lnTo>
                      <a:pt x="150" y="18"/>
                    </a:lnTo>
                    <a:lnTo>
                      <a:pt x="144" y="18"/>
                    </a:lnTo>
                    <a:lnTo>
                      <a:pt x="138" y="24"/>
                    </a:lnTo>
                    <a:lnTo>
                      <a:pt x="132" y="24"/>
                    </a:lnTo>
                    <a:lnTo>
                      <a:pt x="132" y="18"/>
                    </a:lnTo>
                    <a:lnTo>
                      <a:pt x="126" y="12"/>
                    </a:lnTo>
                    <a:lnTo>
                      <a:pt x="126" y="6"/>
                    </a:lnTo>
                    <a:lnTo>
                      <a:pt x="120" y="0"/>
                    </a:lnTo>
                    <a:lnTo>
                      <a:pt x="114" y="0"/>
                    </a:lnTo>
                    <a:lnTo>
                      <a:pt x="96" y="18"/>
                    </a:lnTo>
                    <a:lnTo>
                      <a:pt x="90" y="18"/>
                    </a:lnTo>
                    <a:lnTo>
                      <a:pt x="84" y="30"/>
                    </a:lnTo>
                    <a:lnTo>
                      <a:pt x="72" y="36"/>
                    </a:lnTo>
                    <a:lnTo>
                      <a:pt x="60" y="48"/>
                    </a:lnTo>
                    <a:lnTo>
                      <a:pt x="48" y="54"/>
                    </a:lnTo>
                    <a:lnTo>
                      <a:pt x="36" y="66"/>
                    </a:lnTo>
                    <a:lnTo>
                      <a:pt x="24" y="72"/>
                    </a:lnTo>
                    <a:lnTo>
                      <a:pt x="18" y="84"/>
                    </a:lnTo>
                    <a:lnTo>
                      <a:pt x="18" y="102"/>
                    </a:lnTo>
                    <a:lnTo>
                      <a:pt x="12" y="114"/>
                    </a:lnTo>
                    <a:lnTo>
                      <a:pt x="0" y="126"/>
                    </a:lnTo>
                    <a:lnTo>
                      <a:pt x="6" y="138"/>
                    </a:lnTo>
                    <a:lnTo>
                      <a:pt x="18" y="150"/>
                    </a:lnTo>
                    <a:lnTo>
                      <a:pt x="42" y="150"/>
                    </a:lnTo>
                    <a:lnTo>
                      <a:pt x="42" y="168"/>
                    </a:lnTo>
                    <a:lnTo>
                      <a:pt x="48" y="174"/>
                    </a:lnTo>
                    <a:lnTo>
                      <a:pt x="60" y="174"/>
                    </a:lnTo>
                    <a:lnTo>
                      <a:pt x="66" y="168"/>
                    </a:lnTo>
                    <a:lnTo>
                      <a:pt x="102" y="168"/>
                    </a:lnTo>
                    <a:lnTo>
                      <a:pt x="102" y="210"/>
                    </a:lnTo>
                    <a:lnTo>
                      <a:pt x="126" y="222"/>
                    </a:lnTo>
                    <a:lnTo>
                      <a:pt x="132" y="228"/>
                    </a:lnTo>
                    <a:lnTo>
                      <a:pt x="132" y="246"/>
                    </a:lnTo>
                    <a:lnTo>
                      <a:pt x="144" y="246"/>
                    </a:lnTo>
                    <a:lnTo>
                      <a:pt x="156" y="24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7" name="Haiti" descr="© INSCALE GmbH, 05.05.2010&#10;http://www.presentationload.com/">
                <a:extLst>
                  <a:ext uri="{FF2B5EF4-FFF2-40B4-BE49-F238E27FC236}">
                    <a16:creationId xmlns:a16="http://schemas.microsoft.com/office/drawing/2014/main" id="{CB2E03F1-F023-7148-ACD4-BAEC748FB146}"/>
                  </a:ext>
                </a:extLst>
              </p:cNvPr>
              <p:cNvSpPr>
                <a:spLocks/>
              </p:cNvSpPr>
              <p:nvPr/>
            </p:nvSpPr>
            <p:spPr bwMode="gray">
              <a:xfrm>
                <a:off x="3536853" y="3467812"/>
                <a:ext cx="82182" cy="65745"/>
              </a:xfrm>
              <a:custGeom>
                <a:avLst/>
                <a:gdLst>
                  <a:gd name="T0" fmla="*/ 2147483647 w 198"/>
                  <a:gd name="T1" fmla="*/ 2147483647 h 156"/>
                  <a:gd name="T2" fmla="*/ 2147483647 w 198"/>
                  <a:gd name="T3" fmla="*/ 2147483647 h 156"/>
                  <a:gd name="T4" fmla="*/ 2147483647 w 198"/>
                  <a:gd name="T5" fmla="*/ 2147483647 h 156"/>
                  <a:gd name="T6" fmla="*/ 2147483647 w 198"/>
                  <a:gd name="T7" fmla="*/ 2147483647 h 156"/>
                  <a:gd name="T8" fmla="*/ 2147483647 w 198"/>
                  <a:gd name="T9" fmla="*/ 2147483647 h 156"/>
                  <a:gd name="T10" fmla="*/ 2147483647 w 198"/>
                  <a:gd name="T11" fmla="*/ 2147483647 h 156"/>
                  <a:gd name="T12" fmla="*/ 2147483647 w 198"/>
                  <a:gd name="T13" fmla="*/ 2147483647 h 156"/>
                  <a:gd name="T14" fmla="*/ 2147483647 w 198"/>
                  <a:gd name="T15" fmla="*/ 2147483647 h 156"/>
                  <a:gd name="T16" fmla="*/ 2147483647 w 198"/>
                  <a:gd name="T17" fmla="*/ 2147483647 h 156"/>
                  <a:gd name="T18" fmla="*/ 2147483647 w 198"/>
                  <a:gd name="T19" fmla="*/ 2147483647 h 156"/>
                  <a:gd name="T20" fmla="*/ 2147483647 w 198"/>
                  <a:gd name="T21" fmla="*/ 2147483647 h 156"/>
                  <a:gd name="T22" fmla="*/ 2147483647 w 198"/>
                  <a:gd name="T23" fmla="*/ 2147483647 h 156"/>
                  <a:gd name="T24" fmla="*/ 2147483647 w 198"/>
                  <a:gd name="T25" fmla="*/ 2147483647 h 156"/>
                  <a:gd name="T26" fmla="*/ 2147483647 w 198"/>
                  <a:gd name="T27" fmla="*/ 2147483647 h 156"/>
                  <a:gd name="T28" fmla="*/ 2147483647 w 198"/>
                  <a:gd name="T29" fmla="*/ 2147483647 h 156"/>
                  <a:gd name="T30" fmla="*/ 2147483647 w 198"/>
                  <a:gd name="T31" fmla="*/ 2147483647 h 156"/>
                  <a:gd name="T32" fmla="*/ 2147483647 w 198"/>
                  <a:gd name="T33" fmla="*/ 2147483647 h 156"/>
                  <a:gd name="T34" fmla="*/ 2147483647 w 198"/>
                  <a:gd name="T35" fmla="*/ 0 h 156"/>
                  <a:gd name="T36" fmla="*/ 2147483647 w 198"/>
                  <a:gd name="T37" fmla="*/ 0 h 156"/>
                  <a:gd name="T38" fmla="*/ 2147483647 w 198"/>
                  <a:gd name="T39" fmla="*/ 2147483647 h 156"/>
                  <a:gd name="T40" fmla="*/ 2147483647 w 198"/>
                  <a:gd name="T41" fmla="*/ 2147483647 h 156"/>
                  <a:gd name="T42" fmla="*/ 2147483647 w 198"/>
                  <a:gd name="T43" fmla="*/ 2147483647 h 156"/>
                  <a:gd name="T44" fmla="*/ 2147483647 w 198"/>
                  <a:gd name="T45" fmla="*/ 2147483647 h 156"/>
                  <a:gd name="T46" fmla="*/ 2147483647 w 198"/>
                  <a:gd name="T47" fmla="*/ 2147483647 h 156"/>
                  <a:gd name="T48" fmla="*/ 2147483647 w 198"/>
                  <a:gd name="T49" fmla="*/ 2147483647 h 156"/>
                  <a:gd name="T50" fmla="*/ 2147483647 w 198"/>
                  <a:gd name="T51" fmla="*/ 2147483647 h 156"/>
                  <a:gd name="T52" fmla="*/ 2147483647 w 198"/>
                  <a:gd name="T53" fmla="*/ 2147483647 h 156"/>
                  <a:gd name="T54" fmla="*/ 2147483647 w 198"/>
                  <a:gd name="T55" fmla="*/ 2147483647 h 156"/>
                  <a:gd name="T56" fmla="*/ 2147483647 w 198"/>
                  <a:gd name="T57" fmla="*/ 2147483647 h 156"/>
                  <a:gd name="T58" fmla="*/ 2147483647 w 198"/>
                  <a:gd name="T59" fmla="*/ 2147483647 h 156"/>
                  <a:gd name="T60" fmla="*/ 2147483647 w 198"/>
                  <a:gd name="T61" fmla="*/ 2147483647 h 156"/>
                  <a:gd name="T62" fmla="*/ 2147483647 w 198"/>
                  <a:gd name="T63" fmla="*/ 2147483647 h 156"/>
                  <a:gd name="T64" fmla="*/ 2147483647 w 198"/>
                  <a:gd name="T65" fmla="*/ 2147483647 h 156"/>
                  <a:gd name="T66" fmla="*/ 2147483647 w 198"/>
                  <a:gd name="T67" fmla="*/ 2147483647 h 156"/>
                  <a:gd name="T68" fmla="*/ 2147483647 w 198"/>
                  <a:gd name="T69" fmla="*/ 2147483647 h 156"/>
                  <a:gd name="T70" fmla="*/ 2147483647 w 198"/>
                  <a:gd name="T71" fmla="*/ 2147483647 h 156"/>
                  <a:gd name="T72" fmla="*/ 2147483647 w 198"/>
                  <a:gd name="T73" fmla="*/ 2147483647 h 156"/>
                  <a:gd name="T74" fmla="*/ 2147483647 w 198"/>
                  <a:gd name="T75" fmla="*/ 2147483647 h 156"/>
                  <a:gd name="T76" fmla="*/ 2147483647 w 198"/>
                  <a:gd name="T77" fmla="*/ 2147483647 h 156"/>
                  <a:gd name="T78" fmla="*/ 2147483647 w 198"/>
                  <a:gd name="T79" fmla="*/ 2147483647 h 156"/>
                  <a:gd name="T80" fmla="*/ 2147483647 w 198"/>
                  <a:gd name="T81" fmla="*/ 2147483647 h 156"/>
                  <a:gd name="T82" fmla="*/ 0 w 198"/>
                  <a:gd name="T83" fmla="*/ 2147483647 h 156"/>
                  <a:gd name="T84" fmla="*/ 0 w 198"/>
                  <a:gd name="T85" fmla="*/ 2147483647 h 156"/>
                  <a:gd name="T86" fmla="*/ 2147483647 w 198"/>
                  <a:gd name="T87" fmla="*/ 2147483647 h 156"/>
                  <a:gd name="T88" fmla="*/ 2147483647 w 198"/>
                  <a:gd name="T89" fmla="*/ 2147483647 h 156"/>
                  <a:gd name="T90" fmla="*/ 2147483647 w 198"/>
                  <a:gd name="T91" fmla="*/ 2147483647 h 156"/>
                  <a:gd name="T92" fmla="*/ 2147483647 w 198"/>
                  <a:gd name="T93" fmla="*/ 2147483647 h 156"/>
                  <a:gd name="T94" fmla="*/ 2147483647 w 198"/>
                  <a:gd name="T95" fmla="*/ 2147483647 h 156"/>
                  <a:gd name="T96" fmla="*/ 2147483647 w 198"/>
                  <a:gd name="T97" fmla="*/ 2147483647 h 156"/>
                  <a:gd name="T98" fmla="*/ 2147483647 w 198"/>
                  <a:gd name="T99" fmla="*/ 2147483647 h 156"/>
                  <a:gd name="T100" fmla="*/ 2147483647 w 198"/>
                  <a:gd name="T101" fmla="*/ 2147483647 h 156"/>
                  <a:gd name="T102" fmla="*/ 2147483647 w 198"/>
                  <a:gd name="T103" fmla="*/ 2147483647 h 156"/>
                  <a:gd name="T104" fmla="*/ 2147483647 w 198"/>
                  <a:gd name="T105" fmla="*/ 2147483647 h 156"/>
                  <a:gd name="T106" fmla="*/ 2147483647 w 198"/>
                  <a:gd name="T107" fmla="*/ 2147483647 h 156"/>
                  <a:gd name="T108" fmla="*/ 2147483647 w 198"/>
                  <a:gd name="T109" fmla="*/ 2147483647 h 156"/>
                  <a:gd name="T110" fmla="*/ 2147483647 w 198"/>
                  <a:gd name="T111" fmla="*/ 2147483647 h 156"/>
                  <a:gd name="T112" fmla="*/ 2147483647 w 198"/>
                  <a:gd name="T113" fmla="*/ 2147483647 h 1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8"/>
                  <a:gd name="T172" fmla="*/ 0 h 156"/>
                  <a:gd name="T173" fmla="*/ 198 w 198"/>
                  <a:gd name="T174" fmla="*/ 156 h 1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8" h="156">
                    <a:moveTo>
                      <a:pt x="168" y="114"/>
                    </a:moveTo>
                    <a:lnTo>
                      <a:pt x="168" y="108"/>
                    </a:lnTo>
                    <a:lnTo>
                      <a:pt x="174" y="102"/>
                    </a:lnTo>
                    <a:lnTo>
                      <a:pt x="180" y="90"/>
                    </a:lnTo>
                    <a:lnTo>
                      <a:pt x="180" y="78"/>
                    </a:lnTo>
                    <a:lnTo>
                      <a:pt x="186" y="72"/>
                    </a:lnTo>
                    <a:lnTo>
                      <a:pt x="192" y="60"/>
                    </a:lnTo>
                    <a:lnTo>
                      <a:pt x="198" y="54"/>
                    </a:lnTo>
                    <a:lnTo>
                      <a:pt x="198" y="42"/>
                    </a:lnTo>
                    <a:lnTo>
                      <a:pt x="186" y="6"/>
                    </a:lnTo>
                    <a:lnTo>
                      <a:pt x="180" y="12"/>
                    </a:lnTo>
                    <a:lnTo>
                      <a:pt x="180" y="18"/>
                    </a:lnTo>
                    <a:lnTo>
                      <a:pt x="174" y="18"/>
                    </a:lnTo>
                    <a:lnTo>
                      <a:pt x="168" y="12"/>
                    </a:lnTo>
                    <a:lnTo>
                      <a:pt x="156" y="12"/>
                    </a:lnTo>
                    <a:lnTo>
                      <a:pt x="144" y="6"/>
                    </a:lnTo>
                    <a:lnTo>
                      <a:pt x="126" y="6"/>
                    </a:lnTo>
                    <a:lnTo>
                      <a:pt x="114" y="0"/>
                    </a:lnTo>
                    <a:lnTo>
                      <a:pt x="84" y="0"/>
                    </a:lnTo>
                    <a:lnTo>
                      <a:pt x="72" y="6"/>
                    </a:lnTo>
                    <a:lnTo>
                      <a:pt x="66" y="12"/>
                    </a:lnTo>
                    <a:lnTo>
                      <a:pt x="66" y="18"/>
                    </a:lnTo>
                    <a:lnTo>
                      <a:pt x="72" y="24"/>
                    </a:lnTo>
                    <a:lnTo>
                      <a:pt x="108" y="24"/>
                    </a:lnTo>
                    <a:lnTo>
                      <a:pt x="114" y="30"/>
                    </a:lnTo>
                    <a:lnTo>
                      <a:pt x="120" y="42"/>
                    </a:lnTo>
                    <a:lnTo>
                      <a:pt x="126" y="48"/>
                    </a:lnTo>
                    <a:lnTo>
                      <a:pt x="114" y="54"/>
                    </a:lnTo>
                    <a:lnTo>
                      <a:pt x="108" y="60"/>
                    </a:lnTo>
                    <a:lnTo>
                      <a:pt x="108" y="72"/>
                    </a:lnTo>
                    <a:lnTo>
                      <a:pt x="114" y="84"/>
                    </a:lnTo>
                    <a:lnTo>
                      <a:pt x="114" y="96"/>
                    </a:lnTo>
                    <a:lnTo>
                      <a:pt x="120" y="102"/>
                    </a:lnTo>
                    <a:lnTo>
                      <a:pt x="114" y="108"/>
                    </a:lnTo>
                    <a:lnTo>
                      <a:pt x="96" y="108"/>
                    </a:lnTo>
                    <a:lnTo>
                      <a:pt x="78" y="102"/>
                    </a:lnTo>
                    <a:lnTo>
                      <a:pt x="66" y="102"/>
                    </a:lnTo>
                    <a:lnTo>
                      <a:pt x="54" y="96"/>
                    </a:lnTo>
                    <a:lnTo>
                      <a:pt x="36" y="96"/>
                    </a:lnTo>
                    <a:lnTo>
                      <a:pt x="24" y="102"/>
                    </a:lnTo>
                    <a:lnTo>
                      <a:pt x="6" y="102"/>
                    </a:lnTo>
                    <a:lnTo>
                      <a:pt x="0" y="108"/>
                    </a:lnTo>
                    <a:lnTo>
                      <a:pt x="0" y="114"/>
                    </a:lnTo>
                    <a:lnTo>
                      <a:pt x="6" y="120"/>
                    </a:lnTo>
                    <a:lnTo>
                      <a:pt x="12" y="132"/>
                    </a:lnTo>
                    <a:lnTo>
                      <a:pt x="24" y="138"/>
                    </a:lnTo>
                    <a:lnTo>
                      <a:pt x="30" y="150"/>
                    </a:lnTo>
                    <a:lnTo>
                      <a:pt x="36" y="156"/>
                    </a:lnTo>
                    <a:lnTo>
                      <a:pt x="42" y="156"/>
                    </a:lnTo>
                    <a:lnTo>
                      <a:pt x="48" y="150"/>
                    </a:lnTo>
                    <a:lnTo>
                      <a:pt x="54" y="138"/>
                    </a:lnTo>
                    <a:lnTo>
                      <a:pt x="60" y="132"/>
                    </a:lnTo>
                    <a:lnTo>
                      <a:pt x="138" y="132"/>
                    </a:lnTo>
                    <a:lnTo>
                      <a:pt x="156" y="126"/>
                    </a:lnTo>
                    <a:lnTo>
                      <a:pt x="168" y="126"/>
                    </a:lnTo>
                    <a:lnTo>
                      <a:pt x="180" y="144"/>
                    </a:lnTo>
                    <a:lnTo>
                      <a:pt x="168" y="1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8" name="Guatemala" descr="© INSCALE GmbH, 05.05.2010&#10;http://www.presentationload.com/">
                <a:extLst>
                  <a:ext uri="{FF2B5EF4-FFF2-40B4-BE49-F238E27FC236}">
                    <a16:creationId xmlns:a16="http://schemas.microsoft.com/office/drawing/2014/main" id="{12B79B4E-1A75-7C46-9FE3-5E4ABC538681}"/>
                  </a:ext>
                </a:extLst>
              </p:cNvPr>
              <p:cNvSpPr>
                <a:spLocks/>
              </p:cNvSpPr>
              <p:nvPr/>
            </p:nvSpPr>
            <p:spPr bwMode="gray">
              <a:xfrm>
                <a:off x="2989521" y="3535203"/>
                <a:ext cx="124916" cy="141354"/>
              </a:xfrm>
              <a:custGeom>
                <a:avLst/>
                <a:gdLst>
                  <a:gd name="T0" fmla="*/ 2147483647 w 300"/>
                  <a:gd name="T1" fmla="*/ 2147483647 h 336"/>
                  <a:gd name="T2" fmla="*/ 2147483647 w 300"/>
                  <a:gd name="T3" fmla="*/ 2147483647 h 336"/>
                  <a:gd name="T4" fmla="*/ 2147483647 w 300"/>
                  <a:gd name="T5" fmla="*/ 2147483647 h 336"/>
                  <a:gd name="T6" fmla="*/ 2147483647 w 300"/>
                  <a:gd name="T7" fmla="*/ 2147483647 h 336"/>
                  <a:gd name="T8" fmla="*/ 2147483647 w 300"/>
                  <a:gd name="T9" fmla="*/ 2147483647 h 336"/>
                  <a:gd name="T10" fmla="*/ 2147483647 w 300"/>
                  <a:gd name="T11" fmla="*/ 0 h 336"/>
                  <a:gd name="T12" fmla="*/ 2147483647 w 300"/>
                  <a:gd name="T13" fmla="*/ 2147483647 h 336"/>
                  <a:gd name="T14" fmla="*/ 2147483647 w 300"/>
                  <a:gd name="T15" fmla="*/ 2147483647 h 336"/>
                  <a:gd name="T16" fmla="*/ 2147483647 w 300"/>
                  <a:gd name="T17" fmla="*/ 2147483647 h 336"/>
                  <a:gd name="T18" fmla="*/ 2147483647 w 300"/>
                  <a:gd name="T19" fmla="*/ 2147483647 h 336"/>
                  <a:gd name="T20" fmla="*/ 2147483647 w 300"/>
                  <a:gd name="T21" fmla="*/ 2147483647 h 336"/>
                  <a:gd name="T22" fmla="*/ 2147483647 w 300"/>
                  <a:gd name="T23" fmla="*/ 2147483647 h 336"/>
                  <a:gd name="T24" fmla="*/ 2147483647 w 300"/>
                  <a:gd name="T25" fmla="*/ 2147483647 h 336"/>
                  <a:gd name="T26" fmla="*/ 2147483647 w 300"/>
                  <a:gd name="T27" fmla="*/ 2147483647 h 336"/>
                  <a:gd name="T28" fmla="*/ 2147483647 w 300"/>
                  <a:gd name="T29" fmla="*/ 2147483647 h 336"/>
                  <a:gd name="T30" fmla="*/ 2147483647 w 300"/>
                  <a:gd name="T31" fmla="*/ 2147483647 h 336"/>
                  <a:gd name="T32" fmla="*/ 2147483647 w 300"/>
                  <a:gd name="T33" fmla="*/ 2147483647 h 336"/>
                  <a:gd name="T34" fmla="*/ 2147483647 w 300"/>
                  <a:gd name="T35" fmla="*/ 2147483647 h 336"/>
                  <a:gd name="T36" fmla="*/ 2147483647 w 300"/>
                  <a:gd name="T37" fmla="*/ 2147483647 h 336"/>
                  <a:gd name="T38" fmla="*/ 2147483647 w 300"/>
                  <a:gd name="T39" fmla="*/ 2147483647 h 336"/>
                  <a:gd name="T40" fmla="*/ 2147483647 w 300"/>
                  <a:gd name="T41" fmla="*/ 2147483647 h 336"/>
                  <a:gd name="T42" fmla="*/ 2147483647 w 300"/>
                  <a:gd name="T43" fmla="*/ 2147483647 h 336"/>
                  <a:gd name="T44" fmla="*/ 2147483647 w 300"/>
                  <a:gd name="T45" fmla="*/ 2147483647 h 336"/>
                  <a:gd name="T46" fmla="*/ 2147483647 w 300"/>
                  <a:gd name="T47" fmla="*/ 2147483647 h 336"/>
                  <a:gd name="T48" fmla="*/ 2147483647 w 300"/>
                  <a:gd name="T49" fmla="*/ 2147483647 h 336"/>
                  <a:gd name="T50" fmla="*/ 2147483647 w 300"/>
                  <a:gd name="T51" fmla="*/ 2147483647 h 336"/>
                  <a:gd name="T52" fmla="*/ 2147483647 w 300"/>
                  <a:gd name="T53" fmla="*/ 2147483647 h 336"/>
                  <a:gd name="T54" fmla="*/ 2147483647 w 300"/>
                  <a:gd name="T55" fmla="*/ 2147483647 h 336"/>
                  <a:gd name="T56" fmla="*/ 2147483647 w 300"/>
                  <a:gd name="T57" fmla="*/ 2147483647 h 336"/>
                  <a:gd name="T58" fmla="*/ 0 w 300"/>
                  <a:gd name="T59" fmla="*/ 2147483647 h 336"/>
                  <a:gd name="T60" fmla="*/ 2147483647 w 300"/>
                  <a:gd name="T61" fmla="*/ 2147483647 h 336"/>
                  <a:gd name="T62" fmla="*/ 2147483647 w 300"/>
                  <a:gd name="T63" fmla="*/ 2147483647 h 336"/>
                  <a:gd name="T64" fmla="*/ 2147483647 w 300"/>
                  <a:gd name="T65" fmla="*/ 2147483647 h 336"/>
                  <a:gd name="T66" fmla="*/ 2147483647 w 300"/>
                  <a:gd name="T67" fmla="*/ 2147483647 h 336"/>
                  <a:gd name="T68" fmla="*/ 2147483647 w 300"/>
                  <a:gd name="T69" fmla="*/ 2147483647 h 336"/>
                  <a:gd name="T70" fmla="*/ 2147483647 w 300"/>
                  <a:gd name="T71" fmla="*/ 2147483647 h 336"/>
                  <a:gd name="T72" fmla="*/ 2147483647 w 300"/>
                  <a:gd name="T73" fmla="*/ 2147483647 h 336"/>
                  <a:gd name="T74" fmla="*/ 2147483647 w 300"/>
                  <a:gd name="T75" fmla="*/ 2147483647 h 336"/>
                  <a:gd name="T76" fmla="*/ 2147483647 w 300"/>
                  <a:gd name="T77" fmla="*/ 2147483647 h 336"/>
                  <a:gd name="T78" fmla="*/ 2147483647 w 300"/>
                  <a:gd name="T79" fmla="*/ 2147483647 h 336"/>
                  <a:gd name="T80" fmla="*/ 2147483647 w 300"/>
                  <a:gd name="T81" fmla="*/ 2147483647 h 336"/>
                  <a:gd name="T82" fmla="*/ 2147483647 w 300"/>
                  <a:gd name="T83" fmla="*/ 2147483647 h 336"/>
                  <a:gd name="T84" fmla="*/ 2147483647 w 300"/>
                  <a:gd name="T85" fmla="*/ 2147483647 h 336"/>
                  <a:gd name="T86" fmla="*/ 2147483647 w 300"/>
                  <a:gd name="T87" fmla="*/ 2147483647 h 336"/>
                  <a:gd name="T88" fmla="*/ 2147483647 w 300"/>
                  <a:gd name="T89" fmla="*/ 2147483647 h 336"/>
                  <a:gd name="T90" fmla="*/ 2147483647 w 300"/>
                  <a:gd name="T91" fmla="*/ 2147483647 h 336"/>
                  <a:gd name="T92" fmla="*/ 2147483647 w 300"/>
                  <a:gd name="T93" fmla="*/ 2147483647 h 336"/>
                  <a:gd name="T94" fmla="*/ 2147483647 w 300"/>
                  <a:gd name="T95" fmla="*/ 2147483647 h 336"/>
                  <a:gd name="T96" fmla="*/ 2147483647 w 300"/>
                  <a:gd name="T97" fmla="*/ 2147483647 h 336"/>
                  <a:gd name="T98" fmla="*/ 2147483647 w 300"/>
                  <a:gd name="T99" fmla="*/ 2147483647 h 336"/>
                  <a:gd name="T100" fmla="*/ 2147483647 w 300"/>
                  <a:gd name="T101" fmla="*/ 2147483647 h 336"/>
                  <a:gd name="T102" fmla="*/ 2147483647 w 300"/>
                  <a:gd name="T103" fmla="*/ 2147483647 h 336"/>
                  <a:gd name="T104" fmla="*/ 2147483647 w 300"/>
                  <a:gd name="T105" fmla="*/ 2147483647 h 336"/>
                  <a:gd name="T106" fmla="*/ 2147483647 w 300"/>
                  <a:gd name="T107" fmla="*/ 2147483647 h 336"/>
                  <a:gd name="T108" fmla="*/ 2147483647 w 300"/>
                  <a:gd name="T109" fmla="*/ 2147483647 h 336"/>
                  <a:gd name="T110" fmla="*/ 2147483647 w 300"/>
                  <a:gd name="T111" fmla="*/ 2147483647 h 336"/>
                  <a:gd name="T112" fmla="*/ 2147483647 w 300"/>
                  <a:gd name="T113" fmla="*/ 2147483647 h 336"/>
                  <a:gd name="T114" fmla="*/ 2147483647 w 300"/>
                  <a:gd name="T115" fmla="*/ 2147483647 h 336"/>
                  <a:gd name="T116" fmla="*/ 2147483647 w 300"/>
                  <a:gd name="T117" fmla="*/ 2147483647 h 336"/>
                  <a:gd name="T118" fmla="*/ 2147483647 w 300"/>
                  <a:gd name="T119" fmla="*/ 2147483647 h 336"/>
                  <a:gd name="T120" fmla="*/ 2147483647 w 300"/>
                  <a:gd name="T121" fmla="*/ 2147483647 h 3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36"/>
                  <a:gd name="T185" fmla="*/ 300 w 300"/>
                  <a:gd name="T186" fmla="*/ 336 h 3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36">
                    <a:moveTo>
                      <a:pt x="288" y="156"/>
                    </a:moveTo>
                    <a:lnTo>
                      <a:pt x="270" y="168"/>
                    </a:lnTo>
                    <a:lnTo>
                      <a:pt x="258" y="162"/>
                    </a:lnTo>
                    <a:lnTo>
                      <a:pt x="228" y="162"/>
                    </a:lnTo>
                    <a:lnTo>
                      <a:pt x="252" y="6"/>
                    </a:lnTo>
                    <a:lnTo>
                      <a:pt x="120" y="0"/>
                    </a:lnTo>
                    <a:lnTo>
                      <a:pt x="120" y="12"/>
                    </a:lnTo>
                    <a:lnTo>
                      <a:pt x="126" y="24"/>
                    </a:lnTo>
                    <a:lnTo>
                      <a:pt x="126" y="48"/>
                    </a:lnTo>
                    <a:lnTo>
                      <a:pt x="120" y="48"/>
                    </a:lnTo>
                    <a:lnTo>
                      <a:pt x="108" y="54"/>
                    </a:lnTo>
                    <a:lnTo>
                      <a:pt x="84" y="54"/>
                    </a:lnTo>
                    <a:lnTo>
                      <a:pt x="96" y="60"/>
                    </a:lnTo>
                    <a:lnTo>
                      <a:pt x="96" y="66"/>
                    </a:lnTo>
                    <a:lnTo>
                      <a:pt x="102" y="78"/>
                    </a:lnTo>
                    <a:lnTo>
                      <a:pt x="108" y="84"/>
                    </a:lnTo>
                    <a:lnTo>
                      <a:pt x="114" y="84"/>
                    </a:lnTo>
                    <a:lnTo>
                      <a:pt x="126" y="90"/>
                    </a:lnTo>
                    <a:lnTo>
                      <a:pt x="132" y="90"/>
                    </a:lnTo>
                    <a:lnTo>
                      <a:pt x="138" y="114"/>
                    </a:lnTo>
                    <a:lnTo>
                      <a:pt x="156" y="114"/>
                    </a:lnTo>
                    <a:lnTo>
                      <a:pt x="156" y="126"/>
                    </a:lnTo>
                    <a:lnTo>
                      <a:pt x="150" y="132"/>
                    </a:lnTo>
                    <a:lnTo>
                      <a:pt x="144" y="132"/>
                    </a:lnTo>
                    <a:lnTo>
                      <a:pt x="144" y="150"/>
                    </a:lnTo>
                    <a:lnTo>
                      <a:pt x="54" y="144"/>
                    </a:lnTo>
                    <a:lnTo>
                      <a:pt x="24" y="192"/>
                    </a:lnTo>
                    <a:lnTo>
                      <a:pt x="24" y="264"/>
                    </a:lnTo>
                    <a:lnTo>
                      <a:pt x="18" y="270"/>
                    </a:lnTo>
                    <a:lnTo>
                      <a:pt x="0" y="270"/>
                    </a:lnTo>
                    <a:lnTo>
                      <a:pt x="6" y="282"/>
                    </a:lnTo>
                    <a:lnTo>
                      <a:pt x="12" y="288"/>
                    </a:lnTo>
                    <a:lnTo>
                      <a:pt x="24" y="288"/>
                    </a:lnTo>
                    <a:lnTo>
                      <a:pt x="42" y="300"/>
                    </a:lnTo>
                    <a:lnTo>
                      <a:pt x="60" y="318"/>
                    </a:lnTo>
                    <a:lnTo>
                      <a:pt x="72" y="324"/>
                    </a:lnTo>
                    <a:lnTo>
                      <a:pt x="120" y="324"/>
                    </a:lnTo>
                    <a:lnTo>
                      <a:pt x="126" y="330"/>
                    </a:lnTo>
                    <a:lnTo>
                      <a:pt x="132" y="330"/>
                    </a:lnTo>
                    <a:lnTo>
                      <a:pt x="138" y="336"/>
                    </a:lnTo>
                    <a:lnTo>
                      <a:pt x="150" y="324"/>
                    </a:lnTo>
                    <a:lnTo>
                      <a:pt x="162" y="318"/>
                    </a:lnTo>
                    <a:lnTo>
                      <a:pt x="168" y="312"/>
                    </a:lnTo>
                    <a:lnTo>
                      <a:pt x="174" y="312"/>
                    </a:lnTo>
                    <a:lnTo>
                      <a:pt x="180" y="300"/>
                    </a:lnTo>
                    <a:lnTo>
                      <a:pt x="186" y="294"/>
                    </a:lnTo>
                    <a:lnTo>
                      <a:pt x="186" y="282"/>
                    </a:lnTo>
                    <a:lnTo>
                      <a:pt x="204" y="282"/>
                    </a:lnTo>
                    <a:lnTo>
                      <a:pt x="210" y="276"/>
                    </a:lnTo>
                    <a:lnTo>
                      <a:pt x="222" y="270"/>
                    </a:lnTo>
                    <a:lnTo>
                      <a:pt x="222" y="264"/>
                    </a:lnTo>
                    <a:lnTo>
                      <a:pt x="228" y="252"/>
                    </a:lnTo>
                    <a:lnTo>
                      <a:pt x="228" y="234"/>
                    </a:lnTo>
                    <a:lnTo>
                      <a:pt x="234" y="222"/>
                    </a:lnTo>
                    <a:lnTo>
                      <a:pt x="246" y="216"/>
                    </a:lnTo>
                    <a:lnTo>
                      <a:pt x="258" y="204"/>
                    </a:lnTo>
                    <a:lnTo>
                      <a:pt x="270" y="198"/>
                    </a:lnTo>
                    <a:lnTo>
                      <a:pt x="282" y="186"/>
                    </a:lnTo>
                    <a:lnTo>
                      <a:pt x="294" y="180"/>
                    </a:lnTo>
                    <a:lnTo>
                      <a:pt x="300" y="168"/>
                    </a:lnTo>
                    <a:lnTo>
                      <a:pt x="288" y="15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49" name="Greenland" descr="© INSCALE GmbH, 05.05.2010&#10;http://www.presentationload.com/">
                <a:extLst>
                  <a:ext uri="{FF2B5EF4-FFF2-40B4-BE49-F238E27FC236}">
                    <a16:creationId xmlns:a16="http://schemas.microsoft.com/office/drawing/2014/main" id="{F1E3F130-817E-F249-8DB1-7E5EDEA28717}"/>
                  </a:ext>
                </a:extLst>
              </p:cNvPr>
              <p:cNvSpPr>
                <a:spLocks noEditPoints="1"/>
              </p:cNvSpPr>
              <p:nvPr/>
            </p:nvSpPr>
            <p:spPr bwMode="gray">
              <a:xfrm>
                <a:off x="4439211" y="1498732"/>
                <a:ext cx="1178490" cy="641019"/>
              </a:xfrm>
              <a:custGeom>
                <a:avLst/>
                <a:gdLst>
                  <a:gd name="T0" fmla="*/ 2147483647 w 732"/>
                  <a:gd name="T1" fmla="*/ 2147483647 h 398"/>
                  <a:gd name="T2" fmla="*/ 2147483647 w 732"/>
                  <a:gd name="T3" fmla="*/ 2147483647 h 398"/>
                  <a:gd name="T4" fmla="*/ 2147483647 w 732"/>
                  <a:gd name="T5" fmla="*/ 2147483647 h 398"/>
                  <a:gd name="T6" fmla="*/ 2147483647 w 732"/>
                  <a:gd name="T7" fmla="*/ 2147483647 h 398"/>
                  <a:gd name="T8" fmla="*/ 2147483647 w 732"/>
                  <a:gd name="T9" fmla="*/ 2147483647 h 398"/>
                  <a:gd name="T10" fmla="*/ 2147483647 w 732"/>
                  <a:gd name="T11" fmla="*/ 2147483647 h 398"/>
                  <a:gd name="T12" fmla="*/ 2147483647 w 732"/>
                  <a:gd name="T13" fmla="*/ 2147483647 h 398"/>
                  <a:gd name="T14" fmla="*/ 2147483647 w 732"/>
                  <a:gd name="T15" fmla="*/ 2147483647 h 398"/>
                  <a:gd name="T16" fmla="*/ 2147483647 w 732"/>
                  <a:gd name="T17" fmla="*/ 2147483647 h 398"/>
                  <a:gd name="T18" fmla="*/ 2147483647 w 732"/>
                  <a:gd name="T19" fmla="*/ 2147483647 h 398"/>
                  <a:gd name="T20" fmla="*/ 2147483647 w 732"/>
                  <a:gd name="T21" fmla="*/ 2147483647 h 398"/>
                  <a:gd name="T22" fmla="*/ 2147483647 w 732"/>
                  <a:gd name="T23" fmla="*/ 2147483647 h 398"/>
                  <a:gd name="T24" fmla="*/ 2147483647 w 732"/>
                  <a:gd name="T25" fmla="*/ 2147483647 h 398"/>
                  <a:gd name="T26" fmla="*/ 2147483647 w 732"/>
                  <a:gd name="T27" fmla="*/ 2147483647 h 398"/>
                  <a:gd name="T28" fmla="*/ 2147483647 w 732"/>
                  <a:gd name="T29" fmla="*/ 2147483647 h 398"/>
                  <a:gd name="T30" fmla="*/ 2147483647 w 732"/>
                  <a:gd name="T31" fmla="*/ 2147483647 h 398"/>
                  <a:gd name="T32" fmla="*/ 2147483647 w 732"/>
                  <a:gd name="T33" fmla="*/ 2147483647 h 398"/>
                  <a:gd name="T34" fmla="*/ 2147483647 w 732"/>
                  <a:gd name="T35" fmla="*/ 2147483647 h 398"/>
                  <a:gd name="T36" fmla="*/ 2147483647 w 732"/>
                  <a:gd name="T37" fmla="*/ 2147483647 h 398"/>
                  <a:gd name="T38" fmla="*/ 2147483647 w 732"/>
                  <a:gd name="T39" fmla="*/ 2147483647 h 398"/>
                  <a:gd name="T40" fmla="*/ 2147483647 w 732"/>
                  <a:gd name="T41" fmla="*/ 2147483647 h 398"/>
                  <a:gd name="T42" fmla="*/ 2147483647 w 732"/>
                  <a:gd name="T43" fmla="*/ 2147483647 h 398"/>
                  <a:gd name="T44" fmla="*/ 2147483647 w 732"/>
                  <a:gd name="T45" fmla="*/ 2147483647 h 398"/>
                  <a:gd name="T46" fmla="*/ 2147483647 w 732"/>
                  <a:gd name="T47" fmla="*/ 2147483647 h 398"/>
                  <a:gd name="T48" fmla="*/ 2147483647 w 732"/>
                  <a:gd name="T49" fmla="*/ 2147483647 h 398"/>
                  <a:gd name="T50" fmla="*/ 2147483647 w 732"/>
                  <a:gd name="T51" fmla="*/ 2147483647 h 398"/>
                  <a:gd name="T52" fmla="*/ 2147483647 w 732"/>
                  <a:gd name="T53" fmla="*/ 2147483647 h 398"/>
                  <a:gd name="T54" fmla="*/ 2147483647 w 732"/>
                  <a:gd name="T55" fmla="*/ 2147483647 h 398"/>
                  <a:gd name="T56" fmla="*/ 2147483647 w 732"/>
                  <a:gd name="T57" fmla="*/ 2147483647 h 398"/>
                  <a:gd name="T58" fmla="*/ 2147483647 w 732"/>
                  <a:gd name="T59" fmla="*/ 2147483647 h 398"/>
                  <a:gd name="T60" fmla="*/ 2147483647 w 732"/>
                  <a:gd name="T61" fmla="*/ 2147483647 h 398"/>
                  <a:gd name="T62" fmla="*/ 2147483647 w 732"/>
                  <a:gd name="T63" fmla="*/ 2147483647 h 398"/>
                  <a:gd name="T64" fmla="*/ 2147483647 w 732"/>
                  <a:gd name="T65" fmla="*/ 2147483647 h 398"/>
                  <a:gd name="T66" fmla="*/ 2147483647 w 732"/>
                  <a:gd name="T67" fmla="*/ 2147483647 h 398"/>
                  <a:gd name="T68" fmla="*/ 2147483647 w 732"/>
                  <a:gd name="T69" fmla="*/ 2147483647 h 398"/>
                  <a:gd name="T70" fmla="*/ 2147483647 w 732"/>
                  <a:gd name="T71" fmla="*/ 2147483647 h 398"/>
                  <a:gd name="T72" fmla="*/ 2147483647 w 732"/>
                  <a:gd name="T73" fmla="*/ 2147483647 h 398"/>
                  <a:gd name="T74" fmla="*/ 2147483647 w 732"/>
                  <a:gd name="T75" fmla="*/ 2147483647 h 398"/>
                  <a:gd name="T76" fmla="*/ 2147483647 w 732"/>
                  <a:gd name="T77" fmla="*/ 2147483647 h 398"/>
                  <a:gd name="T78" fmla="*/ 2147483647 w 732"/>
                  <a:gd name="T79" fmla="*/ 2147483647 h 398"/>
                  <a:gd name="T80" fmla="*/ 2147483647 w 732"/>
                  <a:gd name="T81" fmla="*/ 2147483647 h 398"/>
                  <a:gd name="T82" fmla="*/ 2147483647 w 732"/>
                  <a:gd name="T83" fmla="*/ 2147483647 h 398"/>
                  <a:gd name="T84" fmla="*/ 2147483647 w 732"/>
                  <a:gd name="T85" fmla="*/ 2147483647 h 398"/>
                  <a:gd name="T86" fmla="*/ 2147483647 w 732"/>
                  <a:gd name="T87" fmla="*/ 2147483647 h 398"/>
                  <a:gd name="T88" fmla="*/ 2147483647 w 732"/>
                  <a:gd name="T89" fmla="*/ 2147483647 h 398"/>
                  <a:gd name="T90" fmla="*/ 2147483647 w 732"/>
                  <a:gd name="T91" fmla="*/ 2147483647 h 398"/>
                  <a:gd name="T92" fmla="*/ 2147483647 w 732"/>
                  <a:gd name="T93" fmla="*/ 2147483647 h 398"/>
                  <a:gd name="T94" fmla="*/ 2147483647 w 732"/>
                  <a:gd name="T95" fmla="*/ 2147483647 h 398"/>
                  <a:gd name="T96" fmla="*/ 2147483647 w 732"/>
                  <a:gd name="T97" fmla="*/ 2147483647 h 398"/>
                  <a:gd name="T98" fmla="*/ 2147483647 w 732"/>
                  <a:gd name="T99" fmla="*/ 2147483647 h 398"/>
                  <a:gd name="T100" fmla="*/ 2147483647 w 732"/>
                  <a:gd name="T101" fmla="*/ 2147483647 h 398"/>
                  <a:gd name="T102" fmla="*/ 2147483647 w 732"/>
                  <a:gd name="T103" fmla="*/ 2147483647 h 398"/>
                  <a:gd name="T104" fmla="*/ 2147483647 w 732"/>
                  <a:gd name="T105" fmla="*/ 2147483647 h 398"/>
                  <a:gd name="T106" fmla="*/ 2147483647 w 732"/>
                  <a:gd name="T107" fmla="*/ 2147483647 h 398"/>
                  <a:gd name="T108" fmla="*/ 2147483647 w 732"/>
                  <a:gd name="T109" fmla="*/ 2147483647 h 398"/>
                  <a:gd name="T110" fmla="*/ 2147483647 w 732"/>
                  <a:gd name="T111" fmla="*/ 2147483647 h 398"/>
                  <a:gd name="T112" fmla="*/ 2147483647 w 732"/>
                  <a:gd name="T113" fmla="*/ 2147483647 h 398"/>
                  <a:gd name="T114" fmla="*/ 2147483647 w 732"/>
                  <a:gd name="T115" fmla="*/ 2147483647 h 398"/>
                  <a:gd name="T116" fmla="*/ 2147483647 w 732"/>
                  <a:gd name="T117" fmla="*/ 2147483647 h 398"/>
                  <a:gd name="T118" fmla="*/ 2147483647 w 732"/>
                  <a:gd name="T119" fmla="*/ 2147483647 h 398"/>
                  <a:gd name="T120" fmla="*/ 2147483647 w 732"/>
                  <a:gd name="T121" fmla="*/ 2147483647 h 398"/>
                  <a:gd name="T122" fmla="*/ 2147483647 w 732"/>
                  <a:gd name="T123" fmla="*/ 2147483647 h 3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32"/>
                  <a:gd name="T187" fmla="*/ 0 h 398"/>
                  <a:gd name="T188" fmla="*/ 732 w 732"/>
                  <a:gd name="T189" fmla="*/ 398 h 3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32" h="398">
                    <a:moveTo>
                      <a:pt x="730" y="24"/>
                    </a:moveTo>
                    <a:lnTo>
                      <a:pt x="728" y="24"/>
                    </a:lnTo>
                    <a:lnTo>
                      <a:pt x="723" y="24"/>
                    </a:lnTo>
                    <a:lnTo>
                      <a:pt x="718" y="22"/>
                    </a:lnTo>
                    <a:lnTo>
                      <a:pt x="678" y="22"/>
                    </a:lnTo>
                    <a:lnTo>
                      <a:pt x="678" y="24"/>
                    </a:lnTo>
                    <a:lnTo>
                      <a:pt x="670" y="26"/>
                    </a:lnTo>
                    <a:lnTo>
                      <a:pt x="659" y="26"/>
                    </a:lnTo>
                    <a:lnTo>
                      <a:pt x="651" y="24"/>
                    </a:lnTo>
                    <a:lnTo>
                      <a:pt x="637" y="24"/>
                    </a:lnTo>
                    <a:lnTo>
                      <a:pt x="623" y="29"/>
                    </a:lnTo>
                    <a:lnTo>
                      <a:pt x="616" y="34"/>
                    </a:lnTo>
                    <a:lnTo>
                      <a:pt x="611" y="34"/>
                    </a:lnTo>
                    <a:lnTo>
                      <a:pt x="606" y="34"/>
                    </a:lnTo>
                    <a:lnTo>
                      <a:pt x="604" y="36"/>
                    </a:lnTo>
                    <a:lnTo>
                      <a:pt x="602" y="36"/>
                    </a:lnTo>
                    <a:lnTo>
                      <a:pt x="597" y="38"/>
                    </a:lnTo>
                    <a:lnTo>
                      <a:pt x="592" y="38"/>
                    </a:lnTo>
                    <a:lnTo>
                      <a:pt x="599" y="34"/>
                    </a:lnTo>
                    <a:lnTo>
                      <a:pt x="609" y="31"/>
                    </a:lnTo>
                    <a:lnTo>
                      <a:pt x="621" y="26"/>
                    </a:lnTo>
                    <a:lnTo>
                      <a:pt x="623" y="24"/>
                    </a:lnTo>
                    <a:lnTo>
                      <a:pt x="618" y="19"/>
                    </a:lnTo>
                    <a:lnTo>
                      <a:pt x="606" y="19"/>
                    </a:lnTo>
                    <a:lnTo>
                      <a:pt x="604" y="22"/>
                    </a:lnTo>
                    <a:lnTo>
                      <a:pt x="602" y="22"/>
                    </a:lnTo>
                    <a:lnTo>
                      <a:pt x="597" y="24"/>
                    </a:lnTo>
                    <a:lnTo>
                      <a:pt x="594" y="24"/>
                    </a:lnTo>
                    <a:lnTo>
                      <a:pt x="566" y="26"/>
                    </a:lnTo>
                    <a:lnTo>
                      <a:pt x="566" y="29"/>
                    </a:lnTo>
                    <a:lnTo>
                      <a:pt x="563" y="29"/>
                    </a:lnTo>
                    <a:lnTo>
                      <a:pt x="566" y="26"/>
                    </a:lnTo>
                    <a:lnTo>
                      <a:pt x="568" y="26"/>
                    </a:lnTo>
                    <a:lnTo>
                      <a:pt x="573" y="26"/>
                    </a:lnTo>
                    <a:lnTo>
                      <a:pt x="578" y="24"/>
                    </a:lnTo>
                    <a:lnTo>
                      <a:pt x="580" y="24"/>
                    </a:lnTo>
                    <a:lnTo>
                      <a:pt x="582" y="24"/>
                    </a:lnTo>
                    <a:lnTo>
                      <a:pt x="585" y="22"/>
                    </a:lnTo>
                    <a:lnTo>
                      <a:pt x="578" y="19"/>
                    </a:lnTo>
                    <a:lnTo>
                      <a:pt x="552" y="19"/>
                    </a:lnTo>
                    <a:lnTo>
                      <a:pt x="542" y="22"/>
                    </a:lnTo>
                    <a:lnTo>
                      <a:pt x="525" y="19"/>
                    </a:lnTo>
                    <a:lnTo>
                      <a:pt x="523" y="19"/>
                    </a:lnTo>
                    <a:lnTo>
                      <a:pt x="523" y="22"/>
                    </a:lnTo>
                    <a:lnTo>
                      <a:pt x="518" y="22"/>
                    </a:lnTo>
                    <a:lnTo>
                      <a:pt x="514" y="24"/>
                    </a:lnTo>
                    <a:lnTo>
                      <a:pt x="511" y="24"/>
                    </a:lnTo>
                    <a:lnTo>
                      <a:pt x="509" y="24"/>
                    </a:lnTo>
                    <a:lnTo>
                      <a:pt x="506" y="24"/>
                    </a:lnTo>
                    <a:lnTo>
                      <a:pt x="509" y="22"/>
                    </a:lnTo>
                    <a:lnTo>
                      <a:pt x="518" y="19"/>
                    </a:lnTo>
                    <a:lnTo>
                      <a:pt x="530" y="19"/>
                    </a:lnTo>
                    <a:lnTo>
                      <a:pt x="563" y="19"/>
                    </a:lnTo>
                    <a:lnTo>
                      <a:pt x="580" y="17"/>
                    </a:lnTo>
                    <a:lnTo>
                      <a:pt x="625" y="17"/>
                    </a:lnTo>
                    <a:lnTo>
                      <a:pt x="632" y="14"/>
                    </a:lnTo>
                    <a:lnTo>
                      <a:pt x="628" y="12"/>
                    </a:lnTo>
                    <a:lnTo>
                      <a:pt x="618" y="10"/>
                    </a:lnTo>
                    <a:lnTo>
                      <a:pt x="592" y="10"/>
                    </a:lnTo>
                    <a:lnTo>
                      <a:pt x="594" y="10"/>
                    </a:lnTo>
                    <a:lnTo>
                      <a:pt x="597" y="7"/>
                    </a:lnTo>
                    <a:lnTo>
                      <a:pt x="594" y="5"/>
                    </a:lnTo>
                    <a:lnTo>
                      <a:pt x="585" y="5"/>
                    </a:lnTo>
                    <a:lnTo>
                      <a:pt x="582" y="7"/>
                    </a:lnTo>
                    <a:lnTo>
                      <a:pt x="568" y="7"/>
                    </a:lnTo>
                    <a:lnTo>
                      <a:pt x="566" y="5"/>
                    </a:lnTo>
                    <a:lnTo>
                      <a:pt x="571" y="5"/>
                    </a:lnTo>
                    <a:lnTo>
                      <a:pt x="573" y="5"/>
                    </a:lnTo>
                    <a:lnTo>
                      <a:pt x="578" y="5"/>
                    </a:lnTo>
                    <a:lnTo>
                      <a:pt x="578" y="2"/>
                    </a:lnTo>
                    <a:lnTo>
                      <a:pt x="575" y="2"/>
                    </a:lnTo>
                    <a:lnTo>
                      <a:pt x="571" y="0"/>
                    </a:lnTo>
                    <a:lnTo>
                      <a:pt x="537" y="0"/>
                    </a:lnTo>
                    <a:lnTo>
                      <a:pt x="528" y="2"/>
                    </a:lnTo>
                    <a:lnTo>
                      <a:pt x="518" y="2"/>
                    </a:lnTo>
                    <a:lnTo>
                      <a:pt x="509" y="0"/>
                    </a:lnTo>
                    <a:lnTo>
                      <a:pt x="483" y="0"/>
                    </a:lnTo>
                    <a:lnTo>
                      <a:pt x="478" y="2"/>
                    </a:lnTo>
                    <a:lnTo>
                      <a:pt x="454" y="2"/>
                    </a:lnTo>
                    <a:lnTo>
                      <a:pt x="452" y="0"/>
                    </a:lnTo>
                    <a:lnTo>
                      <a:pt x="447" y="0"/>
                    </a:lnTo>
                    <a:lnTo>
                      <a:pt x="445" y="2"/>
                    </a:lnTo>
                    <a:lnTo>
                      <a:pt x="442" y="2"/>
                    </a:lnTo>
                    <a:lnTo>
                      <a:pt x="442" y="5"/>
                    </a:lnTo>
                    <a:lnTo>
                      <a:pt x="445" y="5"/>
                    </a:lnTo>
                    <a:lnTo>
                      <a:pt x="447" y="5"/>
                    </a:lnTo>
                    <a:lnTo>
                      <a:pt x="442" y="7"/>
                    </a:lnTo>
                    <a:lnTo>
                      <a:pt x="428" y="7"/>
                    </a:lnTo>
                    <a:lnTo>
                      <a:pt x="409" y="5"/>
                    </a:lnTo>
                    <a:lnTo>
                      <a:pt x="378" y="5"/>
                    </a:lnTo>
                    <a:lnTo>
                      <a:pt x="373" y="5"/>
                    </a:lnTo>
                    <a:lnTo>
                      <a:pt x="371" y="5"/>
                    </a:lnTo>
                    <a:lnTo>
                      <a:pt x="368" y="7"/>
                    </a:lnTo>
                    <a:lnTo>
                      <a:pt x="366" y="7"/>
                    </a:lnTo>
                    <a:lnTo>
                      <a:pt x="366" y="10"/>
                    </a:lnTo>
                    <a:lnTo>
                      <a:pt x="368" y="10"/>
                    </a:lnTo>
                    <a:lnTo>
                      <a:pt x="378" y="10"/>
                    </a:lnTo>
                    <a:lnTo>
                      <a:pt x="387" y="10"/>
                    </a:lnTo>
                    <a:lnTo>
                      <a:pt x="399" y="12"/>
                    </a:lnTo>
                    <a:lnTo>
                      <a:pt x="404" y="12"/>
                    </a:lnTo>
                    <a:lnTo>
                      <a:pt x="426" y="14"/>
                    </a:lnTo>
                    <a:lnTo>
                      <a:pt x="399" y="14"/>
                    </a:lnTo>
                    <a:lnTo>
                      <a:pt x="395" y="14"/>
                    </a:lnTo>
                    <a:lnTo>
                      <a:pt x="392" y="14"/>
                    </a:lnTo>
                    <a:lnTo>
                      <a:pt x="387" y="12"/>
                    </a:lnTo>
                    <a:lnTo>
                      <a:pt x="378" y="12"/>
                    </a:lnTo>
                    <a:lnTo>
                      <a:pt x="380" y="14"/>
                    </a:lnTo>
                    <a:lnTo>
                      <a:pt x="383" y="14"/>
                    </a:lnTo>
                    <a:lnTo>
                      <a:pt x="385" y="14"/>
                    </a:lnTo>
                    <a:lnTo>
                      <a:pt x="376" y="14"/>
                    </a:lnTo>
                    <a:lnTo>
                      <a:pt x="373" y="17"/>
                    </a:lnTo>
                    <a:lnTo>
                      <a:pt x="373" y="19"/>
                    </a:lnTo>
                    <a:lnTo>
                      <a:pt x="371" y="22"/>
                    </a:lnTo>
                    <a:lnTo>
                      <a:pt x="371" y="24"/>
                    </a:lnTo>
                    <a:lnTo>
                      <a:pt x="368" y="24"/>
                    </a:lnTo>
                    <a:lnTo>
                      <a:pt x="366" y="24"/>
                    </a:lnTo>
                    <a:lnTo>
                      <a:pt x="364" y="24"/>
                    </a:lnTo>
                    <a:lnTo>
                      <a:pt x="359" y="24"/>
                    </a:lnTo>
                    <a:lnTo>
                      <a:pt x="357" y="22"/>
                    </a:lnTo>
                    <a:lnTo>
                      <a:pt x="345" y="19"/>
                    </a:lnTo>
                    <a:lnTo>
                      <a:pt x="330" y="14"/>
                    </a:lnTo>
                    <a:lnTo>
                      <a:pt x="309" y="14"/>
                    </a:lnTo>
                    <a:lnTo>
                      <a:pt x="309" y="24"/>
                    </a:lnTo>
                    <a:lnTo>
                      <a:pt x="297" y="24"/>
                    </a:lnTo>
                    <a:lnTo>
                      <a:pt x="292" y="22"/>
                    </a:lnTo>
                    <a:lnTo>
                      <a:pt x="288" y="22"/>
                    </a:lnTo>
                    <a:lnTo>
                      <a:pt x="285" y="19"/>
                    </a:lnTo>
                    <a:lnTo>
                      <a:pt x="278" y="19"/>
                    </a:lnTo>
                    <a:lnTo>
                      <a:pt x="273" y="22"/>
                    </a:lnTo>
                    <a:lnTo>
                      <a:pt x="273" y="24"/>
                    </a:lnTo>
                    <a:lnTo>
                      <a:pt x="269" y="24"/>
                    </a:lnTo>
                    <a:lnTo>
                      <a:pt x="271" y="19"/>
                    </a:lnTo>
                    <a:lnTo>
                      <a:pt x="269" y="17"/>
                    </a:lnTo>
                    <a:lnTo>
                      <a:pt x="238" y="17"/>
                    </a:lnTo>
                    <a:lnTo>
                      <a:pt x="228" y="19"/>
                    </a:lnTo>
                    <a:lnTo>
                      <a:pt x="209" y="19"/>
                    </a:lnTo>
                    <a:lnTo>
                      <a:pt x="214" y="22"/>
                    </a:lnTo>
                    <a:lnTo>
                      <a:pt x="223" y="26"/>
                    </a:lnTo>
                    <a:lnTo>
                      <a:pt x="226" y="29"/>
                    </a:lnTo>
                    <a:lnTo>
                      <a:pt x="223" y="29"/>
                    </a:lnTo>
                    <a:lnTo>
                      <a:pt x="223" y="26"/>
                    </a:lnTo>
                    <a:lnTo>
                      <a:pt x="214" y="24"/>
                    </a:lnTo>
                    <a:lnTo>
                      <a:pt x="207" y="24"/>
                    </a:lnTo>
                    <a:lnTo>
                      <a:pt x="202" y="22"/>
                    </a:lnTo>
                    <a:lnTo>
                      <a:pt x="197" y="22"/>
                    </a:lnTo>
                    <a:lnTo>
                      <a:pt x="192" y="19"/>
                    </a:lnTo>
                    <a:lnTo>
                      <a:pt x="190" y="19"/>
                    </a:lnTo>
                    <a:lnTo>
                      <a:pt x="188" y="22"/>
                    </a:lnTo>
                    <a:lnTo>
                      <a:pt x="185" y="24"/>
                    </a:lnTo>
                    <a:lnTo>
                      <a:pt x="183" y="26"/>
                    </a:lnTo>
                    <a:lnTo>
                      <a:pt x="178" y="29"/>
                    </a:lnTo>
                    <a:lnTo>
                      <a:pt x="176" y="29"/>
                    </a:lnTo>
                    <a:lnTo>
                      <a:pt x="171" y="31"/>
                    </a:lnTo>
                    <a:lnTo>
                      <a:pt x="150" y="31"/>
                    </a:lnTo>
                    <a:lnTo>
                      <a:pt x="143" y="34"/>
                    </a:lnTo>
                    <a:lnTo>
                      <a:pt x="133" y="36"/>
                    </a:lnTo>
                    <a:lnTo>
                      <a:pt x="124" y="38"/>
                    </a:lnTo>
                    <a:lnTo>
                      <a:pt x="119" y="38"/>
                    </a:lnTo>
                    <a:lnTo>
                      <a:pt x="102" y="41"/>
                    </a:lnTo>
                    <a:lnTo>
                      <a:pt x="97" y="43"/>
                    </a:lnTo>
                    <a:lnTo>
                      <a:pt x="100" y="46"/>
                    </a:lnTo>
                    <a:lnTo>
                      <a:pt x="105" y="48"/>
                    </a:lnTo>
                    <a:lnTo>
                      <a:pt x="126" y="48"/>
                    </a:lnTo>
                    <a:lnTo>
                      <a:pt x="116" y="50"/>
                    </a:lnTo>
                    <a:lnTo>
                      <a:pt x="112" y="55"/>
                    </a:lnTo>
                    <a:lnTo>
                      <a:pt x="109" y="55"/>
                    </a:lnTo>
                    <a:lnTo>
                      <a:pt x="93" y="60"/>
                    </a:lnTo>
                    <a:lnTo>
                      <a:pt x="88" y="60"/>
                    </a:lnTo>
                    <a:lnTo>
                      <a:pt x="66" y="60"/>
                    </a:lnTo>
                    <a:lnTo>
                      <a:pt x="57" y="62"/>
                    </a:lnTo>
                    <a:lnTo>
                      <a:pt x="47" y="65"/>
                    </a:lnTo>
                    <a:lnTo>
                      <a:pt x="45" y="67"/>
                    </a:lnTo>
                    <a:lnTo>
                      <a:pt x="40" y="67"/>
                    </a:lnTo>
                    <a:lnTo>
                      <a:pt x="38" y="65"/>
                    </a:lnTo>
                    <a:lnTo>
                      <a:pt x="31" y="70"/>
                    </a:lnTo>
                    <a:lnTo>
                      <a:pt x="9" y="70"/>
                    </a:lnTo>
                    <a:lnTo>
                      <a:pt x="7" y="70"/>
                    </a:lnTo>
                    <a:lnTo>
                      <a:pt x="2" y="70"/>
                    </a:lnTo>
                    <a:lnTo>
                      <a:pt x="0" y="74"/>
                    </a:lnTo>
                    <a:lnTo>
                      <a:pt x="2" y="74"/>
                    </a:lnTo>
                    <a:lnTo>
                      <a:pt x="9" y="79"/>
                    </a:lnTo>
                    <a:lnTo>
                      <a:pt x="12" y="82"/>
                    </a:lnTo>
                    <a:lnTo>
                      <a:pt x="14" y="84"/>
                    </a:lnTo>
                    <a:lnTo>
                      <a:pt x="24" y="79"/>
                    </a:lnTo>
                    <a:lnTo>
                      <a:pt x="24" y="84"/>
                    </a:lnTo>
                    <a:lnTo>
                      <a:pt x="28" y="86"/>
                    </a:lnTo>
                    <a:lnTo>
                      <a:pt x="33" y="86"/>
                    </a:lnTo>
                    <a:lnTo>
                      <a:pt x="36" y="84"/>
                    </a:lnTo>
                    <a:lnTo>
                      <a:pt x="38" y="84"/>
                    </a:lnTo>
                    <a:lnTo>
                      <a:pt x="40" y="82"/>
                    </a:lnTo>
                    <a:lnTo>
                      <a:pt x="40" y="84"/>
                    </a:lnTo>
                    <a:lnTo>
                      <a:pt x="43" y="86"/>
                    </a:lnTo>
                    <a:lnTo>
                      <a:pt x="45" y="86"/>
                    </a:lnTo>
                    <a:lnTo>
                      <a:pt x="47" y="84"/>
                    </a:lnTo>
                    <a:lnTo>
                      <a:pt x="52" y="84"/>
                    </a:lnTo>
                    <a:lnTo>
                      <a:pt x="57" y="84"/>
                    </a:lnTo>
                    <a:lnTo>
                      <a:pt x="59" y="82"/>
                    </a:lnTo>
                    <a:lnTo>
                      <a:pt x="64" y="82"/>
                    </a:lnTo>
                    <a:lnTo>
                      <a:pt x="64" y="84"/>
                    </a:lnTo>
                    <a:lnTo>
                      <a:pt x="64" y="86"/>
                    </a:lnTo>
                    <a:lnTo>
                      <a:pt x="62" y="86"/>
                    </a:lnTo>
                    <a:lnTo>
                      <a:pt x="57" y="91"/>
                    </a:lnTo>
                    <a:lnTo>
                      <a:pt x="55" y="91"/>
                    </a:lnTo>
                    <a:lnTo>
                      <a:pt x="52" y="89"/>
                    </a:lnTo>
                    <a:lnTo>
                      <a:pt x="40" y="89"/>
                    </a:lnTo>
                    <a:lnTo>
                      <a:pt x="36" y="91"/>
                    </a:lnTo>
                    <a:lnTo>
                      <a:pt x="33" y="91"/>
                    </a:lnTo>
                    <a:lnTo>
                      <a:pt x="21" y="89"/>
                    </a:lnTo>
                    <a:lnTo>
                      <a:pt x="19" y="89"/>
                    </a:lnTo>
                    <a:lnTo>
                      <a:pt x="14" y="86"/>
                    </a:lnTo>
                    <a:lnTo>
                      <a:pt x="7" y="86"/>
                    </a:lnTo>
                    <a:lnTo>
                      <a:pt x="2" y="89"/>
                    </a:lnTo>
                    <a:lnTo>
                      <a:pt x="2" y="93"/>
                    </a:lnTo>
                    <a:lnTo>
                      <a:pt x="2" y="96"/>
                    </a:lnTo>
                    <a:lnTo>
                      <a:pt x="7" y="98"/>
                    </a:lnTo>
                    <a:lnTo>
                      <a:pt x="19" y="98"/>
                    </a:lnTo>
                    <a:lnTo>
                      <a:pt x="17" y="101"/>
                    </a:lnTo>
                    <a:lnTo>
                      <a:pt x="14" y="101"/>
                    </a:lnTo>
                    <a:lnTo>
                      <a:pt x="9" y="101"/>
                    </a:lnTo>
                    <a:lnTo>
                      <a:pt x="12" y="103"/>
                    </a:lnTo>
                    <a:lnTo>
                      <a:pt x="19" y="105"/>
                    </a:lnTo>
                    <a:lnTo>
                      <a:pt x="21" y="105"/>
                    </a:lnTo>
                    <a:lnTo>
                      <a:pt x="24" y="108"/>
                    </a:lnTo>
                    <a:lnTo>
                      <a:pt x="33" y="108"/>
                    </a:lnTo>
                    <a:lnTo>
                      <a:pt x="33" y="105"/>
                    </a:lnTo>
                    <a:lnTo>
                      <a:pt x="36" y="105"/>
                    </a:lnTo>
                    <a:lnTo>
                      <a:pt x="38" y="105"/>
                    </a:lnTo>
                    <a:lnTo>
                      <a:pt x="43" y="108"/>
                    </a:lnTo>
                    <a:lnTo>
                      <a:pt x="52" y="105"/>
                    </a:lnTo>
                    <a:lnTo>
                      <a:pt x="52" y="108"/>
                    </a:lnTo>
                    <a:lnTo>
                      <a:pt x="57" y="108"/>
                    </a:lnTo>
                    <a:lnTo>
                      <a:pt x="62" y="105"/>
                    </a:lnTo>
                    <a:lnTo>
                      <a:pt x="64" y="105"/>
                    </a:lnTo>
                    <a:lnTo>
                      <a:pt x="69" y="103"/>
                    </a:lnTo>
                    <a:lnTo>
                      <a:pt x="76" y="105"/>
                    </a:lnTo>
                    <a:lnTo>
                      <a:pt x="81" y="105"/>
                    </a:lnTo>
                    <a:lnTo>
                      <a:pt x="83" y="105"/>
                    </a:lnTo>
                    <a:lnTo>
                      <a:pt x="85" y="103"/>
                    </a:lnTo>
                    <a:lnTo>
                      <a:pt x="88" y="103"/>
                    </a:lnTo>
                    <a:lnTo>
                      <a:pt x="93" y="105"/>
                    </a:lnTo>
                    <a:lnTo>
                      <a:pt x="97" y="105"/>
                    </a:lnTo>
                    <a:lnTo>
                      <a:pt x="112" y="105"/>
                    </a:lnTo>
                    <a:lnTo>
                      <a:pt x="121" y="110"/>
                    </a:lnTo>
                    <a:lnTo>
                      <a:pt x="124" y="110"/>
                    </a:lnTo>
                    <a:lnTo>
                      <a:pt x="128" y="115"/>
                    </a:lnTo>
                    <a:lnTo>
                      <a:pt x="135" y="115"/>
                    </a:lnTo>
                    <a:lnTo>
                      <a:pt x="133" y="117"/>
                    </a:lnTo>
                    <a:lnTo>
                      <a:pt x="133" y="120"/>
                    </a:lnTo>
                    <a:lnTo>
                      <a:pt x="133" y="125"/>
                    </a:lnTo>
                    <a:lnTo>
                      <a:pt x="138" y="125"/>
                    </a:lnTo>
                    <a:lnTo>
                      <a:pt x="140" y="125"/>
                    </a:lnTo>
                    <a:lnTo>
                      <a:pt x="145" y="127"/>
                    </a:lnTo>
                    <a:lnTo>
                      <a:pt x="147" y="129"/>
                    </a:lnTo>
                    <a:lnTo>
                      <a:pt x="143" y="134"/>
                    </a:lnTo>
                    <a:lnTo>
                      <a:pt x="145" y="141"/>
                    </a:lnTo>
                    <a:lnTo>
                      <a:pt x="152" y="144"/>
                    </a:lnTo>
                    <a:lnTo>
                      <a:pt x="145" y="149"/>
                    </a:lnTo>
                    <a:lnTo>
                      <a:pt x="150" y="151"/>
                    </a:lnTo>
                    <a:lnTo>
                      <a:pt x="147" y="151"/>
                    </a:lnTo>
                    <a:lnTo>
                      <a:pt x="145" y="153"/>
                    </a:lnTo>
                    <a:lnTo>
                      <a:pt x="145" y="156"/>
                    </a:lnTo>
                    <a:lnTo>
                      <a:pt x="150" y="161"/>
                    </a:lnTo>
                    <a:lnTo>
                      <a:pt x="152" y="161"/>
                    </a:lnTo>
                    <a:lnTo>
                      <a:pt x="152" y="163"/>
                    </a:lnTo>
                    <a:lnTo>
                      <a:pt x="147" y="165"/>
                    </a:lnTo>
                    <a:lnTo>
                      <a:pt x="145" y="168"/>
                    </a:lnTo>
                    <a:lnTo>
                      <a:pt x="143" y="168"/>
                    </a:lnTo>
                    <a:lnTo>
                      <a:pt x="147" y="170"/>
                    </a:lnTo>
                    <a:lnTo>
                      <a:pt x="143" y="170"/>
                    </a:lnTo>
                    <a:lnTo>
                      <a:pt x="140" y="170"/>
                    </a:lnTo>
                    <a:lnTo>
                      <a:pt x="138" y="170"/>
                    </a:lnTo>
                    <a:lnTo>
                      <a:pt x="133" y="173"/>
                    </a:lnTo>
                    <a:lnTo>
                      <a:pt x="131" y="173"/>
                    </a:lnTo>
                    <a:lnTo>
                      <a:pt x="131" y="175"/>
                    </a:lnTo>
                    <a:lnTo>
                      <a:pt x="143" y="175"/>
                    </a:lnTo>
                    <a:lnTo>
                      <a:pt x="138" y="180"/>
                    </a:lnTo>
                    <a:lnTo>
                      <a:pt x="126" y="180"/>
                    </a:lnTo>
                    <a:lnTo>
                      <a:pt x="124" y="180"/>
                    </a:lnTo>
                    <a:lnTo>
                      <a:pt x="124" y="182"/>
                    </a:lnTo>
                    <a:lnTo>
                      <a:pt x="133" y="189"/>
                    </a:lnTo>
                    <a:lnTo>
                      <a:pt x="138" y="189"/>
                    </a:lnTo>
                    <a:lnTo>
                      <a:pt x="145" y="184"/>
                    </a:lnTo>
                    <a:lnTo>
                      <a:pt x="147" y="184"/>
                    </a:lnTo>
                    <a:lnTo>
                      <a:pt x="152" y="184"/>
                    </a:lnTo>
                    <a:lnTo>
                      <a:pt x="154" y="182"/>
                    </a:lnTo>
                    <a:lnTo>
                      <a:pt x="157" y="182"/>
                    </a:lnTo>
                    <a:lnTo>
                      <a:pt x="157" y="180"/>
                    </a:lnTo>
                    <a:lnTo>
                      <a:pt x="157" y="175"/>
                    </a:lnTo>
                    <a:lnTo>
                      <a:pt x="159" y="173"/>
                    </a:lnTo>
                    <a:lnTo>
                      <a:pt x="159" y="180"/>
                    </a:lnTo>
                    <a:lnTo>
                      <a:pt x="166" y="175"/>
                    </a:lnTo>
                    <a:lnTo>
                      <a:pt x="164" y="177"/>
                    </a:lnTo>
                    <a:lnTo>
                      <a:pt x="164" y="180"/>
                    </a:lnTo>
                    <a:lnTo>
                      <a:pt x="166" y="180"/>
                    </a:lnTo>
                    <a:lnTo>
                      <a:pt x="169" y="182"/>
                    </a:lnTo>
                    <a:lnTo>
                      <a:pt x="176" y="182"/>
                    </a:lnTo>
                    <a:lnTo>
                      <a:pt x="171" y="187"/>
                    </a:lnTo>
                    <a:lnTo>
                      <a:pt x="171" y="189"/>
                    </a:lnTo>
                    <a:lnTo>
                      <a:pt x="173" y="192"/>
                    </a:lnTo>
                    <a:lnTo>
                      <a:pt x="176" y="194"/>
                    </a:lnTo>
                    <a:lnTo>
                      <a:pt x="178" y="196"/>
                    </a:lnTo>
                    <a:lnTo>
                      <a:pt x="181" y="199"/>
                    </a:lnTo>
                    <a:lnTo>
                      <a:pt x="178" y="201"/>
                    </a:lnTo>
                    <a:lnTo>
                      <a:pt x="173" y="201"/>
                    </a:lnTo>
                    <a:lnTo>
                      <a:pt x="173" y="204"/>
                    </a:lnTo>
                    <a:lnTo>
                      <a:pt x="166" y="204"/>
                    </a:lnTo>
                    <a:lnTo>
                      <a:pt x="164" y="201"/>
                    </a:lnTo>
                    <a:lnTo>
                      <a:pt x="162" y="201"/>
                    </a:lnTo>
                    <a:lnTo>
                      <a:pt x="159" y="201"/>
                    </a:lnTo>
                    <a:lnTo>
                      <a:pt x="157" y="199"/>
                    </a:lnTo>
                    <a:lnTo>
                      <a:pt x="143" y="199"/>
                    </a:lnTo>
                    <a:lnTo>
                      <a:pt x="140" y="196"/>
                    </a:lnTo>
                    <a:lnTo>
                      <a:pt x="138" y="194"/>
                    </a:lnTo>
                    <a:lnTo>
                      <a:pt x="131" y="194"/>
                    </a:lnTo>
                    <a:lnTo>
                      <a:pt x="128" y="199"/>
                    </a:lnTo>
                    <a:lnTo>
                      <a:pt x="128" y="201"/>
                    </a:lnTo>
                    <a:lnTo>
                      <a:pt x="133" y="201"/>
                    </a:lnTo>
                    <a:lnTo>
                      <a:pt x="133" y="204"/>
                    </a:lnTo>
                    <a:lnTo>
                      <a:pt x="140" y="204"/>
                    </a:lnTo>
                    <a:lnTo>
                      <a:pt x="143" y="206"/>
                    </a:lnTo>
                    <a:lnTo>
                      <a:pt x="145" y="206"/>
                    </a:lnTo>
                    <a:lnTo>
                      <a:pt x="147" y="206"/>
                    </a:lnTo>
                    <a:lnTo>
                      <a:pt x="152" y="211"/>
                    </a:lnTo>
                    <a:lnTo>
                      <a:pt x="162" y="211"/>
                    </a:lnTo>
                    <a:lnTo>
                      <a:pt x="164" y="211"/>
                    </a:lnTo>
                    <a:lnTo>
                      <a:pt x="166" y="211"/>
                    </a:lnTo>
                    <a:lnTo>
                      <a:pt x="173" y="213"/>
                    </a:lnTo>
                    <a:lnTo>
                      <a:pt x="178" y="208"/>
                    </a:lnTo>
                    <a:lnTo>
                      <a:pt x="178" y="216"/>
                    </a:lnTo>
                    <a:lnTo>
                      <a:pt x="176" y="213"/>
                    </a:lnTo>
                    <a:lnTo>
                      <a:pt x="173" y="213"/>
                    </a:lnTo>
                    <a:lnTo>
                      <a:pt x="171" y="213"/>
                    </a:lnTo>
                    <a:lnTo>
                      <a:pt x="171" y="216"/>
                    </a:lnTo>
                    <a:lnTo>
                      <a:pt x="173" y="220"/>
                    </a:lnTo>
                    <a:lnTo>
                      <a:pt x="169" y="220"/>
                    </a:lnTo>
                    <a:lnTo>
                      <a:pt x="166" y="220"/>
                    </a:lnTo>
                    <a:lnTo>
                      <a:pt x="164" y="220"/>
                    </a:lnTo>
                    <a:lnTo>
                      <a:pt x="164" y="223"/>
                    </a:lnTo>
                    <a:lnTo>
                      <a:pt x="164" y="225"/>
                    </a:lnTo>
                    <a:lnTo>
                      <a:pt x="173" y="225"/>
                    </a:lnTo>
                    <a:lnTo>
                      <a:pt x="171" y="225"/>
                    </a:lnTo>
                    <a:lnTo>
                      <a:pt x="171" y="228"/>
                    </a:lnTo>
                    <a:lnTo>
                      <a:pt x="169" y="230"/>
                    </a:lnTo>
                    <a:lnTo>
                      <a:pt x="162" y="225"/>
                    </a:lnTo>
                    <a:lnTo>
                      <a:pt x="159" y="225"/>
                    </a:lnTo>
                    <a:lnTo>
                      <a:pt x="159" y="228"/>
                    </a:lnTo>
                    <a:lnTo>
                      <a:pt x="159" y="230"/>
                    </a:lnTo>
                    <a:lnTo>
                      <a:pt x="162" y="232"/>
                    </a:lnTo>
                    <a:lnTo>
                      <a:pt x="157" y="232"/>
                    </a:lnTo>
                    <a:lnTo>
                      <a:pt x="157" y="237"/>
                    </a:lnTo>
                    <a:lnTo>
                      <a:pt x="154" y="237"/>
                    </a:lnTo>
                    <a:lnTo>
                      <a:pt x="152" y="240"/>
                    </a:lnTo>
                    <a:lnTo>
                      <a:pt x="152" y="242"/>
                    </a:lnTo>
                    <a:lnTo>
                      <a:pt x="157" y="247"/>
                    </a:lnTo>
                    <a:lnTo>
                      <a:pt x="159" y="247"/>
                    </a:lnTo>
                    <a:lnTo>
                      <a:pt x="159" y="252"/>
                    </a:lnTo>
                    <a:lnTo>
                      <a:pt x="157" y="252"/>
                    </a:lnTo>
                    <a:lnTo>
                      <a:pt x="154" y="252"/>
                    </a:lnTo>
                    <a:lnTo>
                      <a:pt x="152" y="249"/>
                    </a:lnTo>
                    <a:lnTo>
                      <a:pt x="150" y="244"/>
                    </a:lnTo>
                    <a:lnTo>
                      <a:pt x="147" y="242"/>
                    </a:lnTo>
                    <a:lnTo>
                      <a:pt x="147" y="240"/>
                    </a:lnTo>
                    <a:lnTo>
                      <a:pt x="145" y="237"/>
                    </a:lnTo>
                    <a:lnTo>
                      <a:pt x="143" y="235"/>
                    </a:lnTo>
                    <a:lnTo>
                      <a:pt x="140" y="235"/>
                    </a:lnTo>
                    <a:lnTo>
                      <a:pt x="135" y="235"/>
                    </a:lnTo>
                    <a:lnTo>
                      <a:pt x="133" y="235"/>
                    </a:lnTo>
                    <a:lnTo>
                      <a:pt x="128" y="240"/>
                    </a:lnTo>
                    <a:lnTo>
                      <a:pt x="128" y="242"/>
                    </a:lnTo>
                    <a:lnTo>
                      <a:pt x="133" y="244"/>
                    </a:lnTo>
                    <a:lnTo>
                      <a:pt x="138" y="244"/>
                    </a:lnTo>
                    <a:lnTo>
                      <a:pt x="140" y="247"/>
                    </a:lnTo>
                    <a:lnTo>
                      <a:pt x="135" y="249"/>
                    </a:lnTo>
                    <a:lnTo>
                      <a:pt x="131" y="249"/>
                    </a:lnTo>
                    <a:lnTo>
                      <a:pt x="128" y="247"/>
                    </a:lnTo>
                    <a:lnTo>
                      <a:pt x="121" y="247"/>
                    </a:lnTo>
                    <a:lnTo>
                      <a:pt x="119" y="249"/>
                    </a:lnTo>
                    <a:lnTo>
                      <a:pt x="116" y="249"/>
                    </a:lnTo>
                    <a:lnTo>
                      <a:pt x="114" y="249"/>
                    </a:lnTo>
                    <a:lnTo>
                      <a:pt x="112" y="252"/>
                    </a:lnTo>
                    <a:lnTo>
                      <a:pt x="109" y="252"/>
                    </a:lnTo>
                    <a:lnTo>
                      <a:pt x="121" y="252"/>
                    </a:lnTo>
                    <a:lnTo>
                      <a:pt x="126" y="252"/>
                    </a:lnTo>
                    <a:lnTo>
                      <a:pt x="140" y="252"/>
                    </a:lnTo>
                    <a:lnTo>
                      <a:pt x="143" y="252"/>
                    </a:lnTo>
                    <a:lnTo>
                      <a:pt x="131" y="252"/>
                    </a:lnTo>
                    <a:lnTo>
                      <a:pt x="112" y="256"/>
                    </a:lnTo>
                    <a:lnTo>
                      <a:pt x="107" y="256"/>
                    </a:lnTo>
                    <a:lnTo>
                      <a:pt x="105" y="259"/>
                    </a:lnTo>
                    <a:lnTo>
                      <a:pt x="107" y="259"/>
                    </a:lnTo>
                    <a:lnTo>
                      <a:pt x="107" y="261"/>
                    </a:lnTo>
                    <a:lnTo>
                      <a:pt x="114" y="261"/>
                    </a:lnTo>
                    <a:lnTo>
                      <a:pt x="119" y="259"/>
                    </a:lnTo>
                    <a:lnTo>
                      <a:pt x="124" y="259"/>
                    </a:lnTo>
                    <a:lnTo>
                      <a:pt x="128" y="256"/>
                    </a:lnTo>
                    <a:lnTo>
                      <a:pt x="138" y="256"/>
                    </a:lnTo>
                    <a:lnTo>
                      <a:pt x="140" y="259"/>
                    </a:lnTo>
                    <a:lnTo>
                      <a:pt x="138" y="261"/>
                    </a:lnTo>
                    <a:lnTo>
                      <a:pt x="114" y="261"/>
                    </a:lnTo>
                    <a:lnTo>
                      <a:pt x="112" y="261"/>
                    </a:lnTo>
                    <a:lnTo>
                      <a:pt x="102" y="261"/>
                    </a:lnTo>
                    <a:lnTo>
                      <a:pt x="102" y="264"/>
                    </a:lnTo>
                    <a:lnTo>
                      <a:pt x="107" y="264"/>
                    </a:lnTo>
                    <a:lnTo>
                      <a:pt x="107" y="266"/>
                    </a:lnTo>
                    <a:lnTo>
                      <a:pt x="112" y="266"/>
                    </a:lnTo>
                    <a:lnTo>
                      <a:pt x="114" y="266"/>
                    </a:lnTo>
                    <a:lnTo>
                      <a:pt x="109" y="266"/>
                    </a:lnTo>
                    <a:lnTo>
                      <a:pt x="107" y="268"/>
                    </a:lnTo>
                    <a:lnTo>
                      <a:pt x="107" y="271"/>
                    </a:lnTo>
                    <a:lnTo>
                      <a:pt x="105" y="273"/>
                    </a:lnTo>
                    <a:lnTo>
                      <a:pt x="102" y="273"/>
                    </a:lnTo>
                    <a:lnTo>
                      <a:pt x="100" y="275"/>
                    </a:lnTo>
                    <a:lnTo>
                      <a:pt x="97" y="275"/>
                    </a:lnTo>
                    <a:lnTo>
                      <a:pt x="107" y="278"/>
                    </a:lnTo>
                    <a:lnTo>
                      <a:pt x="97" y="280"/>
                    </a:lnTo>
                    <a:lnTo>
                      <a:pt x="97" y="283"/>
                    </a:lnTo>
                    <a:lnTo>
                      <a:pt x="100" y="285"/>
                    </a:lnTo>
                    <a:lnTo>
                      <a:pt x="105" y="285"/>
                    </a:lnTo>
                    <a:lnTo>
                      <a:pt x="107" y="285"/>
                    </a:lnTo>
                    <a:lnTo>
                      <a:pt x="114" y="285"/>
                    </a:lnTo>
                    <a:lnTo>
                      <a:pt x="112" y="285"/>
                    </a:lnTo>
                    <a:lnTo>
                      <a:pt x="109" y="285"/>
                    </a:lnTo>
                    <a:lnTo>
                      <a:pt x="107" y="287"/>
                    </a:lnTo>
                    <a:lnTo>
                      <a:pt x="102" y="290"/>
                    </a:lnTo>
                    <a:lnTo>
                      <a:pt x="102" y="292"/>
                    </a:lnTo>
                    <a:lnTo>
                      <a:pt x="105" y="295"/>
                    </a:lnTo>
                    <a:lnTo>
                      <a:pt x="107" y="295"/>
                    </a:lnTo>
                    <a:lnTo>
                      <a:pt x="109" y="292"/>
                    </a:lnTo>
                    <a:lnTo>
                      <a:pt x="114" y="290"/>
                    </a:lnTo>
                    <a:lnTo>
                      <a:pt x="112" y="295"/>
                    </a:lnTo>
                    <a:lnTo>
                      <a:pt x="109" y="295"/>
                    </a:lnTo>
                    <a:lnTo>
                      <a:pt x="107" y="299"/>
                    </a:lnTo>
                    <a:lnTo>
                      <a:pt x="107" y="304"/>
                    </a:lnTo>
                    <a:lnTo>
                      <a:pt x="109" y="304"/>
                    </a:lnTo>
                    <a:lnTo>
                      <a:pt x="109" y="302"/>
                    </a:lnTo>
                    <a:lnTo>
                      <a:pt x="114" y="302"/>
                    </a:lnTo>
                    <a:lnTo>
                      <a:pt x="109" y="307"/>
                    </a:lnTo>
                    <a:lnTo>
                      <a:pt x="107" y="307"/>
                    </a:lnTo>
                    <a:lnTo>
                      <a:pt x="105" y="309"/>
                    </a:lnTo>
                    <a:lnTo>
                      <a:pt x="102" y="311"/>
                    </a:lnTo>
                    <a:lnTo>
                      <a:pt x="102" y="316"/>
                    </a:lnTo>
                    <a:lnTo>
                      <a:pt x="105" y="316"/>
                    </a:lnTo>
                    <a:lnTo>
                      <a:pt x="107" y="314"/>
                    </a:lnTo>
                    <a:lnTo>
                      <a:pt x="114" y="307"/>
                    </a:lnTo>
                    <a:lnTo>
                      <a:pt x="124" y="307"/>
                    </a:lnTo>
                    <a:lnTo>
                      <a:pt x="126" y="304"/>
                    </a:lnTo>
                    <a:lnTo>
                      <a:pt x="128" y="304"/>
                    </a:lnTo>
                    <a:lnTo>
                      <a:pt x="128" y="307"/>
                    </a:lnTo>
                    <a:lnTo>
                      <a:pt x="133" y="304"/>
                    </a:lnTo>
                    <a:lnTo>
                      <a:pt x="128" y="311"/>
                    </a:lnTo>
                    <a:lnTo>
                      <a:pt x="135" y="311"/>
                    </a:lnTo>
                    <a:lnTo>
                      <a:pt x="128" y="311"/>
                    </a:lnTo>
                    <a:lnTo>
                      <a:pt x="124" y="314"/>
                    </a:lnTo>
                    <a:lnTo>
                      <a:pt x="124" y="316"/>
                    </a:lnTo>
                    <a:lnTo>
                      <a:pt x="119" y="316"/>
                    </a:lnTo>
                    <a:lnTo>
                      <a:pt x="116" y="316"/>
                    </a:lnTo>
                    <a:lnTo>
                      <a:pt x="114" y="319"/>
                    </a:lnTo>
                    <a:lnTo>
                      <a:pt x="114" y="321"/>
                    </a:lnTo>
                    <a:lnTo>
                      <a:pt x="112" y="321"/>
                    </a:lnTo>
                    <a:lnTo>
                      <a:pt x="107" y="323"/>
                    </a:lnTo>
                    <a:lnTo>
                      <a:pt x="105" y="326"/>
                    </a:lnTo>
                    <a:lnTo>
                      <a:pt x="109" y="326"/>
                    </a:lnTo>
                    <a:lnTo>
                      <a:pt x="107" y="326"/>
                    </a:lnTo>
                    <a:lnTo>
                      <a:pt x="107" y="328"/>
                    </a:lnTo>
                    <a:lnTo>
                      <a:pt x="107" y="331"/>
                    </a:lnTo>
                    <a:lnTo>
                      <a:pt x="109" y="331"/>
                    </a:lnTo>
                    <a:lnTo>
                      <a:pt x="107" y="333"/>
                    </a:lnTo>
                    <a:lnTo>
                      <a:pt x="107" y="335"/>
                    </a:lnTo>
                    <a:lnTo>
                      <a:pt x="116" y="335"/>
                    </a:lnTo>
                    <a:lnTo>
                      <a:pt x="112" y="343"/>
                    </a:lnTo>
                    <a:lnTo>
                      <a:pt x="116" y="340"/>
                    </a:lnTo>
                    <a:lnTo>
                      <a:pt x="119" y="340"/>
                    </a:lnTo>
                    <a:lnTo>
                      <a:pt x="116" y="340"/>
                    </a:lnTo>
                    <a:lnTo>
                      <a:pt x="114" y="343"/>
                    </a:lnTo>
                    <a:lnTo>
                      <a:pt x="114" y="345"/>
                    </a:lnTo>
                    <a:lnTo>
                      <a:pt x="112" y="347"/>
                    </a:lnTo>
                    <a:lnTo>
                      <a:pt x="112" y="352"/>
                    </a:lnTo>
                    <a:lnTo>
                      <a:pt x="114" y="352"/>
                    </a:lnTo>
                    <a:lnTo>
                      <a:pt x="121" y="352"/>
                    </a:lnTo>
                    <a:lnTo>
                      <a:pt x="116" y="359"/>
                    </a:lnTo>
                    <a:lnTo>
                      <a:pt x="126" y="357"/>
                    </a:lnTo>
                    <a:lnTo>
                      <a:pt x="121" y="362"/>
                    </a:lnTo>
                    <a:lnTo>
                      <a:pt x="124" y="366"/>
                    </a:lnTo>
                    <a:lnTo>
                      <a:pt x="128" y="366"/>
                    </a:lnTo>
                    <a:lnTo>
                      <a:pt x="126" y="366"/>
                    </a:lnTo>
                    <a:lnTo>
                      <a:pt x="126" y="369"/>
                    </a:lnTo>
                    <a:lnTo>
                      <a:pt x="128" y="371"/>
                    </a:lnTo>
                    <a:lnTo>
                      <a:pt x="133" y="371"/>
                    </a:lnTo>
                    <a:lnTo>
                      <a:pt x="128" y="376"/>
                    </a:lnTo>
                    <a:lnTo>
                      <a:pt x="135" y="376"/>
                    </a:lnTo>
                    <a:lnTo>
                      <a:pt x="133" y="381"/>
                    </a:lnTo>
                    <a:lnTo>
                      <a:pt x="145" y="378"/>
                    </a:lnTo>
                    <a:lnTo>
                      <a:pt x="147" y="381"/>
                    </a:lnTo>
                    <a:lnTo>
                      <a:pt x="150" y="381"/>
                    </a:lnTo>
                    <a:lnTo>
                      <a:pt x="152" y="378"/>
                    </a:lnTo>
                    <a:lnTo>
                      <a:pt x="162" y="374"/>
                    </a:lnTo>
                    <a:lnTo>
                      <a:pt x="164" y="371"/>
                    </a:lnTo>
                    <a:lnTo>
                      <a:pt x="164" y="374"/>
                    </a:lnTo>
                    <a:lnTo>
                      <a:pt x="162" y="376"/>
                    </a:lnTo>
                    <a:lnTo>
                      <a:pt x="169" y="378"/>
                    </a:lnTo>
                    <a:lnTo>
                      <a:pt x="171" y="376"/>
                    </a:lnTo>
                    <a:lnTo>
                      <a:pt x="173" y="376"/>
                    </a:lnTo>
                    <a:lnTo>
                      <a:pt x="169" y="378"/>
                    </a:lnTo>
                    <a:lnTo>
                      <a:pt x="164" y="381"/>
                    </a:lnTo>
                    <a:lnTo>
                      <a:pt x="162" y="383"/>
                    </a:lnTo>
                    <a:lnTo>
                      <a:pt x="162" y="386"/>
                    </a:lnTo>
                    <a:lnTo>
                      <a:pt x="169" y="386"/>
                    </a:lnTo>
                    <a:lnTo>
                      <a:pt x="173" y="386"/>
                    </a:lnTo>
                    <a:lnTo>
                      <a:pt x="176" y="386"/>
                    </a:lnTo>
                    <a:lnTo>
                      <a:pt x="173" y="386"/>
                    </a:lnTo>
                    <a:lnTo>
                      <a:pt x="171" y="388"/>
                    </a:lnTo>
                    <a:lnTo>
                      <a:pt x="169" y="390"/>
                    </a:lnTo>
                    <a:lnTo>
                      <a:pt x="169" y="393"/>
                    </a:lnTo>
                    <a:lnTo>
                      <a:pt x="169" y="395"/>
                    </a:lnTo>
                    <a:lnTo>
                      <a:pt x="176" y="395"/>
                    </a:lnTo>
                    <a:lnTo>
                      <a:pt x="178" y="393"/>
                    </a:lnTo>
                    <a:lnTo>
                      <a:pt x="178" y="395"/>
                    </a:lnTo>
                    <a:lnTo>
                      <a:pt x="183" y="398"/>
                    </a:lnTo>
                    <a:lnTo>
                      <a:pt x="188" y="398"/>
                    </a:lnTo>
                    <a:lnTo>
                      <a:pt x="192" y="395"/>
                    </a:lnTo>
                    <a:lnTo>
                      <a:pt x="195" y="393"/>
                    </a:lnTo>
                    <a:lnTo>
                      <a:pt x="192" y="390"/>
                    </a:lnTo>
                    <a:lnTo>
                      <a:pt x="192" y="388"/>
                    </a:lnTo>
                    <a:lnTo>
                      <a:pt x="197" y="388"/>
                    </a:lnTo>
                    <a:lnTo>
                      <a:pt x="200" y="386"/>
                    </a:lnTo>
                    <a:lnTo>
                      <a:pt x="200" y="378"/>
                    </a:lnTo>
                    <a:lnTo>
                      <a:pt x="202" y="381"/>
                    </a:lnTo>
                    <a:lnTo>
                      <a:pt x="207" y="381"/>
                    </a:lnTo>
                    <a:lnTo>
                      <a:pt x="207" y="376"/>
                    </a:lnTo>
                    <a:lnTo>
                      <a:pt x="207" y="374"/>
                    </a:lnTo>
                    <a:lnTo>
                      <a:pt x="207" y="371"/>
                    </a:lnTo>
                    <a:lnTo>
                      <a:pt x="207" y="374"/>
                    </a:lnTo>
                    <a:lnTo>
                      <a:pt x="209" y="376"/>
                    </a:lnTo>
                    <a:lnTo>
                      <a:pt x="212" y="376"/>
                    </a:lnTo>
                    <a:lnTo>
                      <a:pt x="214" y="374"/>
                    </a:lnTo>
                    <a:lnTo>
                      <a:pt x="214" y="371"/>
                    </a:lnTo>
                    <a:lnTo>
                      <a:pt x="209" y="366"/>
                    </a:lnTo>
                    <a:lnTo>
                      <a:pt x="216" y="366"/>
                    </a:lnTo>
                    <a:lnTo>
                      <a:pt x="216" y="364"/>
                    </a:lnTo>
                    <a:lnTo>
                      <a:pt x="214" y="362"/>
                    </a:lnTo>
                    <a:lnTo>
                      <a:pt x="223" y="362"/>
                    </a:lnTo>
                    <a:lnTo>
                      <a:pt x="219" y="357"/>
                    </a:lnTo>
                    <a:lnTo>
                      <a:pt x="223" y="355"/>
                    </a:lnTo>
                    <a:lnTo>
                      <a:pt x="219" y="352"/>
                    </a:lnTo>
                    <a:lnTo>
                      <a:pt x="216" y="350"/>
                    </a:lnTo>
                    <a:lnTo>
                      <a:pt x="219" y="350"/>
                    </a:lnTo>
                    <a:lnTo>
                      <a:pt x="221" y="350"/>
                    </a:lnTo>
                    <a:lnTo>
                      <a:pt x="216" y="343"/>
                    </a:lnTo>
                    <a:lnTo>
                      <a:pt x="221" y="347"/>
                    </a:lnTo>
                    <a:lnTo>
                      <a:pt x="223" y="347"/>
                    </a:lnTo>
                    <a:lnTo>
                      <a:pt x="228" y="343"/>
                    </a:lnTo>
                    <a:lnTo>
                      <a:pt x="235" y="343"/>
                    </a:lnTo>
                    <a:lnTo>
                      <a:pt x="235" y="340"/>
                    </a:lnTo>
                    <a:lnTo>
                      <a:pt x="233" y="338"/>
                    </a:lnTo>
                    <a:lnTo>
                      <a:pt x="238" y="338"/>
                    </a:lnTo>
                    <a:lnTo>
                      <a:pt x="242" y="331"/>
                    </a:lnTo>
                    <a:lnTo>
                      <a:pt x="245" y="331"/>
                    </a:lnTo>
                    <a:lnTo>
                      <a:pt x="252" y="331"/>
                    </a:lnTo>
                    <a:lnTo>
                      <a:pt x="252" y="326"/>
                    </a:lnTo>
                    <a:lnTo>
                      <a:pt x="257" y="331"/>
                    </a:lnTo>
                    <a:lnTo>
                      <a:pt x="259" y="326"/>
                    </a:lnTo>
                    <a:lnTo>
                      <a:pt x="259" y="319"/>
                    </a:lnTo>
                    <a:lnTo>
                      <a:pt x="252" y="316"/>
                    </a:lnTo>
                    <a:lnTo>
                      <a:pt x="257" y="316"/>
                    </a:lnTo>
                    <a:lnTo>
                      <a:pt x="264" y="311"/>
                    </a:lnTo>
                    <a:lnTo>
                      <a:pt x="266" y="307"/>
                    </a:lnTo>
                    <a:lnTo>
                      <a:pt x="259" y="304"/>
                    </a:lnTo>
                    <a:lnTo>
                      <a:pt x="264" y="299"/>
                    </a:lnTo>
                    <a:lnTo>
                      <a:pt x="278" y="299"/>
                    </a:lnTo>
                    <a:lnTo>
                      <a:pt x="280" y="297"/>
                    </a:lnTo>
                    <a:lnTo>
                      <a:pt x="280" y="292"/>
                    </a:lnTo>
                    <a:lnTo>
                      <a:pt x="288" y="290"/>
                    </a:lnTo>
                    <a:lnTo>
                      <a:pt x="292" y="290"/>
                    </a:lnTo>
                    <a:lnTo>
                      <a:pt x="295" y="292"/>
                    </a:lnTo>
                    <a:lnTo>
                      <a:pt x="302" y="292"/>
                    </a:lnTo>
                    <a:lnTo>
                      <a:pt x="311" y="283"/>
                    </a:lnTo>
                    <a:lnTo>
                      <a:pt x="311" y="280"/>
                    </a:lnTo>
                    <a:lnTo>
                      <a:pt x="314" y="280"/>
                    </a:lnTo>
                    <a:lnTo>
                      <a:pt x="316" y="278"/>
                    </a:lnTo>
                    <a:lnTo>
                      <a:pt x="319" y="278"/>
                    </a:lnTo>
                    <a:lnTo>
                      <a:pt x="319" y="280"/>
                    </a:lnTo>
                    <a:lnTo>
                      <a:pt x="316" y="283"/>
                    </a:lnTo>
                    <a:lnTo>
                      <a:pt x="314" y="285"/>
                    </a:lnTo>
                    <a:lnTo>
                      <a:pt x="311" y="290"/>
                    </a:lnTo>
                    <a:lnTo>
                      <a:pt x="319" y="290"/>
                    </a:lnTo>
                    <a:lnTo>
                      <a:pt x="319" y="285"/>
                    </a:lnTo>
                    <a:lnTo>
                      <a:pt x="323" y="285"/>
                    </a:lnTo>
                    <a:lnTo>
                      <a:pt x="326" y="283"/>
                    </a:lnTo>
                    <a:lnTo>
                      <a:pt x="328" y="283"/>
                    </a:lnTo>
                    <a:lnTo>
                      <a:pt x="328" y="285"/>
                    </a:lnTo>
                    <a:lnTo>
                      <a:pt x="333" y="285"/>
                    </a:lnTo>
                    <a:lnTo>
                      <a:pt x="335" y="285"/>
                    </a:lnTo>
                    <a:lnTo>
                      <a:pt x="342" y="283"/>
                    </a:lnTo>
                    <a:lnTo>
                      <a:pt x="347" y="278"/>
                    </a:lnTo>
                    <a:lnTo>
                      <a:pt x="349" y="275"/>
                    </a:lnTo>
                    <a:lnTo>
                      <a:pt x="359" y="275"/>
                    </a:lnTo>
                    <a:lnTo>
                      <a:pt x="366" y="275"/>
                    </a:lnTo>
                    <a:lnTo>
                      <a:pt x="371" y="271"/>
                    </a:lnTo>
                    <a:lnTo>
                      <a:pt x="373" y="268"/>
                    </a:lnTo>
                    <a:lnTo>
                      <a:pt x="376" y="266"/>
                    </a:lnTo>
                    <a:lnTo>
                      <a:pt x="383" y="259"/>
                    </a:lnTo>
                    <a:lnTo>
                      <a:pt x="385" y="256"/>
                    </a:lnTo>
                    <a:lnTo>
                      <a:pt x="390" y="254"/>
                    </a:lnTo>
                    <a:lnTo>
                      <a:pt x="399" y="252"/>
                    </a:lnTo>
                    <a:lnTo>
                      <a:pt x="402" y="252"/>
                    </a:lnTo>
                    <a:lnTo>
                      <a:pt x="404" y="249"/>
                    </a:lnTo>
                    <a:lnTo>
                      <a:pt x="407" y="249"/>
                    </a:lnTo>
                    <a:lnTo>
                      <a:pt x="407" y="247"/>
                    </a:lnTo>
                    <a:lnTo>
                      <a:pt x="407" y="244"/>
                    </a:lnTo>
                    <a:lnTo>
                      <a:pt x="407" y="240"/>
                    </a:lnTo>
                    <a:lnTo>
                      <a:pt x="407" y="235"/>
                    </a:lnTo>
                    <a:lnTo>
                      <a:pt x="414" y="242"/>
                    </a:lnTo>
                    <a:lnTo>
                      <a:pt x="416" y="244"/>
                    </a:lnTo>
                    <a:lnTo>
                      <a:pt x="418" y="244"/>
                    </a:lnTo>
                    <a:lnTo>
                      <a:pt x="437" y="244"/>
                    </a:lnTo>
                    <a:lnTo>
                      <a:pt x="447" y="242"/>
                    </a:lnTo>
                    <a:lnTo>
                      <a:pt x="454" y="240"/>
                    </a:lnTo>
                    <a:lnTo>
                      <a:pt x="459" y="240"/>
                    </a:lnTo>
                    <a:lnTo>
                      <a:pt x="468" y="237"/>
                    </a:lnTo>
                    <a:lnTo>
                      <a:pt x="480" y="235"/>
                    </a:lnTo>
                    <a:lnTo>
                      <a:pt x="487" y="235"/>
                    </a:lnTo>
                    <a:lnTo>
                      <a:pt x="492" y="230"/>
                    </a:lnTo>
                    <a:lnTo>
                      <a:pt x="499" y="230"/>
                    </a:lnTo>
                    <a:lnTo>
                      <a:pt x="502" y="228"/>
                    </a:lnTo>
                    <a:lnTo>
                      <a:pt x="509" y="228"/>
                    </a:lnTo>
                    <a:lnTo>
                      <a:pt x="516" y="220"/>
                    </a:lnTo>
                    <a:lnTo>
                      <a:pt x="518" y="220"/>
                    </a:lnTo>
                    <a:lnTo>
                      <a:pt x="518" y="218"/>
                    </a:lnTo>
                    <a:lnTo>
                      <a:pt x="523" y="218"/>
                    </a:lnTo>
                    <a:lnTo>
                      <a:pt x="525" y="216"/>
                    </a:lnTo>
                    <a:lnTo>
                      <a:pt x="528" y="216"/>
                    </a:lnTo>
                    <a:lnTo>
                      <a:pt x="542" y="213"/>
                    </a:lnTo>
                    <a:lnTo>
                      <a:pt x="552" y="211"/>
                    </a:lnTo>
                    <a:lnTo>
                      <a:pt x="552" y="206"/>
                    </a:lnTo>
                    <a:lnTo>
                      <a:pt x="549" y="206"/>
                    </a:lnTo>
                    <a:lnTo>
                      <a:pt x="547" y="208"/>
                    </a:lnTo>
                    <a:lnTo>
                      <a:pt x="537" y="208"/>
                    </a:lnTo>
                    <a:lnTo>
                      <a:pt x="530" y="206"/>
                    </a:lnTo>
                    <a:lnTo>
                      <a:pt x="525" y="206"/>
                    </a:lnTo>
                    <a:lnTo>
                      <a:pt x="521" y="204"/>
                    </a:lnTo>
                    <a:lnTo>
                      <a:pt x="509" y="204"/>
                    </a:lnTo>
                    <a:lnTo>
                      <a:pt x="499" y="206"/>
                    </a:lnTo>
                    <a:lnTo>
                      <a:pt x="490" y="206"/>
                    </a:lnTo>
                    <a:lnTo>
                      <a:pt x="487" y="211"/>
                    </a:lnTo>
                    <a:lnTo>
                      <a:pt x="471" y="211"/>
                    </a:lnTo>
                    <a:lnTo>
                      <a:pt x="485" y="206"/>
                    </a:lnTo>
                    <a:lnTo>
                      <a:pt x="494" y="204"/>
                    </a:lnTo>
                    <a:lnTo>
                      <a:pt x="499" y="204"/>
                    </a:lnTo>
                    <a:lnTo>
                      <a:pt x="502" y="201"/>
                    </a:lnTo>
                    <a:lnTo>
                      <a:pt x="506" y="201"/>
                    </a:lnTo>
                    <a:lnTo>
                      <a:pt x="511" y="199"/>
                    </a:lnTo>
                    <a:lnTo>
                      <a:pt x="514" y="199"/>
                    </a:lnTo>
                    <a:lnTo>
                      <a:pt x="516" y="199"/>
                    </a:lnTo>
                    <a:lnTo>
                      <a:pt x="514" y="196"/>
                    </a:lnTo>
                    <a:lnTo>
                      <a:pt x="509" y="194"/>
                    </a:lnTo>
                    <a:lnTo>
                      <a:pt x="506" y="194"/>
                    </a:lnTo>
                    <a:lnTo>
                      <a:pt x="504" y="194"/>
                    </a:lnTo>
                    <a:lnTo>
                      <a:pt x="497" y="196"/>
                    </a:lnTo>
                    <a:lnTo>
                      <a:pt x="483" y="201"/>
                    </a:lnTo>
                    <a:lnTo>
                      <a:pt x="468" y="201"/>
                    </a:lnTo>
                    <a:lnTo>
                      <a:pt x="478" y="196"/>
                    </a:lnTo>
                    <a:lnTo>
                      <a:pt x="485" y="192"/>
                    </a:lnTo>
                    <a:lnTo>
                      <a:pt x="487" y="192"/>
                    </a:lnTo>
                    <a:lnTo>
                      <a:pt x="492" y="194"/>
                    </a:lnTo>
                    <a:lnTo>
                      <a:pt x="497" y="194"/>
                    </a:lnTo>
                    <a:lnTo>
                      <a:pt x="499" y="192"/>
                    </a:lnTo>
                    <a:lnTo>
                      <a:pt x="504" y="192"/>
                    </a:lnTo>
                    <a:lnTo>
                      <a:pt x="506" y="189"/>
                    </a:lnTo>
                    <a:lnTo>
                      <a:pt x="516" y="189"/>
                    </a:lnTo>
                    <a:lnTo>
                      <a:pt x="518" y="189"/>
                    </a:lnTo>
                    <a:lnTo>
                      <a:pt x="516" y="187"/>
                    </a:lnTo>
                    <a:lnTo>
                      <a:pt x="514" y="187"/>
                    </a:lnTo>
                    <a:lnTo>
                      <a:pt x="509" y="184"/>
                    </a:lnTo>
                    <a:lnTo>
                      <a:pt x="485" y="184"/>
                    </a:lnTo>
                    <a:lnTo>
                      <a:pt x="492" y="182"/>
                    </a:lnTo>
                    <a:lnTo>
                      <a:pt x="485" y="180"/>
                    </a:lnTo>
                    <a:lnTo>
                      <a:pt x="485" y="175"/>
                    </a:lnTo>
                    <a:lnTo>
                      <a:pt x="487" y="175"/>
                    </a:lnTo>
                    <a:lnTo>
                      <a:pt x="490" y="177"/>
                    </a:lnTo>
                    <a:lnTo>
                      <a:pt x="492" y="180"/>
                    </a:lnTo>
                    <a:lnTo>
                      <a:pt x="497" y="182"/>
                    </a:lnTo>
                    <a:lnTo>
                      <a:pt x="504" y="182"/>
                    </a:lnTo>
                    <a:lnTo>
                      <a:pt x="506" y="184"/>
                    </a:lnTo>
                    <a:lnTo>
                      <a:pt x="509" y="184"/>
                    </a:lnTo>
                    <a:lnTo>
                      <a:pt x="514" y="184"/>
                    </a:lnTo>
                    <a:lnTo>
                      <a:pt x="518" y="184"/>
                    </a:lnTo>
                    <a:lnTo>
                      <a:pt x="518" y="187"/>
                    </a:lnTo>
                    <a:lnTo>
                      <a:pt x="523" y="187"/>
                    </a:lnTo>
                    <a:lnTo>
                      <a:pt x="523" y="184"/>
                    </a:lnTo>
                    <a:lnTo>
                      <a:pt x="528" y="184"/>
                    </a:lnTo>
                    <a:lnTo>
                      <a:pt x="528" y="187"/>
                    </a:lnTo>
                    <a:lnTo>
                      <a:pt x="528" y="189"/>
                    </a:lnTo>
                    <a:lnTo>
                      <a:pt x="528" y="192"/>
                    </a:lnTo>
                    <a:lnTo>
                      <a:pt x="528" y="196"/>
                    </a:lnTo>
                    <a:lnTo>
                      <a:pt x="528" y="199"/>
                    </a:lnTo>
                    <a:lnTo>
                      <a:pt x="533" y="199"/>
                    </a:lnTo>
                    <a:lnTo>
                      <a:pt x="537" y="201"/>
                    </a:lnTo>
                    <a:lnTo>
                      <a:pt x="542" y="201"/>
                    </a:lnTo>
                    <a:lnTo>
                      <a:pt x="547" y="201"/>
                    </a:lnTo>
                    <a:lnTo>
                      <a:pt x="549" y="201"/>
                    </a:lnTo>
                    <a:lnTo>
                      <a:pt x="552" y="199"/>
                    </a:lnTo>
                    <a:lnTo>
                      <a:pt x="554" y="199"/>
                    </a:lnTo>
                    <a:lnTo>
                      <a:pt x="554" y="204"/>
                    </a:lnTo>
                    <a:lnTo>
                      <a:pt x="559" y="204"/>
                    </a:lnTo>
                    <a:lnTo>
                      <a:pt x="561" y="201"/>
                    </a:lnTo>
                    <a:lnTo>
                      <a:pt x="563" y="201"/>
                    </a:lnTo>
                    <a:lnTo>
                      <a:pt x="563" y="194"/>
                    </a:lnTo>
                    <a:lnTo>
                      <a:pt x="561" y="194"/>
                    </a:lnTo>
                    <a:lnTo>
                      <a:pt x="563" y="189"/>
                    </a:lnTo>
                    <a:lnTo>
                      <a:pt x="563" y="187"/>
                    </a:lnTo>
                    <a:lnTo>
                      <a:pt x="559" y="187"/>
                    </a:lnTo>
                    <a:lnTo>
                      <a:pt x="556" y="182"/>
                    </a:lnTo>
                    <a:lnTo>
                      <a:pt x="552" y="180"/>
                    </a:lnTo>
                    <a:lnTo>
                      <a:pt x="552" y="175"/>
                    </a:lnTo>
                    <a:lnTo>
                      <a:pt x="533" y="170"/>
                    </a:lnTo>
                    <a:lnTo>
                      <a:pt x="523" y="170"/>
                    </a:lnTo>
                    <a:lnTo>
                      <a:pt x="521" y="170"/>
                    </a:lnTo>
                    <a:lnTo>
                      <a:pt x="528" y="168"/>
                    </a:lnTo>
                    <a:lnTo>
                      <a:pt x="530" y="165"/>
                    </a:lnTo>
                    <a:lnTo>
                      <a:pt x="528" y="165"/>
                    </a:lnTo>
                    <a:lnTo>
                      <a:pt x="525" y="163"/>
                    </a:lnTo>
                    <a:lnTo>
                      <a:pt x="514" y="163"/>
                    </a:lnTo>
                    <a:lnTo>
                      <a:pt x="509" y="161"/>
                    </a:lnTo>
                    <a:lnTo>
                      <a:pt x="504" y="161"/>
                    </a:lnTo>
                    <a:lnTo>
                      <a:pt x="509" y="156"/>
                    </a:lnTo>
                    <a:lnTo>
                      <a:pt x="523" y="156"/>
                    </a:lnTo>
                    <a:lnTo>
                      <a:pt x="528" y="153"/>
                    </a:lnTo>
                    <a:lnTo>
                      <a:pt x="533" y="153"/>
                    </a:lnTo>
                    <a:lnTo>
                      <a:pt x="547" y="156"/>
                    </a:lnTo>
                    <a:lnTo>
                      <a:pt x="552" y="156"/>
                    </a:lnTo>
                    <a:lnTo>
                      <a:pt x="554" y="156"/>
                    </a:lnTo>
                    <a:lnTo>
                      <a:pt x="556" y="158"/>
                    </a:lnTo>
                    <a:lnTo>
                      <a:pt x="559" y="161"/>
                    </a:lnTo>
                    <a:lnTo>
                      <a:pt x="563" y="165"/>
                    </a:lnTo>
                    <a:lnTo>
                      <a:pt x="568" y="165"/>
                    </a:lnTo>
                    <a:lnTo>
                      <a:pt x="568" y="163"/>
                    </a:lnTo>
                    <a:lnTo>
                      <a:pt x="568" y="158"/>
                    </a:lnTo>
                    <a:lnTo>
                      <a:pt x="559" y="156"/>
                    </a:lnTo>
                    <a:lnTo>
                      <a:pt x="552" y="153"/>
                    </a:lnTo>
                    <a:lnTo>
                      <a:pt x="540" y="151"/>
                    </a:lnTo>
                    <a:lnTo>
                      <a:pt x="544" y="149"/>
                    </a:lnTo>
                    <a:lnTo>
                      <a:pt x="547" y="149"/>
                    </a:lnTo>
                    <a:lnTo>
                      <a:pt x="552" y="151"/>
                    </a:lnTo>
                    <a:lnTo>
                      <a:pt x="556" y="151"/>
                    </a:lnTo>
                    <a:lnTo>
                      <a:pt x="559" y="153"/>
                    </a:lnTo>
                    <a:lnTo>
                      <a:pt x="578" y="153"/>
                    </a:lnTo>
                    <a:lnTo>
                      <a:pt x="594" y="151"/>
                    </a:lnTo>
                    <a:lnTo>
                      <a:pt x="594" y="144"/>
                    </a:lnTo>
                    <a:lnTo>
                      <a:pt x="582" y="141"/>
                    </a:lnTo>
                    <a:lnTo>
                      <a:pt x="578" y="146"/>
                    </a:lnTo>
                    <a:lnTo>
                      <a:pt x="573" y="141"/>
                    </a:lnTo>
                    <a:lnTo>
                      <a:pt x="573" y="139"/>
                    </a:lnTo>
                    <a:lnTo>
                      <a:pt x="587" y="139"/>
                    </a:lnTo>
                    <a:lnTo>
                      <a:pt x="599" y="137"/>
                    </a:lnTo>
                    <a:lnTo>
                      <a:pt x="602" y="139"/>
                    </a:lnTo>
                    <a:lnTo>
                      <a:pt x="609" y="139"/>
                    </a:lnTo>
                    <a:lnTo>
                      <a:pt x="616" y="134"/>
                    </a:lnTo>
                    <a:lnTo>
                      <a:pt x="618" y="134"/>
                    </a:lnTo>
                    <a:lnTo>
                      <a:pt x="618" y="132"/>
                    </a:lnTo>
                    <a:lnTo>
                      <a:pt x="599" y="132"/>
                    </a:lnTo>
                    <a:lnTo>
                      <a:pt x="599" y="129"/>
                    </a:lnTo>
                    <a:lnTo>
                      <a:pt x="597" y="129"/>
                    </a:lnTo>
                    <a:lnTo>
                      <a:pt x="597" y="127"/>
                    </a:lnTo>
                    <a:lnTo>
                      <a:pt x="592" y="127"/>
                    </a:lnTo>
                    <a:lnTo>
                      <a:pt x="587" y="125"/>
                    </a:lnTo>
                    <a:lnTo>
                      <a:pt x="592" y="125"/>
                    </a:lnTo>
                    <a:lnTo>
                      <a:pt x="594" y="125"/>
                    </a:lnTo>
                    <a:lnTo>
                      <a:pt x="594" y="122"/>
                    </a:lnTo>
                    <a:lnTo>
                      <a:pt x="592" y="120"/>
                    </a:lnTo>
                    <a:lnTo>
                      <a:pt x="590" y="120"/>
                    </a:lnTo>
                    <a:lnTo>
                      <a:pt x="582" y="117"/>
                    </a:lnTo>
                    <a:lnTo>
                      <a:pt x="592" y="117"/>
                    </a:lnTo>
                    <a:lnTo>
                      <a:pt x="594" y="120"/>
                    </a:lnTo>
                    <a:lnTo>
                      <a:pt x="597" y="120"/>
                    </a:lnTo>
                    <a:lnTo>
                      <a:pt x="602" y="120"/>
                    </a:lnTo>
                    <a:lnTo>
                      <a:pt x="606" y="120"/>
                    </a:lnTo>
                    <a:lnTo>
                      <a:pt x="609" y="125"/>
                    </a:lnTo>
                    <a:lnTo>
                      <a:pt x="613" y="125"/>
                    </a:lnTo>
                    <a:lnTo>
                      <a:pt x="618" y="120"/>
                    </a:lnTo>
                    <a:lnTo>
                      <a:pt x="618" y="113"/>
                    </a:lnTo>
                    <a:lnTo>
                      <a:pt x="616" y="110"/>
                    </a:lnTo>
                    <a:lnTo>
                      <a:pt x="613" y="110"/>
                    </a:lnTo>
                    <a:lnTo>
                      <a:pt x="611" y="108"/>
                    </a:lnTo>
                    <a:lnTo>
                      <a:pt x="609" y="105"/>
                    </a:lnTo>
                    <a:lnTo>
                      <a:pt x="592" y="103"/>
                    </a:lnTo>
                    <a:lnTo>
                      <a:pt x="587" y="101"/>
                    </a:lnTo>
                    <a:lnTo>
                      <a:pt x="587" y="98"/>
                    </a:lnTo>
                    <a:lnTo>
                      <a:pt x="590" y="98"/>
                    </a:lnTo>
                    <a:lnTo>
                      <a:pt x="599" y="98"/>
                    </a:lnTo>
                    <a:lnTo>
                      <a:pt x="611" y="96"/>
                    </a:lnTo>
                    <a:lnTo>
                      <a:pt x="618" y="96"/>
                    </a:lnTo>
                    <a:lnTo>
                      <a:pt x="623" y="98"/>
                    </a:lnTo>
                    <a:lnTo>
                      <a:pt x="632" y="98"/>
                    </a:lnTo>
                    <a:lnTo>
                      <a:pt x="637" y="96"/>
                    </a:lnTo>
                    <a:lnTo>
                      <a:pt x="642" y="93"/>
                    </a:lnTo>
                    <a:lnTo>
                      <a:pt x="642" y="91"/>
                    </a:lnTo>
                    <a:lnTo>
                      <a:pt x="642" y="89"/>
                    </a:lnTo>
                    <a:lnTo>
                      <a:pt x="632" y="89"/>
                    </a:lnTo>
                    <a:lnTo>
                      <a:pt x="625" y="86"/>
                    </a:lnTo>
                    <a:lnTo>
                      <a:pt x="616" y="86"/>
                    </a:lnTo>
                    <a:lnTo>
                      <a:pt x="613" y="84"/>
                    </a:lnTo>
                    <a:lnTo>
                      <a:pt x="623" y="84"/>
                    </a:lnTo>
                    <a:lnTo>
                      <a:pt x="621" y="82"/>
                    </a:lnTo>
                    <a:lnTo>
                      <a:pt x="618" y="79"/>
                    </a:lnTo>
                    <a:lnTo>
                      <a:pt x="618" y="77"/>
                    </a:lnTo>
                    <a:lnTo>
                      <a:pt x="613" y="77"/>
                    </a:lnTo>
                    <a:lnTo>
                      <a:pt x="611" y="79"/>
                    </a:lnTo>
                    <a:lnTo>
                      <a:pt x="611" y="84"/>
                    </a:lnTo>
                    <a:lnTo>
                      <a:pt x="606" y="84"/>
                    </a:lnTo>
                    <a:lnTo>
                      <a:pt x="604" y="84"/>
                    </a:lnTo>
                    <a:lnTo>
                      <a:pt x="602" y="82"/>
                    </a:lnTo>
                    <a:lnTo>
                      <a:pt x="599" y="79"/>
                    </a:lnTo>
                    <a:lnTo>
                      <a:pt x="602" y="79"/>
                    </a:lnTo>
                    <a:lnTo>
                      <a:pt x="606" y="77"/>
                    </a:lnTo>
                    <a:lnTo>
                      <a:pt x="609" y="74"/>
                    </a:lnTo>
                    <a:lnTo>
                      <a:pt x="613" y="70"/>
                    </a:lnTo>
                    <a:lnTo>
                      <a:pt x="616" y="67"/>
                    </a:lnTo>
                    <a:lnTo>
                      <a:pt x="618" y="65"/>
                    </a:lnTo>
                    <a:lnTo>
                      <a:pt x="621" y="65"/>
                    </a:lnTo>
                    <a:lnTo>
                      <a:pt x="623" y="65"/>
                    </a:lnTo>
                    <a:lnTo>
                      <a:pt x="628" y="65"/>
                    </a:lnTo>
                    <a:lnTo>
                      <a:pt x="630" y="65"/>
                    </a:lnTo>
                    <a:lnTo>
                      <a:pt x="632" y="62"/>
                    </a:lnTo>
                    <a:lnTo>
                      <a:pt x="637" y="60"/>
                    </a:lnTo>
                    <a:lnTo>
                      <a:pt x="635" y="55"/>
                    </a:lnTo>
                    <a:lnTo>
                      <a:pt x="637" y="53"/>
                    </a:lnTo>
                    <a:lnTo>
                      <a:pt x="640" y="50"/>
                    </a:lnTo>
                    <a:lnTo>
                      <a:pt x="642" y="50"/>
                    </a:lnTo>
                    <a:lnTo>
                      <a:pt x="647" y="50"/>
                    </a:lnTo>
                    <a:lnTo>
                      <a:pt x="649" y="50"/>
                    </a:lnTo>
                    <a:lnTo>
                      <a:pt x="651" y="53"/>
                    </a:lnTo>
                    <a:lnTo>
                      <a:pt x="656" y="53"/>
                    </a:lnTo>
                    <a:lnTo>
                      <a:pt x="659" y="50"/>
                    </a:lnTo>
                    <a:lnTo>
                      <a:pt x="661" y="50"/>
                    </a:lnTo>
                    <a:lnTo>
                      <a:pt x="663" y="48"/>
                    </a:lnTo>
                    <a:lnTo>
                      <a:pt x="644" y="48"/>
                    </a:lnTo>
                    <a:lnTo>
                      <a:pt x="642" y="48"/>
                    </a:lnTo>
                    <a:lnTo>
                      <a:pt x="637" y="48"/>
                    </a:lnTo>
                    <a:lnTo>
                      <a:pt x="635" y="50"/>
                    </a:lnTo>
                    <a:lnTo>
                      <a:pt x="630" y="50"/>
                    </a:lnTo>
                    <a:lnTo>
                      <a:pt x="630" y="48"/>
                    </a:lnTo>
                    <a:lnTo>
                      <a:pt x="640" y="43"/>
                    </a:lnTo>
                    <a:lnTo>
                      <a:pt x="670" y="43"/>
                    </a:lnTo>
                    <a:lnTo>
                      <a:pt x="675" y="43"/>
                    </a:lnTo>
                    <a:lnTo>
                      <a:pt x="678" y="43"/>
                    </a:lnTo>
                    <a:lnTo>
                      <a:pt x="682" y="41"/>
                    </a:lnTo>
                    <a:lnTo>
                      <a:pt x="678" y="41"/>
                    </a:lnTo>
                    <a:lnTo>
                      <a:pt x="673" y="38"/>
                    </a:lnTo>
                    <a:lnTo>
                      <a:pt x="656" y="38"/>
                    </a:lnTo>
                    <a:lnTo>
                      <a:pt x="651" y="41"/>
                    </a:lnTo>
                    <a:lnTo>
                      <a:pt x="635" y="41"/>
                    </a:lnTo>
                    <a:lnTo>
                      <a:pt x="635" y="38"/>
                    </a:lnTo>
                    <a:lnTo>
                      <a:pt x="637" y="38"/>
                    </a:lnTo>
                    <a:lnTo>
                      <a:pt x="642" y="38"/>
                    </a:lnTo>
                    <a:lnTo>
                      <a:pt x="687" y="38"/>
                    </a:lnTo>
                    <a:lnTo>
                      <a:pt x="692" y="36"/>
                    </a:lnTo>
                    <a:lnTo>
                      <a:pt x="699" y="34"/>
                    </a:lnTo>
                    <a:lnTo>
                      <a:pt x="701" y="31"/>
                    </a:lnTo>
                    <a:lnTo>
                      <a:pt x="718" y="31"/>
                    </a:lnTo>
                    <a:lnTo>
                      <a:pt x="723" y="29"/>
                    </a:lnTo>
                    <a:lnTo>
                      <a:pt x="725" y="29"/>
                    </a:lnTo>
                    <a:lnTo>
                      <a:pt x="730" y="29"/>
                    </a:lnTo>
                    <a:lnTo>
                      <a:pt x="732" y="26"/>
                    </a:lnTo>
                    <a:lnTo>
                      <a:pt x="730" y="24"/>
                    </a:lnTo>
                    <a:close/>
                    <a:moveTo>
                      <a:pt x="119" y="268"/>
                    </a:moveTo>
                    <a:lnTo>
                      <a:pt x="116" y="266"/>
                    </a:lnTo>
                    <a:lnTo>
                      <a:pt x="119" y="268"/>
                    </a:lnTo>
                    <a:close/>
                    <a:moveTo>
                      <a:pt x="128" y="223"/>
                    </a:moveTo>
                    <a:lnTo>
                      <a:pt x="135" y="223"/>
                    </a:lnTo>
                    <a:lnTo>
                      <a:pt x="138" y="220"/>
                    </a:lnTo>
                    <a:lnTo>
                      <a:pt x="145" y="220"/>
                    </a:lnTo>
                    <a:lnTo>
                      <a:pt x="147" y="220"/>
                    </a:lnTo>
                    <a:lnTo>
                      <a:pt x="147" y="216"/>
                    </a:lnTo>
                    <a:lnTo>
                      <a:pt x="150" y="216"/>
                    </a:lnTo>
                    <a:lnTo>
                      <a:pt x="147" y="213"/>
                    </a:lnTo>
                    <a:lnTo>
                      <a:pt x="145" y="211"/>
                    </a:lnTo>
                    <a:lnTo>
                      <a:pt x="143" y="211"/>
                    </a:lnTo>
                    <a:lnTo>
                      <a:pt x="138" y="211"/>
                    </a:lnTo>
                    <a:lnTo>
                      <a:pt x="135" y="206"/>
                    </a:lnTo>
                    <a:lnTo>
                      <a:pt x="119" y="206"/>
                    </a:lnTo>
                    <a:lnTo>
                      <a:pt x="119" y="213"/>
                    </a:lnTo>
                    <a:lnTo>
                      <a:pt x="116" y="216"/>
                    </a:lnTo>
                    <a:lnTo>
                      <a:pt x="114" y="216"/>
                    </a:lnTo>
                    <a:lnTo>
                      <a:pt x="114" y="218"/>
                    </a:lnTo>
                    <a:lnTo>
                      <a:pt x="116" y="220"/>
                    </a:lnTo>
                    <a:lnTo>
                      <a:pt x="119" y="220"/>
                    </a:lnTo>
                    <a:lnTo>
                      <a:pt x="119" y="225"/>
                    </a:lnTo>
                    <a:lnTo>
                      <a:pt x="128" y="223"/>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0" name="El Salvador" descr="© INSCALE GmbH, 05.05.2010&#10;http://www.presentationload.com/">
                <a:extLst>
                  <a:ext uri="{FF2B5EF4-FFF2-40B4-BE49-F238E27FC236}">
                    <a16:creationId xmlns:a16="http://schemas.microsoft.com/office/drawing/2014/main" id="{EBD7D3B1-F6EC-FF43-8059-7F95B2806551}"/>
                  </a:ext>
                </a:extLst>
              </p:cNvPr>
              <p:cNvSpPr>
                <a:spLocks/>
              </p:cNvSpPr>
              <p:nvPr/>
            </p:nvSpPr>
            <p:spPr bwMode="gray">
              <a:xfrm>
                <a:off x="3047049" y="3651898"/>
                <a:ext cx="72320" cy="47666"/>
              </a:xfrm>
              <a:custGeom>
                <a:avLst/>
                <a:gdLst>
                  <a:gd name="T0" fmla="*/ 2147483647 w 174"/>
                  <a:gd name="T1" fmla="*/ 2147483647 h 114"/>
                  <a:gd name="T2" fmla="*/ 2147483647 w 174"/>
                  <a:gd name="T3" fmla="*/ 2147483647 h 114"/>
                  <a:gd name="T4" fmla="*/ 2147483647 w 174"/>
                  <a:gd name="T5" fmla="*/ 2147483647 h 114"/>
                  <a:gd name="T6" fmla="*/ 2147483647 w 174"/>
                  <a:gd name="T7" fmla="*/ 2147483647 h 114"/>
                  <a:gd name="T8" fmla="*/ 2147483647 w 174"/>
                  <a:gd name="T9" fmla="*/ 2147483647 h 114"/>
                  <a:gd name="T10" fmla="*/ 2147483647 w 174"/>
                  <a:gd name="T11" fmla="*/ 2147483647 h 114"/>
                  <a:gd name="T12" fmla="*/ 2147483647 w 174"/>
                  <a:gd name="T13" fmla="*/ 2147483647 h 114"/>
                  <a:gd name="T14" fmla="*/ 2147483647 w 174"/>
                  <a:gd name="T15" fmla="*/ 2147483647 h 114"/>
                  <a:gd name="T16" fmla="*/ 2147483647 w 174"/>
                  <a:gd name="T17" fmla="*/ 2147483647 h 114"/>
                  <a:gd name="T18" fmla="*/ 2147483647 w 174"/>
                  <a:gd name="T19" fmla="*/ 0 h 114"/>
                  <a:gd name="T20" fmla="*/ 2147483647 w 174"/>
                  <a:gd name="T21" fmla="*/ 2147483647 h 114"/>
                  <a:gd name="T22" fmla="*/ 2147483647 w 174"/>
                  <a:gd name="T23" fmla="*/ 2147483647 h 114"/>
                  <a:gd name="T24" fmla="*/ 2147483647 w 174"/>
                  <a:gd name="T25" fmla="*/ 2147483647 h 114"/>
                  <a:gd name="T26" fmla="*/ 2147483647 w 174"/>
                  <a:gd name="T27" fmla="*/ 2147483647 h 114"/>
                  <a:gd name="T28" fmla="*/ 2147483647 w 174"/>
                  <a:gd name="T29" fmla="*/ 2147483647 h 114"/>
                  <a:gd name="T30" fmla="*/ 2147483647 w 174"/>
                  <a:gd name="T31" fmla="*/ 2147483647 h 114"/>
                  <a:gd name="T32" fmla="*/ 2147483647 w 174"/>
                  <a:gd name="T33" fmla="*/ 2147483647 h 114"/>
                  <a:gd name="T34" fmla="*/ 2147483647 w 174"/>
                  <a:gd name="T35" fmla="*/ 2147483647 h 114"/>
                  <a:gd name="T36" fmla="*/ 0 w 174"/>
                  <a:gd name="T37" fmla="*/ 2147483647 h 114"/>
                  <a:gd name="T38" fmla="*/ 2147483647 w 174"/>
                  <a:gd name="T39" fmla="*/ 2147483647 h 114"/>
                  <a:gd name="T40" fmla="*/ 2147483647 w 174"/>
                  <a:gd name="T41" fmla="*/ 2147483647 h 114"/>
                  <a:gd name="T42" fmla="*/ 2147483647 w 174"/>
                  <a:gd name="T43" fmla="*/ 2147483647 h 114"/>
                  <a:gd name="T44" fmla="*/ 2147483647 w 174"/>
                  <a:gd name="T45" fmla="*/ 2147483647 h 114"/>
                  <a:gd name="T46" fmla="*/ 2147483647 w 174"/>
                  <a:gd name="T47" fmla="*/ 2147483647 h 114"/>
                  <a:gd name="T48" fmla="*/ 2147483647 w 174"/>
                  <a:gd name="T49" fmla="*/ 2147483647 h 114"/>
                  <a:gd name="T50" fmla="*/ 2147483647 w 174"/>
                  <a:gd name="T51" fmla="*/ 2147483647 h 114"/>
                  <a:gd name="T52" fmla="*/ 2147483647 w 174"/>
                  <a:gd name="T53" fmla="*/ 2147483647 h 114"/>
                  <a:gd name="T54" fmla="*/ 2147483647 w 174"/>
                  <a:gd name="T55" fmla="*/ 2147483647 h 114"/>
                  <a:gd name="T56" fmla="*/ 2147483647 w 174"/>
                  <a:gd name="T57" fmla="*/ 2147483647 h 1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4"/>
                  <a:gd name="T88" fmla="*/ 0 h 114"/>
                  <a:gd name="T89" fmla="*/ 174 w 174"/>
                  <a:gd name="T90" fmla="*/ 114 h 1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4" h="114">
                    <a:moveTo>
                      <a:pt x="174" y="84"/>
                    </a:moveTo>
                    <a:lnTo>
                      <a:pt x="174" y="42"/>
                    </a:lnTo>
                    <a:lnTo>
                      <a:pt x="138" y="42"/>
                    </a:lnTo>
                    <a:lnTo>
                      <a:pt x="132" y="48"/>
                    </a:lnTo>
                    <a:lnTo>
                      <a:pt x="120" y="48"/>
                    </a:lnTo>
                    <a:lnTo>
                      <a:pt x="114" y="42"/>
                    </a:lnTo>
                    <a:lnTo>
                      <a:pt x="114" y="24"/>
                    </a:lnTo>
                    <a:lnTo>
                      <a:pt x="90" y="24"/>
                    </a:lnTo>
                    <a:lnTo>
                      <a:pt x="78" y="12"/>
                    </a:lnTo>
                    <a:lnTo>
                      <a:pt x="72" y="0"/>
                    </a:lnTo>
                    <a:lnTo>
                      <a:pt x="60" y="6"/>
                    </a:lnTo>
                    <a:lnTo>
                      <a:pt x="48" y="6"/>
                    </a:lnTo>
                    <a:lnTo>
                      <a:pt x="48" y="18"/>
                    </a:lnTo>
                    <a:lnTo>
                      <a:pt x="42" y="24"/>
                    </a:lnTo>
                    <a:lnTo>
                      <a:pt x="36" y="36"/>
                    </a:lnTo>
                    <a:lnTo>
                      <a:pt x="30" y="36"/>
                    </a:lnTo>
                    <a:lnTo>
                      <a:pt x="24" y="42"/>
                    </a:lnTo>
                    <a:lnTo>
                      <a:pt x="12" y="48"/>
                    </a:lnTo>
                    <a:lnTo>
                      <a:pt x="0" y="60"/>
                    </a:lnTo>
                    <a:lnTo>
                      <a:pt x="6" y="66"/>
                    </a:lnTo>
                    <a:lnTo>
                      <a:pt x="18" y="72"/>
                    </a:lnTo>
                    <a:lnTo>
                      <a:pt x="24" y="78"/>
                    </a:lnTo>
                    <a:lnTo>
                      <a:pt x="72" y="78"/>
                    </a:lnTo>
                    <a:lnTo>
                      <a:pt x="96" y="102"/>
                    </a:lnTo>
                    <a:lnTo>
                      <a:pt x="132" y="96"/>
                    </a:lnTo>
                    <a:lnTo>
                      <a:pt x="150" y="114"/>
                    </a:lnTo>
                    <a:lnTo>
                      <a:pt x="168" y="84"/>
                    </a:lnTo>
                    <a:lnTo>
                      <a:pt x="174" y="90"/>
                    </a:lnTo>
                    <a:lnTo>
                      <a:pt x="174" y="8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1" name="Dominican Republic" descr="© INSCALE GmbH, 05.05.2010&#10;http://www.presentationload.com/">
                <a:extLst>
                  <a:ext uri="{FF2B5EF4-FFF2-40B4-BE49-F238E27FC236}">
                    <a16:creationId xmlns:a16="http://schemas.microsoft.com/office/drawing/2014/main" id="{55DA628F-92DE-CE4F-8C92-F197BE72241D}"/>
                  </a:ext>
                </a:extLst>
              </p:cNvPr>
              <p:cNvSpPr>
                <a:spLocks/>
              </p:cNvSpPr>
              <p:nvPr/>
            </p:nvSpPr>
            <p:spPr bwMode="gray">
              <a:xfrm>
                <a:off x="3607530" y="3467812"/>
                <a:ext cx="105193" cy="70677"/>
              </a:xfrm>
              <a:custGeom>
                <a:avLst/>
                <a:gdLst>
                  <a:gd name="T0" fmla="*/ 2147483647 w 252"/>
                  <a:gd name="T1" fmla="*/ 2147483647 h 168"/>
                  <a:gd name="T2" fmla="*/ 2147483647 w 252"/>
                  <a:gd name="T3" fmla="*/ 2147483647 h 168"/>
                  <a:gd name="T4" fmla="*/ 2147483647 w 252"/>
                  <a:gd name="T5" fmla="*/ 2147483647 h 168"/>
                  <a:gd name="T6" fmla="*/ 2147483647 w 252"/>
                  <a:gd name="T7" fmla="*/ 2147483647 h 168"/>
                  <a:gd name="T8" fmla="*/ 2147483647 w 252"/>
                  <a:gd name="T9" fmla="*/ 2147483647 h 168"/>
                  <a:gd name="T10" fmla="*/ 2147483647 w 252"/>
                  <a:gd name="T11" fmla="*/ 2147483647 h 168"/>
                  <a:gd name="T12" fmla="*/ 2147483647 w 252"/>
                  <a:gd name="T13" fmla="*/ 2147483647 h 168"/>
                  <a:gd name="T14" fmla="*/ 2147483647 w 252"/>
                  <a:gd name="T15" fmla="*/ 2147483647 h 168"/>
                  <a:gd name="T16" fmla="*/ 2147483647 w 252"/>
                  <a:gd name="T17" fmla="*/ 2147483647 h 168"/>
                  <a:gd name="T18" fmla="*/ 2147483647 w 252"/>
                  <a:gd name="T19" fmla="*/ 2147483647 h 168"/>
                  <a:gd name="T20" fmla="*/ 2147483647 w 252"/>
                  <a:gd name="T21" fmla="*/ 0 h 168"/>
                  <a:gd name="T22" fmla="*/ 2147483647 w 252"/>
                  <a:gd name="T23" fmla="*/ 0 h 168"/>
                  <a:gd name="T24" fmla="*/ 2147483647 w 252"/>
                  <a:gd name="T25" fmla="*/ 2147483647 h 168"/>
                  <a:gd name="T26" fmla="*/ 2147483647 w 252"/>
                  <a:gd name="T27" fmla="*/ 2147483647 h 168"/>
                  <a:gd name="T28" fmla="*/ 2147483647 w 252"/>
                  <a:gd name="T29" fmla="*/ 2147483647 h 168"/>
                  <a:gd name="T30" fmla="*/ 2147483647 w 252"/>
                  <a:gd name="T31" fmla="*/ 2147483647 h 168"/>
                  <a:gd name="T32" fmla="*/ 2147483647 w 252"/>
                  <a:gd name="T33" fmla="*/ 2147483647 h 168"/>
                  <a:gd name="T34" fmla="*/ 2147483647 w 252"/>
                  <a:gd name="T35" fmla="*/ 2147483647 h 168"/>
                  <a:gd name="T36" fmla="*/ 2147483647 w 252"/>
                  <a:gd name="T37" fmla="*/ 2147483647 h 168"/>
                  <a:gd name="T38" fmla="*/ 2147483647 w 252"/>
                  <a:gd name="T39" fmla="*/ 2147483647 h 168"/>
                  <a:gd name="T40" fmla="*/ 2147483647 w 252"/>
                  <a:gd name="T41" fmla="*/ 2147483647 h 168"/>
                  <a:gd name="T42" fmla="*/ 0 w 252"/>
                  <a:gd name="T43" fmla="*/ 2147483647 h 168"/>
                  <a:gd name="T44" fmla="*/ 0 w 252"/>
                  <a:gd name="T45" fmla="*/ 2147483647 h 168"/>
                  <a:gd name="T46" fmla="*/ 2147483647 w 252"/>
                  <a:gd name="T47" fmla="*/ 2147483647 h 168"/>
                  <a:gd name="T48" fmla="*/ 0 w 252"/>
                  <a:gd name="T49" fmla="*/ 2147483647 h 168"/>
                  <a:gd name="T50" fmla="*/ 2147483647 w 252"/>
                  <a:gd name="T51" fmla="*/ 2147483647 h 168"/>
                  <a:gd name="T52" fmla="*/ 2147483647 w 252"/>
                  <a:gd name="T53" fmla="*/ 2147483647 h 168"/>
                  <a:gd name="T54" fmla="*/ 2147483647 w 252"/>
                  <a:gd name="T55" fmla="*/ 2147483647 h 168"/>
                  <a:gd name="T56" fmla="*/ 2147483647 w 252"/>
                  <a:gd name="T57" fmla="*/ 2147483647 h 168"/>
                  <a:gd name="T58" fmla="*/ 2147483647 w 252"/>
                  <a:gd name="T59" fmla="*/ 2147483647 h 168"/>
                  <a:gd name="T60" fmla="*/ 2147483647 w 252"/>
                  <a:gd name="T61" fmla="*/ 2147483647 h 168"/>
                  <a:gd name="T62" fmla="*/ 2147483647 w 252"/>
                  <a:gd name="T63" fmla="*/ 2147483647 h 168"/>
                  <a:gd name="T64" fmla="*/ 2147483647 w 252"/>
                  <a:gd name="T65" fmla="*/ 2147483647 h 168"/>
                  <a:gd name="T66" fmla="*/ 2147483647 w 252"/>
                  <a:gd name="T67" fmla="*/ 2147483647 h 1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52"/>
                  <a:gd name="T103" fmla="*/ 0 h 168"/>
                  <a:gd name="T104" fmla="*/ 252 w 252"/>
                  <a:gd name="T105" fmla="*/ 168 h 1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52" h="168">
                    <a:moveTo>
                      <a:pt x="246" y="102"/>
                    </a:moveTo>
                    <a:lnTo>
                      <a:pt x="234" y="96"/>
                    </a:lnTo>
                    <a:lnTo>
                      <a:pt x="216" y="78"/>
                    </a:lnTo>
                    <a:lnTo>
                      <a:pt x="192" y="66"/>
                    </a:lnTo>
                    <a:lnTo>
                      <a:pt x="156" y="54"/>
                    </a:lnTo>
                    <a:lnTo>
                      <a:pt x="132" y="42"/>
                    </a:lnTo>
                    <a:lnTo>
                      <a:pt x="126" y="30"/>
                    </a:lnTo>
                    <a:lnTo>
                      <a:pt x="108" y="12"/>
                    </a:lnTo>
                    <a:lnTo>
                      <a:pt x="96" y="6"/>
                    </a:lnTo>
                    <a:lnTo>
                      <a:pt x="84" y="6"/>
                    </a:lnTo>
                    <a:lnTo>
                      <a:pt x="60" y="0"/>
                    </a:lnTo>
                    <a:lnTo>
                      <a:pt x="30" y="0"/>
                    </a:lnTo>
                    <a:lnTo>
                      <a:pt x="24" y="6"/>
                    </a:lnTo>
                    <a:lnTo>
                      <a:pt x="18" y="6"/>
                    </a:lnTo>
                    <a:lnTo>
                      <a:pt x="30" y="42"/>
                    </a:lnTo>
                    <a:lnTo>
                      <a:pt x="30" y="54"/>
                    </a:lnTo>
                    <a:lnTo>
                      <a:pt x="24" y="60"/>
                    </a:lnTo>
                    <a:lnTo>
                      <a:pt x="18" y="72"/>
                    </a:lnTo>
                    <a:lnTo>
                      <a:pt x="12" y="78"/>
                    </a:lnTo>
                    <a:lnTo>
                      <a:pt x="12" y="90"/>
                    </a:lnTo>
                    <a:lnTo>
                      <a:pt x="6" y="102"/>
                    </a:lnTo>
                    <a:lnTo>
                      <a:pt x="0" y="108"/>
                    </a:lnTo>
                    <a:lnTo>
                      <a:pt x="0" y="114"/>
                    </a:lnTo>
                    <a:lnTo>
                      <a:pt x="12" y="144"/>
                    </a:lnTo>
                    <a:lnTo>
                      <a:pt x="0" y="126"/>
                    </a:lnTo>
                    <a:lnTo>
                      <a:pt x="30" y="168"/>
                    </a:lnTo>
                    <a:lnTo>
                      <a:pt x="78" y="132"/>
                    </a:lnTo>
                    <a:lnTo>
                      <a:pt x="174" y="132"/>
                    </a:lnTo>
                    <a:lnTo>
                      <a:pt x="186" y="138"/>
                    </a:lnTo>
                    <a:lnTo>
                      <a:pt x="240" y="138"/>
                    </a:lnTo>
                    <a:lnTo>
                      <a:pt x="246" y="132"/>
                    </a:lnTo>
                    <a:lnTo>
                      <a:pt x="252" y="120"/>
                    </a:lnTo>
                    <a:lnTo>
                      <a:pt x="252" y="114"/>
                    </a:lnTo>
                    <a:lnTo>
                      <a:pt x="246" y="10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2" name="Cuba" descr="© INSCALE GmbH, 05.05.2010&#10;http://www.presentationload.com/">
                <a:extLst>
                  <a:ext uri="{FF2B5EF4-FFF2-40B4-BE49-F238E27FC236}">
                    <a16:creationId xmlns:a16="http://schemas.microsoft.com/office/drawing/2014/main" id="{364EE185-7CC1-3946-8049-4F37B95E29D5}"/>
                  </a:ext>
                </a:extLst>
              </p:cNvPr>
              <p:cNvSpPr>
                <a:spLocks noEditPoints="1"/>
              </p:cNvSpPr>
              <p:nvPr/>
            </p:nvSpPr>
            <p:spPr bwMode="gray">
              <a:xfrm>
                <a:off x="3240998" y="3354402"/>
                <a:ext cx="310647" cy="113411"/>
              </a:xfrm>
              <a:custGeom>
                <a:avLst/>
                <a:gdLst>
                  <a:gd name="T0" fmla="*/ 2147483647 w 738"/>
                  <a:gd name="T1" fmla="*/ 2147483647 h 270"/>
                  <a:gd name="T2" fmla="*/ 2147483647 w 738"/>
                  <a:gd name="T3" fmla="*/ 2147483647 h 270"/>
                  <a:gd name="T4" fmla="*/ 2147483647 w 738"/>
                  <a:gd name="T5" fmla="*/ 2147483647 h 270"/>
                  <a:gd name="T6" fmla="*/ 2147483647 w 738"/>
                  <a:gd name="T7" fmla="*/ 2147483647 h 270"/>
                  <a:gd name="T8" fmla="*/ 2147483647 w 738"/>
                  <a:gd name="T9" fmla="*/ 2147483647 h 270"/>
                  <a:gd name="T10" fmla="*/ 2147483647 w 738"/>
                  <a:gd name="T11" fmla="*/ 2147483647 h 270"/>
                  <a:gd name="T12" fmla="*/ 2147483647 w 738"/>
                  <a:gd name="T13" fmla="*/ 2147483647 h 270"/>
                  <a:gd name="T14" fmla="*/ 2147483647 w 738"/>
                  <a:gd name="T15" fmla="*/ 2147483647 h 270"/>
                  <a:gd name="T16" fmla="*/ 2147483647 w 738"/>
                  <a:gd name="T17" fmla="*/ 2147483647 h 270"/>
                  <a:gd name="T18" fmla="*/ 2147483647 w 738"/>
                  <a:gd name="T19" fmla="*/ 2147483647 h 270"/>
                  <a:gd name="T20" fmla="*/ 2147483647 w 738"/>
                  <a:gd name="T21" fmla="*/ 2147483647 h 270"/>
                  <a:gd name="T22" fmla="*/ 2147483647 w 738"/>
                  <a:gd name="T23" fmla="*/ 2147483647 h 270"/>
                  <a:gd name="T24" fmla="*/ 2147483647 w 738"/>
                  <a:gd name="T25" fmla="*/ 2147483647 h 270"/>
                  <a:gd name="T26" fmla="*/ 2147483647 w 738"/>
                  <a:gd name="T27" fmla="*/ 2147483647 h 270"/>
                  <a:gd name="T28" fmla="*/ 2147483647 w 738"/>
                  <a:gd name="T29" fmla="*/ 2147483647 h 270"/>
                  <a:gd name="T30" fmla="*/ 2147483647 w 738"/>
                  <a:gd name="T31" fmla="*/ 2147483647 h 270"/>
                  <a:gd name="T32" fmla="*/ 2147483647 w 738"/>
                  <a:gd name="T33" fmla="*/ 2147483647 h 270"/>
                  <a:gd name="T34" fmla="*/ 2147483647 w 738"/>
                  <a:gd name="T35" fmla="*/ 2147483647 h 270"/>
                  <a:gd name="T36" fmla="*/ 2147483647 w 738"/>
                  <a:gd name="T37" fmla="*/ 0 h 270"/>
                  <a:gd name="T38" fmla="*/ 2147483647 w 738"/>
                  <a:gd name="T39" fmla="*/ 2147483647 h 270"/>
                  <a:gd name="T40" fmla="*/ 2147483647 w 738"/>
                  <a:gd name="T41" fmla="*/ 2147483647 h 270"/>
                  <a:gd name="T42" fmla="*/ 2147483647 w 738"/>
                  <a:gd name="T43" fmla="*/ 2147483647 h 270"/>
                  <a:gd name="T44" fmla="*/ 2147483647 w 738"/>
                  <a:gd name="T45" fmla="*/ 2147483647 h 270"/>
                  <a:gd name="T46" fmla="*/ 2147483647 w 738"/>
                  <a:gd name="T47" fmla="*/ 2147483647 h 270"/>
                  <a:gd name="T48" fmla="*/ 2147483647 w 738"/>
                  <a:gd name="T49" fmla="*/ 2147483647 h 270"/>
                  <a:gd name="T50" fmla="*/ 2147483647 w 738"/>
                  <a:gd name="T51" fmla="*/ 2147483647 h 270"/>
                  <a:gd name="T52" fmla="*/ 2147483647 w 738"/>
                  <a:gd name="T53" fmla="*/ 2147483647 h 270"/>
                  <a:gd name="T54" fmla="*/ 2147483647 w 738"/>
                  <a:gd name="T55" fmla="*/ 2147483647 h 270"/>
                  <a:gd name="T56" fmla="*/ 2147483647 w 738"/>
                  <a:gd name="T57" fmla="*/ 2147483647 h 270"/>
                  <a:gd name="T58" fmla="*/ 2147483647 w 738"/>
                  <a:gd name="T59" fmla="*/ 2147483647 h 270"/>
                  <a:gd name="T60" fmla="*/ 2147483647 w 738"/>
                  <a:gd name="T61" fmla="*/ 2147483647 h 270"/>
                  <a:gd name="T62" fmla="*/ 2147483647 w 738"/>
                  <a:gd name="T63" fmla="*/ 2147483647 h 270"/>
                  <a:gd name="T64" fmla="*/ 2147483647 w 738"/>
                  <a:gd name="T65" fmla="*/ 2147483647 h 270"/>
                  <a:gd name="T66" fmla="*/ 2147483647 w 738"/>
                  <a:gd name="T67" fmla="*/ 2147483647 h 270"/>
                  <a:gd name="T68" fmla="*/ 2147483647 w 738"/>
                  <a:gd name="T69" fmla="*/ 2147483647 h 270"/>
                  <a:gd name="T70" fmla="*/ 2147483647 w 738"/>
                  <a:gd name="T71" fmla="*/ 2147483647 h 270"/>
                  <a:gd name="T72" fmla="*/ 2147483647 w 738"/>
                  <a:gd name="T73" fmla="*/ 2147483647 h 270"/>
                  <a:gd name="T74" fmla="*/ 2147483647 w 738"/>
                  <a:gd name="T75" fmla="*/ 2147483647 h 270"/>
                  <a:gd name="T76" fmla="*/ 2147483647 w 738"/>
                  <a:gd name="T77" fmla="*/ 2147483647 h 270"/>
                  <a:gd name="T78" fmla="*/ 2147483647 w 738"/>
                  <a:gd name="T79" fmla="*/ 2147483647 h 270"/>
                  <a:gd name="T80" fmla="*/ 2147483647 w 738"/>
                  <a:gd name="T81" fmla="*/ 2147483647 h 270"/>
                  <a:gd name="T82" fmla="*/ 2147483647 w 738"/>
                  <a:gd name="T83" fmla="*/ 2147483647 h 270"/>
                  <a:gd name="T84" fmla="*/ 2147483647 w 738"/>
                  <a:gd name="T85" fmla="*/ 2147483647 h 270"/>
                  <a:gd name="T86" fmla="*/ 2147483647 w 738"/>
                  <a:gd name="T87" fmla="*/ 2147483647 h 270"/>
                  <a:gd name="T88" fmla="*/ 2147483647 w 738"/>
                  <a:gd name="T89" fmla="*/ 2147483647 h 270"/>
                  <a:gd name="T90" fmla="*/ 2147483647 w 738"/>
                  <a:gd name="T91" fmla="*/ 2147483647 h 270"/>
                  <a:gd name="T92" fmla="*/ 2147483647 w 738"/>
                  <a:gd name="T93" fmla="*/ 2147483647 h 270"/>
                  <a:gd name="T94" fmla="*/ 2147483647 w 738"/>
                  <a:gd name="T95" fmla="*/ 2147483647 h 270"/>
                  <a:gd name="T96" fmla="*/ 2147483647 w 738"/>
                  <a:gd name="T97" fmla="*/ 2147483647 h 270"/>
                  <a:gd name="T98" fmla="*/ 2147483647 w 738"/>
                  <a:gd name="T99" fmla="*/ 2147483647 h 270"/>
                  <a:gd name="T100" fmla="*/ 2147483647 w 738"/>
                  <a:gd name="T101" fmla="*/ 2147483647 h 270"/>
                  <a:gd name="T102" fmla="*/ 2147483647 w 738"/>
                  <a:gd name="T103" fmla="*/ 2147483647 h 270"/>
                  <a:gd name="T104" fmla="*/ 2147483647 w 738"/>
                  <a:gd name="T105" fmla="*/ 2147483647 h 270"/>
                  <a:gd name="T106" fmla="*/ 2147483647 w 738"/>
                  <a:gd name="T107" fmla="*/ 2147483647 h 270"/>
                  <a:gd name="T108" fmla="*/ 2147483647 w 738"/>
                  <a:gd name="T109" fmla="*/ 2147483647 h 270"/>
                  <a:gd name="T110" fmla="*/ 2147483647 w 738"/>
                  <a:gd name="T111" fmla="*/ 2147483647 h 270"/>
                  <a:gd name="T112" fmla="*/ 2147483647 w 738"/>
                  <a:gd name="T113" fmla="*/ 2147483647 h 270"/>
                  <a:gd name="T114" fmla="*/ 2147483647 w 738"/>
                  <a:gd name="T115" fmla="*/ 2147483647 h 2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38"/>
                  <a:gd name="T175" fmla="*/ 0 h 270"/>
                  <a:gd name="T176" fmla="*/ 738 w 738"/>
                  <a:gd name="T177" fmla="*/ 270 h 2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38" h="270">
                    <a:moveTo>
                      <a:pt x="708" y="228"/>
                    </a:moveTo>
                    <a:lnTo>
                      <a:pt x="690" y="222"/>
                    </a:lnTo>
                    <a:lnTo>
                      <a:pt x="666" y="222"/>
                    </a:lnTo>
                    <a:lnTo>
                      <a:pt x="666" y="204"/>
                    </a:lnTo>
                    <a:lnTo>
                      <a:pt x="660" y="198"/>
                    </a:lnTo>
                    <a:lnTo>
                      <a:pt x="648" y="192"/>
                    </a:lnTo>
                    <a:lnTo>
                      <a:pt x="600" y="192"/>
                    </a:lnTo>
                    <a:lnTo>
                      <a:pt x="624" y="168"/>
                    </a:lnTo>
                    <a:lnTo>
                      <a:pt x="612" y="168"/>
                    </a:lnTo>
                    <a:lnTo>
                      <a:pt x="600" y="162"/>
                    </a:lnTo>
                    <a:lnTo>
                      <a:pt x="558" y="162"/>
                    </a:lnTo>
                    <a:lnTo>
                      <a:pt x="534" y="150"/>
                    </a:lnTo>
                    <a:lnTo>
                      <a:pt x="528" y="144"/>
                    </a:lnTo>
                    <a:lnTo>
                      <a:pt x="522" y="144"/>
                    </a:lnTo>
                    <a:lnTo>
                      <a:pt x="528" y="138"/>
                    </a:lnTo>
                    <a:lnTo>
                      <a:pt x="528" y="132"/>
                    </a:lnTo>
                    <a:lnTo>
                      <a:pt x="534" y="126"/>
                    </a:lnTo>
                    <a:lnTo>
                      <a:pt x="534" y="120"/>
                    </a:lnTo>
                    <a:lnTo>
                      <a:pt x="522" y="120"/>
                    </a:lnTo>
                    <a:lnTo>
                      <a:pt x="510" y="114"/>
                    </a:lnTo>
                    <a:lnTo>
                      <a:pt x="504" y="114"/>
                    </a:lnTo>
                    <a:lnTo>
                      <a:pt x="474" y="84"/>
                    </a:lnTo>
                    <a:lnTo>
                      <a:pt x="462" y="78"/>
                    </a:lnTo>
                    <a:lnTo>
                      <a:pt x="450" y="66"/>
                    </a:lnTo>
                    <a:lnTo>
                      <a:pt x="432" y="66"/>
                    </a:lnTo>
                    <a:lnTo>
                      <a:pt x="432" y="84"/>
                    </a:lnTo>
                    <a:lnTo>
                      <a:pt x="444" y="96"/>
                    </a:lnTo>
                    <a:lnTo>
                      <a:pt x="450" y="96"/>
                    </a:lnTo>
                    <a:lnTo>
                      <a:pt x="378" y="60"/>
                    </a:lnTo>
                    <a:lnTo>
                      <a:pt x="372" y="54"/>
                    </a:lnTo>
                    <a:lnTo>
                      <a:pt x="360" y="48"/>
                    </a:lnTo>
                    <a:lnTo>
                      <a:pt x="354" y="36"/>
                    </a:lnTo>
                    <a:lnTo>
                      <a:pt x="342" y="30"/>
                    </a:lnTo>
                    <a:lnTo>
                      <a:pt x="330" y="18"/>
                    </a:lnTo>
                    <a:lnTo>
                      <a:pt x="270" y="18"/>
                    </a:lnTo>
                    <a:lnTo>
                      <a:pt x="258" y="12"/>
                    </a:lnTo>
                    <a:lnTo>
                      <a:pt x="228" y="6"/>
                    </a:lnTo>
                    <a:lnTo>
                      <a:pt x="174" y="0"/>
                    </a:lnTo>
                    <a:lnTo>
                      <a:pt x="126" y="6"/>
                    </a:lnTo>
                    <a:lnTo>
                      <a:pt x="96" y="18"/>
                    </a:lnTo>
                    <a:lnTo>
                      <a:pt x="72" y="42"/>
                    </a:lnTo>
                    <a:lnTo>
                      <a:pt x="60" y="48"/>
                    </a:lnTo>
                    <a:lnTo>
                      <a:pt x="42" y="60"/>
                    </a:lnTo>
                    <a:lnTo>
                      <a:pt x="24" y="66"/>
                    </a:lnTo>
                    <a:lnTo>
                      <a:pt x="12" y="72"/>
                    </a:lnTo>
                    <a:lnTo>
                      <a:pt x="6" y="78"/>
                    </a:lnTo>
                    <a:lnTo>
                      <a:pt x="0" y="78"/>
                    </a:lnTo>
                    <a:lnTo>
                      <a:pt x="72" y="72"/>
                    </a:lnTo>
                    <a:lnTo>
                      <a:pt x="72" y="60"/>
                    </a:lnTo>
                    <a:lnTo>
                      <a:pt x="150" y="54"/>
                    </a:lnTo>
                    <a:lnTo>
                      <a:pt x="174" y="42"/>
                    </a:lnTo>
                    <a:lnTo>
                      <a:pt x="198" y="42"/>
                    </a:lnTo>
                    <a:lnTo>
                      <a:pt x="222" y="54"/>
                    </a:lnTo>
                    <a:lnTo>
                      <a:pt x="222" y="60"/>
                    </a:lnTo>
                    <a:lnTo>
                      <a:pt x="216" y="60"/>
                    </a:lnTo>
                    <a:lnTo>
                      <a:pt x="210" y="66"/>
                    </a:lnTo>
                    <a:lnTo>
                      <a:pt x="198" y="66"/>
                    </a:lnTo>
                    <a:lnTo>
                      <a:pt x="192" y="72"/>
                    </a:lnTo>
                    <a:lnTo>
                      <a:pt x="186" y="72"/>
                    </a:lnTo>
                    <a:lnTo>
                      <a:pt x="204" y="78"/>
                    </a:lnTo>
                    <a:lnTo>
                      <a:pt x="210" y="78"/>
                    </a:lnTo>
                    <a:lnTo>
                      <a:pt x="216" y="84"/>
                    </a:lnTo>
                    <a:lnTo>
                      <a:pt x="228" y="90"/>
                    </a:lnTo>
                    <a:lnTo>
                      <a:pt x="246" y="96"/>
                    </a:lnTo>
                    <a:lnTo>
                      <a:pt x="258" y="102"/>
                    </a:lnTo>
                    <a:lnTo>
                      <a:pt x="276" y="102"/>
                    </a:lnTo>
                    <a:lnTo>
                      <a:pt x="282" y="96"/>
                    </a:lnTo>
                    <a:lnTo>
                      <a:pt x="282" y="90"/>
                    </a:lnTo>
                    <a:lnTo>
                      <a:pt x="294" y="96"/>
                    </a:lnTo>
                    <a:lnTo>
                      <a:pt x="300" y="102"/>
                    </a:lnTo>
                    <a:lnTo>
                      <a:pt x="318" y="114"/>
                    </a:lnTo>
                    <a:lnTo>
                      <a:pt x="342" y="126"/>
                    </a:lnTo>
                    <a:lnTo>
                      <a:pt x="372" y="126"/>
                    </a:lnTo>
                    <a:lnTo>
                      <a:pt x="390" y="120"/>
                    </a:lnTo>
                    <a:lnTo>
                      <a:pt x="402" y="120"/>
                    </a:lnTo>
                    <a:lnTo>
                      <a:pt x="390" y="144"/>
                    </a:lnTo>
                    <a:lnTo>
                      <a:pt x="450" y="168"/>
                    </a:lnTo>
                    <a:lnTo>
                      <a:pt x="474" y="204"/>
                    </a:lnTo>
                    <a:lnTo>
                      <a:pt x="480" y="210"/>
                    </a:lnTo>
                    <a:lnTo>
                      <a:pt x="492" y="216"/>
                    </a:lnTo>
                    <a:lnTo>
                      <a:pt x="498" y="222"/>
                    </a:lnTo>
                    <a:lnTo>
                      <a:pt x="498" y="228"/>
                    </a:lnTo>
                    <a:lnTo>
                      <a:pt x="474" y="252"/>
                    </a:lnTo>
                    <a:lnTo>
                      <a:pt x="474" y="258"/>
                    </a:lnTo>
                    <a:lnTo>
                      <a:pt x="480" y="264"/>
                    </a:lnTo>
                    <a:lnTo>
                      <a:pt x="492" y="258"/>
                    </a:lnTo>
                    <a:lnTo>
                      <a:pt x="504" y="258"/>
                    </a:lnTo>
                    <a:lnTo>
                      <a:pt x="528" y="246"/>
                    </a:lnTo>
                    <a:lnTo>
                      <a:pt x="558" y="246"/>
                    </a:lnTo>
                    <a:lnTo>
                      <a:pt x="558" y="252"/>
                    </a:lnTo>
                    <a:lnTo>
                      <a:pt x="552" y="252"/>
                    </a:lnTo>
                    <a:lnTo>
                      <a:pt x="546" y="258"/>
                    </a:lnTo>
                    <a:lnTo>
                      <a:pt x="546" y="264"/>
                    </a:lnTo>
                    <a:lnTo>
                      <a:pt x="558" y="264"/>
                    </a:lnTo>
                    <a:lnTo>
                      <a:pt x="564" y="270"/>
                    </a:lnTo>
                    <a:lnTo>
                      <a:pt x="612" y="270"/>
                    </a:lnTo>
                    <a:lnTo>
                      <a:pt x="636" y="264"/>
                    </a:lnTo>
                    <a:lnTo>
                      <a:pt x="684" y="258"/>
                    </a:lnTo>
                    <a:lnTo>
                      <a:pt x="720" y="252"/>
                    </a:lnTo>
                    <a:lnTo>
                      <a:pt x="738" y="246"/>
                    </a:lnTo>
                    <a:lnTo>
                      <a:pt x="738" y="240"/>
                    </a:lnTo>
                    <a:lnTo>
                      <a:pt x="732" y="234"/>
                    </a:lnTo>
                    <a:lnTo>
                      <a:pt x="720" y="228"/>
                    </a:lnTo>
                    <a:lnTo>
                      <a:pt x="708" y="228"/>
                    </a:lnTo>
                    <a:close/>
                    <a:moveTo>
                      <a:pt x="114" y="126"/>
                    </a:moveTo>
                    <a:lnTo>
                      <a:pt x="114" y="132"/>
                    </a:lnTo>
                    <a:lnTo>
                      <a:pt x="120" y="138"/>
                    </a:lnTo>
                    <a:lnTo>
                      <a:pt x="132" y="144"/>
                    </a:lnTo>
                    <a:lnTo>
                      <a:pt x="144" y="138"/>
                    </a:lnTo>
                    <a:lnTo>
                      <a:pt x="150" y="138"/>
                    </a:lnTo>
                    <a:lnTo>
                      <a:pt x="156" y="126"/>
                    </a:lnTo>
                    <a:lnTo>
                      <a:pt x="156" y="120"/>
                    </a:lnTo>
                    <a:lnTo>
                      <a:pt x="150" y="114"/>
                    </a:lnTo>
                    <a:lnTo>
                      <a:pt x="138" y="114"/>
                    </a:lnTo>
                    <a:lnTo>
                      <a:pt x="126" y="120"/>
                    </a:lnTo>
                    <a:lnTo>
                      <a:pt x="120" y="120"/>
                    </a:lnTo>
                    <a:lnTo>
                      <a:pt x="114" y="1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3" name="Costa Rica" descr="© INSCALE GmbH, 05.05.2010&#10;http://www.presentationload.com/">
                <a:extLst>
                  <a:ext uri="{FF2B5EF4-FFF2-40B4-BE49-F238E27FC236}">
                    <a16:creationId xmlns:a16="http://schemas.microsoft.com/office/drawing/2014/main" id="{DD98288D-213E-744E-A0A5-2E5C3FD8FBFE}"/>
                  </a:ext>
                </a:extLst>
              </p:cNvPr>
              <p:cNvSpPr>
                <a:spLocks/>
              </p:cNvSpPr>
              <p:nvPr/>
            </p:nvSpPr>
            <p:spPr bwMode="gray">
              <a:xfrm>
                <a:off x="3163747" y="3762024"/>
                <a:ext cx="100262" cy="96974"/>
              </a:xfrm>
              <a:custGeom>
                <a:avLst/>
                <a:gdLst>
                  <a:gd name="T0" fmla="*/ 2147483647 w 240"/>
                  <a:gd name="T1" fmla="*/ 2147483647 h 228"/>
                  <a:gd name="T2" fmla="*/ 2147483647 w 240"/>
                  <a:gd name="T3" fmla="*/ 2147483647 h 228"/>
                  <a:gd name="T4" fmla="*/ 2147483647 w 240"/>
                  <a:gd name="T5" fmla="*/ 2147483647 h 228"/>
                  <a:gd name="T6" fmla="*/ 2147483647 w 240"/>
                  <a:gd name="T7" fmla="*/ 2147483647 h 228"/>
                  <a:gd name="T8" fmla="*/ 2147483647 w 240"/>
                  <a:gd name="T9" fmla="*/ 2147483647 h 228"/>
                  <a:gd name="T10" fmla="*/ 2147483647 w 240"/>
                  <a:gd name="T11" fmla="*/ 2147483647 h 228"/>
                  <a:gd name="T12" fmla="*/ 2147483647 w 240"/>
                  <a:gd name="T13" fmla="*/ 2147483647 h 228"/>
                  <a:gd name="T14" fmla="*/ 2147483647 w 240"/>
                  <a:gd name="T15" fmla="*/ 2147483647 h 228"/>
                  <a:gd name="T16" fmla="*/ 2147483647 w 240"/>
                  <a:gd name="T17" fmla="*/ 2147483647 h 228"/>
                  <a:gd name="T18" fmla="*/ 2147483647 w 240"/>
                  <a:gd name="T19" fmla="*/ 2147483647 h 228"/>
                  <a:gd name="T20" fmla="*/ 2147483647 w 240"/>
                  <a:gd name="T21" fmla="*/ 2147483647 h 228"/>
                  <a:gd name="T22" fmla="*/ 2147483647 w 240"/>
                  <a:gd name="T23" fmla="*/ 2147483647 h 228"/>
                  <a:gd name="T24" fmla="*/ 2147483647 w 240"/>
                  <a:gd name="T25" fmla="*/ 2147483647 h 228"/>
                  <a:gd name="T26" fmla="*/ 2147483647 w 240"/>
                  <a:gd name="T27" fmla="*/ 2147483647 h 228"/>
                  <a:gd name="T28" fmla="*/ 2147483647 w 240"/>
                  <a:gd name="T29" fmla="*/ 2147483647 h 228"/>
                  <a:gd name="T30" fmla="*/ 2147483647 w 240"/>
                  <a:gd name="T31" fmla="*/ 0 h 228"/>
                  <a:gd name="T32" fmla="*/ 2147483647 w 240"/>
                  <a:gd name="T33" fmla="*/ 2147483647 h 228"/>
                  <a:gd name="T34" fmla="*/ 2147483647 w 240"/>
                  <a:gd name="T35" fmla="*/ 2147483647 h 228"/>
                  <a:gd name="T36" fmla="*/ 0 w 240"/>
                  <a:gd name="T37" fmla="*/ 2147483647 h 228"/>
                  <a:gd name="T38" fmla="*/ 2147483647 w 240"/>
                  <a:gd name="T39" fmla="*/ 2147483647 h 228"/>
                  <a:gd name="T40" fmla="*/ 2147483647 w 240"/>
                  <a:gd name="T41" fmla="*/ 2147483647 h 228"/>
                  <a:gd name="T42" fmla="*/ 2147483647 w 240"/>
                  <a:gd name="T43" fmla="*/ 2147483647 h 228"/>
                  <a:gd name="T44" fmla="*/ 2147483647 w 240"/>
                  <a:gd name="T45" fmla="*/ 2147483647 h 228"/>
                  <a:gd name="T46" fmla="*/ 2147483647 w 240"/>
                  <a:gd name="T47" fmla="*/ 2147483647 h 228"/>
                  <a:gd name="T48" fmla="*/ 2147483647 w 240"/>
                  <a:gd name="T49" fmla="*/ 2147483647 h 228"/>
                  <a:gd name="T50" fmla="*/ 2147483647 w 240"/>
                  <a:gd name="T51" fmla="*/ 2147483647 h 228"/>
                  <a:gd name="T52" fmla="*/ 2147483647 w 240"/>
                  <a:gd name="T53" fmla="*/ 2147483647 h 228"/>
                  <a:gd name="T54" fmla="*/ 2147483647 w 240"/>
                  <a:gd name="T55" fmla="*/ 2147483647 h 228"/>
                  <a:gd name="T56" fmla="*/ 2147483647 w 240"/>
                  <a:gd name="T57" fmla="*/ 2147483647 h 228"/>
                  <a:gd name="T58" fmla="*/ 2147483647 w 240"/>
                  <a:gd name="T59" fmla="*/ 2147483647 h 228"/>
                  <a:gd name="T60" fmla="*/ 2147483647 w 240"/>
                  <a:gd name="T61" fmla="*/ 2147483647 h 228"/>
                  <a:gd name="T62" fmla="*/ 2147483647 w 240"/>
                  <a:gd name="T63" fmla="*/ 2147483647 h 228"/>
                  <a:gd name="T64" fmla="*/ 2147483647 w 240"/>
                  <a:gd name="T65" fmla="*/ 2147483647 h 228"/>
                  <a:gd name="T66" fmla="*/ 2147483647 w 240"/>
                  <a:gd name="T67" fmla="*/ 2147483647 h 2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0"/>
                  <a:gd name="T103" fmla="*/ 0 h 228"/>
                  <a:gd name="T104" fmla="*/ 240 w 240"/>
                  <a:gd name="T105" fmla="*/ 228 h 2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0" h="228">
                    <a:moveTo>
                      <a:pt x="210" y="198"/>
                    </a:moveTo>
                    <a:lnTo>
                      <a:pt x="216" y="198"/>
                    </a:lnTo>
                    <a:lnTo>
                      <a:pt x="234" y="180"/>
                    </a:lnTo>
                    <a:lnTo>
                      <a:pt x="228" y="174"/>
                    </a:lnTo>
                    <a:lnTo>
                      <a:pt x="210" y="174"/>
                    </a:lnTo>
                    <a:lnTo>
                      <a:pt x="210" y="168"/>
                    </a:lnTo>
                    <a:lnTo>
                      <a:pt x="204" y="162"/>
                    </a:lnTo>
                    <a:lnTo>
                      <a:pt x="204" y="144"/>
                    </a:lnTo>
                    <a:lnTo>
                      <a:pt x="210" y="138"/>
                    </a:lnTo>
                    <a:lnTo>
                      <a:pt x="222" y="138"/>
                    </a:lnTo>
                    <a:lnTo>
                      <a:pt x="228" y="132"/>
                    </a:lnTo>
                    <a:lnTo>
                      <a:pt x="240" y="132"/>
                    </a:lnTo>
                    <a:lnTo>
                      <a:pt x="228" y="126"/>
                    </a:lnTo>
                    <a:lnTo>
                      <a:pt x="210" y="108"/>
                    </a:lnTo>
                    <a:lnTo>
                      <a:pt x="198" y="84"/>
                    </a:lnTo>
                    <a:lnTo>
                      <a:pt x="192" y="78"/>
                    </a:lnTo>
                    <a:lnTo>
                      <a:pt x="186" y="66"/>
                    </a:lnTo>
                    <a:lnTo>
                      <a:pt x="180" y="60"/>
                    </a:lnTo>
                    <a:lnTo>
                      <a:pt x="174" y="36"/>
                    </a:lnTo>
                    <a:lnTo>
                      <a:pt x="138" y="36"/>
                    </a:lnTo>
                    <a:lnTo>
                      <a:pt x="126" y="24"/>
                    </a:lnTo>
                    <a:lnTo>
                      <a:pt x="126" y="18"/>
                    </a:lnTo>
                    <a:lnTo>
                      <a:pt x="120" y="18"/>
                    </a:lnTo>
                    <a:lnTo>
                      <a:pt x="114" y="12"/>
                    </a:lnTo>
                    <a:lnTo>
                      <a:pt x="84" y="12"/>
                    </a:lnTo>
                    <a:lnTo>
                      <a:pt x="84" y="18"/>
                    </a:lnTo>
                    <a:lnTo>
                      <a:pt x="78" y="18"/>
                    </a:lnTo>
                    <a:lnTo>
                      <a:pt x="72" y="12"/>
                    </a:lnTo>
                    <a:lnTo>
                      <a:pt x="60" y="6"/>
                    </a:lnTo>
                    <a:lnTo>
                      <a:pt x="48" y="6"/>
                    </a:lnTo>
                    <a:lnTo>
                      <a:pt x="42" y="0"/>
                    </a:lnTo>
                    <a:lnTo>
                      <a:pt x="24" y="0"/>
                    </a:lnTo>
                    <a:lnTo>
                      <a:pt x="6" y="30"/>
                    </a:lnTo>
                    <a:lnTo>
                      <a:pt x="18" y="42"/>
                    </a:lnTo>
                    <a:lnTo>
                      <a:pt x="24" y="42"/>
                    </a:lnTo>
                    <a:lnTo>
                      <a:pt x="24" y="48"/>
                    </a:lnTo>
                    <a:lnTo>
                      <a:pt x="6" y="66"/>
                    </a:lnTo>
                    <a:lnTo>
                      <a:pt x="0" y="78"/>
                    </a:lnTo>
                    <a:lnTo>
                      <a:pt x="6" y="90"/>
                    </a:lnTo>
                    <a:lnTo>
                      <a:pt x="18" y="102"/>
                    </a:lnTo>
                    <a:lnTo>
                      <a:pt x="30" y="108"/>
                    </a:lnTo>
                    <a:lnTo>
                      <a:pt x="42" y="108"/>
                    </a:lnTo>
                    <a:lnTo>
                      <a:pt x="60" y="126"/>
                    </a:lnTo>
                    <a:lnTo>
                      <a:pt x="72" y="126"/>
                    </a:lnTo>
                    <a:lnTo>
                      <a:pt x="72" y="102"/>
                    </a:lnTo>
                    <a:lnTo>
                      <a:pt x="66" y="96"/>
                    </a:lnTo>
                    <a:lnTo>
                      <a:pt x="54" y="90"/>
                    </a:lnTo>
                    <a:lnTo>
                      <a:pt x="42" y="78"/>
                    </a:lnTo>
                    <a:lnTo>
                      <a:pt x="42" y="72"/>
                    </a:lnTo>
                    <a:lnTo>
                      <a:pt x="48" y="72"/>
                    </a:lnTo>
                    <a:lnTo>
                      <a:pt x="60" y="78"/>
                    </a:lnTo>
                    <a:lnTo>
                      <a:pt x="66" y="84"/>
                    </a:lnTo>
                    <a:lnTo>
                      <a:pt x="90" y="96"/>
                    </a:lnTo>
                    <a:lnTo>
                      <a:pt x="96" y="102"/>
                    </a:lnTo>
                    <a:lnTo>
                      <a:pt x="96" y="132"/>
                    </a:lnTo>
                    <a:lnTo>
                      <a:pt x="114" y="132"/>
                    </a:lnTo>
                    <a:lnTo>
                      <a:pt x="126" y="138"/>
                    </a:lnTo>
                    <a:lnTo>
                      <a:pt x="138" y="138"/>
                    </a:lnTo>
                    <a:lnTo>
                      <a:pt x="156" y="180"/>
                    </a:lnTo>
                    <a:lnTo>
                      <a:pt x="150" y="186"/>
                    </a:lnTo>
                    <a:lnTo>
                      <a:pt x="150" y="198"/>
                    </a:lnTo>
                    <a:lnTo>
                      <a:pt x="168" y="216"/>
                    </a:lnTo>
                    <a:lnTo>
                      <a:pt x="180" y="222"/>
                    </a:lnTo>
                    <a:lnTo>
                      <a:pt x="192" y="222"/>
                    </a:lnTo>
                    <a:lnTo>
                      <a:pt x="174" y="198"/>
                    </a:lnTo>
                    <a:lnTo>
                      <a:pt x="204" y="228"/>
                    </a:lnTo>
                    <a:lnTo>
                      <a:pt x="210" y="222"/>
                    </a:lnTo>
                    <a:lnTo>
                      <a:pt x="210" y="19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4" name="Canada" descr="© INSCALE GmbH, 05.05.2010&#10;http://www.presentationload.com/">
                <a:extLst>
                  <a:ext uri="{FF2B5EF4-FFF2-40B4-BE49-F238E27FC236}">
                    <a16:creationId xmlns:a16="http://schemas.microsoft.com/office/drawing/2014/main" id="{AE5186BE-20A6-BE4C-AF49-9BD2330D2E21}"/>
                  </a:ext>
                </a:extLst>
              </p:cNvPr>
              <p:cNvSpPr>
                <a:spLocks noEditPoints="1"/>
              </p:cNvSpPr>
              <p:nvPr/>
            </p:nvSpPr>
            <p:spPr bwMode="gray">
              <a:xfrm>
                <a:off x="2404385" y="1508594"/>
                <a:ext cx="2342187" cy="1213005"/>
              </a:xfrm>
              <a:custGeom>
                <a:avLst/>
                <a:gdLst>
                  <a:gd name="T0" fmla="*/ 2147483647 w 5574"/>
                  <a:gd name="T1" fmla="*/ 2147483647 h 2886"/>
                  <a:gd name="T2" fmla="*/ 2147483647 w 5574"/>
                  <a:gd name="T3" fmla="*/ 2147483647 h 2886"/>
                  <a:gd name="T4" fmla="*/ 2147483647 w 5574"/>
                  <a:gd name="T5" fmla="*/ 2147483647 h 2886"/>
                  <a:gd name="T6" fmla="*/ 2147483647 w 5574"/>
                  <a:gd name="T7" fmla="*/ 2147483647 h 2886"/>
                  <a:gd name="T8" fmla="*/ 2147483647 w 5574"/>
                  <a:gd name="T9" fmla="*/ 2147483647 h 2886"/>
                  <a:gd name="T10" fmla="*/ 2147483647 w 5574"/>
                  <a:gd name="T11" fmla="*/ 2147483647 h 2886"/>
                  <a:gd name="T12" fmla="*/ 2147483647 w 5574"/>
                  <a:gd name="T13" fmla="*/ 2147483647 h 2886"/>
                  <a:gd name="T14" fmla="*/ 2147483647 w 5574"/>
                  <a:gd name="T15" fmla="*/ 2147483647 h 2886"/>
                  <a:gd name="T16" fmla="*/ 2147483647 w 5574"/>
                  <a:gd name="T17" fmla="*/ 2147483647 h 2886"/>
                  <a:gd name="T18" fmla="*/ 2147483647 w 5574"/>
                  <a:gd name="T19" fmla="*/ 2147483647 h 2886"/>
                  <a:gd name="T20" fmla="*/ 2147483647 w 5574"/>
                  <a:gd name="T21" fmla="*/ 2147483647 h 2886"/>
                  <a:gd name="T22" fmla="*/ 2147483647 w 5574"/>
                  <a:gd name="T23" fmla="*/ 2147483647 h 2886"/>
                  <a:gd name="T24" fmla="*/ 2147483647 w 5574"/>
                  <a:gd name="T25" fmla="*/ 2147483647 h 2886"/>
                  <a:gd name="T26" fmla="*/ 2147483647 w 5574"/>
                  <a:gd name="T27" fmla="*/ 2147483647 h 2886"/>
                  <a:gd name="T28" fmla="*/ 2147483647 w 5574"/>
                  <a:gd name="T29" fmla="*/ 2147483647 h 2886"/>
                  <a:gd name="T30" fmla="*/ 2147483647 w 5574"/>
                  <a:gd name="T31" fmla="*/ 2147483647 h 2886"/>
                  <a:gd name="T32" fmla="*/ 2147483647 w 5574"/>
                  <a:gd name="T33" fmla="*/ 2147483647 h 2886"/>
                  <a:gd name="T34" fmla="*/ 2147483647 w 5574"/>
                  <a:gd name="T35" fmla="*/ 2147483647 h 2886"/>
                  <a:gd name="T36" fmla="*/ 2147483647 w 5574"/>
                  <a:gd name="T37" fmla="*/ 2147483647 h 2886"/>
                  <a:gd name="T38" fmla="*/ 2147483647 w 5574"/>
                  <a:gd name="T39" fmla="*/ 2147483647 h 2886"/>
                  <a:gd name="T40" fmla="*/ 2147483647 w 5574"/>
                  <a:gd name="T41" fmla="*/ 2147483647 h 2886"/>
                  <a:gd name="T42" fmla="*/ 2147483647 w 5574"/>
                  <a:gd name="T43" fmla="*/ 2147483647 h 2886"/>
                  <a:gd name="T44" fmla="*/ 2147483647 w 5574"/>
                  <a:gd name="T45" fmla="*/ 2147483647 h 2886"/>
                  <a:gd name="T46" fmla="*/ 2147483647 w 5574"/>
                  <a:gd name="T47" fmla="*/ 2147483647 h 2886"/>
                  <a:gd name="T48" fmla="*/ 2147483647 w 5574"/>
                  <a:gd name="T49" fmla="*/ 2147483647 h 2886"/>
                  <a:gd name="T50" fmla="*/ 2147483647 w 5574"/>
                  <a:gd name="T51" fmla="*/ 2147483647 h 2886"/>
                  <a:gd name="T52" fmla="*/ 2147483647 w 5574"/>
                  <a:gd name="T53" fmla="*/ 2147483647 h 2886"/>
                  <a:gd name="T54" fmla="*/ 2147483647 w 5574"/>
                  <a:gd name="T55" fmla="*/ 2147483647 h 2886"/>
                  <a:gd name="T56" fmla="*/ 2147483647 w 5574"/>
                  <a:gd name="T57" fmla="*/ 2147483647 h 2886"/>
                  <a:gd name="T58" fmla="*/ 2147483647 w 5574"/>
                  <a:gd name="T59" fmla="*/ 2147483647 h 2886"/>
                  <a:gd name="T60" fmla="*/ 2147483647 w 5574"/>
                  <a:gd name="T61" fmla="*/ 2147483647 h 2886"/>
                  <a:gd name="T62" fmla="*/ 2147483647 w 5574"/>
                  <a:gd name="T63" fmla="*/ 2147483647 h 2886"/>
                  <a:gd name="T64" fmla="*/ 2147483647 w 5574"/>
                  <a:gd name="T65" fmla="*/ 2147483647 h 2886"/>
                  <a:gd name="T66" fmla="*/ 2147483647 w 5574"/>
                  <a:gd name="T67" fmla="*/ 2147483647 h 2886"/>
                  <a:gd name="T68" fmla="*/ 2147483647 w 5574"/>
                  <a:gd name="T69" fmla="*/ 2147483647 h 2886"/>
                  <a:gd name="T70" fmla="*/ 2147483647 w 5574"/>
                  <a:gd name="T71" fmla="*/ 2147483647 h 2886"/>
                  <a:gd name="T72" fmla="*/ 2147483647 w 5574"/>
                  <a:gd name="T73" fmla="*/ 2147483647 h 2886"/>
                  <a:gd name="T74" fmla="*/ 2147483647 w 5574"/>
                  <a:gd name="T75" fmla="*/ 2147483647 h 2886"/>
                  <a:gd name="T76" fmla="*/ 2147483647 w 5574"/>
                  <a:gd name="T77" fmla="*/ 2147483647 h 2886"/>
                  <a:gd name="T78" fmla="*/ 2147483647 w 5574"/>
                  <a:gd name="T79" fmla="*/ 2147483647 h 2886"/>
                  <a:gd name="T80" fmla="*/ 2147483647 w 5574"/>
                  <a:gd name="T81" fmla="*/ 2147483647 h 2886"/>
                  <a:gd name="T82" fmla="*/ 2147483647 w 5574"/>
                  <a:gd name="T83" fmla="*/ 2147483647 h 2886"/>
                  <a:gd name="T84" fmla="*/ 2147483647 w 5574"/>
                  <a:gd name="T85" fmla="*/ 2147483647 h 2886"/>
                  <a:gd name="T86" fmla="*/ 2147483647 w 5574"/>
                  <a:gd name="T87" fmla="*/ 2147483647 h 2886"/>
                  <a:gd name="T88" fmla="*/ 2147483647 w 5574"/>
                  <a:gd name="T89" fmla="*/ 2147483647 h 2886"/>
                  <a:gd name="T90" fmla="*/ 2147483647 w 5574"/>
                  <a:gd name="T91" fmla="*/ 2147483647 h 2886"/>
                  <a:gd name="T92" fmla="*/ 2147483647 w 5574"/>
                  <a:gd name="T93" fmla="*/ 2147483647 h 2886"/>
                  <a:gd name="T94" fmla="*/ 2147483647 w 5574"/>
                  <a:gd name="T95" fmla="*/ 2147483647 h 2886"/>
                  <a:gd name="T96" fmla="*/ 2147483647 w 5574"/>
                  <a:gd name="T97" fmla="*/ 2147483647 h 2886"/>
                  <a:gd name="T98" fmla="*/ 2147483647 w 5574"/>
                  <a:gd name="T99" fmla="*/ 2147483647 h 2886"/>
                  <a:gd name="T100" fmla="*/ 2147483647 w 5574"/>
                  <a:gd name="T101" fmla="*/ 2147483647 h 2886"/>
                  <a:gd name="T102" fmla="*/ 2147483647 w 5574"/>
                  <a:gd name="T103" fmla="*/ 2147483647 h 2886"/>
                  <a:gd name="T104" fmla="*/ 2147483647 w 5574"/>
                  <a:gd name="T105" fmla="*/ 2147483647 h 2886"/>
                  <a:gd name="T106" fmla="*/ 2147483647 w 5574"/>
                  <a:gd name="T107" fmla="*/ 2147483647 h 2886"/>
                  <a:gd name="T108" fmla="*/ 2147483647 w 5574"/>
                  <a:gd name="T109" fmla="*/ 2147483647 h 2886"/>
                  <a:gd name="T110" fmla="*/ 2147483647 w 5574"/>
                  <a:gd name="T111" fmla="*/ 2147483647 h 2886"/>
                  <a:gd name="T112" fmla="*/ 2147483647 w 5574"/>
                  <a:gd name="T113" fmla="*/ 2147483647 h 2886"/>
                  <a:gd name="T114" fmla="*/ 2147483647 w 5574"/>
                  <a:gd name="T115" fmla="*/ 2147483647 h 2886"/>
                  <a:gd name="T116" fmla="*/ 2147483647 w 5574"/>
                  <a:gd name="T117" fmla="*/ 2147483647 h 2886"/>
                  <a:gd name="T118" fmla="*/ 2147483647 w 5574"/>
                  <a:gd name="T119" fmla="*/ 2147483647 h 2886"/>
                  <a:gd name="T120" fmla="*/ 2147483647 w 5574"/>
                  <a:gd name="T121" fmla="*/ 2147483647 h 2886"/>
                  <a:gd name="T122" fmla="*/ 2147483647 w 5574"/>
                  <a:gd name="T123" fmla="*/ 2147483647 h 2886"/>
                  <a:gd name="T124" fmla="*/ 2147483647 w 5574"/>
                  <a:gd name="T125" fmla="*/ 2147483647 h 28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574"/>
                  <a:gd name="T190" fmla="*/ 0 h 2886"/>
                  <a:gd name="T191" fmla="*/ 5574 w 5574"/>
                  <a:gd name="T192" fmla="*/ 2886 h 28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574" h="2886">
                    <a:moveTo>
                      <a:pt x="3114" y="252"/>
                    </a:moveTo>
                    <a:lnTo>
                      <a:pt x="3138" y="252"/>
                    </a:lnTo>
                    <a:lnTo>
                      <a:pt x="3150" y="258"/>
                    </a:lnTo>
                    <a:lnTo>
                      <a:pt x="3168" y="258"/>
                    </a:lnTo>
                    <a:lnTo>
                      <a:pt x="3174" y="252"/>
                    </a:lnTo>
                    <a:lnTo>
                      <a:pt x="3174" y="246"/>
                    </a:lnTo>
                    <a:lnTo>
                      <a:pt x="3168" y="234"/>
                    </a:lnTo>
                    <a:lnTo>
                      <a:pt x="3156" y="228"/>
                    </a:lnTo>
                    <a:lnTo>
                      <a:pt x="3108" y="228"/>
                    </a:lnTo>
                    <a:lnTo>
                      <a:pt x="3066" y="234"/>
                    </a:lnTo>
                    <a:lnTo>
                      <a:pt x="3036" y="246"/>
                    </a:lnTo>
                    <a:lnTo>
                      <a:pt x="3018" y="246"/>
                    </a:lnTo>
                    <a:lnTo>
                      <a:pt x="3060" y="246"/>
                    </a:lnTo>
                    <a:lnTo>
                      <a:pt x="3096" y="252"/>
                    </a:lnTo>
                    <a:lnTo>
                      <a:pt x="3114" y="252"/>
                    </a:lnTo>
                    <a:close/>
                    <a:moveTo>
                      <a:pt x="2988" y="318"/>
                    </a:moveTo>
                    <a:lnTo>
                      <a:pt x="3036" y="318"/>
                    </a:lnTo>
                    <a:lnTo>
                      <a:pt x="3048" y="312"/>
                    </a:lnTo>
                    <a:lnTo>
                      <a:pt x="3060" y="312"/>
                    </a:lnTo>
                    <a:lnTo>
                      <a:pt x="3072" y="300"/>
                    </a:lnTo>
                    <a:lnTo>
                      <a:pt x="3072" y="294"/>
                    </a:lnTo>
                    <a:lnTo>
                      <a:pt x="3066" y="282"/>
                    </a:lnTo>
                    <a:lnTo>
                      <a:pt x="3138" y="270"/>
                    </a:lnTo>
                    <a:lnTo>
                      <a:pt x="3120" y="264"/>
                    </a:lnTo>
                    <a:lnTo>
                      <a:pt x="3054" y="264"/>
                    </a:lnTo>
                    <a:lnTo>
                      <a:pt x="3042" y="276"/>
                    </a:lnTo>
                    <a:lnTo>
                      <a:pt x="3030" y="276"/>
                    </a:lnTo>
                    <a:lnTo>
                      <a:pt x="2994" y="270"/>
                    </a:lnTo>
                    <a:lnTo>
                      <a:pt x="2958" y="270"/>
                    </a:lnTo>
                    <a:lnTo>
                      <a:pt x="2940" y="282"/>
                    </a:lnTo>
                    <a:lnTo>
                      <a:pt x="2940" y="294"/>
                    </a:lnTo>
                    <a:lnTo>
                      <a:pt x="2946" y="300"/>
                    </a:lnTo>
                    <a:lnTo>
                      <a:pt x="2970" y="312"/>
                    </a:lnTo>
                    <a:lnTo>
                      <a:pt x="2976" y="318"/>
                    </a:lnTo>
                    <a:lnTo>
                      <a:pt x="2988" y="318"/>
                    </a:lnTo>
                    <a:close/>
                    <a:moveTo>
                      <a:pt x="2682" y="384"/>
                    </a:moveTo>
                    <a:lnTo>
                      <a:pt x="2628" y="408"/>
                    </a:lnTo>
                    <a:lnTo>
                      <a:pt x="2634" y="408"/>
                    </a:lnTo>
                    <a:lnTo>
                      <a:pt x="2646" y="414"/>
                    </a:lnTo>
                    <a:lnTo>
                      <a:pt x="2652" y="414"/>
                    </a:lnTo>
                    <a:lnTo>
                      <a:pt x="2658" y="420"/>
                    </a:lnTo>
                    <a:lnTo>
                      <a:pt x="2658" y="426"/>
                    </a:lnTo>
                    <a:lnTo>
                      <a:pt x="2622" y="426"/>
                    </a:lnTo>
                    <a:lnTo>
                      <a:pt x="2586" y="432"/>
                    </a:lnTo>
                    <a:lnTo>
                      <a:pt x="2556" y="438"/>
                    </a:lnTo>
                    <a:lnTo>
                      <a:pt x="2544" y="438"/>
                    </a:lnTo>
                    <a:lnTo>
                      <a:pt x="2520" y="456"/>
                    </a:lnTo>
                    <a:lnTo>
                      <a:pt x="2580" y="450"/>
                    </a:lnTo>
                    <a:lnTo>
                      <a:pt x="2586" y="450"/>
                    </a:lnTo>
                    <a:lnTo>
                      <a:pt x="2592" y="456"/>
                    </a:lnTo>
                    <a:lnTo>
                      <a:pt x="2610" y="456"/>
                    </a:lnTo>
                    <a:lnTo>
                      <a:pt x="2628" y="462"/>
                    </a:lnTo>
                    <a:lnTo>
                      <a:pt x="2658" y="462"/>
                    </a:lnTo>
                    <a:lnTo>
                      <a:pt x="2694" y="450"/>
                    </a:lnTo>
                    <a:lnTo>
                      <a:pt x="2730" y="444"/>
                    </a:lnTo>
                    <a:lnTo>
                      <a:pt x="2742" y="438"/>
                    </a:lnTo>
                    <a:lnTo>
                      <a:pt x="2742" y="450"/>
                    </a:lnTo>
                    <a:lnTo>
                      <a:pt x="2760" y="450"/>
                    </a:lnTo>
                    <a:lnTo>
                      <a:pt x="2796" y="444"/>
                    </a:lnTo>
                    <a:lnTo>
                      <a:pt x="2856" y="444"/>
                    </a:lnTo>
                    <a:lnTo>
                      <a:pt x="2850" y="444"/>
                    </a:lnTo>
                    <a:lnTo>
                      <a:pt x="2844" y="450"/>
                    </a:lnTo>
                    <a:lnTo>
                      <a:pt x="2832" y="450"/>
                    </a:lnTo>
                    <a:lnTo>
                      <a:pt x="2790" y="456"/>
                    </a:lnTo>
                    <a:lnTo>
                      <a:pt x="2730" y="468"/>
                    </a:lnTo>
                    <a:lnTo>
                      <a:pt x="2706" y="468"/>
                    </a:lnTo>
                    <a:lnTo>
                      <a:pt x="2688" y="474"/>
                    </a:lnTo>
                    <a:lnTo>
                      <a:pt x="2670" y="474"/>
                    </a:lnTo>
                    <a:lnTo>
                      <a:pt x="2652" y="480"/>
                    </a:lnTo>
                    <a:lnTo>
                      <a:pt x="2646" y="486"/>
                    </a:lnTo>
                    <a:lnTo>
                      <a:pt x="2640" y="486"/>
                    </a:lnTo>
                    <a:lnTo>
                      <a:pt x="2658" y="486"/>
                    </a:lnTo>
                    <a:lnTo>
                      <a:pt x="2694" y="492"/>
                    </a:lnTo>
                    <a:lnTo>
                      <a:pt x="2760" y="498"/>
                    </a:lnTo>
                    <a:lnTo>
                      <a:pt x="2808" y="492"/>
                    </a:lnTo>
                    <a:lnTo>
                      <a:pt x="2850" y="480"/>
                    </a:lnTo>
                    <a:lnTo>
                      <a:pt x="2874" y="474"/>
                    </a:lnTo>
                    <a:lnTo>
                      <a:pt x="2886" y="468"/>
                    </a:lnTo>
                    <a:lnTo>
                      <a:pt x="2958" y="450"/>
                    </a:lnTo>
                    <a:lnTo>
                      <a:pt x="3000" y="450"/>
                    </a:lnTo>
                    <a:lnTo>
                      <a:pt x="3054" y="444"/>
                    </a:lnTo>
                    <a:lnTo>
                      <a:pt x="3096" y="438"/>
                    </a:lnTo>
                    <a:lnTo>
                      <a:pt x="3120" y="432"/>
                    </a:lnTo>
                    <a:lnTo>
                      <a:pt x="3138" y="420"/>
                    </a:lnTo>
                    <a:lnTo>
                      <a:pt x="3156" y="414"/>
                    </a:lnTo>
                    <a:lnTo>
                      <a:pt x="3168" y="408"/>
                    </a:lnTo>
                    <a:lnTo>
                      <a:pt x="3168" y="396"/>
                    </a:lnTo>
                    <a:lnTo>
                      <a:pt x="3156" y="384"/>
                    </a:lnTo>
                    <a:lnTo>
                      <a:pt x="3144" y="378"/>
                    </a:lnTo>
                    <a:lnTo>
                      <a:pt x="3120" y="378"/>
                    </a:lnTo>
                    <a:lnTo>
                      <a:pt x="3114" y="384"/>
                    </a:lnTo>
                    <a:lnTo>
                      <a:pt x="3108" y="384"/>
                    </a:lnTo>
                    <a:lnTo>
                      <a:pt x="3108" y="396"/>
                    </a:lnTo>
                    <a:lnTo>
                      <a:pt x="3072" y="396"/>
                    </a:lnTo>
                    <a:lnTo>
                      <a:pt x="3078" y="390"/>
                    </a:lnTo>
                    <a:lnTo>
                      <a:pt x="3078" y="378"/>
                    </a:lnTo>
                    <a:lnTo>
                      <a:pt x="3102" y="354"/>
                    </a:lnTo>
                    <a:lnTo>
                      <a:pt x="3102" y="342"/>
                    </a:lnTo>
                    <a:lnTo>
                      <a:pt x="3096" y="342"/>
                    </a:lnTo>
                    <a:lnTo>
                      <a:pt x="3054" y="348"/>
                    </a:lnTo>
                    <a:lnTo>
                      <a:pt x="2988" y="372"/>
                    </a:lnTo>
                    <a:lnTo>
                      <a:pt x="2976" y="378"/>
                    </a:lnTo>
                    <a:lnTo>
                      <a:pt x="3024" y="378"/>
                    </a:lnTo>
                    <a:lnTo>
                      <a:pt x="3018" y="408"/>
                    </a:lnTo>
                    <a:lnTo>
                      <a:pt x="2898" y="420"/>
                    </a:lnTo>
                    <a:lnTo>
                      <a:pt x="2898" y="414"/>
                    </a:lnTo>
                    <a:lnTo>
                      <a:pt x="2892" y="408"/>
                    </a:lnTo>
                    <a:lnTo>
                      <a:pt x="2892" y="372"/>
                    </a:lnTo>
                    <a:lnTo>
                      <a:pt x="2886" y="366"/>
                    </a:lnTo>
                    <a:lnTo>
                      <a:pt x="2874" y="366"/>
                    </a:lnTo>
                    <a:lnTo>
                      <a:pt x="2856" y="360"/>
                    </a:lnTo>
                    <a:lnTo>
                      <a:pt x="2814" y="360"/>
                    </a:lnTo>
                    <a:lnTo>
                      <a:pt x="2682" y="384"/>
                    </a:lnTo>
                    <a:close/>
                    <a:moveTo>
                      <a:pt x="2832" y="342"/>
                    </a:moveTo>
                    <a:lnTo>
                      <a:pt x="2844" y="330"/>
                    </a:lnTo>
                    <a:lnTo>
                      <a:pt x="2844" y="318"/>
                    </a:lnTo>
                    <a:lnTo>
                      <a:pt x="2838" y="312"/>
                    </a:lnTo>
                    <a:lnTo>
                      <a:pt x="2814" y="312"/>
                    </a:lnTo>
                    <a:lnTo>
                      <a:pt x="2802" y="318"/>
                    </a:lnTo>
                    <a:lnTo>
                      <a:pt x="2796" y="324"/>
                    </a:lnTo>
                    <a:lnTo>
                      <a:pt x="2796" y="330"/>
                    </a:lnTo>
                    <a:lnTo>
                      <a:pt x="2802" y="336"/>
                    </a:lnTo>
                    <a:lnTo>
                      <a:pt x="2814" y="336"/>
                    </a:lnTo>
                    <a:lnTo>
                      <a:pt x="2820" y="342"/>
                    </a:lnTo>
                    <a:lnTo>
                      <a:pt x="2832" y="342"/>
                    </a:lnTo>
                    <a:close/>
                    <a:moveTo>
                      <a:pt x="3012" y="564"/>
                    </a:moveTo>
                    <a:lnTo>
                      <a:pt x="2988" y="540"/>
                    </a:lnTo>
                    <a:lnTo>
                      <a:pt x="2958" y="540"/>
                    </a:lnTo>
                    <a:lnTo>
                      <a:pt x="2952" y="534"/>
                    </a:lnTo>
                    <a:lnTo>
                      <a:pt x="2946" y="534"/>
                    </a:lnTo>
                    <a:lnTo>
                      <a:pt x="2934" y="528"/>
                    </a:lnTo>
                    <a:lnTo>
                      <a:pt x="2916" y="528"/>
                    </a:lnTo>
                    <a:lnTo>
                      <a:pt x="2898" y="534"/>
                    </a:lnTo>
                    <a:lnTo>
                      <a:pt x="2892" y="540"/>
                    </a:lnTo>
                    <a:lnTo>
                      <a:pt x="2892" y="552"/>
                    </a:lnTo>
                    <a:lnTo>
                      <a:pt x="2928" y="570"/>
                    </a:lnTo>
                    <a:lnTo>
                      <a:pt x="2934" y="576"/>
                    </a:lnTo>
                    <a:lnTo>
                      <a:pt x="2946" y="582"/>
                    </a:lnTo>
                    <a:lnTo>
                      <a:pt x="3012" y="564"/>
                    </a:lnTo>
                    <a:close/>
                    <a:moveTo>
                      <a:pt x="2460" y="414"/>
                    </a:moveTo>
                    <a:lnTo>
                      <a:pt x="2442" y="420"/>
                    </a:lnTo>
                    <a:lnTo>
                      <a:pt x="2430" y="426"/>
                    </a:lnTo>
                    <a:lnTo>
                      <a:pt x="2430" y="438"/>
                    </a:lnTo>
                    <a:lnTo>
                      <a:pt x="2442" y="438"/>
                    </a:lnTo>
                    <a:lnTo>
                      <a:pt x="2472" y="432"/>
                    </a:lnTo>
                    <a:lnTo>
                      <a:pt x="2490" y="426"/>
                    </a:lnTo>
                    <a:lnTo>
                      <a:pt x="2502" y="420"/>
                    </a:lnTo>
                    <a:lnTo>
                      <a:pt x="2502" y="414"/>
                    </a:lnTo>
                    <a:lnTo>
                      <a:pt x="2496" y="408"/>
                    </a:lnTo>
                    <a:lnTo>
                      <a:pt x="2484" y="408"/>
                    </a:lnTo>
                    <a:lnTo>
                      <a:pt x="2460" y="414"/>
                    </a:lnTo>
                    <a:close/>
                    <a:moveTo>
                      <a:pt x="2970" y="858"/>
                    </a:moveTo>
                    <a:lnTo>
                      <a:pt x="2988" y="858"/>
                    </a:lnTo>
                    <a:lnTo>
                      <a:pt x="3006" y="864"/>
                    </a:lnTo>
                    <a:lnTo>
                      <a:pt x="3018" y="870"/>
                    </a:lnTo>
                    <a:lnTo>
                      <a:pt x="3036" y="876"/>
                    </a:lnTo>
                    <a:lnTo>
                      <a:pt x="3060" y="882"/>
                    </a:lnTo>
                    <a:lnTo>
                      <a:pt x="3096" y="882"/>
                    </a:lnTo>
                    <a:lnTo>
                      <a:pt x="3126" y="876"/>
                    </a:lnTo>
                    <a:lnTo>
                      <a:pt x="3138" y="876"/>
                    </a:lnTo>
                    <a:lnTo>
                      <a:pt x="3120" y="810"/>
                    </a:lnTo>
                    <a:lnTo>
                      <a:pt x="3018" y="792"/>
                    </a:lnTo>
                    <a:lnTo>
                      <a:pt x="2988" y="828"/>
                    </a:lnTo>
                    <a:lnTo>
                      <a:pt x="2958" y="828"/>
                    </a:lnTo>
                    <a:lnTo>
                      <a:pt x="2952" y="834"/>
                    </a:lnTo>
                    <a:lnTo>
                      <a:pt x="2952" y="846"/>
                    </a:lnTo>
                    <a:lnTo>
                      <a:pt x="2958" y="852"/>
                    </a:lnTo>
                    <a:lnTo>
                      <a:pt x="2970" y="858"/>
                    </a:lnTo>
                    <a:close/>
                    <a:moveTo>
                      <a:pt x="168" y="2034"/>
                    </a:moveTo>
                    <a:lnTo>
                      <a:pt x="168" y="2040"/>
                    </a:lnTo>
                    <a:lnTo>
                      <a:pt x="174" y="2046"/>
                    </a:lnTo>
                    <a:lnTo>
                      <a:pt x="192" y="2046"/>
                    </a:lnTo>
                    <a:lnTo>
                      <a:pt x="186" y="2070"/>
                    </a:lnTo>
                    <a:lnTo>
                      <a:pt x="216" y="2052"/>
                    </a:lnTo>
                    <a:lnTo>
                      <a:pt x="216" y="2028"/>
                    </a:lnTo>
                    <a:lnTo>
                      <a:pt x="174" y="2028"/>
                    </a:lnTo>
                    <a:lnTo>
                      <a:pt x="168" y="2034"/>
                    </a:lnTo>
                    <a:close/>
                    <a:moveTo>
                      <a:pt x="252" y="2298"/>
                    </a:moveTo>
                    <a:lnTo>
                      <a:pt x="252" y="2292"/>
                    </a:lnTo>
                    <a:lnTo>
                      <a:pt x="246" y="2286"/>
                    </a:lnTo>
                    <a:lnTo>
                      <a:pt x="246" y="2268"/>
                    </a:lnTo>
                    <a:lnTo>
                      <a:pt x="252" y="2256"/>
                    </a:lnTo>
                    <a:lnTo>
                      <a:pt x="252" y="2238"/>
                    </a:lnTo>
                    <a:lnTo>
                      <a:pt x="246" y="2226"/>
                    </a:lnTo>
                    <a:lnTo>
                      <a:pt x="228" y="2226"/>
                    </a:lnTo>
                    <a:lnTo>
                      <a:pt x="216" y="2220"/>
                    </a:lnTo>
                    <a:lnTo>
                      <a:pt x="204" y="2220"/>
                    </a:lnTo>
                    <a:lnTo>
                      <a:pt x="192" y="2214"/>
                    </a:lnTo>
                    <a:lnTo>
                      <a:pt x="186" y="2208"/>
                    </a:lnTo>
                    <a:lnTo>
                      <a:pt x="174" y="2202"/>
                    </a:lnTo>
                    <a:lnTo>
                      <a:pt x="150" y="2178"/>
                    </a:lnTo>
                    <a:lnTo>
                      <a:pt x="138" y="2172"/>
                    </a:lnTo>
                    <a:lnTo>
                      <a:pt x="126" y="2172"/>
                    </a:lnTo>
                    <a:lnTo>
                      <a:pt x="102" y="2184"/>
                    </a:lnTo>
                    <a:lnTo>
                      <a:pt x="96" y="2196"/>
                    </a:lnTo>
                    <a:lnTo>
                      <a:pt x="96" y="2202"/>
                    </a:lnTo>
                    <a:lnTo>
                      <a:pt x="108" y="2208"/>
                    </a:lnTo>
                    <a:lnTo>
                      <a:pt x="114" y="2214"/>
                    </a:lnTo>
                    <a:lnTo>
                      <a:pt x="120" y="2214"/>
                    </a:lnTo>
                    <a:lnTo>
                      <a:pt x="132" y="2202"/>
                    </a:lnTo>
                    <a:lnTo>
                      <a:pt x="144" y="2208"/>
                    </a:lnTo>
                    <a:lnTo>
                      <a:pt x="132" y="2220"/>
                    </a:lnTo>
                    <a:lnTo>
                      <a:pt x="120" y="2220"/>
                    </a:lnTo>
                    <a:lnTo>
                      <a:pt x="114" y="2226"/>
                    </a:lnTo>
                    <a:lnTo>
                      <a:pt x="102" y="2232"/>
                    </a:lnTo>
                    <a:lnTo>
                      <a:pt x="102" y="2244"/>
                    </a:lnTo>
                    <a:lnTo>
                      <a:pt x="108" y="2250"/>
                    </a:lnTo>
                    <a:lnTo>
                      <a:pt x="126" y="2250"/>
                    </a:lnTo>
                    <a:lnTo>
                      <a:pt x="138" y="2244"/>
                    </a:lnTo>
                    <a:lnTo>
                      <a:pt x="132" y="2262"/>
                    </a:lnTo>
                    <a:lnTo>
                      <a:pt x="150" y="2262"/>
                    </a:lnTo>
                    <a:lnTo>
                      <a:pt x="132" y="2280"/>
                    </a:lnTo>
                    <a:lnTo>
                      <a:pt x="168" y="2274"/>
                    </a:lnTo>
                    <a:lnTo>
                      <a:pt x="156" y="2280"/>
                    </a:lnTo>
                    <a:lnTo>
                      <a:pt x="144" y="2292"/>
                    </a:lnTo>
                    <a:lnTo>
                      <a:pt x="138" y="2292"/>
                    </a:lnTo>
                    <a:lnTo>
                      <a:pt x="138" y="2298"/>
                    </a:lnTo>
                    <a:lnTo>
                      <a:pt x="150" y="2298"/>
                    </a:lnTo>
                    <a:lnTo>
                      <a:pt x="162" y="2286"/>
                    </a:lnTo>
                    <a:lnTo>
                      <a:pt x="168" y="2286"/>
                    </a:lnTo>
                    <a:lnTo>
                      <a:pt x="174" y="2292"/>
                    </a:lnTo>
                    <a:lnTo>
                      <a:pt x="174" y="2304"/>
                    </a:lnTo>
                    <a:lnTo>
                      <a:pt x="162" y="2316"/>
                    </a:lnTo>
                    <a:lnTo>
                      <a:pt x="162" y="2328"/>
                    </a:lnTo>
                    <a:lnTo>
                      <a:pt x="210" y="2328"/>
                    </a:lnTo>
                    <a:lnTo>
                      <a:pt x="228" y="2316"/>
                    </a:lnTo>
                    <a:lnTo>
                      <a:pt x="210" y="2340"/>
                    </a:lnTo>
                    <a:lnTo>
                      <a:pt x="192" y="2340"/>
                    </a:lnTo>
                    <a:lnTo>
                      <a:pt x="186" y="2346"/>
                    </a:lnTo>
                    <a:lnTo>
                      <a:pt x="186" y="2352"/>
                    </a:lnTo>
                    <a:lnTo>
                      <a:pt x="210" y="2364"/>
                    </a:lnTo>
                    <a:lnTo>
                      <a:pt x="216" y="2364"/>
                    </a:lnTo>
                    <a:lnTo>
                      <a:pt x="228" y="2370"/>
                    </a:lnTo>
                    <a:lnTo>
                      <a:pt x="234" y="2376"/>
                    </a:lnTo>
                    <a:lnTo>
                      <a:pt x="246" y="2376"/>
                    </a:lnTo>
                    <a:lnTo>
                      <a:pt x="258" y="2382"/>
                    </a:lnTo>
                    <a:lnTo>
                      <a:pt x="270" y="2376"/>
                    </a:lnTo>
                    <a:lnTo>
                      <a:pt x="288" y="2358"/>
                    </a:lnTo>
                    <a:lnTo>
                      <a:pt x="294" y="2346"/>
                    </a:lnTo>
                    <a:lnTo>
                      <a:pt x="294" y="2340"/>
                    </a:lnTo>
                    <a:lnTo>
                      <a:pt x="288" y="2334"/>
                    </a:lnTo>
                    <a:lnTo>
                      <a:pt x="282" y="2322"/>
                    </a:lnTo>
                    <a:lnTo>
                      <a:pt x="270" y="2316"/>
                    </a:lnTo>
                    <a:lnTo>
                      <a:pt x="264" y="2304"/>
                    </a:lnTo>
                    <a:lnTo>
                      <a:pt x="252" y="2298"/>
                    </a:lnTo>
                    <a:close/>
                    <a:moveTo>
                      <a:pt x="2304" y="372"/>
                    </a:moveTo>
                    <a:lnTo>
                      <a:pt x="2316" y="372"/>
                    </a:lnTo>
                    <a:lnTo>
                      <a:pt x="2328" y="366"/>
                    </a:lnTo>
                    <a:lnTo>
                      <a:pt x="2376" y="366"/>
                    </a:lnTo>
                    <a:lnTo>
                      <a:pt x="2388" y="378"/>
                    </a:lnTo>
                    <a:lnTo>
                      <a:pt x="2388" y="390"/>
                    </a:lnTo>
                    <a:lnTo>
                      <a:pt x="2424" y="390"/>
                    </a:lnTo>
                    <a:lnTo>
                      <a:pt x="2442" y="384"/>
                    </a:lnTo>
                    <a:lnTo>
                      <a:pt x="2454" y="384"/>
                    </a:lnTo>
                    <a:lnTo>
                      <a:pt x="2466" y="390"/>
                    </a:lnTo>
                    <a:lnTo>
                      <a:pt x="2472" y="396"/>
                    </a:lnTo>
                    <a:lnTo>
                      <a:pt x="2490" y="396"/>
                    </a:lnTo>
                    <a:lnTo>
                      <a:pt x="2514" y="384"/>
                    </a:lnTo>
                    <a:lnTo>
                      <a:pt x="2520" y="372"/>
                    </a:lnTo>
                    <a:lnTo>
                      <a:pt x="2520" y="354"/>
                    </a:lnTo>
                    <a:lnTo>
                      <a:pt x="2550" y="354"/>
                    </a:lnTo>
                    <a:lnTo>
                      <a:pt x="2616" y="336"/>
                    </a:lnTo>
                    <a:lnTo>
                      <a:pt x="2580" y="366"/>
                    </a:lnTo>
                    <a:lnTo>
                      <a:pt x="2634" y="378"/>
                    </a:lnTo>
                    <a:lnTo>
                      <a:pt x="2688" y="354"/>
                    </a:lnTo>
                    <a:lnTo>
                      <a:pt x="2784" y="312"/>
                    </a:lnTo>
                    <a:lnTo>
                      <a:pt x="2778" y="312"/>
                    </a:lnTo>
                    <a:lnTo>
                      <a:pt x="2772" y="306"/>
                    </a:lnTo>
                    <a:lnTo>
                      <a:pt x="2754" y="300"/>
                    </a:lnTo>
                    <a:lnTo>
                      <a:pt x="2736" y="300"/>
                    </a:lnTo>
                    <a:lnTo>
                      <a:pt x="2724" y="294"/>
                    </a:lnTo>
                    <a:lnTo>
                      <a:pt x="2706" y="288"/>
                    </a:lnTo>
                    <a:lnTo>
                      <a:pt x="2676" y="288"/>
                    </a:lnTo>
                    <a:lnTo>
                      <a:pt x="2646" y="282"/>
                    </a:lnTo>
                    <a:lnTo>
                      <a:pt x="2604" y="282"/>
                    </a:lnTo>
                    <a:lnTo>
                      <a:pt x="2526" y="294"/>
                    </a:lnTo>
                    <a:lnTo>
                      <a:pt x="2526" y="318"/>
                    </a:lnTo>
                    <a:lnTo>
                      <a:pt x="2406" y="324"/>
                    </a:lnTo>
                    <a:lnTo>
                      <a:pt x="2400" y="324"/>
                    </a:lnTo>
                    <a:lnTo>
                      <a:pt x="2394" y="318"/>
                    </a:lnTo>
                    <a:lnTo>
                      <a:pt x="2334" y="318"/>
                    </a:lnTo>
                    <a:lnTo>
                      <a:pt x="2322" y="324"/>
                    </a:lnTo>
                    <a:lnTo>
                      <a:pt x="2310" y="324"/>
                    </a:lnTo>
                    <a:lnTo>
                      <a:pt x="2304" y="330"/>
                    </a:lnTo>
                    <a:lnTo>
                      <a:pt x="2304" y="372"/>
                    </a:lnTo>
                    <a:close/>
                    <a:moveTo>
                      <a:pt x="150" y="1980"/>
                    </a:moveTo>
                    <a:lnTo>
                      <a:pt x="162" y="2004"/>
                    </a:lnTo>
                    <a:lnTo>
                      <a:pt x="174" y="2010"/>
                    </a:lnTo>
                    <a:lnTo>
                      <a:pt x="186" y="1980"/>
                    </a:lnTo>
                    <a:lnTo>
                      <a:pt x="180" y="1974"/>
                    </a:lnTo>
                    <a:lnTo>
                      <a:pt x="174" y="1974"/>
                    </a:lnTo>
                    <a:lnTo>
                      <a:pt x="162" y="1968"/>
                    </a:lnTo>
                    <a:lnTo>
                      <a:pt x="156" y="1968"/>
                    </a:lnTo>
                    <a:lnTo>
                      <a:pt x="150" y="1974"/>
                    </a:lnTo>
                    <a:lnTo>
                      <a:pt x="150" y="1980"/>
                    </a:lnTo>
                    <a:close/>
                    <a:moveTo>
                      <a:pt x="126" y="1932"/>
                    </a:moveTo>
                    <a:lnTo>
                      <a:pt x="120" y="1932"/>
                    </a:lnTo>
                    <a:lnTo>
                      <a:pt x="108" y="1938"/>
                    </a:lnTo>
                    <a:lnTo>
                      <a:pt x="96" y="1938"/>
                    </a:lnTo>
                    <a:lnTo>
                      <a:pt x="84" y="1944"/>
                    </a:lnTo>
                    <a:lnTo>
                      <a:pt x="78" y="1944"/>
                    </a:lnTo>
                    <a:lnTo>
                      <a:pt x="78" y="1950"/>
                    </a:lnTo>
                    <a:lnTo>
                      <a:pt x="72" y="1962"/>
                    </a:lnTo>
                    <a:lnTo>
                      <a:pt x="66" y="1968"/>
                    </a:lnTo>
                    <a:lnTo>
                      <a:pt x="48" y="1968"/>
                    </a:lnTo>
                    <a:lnTo>
                      <a:pt x="42" y="1962"/>
                    </a:lnTo>
                    <a:lnTo>
                      <a:pt x="48" y="1956"/>
                    </a:lnTo>
                    <a:lnTo>
                      <a:pt x="60" y="1956"/>
                    </a:lnTo>
                    <a:lnTo>
                      <a:pt x="66" y="1950"/>
                    </a:lnTo>
                    <a:lnTo>
                      <a:pt x="72" y="1950"/>
                    </a:lnTo>
                    <a:lnTo>
                      <a:pt x="78" y="1944"/>
                    </a:lnTo>
                    <a:lnTo>
                      <a:pt x="84" y="1944"/>
                    </a:lnTo>
                    <a:lnTo>
                      <a:pt x="78" y="1938"/>
                    </a:lnTo>
                    <a:lnTo>
                      <a:pt x="54" y="1938"/>
                    </a:lnTo>
                    <a:lnTo>
                      <a:pt x="48" y="1944"/>
                    </a:lnTo>
                    <a:lnTo>
                      <a:pt x="48" y="1932"/>
                    </a:lnTo>
                    <a:lnTo>
                      <a:pt x="36" y="1932"/>
                    </a:lnTo>
                    <a:lnTo>
                      <a:pt x="24" y="1944"/>
                    </a:lnTo>
                    <a:lnTo>
                      <a:pt x="6" y="1980"/>
                    </a:lnTo>
                    <a:lnTo>
                      <a:pt x="6" y="2004"/>
                    </a:lnTo>
                    <a:lnTo>
                      <a:pt x="12" y="2004"/>
                    </a:lnTo>
                    <a:lnTo>
                      <a:pt x="12" y="2010"/>
                    </a:lnTo>
                    <a:lnTo>
                      <a:pt x="18" y="2016"/>
                    </a:lnTo>
                    <a:lnTo>
                      <a:pt x="0" y="2022"/>
                    </a:lnTo>
                    <a:lnTo>
                      <a:pt x="12" y="2076"/>
                    </a:lnTo>
                    <a:lnTo>
                      <a:pt x="12" y="2082"/>
                    </a:lnTo>
                    <a:lnTo>
                      <a:pt x="6" y="2082"/>
                    </a:lnTo>
                    <a:lnTo>
                      <a:pt x="12" y="2088"/>
                    </a:lnTo>
                    <a:lnTo>
                      <a:pt x="12" y="2094"/>
                    </a:lnTo>
                    <a:lnTo>
                      <a:pt x="30" y="2094"/>
                    </a:lnTo>
                    <a:lnTo>
                      <a:pt x="30" y="2070"/>
                    </a:lnTo>
                    <a:lnTo>
                      <a:pt x="24" y="2058"/>
                    </a:lnTo>
                    <a:lnTo>
                      <a:pt x="24" y="2040"/>
                    </a:lnTo>
                    <a:lnTo>
                      <a:pt x="36" y="2028"/>
                    </a:lnTo>
                    <a:lnTo>
                      <a:pt x="42" y="2028"/>
                    </a:lnTo>
                    <a:lnTo>
                      <a:pt x="48" y="2016"/>
                    </a:lnTo>
                    <a:lnTo>
                      <a:pt x="54" y="2010"/>
                    </a:lnTo>
                    <a:lnTo>
                      <a:pt x="54" y="1986"/>
                    </a:lnTo>
                    <a:lnTo>
                      <a:pt x="84" y="1956"/>
                    </a:lnTo>
                    <a:lnTo>
                      <a:pt x="108" y="1944"/>
                    </a:lnTo>
                    <a:lnTo>
                      <a:pt x="114" y="1944"/>
                    </a:lnTo>
                    <a:lnTo>
                      <a:pt x="126" y="1938"/>
                    </a:lnTo>
                    <a:lnTo>
                      <a:pt x="126" y="1932"/>
                    </a:lnTo>
                    <a:close/>
                    <a:moveTo>
                      <a:pt x="1896" y="678"/>
                    </a:moveTo>
                    <a:lnTo>
                      <a:pt x="1896" y="690"/>
                    </a:lnTo>
                    <a:lnTo>
                      <a:pt x="1884" y="702"/>
                    </a:lnTo>
                    <a:lnTo>
                      <a:pt x="1884" y="714"/>
                    </a:lnTo>
                    <a:lnTo>
                      <a:pt x="1902" y="714"/>
                    </a:lnTo>
                    <a:lnTo>
                      <a:pt x="1926" y="708"/>
                    </a:lnTo>
                    <a:lnTo>
                      <a:pt x="1944" y="708"/>
                    </a:lnTo>
                    <a:lnTo>
                      <a:pt x="1980" y="696"/>
                    </a:lnTo>
                    <a:lnTo>
                      <a:pt x="1986" y="690"/>
                    </a:lnTo>
                    <a:lnTo>
                      <a:pt x="1992" y="690"/>
                    </a:lnTo>
                    <a:lnTo>
                      <a:pt x="2034" y="702"/>
                    </a:lnTo>
                    <a:lnTo>
                      <a:pt x="2112" y="642"/>
                    </a:lnTo>
                    <a:lnTo>
                      <a:pt x="2244" y="600"/>
                    </a:lnTo>
                    <a:lnTo>
                      <a:pt x="2370" y="564"/>
                    </a:lnTo>
                    <a:lnTo>
                      <a:pt x="2466" y="546"/>
                    </a:lnTo>
                    <a:lnTo>
                      <a:pt x="2454" y="540"/>
                    </a:lnTo>
                    <a:lnTo>
                      <a:pt x="2448" y="528"/>
                    </a:lnTo>
                    <a:lnTo>
                      <a:pt x="2436" y="522"/>
                    </a:lnTo>
                    <a:lnTo>
                      <a:pt x="2424" y="510"/>
                    </a:lnTo>
                    <a:lnTo>
                      <a:pt x="2412" y="504"/>
                    </a:lnTo>
                    <a:lnTo>
                      <a:pt x="2400" y="492"/>
                    </a:lnTo>
                    <a:lnTo>
                      <a:pt x="2352" y="492"/>
                    </a:lnTo>
                    <a:lnTo>
                      <a:pt x="2340" y="498"/>
                    </a:lnTo>
                    <a:lnTo>
                      <a:pt x="2328" y="498"/>
                    </a:lnTo>
                    <a:lnTo>
                      <a:pt x="2262" y="504"/>
                    </a:lnTo>
                    <a:lnTo>
                      <a:pt x="2226" y="480"/>
                    </a:lnTo>
                    <a:lnTo>
                      <a:pt x="2142" y="486"/>
                    </a:lnTo>
                    <a:lnTo>
                      <a:pt x="2094" y="504"/>
                    </a:lnTo>
                    <a:lnTo>
                      <a:pt x="2076" y="522"/>
                    </a:lnTo>
                    <a:lnTo>
                      <a:pt x="2064" y="552"/>
                    </a:lnTo>
                    <a:lnTo>
                      <a:pt x="2010" y="564"/>
                    </a:lnTo>
                    <a:lnTo>
                      <a:pt x="1944" y="588"/>
                    </a:lnTo>
                    <a:lnTo>
                      <a:pt x="1962" y="600"/>
                    </a:lnTo>
                    <a:lnTo>
                      <a:pt x="1842" y="654"/>
                    </a:lnTo>
                    <a:lnTo>
                      <a:pt x="1854" y="654"/>
                    </a:lnTo>
                    <a:lnTo>
                      <a:pt x="1890" y="672"/>
                    </a:lnTo>
                    <a:lnTo>
                      <a:pt x="1896" y="678"/>
                    </a:lnTo>
                    <a:close/>
                    <a:moveTo>
                      <a:pt x="198" y="1968"/>
                    </a:moveTo>
                    <a:lnTo>
                      <a:pt x="192" y="1992"/>
                    </a:lnTo>
                    <a:lnTo>
                      <a:pt x="192" y="2010"/>
                    </a:lnTo>
                    <a:lnTo>
                      <a:pt x="216" y="1998"/>
                    </a:lnTo>
                    <a:lnTo>
                      <a:pt x="198" y="1968"/>
                    </a:lnTo>
                    <a:close/>
                    <a:moveTo>
                      <a:pt x="4182" y="600"/>
                    </a:moveTo>
                    <a:lnTo>
                      <a:pt x="4194" y="606"/>
                    </a:lnTo>
                    <a:lnTo>
                      <a:pt x="4206" y="600"/>
                    </a:lnTo>
                    <a:lnTo>
                      <a:pt x="4218" y="600"/>
                    </a:lnTo>
                    <a:lnTo>
                      <a:pt x="4242" y="588"/>
                    </a:lnTo>
                    <a:lnTo>
                      <a:pt x="4308" y="588"/>
                    </a:lnTo>
                    <a:lnTo>
                      <a:pt x="4314" y="594"/>
                    </a:lnTo>
                    <a:lnTo>
                      <a:pt x="4350" y="594"/>
                    </a:lnTo>
                    <a:lnTo>
                      <a:pt x="4356" y="588"/>
                    </a:lnTo>
                    <a:lnTo>
                      <a:pt x="4356" y="582"/>
                    </a:lnTo>
                    <a:lnTo>
                      <a:pt x="4344" y="558"/>
                    </a:lnTo>
                    <a:lnTo>
                      <a:pt x="4338" y="552"/>
                    </a:lnTo>
                    <a:lnTo>
                      <a:pt x="4326" y="546"/>
                    </a:lnTo>
                    <a:lnTo>
                      <a:pt x="4230" y="546"/>
                    </a:lnTo>
                    <a:lnTo>
                      <a:pt x="4224" y="540"/>
                    </a:lnTo>
                    <a:lnTo>
                      <a:pt x="4212" y="540"/>
                    </a:lnTo>
                    <a:lnTo>
                      <a:pt x="4200" y="534"/>
                    </a:lnTo>
                    <a:lnTo>
                      <a:pt x="4188" y="534"/>
                    </a:lnTo>
                    <a:lnTo>
                      <a:pt x="4176" y="540"/>
                    </a:lnTo>
                    <a:lnTo>
                      <a:pt x="4158" y="558"/>
                    </a:lnTo>
                    <a:lnTo>
                      <a:pt x="4158" y="564"/>
                    </a:lnTo>
                    <a:lnTo>
                      <a:pt x="4176" y="576"/>
                    </a:lnTo>
                    <a:lnTo>
                      <a:pt x="4170" y="582"/>
                    </a:lnTo>
                    <a:lnTo>
                      <a:pt x="4170" y="594"/>
                    </a:lnTo>
                    <a:lnTo>
                      <a:pt x="4176" y="594"/>
                    </a:lnTo>
                    <a:lnTo>
                      <a:pt x="4182" y="600"/>
                    </a:lnTo>
                    <a:close/>
                    <a:moveTo>
                      <a:pt x="3708" y="516"/>
                    </a:moveTo>
                    <a:lnTo>
                      <a:pt x="3678" y="516"/>
                    </a:lnTo>
                    <a:lnTo>
                      <a:pt x="3624" y="510"/>
                    </a:lnTo>
                    <a:lnTo>
                      <a:pt x="3564" y="504"/>
                    </a:lnTo>
                    <a:lnTo>
                      <a:pt x="3468" y="504"/>
                    </a:lnTo>
                    <a:lnTo>
                      <a:pt x="3468" y="516"/>
                    </a:lnTo>
                    <a:lnTo>
                      <a:pt x="3462" y="522"/>
                    </a:lnTo>
                    <a:lnTo>
                      <a:pt x="3426" y="540"/>
                    </a:lnTo>
                    <a:lnTo>
                      <a:pt x="3396" y="546"/>
                    </a:lnTo>
                    <a:lnTo>
                      <a:pt x="3378" y="552"/>
                    </a:lnTo>
                    <a:lnTo>
                      <a:pt x="3372" y="552"/>
                    </a:lnTo>
                    <a:lnTo>
                      <a:pt x="3372" y="558"/>
                    </a:lnTo>
                    <a:lnTo>
                      <a:pt x="3384" y="570"/>
                    </a:lnTo>
                    <a:lnTo>
                      <a:pt x="3390" y="582"/>
                    </a:lnTo>
                    <a:lnTo>
                      <a:pt x="3390" y="594"/>
                    </a:lnTo>
                    <a:lnTo>
                      <a:pt x="3372" y="618"/>
                    </a:lnTo>
                    <a:lnTo>
                      <a:pt x="3402" y="636"/>
                    </a:lnTo>
                    <a:lnTo>
                      <a:pt x="3480" y="606"/>
                    </a:lnTo>
                    <a:lnTo>
                      <a:pt x="3474" y="600"/>
                    </a:lnTo>
                    <a:lnTo>
                      <a:pt x="3468" y="600"/>
                    </a:lnTo>
                    <a:lnTo>
                      <a:pt x="3468" y="594"/>
                    </a:lnTo>
                    <a:lnTo>
                      <a:pt x="3474" y="588"/>
                    </a:lnTo>
                    <a:lnTo>
                      <a:pt x="3486" y="582"/>
                    </a:lnTo>
                    <a:lnTo>
                      <a:pt x="3522" y="582"/>
                    </a:lnTo>
                    <a:lnTo>
                      <a:pt x="3546" y="594"/>
                    </a:lnTo>
                    <a:lnTo>
                      <a:pt x="3552" y="600"/>
                    </a:lnTo>
                    <a:lnTo>
                      <a:pt x="3606" y="594"/>
                    </a:lnTo>
                    <a:lnTo>
                      <a:pt x="3600" y="570"/>
                    </a:lnTo>
                    <a:lnTo>
                      <a:pt x="3630" y="570"/>
                    </a:lnTo>
                    <a:lnTo>
                      <a:pt x="3648" y="564"/>
                    </a:lnTo>
                    <a:lnTo>
                      <a:pt x="3666" y="564"/>
                    </a:lnTo>
                    <a:lnTo>
                      <a:pt x="3690" y="552"/>
                    </a:lnTo>
                    <a:lnTo>
                      <a:pt x="3696" y="546"/>
                    </a:lnTo>
                    <a:lnTo>
                      <a:pt x="3702" y="534"/>
                    </a:lnTo>
                    <a:lnTo>
                      <a:pt x="3714" y="522"/>
                    </a:lnTo>
                    <a:lnTo>
                      <a:pt x="3720" y="522"/>
                    </a:lnTo>
                    <a:lnTo>
                      <a:pt x="3714" y="516"/>
                    </a:lnTo>
                    <a:lnTo>
                      <a:pt x="3708" y="516"/>
                    </a:lnTo>
                    <a:close/>
                    <a:moveTo>
                      <a:pt x="3792" y="150"/>
                    </a:moveTo>
                    <a:lnTo>
                      <a:pt x="3738" y="156"/>
                    </a:lnTo>
                    <a:lnTo>
                      <a:pt x="3756" y="180"/>
                    </a:lnTo>
                    <a:lnTo>
                      <a:pt x="3792" y="150"/>
                    </a:lnTo>
                    <a:close/>
                    <a:moveTo>
                      <a:pt x="3612" y="480"/>
                    </a:moveTo>
                    <a:lnTo>
                      <a:pt x="3636" y="468"/>
                    </a:lnTo>
                    <a:lnTo>
                      <a:pt x="3642" y="456"/>
                    </a:lnTo>
                    <a:lnTo>
                      <a:pt x="3654" y="450"/>
                    </a:lnTo>
                    <a:lnTo>
                      <a:pt x="3660" y="438"/>
                    </a:lnTo>
                    <a:lnTo>
                      <a:pt x="3660" y="432"/>
                    </a:lnTo>
                    <a:lnTo>
                      <a:pt x="3654" y="426"/>
                    </a:lnTo>
                    <a:lnTo>
                      <a:pt x="3642" y="426"/>
                    </a:lnTo>
                    <a:lnTo>
                      <a:pt x="3630" y="420"/>
                    </a:lnTo>
                    <a:lnTo>
                      <a:pt x="3588" y="420"/>
                    </a:lnTo>
                    <a:lnTo>
                      <a:pt x="3570" y="426"/>
                    </a:lnTo>
                    <a:lnTo>
                      <a:pt x="3552" y="426"/>
                    </a:lnTo>
                    <a:lnTo>
                      <a:pt x="3534" y="438"/>
                    </a:lnTo>
                    <a:lnTo>
                      <a:pt x="3516" y="444"/>
                    </a:lnTo>
                    <a:lnTo>
                      <a:pt x="3504" y="450"/>
                    </a:lnTo>
                    <a:lnTo>
                      <a:pt x="3504" y="462"/>
                    </a:lnTo>
                    <a:lnTo>
                      <a:pt x="3528" y="468"/>
                    </a:lnTo>
                    <a:lnTo>
                      <a:pt x="3600" y="480"/>
                    </a:lnTo>
                    <a:lnTo>
                      <a:pt x="3612" y="480"/>
                    </a:lnTo>
                    <a:close/>
                    <a:moveTo>
                      <a:pt x="3954" y="180"/>
                    </a:moveTo>
                    <a:lnTo>
                      <a:pt x="3900" y="192"/>
                    </a:lnTo>
                    <a:lnTo>
                      <a:pt x="3936" y="210"/>
                    </a:lnTo>
                    <a:lnTo>
                      <a:pt x="3924" y="216"/>
                    </a:lnTo>
                    <a:lnTo>
                      <a:pt x="3918" y="222"/>
                    </a:lnTo>
                    <a:lnTo>
                      <a:pt x="3918" y="228"/>
                    </a:lnTo>
                    <a:lnTo>
                      <a:pt x="3924" y="234"/>
                    </a:lnTo>
                    <a:lnTo>
                      <a:pt x="3936" y="240"/>
                    </a:lnTo>
                    <a:lnTo>
                      <a:pt x="3966" y="240"/>
                    </a:lnTo>
                    <a:lnTo>
                      <a:pt x="3942" y="252"/>
                    </a:lnTo>
                    <a:lnTo>
                      <a:pt x="3954" y="252"/>
                    </a:lnTo>
                    <a:lnTo>
                      <a:pt x="4002" y="276"/>
                    </a:lnTo>
                    <a:lnTo>
                      <a:pt x="4014" y="276"/>
                    </a:lnTo>
                    <a:lnTo>
                      <a:pt x="4026" y="270"/>
                    </a:lnTo>
                    <a:lnTo>
                      <a:pt x="4032" y="264"/>
                    </a:lnTo>
                    <a:lnTo>
                      <a:pt x="4044" y="258"/>
                    </a:lnTo>
                    <a:lnTo>
                      <a:pt x="4050" y="252"/>
                    </a:lnTo>
                    <a:lnTo>
                      <a:pt x="4074" y="246"/>
                    </a:lnTo>
                    <a:lnTo>
                      <a:pt x="4086" y="258"/>
                    </a:lnTo>
                    <a:lnTo>
                      <a:pt x="4092" y="270"/>
                    </a:lnTo>
                    <a:lnTo>
                      <a:pt x="4098" y="276"/>
                    </a:lnTo>
                    <a:lnTo>
                      <a:pt x="4104" y="270"/>
                    </a:lnTo>
                    <a:lnTo>
                      <a:pt x="4116" y="270"/>
                    </a:lnTo>
                    <a:lnTo>
                      <a:pt x="4128" y="264"/>
                    </a:lnTo>
                    <a:lnTo>
                      <a:pt x="4134" y="258"/>
                    </a:lnTo>
                    <a:lnTo>
                      <a:pt x="4146" y="258"/>
                    </a:lnTo>
                    <a:lnTo>
                      <a:pt x="4152" y="252"/>
                    </a:lnTo>
                    <a:lnTo>
                      <a:pt x="4158" y="252"/>
                    </a:lnTo>
                    <a:lnTo>
                      <a:pt x="4170" y="246"/>
                    </a:lnTo>
                    <a:lnTo>
                      <a:pt x="4176" y="234"/>
                    </a:lnTo>
                    <a:lnTo>
                      <a:pt x="4182" y="228"/>
                    </a:lnTo>
                    <a:lnTo>
                      <a:pt x="4194" y="246"/>
                    </a:lnTo>
                    <a:lnTo>
                      <a:pt x="4218" y="222"/>
                    </a:lnTo>
                    <a:lnTo>
                      <a:pt x="4218" y="216"/>
                    </a:lnTo>
                    <a:lnTo>
                      <a:pt x="4236" y="210"/>
                    </a:lnTo>
                    <a:lnTo>
                      <a:pt x="4326" y="210"/>
                    </a:lnTo>
                    <a:lnTo>
                      <a:pt x="4332" y="204"/>
                    </a:lnTo>
                    <a:lnTo>
                      <a:pt x="4332" y="192"/>
                    </a:lnTo>
                    <a:lnTo>
                      <a:pt x="4266" y="186"/>
                    </a:lnTo>
                    <a:lnTo>
                      <a:pt x="4302" y="174"/>
                    </a:lnTo>
                    <a:lnTo>
                      <a:pt x="4302" y="132"/>
                    </a:lnTo>
                    <a:lnTo>
                      <a:pt x="4278" y="132"/>
                    </a:lnTo>
                    <a:lnTo>
                      <a:pt x="4266" y="138"/>
                    </a:lnTo>
                    <a:lnTo>
                      <a:pt x="4260" y="144"/>
                    </a:lnTo>
                    <a:lnTo>
                      <a:pt x="4248" y="150"/>
                    </a:lnTo>
                    <a:lnTo>
                      <a:pt x="4242" y="126"/>
                    </a:lnTo>
                    <a:lnTo>
                      <a:pt x="4194" y="132"/>
                    </a:lnTo>
                    <a:lnTo>
                      <a:pt x="4194" y="120"/>
                    </a:lnTo>
                    <a:lnTo>
                      <a:pt x="4176" y="84"/>
                    </a:lnTo>
                    <a:lnTo>
                      <a:pt x="4140" y="84"/>
                    </a:lnTo>
                    <a:lnTo>
                      <a:pt x="4122" y="90"/>
                    </a:lnTo>
                    <a:lnTo>
                      <a:pt x="4110" y="96"/>
                    </a:lnTo>
                    <a:lnTo>
                      <a:pt x="4104" y="102"/>
                    </a:lnTo>
                    <a:lnTo>
                      <a:pt x="4098" y="102"/>
                    </a:lnTo>
                    <a:lnTo>
                      <a:pt x="4020" y="108"/>
                    </a:lnTo>
                    <a:lnTo>
                      <a:pt x="4044" y="126"/>
                    </a:lnTo>
                    <a:lnTo>
                      <a:pt x="3996" y="126"/>
                    </a:lnTo>
                    <a:lnTo>
                      <a:pt x="3984" y="132"/>
                    </a:lnTo>
                    <a:lnTo>
                      <a:pt x="3972" y="132"/>
                    </a:lnTo>
                    <a:lnTo>
                      <a:pt x="3966" y="138"/>
                    </a:lnTo>
                    <a:lnTo>
                      <a:pt x="3984" y="156"/>
                    </a:lnTo>
                    <a:lnTo>
                      <a:pt x="3972" y="156"/>
                    </a:lnTo>
                    <a:lnTo>
                      <a:pt x="3936" y="150"/>
                    </a:lnTo>
                    <a:lnTo>
                      <a:pt x="3906" y="156"/>
                    </a:lnTo>
                    <a:lnTo>
                      <a:pt x="3888" y="168"/>
                    </a:lnTo>
                    <a:lnTo>
                      <a:pt x="3888" y="174"/>
                    </a:lnTo>
                    <a:lnTo>
                      <a:pt x="3894" y="180"/>
                    </a:lnTo>
                    <a:lnTo>
                      <a:pt x="3954" y="180"/>
                    </a:lnTo>
                    <a:close/>
                    <a:moveTo>
                      <a:pt x="3972" y="294"/>
                    </a:moveTo>
                    <a:lnTo>
                      <a:pt x="3954" y="300"/>
                    </a:lnTo>
                    <a:lnTo>
                      <a:pt x="3942" y="306"/>
                    </a:lnTo>
                    <a:lnTo>
                      <a:pt x="3936" y="312"/>
                    </a:lnTo>
                    <a:lnTo>
                      <a:pt x="3936" y="318"/>
                    </a:lnTo>
                    <a:lnTo>
                      <a:pt x="3966" y="324"/>
                    </a:lnTo>
                    <a:lnTo>
                      <a:pt x="3972" y="324"/>
                    </a:lnTo>
                    <a:lnTo>
                      <a:pt x="3990" y="306"/>
                    </a:lnTo>
                    <a:lnTo>
                      <a:pt x="3990" y="300"/>
                    </a:lnTo>
                    <a:lnTo>
                      <a:pt x="3984" y="294"/>
                    </a:lnTo>
                    <a:lnTo>
                      <a:pt x="3972" y="294"/>
                    </a:lnTo>
                    <a:close/>
                    <a:moveTo>
                      <a:pt x="3738" y="336"/>
                    </a:moveTo>
                    <a:lnTo>
                      <a:pt x="3726" y="336"/>
                    </a:lnTo>
                    <a:lnTo>
                      <a:pt x="3720" y="330"/>
                    </a:lnTo>
                    <a:lnTo>
                      <a:pt x="3672" y="330"/>
                    </a:lnTo>
                    <a:lnTo>
                      <a:pt x="3636" y="336"/>
                    </a:lnTo>
                    <a:lnTo>
                      <a:pt x="3624" y="342"/>
                    </a:lnTo>
                    <a:lnTo>
                      <a:pt x="3642" y="360"/>
                    </a:lnTo>
                    <a:lnTo>
                      <a:pt x="3654" y="360"/>
                    </a:lnTo>
                    <a:lnTo>
                      <a:pt x="3660" y="378"/>
                    </a:lnTo>
                    <a:lnTo>
                      <a:pt x="3768" y="378"/>
                    </a:lnTo>
                    <a:lnTo>
                      <a:pt x="3768" y="390"/>
                    </a:lnTo>
                    <a:lnTo>
                      <a:pt x="3762" y="396"/>
                    </a:lnTo>
                    <a:lnTo>
                      <a:pt x="3762" y="408"/>
                    </a:lnTo>
                    <a:lnTo>
                      <a:pt x="3708" y="450"/>
                    </a:lnTo>
                    <a:lnTo>
                      <a:pt x="3732" y="456"/>
                    </a:lnTo>
                    <a:lnTo>
                      <a:pt x="3720" y="468"/>
                    </a:lnTo>
                    <a:lnTo>
                      <a:pt x="3714" y="468"/>
                    </a:lnTo>
                    <a:lnTo>
                      <a:pt x="3708" y="474"/>
                    </a:lnTo>
                    <a:lnTo>
                      <a:pt x="3708" y="480"/>
                    </a:lnTo>
                    <a:lnTo>
                      <a:pt x="3726" y="480"/>
                    </a:lnTo>
                    <a:lnTo>
                      <a:pt x="3738" y="474"/>
                    </a:lnTo>
                    <a:lnTo>
                      <a:pt x="3744" y="474"/>
                    </a:lnTo>
                    <a:lnTo>
                      <a:pt x="3756" y="468"/>
                    </a:lnTo>
                    <a:lnTo>
                      <a:pt x="3756" y="480"/>
                    </a:lnTo>
                    <a:lnTo>
                      <a:pt x="3792" y="480"/>
                    </a:lnTo>
                    <a:lnTo>
                      <a:pt x="3810" y="474"/>
                    </a:lnTo>
                    <a:lnTo>
                      <a:pt x="3822" y="468"/>
                    </a:lnTo>
                    <a:lnTo>
                      <a:pt x="3840" y="468"/>
                    </a:lnTo>
                    <a:lnTo>
                      <a:pt x="3846" y="462"/>
                    </a:lnTo>
                    <a:lnTo>
                      <a:pt x="3852" y="462"/>
                    </a:lnTo>
                    <a:lnTo>
                      <a:pt x="3858" y="486"/>
                    </a:lnTo>
                    <a:lnTo>
                      <a:pt x="3924" y="480"/>
                    </a:lnTo>
                    <a:lnTo>
                      <a:pt x="4002" y="498"/>
                    </a:lnTo>
                    <a:lnTo>
                      <a:pt x="4098" y="486"/>
                    </a:lnTo>
                    <a:lnTo>
                      <a:pt x="4128" y="468"/>
                    </a:lnTo>
                    <a:lnTo>
                      <a:pt x="4122" y="474"/>
                    </a:lnTo>
                    <a:lnTo>
                      <a:pt x="4122" y="486"/>
                    </a:lnTo>
                    <a:lnTo>
                      <a:pt x="4260" y="486"/>
                    </a:lnTo>
                    <a:lnTo>
                      <a:pt x="4272" y="468"/>
                    </a:lnTo>
                    <a:lnTo>
                      <a:pt x="4338" y="438"/>
                    </a:lnTo>
                    <a:lnTo>
                      <a:pt x="4320" y="432"/>
                    </a:lnTo>
                    <a:lnTo>
                      <a:pt x="4320" y="420"/>
                    </a:lnTo>
                    <a:lnTo>
                      <a:pt x="4314" y="420"/>
                    </a:lnTo>
                    <a:lnTo>
                      <a:pt x="4308" y="414"/>
                    </a:lnTo>
                    <a:lnTo>
                      <a:pt x="4290" y="414"/>
                    </a:lnTo>
                    <a:lnTo>
                      <a:pt x="4278" y="408"/>
                    </a:lnTo>
                    <a:lnTo>
                      <a:pt x="4260" y="408"/>
                    </a:lnTo>
                    <a:lnTo>
                      <a:pt x="4242" y="402"/>
                    </a:lnTo>
                    <a:lnTo>
                      <a:pt x="4206" y="402"/>
                    </a:lnTo>
                    <a:lnTo>
                      <a:pt x="4164" y="414"/>
                    </a:lnTo>
                    <a:lnTo>
                      <a:pt x="4116" y="420"/>
                    </a:lnTo>
                    <a:lnTo>
                      <a:pt x="4074" y="426"/>
                    </a:lnTo>
                    <a:lnTo>
                      <a:pt x="4038" y="438"/>
                    </a:lnTo>
                    <a:lnTo>
                      <a:pt x="4026" y="438"/>
                    </a:lnTo>
                    <a:lnTo>
                      <a:pt x="4014" y="432"/>
                    </a:lnTo>
                    <a:lnTo>
                      <a:pt x="4008" y="426"/>
                    </a:lnTo>
                    <a:lnTo>
                      <a:pt x="3996" y="420"/>
                    </a:lnTo>
                    <a:lnTo>
                      <a:pt x="3984" y="420"/>
                    </a:lnTo>
                    <a:lnTo>
                      <a:pt x="3972" y="426"/>
                    </a:lnTo>
                    <a:lnTo>
                      <a:pt x="3960" y="426"/>
                    </a:lnTo>
                    <a:lnTo>
                      <a:pt x="3948" y="432"/>
                    </a:lnTo>
                    <a:lnTo>
                      <a:pt x="3942" y="438"/>
                    </a:lnTo>
                    <a:lnTo>
                      <a:pt x="3936" y="438"/>
                    </a:lnTo>
                    <a:lnTo>
                      <a:pt x="3912" y="414"/>
                    </a:lnTo>
                    <a:lnTo>
                      <a:pt x="3894" y="426"/>
                    </a:lnTo>
                    <a:lnTo>
                      <a:pt x="3864" y="420"/>
                    </a:lnTo>
                    <a:lnTo>
                      <a:pt x="3894" y="408"/>
                    </a:lnTo>
                    <a:lnTo>
                      <a:pt x="3876" y="396"/>
                    </a:lnTo>
                    <a:lnTo>
                      <a:pt x="3822" y="408"/>
                    </a:lnTo>
                    <a:lnTo>
                      <a:pt x="3858" y="396"/>
                    </a:lnTo>
                    <a:lnTo>
                      <a:pt x="3858" y="390"/>
                    </a:lnTo>
                    <a:lnTo>
                      <a:pt x="3924" y="384"/>
                    </a:lnTo>
                    <a:lnTo>
                      <a:pt x="3888" y="372"/>
                    </a:lnTo>
                    <a:lnTo>
                      <a:pt x="3870" y="372"/>
                    </a:lnTo>
                    <a:lnTo>
                      <a:pt x="3876" y="366"/>
                    </a:lnTo>
                    <a:lnTo>
                      <a:pt x="3876" y="360"/>
                    </a:lnTo>
                    <a:lnTo>
                      <a:pt x="3870" y="354"/>
                    </a:lnTo>
                    <a:lnTo>
                      <a:pt x="3840" y="354"/>
                    </a:lnTo>
                    <a:lnTo>
                      <a:pt x="3822" y="360"/>
                    </a:lnTo>
                    <a:lnTo>
                      <a:pt x="3804" y="360"/>
                    </a:lnTo>
                    <a:lnTo>
                      <a:pt x="3786" y="366"/>
                    </a:lnTo>
                    <a:lnTo>
                      <a:pt x="3774" y="354"/>
                    </a:lnTo>
                    <a:lnTo>
                      <a:pt x="3762" y="348"/>
                    </a:lnTo>
                    <a:lnTo>
                      <a:pt x="3756" y="342"/>
                    </a:lnTo>
                    <a:lnTo>
                      <a:pt x="3744" y="336"/>
                    </a:lnTo>
                    <a:lnTo>
                      <a:pt x="3738" y="336"/>
                    </a:lnTo>
                    <a:close/>
                    <a:moveTo>
                      <a:pt x="3264" y="420"/>
                    </a:moveTo>
                    <a:lnTo>
                      <a:pt x="3282" y="420"/>
                    </a:lnTo>
                    <a:lnTo>
                      <a:pt x="3300" y="426"/>
                    </a:lnTo>
                    <a:lnTo>
                      <a:pt x="3318" y="426"/>
                    </a:lnTo>
                    <a:lnTo>
                      <a:pt x="3330" y="432"/>
                    </a:lnTo>
                    <a:lnTo>
                      <a:pt x="3342" y="432"/>
                    </a:lnTo>
                    <a:lnTo>
                      <a:pt x="3330" y="444"/>
                    </a:lnTo>
                    <a:lnTo>
                      <a:pt x="3324" y="444"/>
                    </a:lnTo>
                    <a:lnTo>
                      <a:pt x="3324" y="456"/>
                    </a:lnTo>
                    <a:lnTo>
                      <a:pt x="3438" y="456"/>
                    </a:lnTo>
                    <a:lnTo>
                      <a:pt x="3462" y="444"/>
                    </a:lnTo>
                    <a:lnTo>
                      <a:pt x="3462" y="432"/>
                    </a:lnTo>
                    <a:lnTo>
                      <a:pt x="3468" y="426"/>
                    </a:lnTo>
                    <a:lnTo>
                      <a:pt x="3480" y="426"/>
                    </a:lnTo>
                    <a:lnTo>
                      <a:pt x="3492" y="420"/>
                    </a:lnTo>
                    <a:lnTo>
                      <a:pt x="3504" y="420"/>
                    </a:lnTo>
                    <a:lnTo>
                      <a:pt x="3510" y="414"/>
                    </a:lnTo>
                    <a:lnTo>
                      <a:pt x="3510" y="408"/>
                    </a:lnTo>
                    <a:lnTo>
                      <a:pt x="3522" y="396"/>
                    </a:lnTo>
                    <a:lnTo>
                      <a:pt x="3534" y="390"/>
                    </a:lnTo>
                    <a:lnTo>
                      <a:pt x="3540" y="384"/>
                    </a:lnTo>
                    <a:lnTo>
                      <a:pt x="3552" y="378"/>
                    </a:lnTo>
                    <a:lnTo>
                      <a:pt x="3552" y="372"/>
                    </a:lnTo>
                    <a:lnTo>
                      <a:pt x="3546" y="366"/>
                    </a:lnTo>
                    <a:lnTo>
                      <a:pt x="3534" y="360"/>
                    </a:lnTo>
                    <a:lnTo>
                      <a:pt x="3510" y="360"/>
                    </a:lnTo>
                    <a:lnTo>
                      <a:pt x="3504" y="366"/>
                    </a:lnTo>
                    <a:lnTo>
                      <a:pt x="3492" y="366"/>
                    </a:lnTo>
                    <a:lnTo>
                      <a:pt x="3486" y="360"/>
                    </a:lnTo>
                    <a:lnTo>
                      <a:pt x="3474" y="360"/>
                    </a:lnTo>
                    <a:lnTo>
                      <a:pt x="3462" y="354"/>
                    </a:lnTo>
                    <a:lnTo>
                      <a:pt x="3450" y="354"/>
                    </a:lnTo>
                    <a:lnTo>
                      <a:pt x="3432" y="348"/>
                    </a:lnTo>
                    <a:lnTo>
                      <a:pt x="3426" y="354"/>
                    </a:lnTo>
                    <a:lnTo>
                      <a:pt x="3420" y="354"/>
                    </a:lnTo>
                    <a:lnTo>
                      <a:pt x="3414" y="366"/>
                    </a:lnTo>
                    <a:lnTo>
                      <a:pt x="3414" y="396"/>
                    </a:lnTo>
                    <a:lnTo>
                      <a:pt x="3396" y="378"/>
                    </a:lnTo>
                    <a:lnTo>
                      <a:pt x="3384" y="372"/>
                    </a:lnTo>
                    <a:lnTo>
                      <a:pt x="3366" y="372"/>
                    </a:lnTo>
                    <a:lnTo>
                      <a:pt x="3354" y="384"/>
                    </a:lnTo>
                    <a:lnTo>
                      <a:pt x="3348" y="396"/>
                    </a:lnTo>
                    <a:lnTo>
                      <a:pt x="3330" y="414"/>
                    </a:lnTo>
                    <a:lnTo>
                      <a:pt x="3324" y="414"/>
                    </a:lnTo>
                    <a:lnTo>
                      <a:pt x="3300" y="366"/>
                    </a:lnTo>
                    <a:lnTo>
                      <a:pt x="3288" y="360"/>
                    </a:lnTo>
                    <a:lnTo>
                      <a:pt x="3258" y="360"/>
                    </a:lnTo>
                    <a:lnTo>
                      <a:pt x="3246" y="366"/>
                    </a:lnTo>
                    <a:lnTo>
                      <a:pt x="3240" y="372"/>
                    </a:lnTo>
                    <a:lnTo>
                      <a:pt x="3240" y="396"/>
                    </a:lnTo>
                    <a:lnTo>
                      <a:pt x="3246" y="408"/>
                    </a:lnTo>
                    <a:lnTo>
                      <a:pt x="3258" y="414"/>
                    </a:lnTo>
                    <a:lnTo>
                      <a:pt x="3264" y="420"/>
                    </a:lnTo>
                    <a:close/>
                    <a:moveTo>
                      <a:pt x="3720" y="288"/>
                    </a:moveTo>
                    <a:lnTo>
                      <a:pt x="3726" y="288"/>
                    </a:lnTo>
                    <a:lnTo>
                      <a:pt x="3732" y="294"/>
                    </a:lnTo>
                    <a:lnTo>
                      <a:pt x="3738" y="306"/>
                    </a:lnTo>
                    <a:lnTo>
                      <a:pt x="3768" y="306"/>
                    </a:lnTo>
                    <a:lnTo>
                      <a:pt x="3780" y="300"/>
                    </a:lnTo>
                    <a:lnTo>
                      <a:pt x="3834" y="300"/>
                    </a:lnTo>
                    <a:lnTo>
                      <a:pt x="3834" y="294"/>
                    </a:lnTo>
                    <a:lnTo>
                      <a:pt x="3828" y="294"/>
                    </a:lnTo>
                    <a:lnTo>
                      <a:pt x="3822" y="288"/>
                    </a:lnTo>
                    <a:lnTo>
                      <a:pt x="3810" y="288"/>
                    </a:lnTo>
                    <a:lnTo>
                      <a:pt x="3804" y="282"/>
                    </a:lnTo>
                    <a:lnTo>
                      <a:pt x="3792" y="282"/>
                    </a:lnTo>
                    <a:lnTo>
                      <a:pt x="3804" y="270"/>
                    </a:lnTo>
                    <a:lnTo>
                      <a:pt x="3816" y="264"/>
                    </a:lnTo>
                    <a:lnTo>
                      <a:pt x="3822" y="264"/>
                    </a:lnTo>
                    <a:lnTo>
                      <a:pt x="3828" y="258"/>
                    </a:lnTo>
                    <a:lnTo>
                      <a:pt x="3822" y="258"/>
                    </a:lnTo>
                    <a:lnTo>
                      <a:pt x="3810" y="252"/>
                    </a:lnTo>
                    <a:lnTo>
                      <a:pt x="3738" y="228"/>
                    </a:lnTo>
                    <a:lnTo>
                      <a:pt x="3732" y="228"/>
                    </a:lnTo>
                    <a:lnTo>
                      <a:pt x="3726" y="234"/>
                    </a:lnTo>
                    <a:lnTo>
                      <a:pt x="3714" y="240"/>
                    </a:lnTo>
                    <a:lnTo>
                      <a:pt x="3702" y="240"/>
                    </a:lnTo>
                    <a:lnTo>
                      <a:pt x="3690" y="252"/>
                    </a:lnTo>
                    <a:lnTo>
                      <a:pt x="3690" y="258"/>
                    </a:lnTo>
                    <a:lnTo>
                      <a:pt x="3696" y="264"/>
                    </a:lnTo>
                    <a:lnTo>
                      <a:pt x="3702" y="276"/>
                    </a:lnTo>
                    <a:lnTo>
                      <a:pt x="3714" y="282"/>
                    </a:lnTo>
                    <a:lnTo>
                      <a:pt x="3720" y="288"/>
                    </a:lnTo>
                    <a:close/>
                    <a:moveTo>
                      <a:pt x="3288" y="504"/>
                    </a:moveTo>
                    <a:lnTo>
                      <a:pt x="3270" y="504"/>
                    </a:lnTo>
                    <a:lnTo>
                      <a:pt x="3234" y="510"/>
                    </a:lnTo>
                    <a:lnTo>
                      <a:pt x="3186" y="516"/>
                    </a:lnTo>
                    <a:lnTo>
                      <a:pt x="3144" y="528"/>
                    </a:lnTo>
                    <a:lnTo>
                      <a:pt x="3132" y="534"/>
                    </a:lnTo>
                    <a:lnTo>
                      <a:pt x="3126" y="540"/>
                    </a:lnTo>
                    <a:lnTo>
                      <a:pt x="3132" y="540"/>
                    </a:lnTo>
                    <a:lnTo>
                      <a:pt x="3150" y="558"/>
                    </a:lnTo>
                    <a:lnTo>
                      <a:pt x="3156" y="570"/>
                    </a:lnTo>
                    <a:lnTo>
                      <a:pt x="3156" y="576"/>
                    </a:lnTo>
                    <a:lnTo>
                      <a:pt x="3138" y="582"/>
                    </a:lnTo>
                    <a:lnTo>
                      <a:pt x="3120" y="570"/>
                    </a:lnTo>
                    <a:lnTo>
                      <a:pt x="3090" y="564"/>
                    </a:lnTo>
                    <a:lnTo>
                      <a:pt x="3048" y="570"/>
                    </a:lnTo>
                    <a:lnTo>
                      <a:pt x="3066" y="606"/>
                    </a:lnTo>
                    <a:lnTo>
                      <a:pt x="3072" y="612"/>
                    </a:lnTo>
                    <a:lnTo>
                      <a:pt x="3084" y="618"/>
                    </a:lnTo>
                    <a:lnTo>
                      <a:pt x="3102" y="624"/>
                    </a:lnTo>
                    <a:lnTo>
                      <a:pt x="3114" y="630"/>
                    </a:lnTo>
                    <a:lnTo>
                      <a:pt x="3120" y="642"/>
                    </a:lnTo>
                    <a:lnTo>
                      <a:pt x="3120" y="654"/>
                    </a:lnTo>
                    <a:lnTo>
                      <a:pt x="3126" y="666"/>
                    </a:lnTo>
                    <a:lnTo>
                      <a:pt x="3126" y="678"/>
                    </a:lnTo>
                    <a:lnTo>
                      <a:pt x="3144" y="678"/>
                    </a:lnTo>
                    <a:lnTo>
                      <a:pt x="3228" y="666"/>
                    </a:lnTo>
                    <a:lnTo>
                      <a:pt x="3264" y="660"/>
                    </a:lnTo>
                    <a:lnTo>
                      <a:pt x="3276" y="654"/>
                    </a:lnTo>
                    <a:lnTo>
                      <a:pt x="3282" y="642"/>
                    </a:lnTo>
                    <a:lnTo>
                      <a:pt x="3288" y="624"/>
                    </a:lnTo>
                    <a:lnTo>
                      <a:pt x="3300" y="600"/>
                    </a:lnTo>
                    <a:lnTo>
                      <a:pt x="3300" y="588"/>
                    </a:lnTo>
                    <a:lnTo>
                      <a:pt x="3228" y="576"/>
                    </a:lnTo>
                    <a:lnTo>
                      <a:pt x="3240" y="570"/>
                    </a:lnTo>
                    <a:lnTo>
                      <a:pt x="3348" y="534"/>
                    </a:lnTo>
                    <a:lnTo>
                      <a:pt x="3360" y="528"/>
                    </a:lnTo>
                    <a:lnTo>
                      <a:pt x="3354" y="522"/>
                    </a:lnTo>
                    <a:lnTo>
                      <a:pt x="3342" y="516"/>
                    </a:lnTo>
                    <a:lnTo>
                      <a:pt x="3324" y="510"/>
                    </a:lnTo>
                    <a:lnTo>
                      <a:pt x="3312" y="510"/>
                    </a:lnTo>
                    <a:lnTo>
                      <a:pt x="3300" y="504"/>
                    </a:lnTo>
                    <a:lnTo>
                      <a:pt x="3288" y="504"/>
                    </a:lnTo>
                    <a:close/>
                    <a:moveTo>
                      <a:pt x="2898" y="744"/>
                    </a:moveTo>
                    <a:lnTo>
                      <a:pt x="2880" y="738"/>
                    </a:lnTo>
                    <a:lnTo>
                      <a:pt x="2796" y="738"/>
                    </a:lnTo>
                    <a:lnTo>
                      <a:pt x="2874" y="696"/>
                    </a:lnTo>
                    <a:lnTo>
                      <a:pt x="2880" y="684"/>
                    </a:lnTo>
                    <a:lnTo>
                      <a:pt x="2886" y="654"/>
                    </a:lnTo>
                    <a:lnTo>
                      <a:pt x="2898" y="624"/>
                    </a:lnTo>
                    <a:lnTo>
                      <a:pt x="2898" y="588"/>
                    </a:lnTo>
                    <a:lnTo>
                      <a:pt x="2880" y="570"/>
                    </a:lnTo>
                    <a:lnTo>
                      <a:pt x="2850" y="570"/>
                    </a:lnTo>
                    <a:lnTo>
                      <a:pt x="2814" y="576"/>
                    </a:lnTo>
                    <a:lnTo>
                      <a:pt x="2796" y="582"/>
                    </a:lnTo>
                    <a:lnTo>
                      <a:pt x="2784" y="588"/>
                    </a:lnTo>
                    <a:lnTo>
                      <a:pt x="2784" y="594"/>
                    </a:lnTo>
                    <a:lnTo>
                      <a:pt x="2766" y="612"/>
                    </a:lnTo>
                    <a:lnTo>
                      <a:pt x="2760" y="630"/>
                    </a:lnTo>
                    <a:lnTo>
                      <a:pt x="2736" y="654"/>
                    </a:lnTo>
                    <a:lnTo>
                      <a:pt x="2718" y="666"/>
                    </a:lnTo>
                    <a:lnTo>
                      <a:pt x="2706" y="672"/>
                    </a:lnTo>
                    <a:lnTo>
                      <a:pt x="2700" y="672"/>
                    </a:lnTo>
                    <a:lnTo>
                      <a:pt x="2694" y="666"/>
                    </a:lnTo>
                    <a:lnTo>
                      <a:pt x="2694" y="660"/>
                    </a:lnTo>
                    <a:lnTo>
                      <a:pt x="2700" y="654"/>
                    </a:lnTo>
                    <a:lnTo>
                      <a:pt x="2706" y="642"/>
                    </a:lnTo>
                    <a:lnTo>
                      <a:pt x="2712" y="636"/>
                    </a:lnTo>
                    <a:lnTo>
                      <a:pt x="2718" y="624"/>
                    </a:lnTo>
                    <a:lnTo>
                      <a:pt x="2718" y="612"/>
                    </a:lnTo>
                    <a:lnTo>
                      <a:pt x="2724" y="606"/>
                    </a:lnTo>
                    <a:lnTo>
                      <a:pt x="2724" y="600"/>
                    </a:lnTo>
                    <a:lnTo>
                      <a:pt x="2706" y="594"/>
                    </a:lnTo>
                    <a:lnTo>
                      <a:pt x="2676" y="588"/>
                    </a:lnTo>
                    <a:lnTo>
                      <a:pt x="2628" y="588"/>
                    </a:lnTo>
                    <a:lnTo>
                      <a:pt x="2622" y="606"/>
                    </a:lnTo>
                    <a:lnTo>
                      <a:pt x="2610" y="612"/>
                    </a:lnTo>
                    <a:lnTo>
                      <a:pt x="2586" y="618"/>
                    </a:lnTo>
                    <a:lnTo>
                      <a:pt x="2550" y="624"/>
                    </a:lnTo>
                    <a:lnTo>
                      <a:pt x="2508" y="630"/>
                    </a:lnTo>
                    <a:lnTo>
                      <a:pt x="2490" y="630"/>
                    </a:lnTo>
                    <a:lnTo>
                      <a:pt x="2496" y="624"/>
                    </a:lnTo>
                    <a:lnTo>
                      <a:pt x="2508" y="618"/>
                    </a:lnTo>
                    <a:lnTo>
                      <a:pt x="2520" y="618"/>
                    </a:lnTo>
                    <a:lnTo>
                      <a:pt x="2538" y="612"/>
                    </a:lnTo>
                    <a:lnTo>
                      <a:pt x="2550" y="606"/>
                    </a:lnTo>
                    <a:lnTo>
                      <a:pt x="2586" y="594"/>
                    </a:lnTo>
                    <a:lnTo>
                      <a:pt x="2598" y="588"/>
                    </a:lnTo>
                    <a:lnTo>
                      <a:pt x="2604" y="588"/>
                    </a:lnTo>
                    <a:lnTo>
                      <a:pt x="2604" y="582"/>
                    </a:lnTo>
                    <a:lnTo>
                      <a:pt x="2592" y="576"/>
                    </a:lnTo>
                    <a:lnTo>
                      <a:pt x="2556" y="576"/>
                    </a:lnTo>
                    <a:lnTo>
                      <a:pt x="2496" y="594"/>
                    </a:lnTo>
                    <a:lnTo>
                      <a:pt x="2460" y="600"/>
                    </a:lnTo>
                    <a:lnTo>
                      <a:pt x="2466" y="594"/>
                    </a:lnTo>
                    <a:lnTo>
                      <a:pt x="2478" y="588"/>
                    </a:lnTo>
                    <a:lnTo>
                      <a:pt x="2490" y="576"/>
                    </a:lnTo>
                    <a:lnTo>
                      <a:pt x="2502" y="570"/>
                    </a:lnTo>
                    <a:lnTo>
                      <a:pt x="2514" y="558"/>
                    </a:lnTo>
                    <a:lnTo>
                      <a:pt x="2508" y="558"/>
                    </a:lnTo>
                    <a:lnTo>
                      <a:pt x="2508" y="552"/>
                    </a:lnTo>
                    <a:lnTo>
                      <a:pt x="2496" y="552"/>
                    </a:lnTo>
                    <a:lnTo>
                      <a:pt x="2346" y="600"/>
                    </a:lnTo>
                    <a:lnTo>
                      <a:pt x="2328" y="600"/>
                    </a:lnTo>
                    <a:lnTo>
                      <a:pt x="2244" y="624"/>
                    </a:lnTo>
                    <a:lnTo>
                      <a:pt x="2250" y="642"/>
                    </a:lnTo>
                    <a:lnTo>
                      <a:pt x="2190" y="660"/>
                    </a:lnTo>
                    <a:lnTo>
                      <a:pt x="2172" y="678"/>
                    </a:lnTo>
                    <a:lnTo>
                      <a:pt x="2202" y="690"/>
                    </a:lnTo>
                    <a:lnTo>
                      <a:pt x="2208" y="684"/>
                    </a:lnTo>
                    <a:lnTo>
                      <a:pt x="2220" y="678"/>
                    </a:lnTo>
                    <a:lnTo>
                      <a:pt x="2238" y="678"/>
                    </a:lnTo>
                    <a:lnTo>
                      <a:pt x="2244" y="684"/>
                    </a:lnTo>
                    <a:lnTo>
                      <a:pt x="2244" y="690"/>
                    </a:lnTo>
                    <a:lnTo>
                      <a:pt x="2238" y="696"/>
                    </a:lnTo>
                    <a:lnTo>
                      <a:pt x="2226" y="696"/>
                    </a:lnTo>
                    <a:lnTo>
                      <a:pt x="2208" y="702"/>
                    </a:lnTo>
                    <a:lnTo>
                      <a:pt x="2196" y="702"/>
                    </a:lnTo>
                    <a:lnTo>
                      <a:pt x="2160" y="720"/>
                    </a:lnTo>
                    <a:lnTo>
                      <a:pt x="2166" y="732"/>
                    </a:lnTo>
                    <a:lnTo>
                      <a:pt x="2196" y="732"/>
                    </a:lnTo>
                    <a:lnTo>
                      <a:pt x="2238" y="738"/>
                    </a:lnTo>
                    <a:lnTo>
                      <a:pt x="2322" y="738"/>
                    </a:lnTo>
                    <a:lnTo>
                      <a:pt x="2352" y="744"/>
                    </a:lnTo>
                    <a:lnTo>
                      <a:pt x="2352" y="750"/>
                    </a:lnTo>
                    <a:lnTo>
                      <a:pt x="2322" y="762"/>
                    </a:lnTo>
                    <a:lnTo>
                      <a:pt x="2280" y="762"/>
                    </a:lnTo>
                    <a:lnTo>
                      <a:pt x="2172" y="774"/>
                    </a:lnTo>
                    <a:lnTo>
                      <a:pt x="2136" y="774"/>
                    </a:lnTo>
                    <a:lnTo>
                      <a:pt x="2112" y="786"/>
                    </a:lnTo>
                    <a:lnTo>
                      <a:pt x="2106" y="792"/>
                    </a:lnTo>
                    <a:lnTo>
                      <a:pt x="2118" y="804"/>
                    </a:lnTo>
                    <a:lnTo>
                      <a:pt x="2130" y="810"/>
                    </a:lnTo>
                    <a:lnTo>
                      <a:pt x="2148" y="810"/>
                    </a:lnTo>
                    <a:lnTo>
                      <a:pt x="2160" y="816"/>
                    </a:lnTo>
                    <a:lnTo>
                      <a:pt x="2178" y="822"/>
                    </a:lnTo>
                    <a:lnTo>
                      <a:pt x="2190" y="828"/>
                    </a:lnTo>
                    <a:lnTo>
                      <a:pt x="2190" y="834"/>
                    </a:lnTo>
                    <a:lnTo>
                      <a:pt x="2184" y="840"/>
                    </a:lnTo>
                    <a:lnTo>
                      <a:pt x="2172" y="840"/>
                    </a:lnTo>
                    <a:lnTo>
                      <a:pt x="2154" y="858"/>
                    </a:lnTo>
                    <a:lnTo>
                      <a:pt x="2166" y="870"/>
                    </a:lnTo>
                    <a:lnTo>
                      <a:pt x="2322" y="870"/>
                    </a:lnTo>
                    <a:lnTo>
                      <a:pt x="2370" y="864"/>
                    </a:lnTo>
                    <a:lnTo>
                      <a:pt x="2436" y="858"/>
                    </a:lnTo>
                    <a:lnTo>
                      <a:pt x="2508" y="846"/>
                    </a:lnTo>
                    <a:lnTo>
                      <a:pt x="2574" y="840"/>
                    </a:lnTo>
                    <a:lnTo>
                      <a:pt x="2616" y="828"/>
                    </a:lnTo>
                    <a:lnTo>
                      <a:pt x="2652" y="828"/>
                    </a:lnTo>
                    <a:lnTo>
                      <a:pt x="2736" y="864"/>
                    </a:lnTo>
                    <a:lnTo>
                      <a:pt x="2778" y="876"/>
                    </a:lnTo>
                    <a:lnTo>
                      <a:pt x="2796" y="876"/>
                    </a:lnTo>
                    <a:lnTo>
                      <a:pt x="2814" y="870"/>
                    </a:lnTo>
                    <a:lnTo>
                      <a:pt x="2832" y="852"/>
                    </a:lnTo>
                    <a:lnTo>
                      <a:pt x="2838" y="840"/>
                    </a:lnTo>
                    <a:lnTo>
                      <a:pt x="2844" y="834"/>
                    </a:lnTo>
                    <a:lnTo>
                      <a:pt x="2844" y="822"/>
                    </a:lnTo>
                    <a:lnTo>
                      <a:pt x="2766" y="822"/>
                    </a:lnTo>
                    <a:lnTo>
                      <a:pt x="2802" y="798"/>
                    </a:lnTo>
                    <a:lnTo>
                      <a:pt x="2850" y="798"/>
                    </a:lnTo>
                    <a:lnTo>
                      <a:pt x="2898" y="792"/>
                    </a:lnTo>
                    <a:lnTo>
                      <a:pt x="2910" y="786"/>
                    </a:lnTo>
                    <a:lnTo>
                      <a:pt x="2916" y="786"/>
                    </a:lnTo>
                    <a:lnTo>
                      <a:pt x="2922" y="780"/>
                    </a:lnTo>
                    <a:lnTo>
                      <a:pt x="2916" y="768"/>
                    </a:lnTo>
                    <a:lnTo>
                      <a:pt x="2898" y="750"/>
                    </a:lnTo>
                    <a:lnTo>
                      <a:pt x="2898" y="744"/>
                    </a:lnTo>
                    <a:close/>
                    <a:moveTo>
                      <a:pt x="2868" y="882"/>
                    </a:moveTo>
                    <a:lnTo>
                      <a:pt x="2886" y="882"/>
                    </a:lnTo>
                    <a:lnTo>
                      <a:pt x="2904" y="876"/>
                    </a:lnTo>
                    <a:lnTo>
                      <a:pt x="2910" y="870"/>
                    </a:lnTo>
                    <a:lnTo>
                      <a:pt x="2910" y="864"/>
                    </a:lnTo>
                    <a:lnTo>
                      <a:pt x="2904" y="858"/>
                    </a:lnTo>
                    <a:lnTo>
                      <a:pt x="2880" y="858"/>
                    </a:lnTo>
                    <a:lnTo>
                      <a:pt x="2868" y="870"/>
                    </a:lnTo>
                    <a:lnTo>
                      <a:pt x="2868" y="882"/>
                    </a:lnTo>
                    <a:close/>
                    <a:moveTo>
                      <a:pt x="3276" y="330"/>
                    </a:moveTo>
                    <a:lnTo>
                      <a:pt x="3288" y="330"/>
                    </a:lnTo>
                    <a:lnTo>
                      <a:pt x="3294" y="324"/>
                    </a:lnTo>
                    <a:lnTo>
                      <a:pt x="3300" y="312"/>
                    </a:lnTo>
                    <a:lnTo>
                      <a:pt x="3300" y="306"/>
                    </a:lnTo>
                    <a:lnTo>
                      <a:pt x="3294" y="294"/>
                    </a:lnTo>
                    <a:lnTo>
                      <a:pt x="3288" y="288"/>
                    </a:lnTo>
                    <a:lnTo>
                      <a:pt x="3276" y="288"/>
                    </a:lnTo>
                    <a:lnTo>
                      <a:pt x="3270" y="300"/>
                    </a:lnTo>
                    <a:lnTo>
                      <a:pt x="3264" y="306"/>
                    </a:lnTo>
                    <a:lnTo>
                      <a:pt x="3264" y="324"/>
                    </a:lnTo>
                    <a:lnTo>
                      <a:pt x="3270" y="330"/>
                    </a:lnTo>
                    <a:lnTo>
                      <a:pt x="3276" y="330"/>
                    </a:lnTo>
                    <a:close/>
                    <a:moveTo>
                      <a:pt x="3462" y="228"/>
                    </a:moveTo>
                    <a:lnTo>
                      <a:pt x="3450" y="240"/>
                    </a:lnTo>
                    <a:lnTo>
                      <a:pt x="3450" y="252"/>
                    </a:lnTo>
                    <a:lnTo>
                      <a:pt x="3456" y="258"/>
                    </a:lnTo>
                    <a:lnTo>
                      <a:pt x="3528" y="258"/>
                    </a:lnTo>
                    <a:lnTo>
                      <a:pt x="3546" y="276"/>
                    </a:lnTo>
                    <a:lnTo>
                      <a:pt x="3558" y="282"/>
                    </a:lnTo>
                    <a:lnTo>
                      <a:pt x="3588" y="282"/>
                    </a:lnTo>
                    <a:lnTo>
                      <a:pt x="3612" y="270"/>
                    </a:lnTo>
                    <a:lnTo>
                      <a:pt x="3618" y="264"/>
                    </a:lnTo>
                    <a:lnTo>
                      <a:pt x="3606" y="252"/>
                    </a:lnTo>
                    <a:lnTo>
                      <a:pt x="3636" y="246"/>
                    </a:lnTo>
                    <a:lnTo>
                      <a:pt x="3594" y="210"/>
                    </a:lnTo>
                    <a:lnTo>
                      <a:pt x="3552" y="216"/>
                    </a:lnTo>
                    <a:lnTo>
                      <a:pt x="3534" y="198"/>
                    </a:lnTo>
                    <a:lnTo>
                      <a:pt x="3450" y="198"/>
                    </a:lnTo>
                    <a:lnTo>
                      <a:pt x="3438" y="204"/>
                    </a:lnTo>
                    <a:lnTo>
                      <a:pt x="3426" y="204"/>
                    </a:lnTo>
                    <a:lnTo>
                      <a:pt x="3420" y="210"/>
                    </a:lnTo>
                    <a:lnTo>
                      <a:pt x="3438" y="228"/>
                    </a:lnTo>
                    <a:lnTo>
                      <a:pt x="3462" y="228"/>
                    </a:lnTo>
                    <a:close/>
                    <a:moveTo>
                      <a:pt x="3432" y="1302"/>
                    </a:moveTo>
                    <a:lnTo>
                      <a:pt x="3408" y="1326"/>
                    </a:lnTo>
                    <a:lnTo>
                      <a:pt x="3408" y="1344"/>
                    </a:lnTo>
                    <a:lnTo>
                      <a:pt x="3438" y="1344"/>
                    </a:lnTo>
                    <a:lnTo>
                      <a:pt x="3462" y="1332"/>
                    </a:lnTo>
                    <a:lnTo>
                      <a:pt x="3468" y="1332"/>
                    </a:lnTo>
                    <a:lnTo>
                      <a:pt x="3480" y="1326"/>
                    </a:lnTo>
                    <a:lnTo>
                      <a:pt x="3486" y="1326"/>
                    </a:lnTo>
                    <a:lnTo>
                      <a:pt x="3504" y="1308"/>
                    </a:lnTo>
                    <a:lnTo>
                      <a:pt x="3516" y="1290"/>
                    </a:lnTo>
                    <a:lnTo>
                      <a:pt x="3516" y="1266"/>
                    </a:lnTo>
                    <a:lnTo>
                      <a:pt x="3510" y="1260"/>
                    </a:lnTo>
                    <a:lnTo>
                      <a:pt x="3498" y="1260"/>
                    </a:lnTo>
                    <a:lnTo>
                      <a:pt x="3480" y="1266"/>
                    </a:lnTo>
                    <a:lnTo>
                      <a:pt x="3432" y="1302"/>
                    </a:lnTo>
                    <a:close/>
                    <a:moveTo>
                      <a:pt x="4416" y="1392"/>
                    </a:moveTo>
                    <a:lnTo>
                      <a:pt x="4428" y="1380"/>
                    </a:lnTo>
                    <a:lnTo>
                      <a:pt x="4428" y="1374"/>
                    </a:lnTo>
                    <a:lnTo>
                      <a:pt x="4386" y="1374"/>
                    </a:lnTo>
                    <a:lnTo>
                      <a:pt x="4386" y="1380"/>
                    </a:lnTo>
                    <a:lnTo>
                      <a:pt x="4404" y="1398"/>
                    </a:lnTo>
                    <a:lnTo>
                      <a:pt x="4416" y="1392"/>
                    </a:lnTo>
                    <a:close/>
                    <a:moveTo>
                      <a:pt x="3120" y="2034"/>
                    </a:moveTo>
                    <a:lnTo>
                      <a:pt x="3132" y="2034"/>
                    </a:lnTo>
                    <a:lnTo>
                      <a:pt x="3138" y="2028"/>
                    </a:lnTo>
                    <a:lnTo>
                      <a:pt x="3132" y="2022"/>
                    </a:lnTo>
                    <a:lnTo>
                      <a:pt x="3120" y="2016"/>
                    </a:lnTo>
                    <a:lnTo>
                      <a:pt x="3114" y="2010"/>
                    </a:lnTo>
                    <a:lnTo>
                      <a:pt x="3108" y="2010"/>
                    </a:lnTo>
                    <a:lnTo>
                      <a:pt x="3090" y="2016"/>
                    </a:lnTo>
                    <a:lnTo>
                      <a:pt x="3078" y="2022"/>
                    </a:lnTo>
                    <a:lnTo>
                      <a:pt x="3072" y="2022"/>
                    </a:lnTo>
                    <a:lnTo>
                      <a:pt x="3072" y="2028"/>
                    </a:lnTo>
                    <a:lnTo>
                      <a:pt x="3078" y="2034"/>
                    </a:lnTo>
                    <a:lnTo>
                      <a:pt x="3120" y="2034"/>
                    </a:lnTo>
                    <a:close/>
                    <a:moveTo>
                      <a:pt x="4758" y="996"/>
                    </a:moveTo>
                    <a:lnTo>
                      <a:pt x="4746" y="996"/>
                    </a:lnTo>
                    <a:lnTo>
                      <a:pt x="4734" y="984"/>
                    </a:lnTo>
                    <a:lnTo>
                      <a:pt x="4704" y="1008"/>
                    </a:lnTo>
                    <a:lnTo>
                      <a:pt x="4704" y="978"/>
                    </a:lnTo>
                    <a:lnTo>
                      <a:pt x="4662" y="978"/>
                    </a:lnTo>
                    <a:lnTo>
                      <a:pt x="4668" y="978"/>
                    </a:lnTo>
                    <a:lnTo>
                      <a:pt x="4674" y="972"/>
                    </a:lnTo>
                    <a:lnTo>
                      <a:pt x="4686" y="972"/>
                    </a:lnTo>
                    <a:lnTo>
                      <a:pt x="4698" y="966"/>
                    </a:lnTo>
                    <a:lnTo>
                      <a:pt x="4704" y="954"/>
                    </a:lnTo>
                    <a:lnTo>
                      <a:pt x="4704" y="948"/>
                    </a:lnTo>
                    <a:lnTo>
                      <a:pt x="4698" y="942"/>
                    </a:lnTo>
                    <a:lnTo>
                      <a:pt x="4680" y="942"/>
                    </a:lnTo>
                    <a:lnTo>
                      <a:pt x="4668" y="936"/>
                    </a:lnTo>
                    <a:lnTo>
                      <a:pt x="4650" y="936"/>
                    </a:lnTo>
                    <a:lnTo>
                      <a:pt x="4632" y="930"/>
                    </a:lnTo>
                    <a:lnTo>
                      <a:pt x="4620" y="930"/>
                    </a:lnTo>
                    <a:lnTo>
                      <a:pt x="4614" y="918"/>
                    </a:lnTo>
                    <a:lnTo>
                      <a:pt x="4566" y="912"/>
                    </a:lnTo>
                    <a:lnTo>
                      <a:pt x="4500" y="870"/>
                    </a:lnTo>
                    <a:lnTo>
                      <a:pt x="4566" y="864"/>
                    </a:lnTo>
                    <a:lnTo>
                      <a:pt x="4536" y="840"/>
                    </a:lnTo>
                    <a:lnTo>
                      <a:pt x="4542" y="840"/>
                    </a:lnTo>
                    <a:lnTo>
                      <a:pt x="4548" y="834"/>
                    </a:lnTo>
                    <a:lnTo>
                      <a:pt x="4584" y="834"/>
                    </a:lnTo>
                    <a:lnTo>
                      <a:pt x="4596" y="840"/>
                    </a:lnTo>
                    <a:lnTo>
                      <a:pt x="4638" y="840"/>
                    </a:lnTo>
                    <a:lnTo>
                      <a:pt x="4638" y="834"/>
                    </a:lnTo>
                    <a:lnTo>
                      <a:pt x="4632" y="828"/>
                    </a:lnTo>
                    <a:lnTo>
                      <a:pt x="4614" y="822"/>
                    </a:lnTo>
                    <a:lnTo>
                      <a:pt x="4596" y="822"/>
                    </a:lnTo>
                    <a:lnTo>
                      <a:pt x="4578" y="816"/>
                    </a:lnTo>
                    <a:lnTo>
                      <a:pt x="4518" y="816"/>
                    </a:lnTo>
                    <a:lnTo>
                      <a:pt x="4536" y="816"/>
                    </a:lnTo>
                    <a:lnTo>
                      <a:pt x="4620" y="804"/>
                    </a:lnTo>
                    <a:lnTo>
                      <a:pt x="4638" y="798"/>
                    </a:lnTo>
                    <a:lnTo>
                      <a:pt x="4638" y="792"/>
                    </a:lnTo>
                    <a:lnTo>
                      <a:pt x="4632" y="792"/>
                    </a:lnTo>
                    <a:lnTo>
                      <a:pt x="4626" y="786"/>
                    </a:lnTo>
                    <a:lnTo>
                      <a:pt x="4608" y="786"/>
                    </a:lnTo>
                    <a:lnTo>
                      <a:pt x="4500" y="798"/>
                    </a:lnTo>
                    <a:lnTo>
                      <a:pt x="4560" y="762"/>
                    </a:lnTo>
                    <a:lnTo>
                      <a:pt x="4620" y="762"/>
                    </a:lnTo>
                    <a:lnTo>
                      <a:pt x="4626" y="756"/>
                    </a:lnTo>
                    <a:lnTo>
                      <a:pt x="4620" y="750"/>
                    </a:lnTo>
                    <a:lnTo>
                      <a:pt x="4584" y="738"/>
                    </a:lnTo>
                    <a:lnTo>
                      <a:pt x="4572" y="732"/>
                    </a:lnTo>
                    <a:lnTo>
                      <a:pt x="4554" y="732"/>
                    </a:lnTo>
                    <a:lnTo>
                      <a:pt x="4518" y="750"/>
                    </a:lnTo>
                    <a:lnTo>
                      <a:pt x="4500" y="744"/>
                    </a:lnTo>
                    <a:lnTo>
                      <a:pt x="4458" y="774"/>
                    </a:lnTo>
                    <a:lnTo>
                      <a:pt x="4464" y="756"/>
                    </a:lnTo>
                    <a:lnTo>
                      <a:pt x="4440" y="774"/>
                    </a:lnTo>
                    <a:lnTo>
                      <a:pt x="4464" y="744"/>
                    </a:lnTo>
                    <a:lnTo>
                      <a:pt x="4500" y="744"/>
                    </a:lnTo>
                    <a:lnTo>
                      <a:pt x="4506" y="738"/>
                    </a:lnTo>
                    <a:lnTo>
                      <a:pt x="4518" y="714"/>
                    </a:lnTo>
                    <a:lnTo>
                      <a:pt x="4518" y="708"/>
                    </a:lnTo>
                    <a:lnTo>
                      <a:pt x="4512" y="702"/>
                    </a:lnTo>
                    <a:lnTo>
                      <a:pt x="4506" y="708"/>
                    </a:lnTo>
                    <a:lnTo>
                      <a:pt x="4494" y="714"/>
                    </a:lnTo>
                    <a:lnTo>
                      <a:pt x="4488" y="726"/>
                    </a:lnTo>
                    <a:lnTo>
                      <a:pt x="4452" y="726"/>
                    </a:lnTo>
                    <a:lnTo>
                      <a:pt x="4428" y="738"/>
                    </a:lnTo>
                    <a:lnTo>
                      <a:pt x="4452" y="708"/>
                    </a:lnTo>
                    <a:lnTo>
                      <a:pt x="4482" y="708"/>
                    </a:lnTo>
                    <a:lnTo>
                      <a:pt x="4494" y="702"/>
                    </a:lnTo>
                    <a:lnTo>
                      <a:pt x="4500" y="702"/>
                    </a:lnTo>
                    <a:lnTo>
                      <a:pt x="4506" y="696"/>
                    </a:lnTo>
                    <a:lnTo>
                      <a:pt x="4506" y="690"/>
                    </a:lnTo>
                    <a:lnTo>
                      <a:pt x="4500" y="684"/>
                    </a:lnTo>
                    <a:lnTo>
                      <a:pt x="4458" y="684"/>
                    </a:lnTo>
                    <a:lnTo>
                      <a:pt x="4446" y="690"/>
                    </a:lnTo>
                    <a:lnTo>
                      <a:pt x="4428" y="696"/>
                    </a:lnTo>
                    <a:lnTo>
                      <a:pt x="4422" y="702"/>
                    </a:lnTo>
                    <a:lnTo>
                      <a:pt x="4416" y="702"/>
                    </a:lnTo>
                    <a:lnTo>
                      <a:pt x="4404" y="684"/>
                    </a:lnTo>
                    <a:lnTo>
                      <a:pt x="4380" y="702"/>
                    </a:lnTo>
                    <a:lnTo>
                      <a:pt x="4398" y="672"/>
                    </a:lnTo>
                    <a:lnTo>
                      <a:pt x="4344" y="696"/>
                    </a:lnTo>
                    <a:lnTo>
                      <a:pt x="4344" y="672"/>
                    </a:lnTo>
                    <a:lnTo>
                      <a:pt x="4350" y="672"/>
                    </a:lnTo>
                    <a:lnTo>
                      <a:pt x="4356" y="666"/>
                    </a:lnTo>
                    <a:lnTo>
                      <a:pt x="4368" y="666"/>
                    </a:lnTo>
                    <a:lnTo>
                      <a:pt x="4386" y="660"/>
                    </a:lnTo>
                    <a:lnTo>
                      <a:pt x="4392" y="660"/>
                    </a:lnTo>
                    <a:lnTo>
                      <a:pt x="4398" y="654"/>
                    </a:lnTo>
                    <a:lnTo>
                      <a:pt x="4356" y="654"/>
                    </a:lnTo>
                    <a:lnTo>
                      <a:pt x="4338" y="660"/>
                    </a:lnTo>
                    <a:lnTo>
                      <a:pt x="4326" y="660"/>
                    </a:lnTo>
                    <a:lnTo>
                      <a:pt x="4320" y="648"/>
                    </a:lnTo>
                    <a:lnTo>
                      <a:pt x="4332" y="648"/>
                    </a:lnTo>
                    <a:lnTo>
                      <a:pt x="4356" y="636"/>
                    </a:lnTo>
                    <a:lnTo>
                      <a:pt x="4368" y="636"/>
                    </a:lnTo>
                    <a:lnTo>
                      <a:pt x="4380" y="630"/>
                    </a:lnTo>
                    <a:lnTo>
                      <a:pt x="4386" y="624"/>
                    </a:lnTo>
                    <a:lnTo>
                      <a:pt x="4368" y="618"/>
                    </a:lnTo>
                    <a:lnTo>
                      <a:pt x="4326" y="612"/>
                    </a:lnTo>
                    <a:lnTo>
                      <a:pt x="4290" y="612"/>
                    </a:lnTo>
                    <a:lnTo>
                      <a:pt x="4266" y="606"/>
                    </a:lnTo>
                    <a:lnTo>
                      <a:pt x="4236" y="606"/>
                    </a:lnTo>
                    <a:lnTo>
                      <a:pt x="4230" y="612"/>
                    </a:lnTo>
                    <a:lnTo>
                      <a:pt x="4230" y="618"/>
                    </a:lnTo>
                    <a:lnTo>
                      <a:pt x="4236" y="624"/>
                    </a:lnTo>
                    <a:lnTo>
                      <a:pt x="4242" y="636"/>
                    </a:lnTo>
                    <a:lnTo>
                      <a:pt x="4206" y="630"/>
                    </a:lnTo>
                    <a:lnTo>
                      <a:pt x="4212" y="660"/>
                    </a:lnTo>
                    <a:lnTo>
                      <a:pt x="4194" y="636"/>
                    </a:lnTo>
                    <a:lnTo>
                      <a:pt x="4152" y="660"/>
                    </a:lnTo>
                    <a:lnTo>
                      <a:pt x="4158" y="654"/>
                    </a:lnTo>
                    <a:lnTo>
                      <a:pt x="4158" y="636"/>
                    </a:lnTo>
                    <a:lnTo>
                      <a:pt x="4152" y="630"/>
                    </a:lnTo>
                    <a:lnTo>
                      <a:pt x="4140" y="630"/>
                    </a:lnTo>
                    <a:lnTo>
                      <a:pt x="4122" y="636"/>
                    </a:lnTo>
                    <a:lnTo>
                      <a:pt x="4110" y="642"/>
                    </a:lnTo>
                    <a:lnTo>
                      <a:pt x="4098" y="642"/>
                    </a:lnTo>
                    <a:lnTo>
                      <a:pt x="4086" y="648"/>
                    </a:lnTo>
                    <a:lnTo>
                      <a:pt x="4080" y="654"/>
                    </a:lnTo>
                    <a:lnTo>
                      <a:pt x="4074" y="654"/>
                    </a:lnTo>
                    <a:lnTo>
                      <a:pt x="4092" y="618"/>
                    </a:lnTo>
                    <a:lnTo>
                      <a:pt x="4110" y="618"/>
                    </a:lnTo>
                    <a:lnTo>
                      <a:pt x="4122" y="612"/>
                    </a:lnTo>
                    <a:lnTo>
                      <a:pt x="4134" y="612"/>
                    </a:lnTo>
                    <a:lnTo>
                      <a:pt x="4146" y="606"/>
                    </a:lnTo>
                    <a:lnTo>
                      <a:pt x="4152" y="600"/>
                    </a:lnTo>
                    <a:lnTo>
                      <a:pt x="4152" y="594"/>
                    </a:lnTo>
                    <a:lnTo>
                      <a:pt x="4146" y="582"/>
                    </a:lnTo>
                    <a:lnTo>
                      <a:pt x="4134" y="570"/>
                    </a:lnTo>
                    <a:lnTo>
                      <a:pt x="4152" y="552"/>
                    </a:lnTo>
                    <a:lnTo>
                      <a:pt x="4152" y="540"/>
                    </a:lnTo>
                    <a:lnTo>
                      <a:pt x="4050" y="540"/>
                    </a:lnTo>
                    <a:lnTo>
                      <a:pt x="4026" y="558"/>
                    </a:lnTo>
                    <a:lnTo>
                      <a:pt x="3942" y="558"/>
                    </a:lnTo>
                    <a:lnTo>
                      <a:pt x="3948" y="576"/>
                    </a:lnTo>
                    <a:lnTo>
                      <a:pt x="3978" y="588"/>
                    </a:lnTo>
                    <a:lnTo>
                      <a:pt x="3936" y="576"/>
                    </a:lnTo>
                    <a:lnTo>
                      <a:pt x="3948" y="600"/>
                    </a:lnTo>
                    <a:lnTo>
                      <a:pt x="3936" y="594"/>
                    </a:lnTo>
                    <a:lnTo>
                      <a:pt x="3930" y="594"/>
                    </a:lnTo>
                    <a:lnTo>
                      <a:pt x="3918" y="588"/>
                    </a:lnTo>
                    <a:lnTo>
                      <a:pt x="3894" y="588"/>
                    </a:lnTo>
                    <a:lnTo>
                      <a:pt x="3882" y="594"/>
                    </a:lnTo>
                    <a:lnTo>
                      <a:pt x="3876" y="606"/>
                    </a:lnTo>
                    <a:lnTo>
                      <a:pt x="3882" y="612"/>
                    </a:lnTo>
                    <a:lnTo>
                      <a:pt x="3888" y="624"/>
                    </a:lnTo>
                    <a:lnTo>
                      <a:pt x="3894" y="630"/>
                    </a:lnTo>
                    <a:lnTo>
                      <a:pt x="3900" y="660"/>
                    </a:lnTo>
                    <a:lnTo>
                      <a:pt x="3894" y="660"/>
                    </a:lnTo>
                    <a:lnTo>
                      <a:pt x="3888" y="654"/>
                    </a:lnTo>
                    <a:lnTo>
                      <a:pt x="3864" y="642"/>
                    </a:lnTo>
                    <a:lnTo>
                      <a:pt x="3852" y="642"/>
                    </a:lnTo>
                    <a:lnTo>
                      <a:pt x="3828" y="666"/>
                    </a:lnTo>
                    <a:lnTo>
                      <a:pt x="3828" y="678"/>
                    </a:lnTo>
                    <a:lnTo>
                      <a:pt x="3846" y="678"/>
                    </a:lnTo>
                    <a:lnTo>
                      <a:pt x="3858" y="690"/>
                    </a:lnTo>
                    <a:lnTo>
                      <a:pt x="3810" y="714"/>
                    </a:lnTo>
                    <a:lnTo>
                      <a:pt x="3750" y="720"/>
                    </a:lnTo>
                    <a:lnTo>
                      <a:pt x="3762" y="720"/>
                    </a:lnTo>
                    <a:lnTo>
                      <a:pt x="3798" y="702"/>
                    </a:lnTo>
                    <a:lnTo>
                      <a:pt x="3810" y="690"/>
                    </a:lnTo>
                    <a:lnTo>
                      <a:pt x="3810" y="684"/>
                    </a:lnTo>
                    <a:lnTo>
                      <a:pt x="3804" y="684"/>
                    </a:lnTo>
                    <a:lnTo>
                      <a:pt x="3792" y="672"/>
                    </a:lnTo>
                    <a:lnTo>
                      <a:pt x="3786" y="672"/>
                    </a:lnTo>
                    <a:lnTo>
                      <a:pt x="3786" y="660"/>
                    </a:lnTo>
                    <a:lnTo>
                      <a:pt x="3804" y="642"/>
                    </a:lnTo>
                    <a:lnTo>
                      <a:pt x="3816" y="636"/>
                    </a:lnTo>
                    <a:lnTo>
                      <a:pt x="3828" y="636"/>
                    </a:lnTo>
                    <a:lnTo>
                      <a:pt x="3828" y="606"/>
                    </a:lnTo>
                    <a:lnTo>
                      <a:pt x="3840" y="600"/>
                    </a:lnTo>
                    <a:lnTo>
                      <a:pt x="3858" y="582"/>
                    </a:lnTo>
                    <a:lnTo>
                      <a:pt x="3876" y="576"/>
                    </a:lnTo>
                    <a:lnTo>
                      <a:pt x="3882" y="570"/>
                    </a:lnTo>
                    <a:lnTo>
                      <a:pt x="3894" y="564"/>
                    </a:lnTo>
                    <a:lnTo>
                      <a:pt x="3906" y="564"/>
                    </a:lnTo>
                    <a:lnTo>
                      <a:pt x="3918" y="558"/>
                    </a:lnTo>
                    <a:lnTo>
                      <a:pt x="3936" y="552"/>
                    </a:lnTo>
                    <a:lnTo>
                      <a:pt x="3954" y="552"/>
                    </a:lnTo>
                    <a:lnTo>
                      <a:pt x="3966" y="546"/>
                    </a:lnTo>
                    <a:lnTo>
                      <a:pt x="3972" y="540"/>
                    </a:lnTo>
                    <a:lnTo>
                      <a:pt x="3942" y="534"/>
                    </a:lnTo>
                    <a:lnTo>
                      <a:pt x="3852" y="534"/>
                    </a:lnTo>
                    <a:lnTo>
                      <a:pt x="3822" y="540"/>
                    </a:lnTo>
                    <a:lnTo>
                      <a:pt x="3786" y="558"/>
                    </a:lnTo>
                    <a:lnTo>
                      <a:pt x="3744" y="576"/>
                    </a:lnTo>
                    <a:lnTo>
                      <a:pt x="3720" y="594"/>
                    </a:lnTo>
                    <a:lnTo>
                      <a:pt x="3708" y="600"/>
                    </a:lnTo>
                    <a:lnTo>
                      <a:pt x="3702" y="600"/>
                    </a:lnTo>
                    <a:lnTo>
                      <a:pt x="3696" y="606"/>
                    </a:lnTo>
                    <a:lnTo>
                      <a:pt x="3684" y="606"/>
                    </a:lnTo>
                    <a:lnTo>
                      <a:pt x="3660" y="618"/>
                    </a:lnTo>
                    <a:lnTo>
                      <a:pt x="3654" y="618"/>
                    </a:lnTo>
                    <a:lnTo>
                      <a:pt x="3642" y="624"/>
                    </a:lnTo>
                    <a:lnTo>
                      <a:pt x="3630" y="636"/>
                    </a:lnTo>
                    <a:lnTo>
                      <a:pt x="3618" y="642"/>
                    </a:lnTo>
                    <a:lnTo>
                      <a:pt x="3600" y="660"/>
                    </a:lnTo>
                    <a:lnTo>
                      <a:pt x="3588" y="666"/>
                    </a:lnTo>
                    <a:lnTo>
                      <a:pt x="3582" y="678"/>
                    </a:lnTo>
                    <a:lnTo>
                      <a:pt x="3582" y="684"/>
                    </a:lnTo>
                    <a:lnTo>
                      <a:pt x="3588" y="690"/>
                    </a:lnTo>
                    <a:lnTo>
                      <a:pt x="3612" y="690"/>
                    </a:lnTo>
                    <a:lnTo>
                      <a:pt x="3648" y="696"/>
                    </a:lnTo>
                    <a:lnTo>
                      <a:pt x="3672" y="696"/>
                    </a:lnTo>
                    <a:lnTo>
                      <a:pt x="3684" y="708"/>
                    </a:lnTo>
                    <a:lnTo>
                      <a:pt x="3666" y="714"/>
                    </a:lnTo>
                    <a:lnTo>
                      <a:pt x="3594" y="726"/>
                    </a:lnTo>
                    <a:lnTo>
                      <a:pt x="3570" y="732"/>
                    </a:lnTo>
                    <a:lnTo>
                      <a:pt x="3576" y="738"/>
                    </a:lnTo>
                    <a:lnTo>
                      <a:pt x="3594" y="750"/>
                    </a:lnTo>
                    <a:lnTo>
                      <a:pt x="3630" y="762"/>
                    </a:lnTo>
                    <a:lnTo>
                      <a:pt x="3642" y="768"/>
                    </a:lnTo>
                    <a:lnTo>
                      <a:pt x="3648" y="768"/>
                    </a:lnTo>
                    <a:lnTo>
                      <a:pt x="3690" y="750"/>
                    </a:lnTo>
                    <a:lnTo>
                      <a:pt x="3690" y="762"/>
                    </a:lnTo>
                    <a:lnTo>
                      <a:pt x="3702" y="774"/>
                    </a:lnTo>
                    <a:lnTo>
                      <a:pt x="3744" y="774"/>
                    </a:lnTo>
                    <a:lnTo>
                      <a:pt x="3786" y="780"/>
                    </a:lnTo>
                    <a:lnTo>
                      <a:pt x="3834" y="786"/>
                    </a:lnTo>
                    <a:lnTo>
                      <a:pt x="3876" y="792"/>
                    </a:lnTo>
                    <a:lnTo>
                      <a:pt x="3894" y="792"/>
                    </a:lnTo>
                    <a:lnTo>
                      <a:pt x="3900" y="786"/>
                    </a:lnTo>
                    <a:lnTo>
                      <a:pt x="3894" y="780"/>
                    </a:lnTo>
                    <a:lnTo>
                      <a:pt x="3882" y="774"/>
                    </a:lnTo>
                    <a:lnTo>
                      <a:pt x="3876" y="768"/>
                    </a:lnTo>
                    <a:lnTo>
                      <a:pt x="3894" y="768"/>
                    </a:lnTo>
                    <a:lnTo>
                      <a:pt x="3930" y="774"/>
                    </a:lnTo>
                    <a:lnTo>
                      <a:pt x="3966" y="774"/>
                    </a:lnTo>
                    <a:lnTo>
                      <a:pt x="3990" y="780"/>
                    </a:lnTo>
                    <a:lnTo>
                      <a:pt x="4002" y="780"/>
                    </a:lnTo>
                    <a:lnTo>
                      <a:pt x="4020" y="786"/>
                    </a:lnTo>
                    <a:lnTo>
                      <a:pt x="4032" y="792"/>
                    </a:lnTo>
                    <a:lnTo>
                      <a:pt x="4050" y="792"/>
                    </a:lnTo>
                    <a:lnTo>
                      <a:pt x="4062" y="786"/>
                    </a:lnTo>
                    <a:lnTo>
                      <a:pt x="4062" y="774"/>
                    </a:lnTo>
                    <a:lnTo>
                      <a:pt x="4056" y="768"/>
                    </a:lnTo>
                    <a:lnTo>
                      <a:pt x="4050" y="756"/>
                    </a:lnTo>
                    <a:lnTo>
                      <a:pt x="4044" y="750"/>
                    </a:lnTo>
                    <a:lnTo>
                      <a:pt x="4092" y="738"/>
                    </a:lnTo>
                    <a:lnTo>
                      <a:pt x="4092" y="744"/>
                    </a:lnTo>
                    <a:lnTo>
                      <a:pt x="4098" y="750"/>
                    </a:lnTo>
                    <a:lnTo>
                      <a:pt x="4104" y="762"/>
                    </a:lnTo>
                    <a:lnTo>
                      <a:pt x="4104" y="768"/>
                    </a:lnTo>
                    <a:lnTo>
                      <a:pt x="4110" y="774"/>
                    </a:lnTo>
                    <a:lnTo>
                      <a:pt x="4116" y="774"/>
                    </a:lnTo>
                    <a:lnTo>
                      <a:pt x="4122" y="780"/>
                    </a:lnTo>
                    <a:lnTo>
                      <a:pt x="4134" y="786"/>
                    </a:lnTo>
                    <a:lnTo>
                      <a:pt x="4140" y="792"/>
                    </a:lnTo>
                    <a:lnTo>
                      <a:pt x="4170" y="786"/>
                    </a:lnTo>
                    <a:lnTo>
                      <a:pt x="4170" y="792"/>
                    </a:lnTo>
                    <a:lnTo>
                      <a:pt x="4164" y="798"/>
                    </a:lnTo>
                    <a:lnTo>
                      <a:pt x="4164" y="816"/>
                    </a:lnTo>
                    <a:lnTo>
                      <a:pt x="4170" y="816"/>
                    </a:lnTo>
                    <a:lnTo>
                      <a:pt x="4182" y="822"/>
                    </a:lnTo>
                    <a:lnTo>
                      <a:pt x="4200" y="822"/>
                    </a:lnTo>
                    <a:lnTo>
                      <a:pt x="4206" y="828"/>
                    </a:lnTo>
                    <a:lnTo>
                      <a:pt x="4212" y="828"/>
                    </a:lnTo>
                    <a:lnTo>
                      <a:pt x="4194" y="846"/>
                    </a:lnTo>
                    <a:lnTo>
                      <a:pt x="4194" y="858"/>
                    </a:lnTo>
                    <a:lnTo>
                      <a:pt x="4230" y="858"/>
                    </a:lnTo>
                    <a:lnTo>
                      <a:pt x="4224" y="882"/>
                    </a:lnTo>
                    <a:lnTo>
                      <a:pt x="4236" y="882"/>
                    </a:lnTo>
                    <a:lnTo>
                      <a:pt x="4248" y="888"/>
                    </a:lnTo>
                    <a:lnTo>
                      <a:pt x="4254" y="888"/>
                    </a:lnTo>
                    <a:lnTo>
                      <a:pt x="4278" y="900"/>
                    </a:lnTo>
                    <a:lnTo>
                      <a:pt x="4278" y="924"/>
                    </a:lnTo>
                    <a:lnTo>
                      <a:pt x="4266" y="948"/>
                    </a:lnTo>
                    <a:lnTo>
                      <a:pt x="4254" y="966"/>
                    </a:lnTo>
                    <a:lnTo>
                      <a:pt x="4248" y="978"/>
                    </a:lnTo>
                    <a:lnTo>
                      <a:pt x="4236" y="990"/>
                    </a:lnTo>
                    <a:lnTo>
                      <a:pt x="4218" y="996"/>
                    </a:lnTo>
                    <a:lnTo>
                      <a:pt x="4182" y="1014"/>
                    </a:lnTo>
                    <a:lnTo>
                      <a:pt x="4140" y="1026"/>
                    </a:lnTo>
                    <a:lnTo>
                      <a:pt x="4092" y="1050"/>
                    </a:lnTo>
                    <a:lnTo>
                      <a:pt x="4098" y="1056"/>
                    </a:lnTo>
                    <a:lnTo>
                      <a:pt x="4110" y="1062"/>
                    </a:lnTo>
                    <a:lnTo>
                      <a:pt x="4122" y="1074"/>
                    </a:lnTo>
                    <a:lnTo>
                      <a:pt x="4122" y="1080"/>
                    </a:lnTo>
                    <a:lnTo>
                      <a:pt x="4116" y="1086"/>
                    </a:lnTo>
                    <a:lnTo>
                      <a:pt x="4080" y="1098"/>
                    </a:lnTo>
                    <a:lnTo>
                      <a:pt x="4062" y="1098"/>
                    </a:lnTo>
                    <a:lnTo>
                      <a:pt x="3984" y="1110"/>
                    </a:lnTo>
                    <a:lnTo>
                      <a:pt x="3978" y="1128"/>
                    </a:lnTo>
                    <a:lnTo>
                      <a:pt x="3960" y="1110"/>
                    </a:lnTo>
                    <a:lnTo>
                      <a:pt x="3954" y="1110"/>
                    </a:lnTo>
                    <a:lnTo>
                      <a:pt x="3948" y="1104"/>
                    </a:lnTo>
                    <a:lnTo>
                      <a:pt x="3930" y="1104"/>
                    </a:lnTo>
                    <a:lnTo>
                      <a:pt x="3918" y="1098"/>
                    </a:lnTo>
                    <a:lnTo>
                      <a:pt x="3900" y="1098"/>
                    </a:lnTo>
                    <a:lnTo>
                      <a:pt x="3888" y="1104"/>
                    </a:lnTo>
                    <a:lnTo>
                      <a:pt x="3882" y="1110"/>
                    </a:lnTo>
                    <a:lnTo>
                      <a:pt x="3882" y="1122"/>
                    </a:lnTo>
                    <a:lnTo>
                      <a:pt x="3870" y="1122"/>
                    </a:lnTo>
                    <a:lnTo>
                      <a:pt x="3858" y="1128"/>
                    </a:lnTo>
                    <a:lnTo>
                      <a:pt x="3840" y="1134"/>
                    </a:lnTo>
                    <a:lnTo>
                      <a:pt x="3828" y="1140"/>
                    </a:lnTo>
                    <a:lnTo>
                      <a:pt x="3822" y="1146"/>
                    </a:lnTo>
                    <a:lnTo>
                      <a:pt x="3816" y="1158"/>
                    </a:lnTo>
                    <a:lnTo>
                      <a:pt x="3816" y="1170"/>
                    </a:lnTo>
                    <a:lnTo>
                      <a:pt x="3822" y="1182"/>
                    </a:lnTo>
                    <a:lnTo>
                      <a:pt x="3834" y="1188"/>
                    </a:lnTo>
                    <a:lnTo>
                      <a:pt x="3864" y="1188"/>
                    </a:lnTo>
                    <a:lnTo>
                      <a:pt x="3876" y="1182"/>
                    </a:lnTo>
                    <a:lnTo>
                      <a:pt x="3894" y="1182"/>
                    </a:lnTo>
                    <a:lnTo>
                      <a:pt x="3906" y="1176"/>
                    </a:lnTo>
                    <a:lnTo>
                      <a:pt x="3924" y="1170"/>
                    </a:lnTo>
                    <a:lnTo>
                      <a:pt x="3936" y="1164"/>
                    </a:lnTo>
                    <a:lnTo>
                      <a:pt x="3966" y="1164"/>
                    </a:lnTo>
                    <a:lnTo>
                      <a:pt x="3978" y="1176"/>
                    </a:lnTo>
                    <a:lnTo>
                      <a:pt x="3996" y="1176"/>
                    </a:lnTo>
                    <a:lnTo>
                      <a:pt x="4002" y="1170"/>
                    </a:lnTo>
                    <a:lnTo>
                      <a:pt x="4002" y="1152"/>
                    </a:lnTo>
                    <a:lnTo>
                      <a:pt x="4026" y="1128"/>
                    </a:lnTo>
                    <a:lnTo>
                      <a:pt x="4014" y="1140"/>
                    </a:lnTo>
                    <a:lnTo>
                      <a:pt x="4014" y="1146"/>
                    </a:lnTo>
                    <a:lnTo>
                      <a:pt x="4020" y="1152"/>
                    </a:lnTo>
                    <a:lnTo>
                      <a:pt x="4086" y="1152"/>
                    </a:lnTo>
                    <a:lnTo>
                      <a:pt x="4080" y="1158"/>
                    </a:lnTo>
                    <a:lnTo>
                      <a:pt x="4068" y="1164"/>
                    </a:lnTo>
                    <a:lnTo>
                      <a:pt x="4062" y="1170"/>
                    </a:lnTo>
                    <a:lnTo>
                      <a:pt x="4062" y="1176"/>
                    </a:lnTo>
                    <a:lnTo>
                      <a:pt x="4068" y="1182"/>
                    </a:lnTo>
                    <a:lnTo>
                      <a:pt x="4080" y="1182"/>
                    </a:lnTo>
                    <a:lnTo>
                      <a:pt x="4086" y="1188"/>
                    </a:lnTo>
                    <a:lnTo>
                      <a:pt x="4098" y="1188"/>
                    </a:lnTo>
                    <a:lnTo>
                      <a:pt x="4086" y="1200"/>
                    </a:lnTo>
                    <a:lnTo>
                      <a:pt x="4086" y="1206"/>
                    </a:lnTo>
                    <a:lnTo>
                      <a:pt x="4092" y="1212"/>
                    </a:lnTo>
                    <a:lnTo>
                      <a:pt x="4116" y="1224"/>
                    </a:lnTo>
                    <a:lnTo>
                      <a:pt x="4146" y="1224"/>
                    </a:lnTo>
                    <a:lnTo>
                      <a:pt x="4098" y="1242"/>
                    </a:lnTo>
                    <a:lnTo>
                      <a:pt x="4098" y="1248"/>
                    </a:lnTo>
                    <a:lnTo>
                      <a:pt x="4110" y="1260"/>
                    </a:lnTo>
                    <a:lnTo>
                      <a:pt x="4110" y="1266"/>
                    </a:lnTo>
                    <a:lnTo>
                      <a:pt x="4116" y="1272"/>
                    </a:lnTo>
                    <a:lnTo>
                      <a:pt x="4122" y="1266"/>
                    </a:lnTo>
                    <a:lnTo>
                      <a:pt x="4128" y="1266"/>
                    </a:lnTo>
                    <a:lnTo>
                      <a:pt x="4140" y="1260"/>
                    </a:lnTo>
                    <a:lnTo>
                      <a:pt x="4146" y="1272"/>
                    </a:lnTo>
                    <a:lnTo>
                      <a:pt x="4158" y="1284"/>
                    </a:lnTo>
                    <a:lnTo>
                      <a:pt x="4182" y="1284"/>
                    </a:lnTo>
                    <a:lnTo>
                      <a:pt x="4194" y="1290"/>
                    </a:lnTo>
                    <a:lnTo>
                      <a:pt x="4206" y="1290"/>
                    </a:lnTo>
                    <a:lnTo>
                      <a:pt x="4206" y="1308"/>
                    </a:lnTo>
                    <a:lnTo>
                      <a:pt x="4212" y="1314"/>
                    </a:lnTo>
                    <a:lnTo>
                      <a:pt x="4224" y="1320"/>
                    </a:lnTo>
                    <a:lnTo>
                      <a:pt x="4272" y="1320"/>
                    </a:lnTo>
                    <a:lnTo>
                      <a:pt x="4290" y="1326"/>
                    </a:lnTo>
                    <a:lnTo>
                      <a:pt x="4350" y="1356"/>
                    </a:lnTo>
                    <a:lnTo>
                      <a:pt x="4356" y="1362"/>
                    </a:lnTo>
                    <a:lnTo>
                      <a:pt x="4362" y="1362"/>
                    </a:lnTo>
                    <a:lnTo>
                      <a:pt x="4362" y="1356"/>
                    </a:lnTo>
                    <a:lnTo>
                      <a:pt x="4368" y="1350"/>
                    </a:lnTo>
                    <a:lnTo>
                      <a:pt x="4368" y="1320"/>
                    </a:lnTo>
                    <a:lnTo>
                      <a:pt x="4362" y="1308"/>
                    </a:lnTo>
                    <a:lnTo>
                      <a:pt x="4350" y="1296"/>
                    </a:lnTo>
                    <a:lnTo>
                      <a:pt x="4338" y="1290"/>
                    </a:lnTo>
                    <a:lnTo>
                      <a:pt x="4320" y="1272"/>
                    </a:lnTo>
                    <a:lnTo>
                      <a:pt x="4314" y="1272"/>
                    </a:lnTo>
                    <a:lnTo>
                      <a:pt x="4308" y="1260"/>
                    </a:lnTo>
                    <a:lnTo>
                      <a:pt x="4302" y="1254"/>
                    </a:lnTo>
                    <a:lnTo>
                      <a:pt x="4290" y="1230"/>
                    </a:lnTo>
                    <a:lnTo>
                      <a:pt x="4290" y="1224"/>
                    </a:lnTo>
                    <a:lnTo>
                      <a:pt x="4308" y="1224"/>
                    </a:lnTo>
                    <a:lnTo>
                      <a:pt x="4314" y="1230"/>
                    </a:lnTo>
                    <a:lnTo>
                      <a:pt x="4326" y="1236"/>
                    </a:lnTo>
                    <a:lnTo>
                      <a:pt x="4332" y="1242"/>
                    </a:lnTo>
                    <a:lnTo>
                      <a:pt x="4332" y="1212"/>
                    </a:lnTo>
                    <a:lnTo>
                      <a:pt x="4332" y="1218"/>
                    </a:lnTo>
                    <a:lnTo>
                      <a:pt x="4344" y="1230"/>
                    </a:lnTo>
                    <a:lnTo>
                      <a:pt x="4350" y="1242"/>
                    </a:lnTo>
                    <a:lnTo>
                      <a:pt x="4362" y="1254"/>
                    </a:lnTo>
                    <a:lnTo>
                      <a:pt x="4374" y="1254"/>
                    </a:lnTo>
                    <a:lnTo>
                      <a:pt x="4386" y="1248"/>
                    </a:lnTo>
                    <a:lnTo>
                      <a:pt x="4398" y="1248"/>
                    </a:lnTo>
                    <a:lnTo>
                      <a:pt x="4398" y="1272"/>
                    </a:lnTo>
                    <a:lnTo>
                      <a:pt x="4404" y="1278"/>
                    </a:lnTo>
                    <a:lnTo>
                      <a:pt x="4416" y="1278"/>
                    </a:lnTo>
                    <a:lnTo>
                      <a:pt x="4428" y="1290"/>
                    </a:lnTo>
                    <a:lnTo>
                      <a:pt x="4452" y="1272"/>
                    </a:lnTo>
                    <a:lnTo>
                      <a:pt x="4464" y="1284"/>
                    </a:lnTo>
                    <a:lnTo>
                      <a:pt x="4470" y="1284"/>
                    </a:lnTo>
                    <a:lnTo>
                      <a:pt x="4476" y="1278"/>
                    </a:lnTo>
                    <a:lnTo>
                      <a:pt x="4476" y="1260"/>
                    </a:lnTo>
                    <a:lnTo>
                      <a:pt x="4470" y="1254"/>
                    </a:lnTo>
                    <a:lnTo>
                      <a:pt x="4488" y="1212"/>
                    </a:lnTo>
                    <a:lnTo>
                      <a:pt x="4488" y="1236"/>
                    </a:lnTo>
                    <a:lnTo>
                      <a:pt x="4500" y="1248"/>
                    </a:lnTo>
                    <a:lnTo>
                      <a:pt x="4512" y="1236"/>
                    </a:lnTo>
                    <a:lnTo>
                      <a:pt x="4518" y="1218"/>
                    </a:lnTo>
                    <a:lnTo>
                      <a:pt x="4518" y="1206"/>
                    </a:lnTo>
                    <a:lnTo>
                      <a:pt x="4494" y="1182"/>
                    </a:lnTo>
                    <a:lnTo>
                      <a:pt x="4518" y="1176"/>
                    </a:lnTo>
                    <a:lnTo>
                      <a:pt x="4500" y="1164"/>
                    </a:lnTo>
                    <a:lnTo>
                      <a:pt x="4500" y="1146"/>
                    </a:lnTo>
                    <a:lnTo>
                      <a:pt x="4470" y="1146"/>
                    </a:lnTo>
                    <a:lnTo>
                      <a:pt x="4470" y="1134"/>
                    </a:lnTo>
                    <a:lnTo>
                      <a:pt x="4446" y="1134"/>
                    </a:lnTo>
                    <a:lnTo>
                      <a:pt x="4446" y="1080"/>
                    </a:lnTo>
                    <a:lnTo>
                      <a:pt x="4416" y="1086"/>
                    </a:lnTo>
                    <a:lnTo>
                      <a:pt x="4410" y="1080"/>
                    </a:lnTo>
                    <a:lnTo>
                      <a:pt x="4410" y="1056"/>
                    </a:lnTo>
                    <a:lnTo>
                      <a:pt x="4416" y="1050"/>
                    </a:lnTo>
                    <a:lnTo>
                      <a:pt x="4428" y="1050"/>
                    </a:lnTo>
                    <a:lnTo>
                      <a:pt x="4434" y="1056"/>
                    </a:lnTo>
                    <a:lnTo>
                      <a:pt x="4446" y="1062"/>
                    </a:lnTo>
                    <a:lnTo>
                      <a:pt x="4452" y="1068"/>
                    </a:lnTo>
                    <a:lnTo>
                      <a:pt x="4458" y="1068"/>
                    </a:lnTo>
                    <a:lnTo>
                      <a:pt x="4464" y="1062"/>
                    </a:lnTo>
                    <a:lnTo>
                      <a:pt x="4464" y="1026"/>
                    </a:lnTo>
                    <a:lnTo>
                      <a:pt x="4488" y="1032"/>
                    </a:lnTo>
                    <a:lnTo>
                      <a:pt x="4524" y="1014"/>
                    </a:lnTo>
                    <a:lnTo>
                      <a:pt x="4524" y="1026"/>
                    </a:lnTo>
                    <a:lnTo>
                      <a:pt x="4530" y="1038"/>
                    </a:lnTo>
                    <a:lnTo>
                      <a:pt x="4530" y="1044"/>
                    </a:lnTo>
                    <a:lnTo>
                      <a:pt x="4536" y="1050"/>
                    </a:lnTo>
                    <a:lnTo>
                      <a:pt x="4548" y="1044"/>
                    </a:lnTo>
                    <a:lnTo>
                      <a:pt x="4566" y="1044"/>
                    </a:lnTo>
                    <a:lnTo>
                      <a:pt x="4554" y="1062"/>
                    </a:lnTo>
                    <a:lnTo>
                      <a:pt x="4578" y="1062"/>
                    </a:lnTo>
                    <a:lnTo>
                      <a:pt x="4566" y="1092"/>
                    </a:lnTo>
                    <a:lnTo>
                      <a:pt x="4566" y="1098"/>
                    </a:lnTo>
                    <a:lnTo>
                      <a:pt x="4584" y="1116"/>
                    </a:lnTo>
                    <a:lnTo>
                      <a:pt x="4590" y="1128"/>
                    </a:lnTo>
                    <a:lnTo>
                      <a:pt x="4614" y="1140"/>
                    </a:lnTo>
                    <a:lnTo>
                      <a:pt x="4626" y="1134"/>
                    </a:lnTo>
                    <a:lnTo>
                      <a:pt x="4638" y="1122"/>
                    </a:lnTo>
                    <a:lnTo>
                      <a:pt x="4656" y="1086"/>
                    </a:lnTo>
                    <a:lnTo>
                      <a:pt x="4656" y="1080"/>
                    </a:lnTo>
                    <a:lnTo>
                      <a:pt x="4662" y="1068"/>
                    </a:lnTo>
                    <a:lnTo>
                      <a:pt x="4668" y="1074"/>
                    </a:lnTo>
                    <a:lnTo>
                      <a:pt x="4680" y="1080"/>
                    </a:lnTo>
                    <a:lnTo>
                      <a:pt x="4692" y="1080"/>
                    </a:lnTo>
                    <a:lnTo>
                      <a:pt x="4698" y="1086"/>
                    </a:lnTo>
                    <a:lnTo>
                      <a:pt x="4710" y="1080"/>
                    </a:lnTo>
                    <a:lnTo>
                      <a:pt x="4722" y="1068"/>
                    </a:lnTo>
                    <a:lnTo>
                      <a:pt x="4728" y="1056"/>
                    </a:lnTo>
                    <a:lnTo>
                      <a:pt x="4728" y="1038"/>
                    </a:lnTo>
                    <a:lnTo>
                      <a:pt x="4794" y="1038"/>
                    </a:lnTo>
                    <a:lnTo>
                      <a:pt x="4806" y="1026"/>
                    </a:lnTo>
                    <a:lnTo>
                      <a:pt x="4812" y="1014"/>
                    </a:lnTo>
                    <a:lnTo>
                      <a:pt x="4800" y="1002"/>
                    </a:lnTo>
                    <a:lnTo>
                      <a:pt x="4788" y="996"/>
                    </a:lnTo>
                    <a:lnTo>
                      <a:pt x="4758" y="996"/>
                    </a:lnTo>
                    <a:close/>
                    <a:moveTo>
                      <a:pt x="4476" y="1308"/>
                    </a:moveTo>
                    <a:lnTo>
                      <a:pt x="4446" y="1308"/>
                    </a:lnTo>
                    <a:lnTo>
                      <a:pt x="4440" y="1326"/>
                    </a:lnTo>
                    <a:lnTo>
                      <a:pt x="4476" y="1320"/>
                    </a:lnTo>
                    <a:lnTo>
                      <a:pt x="4476" y="1308"/>
                    </a:lnTo>
                    <a:close/>
                    <a:moveTo>
                      <a:pt x="4140" y="1290"/>
                    </a:moveTo>
                    <a:lnTo>
                      <a:pt x="4134" y="1290"/>
                    </a:lnTo>
                    <a:lnTo>
                      <a:pt x="4128" y="1296"/>
                    </a:lnTo>
                    <a:lnTo>
                      <a:pt x="4128" y="1308"/>
                    </a:lnTo>
                    <a:lnTo>
                      <a:pt x="4134" y="1314"/>
                    </a:lnTo>
                    <a:lnTo>
                      <a:pt x="4158" y="1314"/>
                    </a:lnTo>
                    <a:lnTo>
                      <a:pt x="4164" y="1308"/>
                    </a:lnTo>
                    <a:lnTo>
                      <a:pt x="4164" y="1296"/>
                    </a:lnTo>
                    <a:lnTo>
                      <a:pt x="4158" y="1290"/>
                    </a:lnTo>
                    <a:lnTo>
                      <a:pt x="4140" y="1290"/>
                    </a:lnTo>
                    <a:close/>
                    <a:moveTo>
                      <a:pt x="3834" y="1242"/>
                    </a:moveTo>
                    <a:lnTo>
                      <a:pt x="3840" y="1236"/>
                    </a:lnTo>
                    <a:lnTo>
                      <a:pt x="3834" y="1230"/>
                    </a:lnTo>
                    <a:lnTo>
                      <a:pt x="3828" y="1230"/>
                    </a:lnTo>
                    <a:lnTo>
                      <a:pt x="3822" y="1224"/>
                    </a:lnTo>
                    <a:lnTo>
                      <a:pt x="3810" y="1224"/>
                    </a:lnTo>
                    <a:lnTo>
                      <a:pt x="3810" y="1236"/>
                    </a:lnTo>
                    <a:lnTo>
                      <a:pt x="3816" y="1242"/>
                    </a:lnTo>
                    <a:lnTo>
                      <a:pt x="3816" y="1248"/>
                    </a:lnTo>
                    <a:lnTo>
                      <a:pt x="3828" y="1248"/>
                    </a:lnTo>
                    <a:lnTo>
                      <a:pt x="3834" y="1242"/>
                    </a:lnTo>
                    <a:close/>
                    <a:moveTo>
                      <a:pt x="4206" y="1452"/>
                    </a:moveTo>
                    <a:lnTo>
                      <a:pt x="4170" y="1452"/>
                    </a:lnTo>
                    <a:lnTo>
                      <a:pt x="4206" y="1476"/>
                    </a:lnTo>
                    <a:lnTo>
                      <a:pt x="4218" y="1470"/>
                    </a:lnTo>
                    <a:lnTo>
                      <a:pt x="4218" y="1458"/>
                    </a:lnTo>
                    <a:lnTo>
                      <a:pt x="4212" y="1458"/>
                    </a:lnTo>
                    <a:lnTo>
                      <a:pt x="4206" y="1452"/>
                    </a:lnTo>
                    <a:close/>
                    <a:moveTo>
                      <a:pt x="4170" y="870"/>
                    </a:moveTo>
                    <a:lnTo>
                      <a:pt x="4152" y="870"/>
                    </a:lnTo>
                    <a:lnTo>
                      <a:pt x="4152" y="876"/>
                    </a:lnTo>
                    <a:lnTo>
                      <a:pt x="4158" y="882"/>
                    </a:lnTo>
                    <a:lnTo>
                      <a:pt x="4164" y="882"/>
                    </a:lnTo>
                    <a:lnTo>
                      <a:pt x="4170" y="888"/>
                    </a:lnTo>
                    <a:lnTo>
                      <a:pt x="4182" y="882"/>
                    </a:lnTo>
                    <a:lnTo>
                      <a:pt x="4188" y="882"/>
                    </a:lnTo>
                    <a:lnTo>
                      <a:pt x="4194" y="876"/>
                    </a:lnTo>
                    <a:lnTo>
                      <a:pt x="4188" y="870"/>
                    </a:lnTo>
                    <a:lnTo>
                      <a:pt x="4170" y="870"/>
                    </a:lnTo>
                    <a:close/>
                    <a:moveTo>
                      <a:pt x="4170" y="936"/>
                    </a:moveTo>
                    <a:lnTo>
                      <a:pt x="4236" y="936"/>
                    </a:lnTo>
                    <a:lnTo>
                      <a:pt x="4236" y="918"/>
                    </a:lnTo>
                    <a:lnTo>
                      <a:pt x="4188" y="918"/>
                    </a:lnTo>
                    <a:lnTo>
                      <a:pt x="4170" y="936"/>
                    </a:lnTo>
                    <a:close/>
                    <a:moveTo>
                      <a:pt x="5574" y="36"/>
                    </a:moveTo>
                    <a:lnTo>
                      <a:pt x="5490" y="36"/>
                    </a:lnTo>
                    <a:lnTo>
                      <a:pt x="5496" y="24"/>
                    </a:lnTo>
                    <a:lnTo>
                      <a:pt x="5490" y="24"/>
                    </a:lnTo>
                    <a:lnTo>
                      <a:pt x="5484" y="18"/>
                    </a:lnTo>
                    <a:lnTo>
                      <a:pt x="5448" y="18"/>
                    </a:lnTo>
                    <a:lnTo>
                      <a:pt x="5430" y="12"/>
                    </a:lnTo>
                    <a:lnTo>
                      <a:pt x="5400" y="12"/>
                    </a:lnTo>
                    <a:lnTo>
                      <a:pt x="5364" y="18"/>
                    </a:lnTo>
                    <a:lnTo>
                      <a:pt x="5334" y="30"/>
                    </a:lnTo>
                    <a:lnTo>
                      <a:pt x="5304" y="36"/>
                    </a:lnTo>
                    <a:lnTo>
                      <a:pt x="5292" y="36"/>
                    </a:lnTo>
                    <a:lnTo>
                      <a:pt x="5346" y="12"/>
                    </a:lnTo>
                    <a:lnTo>
                      <a:pt x="5274" y="18"/>
                    </a:lnTo>
                    <a:lnTo>
                      <a:pt x="5268" y="18"/>
                    </a:lnTo>
                    <a:lnTo>
                      <a:pt x="5262" y="12"/>
                    </a:lnTo>
                    <a:lnTo>
                      <a:pt x="5250" y="12"/>
                    </a:lnTo>
                    <a:lnTo>
                      <a:pt x="5226" y="0"/>
                    </a:lnTo>
                    <a:lnTo>
                      <a:pt x="5196" y="0"/>
                    </a:lnTo>
                    <a:lnTo>
                      <a:pt x="5190" y="6"/>
                    </a:lnTo>
                    <a:lnTo>
                      <a:pt x="5184" y="18"/>
                    </a:lnTo>
                    <a:lnTo>
                      <a:pt x="5178" y="18"/>
                    </a:lnTo>
                    <a:lnTo>
                      <a:pt x="5172" y="12"/>
                    </a:lnTo>
                    <a:lnTo>
                      <a:pt x="5160" y="6"/>
                    </a:lnTo>
                    <a:lnTo>
                      <a:pt x="5148" y="6"/>
                    </a:lnTo>
                    <a:lnTo>
                      <a:pt x="5136" y="0"/>
                    </a:lnTo>
                    <a:lnTo>
                      <a:pt x="5124" y="0"/>
                    </a:lnTo>
                    <a:lnTo>
                      <a:pt x="5112" y="6"/>
                    </a:lnTo>
                    <a:lnTo>
                      <a:pt x="5106" y="12"/>
                    </a:lnTo>
                    <a:lnTo>
                      <a:pt x="5094" y="18"/>
                    </a:lnTo>
                    <a:lnTo>
                      <a:pt x="5088" y="24"/>
                    </a:lnTo>
                    <a:lnTo>
                      <a:pt x="5046" y="12"/>
                    </a:lnTo>
                    <a:lnTo>
                      <a:pt x="4938" y="6"/>
                    </a:lnTo>
                    <a:lnTo>
                      <a:pt x="4968" y="36"/>
                    </a:lnTo>
                    <a:lnTo>
                      <a:pt x="4902" y="12"/>
                    </a:lnTo>
                    <a:lnTo>
                      <a:pt x="4842" y="24"/>
                    </a:lnTo>
                    <a:lnTo>
                      <a:pt x="4830" y="24"/>
                    </a:lnTo>
                    <a:lnTo>
                      <a:pt x="4812" y="18"/>
                    </a:lnTo>
                    <a:lnTo>
                      <a:pt x="4746" y="18"/>
                    </a:lnTo>
                    <a:lnTo>
                      <a:pt x="4710" y="24"/>
                    </a:lnTo>
                    <a:lnTo>
                      <a:pt x="4686" y="36"/>
                    </a:lnTo>
                    <a:lnTo>
                      <a:pt x="4674" y="36"/>
                    </a:lnTo>
                    <a:lnTo>
                      <a:pt x="4764" y="60"/>
                    </a:lnTo>
                    <a:lnTo>
                      <a:pt x="4674" y="48"/>
                    </a:lnTo>
                    <a:lnTo>
                      <a:pt x="4662" y="48"/>
                    </a:lnTo>
                    <a:lnTo>
                      <a:pt x="4590" y="36"/>
                    </a:lnTo>
                    <a:lnTo>
                      <a:pt x="4542" y="36"/>
                    </a:lnTo>
                    <a:lnTo>
                      <a:pt x="4530" y="48"/>
                    </a:lnTo>
                    <a:lnTo>
                      <a:pt x="4530" y="60"/>
                    </a:lnTo>
                    <a:lnTo>
                      <a:pt x="4512" y="60"/>
                    </a:lnTo>
                    <a:lnTo>
                      <a:pt x="4482" y="54"/>
                    </a:lnTo>
                    <a:lnTo>
                      <a:pt x="4392" y="54"/>
                    </a:lnTo>
                    <a:lnTo>
                      <a:pt x="4350" y="60"/>
                    </a:lnTo>
                    <a:lnTo>
                      <a:pt x="4302" y="66"/>
                    </a:lnTo>
                    <a:lnTo>
                      <a:pt x="4260" y="66"/>
                    </a:lnTo>
                    <a:lnTo>
                      <a:pt x="4242" y="72"/>
                    </a:lnTo>
                    <a:lnTo>
                      <a:pt x="4260" y="72"/>
                    </a:lnTo>
                    <a:lnTo>
                      <a:pt x="4266" y="78"/>
                    </a:lnTo>
                    <a:lnTo>
                      <a:pt x="4278" y="78"/>
                    </a:lnTo>
                    <a:lnTo>
                      <a:pt x="4362" y="84"/>
                    </a:lnTo>
                    <a:lnTo>
                      <a:pt x="4278" y="96"/>
                    </a:lnTo>
                    <a:lnTo>
                      <a:pt x="4284" y="96"/>
                    </a:lnTo>
                    <a:lnTo>
                      <a:pt x="4290" y="102"/>
                    </a:lnTo>
                    <a:lnTo>
                      <a:pt x="4314" y="114"/>
                    </a:lnTo>
                    <a:lnTo>
                      <a:pt x="4338" y="114"/>
                    </a:lnTo>
                    <a:lnTo>
                      <a:pt x="4356" y="108"/>
                    </a:lnTo>
                    <a:lnTo>
                      <a:pt x="4392" y="108"/>
                    </a:lnTo>
                    <a:lnTo>
                      <a:pt x="4398" y="102"/>
                    </a:lnTo>
                    <a:lnTo>
                      <a:pt x="4410" y="102"/>
                    </a:lnTo>
                    <a:lnTo>
                      <a:pt x="4416" y="96"/>
                    </a:lnTo>
                    <a:lnTo>
                      <a:pt x="4440" y="96"/>
                    </a:lnTo>
                    <a:lnTo>
                      <a:pt x="4458" y="90"/>
                    </a:lnTo>
                    <a:lnTo>
                      <a:pt x="4500" y="90"/>
                    </a:lnTo>
                    <a:lnTo>
                      <a:pt x="4518" y="96"/>
                    </a:lnTo>
                    <a:lnTo>
                      <a:pt x="4536" y="96"/>
                    </a:lnTo>
                    <a:lnTo>
                      <a:pt x="4548" y="102"/>
                    </a:lnTo>
                    <a:lnTo>
                      <a:pt x="4560" y="102"/>
                    </a:lnTo>
                    <a:lnTo>
                      <a:pt x="4494" y="102"/>
                    </a:lnTo>
                    <a:lnTo>
                      <a:pt x="4482" y="108"/>
                    </a:lnTo>
                    <a:lnTo>
                      <a:pt x="4458" y="108"/>
                    </a:lnTo>
                    <a:lnTo>
                      <a:pt x="4446" y="114"/>
                    </a:lnTo>
                    <a:lnTo>
                      <a:pt x="4434" y="114"/>
                    </a:lnTo>
                    <a:lnTo>
                      <a:pt x="4422" y="120"/>
                    </a:lnTo>
                    <a:lnTo>
                      <a:pt x="4410" y="120"/>
                    </a:lnTo>
                    <a:lnTo>
                      <a:pt x="4404" y="126"/>
                    </a:lnTo>
                    <a:lnTo>
                      <a:pt x="4398" y="126"/>
                    </a:lnTo>
                    <a:lnTo>
                      <a:pt x="4434" y="126"/>
                    </a:lnTo>
                    <a:lnTo>
                      <a:pt x="4452" y="132"/>
                    </a:lnTo>
                    <a:lnTo>
                      <a:pt x="4488" y="132"/>
                    </a:lnTo>
                    <a:lnTo>
                      <a:pt x="4500" y="126"/>
                    </a:lnTo>
                    <a:lnTo>
                      <a:pt x="4506" y="126"/>
                    </a:lnTo>
                    <a:lnTo>
                      <a:pt x="4512" y="120"/>
                    </a:lnTo>
                    <a:lnTo>
                      <a:pt x="4638" y="120"/>
                    </a:lnTo>
                    <a:lnTo>
                      <a:pt x="4656" y="114"/>
                    </a:lnTo>
                    <a:lnTo>
                      <a:pt x="4680" y="114"/>
                    </a:lnTo>
                    <a:lnTo>
                      <a:pt x="4698" y="108"/>
                    </a:lnTo>
                    <a:lnTo>
                      <a:pt x="4710" y="108"/>
                    </a:lnTo>
                    <a:lnTo>
                      <a:pt x="4722" y="96"/>
                    </a:lnTo>
                    <a:lnTo>
                      <a:pt x="4734" y="96"/>
                    </a:lnTo>
                    <a:lnTo>
                      <a:pt x="4752" y="90"/>
                    </a:lnTo>
                    <a:lnTo>
                      <a:pt x="4770" y="90"/>
                    </a:lnTo>
                    <a:lnTo>
                      <a:pt x="4782" y="84"/>
                    </a:lnTo>
                    <a:lnTo>
                      <a:pt x="4830" y="84"/>
                    </a:lnTo>
                    <a:lnTo>
                      <a:pt x="4746" y="114"/>
                    </a:lnTo>
                    <a:lnTo>
                      <a:pt x="4782" y="114"/>
                    </a:lnTo>
                    <a:lnTo>
                      <a:pt x="4734" y="126"/>
                    </a:lnTo>
                    <a:lnTo>
                      <a:pt x="4716" y="126"/>
                    </a:lnTo>
                    <a:lnTo>
                      <a:pt x="4674" y="132"/>
                    </a:lnTo>
                    <a:lnTo>
                      <a:pt x="4620" y="132"/>
                    </a:lnTo>
                    <a:lnTo>
                      <a:pt x="4566" y="138"/>
                    </a:lnTo>
                    <a:lnTo>
                      <a:pt x="4536" y="138"/>
                    </a:lnTo>
                    <a:lnTo>
                      <a:pt x="4524" y="150"/>
                    </a:lnTo>
                    <a:lnTo>
                      <a:pt x="4524" y="156"/>
                    </a:lnTo>
                    <a:lnTo>
                      <a:pt x="4602" y="174"/>
                    </a:lnTo>
                    <a:lnTo>
                      <a:pt x="4596" y="174"/>
                    </a:lnTo>
                    <a:lnTo>
                      <a:pt x="4590" y="180"/>
                    </a:lnTo>
                    <a:lnTo>
                      <a:pt x="4578" y="180"/>
                    </a:lnTo>
                    <a:lnTo>
                      <a:pt x="4566" y="186"/>
                    </a:lnTo>
                    <a:lnTo>
                      <a:pt x="4542" y="186"/>
                    </a:lnTo>
                    <a:lnTo>
                      <a:pt x="4518" y="174"/>
                    </a:lnTo>
                    <a:lnTo>
                      <a:pt x="4500" y="162"/>
                    </a:lnTo>
                    <a:lnTo>
                      <a:pt x="4476" y="150"/>
                    </a:lnTo>
                    <a:lnTo>
                      <a:pt x="4470" y="144"/>
                    </a:lnTo>
                    <a:lnTo>
                      <a:pt x="4356" y="144"/>
                    </a:lnTo>
                    <a:lnTo>
                      <a:pt x="4350" y="150"/>
                    </a:lnTo>
                    <a:lnTo>
                      <a:pt x="4344" y="162"/>
                    </a:lnTo>
                    <a:lnTo>
                      <a:pt x="4338" y="168"/>
                    </a:lnTo>
                    <a:lnTo>
                      <a:pt x="4368" y="186"/>
                    </a:lnTo>
                    <a:lnTo>
                      <a:pt x="4386" y="204"/>
                    </a:lnTo>
                    <a:lnTo>
                      <a:pt x="4410" y="216"/>
                    </a:lnTo>
                    <a:lnTo>
                      <a:pt x="4458" y="216"/>
                    </a:lnTo>
                    <a:lnTo>
                      <a:pt x="4476" y="210"/>
                    </a:lnTo>
                    <a:lnTo>
                      <a:pt x="4488" y="210"/>
                    </a:lnTo>
                    <a:lnTo>
                      <a:pt x="4476" y="216"/>
                    </a:lnTo>
                    <a:lnTo>
                      <a:pt x="4470" y="228"/>
                    </a:lnTo>
                    <a:lnTo>
                      <a:pt x="4398" y="228"/>
                    </a:lnTo>
                    <a:lnTo>
                      <a:pt x="4380" y="222"/>
                    </a:lnTo>
                    <a:lnTo>
                      <a:pt x="4350" y="222"/>
                    </a:lnTo>
                    <a:lnTo>
                      <a:pt x="4314" y="228"/>
                    </a:lnTo>
                    <a:lnTo>
                      <a:pt x="4272" y="234"/>
                    </a:lnTo>
                    <a:lnTo>
                      <a:pt x="4230" y="234"/>
                    </a:lnTo>
                    <a:lnTo>
                      <a:pt x="4218" y="240"/>
                    </a:lnTo>
                    <a:lnTo>
                      <a:pt x="4200" y="246"/>
                    </a:lnTo>
                    <a:lnTo>
                      <a:pt x="4188" y="258"/>
                    </a:lnTo>
                    <a:lnTo>
                      <a:pt x="4176" y="264"/>
                    </a:lnTo>
                    <a:lnTo>
                      <a:pt x="4170" y="270"/>
                    </a:lnTo>
                    <a:lnTo>
                      <a:pt x="4164" y="270"/>
                    </a:lnTo>
                    <a:lnTo>
                      <a:pt x="4236" y="258"/>
                    </a:lnTo>
                    <a:lnTo>
                      <a:pt x="4236" y="276"/>
                    </a:lnTo>
                    <a:lnTo>
                      <a:pt x="4296" y="258"/>
                    </a:lnTo>
                    <a:lnTo>
                      <a:pt x="4224" y="288"/>
                    </a:lnTo>
                    <a:lnTo>
                      <a:pt x="4230" y="288"/>
                    </a:lnTo>
                    <a:lnTo>
                      <a:pt x="4236" y="294"/>
                    </a:lnTo>
                    <a:lnTo>
                      <a:pt x="4248" y="300"/>
                    </a:lnTo>
                    <a:lnTo>
                      <a:pt x="4278" y="300"/>
                    </a:lnTo>
                    <a:lnTo>
                      <a:pt x="4314" y="288"/>
                    </a:lnTo>
                    <a:lnTo>
                      <a:pt x="4326" y="288"/>
                    </a:lnTo>
                    <a:lnTo>
                      <a:pt x="4344" y="282"/>
                    </a:lnTo>
                    <a:lnTo>
                      <a:pt x="4350" y="276"/>
                    </a:lnTo>
                    <a:lnTo>
                      <a:pt x="4356" y="276"/>
                    </a:lnTo>
                    <a:lnTo>
                      <a:pt x="4254" y="312"/>
                    </a:lnTo>
                    <a:lnTo>
                      <a:pt x="4188" y="312"/>
                    </a:lnTo>
                    <a:lnTo>
                      <a:pt x="4176" y="288"/>
                    </a:lnTo>
                    <a:lnTo>
                      <a:pt x="4164" y="288"/>
                    </a:lnTo>
                    <a:lnTo>
                      <a:pt x="4146" y="282"/>
                    </a:lnTo>
                    <a:lnTo>
                      <a:pt x="4110" y="282"/>
                    </a:lnTo>
                    <a:lnTo>
                      <a:pt x="4104" y="288"/>
                    </a:lnTo>
                    <a:lnTo>
                      <a:pt x="4104" y="300"/>
                    </a:lnTo>
                    <a:lnTo>
                      <a:pt x="4110" y="312"/>
                    </a:lnTo>
                    <a:lnTo>
                      <a:pt x="4110" y="318"/>
                    </a:lnTo>
                    <a:lnTo>
                      <a:pt x="4116" y="324"/>
                    </a:lnTo>
                    <a:lnTo>
                      <a:pt x="4092" y="324"/>
                    </a:lnTo>
                    <a:lnTo>
                      <a:pt x="4074" y="330"/>
                    </a:lnTo>
                    <a:lnTo>
                      <a:pt x="4032" y="330"/>
                    </a:lnTo>
                    <a:lnTo>
                      <a:pt x="4020" y="336"/>
                    </a:lnTo>
                    <a:lnTo>
                      <a:pt x="4002" y="342"/>
                    </a:lnTo>
                    <a:lnTo>
                      <a:pt x="3990" y="348"/>
                    </a:lnTo>
                    <a:lnTo>
                      <a:pt x="3972" y="354"/>
                    </a:lnTo>
                    <a:lnTo>
                      <a:pt x="3936" y="354"/>
                    </a:lnTo>
                    <a:lnTo>
                      <a:pt x="3924" y="360"/>
                    </a:lnTo>
                    <a:lnTo>
                      <a:pt x="3918" y="360"/>
                    </a:lnTo>
                    <a:lnTo>
                      <a:pt x="3924" y="360"/>
                    </a:lnTo>
                    <a:lnTo>
                      <a:pt x="3936" y="366"/>
                    </a:lnTo>
                    <a:lnTo>
                      <a:pt x="3978" y="366"/>
                    </a:lnTo>
                    <a:lnTo>
                      <a:pt x="3990" y="360"/>
                    </a:lnTo>
                    <a:lnTo>
                      <a:pt x="3996" y="354"/>
                    </a:lnTo>
                    <a:lnTo>
                      <a:pt x="3984" y="372"/>
                    </a:lnTo>
                    <a:lnTo>
                      <a:pt x="4020" y="366"/>
                    </a:lnTo>
                    <a:lnTo>
                      <a:pt x="4044" y="354"/>
                    </a:lnTo>
                    <a:lnTo>
                      <a:pt x="4044" y="372"/>
                    </a:lnTo>
                    <a:lnTo>
                      <a:pt x="4074" y="366"/>
                    </a:lnTo>
                    <a:lnTo>
                      <a:pt x="4098" y="366"/>
                    </a:lnTo>
                    <a:lnTo>
                      <a:pt x="4098" y="372"/>
                    </a:lnTo>
                    <a:lnTo>
                      <a:pt x="4104" y="378"/>
                    </a:lnTo>
                    <a:lnTo>
                      <a:pt x="4122" y="378"/>
                    </a:lnTo>
                    <a:lnTo>
                      <a:pt x="4146" y="366"/>
                    </a:lnTo>
                    <a:lnTo>
                      <a:pt x="4152" y="366"/>
                    </a:lnTo>
                    <a:lnTo>
                      <a:pt x="4164" y="360"/>
                    </a:lnTo>
                    <a:lnTo>
                      <a:pt x="4170" y="372"/>
                    </a:lnTo>
                    <a:lnTo>
                      <a:pt x="4200" y="354"/>
                    </a:lnTo>
                    <a:lnTo>
                      <a:pt x="4206" y="360"/>
                    </a:lnTo>
                    <a:lnTo>
                      <a:pt x="4212" y="372"/>
                    </a:lnTo>
                    <a:lnTo>
                      <a:pt x="4224" y="372"/>
                    </a:lnTo>
                    <a:lnTo>
                      <a:pt x="4236" y="366"/>
                    </a:lnTo>
                    <a:lnTo>
                      <a:pt x="4242" y="360"/>
                    </a:lnTo>
                    <a:lnTo>
                      <a:pt x="4248" y="360"/>
                    </a:lnTo>
                    <a:lnTo>
                      <a:pt x="4254" y="366"/>
                    </a:lnTo>
                    <a:lnTo>
                      <a:pt x="4266" y="372"/>
                    </a:lnTo>
                    <a:lnTo>
                      <a:pt x="4284" y="372"/>
                    </a:lnTo>
                    <a:lnTo>
                      <a:pt x="4290" y="366"/>
                    </a:lnTo>
                    <a:lnTo>
                      <a:pt x="4290" y="360"/>
                    </a:lnTo>
                    <a:lnTo>
                      <a:pt x="4284" y="354"/>
                    </a:lnTo>
                    <a:lnTo>
                      <a:pt x="4338" y="372"/>
                    </a:lnTo>
                    <a:lnTo>
                      <a:pt x="4344" y="378"/>
                    </a:lnTo>
                    <a:lnTo>
                      <a:pt x="4350" y="390"/>
                    </a:lnTo>
                    <a:lnTo>
                      <a:pt x="4374" y="390"/>
                    </a:lnTo>
                    <a:lnTo>
                      <a:pt x="4410" y="378"/>
                    </a:lnTo>
                    <a:lnTo>
                      <a:pt x="4440" y="372"/>
                    </a:lnTo>
                    <a:lnTo>
                      <a:pt x="4476" y="372"/>
                    </a:lnTo>
                    <a:lnTo>
                      <a:pt x="4494" y="366"/>
                    </a:lnTo>
                    <a:lnTo>
                      <a:pt x="4506" y="360"/>
                    </a:lnTo>
                    <a:lnTo>
                      <a:pt x="4524" y="342"/>
                    </a:lnTo>
                    <a:lnTo>
                      <a:pt x="4464" y="342"/>
                    </a:lnTo>
                    <a:lnTo>
                      <a:pt x="4470" y="336"/>
                    </a:lnTo>
                    <a:lnTo>
                      <a:pt x="4470" y="330"/>
                    </a:lnTo>
                    <a:lnTo>
                      <a:pt x="4416" y="330"/>
                    </a:lnTo>
                    <a:lnTo>
                      <a:pt x="4362" y="318"/>
                    </a:lnTo>
                    <a:lnTo>
                      <a:pt x="4380" y="300"/>
                    </a:lnTo>
                    <a:lnTo>
                      <a:pt x="4440" y="318"/>
                    </a:lnTo>
                    <a:lnTo>
                      <a:pt x="4452" y="318"/>
                    </a:lnTo>
                    <a:lnTo>
                      <a:pt x="4488" y="312"/>
                    </a:lnTo>
                    <a:lnTo>
                      <a:pt x="4566" y="312"/>
                    </a:lnTo>
                    <a:lnTo>
                      <a:pt x="4578" y="300"/>
                    </a:lnTo>
                    <a:lnTo>
                      <a:pt x="4578" y="288"/>
                    </a:lnTo>
                    <a:lnTo>
                      <a:pt x="4584" y="288"/>
                    </a:lnTo>
                    <a:lnTo>
                      <a:pt x="4590" y="282"/>
                    </a:lnTo>
                    <a:lnTo>
                      <a:pt x="4608" y="282"/>
                    </a:lnTo>
                    <a:lnTo>
                      <a:pt x="4626" y="276"/>
                    </a:lnTo>
                    <a:lnTo>
                      <a:pt x="4662" y="276"/>
                    </a:lnTo>
                    <a:lnTo>
                      <a:pt x="4680" y="270"/>
                    </a:lnTo>
                    <a:lnTo>
                      <a:pt x="4710" y="270"/>
                    </a:lnTo>
                    <a:lnTo>
                      <a:pt x="4722" y="264"/>
                    </a:lnTo>
                    <a:lnTo>
                      <a:pt x="4728" y="264"/>
                    </a:lnTo>
                    <a:lnTo>
                      <a:pt x="4704" y="246"/>
                    </a:lnTo>
                    <a:lnTo>
                      <a:pt x="4746" y="246"/>
                    </a:lnTo>
                    <a:lnTo>
                      <a:pt x="4770" y="240"/>
                    </a:lnTo>
                    <a:lnTo>
                      <a:pt x="4782" y="234"/>
                    </a:lnTo>
                    <a:lnTo>
                      <a:pt x="4776" y="228"/>
                    </a:lnTo>
                    <a:lnTo>
                      <a:pt x="4770" y="228"/>
                    </a:lnTo>
                    <a:lnTo>
                      <a:pt x="4758" y="222"/>
                    </a:lnTo>
                    <a:lnTo>
                      <a:pt x="4746" y="222"/>
                    </a:lnTo>
                    <a:lnTo>
                      <a:pt x="4734" y="216"/>
                    </a:lnTo>
                    <a:lnTo>
                      <a:pt x="4686" y="216"/>
                    </a:lnTo>
                    <a:lnTo>
                      <a:pt x="4674" y="210"/>
                    </a:lnTo>
                    <a:lnTo>
                      <a:pt x="4662" y="210"/>
                    </a:lnTo>
                    <a:lnTo>
                      <a:pt x="4662" y="204"/>
                    </a:lnTo>
                    <a:lnTo>
                      <a:pt x="4674" y="198"/>
                    </a:lnTo>
                    <a:lnTo>
                      <a:pt x="4686" y="198"/>
                    </a:lnTo>
                    <a:lnTo>
                      <a:pt x="4704" y="192"/>
                    </a:lnTo>
                    <a:lnTo>
                      <a:pt x="4716" y="186"/>
                    </a:lnTo>
                    <a:lnTo>
                      <a:pt x="4764" y="186"/>
                    </a:lnTo>
                    <a:lnTo>
                      <a:pt x="4782" y="192"/>
                    </a:lnTo>
                    <a:lnTo>
                      <a:pt x="4860" y="192"/>
                    </a:lnTo>
                    <a:lnTo>
                      <a:pt x="4878" y="186"/>
                    </a:lnTo>
                    <a:lnTo>
                      <a:pt x="4902" y="186"/>
                    </a:lnTo>
                    <a:lnTo>
                      <a:pt x="4896" y="180"/>
                    </a:lnTo>
                    <a:lnTo>
                      <a:pt x="4878" y="180"/>
                    </a:lnTo>
                    <a:lnTo>
                      <a:pt x="4866" y="174"/>
                    </a:lnTo>
                    <a:lnTo>
                      <a:pt x="4872" y="168"/>
                    </a:lnTo>
                    <a:lnTo>
                      <a:pt x="4902" y="162"/>
                    </a:lnTo>
                    <a:lnTo>
                      <a:pt x="4944" y="168"/>
                    </a:lnTo>
                    <a:lnTo>
                      <a:pt x="4974" y="174"/>
                    </a:lnTo>
                    <a:lnTo>
                      <a:pt x="4986" y="174"/>
                    </a:lnTo>
                    <a:lnTo>
                      <a:pt x="4992" y="168"/>
                    </a:lnTo>
                    <a:lnTo>
                      <a:pt x="4992" y="150"/>
                    </a:lnTo>
                    <a:lnTo>
                      <a:pt x="5070" y="156"/>
                    </a:lnTo>
                    <a:lnTo>
                      <a:pt x="5070" y="132"/>
                    </a:lnTo>
                    <a:lnTo>
                      <a:pt x="5082" y="132"/>
                    </a:lnTo>
                    <a:lnTo>
                      <a:pt x="5094" y="138"/>
                    </a:lnTo>
                    <a:lnTo>
                      <a:pt x="5112" y="138"/>
                    </a:lnTo>
                    <a:lnTo>
                      <a:pt x="5136" y="126"/>
                    </a:lnTo>
                    <a:lnTo>
                      <a:pt x="5148" y="126"/>
                    </a:lnTo>
                    <a:lnTo>
                      <a:pt x="5154" y="120"/>
                    </a:lnTo>
                    <a:lnTo>
                      <a:pt x="5172" y="120"/>
                    </a:lnTo>
                    <a:lnTo>
                      <a:pt x="5208" y="114"/>
                    </a:lnTo>
                    <a:lnTo>
                      <a:pt x="5256" y="102"/>
                    </a:lnTo>
                    <a:lnTo>
                      <a:pt x="5298" y="96"/>
                    </a:lnTo>
                    <a:lnTo>
                      <a:pt x="5322" y="90"/>
                    </a:lnTo>
                    <a:lnTo>
                      <a:pt x="5340" y="90"/>
                    </a:lnTo>
                    <a:lnTo>
                      <a:pt x="5346" y="84"/>
                    </a:lnTo>
                    <a:lnTo>
                      <a:pt x="5238" y="84"/>
                    </a:lnTo>
                    <a:lnTo>
                      <a:pt x="5214" y="96"/>
                    </a:lnTo>
                    <a:lnTo>
                      <a:pt x="5142" y="96"/>
                    </a:lnTo>
                    <a:lnTo>
                      <a:pt x="5226" y="90"/>
                    </a:lnTo>
                    <a:lnTo>
                      <a:pt x="5220" y="78"/>
                    </a:lnTo>
                    <a:lnTo>
                      <a:pt x="5268" y="84"/>
                    </a:lnTo>
                    <a:lnTo>
                      <a:pt x="5274" y="78"/>
                    </a:lnTo>
                    <a:lnTo>
                      <a:pt x="5286" y="72"/>
                    </a:lnTo>
                    <a:lnTo>
                      <a:pt x="5358" y="72"/>
                    </a:lnTo>
                    <a:lnTo>
                      <a:pt x="5406" y="66"/>
                    </a:lnTo>
                    <a:lnTo>
                      <a:pt x="5454" y="66"/>
                    </a:lnTo>
                    <a:lnTo>
                      <a:pt x="5484" y="60"/>
                    </a:lnTo>
                    <a:lnTo>
                      <a:pt x="5496" y="60"/>
                    </a:lnTo>
                    <a:lnTo>
                      <a:pt x="5514" y="54"/>
                    </a:lnTo>
                    <a:lnTo>
                      <a:pt x="5532" y="54"/>
                    </a:lnTo>
                    <a:lnTo>
                      <a:pt x="5550" y="48"/>
                    </a:lnTo>
                    <a:lnTo>
                      <a:pt x="5562" y="42"/>
                    </a:lnTo>
                    <a:lnTo>
                      <a:pt x="5574" y="42"/>
                    </a:lnTo>
                    <a:lnTo>
                      <a:pt x="5574" y="36"/>
                    </a:lnTo>
                    <a:close/>
                    <a:moveTo>
                      <a:pt x="4032" y="966"/>
                    </a:moveTo>
                    <a:lnTo>
                      <a:pt x="4086" y="966"/>
                    </a:lnTo>
                    <a:lnTo>
                      <a:pt x="4134" y="942"/>
                    </a:lnTo>
                    <a:lnTo>
                      <a:pt x="4140" y="930"/>
                    </a:lnTo>
                    <a:lnTo>
                      <a:pt x="4134" y="918"/>
                    </a:lnTo>
                    <a:lnTo>
                      <a:pt x="4134" y="912"/>
                    </a:lnTo>
                    <a:lnTo>
                      <a:pt x="4122" y="906"/>
                    </a:lnTo>
                    <a:lnTo>
                      <a:pt x="4074" y="906"/>
                    </a:lnTo>
                    <a:lnTo>
                      <a:pt x="4062" y="912"/>
                    </a:lnTo>
                    <a:lnTo>
                      <a:pt x="4050" y="912"/>
                    </a:lnTo>
                    <a:lnTo>
                      <a:pt x="4026" y="924"/>
                    </a:lnTo>
                    <a:lnTo>
                      <a:pt x="4014" y="936"/>
                    </a:lnTo>
                    <a:lnTo>
                      <a:pt x="4002" y="942"/>
                    </a:lnTo>
                    <a:lnTo>
                      <a:pt x="4002" y="954"/>
                    </a:lnTo>
                    <a:lnTo>
                      <a:pt x="4014" y="960"/>
                    </a:lnTo>
                    <a:lnTo>
                      <a:pt x="4032" y="966"/>
                    </a:lnTo>
                    <a:close/>
                    <a:moveTo>
                      <a:pt x="4014" y="840"/>
                    </a:moveTo>
                    <a:lnTo>
                      <a:pt x="4002" y="840"/>
                    </a:lnTo>
                    <a:lnTo>
                      <a:pt x="3990" y="846"/>
                    </a:lnTo>
                    <a:lnTo>
                      <a:pt x="3984" y="852"/>
                    </a:lnTo>
                    <a:lnTo>
                      <a:pt x="3972" y="852"/>
                    </a:lnTo>
                    <a:lnTo>
                      <a:pt x="3990" y="852"/>
                    </a:lnTo>
                    <a:lnTo>
                      <a:pt x="4008" y="846"/>
                    </a:lnTo>
                    <a:lnTo>
                      <a:pt x="4026" y="846"/>
                    </a:lnTo>
                    <a:lnTo>
                      <a:pt x="4044" y="840"/>
                    </a:lnTo>
                    <a:lnTo>
                      <a:pt x="4050" y="834"/>
                    </a:lnTo>
                    <a:lnTo>
                      <a:pt x="4056" y="834"/>
                    </a:lnTo>
                    <a:lnTo>
                      <a:pt x="4068" y="822"/>
                    </a:lnTo>
                    <a:lnTo>
                      <a:pt x="4050" y="822"/>
                    </a:lnTo>
                    <a:lnTo>
                      <a:pt x="4044" y="828"/>
                    </a:lnTo>
                    <a:lnTo>
                      <a:pt x="4032" y="828"/>
                    </a:lnTo>
                    <a:lnTo>
                      <a:pt x="4020" y="834"/>
                    </a:lnTo>
                    <a:lnTo>
                      <a:pt x="4014" y="840"/>
                    </a:lnTo>
                    <a:close/>
                    <a:moveTo>
                      <a:pt x="4122" y="822"/>
                    </a:moveTo>
                    <a:lnTo>
                      <a:pt x="4104" y="822"/>
                    </a:lnTo>
                    <a:lnTo>
                      <a:pt x="4098" y="828"/>
                    </a:lnTo>
                    <a:lnTo>
                      <a:pt x="4098" y="840"/>
                    </a:lnTo>
                    <a:lnTo>
                      <a:pt x="4104" y="846"/>
                    </a:lnTo>
                    <a:lnTo>
                      <a:pt x="4110" y="840"/>
                    </a:lnTo>
                    <a:lnTo>
                      <a:pt x="4116" y="840"/>
                    </a:lnTo>
                    <a:lnTo>
                      <a:pt x="4128" y="828"/>
                    </a:lnTo>
                    <a:lnTo>
                      <a:pt x="4122" y="822"/>
                    </a:lnTo>
                    <a:close/>
                    <a:moveTo>
                      <a:pt x="3528" y="1062"/>
                    </a:moveTo>
                    <a:lnTo>
                      <a:pt x="3522" y="1062"/>
                    </a:lnTo>
                    <a:lnTo>
                      <a:pt x="3504" y="1080"/>
                    </a:lnTo>
                    <a:lnTo>
                      <a:pt x="3504" y="1086"/>
                    </a:lnTo>
                    <a:lnTo>
                      <a:pt x="3510" y="1092"/>
                    </a:lnTo>
                    <a:lnTo>
                      <a:pt x="3528" y="1092"/>
                    </a:lnTo>
                    <a:lnTo>
                      <a:pt x="3534" y="1086"/>
                    </a:lnTo>
                    <a:lnTo>
                      <a:pt x="3540" y="1074"/>
                    </a:lnTo>
                    <a:lnTo>
                      <a:pt x="3540" y="1068"/>
                    </a:lnTo>
                    <a:lnTo>
                      <a:pt x="3534" y="1062"/>
                    </a:lnTo>
                    <a:lnTo>
                      <a:pt x="3528" y="1062"/>
                    </a:lnTo>
                    <a:close/>
                    <a:moveTo>
                      <a:pt x="3588" y="1062"/>
                    </a:moveTo>
                    <a:lnTo>
                      <a:pt x="3582" y="1062"/>
                    </a:lnTo>
                    <a:lnTo>
                      <a:pt x="3576" y="1068"/>
                    </a:lnTo>
                    <a:lnTo>
                      <a:pt x="3576" y="1080"/>
                    </a:lnTo>
                    <a:lnTo>
                      <a:pt x="3582" y="1086"/>
                    </a:lnTo>
                    <a:lnTo>
                      <a:pt x="3594" y="1086"/>
                    </a:lnTo>
                    <a:lnTo>
                      <a:pt x="3600" y="1080"/>
                    </a:lnTo>
                    <a:lnTo>
                      <a:pt x="3600" y="1068"/>
                    </a:lnTo>
                    <a:lnTo>
                      <a:pt x="3588" y="1062"/>
                    </a:lnTo>
                    <a:close/>
                    <a:moveTo>
                      <a:pt x="3756" y="1242"/>
                    </a:moveTo>
                    <a:lnTo>
                      <a:pt x="3744" y="1248"/>
                    </a:lnTo>
                    <a:lnTo>
                      <a:pt x="3744" y="1260"/>
                    </a:lnTo>
                    <a:lnTo>
                      <a:pt x="3750" y="1266"/>
                    </a:lnTo>
                    <a:lnTo>
                      <a:pt x="3762" y="1272"/>
                    </a:lnTo>
                    <a:lnTo>
                      <a:pt x="3768" y="1272"/>
                    </a:lnTo>
                    <a:lnTo>
                      <a:pt x="3786" y="1254"/>
                    </a:lnTo>
                    <a:lnTo>
                      <a:pt x="3786" y="1242"/>
                    </a:lnTo>
                    <a:lnTo>
                      <a:pt x="3780" y="1236"/>
                    </a:lnTo>
                    <a:lnTo>
                      <a:pt x="3768" y="1236"/>
                    </a:lnTo>
                    <a:lnTo>
                      <a:pt x="3756" y="1242"/>
                    </a:lnTo>
                    <a:close/>
                    <a:moveTo>
                      <a:pt x="3984" y="2532"/>
                    </a:moveTo>
                    <a:lnTo>
                      <a:pt x="3948" y="2520"/>
                    </a:lnTo>
                    <a:lnTo>
                      <a:pt x="3942" y="2514"/>
                    </a:lnTo>
                    <a:lnTo>
                      <a:pt x="3936" y="2514"/>
                    </a:lnTo>
                    <a:lnTo>
                      <a:pt x="3924" y="2526"/>
                    </a:lnTo>
                    <a:lnTo>
                      <a:pt x="3930" y="2532"/>
                    </a:lnTo>
                    <a:lnTo>
                      <a:pt x="3942" y="2538"/>
                    </a:lnTo>
                    <a:lnTo>
                      <a:pt x="3948" y="2544"/>
                    </a:lnTo>
                    <a:lnTo>
                      <a:pt x="3954" y="2544"/>
                    </a:lnTo>
                    <a:lnTo>
                      <a:pt x="3960" y="2550"/>
                    </a:lnTo>
                    <a:lnTo>
                      <a:pt x="3996" y="2550"/>
                    </a:lnTo>
                    <a:lnTo>
                      <a:pt x="4008" y="2556"/>
                    </a:lnTo>
                    <a:lnTo>
                      <a:pt x="4020" y="2556"/>
                    </a:lnTo>
                    <a:lnTo>
                      <a:pt x="4038" y="2538"/>
                    </a:lnTo>
                    <a:lnTo>
                      <a:pt x="4008" y="2538"/>
                    </a:lnTo>
                    <a:lnTo>
                      <a:pt x="3984" y="2532"/>
                    </a:lnTo>
                    <a:close/>
                    <a:moveTo>
                      <a:pt x="4098" y="2280"/>
                    </a:moveTo>
                    <a:lnTo>
                      <a:pt x="4092" y="2280"/>
                    </a:lnTo>
                    <a:lnTo>
                      <a:pt x="4086" y="2274"/>
                    </a:lnTo>
                    <a:lnTo>
                      <a:pt x="4050" y="2274"/>
                    </a:lnTo>
                    <a:lnTo>
                      <a:pt x="4032" y="2268"/>
                    </a:lnTo>
                    <a:lnTo>
                      <a:pt x="3996" y="2268"/>
                    </a:lnTo>
                    <a:lnTo>
                      <a:pt x="4002" y="2274"/>
                    </a:lnTo>
                    <a:lnTo>
                      <a:pt x="4008" y="2274"/>
                    </a:lnTo>
                    <a:lnTo>
                      <a:pt x="4014" y="2280"/>
                    </a:lnTo>
                    <a:lnTo>
                      <a:pt x="4026" y="2286"/>
                    </a:lnTo>
                    <a:lnTo>
                      <a:pt x="4032" y="2286"/>
                    </a:lnTo>
                    <a:lnTo>
                      <a:pt x="4032" y="2304"/>
                    </a:lnTo>
                    <a:lnTo>
                      <a:pt x="4044" y="2304"/>
                    </a:lnTo>
                    <a:lnTo>
                      <a:pt x="4080" y="2310"/>
                    </a:lnTo>
                    <a:lnTo>
                      <a:pt x="4128" y="2316"/>
                    </a:lnTo>
                    <a:lnTo>
                      <a:pt x="4164" y="2316"/>
                    </a:lnTo>
                    <a:lnTo>
                      <a:pt x="4170" y="2310"/>
                    </a:lnTo>
                    <a:lnTo>
                      <a:pt x="4170" y="2304"/>
                    </a:lnTo>
                    <a:lnTo>
                      <a:pt x="4164" y="2304"/>
                    </a:lnTo>
                    <a:lnTo>
                      <a:pt x="4152" y="2292"/>
                    </a:lnTo>
                    <a:lnTo>
                      <a:pt x="4128" y="2286"/>
                    </a:lnTo>
                    <a:lnTo>
                      <a:pt x="4098" y="2280"/>
                    </a:lnTo>
                    <a:close/>
                    <a:moveTo>
                      <a:pt x="4194" y="2550"/>
                    </a:moveTo>
                    <a:lnTo>
                      <a:pt x="4164" y="2550"/>
                    </a:lnTo>
                    <a:lnTo>
                      <a:pt x="4152" y="2556"/>
                    </a:lnTo>
                    <a:lnTo>
                      <a:pt x="4146" y="2562"/>
                    </a:lnTo>
                    <a:lnTo>
                      <a:pt x="4182" y="2526"/>
                    </a:lnTo>
                    <a:lnTo>
                      <a:pt x="4176" y="2520"/>
                    </a:lnTo>
                    <a:lnTo>
                      <a:pt x="4152" y="2520"/>
                    </a:lnTo>
                    <a:lnTo>
                      <a:pt x="4140" y="2526"/>
                    </a:lnTo>
                    <a:lnTo>
                      <a:pt x="4128" y="2538"/>
                    </a:lnTo>
                    <a:lnTo>
                      <a:pt x="4104" y="2574"/>
                    </a:lnTo>
                    <a:lnTo>
                      <a:pt x="4164" y="2568"/>
                    </a:lnTo>
                    <a:lnTo>
                      <a:pt x="4176" y="2568"/>
                    </a:lnTo>
                    <a:lnTo>
                      <a:pt x="4182" y="2562"/>
                    </a:lnTo>
                    <a:lnTo>
                      <a:pt x="4194" y="2562"/>
                    </a:lnTo>
                    <a:lnTo>
                      <a:pt x="4200" y="2556"/>
                    </a:lnTo>
                    <a:lnTo>
                      <a:pt x="4200" y="2550"/>
                    </a:lnTo>
                    <a:lnTo>
                      <a:pt x="4194" y="2550"/>
                    </a:lnTo>
                    <a:close/>
                    <a:moveTo>
                      <a:pt x="4590" y="1962"/>
                    </a:moveTo>
                    <a:lnTo>
                      <a:pt x="4578" y="1974"/>
                    </a:lnTo>
                    <a:lnTo>
                      <a:pt x="4578" y="1980"/>
                    </a:lnTo>
                    <a:lnTo>
                      <a:pt x="4572" y="1986"/>
                    </a:lnTo>
                    <a:lnTo>
                      <a:pt x="4566" y="1986"/>
                    </a:lnTo>
                    <a:lnTo>
                      <a:pt x="4554" y="1974"/>
                    </a:lnTo>
                    <a:lnTo>
                      <a:pt x="4554" y="1962"/>
                    </a:lnTo>
                    <a:lnTo>
                      <a:pt x="4566" y="1962"/>
                    </a:lnTo>
                    <a:lnTo>
                      <a:pt x="4572" y="1956"/>
                    </a:lnTo>
                    <a:lnTo>
                      <a:pt x="4566" y="1932"/>
                    </a:lnTo>
                    <a:lnTo>
                      <a:pt x="4536" y="1926"/>
                    </a:lnTo>
                    <a:lnTo>
                      <a:pt x="4530" y="1926"/>
                    </a:lnTo>
                    <a:lnTo>
                      <a:pt x="4524" y="1932"/>
                    </a:lnTo>
                    <a:lnTo>
                      <a:pt x="4512" y="1938"/>
                    </a:lnTo>
                    <a:lnTo>
                      <a:pt x="4494" y="1944"/>
                    </a:lnTo>
                    <a:lnTo>
                      <a:pt x="4470" y="1956"/>
                    </a:lnTo>
                    <a:lnTo>
                      <a:pt x="4464" y="1962"/>
                    </a:lnTo>
                    <a:lnTo>
                      <a:pt x="4458" y="1962"/>
                    </a:lnTo>
                    <a:lnTo>
                      <a:pt x="4446" y="1968"/>
                    </a:lnTo>
                    <a:lnTo>
                      <a:pt x="4434" y="1968"/>
                    </a:lnTo>
                    <a:lnTo>
                      <a:pt x="4416" y="1974"/>
                    </a:lnTo>
                    <a:lnTo>
                      <a:pt x="4404" y="1974"/>
                    </a:lnTo>
                    <a:lnTo>
                      <a:pt x="4374" y="1998"/>
                    </a:lnTo>
                    <a:lnTo>
                      <a:pt x="4386" y="1974"/>
                    </a:lnTo>
                    <a:lnTo>
                      <a:pt x="4362" y="1956"/>
                    </a:lnTo>
                    <a:lnTo>
                      <a:pt x="4398" y="1968"/>
                    </a:lnTo>
                    <a:lnTo>
                      <a:pt x="4410" y="1956"/>
                    </a:lnTo>
                    <a:lnTo>
                      <a:pt x="4440" y="1950"/>
                    </a:lnTo>
                    <a:lnTo>
                      <a:pt x="4440" y="1932"/>
                    </a:lnTo>
                    <a:lnTo>
                      <a:pt x="4494" y="1932"/>
                    </a:lnTo>
                    <a:lnTo>
                      <a:pt x="4518" y="1920"/>
                    </a:lnTo>
                    <a:lnTo>
                      <a:pt x="4524" y="1914"/>
                    </a:lnTo>
                    <a:lnTo>
                      <a:pt x="4536" y="1908"/>
                    </a:lnTo>
                    <a:lnTo>
                      <a:pt x="4608" y="1908"/>
                    </a:lnTo>
                    <a:lnTo>
                      <a:pt x="4602" y="1902"/>
                    </a:lnTo>
                    <a:lnTo>
                      <a:pt x="4596" y="1902"/>
                    </a:lnTo>
                    <a:lnTo>
                      <a:pt x="4584" y="1896"/>
                    </a:lnTo>
                    <a:lnTo>
                      <a:pt x="4578" y="1890"/>
                    </a:lnTo>
                    <a:lnTo>
                      <a:pt x="4578" y="1866"/>
                    </a:lnTo>
                    <a:lnTo>
                      <a:pt x="4572" y="1866"/>
                    </a:lnTo>
                    <a:lnTo>
                      <a:pt x="4566" y="1872"/>
                    </a:lnTo>
                    <a:lnTo>
                      <a:pt x="4542" y="1872"/>
                    </a:lnTo>
                    <a:lnTo>
                      <a:pt x="4530" y="1878"/>
                    </a:lnTo>
                    <a:lnTo>
                      <a:pt x="4518" y="1878"/>
                    </a:lnTo>
                    <a:lnTo>
                      <a:pt x="4518" y="1866"/>
                    </a:lnTo>
                    <a:lnTo>
                      <a:pt x="4512" y="1860"/>
                    </a:lnTo>
                    <a:lnTo>
                      <a:pt x="4452" y="1878"/>
                    </a:lnTo>
                    <a:lnTo>
                      <a:pt x="4458" y="1848"/>
                    </a:lnTo>
                    <a:lnTo>
                      <a:pt x="4410" y="1860"/>
                    </a:lnTo>
                    <a:lnTo>
                      <a:pt x="4416" y="1854"/>
                    </a:lnTo>
                    <a:lnTo>
                      <a:pt x="4422" y="1842"/>
                    </a:lnTo>
                    <a:lnTo>
                      <a:pt x="4440" y="1824"/>
                    </a:lnTo>
                    <a:lnTo>
                      <a:pt x="4446" y="1812"/>
                    </a:lnTo>
                    <a:lnTo>
                      <a:pt x="4446" y="1800"/>
                    </a:lnTo>
                    <a:lnTo>
                      <a:pt x="4434" y="1800"/>
                    </a:lnTo>
                    <a:lnTo>
                      <a:pt x="4422" y="1794"/>
                    </a:lnTo>
                    <a:lnTo>
                      <a:pt x="4398" y="1794"/>
                    </a:lnTo>
                    <a:lnTo>
                      <a:pt x="4404" y="1770"/>
                    </a:lnTo>
                    <a:lnTo>
                      <a:pt x="4368" y="1770"/>
                    </a:lnTo>
                    <a:lnTo>
                      <a:pt x="4380" y="1752"/>
                    </a:lnTo>
                    <a:lnTo>
                      <a:pt x="4356" y="1728"/>
                    </a:lnTo>
                    <a:lnTo>
                      <a:pt x="4368" y="1728"/>
                    </a:lnTo>
                    <a:lnTo>
                      <a:pt x="4380" y="1734"/>
                    </a:lnTo>
                    <a:lnTo>
                      <a:pt x="4404" y="1734"/>
                    </a:lnTo>
                    <a:lnTo>
                      <a:pt x="4410" y="1728"/>
                    </a:lnTo>
                    <a:lnTo>
                      <a:pt x="4422" y="1722"/>
                    </a:lnTo>
                    <a:lnTo>
                      <a:pt x="4434" y="1710"/>
                    </a:lnTo>
                    <a:lnTo>
                      <a:pt x="4440" y="1710"/>
                    </a:lnTo>
                    <a:lnTo>
                      <a:pt x="4398" y="1686"/>
                    </a:lnTo>
                    <a:lnTo>
                      <a:pt x="4446" y="1656"/>
                    </a:lnTo>
                    <a:lnTo>
                      <a:pt x="4398" y="1632"/>
                    </a:lnTo>
                    <a:lnTo>
                      <a:pt x="4350" y="1638"/>
                    </a:lnTo>
                    <a:lnTo>
                      <a:pt x="4404" y="1614"/>
                    </a:lnTo>
                    <a:lnTo>
                      <a:pt x="4368" y="1608"/>
                    </a:lnTo>
                    <a:lnTo>
                      <a:pt x="4410" y="1584"/>
                    </a:lnTo>
                    <a:lnTo>
                      <a:pt x="4404" y="1560"/>
                    </a:lnTo>
                    <a:lnTo>
                      <a:pt x="4374" y="1560"/>
                    </a:lnTo>
                    <a:lnTo>
                      <a:pt x="4380" y="1554"/>
                    </a:lnTo>
                    <a:lnTo>
                      <a:pt x="4392" y="1530"/>
                    </a:lnTo>
                    <a:lnTo>
                      <a:pt x="4374" y="1494"/>
                    </a:lnTo>
                    <a:lnTo>
                      <a:pt x="4362" y="1494"/>
                    </a:lnTo>
                    <a:lnTo>
                      <a:pt x="4374" y="1470"/>
                    </a:lnTo>
                    <a:lnTo>
                      <a:pt x="4362" y="1476"/>
                    </a:lnTo>
                    <a:lnTo>
                      <a:pt x="4356" y="1482"/>
                    </a:lnTo>
                    <a:lnTo>
                      <a:pt x="4344" y="1488"/>
                    </a:lnTo>
                    <a:lnTo>
                      <a:pt x="4332" y="1500"/>
                    </a:lnTo>
                    <a:lnTo>
                      <a:pt x="4332" y="1518"/>
                    </a:lnTo>
                    <a:lnTo>
                      <a:pt x="4302" y="1506"/>
                    </a:lnTo>
                    <a:lnTo>
                      <a:pt x="4308" y="1542"/>
                    </a:lnTo>
                    <a:lnTo>
                      <a:pt x="4284" y="1542"/>
                    </a:lnTo>
                    <a:lnTo>
                      <a:pt x="4272" y="1560"/>
                    </a:lnTo>
                    <a:lnTo>
                      <a:pt x="4278" y="1572"/>
                    </a:lnTo>
                    <a:lnTo>
                      <a:pt x="4254" y="1572"/>
                    </a:lnTo>
                    <a:lnTo>
                      <a:pt x="4230" y="1614"/>
                    </a:lnTo>
                    <a:lnTo>
                      <a:pt x="4218" y="1614"/>
                    </a:lnTo>
                    <a:lnTo>
                      <a:pt x="4236" y="1578"/>
                    </a:lnTo>
                    <a:lnTo>
                      <a:pt x="4224" y="1566"/>
                    </a:lnTo>
                    <a:lnTo>
                      <a:pt x="4212" y="1566"/>
                    </a:lnTo>
                    <a:lnTo>
                      <a:pt x="4194" y="1584"/>
                    </a:lnTo>
                    <a:lnTo>
                      <a:pt x="4182" y="1590"/>
                    </a:lnTo>
                    <a:lnTo>
                      <a:pt x="4176" y="1596"/>
                    </a:lnTo>
                    <a:lnTo>
                      <a:pt x="4164" y="1602"/>
                    </a:lnTo>
                    <a:lnTo>
                      <a:pt x="4158" y="1608"/>
                    </a:lnTo>
                    <a:lnTo>
                      <a:pt x="4146" y="1614"/>
                    </a:lnTo>
                    <a:lnTo>
                      <a:pt x="4140" y="1620"/>
                    </a:lnTo>
                    <a:lnTo>
                      <a:pt x="4116" y="1632"/>
                    </a:lnTo>
                    <a:lnTo>
                      <a:pt x="4110" y="1638"/>
                    </a:lnTo>
                    <a:lnTo>
                      <a:pt x="4116" y="1614"/>
                    </a:lnTo>
                    <a:lnTo>
                      <a:pt x="4116" y="1596"/>
                    </a:lnTo>
                    <a:lnTo>
                      <a:pt x="4080" y="1632"/>
                    </a:lnTo>
                    <a:lnTo>
                      <a:pt x="4014" y="1644"/>
                    </a:lnTo>
                    <a:lnTo>
                      <a:pt x="4074" y="1626"/>
                    </a:lnTo>
                    <a:lnTo>
                      <a:pt x="4080" y="1620"/>
                    </a:lnTo>
                    <a:lnTo>
                      <a:pt x="4092" y="1596"/>
                    </a:lnTo>
                    <a:lnTo>
                      <a:pt x="4098" y="1590"/>
                    </a:lnTo>
                    <a:lnTo>
                      <a:pt x="4098" y="1578"/>
                    </a:lnTo>
                    <a:lnTo>
                      <a:pt x="4092" y="1572"/>
                    </a:lnTo>
                    <a:lnTo>
                      <a:pt x="4050" y="1572"/>
                    </a:lnTo>
                    <a:lnTo>
                      <a:pt x="4038" y="1578"/>
                    </a:lnTo>
                    <a:lnTo>
                      <a:pt x="4032" y="1578"/>
                    </a:lnTo>
                    <a:lnTo>
                      <a:pt x="4020" y="1584"/>
                    </a:lnTo>
                    <a:lnTo>
                      <a:pt x="4002" y="1584"/>
                    </a:lnTo>
                    <a:lnTo>
                      <a:pt x="4002" y="1578"/>
                    </a:lnTo>
                    <a:lnTo>
                      <a:pt x="4008" y="1572"/>
                    </a:lnTo>
                    <a:lnTo>
                      <a:pt x="4020" y="1566"/>
                    </a:lnTo>
                    <a:lnTo>
                      <a:pt x="4026" y="1560"/>
                    </a:lnTo>
                    <a:lnTo>
                      <a:pt x="4032" y="1560"/>
                    </a:lnTo>
                    <a:lnTo>
                      <a:pt x="4032" y="1572"/>
                    </a:lnTo>
                    <a:lnTo>
                      <a:pt x="4050" y="1560"/>
                    </a:lnTo>
                    <a:lnTo>
                      <a:pt x="4044" y="1536"/>
                    </a:lnTo>
                    <a:lnTo>
                      <a:pt x="4050" y="1530"/>
                    </a:lnTo>
                    <a:lnTo>
                      <a:pt x="4062" y="1524"/>
                    </a:lnTo>
                    <a:lnTo>
                      <a:pt x="4074" y="1512"/>
                    </a:lnTo>
                    <a:lnTo>
                      <a:pt x="4074" y="1506"/>
                    </a:lnTo>
                    <a:lnTo>
                      <a:pt x="4068" y="1500"/>
                    </a:lnTo>
                    <a:lnTo>
                      <a:pt x="4056" y="1494"/>
                    </a:lnTo>
                    <a:lnTo>
                      <a:pt x="4044" y="1494"/>
                    </a:lnTo>
                    <a:lnTo>
                      <a:pt x="4032" y="1488"/>
                    </a:lnTo>
                    <a:lnTo>
                      <a:pt x="4014" y="1488"/>
                    </a:lnTo>
                    <a:lnTo>
                      <a:pt x="4044" y="1488"/>
                    </a:lnTo>
                    <a:lnTo>
                      <a:pt x="4056" y="1482"/>
                    </a:lnTo>
                    <a:lnTo>
                      <a:pt x="4074" y="1482"/>
                    </a:lnTo>
                    <a:lnTo>
                      <a:pt x="4086" y="1470"/>
                    </a:lnTo>
                    <a:lnTo>
                      <a:pt x="4098" y="1446"/>
                    </a:lnTo>
                    <a:lnTo>
                      <a:pt x="4104" y="1440"/>
                    </a:lnTo>
                    <a:lnTo>
                      <a:pt x="4110" y="1440"/>
                    </a:lnTo>
                    <a:lnTo>
                      <a:pt x="4122" y="1434"/>
                    </a:lnTo>
                    <a:lnTo>
                      <a:pt x="4128" y="1434"/>
                    </a:lnTo>
                    <a:lnTo>
                      <a:pt x="4134" y="1428"/>
                    </a:lnTo>
                    <a:lnTo>
                      <a:pt x="4122" y="1416"/>
                    </a:lnTo>
                    <a:lnTo>
                      <a:pt x="4110" y="1422"/>
                    </a:lnTo>
                    <a:lnTo>
                      <a:pt x="4098" y="1434"/>
                    </a:lnTo>
                    <a:lnTo>
                      <a:pt x="4092" y="1404"/>
                    </a:lnTo>
                    <a:lnTo>
                      <a:pt x="4068" y="1404"/>
                    </a:lnTo>
                    <a:lnTo>
                      <a:pt x="4050" y="1410"/>
                    </a:lnTo>
                    <a:lnTo>
                      <a:pt x="4026" y="1410"/>
                    </a:lnTo>
                    <a:lnTo>
                      <a:pt x="4020" y="1404"/>
                    </a:lnTo>
                    <a:lnTo>
                      <a:pt x="4020" y="1386"/>
                    </a:lnTo>
                    <a:lnTo>
                      <a:pt x="4038" y="1368"/>
                    </a:lnTo>
                    <a:lnTo>
                      <a:pt x="4032" y="1362"/>
                    </a:lnTo>
                    <a:lnTo>
                      <a:pt x="4014" y="1362"/>
                    </a:lnTo>
                    <a:lnTo>
                      <a:pt x="4008" y="1368"/>
                    </a:lnTo>
                    <a:lnTo>
                      <a:pt x="4020" y="1344"/>
                    </a:lnTo>
                    <a:lnTo>
                      <a:pt x="3984" y="1350"/>
                    </a:lnTo>
                    <a:lnTo>
                      <a:pt x="3984" y="1326"/>
                    </a:lnTo>
                    <a:lnTo>
                      <a:pt x="3978" y="1314"/>
                    </a:lnTo>
                    <a:lnTo>
                      <a:pt x="3972" y="1308"/>
                    </a:lnTo>
                    <a:lnTo>
                      <a:pt x="3948" y="1308"/>
                    </a:lnTo>
                    <a:lnTo>
                      <a:pt x="3930" y="1314"/>
                    </a:lnTo>
                    <a:lnTo>
                      <a:pt x="3906" y="1326"/>
                    </a:lnTo>
                    <a:lnTo>
                      <a:pt x="3900" y="1332"/>
                    </a:lnTo>
                    <a:lnTo>
                      <a:pt x="3894" y="1332"/>
                    </a:lnTo>
                    <a:lnTo>
                      <a:pt x="3888" y="1326"/>
                    </a:lnTo>
                    <a:lnTo>
                      <a:pt x="3876" y="1320"/>
                    </a:lnTo>
                    <a:lnTo>
                      <a:pt x="3864" y="1320"/>
                    </a:lnTo>
                    <a:lnTo>
                      <a:pt x="3852" y="1326"/>
                    </a:lnTo>
                    <a:lnTo>
                      <a:pt x="3846" y="1326"/>
                    </a:lnTo>
                    <a:lnTo>
                      <a:pt x="3834" y="1332"/>
                    </a:lnTo>
                    <a:lnTo>
                      <a:pt x="3822" y="1326"/>
                    </a:lnTo>
                    <a:lnTo>
                      <a:pt x="3762" y="1302"/>
                    </a:lnTo>
                    <a:lnTo>
                      <a:pt x="3738" y="1302"/>
                    </a:lnTo>
                    <a:lnTo>
                      <a:pt x="3714" y="1314"/>
                    </a:lnTo>
                    <a:lnTo>
                      <a:pt x="3708" y="1326"/>
                    </a:lnTo>
                    <a:lnTo>
                      <a:pt x="3702" y="1326"/>
                    </a:lnTo>
                    <a:lnTo>
                      <a:pt x="3684" y="1344"/>
                    </a:lnTo>
                    <a:lnTo>
                      <a:pt x="3684" y="1350"/>
                    </a:lnTo>
                    <a:lnTo>
                      <a:pt x="3696" y="1356"/>
                    </a:lnTo>
                    <a:lnTo>
                      <a:pt x="3702" y="1362"/>
                    </a:lnTo>
                    <a:lnTo>
                      <a:pt x="3708" y="1374"/>
                    </a:lnTo>
                    <a:lnTo>
                      <a:pt x="3708" y="1380"/>
                    </a:lnTo>
                    <a:lnTo>
                      <a:pt x="3702" y="1386"/>
                    </a:lnTo>
                    <a:lnTo>
                      <a:pt x="3690" y="1392"/>
                    </a:lnTo>
                    <a:lnTo>
                      <a:pt x="3672" y="1410"/>
                    </a:lnTo>
                    <a:lnTo>
                      <a:pt x="3660" y="1416"/>
                    </a:lnTo>
                    <a:lnTo>
                      <a:pt x="3636" y="1422"/>
                    </a:lnTo>
                    <a:lnTo>
                      <a:pt x="3660" y="1440"/>
                    </a:lnTo>
                    <a:lnTo>
                      <a:pt x="3654" y="1446"/>
                    </a:lnTo>
                    <a:lnTo>
                      <a:pt x="3642" y="1446"/>
                    </a:lnTo>
                    <a:lnTo>
                      <a:pt x="3636" y="1452"/>
                    </a:lnTo>
                    <a:lnTo>
                      <a:pt x="3636" y="1470"/>
                    </a:lnTo>
                    <a:lnTo>
                      <a:pt x="3642" y="1482"/>
                    </a:lnTo>
                    <a:lnTo>
                      <a:pt x="3642" y="1488"/>
                    </a:lnTo>
                    <a:lnTo>
                      <a:pt x="3636" y="1500"/>
                    </a:lnTo>
                    <a:lnTo>
                      <a:pt x="3624" y="1506"/>
                    </a:lnTo>
                    <a:lnTo>
                      <a:pt x="3618" y="1512"/>
                    </a:lnTo>
                    <a:lnTo>
                      <a:pt x="3606" y="1512"/>
                    </a:lnTo>
                    <a:lnTo>
                      <a:pt x="3582" y="1524"/>
                    </a:lnTo>
                    <a:lnTo>
                      <a:pt x="3576" y="1536"/>
                    </a:lnTo>
                    <a:lnTo>
                      <a:pt x="3576" y="1548"/>
                    </a:lnTo>
                    <a:lnTo>
                      <a:pt x="3570" y="1548"/>
                    </a:lnTo>
                    <a:lnTo>
                      <a:pt x="3564" y="1554"/>
                    </a:lnTo>
                    <a:lnTo>
                      <a:pt x="3552" y="1554"/>
                    </a:lnTo>
                    <a:lnTo>
                      <a:pt x="3540" y="1560"/>
                    </a:lnTo>
                    <a:lnTo>
                      <a:pt x="3534" y="1566"/>
                    </a:lnTo>
                    <a:lnTo>
                      <a:pt x="3522" y="1572"/>
                    </a:lnTo>
                    <a:lnTo>
                      <a:pt x="3504" y="1590"/>
                    </a:lnTo>
                    <a:lnTo>
                      <a:pt x="3510" y="1596"/>
                    </a:lnTo>
                    <a:lnTo>
                      <a:pt x="3522" y="1602"/>
                    </a:lnTo>
                    <a:lnTo>
                      <a:pt x="3534" y="1614"/>
                    </a:lnTo>
                    <a:lnTo>
                      <a:pt x="3552" y="1620"/>
                    </a:lnTo>
                    <a:lnTo>
                      <a:pt x="3558" y="1632"/>
                    </a:lnTo>
                    <a:lnTo>
                      <a:pt x="3564" y="1638"/>
                    </a:lnTo>
                    <a:lnTo>
                      <a:pt x="3564" y="1662"/>
                    </a:lnTo>
                    <a:lnTo>
                      <a:pt x="3558" y="1698"/>
                    </a:lnTo>
                    <a:lnTo>
                      <a:pt x="3540" y="1746"/>
                    </a:lnTo>
                    <a:lnTo>
                      <a:pt x="3510" y="1776"/>
                    </a:lnTo>
                    <a:lnTo>
                      <a:pt x="3468" y="1800"/>
                    </a:lnTo>
                    <a:lnTo>
                      <a:pt x="3426" y="1830"/>
                    </a:lnTo>
                    <a:lnTo>
                      <a:pt x="3390" y="1854"/>
                    </a:lnTo>
                    <a:lnTo>
                      <a:pt x="3366" y="1860"/>
                    </a:lnTo>
                    <a:lnTo>
                      <a:pt x="3336" y="1860"/>
                    </a:lnTo>
                    <a:lnTo>
                      <a:pt x="3300" y="1866"/>
                    </a:lnTo>
                    <a:lnTo>
                      <a:pt x="3276" y="1872"/>
                    </a:lnTo>
                    <a:lnTo>
                      <a:pt x="3258" y="1878"/>
                    </a:lnTo>
                    <a:lnTo>
                      <a:pt x="3258" y="1902"/>
                    </a:lnTo>
                    <a:lnTo>
                      <a:pt x="3264" y="1914"/>
                    </a:lnTo>
                    <a:lnTo>
                      <a:pt x="3264" y="1926"/>
                    </a:lnTo>
                    <a:lnTo>
                      <a:pt x="3270" y="1938"/>
                    </a:lnTo>
                    <a:lnTo>
                      <a:pt x="3270" y="1950"/>
                    </a:lnTo>
                    <a:lnTo>
                      <a:pt x="3252" y="1968"/>
                    </a:lnTo>
                    <a:lnTo>
                      <a:pt x="3234" y="2004"/>
                    </a:lnTo>
                    <a:lnTo>
                      <a:pt x="3234" y="2076"/>
                    </a:lnTo>
                    <a:lnTo>
                      <a:pt x="3210" y="2088"/>
                    </a:lnTo>
                    <a:lnTo>
                      <a:pt x="3204" y="2094"/>
                    </a:lnTo>
                    <a:lnTo>
                      <a:pt x="3180" y="2106"/>
                    </a:lnTo>
                    <a:lnTo>
                      <a:pt x="3180" y="2142"/>
                    </a:lnTo>
                    <a:lnTo>
                      <a:pt x="3156" y="2166"/>
                    </a:lnTo>
                    <a:lnTo>
                      <a:pt x="3156" y="2154"/>
                    </a:lnTo>
                    <a:lnTo>
                      <a:pt x="3162" y="2148"/>
                    </a:lnTo>
                    <a:lnTo>
                      <a:pt x="3162" y="2142"/>
                    </a:lnTo>
                    <a:lnTo>
                      <a:pt x="3156" y="2130"/>
                    </a:lnTo>
                    <a:lnTo>
                      <a:pt x="3138" y="2130"/>
                    </a:lnTo>
                    <a:lnTo>
                      <a:pt x="3126" y="2136"/>
                    </a:lnTo>
                    <a:lnTo>
                      <a:pt x="3108" y="2154"/>
                    </a:lnTo>
                    <a:lnTo>
                      <a:pt x="3108" y="2166"/>
                    </a:lnTo>
                    <a:lnTo>
                      <a:pt x="3114" y="2178"/>
                    </a:lnTo>
                    <a:lnTo>
                      <a:pt x="3114" y="2190"/>
                    </a:lnTo>
                    <a:lnTo>
                      <a:pt x="3108" y="2196"/>
                    </a:lnTo>
                    <a:lnTo>
                      <a:pt x="3108" y="2178"/>
                    </a:lnTo>
                    <a:lnTo>
                      <a:pt x="3102" y="2166"/>
                    </a:lnTo>
                    <a:lnTo>
                      <a:pt x="3090" y="2154"/>
                    </a:lnTo>
                    <a:lnTo>
                      <a:pt x="3078" y="2154"/>
                    </a:lnTo>
                    <a:lnTo>
                      <a:pt x="3066" y="2160"/>
                    </a:lnTo>
                    <a:lnTo>
                      <a:pt x="3042" y="2160"/>
                    </a:lnTo>
                    <a:lnTo>
                      <a:pt x="3036" y="2166"/>
                    </a:lnTo>
                    <a:lnTo>
                      <a:pt x="3030" y="2166"/>
                    </a:lnTo>
                    <a:lnTo>
                      <a:pt x="3042" y="2160"/>
                    </a:lnTo>
                    <a:lnTo>
                      <a:pt x="3060" y="2142"/>
                    </a:lnTo>
                    <a:lnTo>
                      <a:pt x="3072" y="2136"/>
                    </a:lnTo>
                    <a:lnTo>
                      <a:pt x="3078" y="2124"/>
                    </a:lnTo>
                    <a:lnTo>
                      <a:pt x="3078" y="2118"/>
                    </a:lnTo>
                    <a:lnTo>
                      <a:pt x="3072" y="2106"/>
                    </a:lnTo>
                    <a:lnTo>
                      <a:pt x="3060" y="2100"/>
                    </a:lnTo>
                    <a:lnTo>
                      <a:pt x="3048" y="2088"/>
                    </a:lnTo>
                    <a:lnTo>
                      <a:pt x="3030" y="2088"/>
                    </a:lnTo>
                    <a:lnTo>
                      <a:pt x="3024" y="2082"/>
                    </a:lnTo>
                    <a:lnTo>
                      <a:pt x="3018" y="2082"/>
                    </a:lnTo>
                    <a:lnTo>
                      <a:pt x="3024" y="2082"/>
                    </a:lnTo>
                    <a:lnTo>
                      <a:pt x="3042" y="2064"/>
                    </a:lnTo>
                    <a:lnTo>
                      <a:pt x="3042" y="2058"/>
                    </a:lnTo>
                    <a:lnTo>
                      <a:pt x="3030" y="2034"/>
                    </a:lnTo>
                    <a:lnTo>
                      <a:pt x="3030" y="2028"/>
                    </a:lnTo>
                    <a:lnTo>
                      <a:pt x="3024" y="2016"/>
                    </a:lnTo>
                    <a:lnTo>
                      <a:pt x="3060" y="1992"/>
                    </a:lnTo>
                    <a:lnTo>
                      <a:pt x="3060" y="1968"/>
                    </a:lnTo>
                    <a:lnTo>
                      <a:pt x="3084" y="1956"/>
                    </a:lnTo>
                    <a:lnTo>
                      <a:pt x="3084" y="1914"/>
                    </a:lnTo>
                    <a:lnTo>
                      <a:pt x="3090" y="1914"/>
                    </a:lnTo>
                    <a:lnTo>
                      <a:pt x="3102" y="1902"/>
                    </a:lnTo>
                    <a:lnTo>
                      <a:pt x="3114" y="1896"/>
                    </a:lnTo>
                    <a:lnTo>
                      <a:pt x="3132" y="1878"/>
                    </a:lnTo>
                    <a:lnTo>
                      <a:pt x="3126" y="1866"/>
                    </a:lnTo>
                    <a:lnTo>
                      <a:pt x="3120" y="1860"/>
                    </a:lnTo>
                    <a:lnTo>
                      <a:pt x="3084" y="1848"/>
                    </a:lnTo>
                    <a:lnTo>
                      <a:pt x="2976" y="1848"/>
                    </a:lnTo>
                    <a:lnTo>
                      <a:pt x="2940" y="1860"/>
                    </a:lnTo>
                    <a:lnTo>
                      <a:pt x="2946" y="1848"/>
                    </a:lnTo>
                    <a:lnTo>
                      <a:pt x="2952" y="1842"/>
                    </a:lnTo>
                    <a:lnTo>
                      <a:pt x="2952" y="1830"/>
                    </a:lnTo>
                    <a:lnTo>
                      <a:pt x="2958" y="1824"/>
                    </a:lnTo>
                    <a:lnTo>
                      <a:pt x="2952" y="1818"/>
                    </a:lnTo>
                    <a:lnTo>
                      <a:pt x="2940" y="1812"/>
                    </a:lnTo>
                    <a:lnTo>
                      <a:pt x="2928" y="1812"/>
                    </a:lnTo>
                    <a:lnTo>
                      <a:pt x="2892" y="1800"/>
                    </a:lnTo>
                    <a:lnTo>
                      <a:pt x="2874" y="1800"/>
                    </a:lnTo>
                    <a:lnTo>
                      <a:pt x="2868" y="1794"/>
                    </a:lnTo>
                    <a:lnTo>
                      <a:pt x="2862" y="1794"/>
                    </a:lnTo>
                    <a:lnTo>
                      <a:pt x="2862" y="1770"/>
                    </a:lnTo>
                    <a:lnTo>
                      <a:pt x="2856" y="1752"/>
                    </a:lnTo>
                    <a:lnTo>
                      <a:pt x="2844" y="1740"/>
                    </a:lnTo>
                    <a:lnTo>
                      <a:pt x="2790" y="1722"/>
                    </a:lnTo>
                    <a:lnTo>
                      <a:pt x="2778" y="1722"/>
                    </a:lnTo>
                    <a:lnTo>
                      <a:pt x="2778" y="1716"/>
                    </a:lnTo>
                    <a:lnTo>
                      <a:pt x="2766" y="1704"/>
                    </a:lnTo>
                    <a:lnTo>
                      <a:pt x="2754" y="1704"/>
                    </a:lnTo>
                    <a:lnTo>
                      <a:pt x="2736" y="1698"/>
                    </a:lnTo>
                    <a:lnTo>
                      <a:pt x="2694" y="1698"/>
                    </a:lnTo>
                    <a:lnTo>
                      <a:pt x="2646" y="1704"/>
                    </a:lnTo>
                    <a:lnTo>
                      <a:pt x="2610" y="1716"/>
                    </a:lnTo>
                    <a:lnTo>
                      <a:pt x="2592" y="1716"/>
                    </a:lnTo>
                    <a:lnTo>
                      <a:pt x="2598" y="1716"/>
                    </a:lnTo>
                    <a:lnTo>
                      <a:pt x="2604" y="1710"/>
                    </a:lnTo>
                    <a:lnTo>
                      <a:pt x="2616" y="1710"/>
                    </a:lnTo>
                    <a:lnTo>
                      <a:pt x="2628" y="1704"/>
                    </a:lnTo>
                    <a:lnTo>
                      <a:pt x="2634" y="1692"/>
                    </a:lnTo>
                    <a:lnTo>
                      <a:pt x="2640" y="1686"/>
                    </a:lnTo>
                    <a:lnTo>
                      <a:pt x="2646" y="1662"/>
                    </a:lnTo>
                    <a:lnTo>
                      <a:pt x="2658" y="1632"/>
                    </a:lnTo>
                    <a:lnTo>
                      <a:pt x="2664" y="1602"/>
                    </a:lnTo>
                    <a:lnTo>
                      <a:pt x="2670" y="1590"/>
                    </a:lnTo>
                    <a:lnTo>
                      <a:pt x="2658" y="1590"/>
                    </a:lnTo>
                    <a:lnTo>
                      <a:pt x="2646" y="1584"/>
                    </a:lnTo>
                    <a:lnTo>
                      <a:pt x="2616" y="1584"/>
                    </a:lnTo>
                    <a:lnTo>
                      <a:pt x="2610" y="1590"/>
                    </a:lnTo>
                    <a:lnTo>
                      <a:pt x="2598" y="1596"/>
                    </a:lnTo>
                    <a:lnTo>
                      <a:pt x="2592" y="1602"/>
                    </a:lnTo>
                    <a:lnTo>
                      <a:pt x="2580" y="1608"/>
                    </a:lnTo>
                    <a:lnTo>
                      <a:pt x="2598" y="1578"/>
                    </a:lnTo>
                    <a:lnTo>
                      <a:pt x="2592" y="1560"/>
                    </a:lnTo>
                    <a:lnTo>
                      <a:pt x="2610" y="1542"/>
                    </a:lnTo>
                    <a:lnTo>
                      <a:pt x="2616" y="1530"/>
                    </a:lnTo>
                    <a:lnTo>
                      <a:pt x="2640" y="1506"/>
                    </a:lnTo>
                    <a:lnTo>
                      <a:pt x="2646" y="1494"/>
                    </a:lnTo>
                    <a:lnTo>
                      <a:pt x="2664" y="1476"/>
                    </a:lnTo>
                    <a:lnTo>
                      <a:pt x="2694" y="1452"/>
                    </a:lnTo>
                    <a:lnTo>
                      <a:pt x="2730" y="1428"/>
                    </a:lnTo>
                    <a:lnTo>
                      <a:pt x="2754" y="1410"/>
                    </a:lnTo>
                    <a:lnTo>
                      <a:pt x="2766" y="1404"/>
                    </a:lnTo>
                    <a:lnTo>
                      <a:pt x="2760" y="1392"/>
                    </a:lnTo>
                    <a:lnTo>
                      <a:pt x="2826" y="1368"/>
                    </a:lnTo>
                    <a:lnTo>
                      <a:pt x="2826" y="1350"/>
                    </a:lnTo>
                    <a:lnTo>
                      <a:pt x="2868" y="1344"/>
                    </a:lnTo>
                    <a:lnTo>
                      <a:pt x="2868" y="1326"/>
                    </a:lnTo>
                    <a:lnTo>
                      <a:pt x="2898" y="1320"/>
                    </a:lnTo>
                    <a:lnTo>
                      <a:pt x="2952" y="1284"/>
                    </a:lnTo>
                    <a:lnTo>
                      <a:pt x="3006" y="1284"/>
                    </a:lnTo>
                    <a:lnTo>
                      <a:pt x="3042" y="1278"/>
                    </a:lnTo>
                    <a:lnTo>
                      <a:pt x="3060" y="1266"/>
                    </a:lnTo>
                    <a:lnTo>
                      <a:pt x="3060" y="1254"/>
                    </a:lnTo>
                    <a:lnTo>
                      <a:pt x="3030" y="1224"/>
                    </a:lnTo>
                    <a:lnTo>
                      <a:pt x="2970" y="1230"/>
                    </a:lnTo>
                    <a:lnTo>
                      <a:pt x="2982" y="1218"/>
                    </a:lnTo>
                    <a:lnTo>
                      <a:pt x="2928" y="1194"/>
                    </a:lnTo>
                    <a:lnTo>
                      <a:pt x="2952" y="1188"/>
                    </a:lnTo>
                    <a:lnTo>
                      <a:pt x="3036" y="1212"/>
                    </a:lnTo>
                    <a:lnTo>
                      <a:pt x="3054" y="1230"/>
                    </a:lnTo>
                    <a:lnTo>
                      <a:pt x="3066" y="1236"/>
                    </a:lnTo>
                    <a:lnTo>
                      <a:pt x="3096" y="1236"/>
                    </a:lnTo>
                    <a:lnTo>
                      <a:pt x="3108" y="1230"/>
                    </a:lnTo>
                    <a:lnTo>
                      <a:pt x="3114" y="1218"/>
                    </a:lnTo>
                    <a:lnTo>
                      <a:pt x="3126" y="1206"/>
                    </a:lnTo>
                    <a:lnTo>
                      <a:pt x="3132" y="1194"/>
                    </a:lnTo>
                    <a:lnTo>
                      <a:pt x="3144" y="1188"/>
                    </a:lnTo>
                    <a:lnTo>
                      <a:pt x="3150" y="1182"/>
                    </a:lnTo>
                    <a:lnTo>
                      <a:pt x="3156" y="1182"/>
                    </a:lnTo>
                    <a:lnTo>
                      <a:pt x="3180" y="1194"/>
                    </a:lnTo>
                    <a:lnTo>
                      <a:pt x="3198" y="1200"/>
                    </a:lnTo>
                    <a:lnTo>
                      <a:pt x="3210" y="1200"/>
                    </a:lnTo>
                    <a:lnTo>
                      <a:pt x="3246" y="1182"/>
                    </a:lnTo>
                    <a:lnTo>
                      <a:pt x="3282" y="1170"/>
                    </a:lnTo>
                    <a:lnTo>
                      <a:pt x="3318" y="1152"/>
                    </a:lnTo>
                    <a:lnTo>
                      <a:pt x="3336" y="1146"/>
                    </a:lnTo>
                    <a:lnTo>
                      <a:pt x="3360" y="1134"/>
                    </a:lnTo>
                    <a:lnTo>
                      <a:pt x="3372" y="1122"/>
                    </a:lnTo>
                    <a:lnTo>
                      <a:pt x="3366" y="1116"/>
                    </a:lnTo>
                    <a:lnTo>
                      <a:pt x="3342" y="1110"/>
                    </a:lnTo>
                    <a:lnTo>
                      <a:pt x="3264" y="1110"/>
                    </a:lnTo>
                    <a:lnTo>
                      <a:pt x="3258" y="1086"/>
                    </a:lnTo>
                    <a:lnTo>
                      <a:pt x="3174" y="1056"/>
                    </a:lnTo>
                    <a:lnTo>
                      <a:pt x="3186" y="1056"/>
                    </a:lnTo>
                    <a:lnTo>
                      <a:pt x="3216" y="1050"/>
                    </a:lnTo>
                    <a:lnTo>
                      <a:pt x="3252" y="1050"/>
                    </a:lnTo>
                    <a:lnTo>
                      <a:pt x="3282" y="1056"/>
                    </a:lnTo>
                    <a:lnTo>
                      <a:pt x="3294" y="1062"/>
                    </a:lnTo>
                    <a:lnTo>
                      <a:pt x="3306" y="1074"/>
                    </a:lnTo>
                    <a:lnTo>
                      <a:pt x="3324" y="1086"/>
                    </a:lnTo>
                    <a:lnTo>
                      <a:pt x="3336" y="1098"/>
                    </a:lnTo>
                    <a:lnTo>
                      <a:pt x="3348" y="1104"/>
                    </a:lnTo>
                    <a:lnTo>
                      <a:pt x="3372" y="1098"/>
                    </a:lnTo>
                    <a:lnTo>
                      <a:pt x="3408" y="1080"/>
                    </a:lnTo>
                    <a:lnTo>
                      <a:pt x="3444" y="1068"/>
                    </a:lnTo>
                    <a:lnTo>
                      <a:pt x="3474" y="1050"/>
                    </a:lnTo>
                    <a:lnTo>
                      <a:pt x="3486" y="1044"/>
                    </a:lnTo>
                    <a:lnTo>
                      <a:pt x="3462" y="1032"/>
                    </a:lnTo>
                    <a:lnTo>
                      <a:pt x="3468" y="1026"/>
                    </a:lnTo>
                    <a:lnTo>
                      <a:pt x="3492" y="1014"/>
                    </a:lnTo>
                    <a:lnTo>
                      <a:pt x="3522" y="1014"/>
                    </a:lnTo>
                    <a:lnTo>
                      <a:pt x="3528" y="1020"/>
                    </a:lnTo>
                    <a:lnTo>
                      <a:pt x="3534" y="1032"/>
                    </a:lnTo>
                    <a:lnTo>
                      <a:pt x="3540" y="1038"/>
                    </a:lnTo>
                    <a:lnTo>
                      <a:pt x="3570" y="1050"/>
                    </a:lnTo>
                    <a:lnTo>
                      <a:pt x="3576" y="1026"/>
                    </a:lnTo>
                    <a:lnTo>
                      <a:pt x="3594" y="1044"/>
                    </a:lnTo>
                    <a:lnTo>
                      <a:pt x="3600" y="1038"/>
                    </a:lnTo>
                    <a:lnTo>
                      <a:pt x="3600" y="1026"/>
                    </a:lnTo>
                    <a:lnTo>
                      <a:pt x="3594" y="1014"/>
                    </a:lnTo>
                    <a:lnTo>
                      <a:pt x="3582" y="1002"/>
                    </a:lnTo>
                    <a:lnTo>
                      <a:pt x="3564" y="990"/>
                    </a:lnTo>
                    <a:lnTo>
                      <a:pt x="3606" y="984"/>
                    </a:lnTo>
                    <a:lnTo>
                      <a:pt x="3606" y="990"/>
                    </a:lnTo>
                    <a:lnTo>
                      <a:pt x="3612" y="996"/>
                    </a:lnTo>
                    <a:lnTo>
                      <a:pt x="3612" y="1008"/>
                    </a:lnTo>
                    <a:lnTo>
                      <a:pt x="3624" y="1032"/>
                    </a:lnTo>
                    <a:lnTo>
                      <a:pt x="3630" y="1038"/>
                    </a:lnTo>
                    <a:lnTo>
                      <a:pt x="3636" y="1038"/>
                    </a:lnTo>
                    <a:lnTo>
                      <a:pt x="3654" y="1032"/>
                    </a:lnTo>
                    <a:lnTo>
                      <a:pt x="3690" y="1026"/>
                    </a:lnTo>
                    <a:lnTo>
                      <a:pt x="3732" y="1008"/>
                    </a:lnTo>
                    <a:lnTo>
                      <a:pt x="3768" y="990"/>
                    </a:lnTo>
                    <a:lnTo>
                      <a:pt x="3798" y="972"/>
                    </a:lnTo>
                    <a:lnTo>
                      <a:pt x="3798" y="960"/>
                    </a:lnTo>
                    <a:lnTo>
                      <a:pt x="3786" y="942"/>
                    </a:lnTo>
                    <a:lnTo>
                      <a:pt x="3780" y="930"/>
                    </a:lnTo>
                    <a:lnTo>
                      <a:pt x="3774" y="912"/>
                    </a:lnTo>
                    <a:lnTo>
                      <a:pt x="3774" y="900"/>
                    </a:lnTo>
                    <a:lnTo>
                      <a:pt x="3780" y="894"/>
                    </a:lnTo>
                    <a:lnTo>
                      <a:pt x="3792" y="894"/>
                    </a:lnTo>
                    <a:lnTo>
                      <a:pt x="3804" y="888"/>
                    </a:lnTo>
                    <a:lnTo>
                      <a:pt x="3822" y="888"/>
                    </a:lnTo>
                    <a:lnTo>
                      <a:pt x="3840" y="882"/>
                    </a:lnTo>
                    <a:lnTo>
                      <a:pt x="3858" y="882"/>
                    </a:lnTo>
                    <a:lnTo>
                      <a:pt x="3864" y="876"/>
                    </a:lnTo>
                    <a:lnTo>
                      <a:pt x="3870" y="876"/>
                    </a:lnTo>
                    <a:lnTo>
                      <a:pt x="3870" y="858"/>
                    </a:lnTo>
                    <a:lnTo>
                      <a:pt x="3864" y="846"/>
                    </a:lnTo>
                    <a:lnTo>
                      <a:pt x="3864" y="840"/>
                    </a:lnTo>
                    <a:lnTo>
                      <a:pt x="3858" y="828"/>
                    </a:lnTo>
                    <a:lnTo>
                      <a:pt x="3840" y="804"/>
                    </a:lnTo>
                    <a:lnTo>
                      <a:pt x="3822" y="798"/>
                    </a:lnTo>
                    <a:lnTo>
                      <a:pt x="3786" y="792"/>
                    </a:lnTo>
                    <a:lnTo>
                      <a:pt x="3744" y="792"/>
                    </a:lnTo>
                    <a:lnTo>
                      <a:pt x="3708" y="804"/>
                    </a:lnTo>
                    <a:lnTo>
                      <a:pt x="3690" y="822"/>
                    </a:lnTo>
                    <a:lnTo>
                      <a:pt x="3690" y="840"/>
                    </a:lnTo>
                    <a:lnTo>
                      <a:pt x="3696" y="840"/>
                    </a:lnTo>
                    <a:lnTo>
                      <a:pt x="3702" y="846"/>
                    </a:lnTo>
                    <a:lnTo>
                      <a:pt x="3666" y="870"/>
                    </a:lnTo>
                    <a:lnTo>
                      <a:pt x="3642" y="870"/>
                    </a:lnTo>
                    <a:lnTo>
                      <a:pt x="3576" y="918"/>
                    </a:lnTo>
                    <a:lnTo>
                      <a:pt x="3552" y="930"/>
                    </a:lnTo>
                    <a:lnTo>
                      <a:pt x="3546" y="936"/>
                    </a:lnTo>
                    <a:lnTo>
                      <a:pt x="3540" y="948"/>
                    </a:lnTo>
                    <a:lnTo>
                      <a:pt x="3522" y="966"/>
                    </a:lnTo>
                    <a:lnTo>
                      <a:pt x="3492" y="966"/>
                    </a:lnTo>
                    <a:lnTo>
                      <a:pt x="3456" y="984"/>
                    </a:lnTo>
                    <a:lnTo>
                      <a:pt x="3456" y="972"/>
                    </a:lnTo>
                    <a:lnTo>
                      <a:pt x="3450" y="954"/>
                    </a:lnTo>
                    <a:lnTo>
                      <a:pt x="3450" y="918"/>
                    </a:lnTo>
                    <a:lnTo>
                      <a:pt x="3456" y="912"/>
                    </a:lnTo>
                    <a:lnTo>
                      <a:pt x="3480" y="900"/>
                    </a:lnTo>
                    <a:lnTo>
                      <a:pt x="3498" y="900"/>
                    </a:lnTo>
                    <a:lnTo>
                      <a:pt x="3510" y="894"/>
                    </a:lnTo>
                    <a:lnTo>
                      <a:pt x="3516" y="882"/>
                    </a:lnTo>
                    <a:lnTo>
                      <a:pt x="3516" y="870"/>
                    </a:lnTo>
                    <a:lnTo>
                      <a:pt x="3510" y="852"/>
                    </a:lnTo>
                    <a:lnTo>
                      <a:pt x="3504" y="846"/>
                    </a:lnTo>
                    <a:lnTo>
                      <a:pt x="3498" y="834"/>
                    </a:lnTo>
                    <a:lnTo>
                      <a:pt x="3486" y="834"/>
                    </a:lnTo>
                    <a:lnTo>
                      <a:pt x="3450" y="852"/>
                    </a:lnTo>
                    <a:lnTo>
                      <a:pt x="3432" y="858"/>
                    </a:lnTo>
                    <a:lnTo>
                      <a:pt x="3420" y="864"/>
                    </a:lnTo>
                    <a:lnTo>
                      <a:pt x="3414" y="870"/>
                    </a:lnTo>
                    <a:lnTo>
                      <a:pt x="3408" y="870"/>
                    </a:lnTo>
                    <a:lnTo>
                      <a:pt x="3378" y="900"/>
                    </a:lnTo>
                    <a:lnTo>
                      <a:pt x="3372" y="888"/>
                    </a:lnTo>
                    <a:lnTo>
                      <a:pt x="3396" y="858"/>
                    </a:lnTo>
                    <a:lnTo>
                      <a:pt x="3396" y="840"/>
                    </a:lnTo>
                    <a:lnTo>
                      <a:pt x="3438" y="822"/>
                    </a:lnTo>
                    <a:lnTo>
                      <a:pt x="3402" y="816"/>
                    </a:lnTo>
                    <a:lnTo>
                      <a:pt x="3408" y="804"/>
                    </a:lnTo>
                    <a:lnTo>
                      <a:pt x="3360" y="816"/>
                    </a:lnTo>
                    <a:lnTo>
                      <a:pt x="3336" y="804"/>
                    </a:lnTo>
                    <a:lnTo>
                      <a:pt x="3378" y="792"/>
                    </a:lnTo>
                    <a:lnTo>
                      <a:pt x="3378" y="774"/>
                    </a:lnTo>
                    <a:lnTo>
                      <a:pt x="3390" y="774"/>
                    </a:lnTo>
                    <a:lnTo>
                      <a:pt x="3396" y="780"/>
                    </a:lnTo>
                    <a:lnTo>
                      <a:pt x="3420" y="780"/>
                    </a:lnTo>
                    <a:lnTo>
                      <a:pt x="3426" y="774"/>
                    </a:lnTo>
                    <a:lnTo>
                      <a:pt x="3426" y="762"/>
                    </a:lnTo>
                    <a:lnTo>
                      <a:pt x="3420" y="756"/>
                    </a:lnTo>
                    <a:lnTo>
                      <a:pt x="3408" y="756"/>
                    </a:lnTo>
                    <a:lnTo>
                      <a:pt x="3396" y="744"/>
                    </a:lnTo>
                    <a:lnTo>
                      <a:pt x="3396" y="738"/>
                    </a:lnTo>
                    <a:lnTo>
                      <a:pt x="3420" y="690"/>
                    </a:lnTo>
                    <a:lnTo>
                      <a:pt x="3426" y="684"/>
                    </a:lnTo>
                    <a:lnTo>
                      <a:pt x="3426" y="672"/>
                    </a:lnTo>
                    <a:lnTo>
                      <a:pt x="3420" y="666"/>
                    </a:lnTo>
                    <a:lnTo>
                      <a:pt x="3414" y="666"/>
                    </a:lnTo>
                    <a:lnTo>
                      <a:pt x="3372" y="648"/>
                    </a:lnTo>
                    <a:lnTo>
                      <a:pt x="3348" y="660"/>
                    </a:lnTo>
                    <a:lnTo>
                      <a:pt x="3336" y="660"/>
                    </a:lnTo>
                    <a:lnTo>
                      <a:pt x="3318" y="666"/>
                    </a:lnTo>
                    <a:lnTo>
                      <a:pt x="3312" y="666"/>
                    </a:lnTo>
                    <a:lnTo>
                      <a:pt x="3306" y="672"/>
                    </a:lnTo>
                    <a:lnTo>
                      <a:pt x="3306" y="690"/>
                    </a:lnTo>
                    <a:lnTo>
                      <a:pt x="3240" y="690"/>
                    </a:lnTo>
                    <a:lnTo>
                      <a:pt x="3228" y="696"/>
                    </a:lnTo>
                    <a:lnTo>
                      <a:pt x="3222" y="702"/>
                    </a:lnTo>
                    <a:lnTo>
                      <a:pt x="3210" y="708"/>
                    </a:lnTo>
                    <a:lnTo>
                      <a:pt x="3198" y="720"/>
                    </a:lnTo>
                    <a:lnTo>
                      <a:pt x="3204" y="726"/>
                    </a:lnTo>
                    <a:lnTo>
                      <a:pt x="3216" y="732"/>
                    </a:lnTo>
                    <a:lnTo>
                      <a:pt x="3228" y="732"/>
                    </a:lnTo>
                    <a:lnTo>
                      <a:pt x="3234" y="738"/>
                    </a:lnTo>
                    <a:lnTo>
                      <a:pt x="3228" y="738"/>
                    </a:lnTo>
                    <a:lnTo>
                      <a:pt x="3222" y="744"/>
                    </a:lnTo>
                    <a:lnTo>
                      <a:pt x="3204" y="744"/>
                    </a:lnTo>
                    <a:lnTo>
                      <a:pt x="3180" y="756"/>
                    </a:lnTo>
                    <a:lnTo>
                      <a:pt x="3168" y="768"/>
                    </a:lnTo>
                    <a:lnTo>
                      <a:pt x="3168" y="774"/>
                    </a:lnTo>
                    <a:lnTo>
                      <a:pt x="3174" y="786"/>
                    </a:lnTo>
                    <a:lnTo>
                      <a:pt x="3186" y="798"/>
                    </a:lnTo>
                    <a:lnTo>
                      <a:pt x="3198" y="804"/>
                    </a:lnTo>
                    <a:lnTo>
                      <a:pt x="3204" y="810"/>
                    </a:lnTo>
                    <a:lnTo>
                      <a:pt x="3210" y="810"/>
                    </a:lnTo>
                    <a:lnTo>
                      <a:pt x="3234" y="798"/>
                    </a:lnTo>
                    <a:lnTo>
                      <a:pt x="3234" y="822"/>
                    </a:lnTo>
                    <a:lnTo>
                      <a:pt x="3240" y="828"/>
                    </a:lnTo>
                    <a:lnTo>
                      <a:pt x="3246" y="828"/>
                    </a:lnTo>
                    <a:lnTo>
                      <a:pt x="3258" y="822"/>
                    </a:lnTo>
                    <a:lnTo>
                      <a:pt x="3282" y="822"/>
                    </a:lnTo>
                    <a:lnTo>
                      <a:pt x="3276" y="828"/>
                    </a:lnTo>
                    <a:lnTo>
                      <a:pt x="3252" y="840"/>
                    </a:lnTo>
                    <a:lnTo>
                      <a:pt x="3246" y="840"/>
                    </a:lnTo>
                    <a:lnTo>
                      <a:pt x="3228" y="828"/>
                    </a:lnTo>
                    <a:lnTo>
                      <a:pt x="3222" y="846"/>
                    </a:lnTo>
                    <a:lnTo>
                      <a:pt x="3204" y="846"/>
                    </a:lnTo>
                    <a:lnTo>
                      <a:pt x="3192" y="852"/>
                    </a:lnTo>
                    <a:lnTo>
                      <a:pt x="3186" y="852"/>
                    </a:lnTo>
                    <a:lnTo>
                      <a:pt x="3180" y="858"/>
                    </a:lnTo>
                    <a:lnTo>
                      <a:pt x="3204" y="858"/>
                    </a:lnTo>
                    <a:lnTo>
                      <a:pt x="3228" y="846"/>
                    </a:lnTo>
                    <a:lnTo>
                      <a:pt x="3240" y="846"/>
                    </a:lnTo>
                    <a:lnTo>
                      <a:pt x="3240" y="852"/>
                    </a:lnTo>
                    <a:lnTo>
                      <a:pt x="3228" y="870"/>
                    </a:lnTo>
                    <a:lnTo>
                      <a:pt x="3210" y="882"/>
                    </a:lnTo>
                    <a:lnTo>
                      <a:pt x="3198" y="888"/>
                    </a:lnTo>
                    <a:lnTo>
                      <a:pt x="3180" y="894"/>
                    </a:lnTo>
                    <a:lnTo>
                      <a:pt x="3168" y="900"/>
                    </a:lnTo>
                    <a:lnTo>
                      <a:pt x="3162" y="906"/>
                    </a:lnTo>
                    <a:lnTo>
                      <a:pt x="3138" y="918"/>
                    </a:lnTo>
                    <a:lnTo>
                      <a:pt x="3132" y="924"/>
                    </a:lnTo>
                    <a:lnTo>
                      <a:pt x="3120" y="918"/>
                    </a:lnTo>
                    <a:lnTo>
                      <a:pt x="3114" y="918"/>
                    </a:lnTo>
                    <a:lnTo>
                      <a:pt x="3102" y="912"/>
                    </a:lnTo>
                    <a:lnTo>
                      <a:pt x="3090" y="912"/>
                    </a:lnTo>
                    <a:lnTo>
                      <a:pt x="3072" y="930"/>
                    </a:lnTo>
                    <a:lnTo>
                      <a:pt x="3060" y="936"/>
                    </a:lnTo>
                    <a:lnTo>
                      <a:pt x="3054" y="948"/>
                    </a:lnTo>
                    <a:lnTo>
                      <a:pt x="3054" y="972"/>
                    </a:lnTo>
                    <a:lnTo>
                      <a:pt x="3048" y="978"/>
                    </a:lnTo>
                    <a:lnTo>
                      <a:pt x="3042" y="966"/>
                    </a:lnTo>
                    <a:lnTo>
                      <a:pt x="3030" y="966"/>
                    </a:lnTo>
                    <a:lnTo>
                      <a:pt x="3018" y="960"/>
                    </a:lnTo>
                    <a:lnTo>
                      <a:pt x="3012" y="960"/>
                    </a:lnTo>
                    <a:lnTo>
                      <a:pt x="3006" y="954"/>
                    </a:lnTo>
                    <a:lnTo>
                      <a:pt x="3030" y="930"/>
                    </a:lnTo>
                    <a:lnTo>
                      <a:pt x="3042" y="924"/>
                    </a:lnTo>
                    <a:lnTo>
                      <a:pt x="3060" y="906"/>
                    </a:lnTo>
                    <a:lnTo>
                      <a:pt x="3072" y="900"/>
                    </a:lnTo>
                    <a:lnTo>
                      <a:pt x="3036" y="900"/>
                    </a:lnTo>
                    <a:lnTo>
                      <a:pt x="3030" y="888"/>
                    </a:lnTo>
                    <a:lnTo>
                      <a:pt x="3018" y="882"/>
                    </a:lnTo>
                    <a:lnTo>
                      <a:pt x="2994" y="882"/>
                    </a:lnTo>
                    <a:lnTo>
                      <a:pt x="2988" y="888"/>
                    </a:lnTo>
                    <a:lnTo>
                      <a:pt x="2946" y="888"/>
                    </a:lnTo>
                    <a:lnTo>
                      <a:pt x="2946" y="894"/>
                    </a:lnTo>
                    <a:lnTo>
                      <a:pt x="2940" y="906"/>
                    </a:lnTo>
                    <a:lnTo>
                      <a:pt x="2940" y="918"/>
                    </a:lnTo>
                    <a:lnTo>
                      <a:pt x="2946" y="918"/>
                    </a:lnTo>
                    <a:lnTo>
                      <a:pt x="2952" y="924"/>
                    </a:lnTo>
                    <a:lnTo>
                      <a:pt x="2964" y="924"/>
                    </a:lnTo>
                    <a:lnTo>
                      <a:pt x="2976" y="936"/>
                    </a:lnTo>
                    <a:lnTo>
                      <a:pt x="2982" y="936"/>
                    </a:lnTo>
                    <a:lnTo>
                      <a:pt x="2976" y="942"/>
                    </a:lnTo>
                    <a:lnTo>
                      <a:pt x="2958" y="942"/>
                    </a:lnTo>
                    <a:lnTo>
                      <a:pt x="2952" y="936"/>
                    </a:lnTo>
                    <a:lnTo>
                      <a:pt x="2940" y="930"/>
                    </a:lnTo>
                    <a:lnTo>
                      <a:pt x="2934" y="924"/>
                    </a:lnTo>
                    <a:lnTo>
                      <a:pt x="2916" y="912"/>
                    </a:lnTo>
                    <a:lnTo>
                      <a:pt x="2910" y="942"/>
                    </a:lnTo>
                    <a:lnTo>
                      <a:pt x="2904" y="942"/>
                    </a:lnTo>
                    <a:lnTo>
                      <a:pt x="2898" y="948"/>
                    </a:lnTo>
                    <a:lnTo>
                      <a:pt x="2862" y="948"/>
                    </a:lnTo>
                    <a:lnTo>
                      <a:pt x="2844" y="942"/>
                    </a:lnTo>
                    <a:lnTo>
                      <a:pt x="2826" y="942"/>
                    </a:lnTo>
                    <a:lnTo>
                      <a:pt x="2808" y="936"/>
                    </a:lnTo>
                    <a:lnTo>
                      <a:pt x="2718" y="936"/>
                    </a:lnTo>
                    <a:lnTo>
                      <a:pt x="2706" y="930"/>
                    </a:lnTo>
                    <a:lnTo>
                      <a:pt x="2700" y="918"/>
                    </a:lnTo>
                    <a:lnTo>
                      <a:pt x="2688" y="912"/>
                    </a:lnTo>
                    <a:lnTo>
                      <a:pt x="2628" y="918"/>
                    </a:lnTo>
                    <a:lnTo>
                      <a:pt x="2622" y="912"/>
                    </a:lnTo>
                    <a:lnTo>
                      <a:pt x="2616" y="900"/>
                    </a:lnTo>
                    <a:lnTo>
                      <a:pt x="2604" y="894"/>
                    </a:lnTo>
                    <a:lnTo>
                      <a:pt x="2598" y="894"/>
                    </a:lnTo>
                    <a:lnTo>
                      <a:pt x="2586" y="888"/>
                    </a:lnTo>
                    <a:lnTo>
                      <a:pt x="2568" y="888"/>
                    </a:lnTo>
                    <a:lnTo>
                      <a:pt x="2556" y="894"/>
                    </a:lnTo>
                    <a:lnTo>
                      <a:pt x="2538" y="900"/>
                    </a:lnTo>
                    <a:lnTo>
                      <a:pt x="2532" y="906"/>
                    </a:lnTo>
                    <a:lnTo>
                      <a:pt x="2526" y="906"/>
                    </a:lnTo>
                    <a:lnTo>
                      <a:pt x="2526" y="912"/>
                    </a:lnTo>
                    <a:lnTo>
                      <a:pt x="2484" y="912"/>
                    </a:lnTo>
                    <a:lnTo>
                      <a:pt x="2472" y="906"/>
                    </a:lnTo>
                    <a:lnTo>
                      <a:pt x="2442" y="906"/>
                    </a:lnTo>
                    <a:lnTo>
                      <a:pt x="2430" y="918"/>
                    </a:lnTo>
                    <a:lnTo>
                      <a:pt x="2430" y="930"/>
                    </a:lnTo>
                    <a:lnTo>
                      <a:pt x="2418" y="954"/>
                    </a:lnTo>
                    <a:lnTo>
                      <a:pt x="2412" y="960"/>
                    </a:lnTo>
                    <a:lnTo>
                      <a:pt x="2412" y="966"/>
                    </a:lnTo>
                    <a:lnTo>
                      <a:pt x="2400" y="996"/>
                    </a:lnTo>
                    <a:lnTo>
                      <a:pt x="2364" y="996"/>
                    </a:lnTo>
                    <a:lnTo>
                      <a:pt x="2358" y="1026"/>
                    </a:lnTo>
                    <a:lnTo>
                      <a:pt x="2334" y="978"/>
                    </a:lnTo>
                    <a:lnTo>
                      <a:pt x="2340" y="978"/>
                    </a:lnTo>
                    <a:lnTo>
                      <a:pt x="2352" y="984"/>
                    </a:lnTo>
                    <a:lnTo>
                      <a:pt x="2376" y="984"/>
                    </a:lnTo>
                    <a:lnTo>
                      <a:pt x="2388" y="972"/>
                    </a:lnTo>
                    <a:lnTo>
                      <a:pt x="2358" y="942"/>
                    </a:lnTo>
                    <a:lnTo>
                      <a:pt x="2340" y="942"/>
                    </a:lnTo>
                    <a:lnTo>
                      <a:pt x="2328" y="936"/>
                    </a:lnTo>
                    <a:lnTo>
                      <a:pt x="2316" y="936"/>
                    </a:lnTo>
                    <a:lnTo>
                      <a:pt x="2322" y="918"/>
                    </a:lnTo>
                    <a:lnTo>
                      <a:pt x="2304" y="924"/>
                    </a:lnTo>
                    <a:lnTo>
                      <a:pt x="2262" y="930"/>
                    </a:lnTo>
                    <a:lnTo>
                      <a:pt x="2208" y="936"/>
                    </a:lnTo>
                    <a:lnTo>
                      <a:pt x="2160" y="942"/>
                    </a:lnTo>
                    <a:lnTo>
                      <a:pt x="2112" y="942"/>
                    </a:lnTo>
                    <a:lnTo>
                      <a:pt x="2064" y="936"/>
                    </a:lnTo>
                    <a:lnTo>
                      <a:pt x="2034" y="930"/>
                    </a:lnTo>
                    <a:lnTo>
                      <a:pt x="2028" y="924"/>
                    </a:lnTo>
                    <a:lnTo>
                      <a:pt x="2052" y="918"/>
                    </a:lnTo>
                    <a:lnTo>
                      <a:pt x="2082" y="918"/>
                    </a:lnTo>
                    <a:lnTo>
                      <a:pt x="2118" y="912"/>
                    </a:lnTo>
                    <a:lnTo>
                      <a:pt x="2142" y="900"/>
                    </a:lnTo>
                    <a:lnTo>
                      <a:pt x="2142" y="888"/>
                    </a:lnTo>
                    <a:lnTo>
                      <a:pt x="2112" y="864"/>
                    </a:lnTo>
                    <a:lnTo>
                      <a:pt x="2082" y="852"/>
                    </a:lnTo>
                    <a:lnTo>
                      <a:pt x="2004" y="852"/>
                    </a:lnTo>
                    <a:lnTo>
                      <a:pt x="1968" y="840"/>
                    </a:lnTo>
                    <a:lnTo>
                      <a:pt x="1944" y="834"/>
                    </a:lnTo>
                    <a:lnTo>
                      <a:pt x="1938" y="828"/>
                    </a:lnTo>
                    <a:lnTo>
                      <a:pt x="1908" y="828"/>
                    </a:lnTo>
                    <a:lnTo>
                      <a:pt x="1896" y="822"/>
                    </a:lnTo>
                    <a:lnTo>
                      <a:pt x="1866" y="804"/>
                    </a:lnTo>
                    <a:lnTo>
                      <a:pt x="1836" y="792"/>
                    </a:lnTo>
                    <a:lnTo>
                      <a:pt x="1812" y="786"/>
                    </a:lnTo>
                    <a:lnTo>
                      <a:pt x="1800" y="792"/>
                    </a:lnTo>
                    <a:lnTo>
                      <a:pt x="1782" y="798"/>
                    </a:lnTo>
                    <a:lnTo>
                      <a:pt x="1770" y="804"/>
                    </a:lnTo>
                    <a:lnTo>
                      <a:pt x="1758" y="816"/>
                    </a:lnTo>
                    <a:lnTo>
                      <a:pt x="1734" y="828"/>
                    </a:lnTo>
                    <a:lnTo>
                      <a:pt x="1680" y="828"/>
                    </a:lnTo>
                    <a:lnTo>
                      <a:pt x="1710" y="810"/>
                    </a:lnTo>
                    <a:lnTo>
                      <a:pt x="1710" y="798"/>
                    </a:lnTo>
                    <a:lnTo>
                      <a:pt x="1734" y="768"/>
                    </a:lnTo>
                    <a:lnTo>
                      <a:pt x="1728" y="768"/>
                    </a:lnTo>
                    <a:lnTo>
                      <a:pt x="1722" y="774"/>
                    </a:lnTo>
                    <a:lnTo>
                      <a:pt x="1674" y="798"/>
                    </a:lnTo>
                    <a:lnTo>
                      <a:pt x="1650" y="822"/>
                    </a:lnTo>
                    <a:lnTo>
                      <a:pt x="1638" y="828"/>
                    </a:lnTo>
                    <a:lnTo>
                      <a:pt x="1620" y="834"/>
                    </a:lnTo>
                    <a:lnTo>
                      <a:pt x="1608" y="828"/>
                    </a:lnTo>
                    <a:lnTo>
                      <a:pt x="1602" y="816"/>
                    </a:lnTo>
                    <a:lnTo>
                      <a:pt x="1602" y="798"/>
                    </a:lnTo>
                    <a:lnTo>
                      <a:pt x="1614" y="774"/>
                    </a:lnTo>
                    <a:lnTo>
                      <a:pt x="1614" y="762"/>
                    </a:lnTo>
                    <a:lnTo>
                      <a:pt x="1608" y="750"/>
                    </a:lnTo>
                    <a:lnTo>
                      <a:pt x="1596" y="744"/>
                    </a:lnTo>
                    <a:lnTo>
                      <a:pt x="1590" y="738"/>
                    </a:lnTo>
                    <a:lnTo>
                      <a:pt x="1578" y="738"/>
                    </a:lnTo>
                    <a:lnTo>
                      <a:pt x="1572" y="744"/>
                    </a:lnTo>
                    <a:lnTo>
                      <a:pt x="1572" y="750"/>
                    </a:lnTo>
                    <a:lnTo>
                      <a:pt x="1578" y="762"/>
                    </a:lnTo>
                    <a:lnTo>
                      <a:pt x="1584" y="768"/>
                    </a:lnTo>
                    <a:lnTo>
                      <a:pt x="1542" y="768"/>
                    </a:lnTo>
                    <a:lnTo>
                      <a:pt x="1530" y="774"/>
                    </a:lnTo>
                    <a:lnTo>
                      <a:pt x="1512" y="780"/>
                    </a:lnTo>
                    <a:lnTo>
                      <a:pt x="1494" y="798"/>
                    </a:lnTo>
                    <a:lnTo>
                      <a:pt x="1446" y="798"/>
                    </a:lnTo>
                    <a:lnTo>
                      <a:pt x="1428" y="804"/>
                    </a:lnTo>
                    <a:lnTo>
                      <a:pt x="1416" y="804"/>
                    </a:lnTo>
                    <a:lnTo>
                      <a:pt x="1398" y="810"/>
                    </a:lnTo>
                    <a:lnTo>
                      <a:pt x="1380" y="810"/>
                    </a:lnTo>
                    <a:lnTo>
                      <a:pt x="1374" y="816"/>
                    </a:lnTo>
                    <a:lnTo>
                      <a:pt x="1368" y="816"/>
                    </a:lnTo>
                    <a:lnTo>
                      <a:pt x="1356" y="822"/>
                    </a:lnTo>
                    <a:lnTo>
                      <a:pt x="1350" y="828"/>
                    </a:lnTo>
                    <a:lnTo>
                      <a:pt x="1338" y="834"/>
                    </a:lnTo>
                    <a:lnTo>
                      <a:pt x="1314" y="816"/>
                    </a:lnTo>
                    <a:lnTo>
                      <a:pt x="1302" y="822"/>
                    </a:lnTo>
                    <a:lnTo>
                      <a:pt x="1296" y="828"/>
                    </a:lnTo>
                    <a:lnTo>
                      <a:pt x="1272" y="840"/>
                    </a:lnTo>
                    <a:lnTo>
                      <a:pt x="1260" y="840"/>
                    </a:lnTo>
                    <a:lnTo>
                      <a:pt x="1254" y="846"/>
                    </a:lnTo>
                    <a:lnTo>
                      <a:pt x="1242" y="846"/>
                    </a:lnTo>
                    <a:lnTo>
                      <a:pt x="1230" y="852"/>
                    </a:lnTo>
                    <a:lnTo>
                      <a:pt x="1224" y="858"/>
                    </a:lnTo>
                    <a:lnTo>
                      <a:pt x="1212" y="864"/>
                    </a:lnTo>
                    <a:lnTo>
                      <a:pt x="1176" y="864"/>
                    </a:lnTo>
                    <a:lnTo>
                      <a:pt x="1188" y="858"/>
                    </a:lnTo>
                    <a:lnTo>
                      <a:pt x="1194" y="846"/>
                    </a:lnTo>
                    <a:lnTo>
                      <a:pt x="1212" y="840"/>
                    </a:lnTo>
                    <a:lnTo>
                      <a:pt x="1236" y="828"/>
                    </a:lnTo>
                    <a:lnTo>
                      <a:pt x="1254" y="828"/>
                    </a:lnTo>
                    <a:lnTo>
                      <a:pt x="1266" y="822"/>
                    </a:lnTo>
                    <a:lnTo>
                      <a:pt x="1284" y="816"/>
                    </a:lnTo>
                    <a:lnTo>
                      <a:pt x="1290" y="810"/>
                    </a:lnTo>
                    <a:lnTo>
                      <a:pt x="1362" y="810"/>
                    </a:lnTo>
                    <a:lnTo>
                      <a:pt x="1386" y="798"/>
                    </a:lnTo>
                    <a:lnTo>
                      <a:pt x="1422" y="792"/>
                    </a:lnTo>
                    <a:lnTo>
                      <a:pt x="1458" y="780"/>
                    </a:lnTo>
                    <a:lnTo>
                      <a:pt x="1470" y="780"/>
                    </a:lnTo>
                    <a:lnTo>
                      <a:pt x="1476" y="774"/>
                    </a:lnTo>
                    <a:lnTo>
                      <a:pt x="1482" y="774"/>
                    </a:lnTo>
                    <a:lnTo>
                      <a:pt x="1476" y="768"/>
                    </a:lnTo>
                    <a:lnTo>
                      <a:pt x="1410" y="768"/>
                    </a:lnTo>
                    <a:lnTo>
                      <a:pt x="1398" y="774"/>
                    </a:lnTo>
                    <a:lnTo>
                      <a:pt x="1392" y="774"/>
                    </a:lnTo>
                    <a:lnTo>
                      <a:pt x="1380" y="780"/>
                    </a:lnTo>
                    <a:lnTo>
                      <a:pt x="1374" y="786"/>
                    </a:lnTo>
                    <a:lnTo>
                      <a:pt x="1368" y="786"/>
                    </a:lnTo>
                    <a:lnTo>
                      <a:pt x="1362" y="792"/>
                    </a:lnTo>
                    <a:lnTo>
                      <a:pt x="1278" y="792"/>
                    </a:lnTo>
                    <a:lnTo>
                      <a:pt x="1254" y="804"/>
                    </a:lnTo>
                    <a:lnTo>
                      <a:pt x="1248" y="810"/>
                    </a:lnTo>
                    <a:lnTo>
                      <a:pt x="1236" y="816"/>
                    </a:lnTo>
                    <a:lnTo>
                      <a:pt x="1230" y="822"/>
                    </a:lnTo>
                    <a:lnTo>
                      <a:pt x="1212" y="822"/>
                    </a:lnTo>
                    <a:lnTo>
                      <a:pt x="1158" y="846"/>
                    </a:lnTo>
                    <a:lnTo>
                      <a:pt x="1140" y="846"/>
                    </a:lnTo>
                    <a:lnTo>
                      <a:pt x="1128" y="858"/>
                    </a:lnTo>
                    <a:lnTo>
                      <a:pt x="1122" y="870"/>
                    </a:lnTo>
                    <a:lnTo>
                      <a:pt x="1122" y="876"/>
                    </a:lnTo>
                    <a:lnTo>
                      <a:pt x="1116" y="876"/>
                    </a:lnTo>
                    <a:lnTo>
                      <a:pt x="1110" y="870"/>
                    </a:lnTo>
                    <a:lnTo>
                      <a:pt x="1110" y="846"/>
                    </a:lnTo>
                    <a:lnTo>
                      <a:pt x="1116" y="846"/>
                    </a:lnTo>
                    <a:lnTo>
                      <a:pt x="1152" y="834"/>
                    </a:lnTo>
                    <a:lnTo>
                      <a:pt x="1176" y="822"/>
                    </a:lnTo>
                    <a:lnTo>
                      <a:pt x="1194" y="816"/>
                    </a:lnTo>
                    <a:lnTo>
                      <a:pt x="1188" y="810"/>
                    </a:lnTo>
                    <a:lnTo>
                      <a:pt x="1176" y="810"/>
                    </a:lnTo>
                    <a:lnTo>
                      <a:pt x="1164" y="804"/>
                    </a:lnTo>
                    <a:lnTo>
                      <a:pt x="1140" y="804"/>
                    </a:lnTo>
                    <a:lnTo>
                      <a:pt x="1122" y="822"/>
                    </a:lnTo>
                    <a:lnTo>
                      <a:pt x="1110" y="828"/>
                    </a:lnTo>
                    <a:lnTo>
                      <a:pt x="1092" y="828"/>
                    </a:lnTo>
                    <a:lnTo>
                      <a:pt x="1080" y="834"/>
                    </a:lnTo>
                    <a:lnTo>
                      <a:pt x="1068" y="834"/>
                    </a:lnTo>
                    <a:lnTo>
                      <a:pt x="1068" y="840"/>
                    </a:lnTo>
                    <a:lnTo>
                      <a:pt x="1062" y="846"/>
                    </a:lnTo>
                    <a:lnTo>
                      <a:pt x="1062" y="876"/>
                    </a:lnTo>
                    <a:lnTo>
                      <a:pt x="1038" y="858"/>
                    </a:lnTo>
                    <a:lnTo>
                      <a:pt x="972" y="852"/>
                    </a:lnTo>
                    <a:lnTo>
                      <a:pt x="960" y="846"/>
                    </a:lnTo>
                    <a:lnTo>
                      <a:pt x="948" y="834"/>
                    </a:lnTo>
                    <a:lnTo>
                      <a:pt x="936" y="834"/>
                    </a:lnTo>
                    <a:lnTo>
                      <a:pt x="936" y="828"/>
                    </a:lnTo>
                    <a:lnTo>
                      <a:pt x="942" y="822"/>
                    </a:lnTo>
                    <a:lnTo>
                      <a:pt x="942" y="810"/>
                    </a:lnTo>
                    <a:lnTo>
                      <a:pt x="948" y="804"/>
                    </a:lnTo>
                    <a:lnTo>
                      <a:pt x="834" y="804"/>
                    </a:lnTo>
                    <a:lnTo>
                      <a:pt x="852" y="804"/>
                    </a:lnTo>
                    <a:lnTo>
                      <a:pt x="78" y="1440"/>
                    </a:lnTo>
                    <a:lnTo>
                      <a:pt x="72" y="1446"/>
                    </a:lnTo>
                    <a:lnTo>
                      <a:pt x="60" y="1452"/>
                    </a:lnTo>
                    <a:lnTo>
                      <a:pt x="54" y="1464"/>
                    </a:lnTo>
                    <a:lnTo>
                      <a:pt x="54" y="1476"/>
                    </a:lnTo>
                    <a:lnTo>
                      <a:pt x="108" y="1476"/>
                    </a:lnTo>
                    <a:lnTo>
                      <a:pt x="120" y="1464"/>
                    </a:lnTo>
                    <a:lnTo>
                      <a:pt x="156" y="1464"/>
                    </a:lnTo>
                    <a:lnTo>
                      <a:pt x="132" y="1488"/>
                    </a:lnTo>
                    <a:lnTo>
                      <a:pt x="132" y="1494"/>
                    </a:lnTo>
                    <a:lnTo>
                      <a:pt x="138" y="1506"/>
                    </a:lnTo>
                    <a:lnTo>
                      <a:pt x="138" y="1524"/>
                    </a:lnTo>
                    <a:lnTo>
                      <a:pt x="144" y="1530"/>
                    </a:lnTo>
                    <a:lnTo>
                      <a:pt x="156" y="1536"/>
                    </a:lnTo>
                    <a:lnTo>
                      <a:pt x="162" y="1542"/>
                    </a:lnTo>
                    <a:lnTo>
                      <a:pt x="144" y="1560"/>
                    </a:lnTo>
                    <a:lnTo>
                      <a:pt x="144" y="1572"/>
                    </a:lnTo>
                    <a:lnTo>
                      <a:pt x="150" y="1572"/>
                    </a:lnTo>
                    <a:lnTo>
                      <a:pt x="156" y="1566"/>
                    </a:lnTo>
                    <a:lnTo>
                      <a:pt x="168" y="1560"/>
                    </a:lnTo>
                    <a:lnTo>
                      <a:pt x="174" y="1554"/>
                    </a:lnTo>
                    <a:lnTo>
                      <a:pt x="180" y="1554"/>
                    </a:lnTo>
                    <a:lnTo>
                      <a:pt x="186" y="1548"/>
                    </a:lnTo>
                    <a:lnTo>
                      <a:pt x="198" y="1548"/>
                    </a:lnTo>
                    <a:lnTo>
                      <a:pt x="210" y="1542"/>
                    </a:lnTo>
                    <a:lnTo>
                      <a:pt x="222" y="1542"/>
                    </a:lnTo>
                    <a:lnTo>
                      <a:pt x="234" y="1536"/>
                    </a:lnTo>
                    <a:lnTo>
                      <a:pt x="240" y="1530"/>
                    </a:lnTo>
                    <a:lnTo>
                      <a:pt x="258" y="1530"/>
                    </a:lnTo>
                    <a:lnTo>
                      <a:pt x="258" y="1518"/>
                    </a:lnTo>
                    <a:lnTo>
                      <a:pt x="264" y="1518"/>
                    </a:lnTo>
                    <a:lnTo>
                      <a:pt x="270" y="1512"/>
                    </a:lnTo>
                    <a:lnTo>
                      <a:pt x="282" y="1512"/>
                    </a:lnTo>
                    <a:lnTo>
                      <a:pt x="300" y="1506"/>
                    </a:lnTo>
                    <a:lnTo>
                      <a:pt x="312" y="1506"/>
                    </a:lnTo>
                    <a:lnTo>
                      <a:pt x="330" y="1512"/>
                    </a:lnTo>
                    <a:lnTo>
                      <a:pt x="336" y="1518"/>
                    </a:lnTo>
                    <a:lnTo>
                      <a:pt x="330" y="1524"/>
                    </a:lnTo>
                    <a:lnTo>
                      <a:pt x="324" y="1524"/>
                    </a:lnTo>
                    <a:lnTo>
                      <a:pt x="318" y="1530"/>
                    </a:lnTo>
                    <a:lnTo>
                      <a:pt x="318" y="1560"/>
                    </a:lnTo>
                    <a:lnTo>
                      <a:pt x="306" y="1572"/>
                    </a:lnTo>
                    <a:lnTo>
                      <a:pt x="324" y="1590"/>
                    </a:lnTo>
                    <a:lnTo>
                      <a:pt x="330" y="1602"/>
                    </a:lnTo>
                    <a:lnTo>
                      <a:pt x="330" y="1620"/>
                    </a:lnTo>
                    <a:lnTo>
                      <a:pt x="312" y="1656"/>
                    </a:lnTo>
                    <a:lnTo>
                      <a:pt x="312" y="1698"/>
                    </a:lnTo>
                    <a:lnTo>
                      <a:pt x="306" y="1704"/>
                    </a:lnTo>
                    <a:lnTo>
                      <a:pt x="300" y="1716"/>
                    </a:lnTo>
                    <a:lnTo>
                      <a:pt x="300" y="1728"/>
                    </a:lnTo>
                    <a:lnTo>
                      <a:pt x="294" y="1740"/>
                    </a:lnTo>
                    <a:lnTo>
                      <a:pt x="294" y="1746"/>
                    </a:lnTo>
                    <a:lnTo>
                      <a:pt x="300" y="1752"/>
                    </a:lnTo>
                    <a:lnTo>
                      <a:pt x="312" y="1758"/>
                    </a:lnTo>
                    <a:lnTo>
                      <a:pt x="318" y="1764"/>
                    </a:lnTo>
                    <a:lnTo>
                      <a:pt x="324" y="1764"/>
                    </a:lnTo>
                    <a:lnTo>
                      <a:pt x="330" y="1770"/>
                    </a:lnTo>
                    <a:lnTo>
                      <a:pt x="330" y="1776"/>
                    </a:lnTo>
                    <a:lnTo>
                      <a:pt x="348" y="1776"/>
                    </a:lnTo>
                    <a:lnTo>
                      <a:pt x="354" y="1782"/>
                    </a:lnTo>
                    <a:lnTo>
                      <a:pt x="354" y="1794"/>
                    </a:lnTo>
                    <a:lnTo>
                      <a:pt x="342" y="1800"/>
                    </a:lnTo>
                    <a:lnTo>
                      <a:pt x="330" y="1812"/>
                    </a:lnTo>
                    <a:lnTo>
                      <a:pt x="318" y="1818"/>
                    </a:lnTo>
                    <a:lnTo>
                      <a:pt x="318" y="1830"/>
                    </a:lnTo>
                    <a:lnTo>
                      <a:pt x="312" y="1842"/>
                    </a:lnTo>
                    <a:lnTo>
                      <a:pt x="294" y="1860"/>
                    </a:lnTo>
                    <a:lnTo>
                      <a:pt x="282" y="1866"/>
                    </a:lnTo>
                    <a:lnTo>
                      <a:pt x="270" y="1878"/>
                    </a:lnTo>
                    <a:lnTo>
                      <a:pt x="252" y="1884"/>
                    </a:lnTo>
                    <a:lnTo>
                      <a:pt x="234" y="1896"/>
                    </a:lnTo>
                    <a:lnTo>
                      <a:pt x="228" y="1902"/>
                    </a:lnTo>
                    <a:lnTo>
                      <a:pt x="222" y="1914"/>
                    </a:lnTo>
                    <a:lnTo>
                      <a:pt x="222" y="1926"/>
                    </a:lnTo>
                    <a:lnTo>
                      <a:pt x="216" y="1932"/>
                    </a:lnTo>
                    <a:lnTo>
                      <a:pt x="216" y="1944"/>
                    </a:lnTo>
                    <a:lnTo>
                      <a:pt x="204" y="1956"/>
                    </a:lnTo>
                    <a:lnTo>
                      <a:pt x="210" y="1962"/>
                    </a:lnTo>
                    <a:lnTo>
                      <a:pt x="216" y="1962"/>
                    </a:lnTo>
                    <a:lnTo>
                      <a:pt x="216" y="1974"/>
                    </a:lnTo>
                    <a:lnTo>
                      <a:pt x="228" y="1986"/>
                    </a:lnTo>
                    <a:lnTo>
                      <a:pt x="240" y="1980"/>
                    </a:lnTo>
                    <a:lnTo>
                      <a:pt x="246" y="1968"/>
                    </a:lnTo>
                    <a:lnTo>
                      <a:pt x="258" y="1962"/>
                    </a:lnTo>
                    <a:lnTo>
                      <a:pt x="276" y="1956"/>
                    </a:lnTo>
                    <a:lnTo>
                      <a:pt x="294" y="1938"/>
                    </a:lnTo>
                    <a:lnTo>
                      <a:pt x="306" y="1938"/>
                    </a:lnTo>
                    <a:lnTo>
                      <a:pt x="306" y="1944"/>
                    </a:lnTo>
                    <a:lnTo>
                      <a:pt x="300" y="1950"/>
                    </a:lnTo>
                    <a:lnTo>
                      <a:pt x="288" y="1956"/>
                    </a:lnTo>
                    <a:lnTo>
                      <a:pt x="282" y="1956"/>
                    </a:lnTo>
                    <a:lnTo>
                      <a:pt x="276" y="1962"/>
                    </a:lnTo>
                    <a:lnTo>
                      <a:pt x="276" y="1974"/>
                    </a:lnTo>
                    <a:lnTo>
                      <a:pt x="282" y="1986"/>
                    </a:lnTo>
                    <a:lnTo>
                      <a:pt x="294" y="1998"/>
                    </a:lnTo>
                    <a:lnTo>
                      <a:pt x="252" y="1992"/>
                    </a:lnTo>
                    <a:lnTo>
                      <a:pt x="246" y="1998"/>
                    </a:lnTo>
                    <a:lnTo>
                      <a:pt x="240" y="2010"/>
                    </a:lnTo>
                    <a:lnTo>
                      <a:pt x="234" y="2016"/>
                    </a:lnTo>
                    <a:lnTo>
                      <a:pt x="228" y="2028"/>
                    </a:lnTo>
                    <a:lnTo>
                      <a:pt x="228" y="2034"/>
                    </a:lnTo>
                    <a:lnTo>
                      <a:pt x="234" y="2034"/>
                    </a:lnTo>
                    <a:lnTo>
                      <a:pt x="240" y="2040"/>
                    </a:lnTo>
                    <a:lnTo>
                      <a:pt x="252" y="2040"/>
                    </a:lnTo>
                    <a:lnTo>
                      <a:pt x="258" y="2046"/>
                    </a:lnTo>
                    <a:lnTo>
                      <a:pt x="252" y="2052"/>
                    </a:lnTo>
                    <a:lnTo>
                      <a:pt x="252" y="2058"/>
                    </a:lnTo>
                    <a:lnTo>
                      <a:pt x="246" y="2070"/>
                    </a:lnTo>
                    <a:lnTo>
                      <a:pt x="246" y="2076"/>
                    </a:lnTo>
                    <a:lnTo>
                      <a:pt x="252" y="2070"/>
                    </a:lnTo>
                    <a:lnTo>
                      <a:pt x="288" y="2052"/>
                    </a:lnTo>
                    <a:lnTo>
                      <a:pt x="306" y="2034"/>
                    </a:lnTo>
                    <a:lnTo>
                      <a:pt x="318" y="2028"/>
                    </a:lnTo>
                    <a:lnTo>
                      <a:pt x="318" y="2040"/>
                    </a:lnTo>
                    <a:lnTo>
                      <a:pt x="288" y="2058"/>
                    </a:lnTo>
                    <a:lnTo>
                      <a:pt x="312" y="2064"/>
                    </a:lnTo>
                    <a:lnTo>
                      <a:pt x="312" y="2076"/>
                    </a:lnTo>
                    <a:lnTo>
                      <a:pt x="294" y="2094"/>
                    </a:lnTo>
                    <a:lnTo>
                      <a:pt x="276" y="2076"/>
                    </a:lnTo>
                    <a:lnTo>
                      <a:pt x="270" y="2076"/>
                    </a:lnTo>
                    <a:lnTo>
                      <a:pt x="264" y="2082"/>
                    </a:lnTo>
                    <a:lnTo>
                      <a:pt x="240" y="2094"/>
                    </a:lnTo>
                    <a:lnTo>
                      <a:pt x="228" y="2094"/>
                    </a:lnTo>
                    <a:lnTo>
                      <a:pt x="216" y="2106"/>
                    </a:lnTo>
                    <a:lnTo>
                      <a:pt x="210" y="2118"/>
                    </a:lnTo>
                    <a:lnTo>
                      <a:pt x="204" y="2124"/>
                    </a:lnTo>
                    <a:lnTo>
                      <a:pt x="210" y="2118"/>
                    </a:lnTo>
                    <a:lnTo>
                      <a:pt x="222" y="2118"/>
                    </a:lnTo>
                    <a:lnTo>
                      <a:pt x="228" y="2112"/>
                    </a:lnTo>
                    <a:lnTo>
                      <a:pt x="276" y="2112"/>
                    </a:lnTo>
                    <a:lnTo>
                      <a:pt x="270" y="2112"/>
                    </a:lnTo>
                    <a:lnTo>
                      <a:pt x="264" y="2118"/>
                    </a:lnTo>
                    <a:lnTo>
                      <a:pt x="252" y="2118"/>
                    </a:lnTo>
                    <a:lnTo>
                      <a:pt x="240" y="2124"/>
                    </a:lnTo>
                    <a:lnTo>
                      <a:pt x="228" y="2124"/>
                    </a:lnTo>
                    <a:lnTo>
                      <a:pt x="216" y="2130"/>
                    </a:lnTo>
                    <a:lnTo>
                      <a:pt x="210" y="2130"/>
                    </a:lnTo>
                    <a:lnTo>
                      <a:pt x="210" y="2148"/>
                    </a:lnTo>
                    <a:lnTo>
                      <a:pt x="204" y="2148"/>
                    </a:lnTo>
                    <a:lnTo>
                      <a:pt x="198" y="2142"/>
                    </a:lnTo>
                    <a:lnTo>
                      <a:pt x="174" y="2142"/>
                    </a:lnTo>
                    <a:lnTo>
                      <a:pt x="174" y="2154"/>
                    </a:lnTo>
                    <a:lnTo>
                      <a:pt x="180" y="2166"/>
                    </a:lnTo>
                    <a:lnTo>
                      <a:pt x="192" y="2172"/>
                    </a:lnTo>
                    <a:lnTo>
                      <a:pt x="198" y="2178"/>
                    </a:lnTo>
                    <a:lnTo>
                      <a:pt x="246" y="2160"/>
                    </a:lnTo>
                    <a:lnTo>
                      <a:pt x="264" y="2184"/>
                    </a:lnTo>
                    <a:lnTo>
                      <a:pt x="300" y="2166"/>
                    </a:lnTo>
                    <a:lnTo>
                      <a:pt x="294" y="2172"/>
                    </a:lnTo>
                    <a:lnTo>
                      <a:pt x="288" y="2184"/>
                    </a:lnTo>
                    <a:lnTo>
                      <a:pt x="276" y="2190"/>
                    </a:lnTo>
                    <a:lnTo>
                      <a:pt x="270" y="2196"/>
                    </a:lnTo>
                    <a:lnTo>
                      <a:pt x="264" y="2208"/>
                    </a:lnTo>
                    <a:lnTo>
                      <a:pt x="264" y="2214"/>
                    </a:lnTo>
                    <a:lnTo>
                      <a:pt x="276" y="2214"/>
                    </a:lnTo>
                    <a:lnTo>
                      <a:pt x="282" y="2208"/>
                    </a:lnTo>
                    <a:lnTo>
                      <a:pt x="300" y="2202"/>
                    </a:lnTo>
                    <a:lnTo>
                      <a:pt x="318" y="2184"/>
                    </a:lnTo>
                    <a:lnTo>
                      <a:pt x="330" y="2178"/>
                    </a:lnTo>
                    <a:lnTo>
                      <a:pt x="306" y="2202"/>
                    </a:lnTo>
                    <a:lnTo>
                      <a:pt x="300" y="2214"/>
                    </a:lnTo>
                    <a:lnTo>
                      <a:pt x="294" y="2220"/>
                    </a:lnTo>
                    <a:lnTo>
                      <a:pt x="300" y="2220"/>
                    </a:lnTo>
                    <a:lnTo>
                      <a:pt x="312" y="2214"/>
                    </a:lnTo>
                    <a:lnTo>
                      <a:pt x="324" y="2214"/>
                    </a:lnTo>
                    <a:lnTo>
                      <a:pt x="318" y="2220"/>
                    </a:lnTo>
                    <a:lnTo>
                      <a:pt x="306" y="2226"/>
                    </a:lnTo>
                    <a:lnTo>
                      <a:pt x="300" y="2238"/>
                    </a:lnTo>
                    <a:lnTo>
                      <a:pt x="282" y="2256"/>
                    </a:lnTo>
                    <a:lnTo>
                      <a:pt x="288" y="2262"/>
                    </a:lnTo>
                    <a:lnTo>
                      <a:pt x="294" y="2262"/>
                    </a:lnTo>
                    <a:lnTo>
                      <a:pt x="342" y="2238"/>
                    </a:lnTo>
                    <a:lnTo>
                      <a:pt x="348" y="2232"/>
                    </a:lnTo>
                    <a:lnTo>
                      <a:pt x="324" y="2256"/>
                    </a:lnTo>
                    <a:lnTo>
                      <a:pt x="318" y="2268"/>
                    </a:lnTo>
                    <a:lnTo>
                      <a:pt x="318" y="2274"/>
                    </a:lnTo>
                    <a:lnTo>
                      <a:pt x="330" y="2280"/>
                    </a:lnTo>
                    <a:lnTo>
                      <a:pt x="342" y="2280"/>
                    </a:lnTo>
                    <a:lnTo>
                      <a:pt x="354" y="2292"/>
                    </a:lnTo>
                    <a:lnTo>
                      <a:pt x="354" y="2298"/>
                    </a:lnTo>
                    <a:lnTo>
                      <a:pt x="348" y="2304"/>
                    </a:lnTo>
                    <a:lnTo>
                      <a:pt x="348" y="2340"/>
                    </a:lnTo>
                    <a:lnTo>
                      <a:pt x="2058" y="2340"/>
                    </a:lnTo>
                    <a:lnTo>
                      <a:pt x="2064" y="2328"/>
                    </a:lnTo>
                    <a:lnTo>
                      <a:pt x="2064" y="2322"/>
                    </a:lnTo>
                    <a:lnTo>
                      <a:pt x="2070" y="2310"/>
                    </a:lnTo>
                    <a:lnTo>
                      <a:pt x="2076" y="2304"/>
                    </a:lnTo>
                    <a:lnTo>
                      <a:pt x="2088" y="2298"/>
                    </a:lnTo>
                    <a:lnTo>
                      <a:pt x="2100" y="2310"/>
                    </a:lnTo>
                    <a:lnTo>
                      <a:pt x="2088" y="2322"/>
                    </a:lnTo>
                    <a:lnTo>
                      <a:pt x="2082" y="2334"/>
                    </a:lnTo>
                    <a:lnTo>
                      <a:pt x="2082" y="2346"/>
                    </a:lnTo>
                    <a:lnTo>
                      <a:pt x="2094" y="2352"/>
                    </a:lnTo>
                    <a:lnTo>
                      <a:pt x="2112" y="2358"/>
                    </a:lnTo>
                    <a:lnTo>
                      <a:pt x="2124" y="2358"/>
                    </a:lnTo>
                    <a:lnTo>
                      <a:pt x="2142" y="2376"/>
                    </a:lnTo>
                    <a:lnTo>
                      <a:pt x="2154" y="2376"/>
                    </a:lnTo>
                    <a:lnTo>
                      <a:pt x="2154" y="2370"/>
                    </a:lnTo>
                    <a:lnTo>
                      <a:pt x="2166" y="2358"/>
                    </a:lnTo>
                    <a:lnTo>
                      <a:pt x="2178" y="2358"/>
                    </a:lnTo>
                    <a:lnTo>
                      <a:pt x="2190" y="2364"/>
                    </a:lnTo>
                    <a:lnTo>
                      <a:pt x="2202" y="2376"/>
                    </a:lnTo>
                    <a:lnTo>
                      <a:pt x="2202" y="2382"/>
                    </a:lnTo>
                    <a:lnTo>
                      <a:pt x="2208" y="2388"/>
                    </a:lnTo>
                    <a:lnTo>
                      <a:pt x="2238" y="2388"/>
                    </a:lnTo>
                    <a:lnTo>
                      <a:pt x="2256" y="2406"/>
                    </a:lnTo>
                    <a:lnTo>
                      <a:pt x="2268" y="2406"/>
                    </a:lnTo>
                    <a:lnTo>
                      <a:pt x="2280" y="2394"/>
                    </a:lnTo>
                    <a:lnTo>
                      <a:pt x="2292" y="2388"/>
                    </a:lnTo>
                    <a:lnTo>
                      <a:pt x="2298" y="2382"/>
                    </a:lnTo>
                    <a:lnTo>
                      <a:pt x="2298" y="2400"/>
                    </a:lnTo>
                    <a:lnTo>
                      <a:pt x="2346" y="2394"/>
                    </a:lnTo>
                    <a:lnTo>
                      <a:pt x="2346" y="2400"/>
                    </a:lnTo>
                    <a:lnTo>
                      <a:pt x="2352" y="2400"/>
                    </a:lnTo>
                    <a:lnTo>
                      <a:pt x="2364" y="2406"/>
                    </a:lnTo>
                    <a:lnTo>
                      <a:pt x="2382" y="2406"/>
                    </a:lnTo>
                    <a:lnTo>
                      <a:pt x="2394" y="2394"/>
                    </a:lnTo>
                    <a:lnTo>
                      <a:pt x="2406" y="2388"/>
                    </a:lnTo>
                    <a:lnTo>
                      <a:pt x="2412" y="2376"/>
                    </a:lnTo>
                    <a:lnTo>
                      <a:pt x="2412" y="2370"/>
                    </a:lnTo>
                    <a:lnTo>
                      <a:pt x="2430" y="2370"/>
                    </a:lnTo>
                    <a:lnTo>
                      <a:pt x="2436" y="2376"/>
                    </a:lnTo>
                    <a:lnTo>
                      <a:pt x="2442" y="2376"/>
                    </a:lnTo>
                    <a:lnTo>
                      <a:pt x="2454" y="2364"/>
                    </a:lnTo>
                    <a:lnTo>
                      <a:pt x="2460" y="2352"/>
                    </a:lnTo>
                    <a:lnTo>
                      <a:pt x="2466" y="2346"/>
                    </a:lnTo>
                    <a:lnTo>
                      <a:pt x="2472" y="2346"/>
                    </a:lnTo>
                    <a:lnTo>
                      <a:pt x="2472" y="2352"/>
                    </a:lnTo>
                    <a:lnTo>
                      <a:pt x="2478" y="2358"/>
                    </a:lnTo>
                    <a:lnTo>
                      <a:pt x="2502" y="2352"/>
                    </a:lnTo>
                    <a:lnTo>
                      <a:pt x="2496" y="2346"/>
                    </a:lnTo>
                    <a:lnTo>
                      <a:pt x="2496" y="2334"/>
                    </a:lnTo>
                    <a:lnTo>
                      <a:pt x="2502" y="2328"/>
                    </a:lnTo>
                    <a:lnTo>
                      <a:pt x="2514" y="2322"/>
                    </a:lnTo>
                    <a:lnTo>
                      <a:pt x="2532" y="2340"/>
                    </a:lnTo>
                    <a:lnTo>
                      <a:pt x="2556" y="2340"/>
                    </a:lnTo>
                    <a:lnTo>
                      <a:pt x="2562" y="2346"/>
                    </a:lnTo>
                    <a:lnTo>
                      <a:pt x="2580" y="2346"/>
                    </a:lnTo>
                    <a:lnTo>
                      <a:pt x="2604" y="2358"/>
                    </a:lnTo>
                    <a:lnTo>
                      <a:pt x="2604" y="2370"/>
                    </a:lnTo>
                    <a:lnTo>
                      <a:pt x="2598" y="2382"/>
                    </a:lnTo>
                    <a:lnTo>
                      <a:pt x="2598" y="2388"/>
                    </a:lnTo>
                    <a:lnTo>
                      <a:pt x="2592" y="2400"/>
                    </a:lnTo>
                    <a:lnTo>
                      <a:pt x="2604" y="2412"/>
                    </a:lnTo>
                    <a:lnTo>
                      <a:pt x="2592" y="2436"/>
                    </a:lnTo>
                    <a:lnTo>
                      <a:pt x="2598" y="2436"/>
                    </a:lnTo>
                    <a:lnTo>
                      <a:pt x="2604" y="2430"/>
                    </a:lnTo>
                    <a:lnTo>
                      <a:pt x="2616" y="2424"/>
                    </a:lnTo>
                    <a:lnTo>
                      <a:pt x="2634" y="2418"/>
                    </a:lnTo>
                    <a:lnTo>
                      <a:pt x="2646" y="2412"/>
                    </a:lnTo>
                    <a:lnTo>
                      <a:pt x="2670" y="2412"/>
                    </a:lnTo>
                    <a:lnTo>
                      <a:pt x="2670" y="2424"/>
                    </a:lnTo>
                    <a:lnTo>
                      <a:pt x="2658" y="2430"/>
                    </a:lnTo>
                    <a:lnTo>
                      <a:pt x="2652" y="2436"/>
                    </a:lnTo>
                    <a:lnTo>
                      <a:pt x="2646" y="2436"/>
                    </a:lnTo>
                    <a:lnTo>
                      <a:pt x="2640" y="2442"/>
                    </a:lnTo>
                    <a:lnTo>
                      <a:pt x="2646" y="2448"/>
                    </a:lnTo>
                    <a:lnTo>
                      <a:pt x="2652" y="2448"/>
                    </a:lnTo>
                    <a:lnTo>
                      <a:pt x="2664" y="2460"/>
                    </a:lnTo>
                    <a:lnTo>
                      <a:pt x="2640" y="2484"/>
                    </a:lnTo>
                    <a:lnTo>
                      <a:pt x="2640" y="2490"/>
                    </a:lnTo>
                    <a:lnTo>
                      <a:pt x="2652" y="2490"/>
                    </a:lnTo>
                    <a:lnTo>
                      <a:pt x="2652" y="2502"/>
                    </a:lnTo>
                    <a:lnTo>
                      <a:pt x="2640" y="2514"/>
                    </a:lnTo>
                    <a:lnTo>
                      <a:pt x="2640" y="2526"/>
                    </a:lnTo>
                    <a:lnTo>
                      <a:pt x="2658" y="2526"/>
                    </a:lnTo>
                    <a:lnTo>
                      <a:pt x="2652" y="2544"/>
                    </a:lnTo>
                    <a:lnTo>
                      <a:pt x="2658" y="2544"/>
                    </a:lnTo>
                    <a:lnTo>
                      <a:pt x="2670" y="2550"/>
                    </a:lnTo>
                    <a:lnTo>
                      <a:pt x="2754" y="2550"/>
                    </a:lnTo>
                    <a:lnTo>
                      <a:pt x="2766" y="2556"/>
                    </a:lnTo>
                    <a:lnTo>
                      <a:pt x="2784" y="2568"/>
                    </a:lnTo>
                    <a:lnTo>
                      <a:pt x="2838" y="2568"/>
                    </a:lnTo>
                    <a:lnTo>
                      <a:pt x="2850" y="2574"/>
                    </a:lnTo>
                    <a:lnTo>
                      <a:pt x="2856" y="2580"/>
                    </a:lnTo>
                    <a:lnTo>
                      <a:pt x="2856" y="2610"/>
                    </a:lnTo>
                    <a:lnTo>
                      <a:pt x="2874" y="2610"/>
                    </a:lnTo>
                    <a:lnTo>
                      <a:pt x="2874" y="2628"/>
                    </a:lnTo>
                    <a:lnTo>
                      <a:pt x="2862" y="2640"/>
                    </a:lnTo>
                    <a:lnTo>
                      <a:pt x="2862" y="2652"/>
                    </a:lnTo>
                    <a:lnTo>
                      <a:pt x="2874" y="2664"/>
                    </a:lnTo>
                    <a:lnTo>
                      <a:pt x="2880" y="2664"/>
                    </a:lnTo>
                    <a:lnTo>
                      <a:pt x="2856" y="2658"/>
                    </a:lnTo>
                    <a:lnTo>
                      <a:pt x="2856" y="2670"/>
                    </a:lnTo>
                    <a:lnTo>
                      <a:pt x="2850" y="2676"/>
                    </a:lnTo>
                    <a:lnTo>
                      <a:pt x="2844" y="2688"/>
                    </a:lnTo>
                    <a:lnTo>
                      <a:pt x="2838" y="2694"/>
                    </a:lnTo>
                    <a:lnTo>
                      <a:pt x="2832" y="2688"/>
                    </a:lnTo>
                    <a:lnTo>
                      <a:pt x="2820" y="2682"/>
                    </a:lnTo>
                    <a:lnTo>
                      <a:pt x="2802" y="2670"/>
                    </a:lnTo>
                    <a:lnTo>
                      <a:pt x="2790" y="2664"/>
                    </a:lnTo>
                    <a:lnTo>
                      <a:pt x="2784" y="2652"/>
                    </a:lnTo>
                    <a:lnTo>
                      <a:pt x="2784" y="2628"/>
                    </a:lnTo>
                    <a:lnTo>
                      <a:pt x="2766" y="2622"/>
                    </a:lnTo>
                    <a:lnTo>
                      <a:pt x="2772" y="2640"/>
                    </a:lnTo>
                    <a:lnTo>
                      <a:pt x="2772" y="2646"/>
                    </a:lnTo>
                    <a:lnTo>
                      <a:pt x="2778" y="2652"/>
                    </a:lnTo>
                    <a:lnTo>
                      <a:pt x="2778" y="2664"/>
                    </a:lnTo>
                    <a:lnTo>
                      <a:pt x="2772" y="2676"/>
                    </a:lnTo>
                    <a:lnTo>
                      <a:pt x="2760" y="2688"/>
                    </a:lnTo>
                    <a:lnTo>
                      <a:pt x="2754" y="2700"/>
                    </a:lnTo>
                    <a:lnTo>
                      <a:pt x="2736" y="2706"/>
                    </a:lnTo>
                    <a:lnTo>
                      <a:pt x="2718" y="2724"/>
                    </a:lnTo>
                    <a:lnTo>
                      <a:pt x="2712" y="2742"/>
                    </a:lnTo>
                    <a:lnTo>
                      <a:pt x="2700" y="2760"/>
                    </a:lnTo>
                    <a:lnTo>
                      <a:pt x="2694" y="2778"/>
                    </a:lnTo>
                    <a:lnTo>
                      <a:pt x="2688" y="2784"/>
                    </a:lnTo>
                    <a:lnTo>
                      <a:pt x="2664" y="2796"/>
                    </a:lnTo>
                    <a:lnTo>
                      <a:pt x="2652" y="2796"/>
                    </a:lnTo>
                    <a:lnTo>
                      <a:pt x="2646" y="2790"/>
                    </a:lnTo>
                    <a:lnTo>
                      <a:pt x="2640" y="2802"/>
                    </a:lnTo>
                    <a:lnTo>
                      <a:pt x="2634" y="2808"/>
                    </a:lnTo>
                    <a:lnTo>
                      <a:pt x="2634" y="2832"/>
                    </a:lnTo>
                    <a:lnTo>
                      <a:pt x="2628" y="2838"/>
                    </a:lnTo>
                    <a:lnTo>
                      <a:pt x="2622" y="2838"/>
                    </a:lnTo>
                    <a:lnTo>
                      <a:pt x="2586" y="2856"/>
                    </a:lnTo>
                    <a:lnTo>
                      <a:pt x="2562" y="2880"/>
                    </a:lnTo>
                    <a:lnTo>
                      <a:pt x="2562" y="2886"/>
                    </a:lnTo>
                    <a:lnTo>
                      <a:pt x="2568" y="2886"/>
                    </a:lnTo>
                    <a:lnTo>
                      <a:pt x="2580" y="2880"/>
                    </a:lnTo>
                    <a:lnTo>
                      <a:pt x="2592" y="2880"/>
                    </a:lnTo>
                    <a:lnTo>
                      <a:pt x="2598" y="2886"/>
                    </a:lnTo>
                    <a:lnTo>
                      <a:pt x="2610" y="2880"/>
                    </a:lnTo>
                    <a:lnTo>
                      <a:pt x="2616" y="2868"/>
                    </a:lnTo>
                    <a:lnTo>
                      <a:pt x="2628" y="2862"/>
                    </a:lnTo>
                    <a:lnTo>
                      <a:pt x="2658" y="2862"/>
                    </a:lnTo>
                    <a:lnTo>
                      <a:pt x="2658" y="2856"/>
                    </a:lnTo>
                    <a:lnTo>
                      <a:pt x="2664" y="2844"/>
                    </a:lnTo>
                    <a:lnTo>
                      <a:pt x="2676" y="2838"/>
                    </a:lnTo>
                    <a:lnTo>
                      <a:pt x="2682" y="2832"/>
                    </a:lnTo>
                    <a:lnTo>
                      <a:pt x="2754" y="2832"/>
                    </a:lnTo>
                    <a:lnTo>
                      <a:pt x="2766" y="2838"/>
                    </a:lnTo>
                    <a:lnTo>
                      <a:pt x="2790" y="2820"/>
                    </a:lnTo>
                    <a:lnTo>
                      <a:pt x="2856" y="2820"/>
                    </a:lnTo>
                    <a:lnTo>
                      <a:pt x="2862" y="2814"/>
                    </a:lnTo>
                    <a:lnTo>
                      <a:pt x="2862" y="2790"/>
                    </a:lnTo>
                    <a:lnTo>
                      <a:pt x="2844" y="2796"/>
                    </a:lnTo>
                    <a:lnTo>
                      <a:pt x="2832" y="2796"/>
                    </a:lnTo>
                    <a:lnTo>
                      <a:pt x="2826" y="2790"/>
                    </a:lnTo>
                    <a:lnTo>
                      <a:pt x="2826" y="2784"/>
                    </a:lnTo>
                    <a:lnTo>
                      <a:pt x="2832" y="2772"/>
                    </a:lnTo>
                    <a:lnTo>
                      <a:pt x="2850" y="2754"/>
                    </a:lnTo>
                    <a:lnTo>
                      <a:pt x="2868" y="2742"/>
                    </a:lnTo>
                    <a:lnTo>
                      <a:pt x="2880" y="2736"/>
                    </a:lnTo>
                    <a:lnTo>
                      <a:pt x="2910" y="2736"/>
                    </a:lnTo>
                    <a:lnTo>
                      <a:pt x="2928" y="2730"/>
                    </a:lnTo>
                    <a:lnTo>
                      <a:pt x="2952" y="2730"/>
                    </a:lnTo>
                    <a:lnTo>
                      <a:pt x="2964" y="2724"/>
                    </a:lnTo>
                    <a:lnTo>
                      <a:pt x="2970" y="2724"/>
                    </a:lnTo>
                    <a:lnTo>
                      <a:pt x="2976" y="2718"/>
                    </a:lnTo>
                    <a:lnTo>
                      <a:pt x="2982" y="2718"/>
                    </a:lnTo>
                    <a:lnTo>
                      <a:pt x="2994" y="2724"/>
                    </a:lnTo>
                    <a:lnTo>
                      <a:pt x="3000" y="2724"/>
                    </a:lnTo>
                    <a:lnTo>
                      <a:pt x="3012" y="2730"/>
                    </a:lnTo>
                    <a:lnTo>
                      <a:pt x="3018" y="2736"/>
                    </a:lnTo>
                    <a:lnTo>
                      <a:pt x="3024" y="2736"/>
                    </a:lnTo>
                    <a:lnTo>
                      <a:pt x="3030" y="2730"/>
                    </a:lnTo>
                    <a:lnTo>
                      <a:pt x="3030" y="2712"/>
                    </a:lnTo>
                    <a:lnTo>
                      <a:pt x="3036" y="2706"/>
                    </a:lnTo>
                    <a:lnTo>
                      <a:pt x="3048" y="2700"/>
                    </a:lnTo>
                    <a:lnTo>
                      <a:pt x="3060" y="2700"/>
                    </a:lnTo>
                    <a:lnTo>
                      <a:pt x="3066" y="2706"/>
                    </a:lnTo>
                    <a:lnTo>
                      <a:pt x="3072" y="2706"/>
                    </a:lnTo>
                    <a:lnTo>
                      <a:pt x="3072" y="2700"/>
                    </a:lnTo>
                    <a:lnTo>
                      <a:pt x="3102" y="2700"/>
                    </a:lnTo>
                    <a:lnTo>
                      <a:pt x="3114" y="2688"/>
                    </a:lnTo>
                    <a:lnTo>
                      <a:pt x="3126" y="2682"/>
                    </a:lnTo>
                    <a:lnTo>
                      <a:pt x="3150" y="2658"/>
                    </a:lnTo>
                    <a:lnTo>
                      <a:pt x="3162" y="2652"/>
                    </a:lnTo>
                    <a:lnTo>
                      <a:pt x="3174" y="2640"/>
                    </a:lnTo>
                    <a:lnTo>
                      <a:pt x="3408" y="2640"/>
                    </a:lnTo>
                    <a:lnTo>
                      <a:pt x="3408" y="2634"/>
                    </a:lnTo>
                    <a:lnTo>
                      <a:pt x="3420" y="2622"/>
                    </a:lnTo>
                    <a:lnTo>
                      <a:pt x="3438" y="2622"/>
                    </a:lnTo>
                    <a:lnTo>
                      <a:pt x="3450" y="2616"/>
                    </a:lnTo>
                    <a:lnTo>
                      <a:pt x="3456" y="2616"/>
                    </a:lnTo>
                    <a:lnTo>
                      <a:pt x="3456" y="2610"/>
                    </a:lnTo>
                    <a:lnTo>
                      <a:pt x="3468" y="2598"/>
                    </a:lnTo>
                    <a:lnTo>
                      <a:pt x="3480" y="2592"/>
                    </a:lnTo>
                    <a:lnTo>
                      <a:pt x="3486" y="2586"/>
                    </a:lnTo>
                    <a:lnTo>
                      <a:pt x="3498" y="2586"/>
                    </a:lnTo>
                    <a:lnTo>
                      <a:pt x="3504" y="2592"/>
                    </a:lnTo>
                    <a:lnTo>
                      <a:pt x="3510" y="2592"/>
                    </a:lnTo>
                    <a:lnTo>
                      <a:pt x="3510" y="2568"/>
                    </a:lnTo>
                    <a:lnTo>
                      <a:pt x="3516" y="2556"/>
                    </a:lnTo>
                    <a:lnTo>
                      <a:pt x="3528" y="2544"/>
                    </a:lnTo>
                    <a:lnTo>
                      <a:pt x="3534" y="2544"/>
                    </a:lnTo>
                    <a:lnTo>
                      <a:pt x="3546" y="2532"/>
                    </a:lnTo>
                    <a:lnTo>
                      <a:pt x="3546" y="2508"/>
                    </a:lnTo>
                    <a:lnTo>
                      <a:pt x="3588" y="2484"/>
                    </a:lnTo>
                    <a:lnTo>
                      <a:pt x="3594" y="2472"/>
                    </a:lnTo>
                    <a:lnTo>
                      <a:pt x="3618" y="2448"/>
                    </a:lnTo>
                    <a:lnTo>
                      <a:pt x="3630" y="2448"/>
                    </a:lnTo>
                    <a:lnTo>
                      <a:pt x="3636" y="2454"/>
                    </a:lnTo>
                    <a:lnTo>
                      <a:pt x="3636" y="2460"/>
                    </a:lnTo>
                    <a:lnTo>
                      <a:pt x="3642" y="2466"/>
                    </a:lnTo>
                    <a:lnTo>
                      <a:pt x="3654" y="2466"/>
                    </a:lnTo>
                    <a:lnTo>
                      <a:pt x="3666" y="2460"/>
                    </a:lnTo>
                    <a:lnTo>
                      <a:pt x="3702" y="2460"/>
                    </a:lnTo>
                    <a:lnTo>
                      <a:pt x="3708" y="2466"/>
                    </a:lnTo>
                    <a:lnTo>
                      <a:pt x="3708" y="2472"/>
                    </a:lnTo>
                    <a:lnTo>
                      <a:pt x="3702" y="2496"/>
                    </a:lnTo>
                    <a:lnTo>
                      <a:pt x="3690" y="2520"/>
                    </a:lnTo>
                    <a:lnTo>
                      <a:pt x="3678" y="2550"/>
                    </a:lnTo>
                    <a:lnTo>
                      <a:pt x="3666" y="2574"/>
                    </a:lnTo>
                    <a:lnTo>
                      <a:pt x="3666" y="2586"/>
                    </a:lnTo>
                    <a:lnTo>
                      <a:pt x="3672" y="2592"/>
                    </a:lnTo>
                    <a:lnTo>
                      <a:pt x="3678" y="2592"/>
                    </a:lnTo>
                    <a:lnTo>
                      <a:pt x="3684" y="2598"/>
                    </a:lnTo>
                    <a:lnTo>
                      <a:pt x="3672" y="2610"/>
                    </a:lnTo>
                    <a:lnTo>
                      <a:pt x="3666" y="2622"/>
                    </a:lnTo>
                    <a:lnTo>
                      <a:pt x="3666" y="2628"/>
                    </a:lnTo>
                    <a:lnTo>
                      <a:pt x="3690" y="2628"/>
                    </a:lnTo>
                    <a:lnTo>
                      <a:pt x="3690" y="2634"/>
                    </a:lnTo>
                    <a:lnTo>
                      <a:pt x="3696" y="2640"/>
                    </a:lnTo>
                    <a:lnTo>
                      <a:pt x="3714" y="2640"/>
                    </a:lnTo>
                    <a:lnTo>
                      <a:pt x="3750" y="2622"/>
                    </a:lnTo>
                    <a:lnTo>
                      <a:pt x="3768" y="2604"/>
                    </a:lnTo>
                    <a:lnTo>
                      <a:pt x="3780" y="2622"/>
                    </a:lnTo>
                    <a:lnTo>
                      <a:pt x="3786" y="2622"/>
                    </a:lnTo>
                    <a:lnTo>
                      <a:pt x="3792" y="2616"/>
                    </a:lnTo>
                    <a:lnTo>
                      <a:pt x="3816" y="2604"/>
                    </a:lnTo>
                    <a:lnTo>
                      <a:pt x="3828" y="2604"/>
                    </a:lnTo>
                    <a:lnTo>
                      <a:pt x="3840" y="2592"/>
                    </a:lnTo>
                    <a:lnTo>
                      <a:pt x="3852" y="2592"/>
                    </a:lnTo>
                    <a:lnTo>
                      <a:pt x="3864" y="2580"/>
                    </a:lnTo>
                    <a:lnTo>
                      <a:pt x="3870" y="2580"/>
                    </a:lnTo>
                    <a:lnTo>
                      <a:pt x="3888" y="2586"/>
                    </a:lnTo>
                    <a:lnTo>
                      <a:pt x="3846" y="2616"/>
                    </a:lnTo>
                    <a:lnTo>
                      <a:pt x="3936" y="2610"/>
                    </a:lnTo>
                    <a:lnTo>
                      <a:pt x="3918" y="2610"/>
                    </a:lnTo>
                    <a:lnTo>
                      <a:pt x="3906" y="2616"/>
                    </a:lnTo>
                    <a:lnTo>
                      <a:pt x="3894" y="2616"/>
                    </a:lnTo>
                    <a:lnTo>
                      <a:pt x="3888" y="2622"/>
                    </a:lnTo>
                    <a:lnTo>
                      <a:pt x="3888" y="2634"/>
                    </a:lnTo>
                    <a:lnTo>
                      <a:pt x="3882" y="2640"/>
                    </a:lnTo>
                    <a:lnTo>
                      <a:pt x="3876" y="2640"/>
                    </a:lnTo>
                    <a:lnTo>
                      <a:pt x="3870" y="2634"/>
                    </a:lnTo>
                    <a:lnTo>
                      <a:pt x="3864" y="2634"/>
                    </a:lnTo>
                    <a:lnTo>
                      <a:pt x="3852" y="2628"/>
                    </a:lnTo>
                    <a:lnTo>
                      <a:pt x="3846" y="2628"/>
                    </a:lnTo>
                    <a:lnTo>
                      <a:pt x="3828" y="2634"/>
                    </a:lnTo>
                    <a:lnTo>
                      <a:pt x="3738" y="2688"/>
                    </a:lnTo>
                    <a:lnTo>
                      <a:pt x="3726" y="2700"/>
                    </a:lnTo>
                    <a:lnTo>
                      <a:pt x="3720" y="2712"/>
                    </a:lnTo>
                    <a:lnTo>
                      <a:pt x="3720" y="2748"/>
                    </a:lnTo>
                    <a:lnTo>
                      <a:pt x="3726" y="2748"/>
                    </a:lnTo>
                    <a:lnTo>
                      <a:pt x="3732" y="2742"/>
                    </a:lnTo>
                    <a:lnTo>
                      <a:pt x="3738" y="2742"/>
                    </a:lnTo>
                    <a:lnTo>
                      <a:pt x="3738" y="2754"/>
                    </a:lnTo>
                    <a:lnTo>
                      <a:pt x="3744" y="2760"/>
                    </a:lnTo>
                    <a:lnTo>
                      <a:pt x="3756" y="2760"/>
                    </a:lnTo>
                    <a:lnTo>
                      <a:pt x="3762" y="2754"/>
                    </a:lnTo>
                    <a:lnTo>
                      <a:pt x="3768" y="2742"/>
                    </a:lnTo>
                    <a:lnTo>
                      <a:pt x="3774" y="2736"/>
                    </a:lnTo>
                    <a:lnTo>
                      <a:pt x="3786" y="2736"/>
                    </a:lnTo>
                    <a:lnTo>
                      <a:pt x="3804" y="2730"/>
                    </a:lnTo>
                    <a:lnTo>
                      <a:pt x="3816" y="2724"/>
                    </a:lnTo>
                    <a:lnTo>
                      <a:pt x="3834" y="2718"/>
                    </a:lnTo>
                    <a:lnTo>
                      <a:pt x="3846" y="2706"/>
                    </a:lnTo>
                    <a:lnTo>
                      <a:pt x="3852" y="2694"/>
                    </a:lnTo>
                    <a:lnTo>
                      <a:pt x="3870" y="2676"/>
                    </a:lnTo>
                    <a:lnTo>
                      <a:pt x="3876" y="2664"/>
                    </a:lnTo>
                    <a:lnTo>
                      <a:pt x="3876" y="2670"/>
                    </a:lnTo>
                    <a:lnTo>
                      <a:pt x="3882" y="2682"/>
                    </a:lnTo>
                    <a:lnTo>
                      <a:pt x="3888" y="2688"/>
                    </a:lnTo>
                    <a:lnTo>
                      <a:pt x="3894" y="2688"/>
                    </a:lnTo>
                    <a:lnTo>
                      <a:pt x="3930" y="2676"/>
                    </a:lnTo>
                    <a:lnTo>
                      <a:pt x="3954" y="2664"/>
                    </a:lnTo>
                    <a:lnTo>
                      <a:pt x="3972" y="2658"/>
                    </a:lnTo>
                    <a:lnTo>
                      <a:pt x="3984" y="2652"/>
                    </a:lnTo>
                    <a:lnTo>
                      <a:pt x="4008" y="2646"/>
                    </a:lnTo>
                    <a:lnTo>
                      <a:pt x="4068" y="2634"/>
                    </a:lnTo>
                    <a:lnTo>
                      <a:pt x="4080" y="2628"/>
                    </a:lnTo>
                    <a:lnTo>
                      <a:pt x="4068" y="2616"/>
                    </a:lnTo>
                    <a:lnTo>
                      <a:pt x="4074" y="2598"/>
                    </a:lnTo>
                    <a:lnTo>
                      <a:pt x="4038" y="2604"/>
                    </a:lnTo>
                    <a:lnTo>
                      <a:pt x="4038" y="2580"/>
                    </a:lnTo>
                    <a:lnTo>
                      <a:pt x="4026" y="2586"/>
                    </a:lnTo>
                    <a:lnTo>
                      <a:pt x="4020" y="2586"/>
                    </a:lnTo>
                    <a:lnTo>
                      <a:pt x="4008" y="2592"/>
                    </a:lnTo>
                    <a:lnTo>
                      <a:pt x="4002" y="2598"/>
                    </a:lnTo>
                    <a:lnTo>
                      <a:pt x="3990" y="2598"/>
                    </a:lnTo>
                    <a:lnTo>
                      <a:pt x="3990" y="2580"/>
                    </a:lnTo>
                    <a:lnTo>
                      <a:pt x="3930" y="2580"/>
                    </a:lnTo>
                    <a:lnTo>
                      <a:pt x="3924" y="2574"/>
                    </a:lnTo>
                    <a:lnTo>
                      <a:pt x="3924" y="2568"/>
                    </a:lnTo>
                    <a:lnTo>
                      <a:pt x="3918" y="2562"/>
                    </a:lnTo>
                    <a:lnTo>
                      <a:pt x="3918" y="2556"/>
                    </a:lnTo>
                    <a:lnTo>
                      <a:pt x="3930" y="2556"/>
                    </a:lnTo>
                    <a:lnTo>
                      <a:pt x="3918" y="2544"/>
                    </a:lnTo>
                    <a:lnTo>
                      <a:pt x="3888" y="2544"/>
                    </a:lnTo>
                    <a:lnTo>
                      <a:pt x="3882" y="2532"/>
                    </a:lnTo>
                    <a:lnTo>
                      <a:pt x="3882" y="2526"/>
                    </a:lnTo>
                    <a:lnTo>
                      <a:pt x="3876" y="2514"/>
                    </a:lnTo>
                    <a:lnTo>
                      <a:pt x="3876" y="2502"/>
                    </a:lnTo>
                    <a:lnTo>
                      <a:pt x="3894" y="2484"/>
                    </a:lnTo>
                    <a:lnTo>
                      <a:pt x="3870" y="2484"/>
                    </a:lnTo>
                    <a:lnTo>
                      <a:pt x="3876" y="2478"/>
                    </a:lnTo>
                    <a:lnTo>
                      <a:pt x="3888" y="2472"/>
                    </a:lnTo>
                    <a:lnTo>
                      <a:pt x="3894" y="2460"/>
                    </a:lnTo>
                    <a:lnTo>
                      <a:pt x="3906" y="2454"/>
                    </a:lnTo>
                    <a:lnTo>
                      <a:pt x="3918" y="2442"/>
                    </a:lnTo>
                    <a:lnTo>
                      <a:pt x="3924" y="2430"/>
                    </a:lnTo>
                    <a:lnTo>
                      <a:pt x="3936" y="2424"/>
                    </a:lnTo>
                    <a:lnTo>
                      <a:pt x="3942" y="2412"/>
                    </a:lnTo>
                    <a:lnTo>
                      <a:pt x="3948" y="2406"/>
                    </a:lnTo>
                    <a:lnTo>
                      <a:pt x="3936" y="2400"/>
                    </a:lnTo>
                    <a:lnTo>
                      <a:pt x="3912" y="2430"/>
                    </a:lnTo>
                    <a:lnTo>
                      <a:pt x="3894" y="2418"/>
                    </a:lnTo>
                    <a:lnTo>
                      <a:pt x="3864" y="2436"/>
                    </a:lnTo>
                    <a:lnTo>
                      <a:pt x="3858" y="2418"/>
                    </a:lnTo>
                    <a:lnTo>
                      <a:pt x="3828" y="2406"/>
                    </a:lnTo>
                    <a:lnTo>
                      <a:pt x="3810" y="2412"/>
                    </a:lnTo>
                    <a:lnTo>
                      <a:pt x="3864" y="2394"/>
                    </a:lnTo>
                    <a:lnTo>
                      <a:pt x="3870" y="2400"/>
                    </a:lnTo>
                    <a:lnTo>
                      <a:pt x="3882" y="2406"/>
                    </a:lnTo>
                    <a:lnTo>
                      <a:pt x="3900" y="2406"/>
                    </a:lnTo>
                    <a:lnTo>
                      <a:pt x="3918" y="2388"/>
                    </a:lnTo>
                    <a:lnTo>
                      <a:pt x="3930" y="2382"/>
                    </a:lnTo>
                    <a:lnTo>
                      <a:pt x="3936" y="2376"/>
                    </a:lnTo>
                    <a:lnTo>
                      <a:pt x="3978" y="2376"/>
                    </a:lnTo>
                    <a:lnTo>
                      <a:pt x="3978" y="2364"/>
                    </a:lnTo>
                    <a:lnTo>
                      <a:pt x="3972" y="2358"/>
                    </a:lnTo>
                    <a:lnTo>
                      <a:pt x="3966" y="2346"/>
                    </a:lnTo>
                    <a:lnTo>
                      <a:pt x="3990" y="2346"/>
                    </a:lnTo>
                    <a:lnTo>
                      <a:pt x="3978" y="2334"/>
                    </a:lnTo>
                    <a:lnTo>
                      <a:pt x="3972" y="2322"/>
                    </a:lnTo>
                    <a:lnTo>
                      <a:pt x="3960" y="2316"/>
                    </a:lnTo>
                    <a:lnTo>
                      <a:pt x="3942" y="2310"/>
                    </a:lnTo>
                    <a:lnTo>
                      <a:pt x="3918" y="2310"/>
                    </a:lnTo>
                    <a:lnTo>
                      <a:pt x="3852" y="2316"/>
                    </a:lnTo>
                    <a:lnTo>
                      <a:pt x="3792" y="2334"/>
                    </a:lnTo>
                    <a:lnTo>
                      <a:pt x="3744" y="2352"/>
                    </a:lnTo>
                    <a:lnTo>
                      <a:pt x="3684" y="2376"/>
                    </a:lnTo>
                    <a:lnTo>
                      <a:pt x="3660" y="2388"/>
                    </a:lnTo>
                    <a:lnTo>
                      <a:pt x="3642" y="2400"/>
                    </a:lnTo>
                    <a:lnTo>
                      <a:pt x="3624" y="2418"/>
                    </a:lnTo>
                    <a:lnTo>
                      <a:pt x="3606" y="2430"/>
                    </a:lnTo>
                    <a:lnTo>
                      <a:pt x="3594" y="2442"/>
                    </a:lnTo>
                    <a:lnTo>
                      <a:pt x="3576" y="2454"/>
                    </a:lnTo>
                    <a:lnTo>
                      <a:pt x="3564" y="2466"/>
                    </a:lnTo>
                    <a:lnTo>
                      <a:pt x="3528" y="2484"/>
                    </a:lnTo>
                    <a:lnTo>
                      <a:pt x="3516" y="2484"/>
                    </a:lnTo>
                    <a:lnTo>
                      <a:pt x="3498" y="2490"/>
                    </a:lnTo>
                    <a:lnTo>
                      <a:pt x="3486" y="2490"/>
                    </a:lnTo>
                    <a:lnTo>
                      <a:pt x="3492" y="2490"/>
                    </a:lnTo>
                    <a:lnTo>
                      <a:pt x="3498" y="2484"/>
                    </a:lnTo>
                    <a:lnTo>
                      <a:pt x="3510" y="2478"/>
                    </a:lnTo>
                    <a:lnTo>
                      <a:pt x="3522" y="2466"/>
                    </a:lnTo>
                    <a:lnTo>
                      <a:pt x="3540" y="2460"/>
                    </a:lnTo>
                    <a:lnTo>
                      <a:pt x="3552" y="2448"/>
                    </a:lnTo>
                    <a:lnTo>
                      <a:pt x="3576" y="2436"/>
                    </a:lnTo>
                    <a:lnTo>
                      <a:pt x="3600" y="2412"/>
                    </a:lnTo>
                    <a:lnTo>
                      <a:pt x="3606" y="2400"/>
                    </a:lnTo>
                    <a:lnTo>
                      <a:pt x="3582" y="2388"/>
                    </a:lnTo>
                    <a:lnTo>
                      <a:pt x="3588" y="2388"/>
                    </a:lnTo>
                    <a:lnTo>
                      <a:pt x="3594" y="2394"/>
                    </a:lnTo>
                    <a:lnTo>
                      <a:pt x="3624" y="2394"/>
                    </a:lnTo>
                    <a:lnTo>
                      <a:pt x="3642" y="2382"/>
                    </a:lnTo>
                    <a:lnTo>
                      <a:pt x="3702" y="2334"/>
                    </a:lnTo>
                    <a:lnTo>
                      <a:pt x="3750" y="2310"/>
                    </a:lnTo>
                    <a:lnTo>
                      <a:pt x="3768" y="2304"/>
                    </a:lnTo>
                    <a:lnTo>
                      <a:pt x="3804" y="2304"/>
                    </a:lnTo>
                    <a:lnTo>
                      <a:pt x="3852" y="2256"/>
                    </a:lnTo>
                    <a:lnTo>
                      <a:pt x="3870" y="2244"/>
                    </a:lnTo>
                    <a:lnTo>
                      <a:pt x="3888" y="2238"/>
                    </a:lnTo>
                    <a:lnTo>
                      <a:pt x="3936" y="2232"/>
                    </a:lnTo>
                    <a:lnTo>
                      <a:pt x="3990" y="2232"/>
                    </a:lnTo>
                    <a:lnTo>
                      <a:pt x="4044" y="2226"/>
                    </a:lnTo>
                    <a:lnTo>
                      <a:pt x="4074" y="2226"/>
                    </a:lnTo>
                    <a:lnTo>
                      <a:pt x="4104" y="2232"/>
                    </a:lnTo>
                    <a:lnTo>
                      <a:pt x="4176" y="2244"/>
                    </a:lnTo>
                    <a:lnTo>
                      <a:pt x="4200" y="2250"/>
                    </a:lnTo>
                    <a:lnTo>
                      <a:pt x="4212" y="2244"/>
                    </a:lnTo>
                    <a:lnTo>
                      <a:pt x="4248" y="2232"/>
                    </a:lnTo>
                    <a:lnTo>
                      <a:pt x="4260" y="2226"/>
                    </a:lnTo>
                    <a:lnTo>
                      <a:pt x="4278" y="2226"/>
                    </a:lnTo>
                    <a:lnTo>
                      <a:pt x="4296" y="2220"/>
                    </a:lnTo>
                    <a:lnTo>
                      <a:pt x="4320" y="2214"/>
                    </a:lnTo>
                    <a:lnTo>
                      <a:pt x="4338" y="2208"/>
                    </a:lnTo>
                    <a:lnTo>
                      <a:pt x="4374" y="2172"/>
                    </a:lnTo>
                    <a:lnTo>
                      <a:pt x="4392" y="2166"/>
                    </a:lnTo>
                    <a:lnTo>
                      <a:pt x="4404" y="2154"/>
                    </a:lnTo>
                    <a:lnTo>
                      <a:pt x="4410" y="2154"/>
                    </a:lnTo>
                    <a:lnTo>
                      <a:pt x="4422" y="2148"/>
                    </a:lnTo>
                    <a:lnTo>
                      <a:pt x="4452" y="2148"/>
                    </a:lnTo>
                    <a:lnTo>
                      <a:pt x="4458" y="2142"/>
                    </a:lnTo>
                    <a:lnTo>
                      <a:pt x="4470" y="2136"/>
                    </a:lnTo>
                    <a:lnTo>
                      <a:pt x="4476" y="2130"/>
                    </a:lnTo>
                    <a:lnTo>
                      <a:pt x="4494" y="2130"/>
                    </a:lnTo>
                    <a:lnTo>
                      <a:pt x="4500" y="2136"/>
                    </a:lnTo>
                    <a:lnTo>
                      <a:pt x="4518" y="2136"/>
                    </a:lnTo>
                    <a:lnTo>
                      <a:pt x="4530" y="2130"/>
                    </a:lnTo>
                    <a:lnTo>
                      <a:pt x="4536" y="2130"/>
                    </a:lnTo>
                    <a:lnTo>
                      <a:pt x="4542" y="2124"/>
                    </a:lnTo>
                    <a:lnTo>
                      <a:pt x="4596" y="2106"/>
                    </a:lnTo>
                    <a:lnTo>
                      <a:pt x="4620" y="2094"/>
                    </a:lnTo>
                    <a:lnTo>
                      <a:pt x="4620" y="2088"/>
                    </a:lnTo>
                    <a:lnTo>
                      <a:pt x="4614" y="2076"/>
                    </a:lnTo>
                    <a:lnTo>
                      <a:pt x="4602" y="2070"/>
                    </a:lnTo>
                    <a:lnTo>
                      <a:pt x="4584" y="2052"/>
                    </a:lnTo>
                    <a:lnTo>
                      <a:pt x="4578" y="2052"/>
                    </a:lnTo>
                    <a:lnTo>
                      <a:pt x="4602" y="2052"/>
                    </a:lnTo>
                    <a:lnTo>
                      <a:pt x="4614" y="2046"/>
                    </a:lnTo>
                    <a:lnTo>
                      <a:pt x="4614" y="2028"/>
                    </a:lnTo>
                    <a:lnTo>
                      <a:pt x="4608" y="2022"/>
                    </a:lnTo>
                    <a:lnTo>
                      <a:pt x="4608" y="2010"/>
                    </a:lnTo>
                    <a:lnTo>
                      <a:pt x="4632" y="2010"/>
                    </a:lnTo>
                    <a:lnTo>
                      <a:pt x="4644" y="1998"/>
                    </a:lnTo>
                    <a:lnTo>
                      <a:pt x="4644" y="1992"/>
                    </a:lnTo>
                    <a:lnTo>
                      <a:pt x="4632" y="1980"/>
                    </a:lnTo>
                    <a:lnTo>
                      <a:pt x="4626" y="1968"/>
                    </a:lnTo>
                    <a:lnTo>
                      <a:pt x="4608" y="1962"/>
                    </a:lnTo>
                    <a:lnTo>
                      <a:pt x="4602" y="1956"/>
                    </a:lnTo>
                    <a:lnTo>
                      <a:pt x="4590" y="196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55" name="Belize" descr="© INSCALE GmbH, 05.05.2010&#10;http://www.presentationload.com/">
                <a:extLst>
                  <a:ext uri="{FF2B5EF4-FFF2-40B4-BE49-F238E27FC236}">
                    <a16:creationId xmlns:a16="http://schemas.microsoft.com/office/drawing/2014/main" id="{6EB353AA-53DA-2F4A-9C16-15C5FD4D8EE9}"/>
                  </a:ext>
                </a:extLst>
              </p:cNvPr>
              <p:cNvSpPr>
                <a:spLocks/>
              </p:cNvSpPr>
              <p:nvPr/>
            </p:nvSpPr>
            <p:spPr bwMode="gray">
              <a:xfrm>
                <a:off x="3084854" y="3515477"/>
                <a:ext cx="46021" cy="88756"/>
              </a:xfrm>
              <a:custGeom>
                <a:avLst/>
                <a:gdLst>
                  <a:gd name="T0" fmla="*/ 2147483647 w 108"/>
                  <a:gd name="T1" fmla="*/ 2147483647 h 210"/>
                  <a:gd name="T2" fmla="*/ 2147483647 w 108"/>
                  <a:gd name="T3" fmla="*/ 2147483647 h 210"/>
                  <a:gd name="T4" fmla="*/ 2147483647 w 108"/>
                  <a:gd name="T5" fmla="*/ 2147483647 h 210"/>
                  <a:gd name="T6" fmla="*/ 2147483647 w 108"/>
                  <a:gd name="T7" fmla="*/ 2147483647 h 210"/>
                  <a:gd name="T8" fmla="*/ 2147483647 w 108"/>
                  <a:gd name="T9" fmla="*/ 2147483647 h 210"/>
                  <a:gd name="T10" fmla="*/ 2147483647 w 108"/>
                  <a:gd name="T11" fmla="*/ 0 h 210"/>
                  <a:gd name="T12" fmla="*/ 2147483647 w 108"/>
                  <a:gd name="T13" fmla="*/ 2147483647 h 210"/>
                  <a:gd name="T14" fmla="*/ 2147483647 w 108"/>
                  <a:gd name="T15" fmla="*/ 2147483647 h 210"/>
                  <a:gd name="T16" fmla="*/ 2147483647 w 108"/>
                  <a:gd name="T17" fmla="*/ 2147483647 h 210"/>
                  <a:gd name="T18" fmla="*/ 2147483647 w 108"/>
                  <a:gd name="T19" fmla="*/ 2147483647 h 210"/>
                  <a:gd name="T20" fmla="*/ 2147483647 w 108"/>
                  <a:gd name="T21" fmla="*/ 2147483647 h 210"/>
                  <a:gd name="T22" fmla="*/ 2147483647 w 108"/>
                  <a:gd name="T23" fmla="*/ 2147483647 h 210"/>
                  <a:gd name="T24" fmla="*/ 2147483647 w 108"/>
                  <a:gd name="T25" fmla="*/ 2147483647 h 210"/>
                  <a:gd name="T26" fmla="*/ 2147483647 w 108"/>
                  <a:gd name="T27" fmla="*/ 2147483647 h 210"/>
                  <a:gd name="T28" fmla="*/ 2147483647 w 108"/>
                  <a:gd name="T29" fmla="*/ 2147483647 h 210"/>
                  <a:gd name="T30" fmla="*/ 2147483647 w 108"/>
                  <a:gd name="T31" fmla="*/ 2147483647 h 210"/>
                  <a:gd name="T32" fmla="*/ 2147483647 w 108"/>
                  <a:gd name="T33" fmla="*/ 2147483647 h 210"/>
                  <a:gd name="T34" fmla="*/ 2147483647 w 108"/>
                  <a:gd name="T35" fmla="*/ 2147483647 h 210"/>
                  <a:gd name="T36" fmla="*/ 0 w 108"/>
                  <a:gd name="T37" fmla="*/ 2147483647 h 210"/>
                  <a:gd name="T38" fmla="*/ 2147483647 w 108"/>
                  <a:gd name="T39" fmla="*/ 2147483647 h 210"/>
                  <a:gd name="T40" fmla="*/ 2147483647 w 108"/>
                  <a:gd name="T41" fmla="*/ 2147483647 h 210"/>
                  <a:gd name="T42" fmla="*/ 2147483647 w 108"/>
                  <a:gd name="T43" fmla="*/ 2147483647 h 210"/>
                  <a:gd name="T44" fmla="*/ 2147483647 w 108"/>
                  <a:gd name="T45" fmla="*/ 2147483647 h 210"/>
                  <a:gd name="T46" fmla="*/ 2147483647 w 108"/>
                  <a:gd name="T47" fmla="*/ 2147483647 h 210"/>
                  <a:gd name="T48" fmla="*/ 2147483647 w 108"/>
                  <a:gd name="T49" fmla="*/ 2147483647 h 210"/>
                  <a:gd name="T50" fmla="*/ 2147483647 w 108"/>
                  <a:gd name="T51" fmla="*/ 2147483647 h 210"/>
                  <a:gd name="T52" fmla="*/ 2147483647 w 108"/>
                  <a:gd name="T53" fmla="*/ 2147483647 h 210"/>
                  <a:gd name="T54" fmla="*/ 2147483647 w 108"/>
                  <a:gd name="T55" fmla="*/ 2147483647 h 2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8"/>
                  <a:gd name="T85" fmla="*/ 0 h 210"/>
                  <a:gd name="T86" fmla="*/ 108 w 108"/>
                  <a:gd name="T87" fmla="*/ 210 h 2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8" h="210">
                    <a:moveTo>
                      <a:pt x="108" y="30"/>
                    </a:moveTo>
                    <a:lnTo>
                      <a:pt x="108" y="24"/>
                    </a:lnTo>
                    <a:lnTo>
                      <a:pt x="102" y="24"/>
                    </a:lnTo>
                    <a:lnTo>
                      <a:pt x="90" y="18"/>
                    </a:lnTo>
                    <a:lnTo>
                      <a:pt x="84" y="12"/>
                    </a:lnTo>
                    <a:lnTo>
                      <a:pt x="78" y="0"/>
                    </a:lnTo>
                    <a:lnTo>
                      <a:pt x="78" y="6"/>
                    </a:lnTo>
                    <a:lnTo>
                      <a:pt x="72" y="12"/>
                    </a:lnTo>
                    <a:lnTo>
                      <a:pt x="72" y="24"/>
                    </a:lnTo>
                    <a:lnTo>
                      <a:pt x="66" y="36"/>
                    </a:lnTo>
                    <a:lnTo>
                      <a:pt x="54" y="42"/>
                    </a:lnTo>
                    <a:lnTo>
                      <a:pt x="48" y="48"/>
                    </a:lnTo>
                    <a:lnTo>
                      <a:pt x="42" y="48"/>
                    </a:lnTo>
                    <a:lnTo>
                      <a:pt x="42" y="42"/>
                    </a:lnTo>
                    <a:lnTo>
                      <a:pt x="36" y="36"/>
                    </a:lnTo>
                    <a:lnTo>
                      <a:pt x="30" y="36"/>
                    </a:lnTo>
                    <a:lnTo>
                      <a:pt x="30" y="42"/>
                    </a:lnTo>
                    <a:lnTo>
                      <a:pt x="24" y="54"/>
                    </a:lnTo>
                    <a:lnTo>
                      <a:pt x="0" y="210"/>
                    </a:lnTo>
                    <a:lnTo>
                      <a:pt x="30" y="210"/>
                    </a:lnTo>
                    <a:lnTo>
                      <a:pt x="42" y="168"/>
                    </a:lnTo>
                    <a:lnTo>
                      <a:pt x="60" y="174"/>
                    </a:lnTo>
                    <a:lnTo>
                      <a:pt x="84" y="150"/>
                    </a:lnTo>
                    <a:lnTo>
                      <a:pt x="84" y="90"/>
                    </a:lnTo>
                    <a:lnTo>
                      <a:pt x="90" y="78"/>
                    </a:lnTo>
                    <a:lnTo>
                      <a:pt x="96" y="60"/>
                    </a:lnTo>
                    <a:lnTo>
                      <a:pt x="108" y="36"/>
                    </a:lnTo>
                    <a:lnTo>
                      <a:pt x="108"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175" name="Oceania">
              <a:extLst>
                <a:ext uri="{FF2B5EF4-FFF2-40B4-BE49-F238E27FC236}">
                  <a16:creationId xmlns:a16="http://schemas.microsoft.com/office/drawing/2014/main" id="{1FF7910A-902D-CB46-A8BA-480469124C84}"/>
                </a:ext>
              </a:extLst>
            </p:cNvPr>
            <p:cNvGrpSpPr/>
            <p:nvPr/>
          </p:nvGrpSpPr>
          <p:grpSpPr>
            <a:xfrm>
              <a:off x="8978944" y="4204163"/>
              <a:ext cx="1742259" cy="1512147"/>
              <a:chOff x="8978944" y="4204163"/>
              <a:chExt cx="1742259" cy="1512147"/>
            </a:xfrm>
          </p:grpSpPr>
          <p:sp>
            <p:nvSpPr>
              <p:cNvPr id="334" name="Solomon Islands" descr="© INSCALE GmbH, 05.05.2010&#10;http://www.presentationload.com/">
                <a:extLst>
                  <a:ext uri="{FF2B5EF4-FFF2-40B4-BE49-F238E27FC236}">
                    <a16:creationId xmlns:a16="http://schemas.microsoft.com/office/drawing/2014/main" id="{5A17D6CB-E795-2644-BAF3-8679341274D1}"/>
                  </a:ext>
                </a:extLst>
              </p:cNvPr>
              <p:cNvSpPr>
                <a:spLocks noEditPoints="1"/>
              </p:cNvSpPr>
              <p:nvPr/>
            </p:nvSpPr>
            <p:spPr bwMode="gray">
              <a:xfrm>
                <a:off x="10400693" y="4368526"/>
                <a:ext cx="156146" cy="146285"/>
              </a:xfrm>
              <a:custGeom>
                <a:avLst/>
                <a:gdLst>
                  <a:gd name="T0" fmla="*/ 2147483647 w 372"/>
                  <a:gd name="T1" fmla="*/ 0 h 348"/>
                  <a:gd name="T2" fmla="*/ 2147483647 w 372"/>
                  <a:gd name="T3" fmla="*/ 2147483647 h 348"/>
                  <a:gd name="T4" fmla="*/ 0 w 372"/>
                  <a:gd name="T5" fmla="*/ 2147483647 h 348"/>
                  <a:gd name="T6" fmla="*/ 2147483647 w 372"/>
                  <a:gd name="T7" fmla="*/ 2147483647 h 348"/>
                  <a:gd name="T8" fmla="*/ 0 w 372"/>
                  <a:gd name="T9" fmla="*/ 2147483647 h 348"/>
                  <a:gd name="T10" fmla="*/ 2147483647 w 372"/>
                  <a:gd name="T11" fmla="*/ 2147483647 h 348"/>
                  <a:gd name="T12" fmla="*/ 2147483647 w 372"/>
                  <a:gd name="T13" fmla="*/ 2147483647 h 348"/>
                  <a:gd name="T14" fmla="*/ 2147483647 w 372"/>
                  <a:gd name="T15" fmla="*/ 2147483647 h 348"/>
                  <a:gd name="T16" fmla="*/ 2147483647 w 372"/>
                  <a:gd name="T17" fmla="*/ 2147483647 h 348"/>
                  <a:gd name="T18" fmla="*/ 2147483647 w 372"/>
                  <a:gd name="T19" fmla="*/ 2147483647 h 348"/>
                  <a:gd name="T20" fmla="*/ 2147483647 w 372"/>
                  <a:gd name="T21" fmla="*/ 2147483647 h 348"/>
                  <a:gd name="T22" fmla="*/ 2147483647 w 372"/>
                  <a:gd name="T23" fmla="*/ 2147483647 h 348"/>
                  <a:gd name="T24" fmla="*/ 2147483647 w 372"/>
                  <a:gd name="T25" fmla="*/ 2147483647 h 348"/>
                  <a:gd name="T26" fmla="*/ 2147483647 w 372"/>
                  <a:gd name="T27" fmla="*/ 2147483647 h 348"/>
                  <a:gd name="T28" fmla="*/ 2147483647 w 372"/>
                  <a:gd name="T29" fmla="*/ 2147483647 h 348"/>
                  <a:gd name="T30" fmla="*/ 2147483647 w 372"/>
                  <a:gd name="T31" fmla="*/ 2147483647 h 348"/>
                  <a:gd name="T32" fmla="*/ 2147483647 w 372"/>
                  <a:gd name="T33" fmla="*/ 2147483647 h 348"/>
                  <a:gd name="T34" fmla="*/ 2147483647 w 372"/>
                  <a:gd name="T35" fmla="*/ 2147483647 h 348"/>
                  <a:gd name="T36" fmla="*/ 2147483647 w 372"/>
                  <a:gd name="T37" fmla="*/ 2147483647 h 348"/>
                  <a:gd name="T38" fmla="*/ 2147483647 w 372"/>
                  <a:gd name="T39" fmla="*/ 2147483647 h 348"/>
                  <a:gd name="T40" fmla="*/ 2147483647 w 372"/>
                  <a:gd name="T41" fmla="*/ 2147483647 h 348"/>
                  <a:gd name="T42" fmla="*/ 2147483647 w 372"/>
                  <a:gd name="T43" fmla="*/ 2147483647 h 348"/>
                  <a:gd name="T44" fmla="*/ 2147483647 w 372"/>
                  <a:gd name="T45" fmla="*/ 2147483647 h 348"/>
                  <a:gd name="T46" fmla="*/ 2147483647 w 372"/>
                  <a:gd name="T47" fmla="*/ 2147483647 h 348"/>
                  <a:gd name="T48" fmla="*/ 2147483647 w 372"/>
                  <a:gd name="T49" fmla="*/ 2147483647 h 348"/>
                  <a:gd name="T50" fmla="*/ 2147483647 w 372"/>
                  <a:gd name="T51" fmla="*/ 2147483647 h 348"/>
                  <a:gd name="T52" fmla="*/ 2147483647 w 372"/>
                  <a:gd name="T53" fmla="*/ 2147483647 h 348"/>
                  <a:gd name="T54" fmla="*/ 2147483647 w 372"/>
                  <a:gd name="T55" fmla="*/ 2147483647 h 348"/>
                  <a:gd name="T56" fmla="*/ 2147483647 w 372"/>
                  <a:gd name="T57" fmla="*/ 2147483647 h 348"/>
                  <a:gd name="T58" fmla="*/ 2147483647 w 372"/>
                  <a:gd name="T59" fmla="*/ 2147483647 h 348"/>
                  <a:gd name="T60" fmla="*/ 2147483647 w 372"/>
                  <a:gd name="T61" fmla="*/ 2147483647 h 348"/>
                  <a:gd name="T62" fmla="*/ 2147483647 w 372"/>
                  <a:gd name="T63" fmla="*/ 2147483647 h 3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2"/>
                  <a:gd name="T97" fmla="*/ 0 h 348"/>
                  <a:gd name="T98" fmla="*/ 372 w 372"/>
                  <a:gd name="T99" fmla="*/ 348 h 3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2" h="348">
                    <a:moveTo>
                      <a:pt x="30" y="18"/>
                    </a:moveTo>
                    <a:lnTo>
                      <a:pt x="12" y="0"/>
                    </a:lnTo>
                    <a:lnTo>
                      <a:pt x="6" y="24"/>
                    </a:lnTo>
                    <a:lnTo>
                      <a:pt x="24" y="48"/>
                    </a:lnTo>
                    <a:lnTo>
                      <a:pt x="30" y="18"/>
                    </a:lnTo>
                    <a:close/>
                    <a:moveTo>
                      <a:pt x="0" y="126"/>
                    </a:moveTo>
                    <a:lnTo>
                      <a:pt x="18" y="132"/>
                    </a:lnTo>
                    <a:lnTo>
                      <a:pt x="36" y="102"/>
                    </a:lnTo>
                    <a:lnTo>
                      <a:pt x="0" y="102"/>
                    </a:lnTo>
                    <a:lnTo>
                      <a:pt x="0" y="126"/>
                    </a:lnTo>
                    <a:close/>
                    <a:moveTo>
                      <a:pt x="78" y="120"/>
                    </a:moveTo>
                    <a:lnTo>
                      <a:pt x="36" y="120"/>
                    </a:lnTo>
                    <a:lnTo>
                      <a:pt x="42" y="144"/>
                    </a:lnTo>
                    <a:lnTo>
                      <a:pt x="78" y="132"/>
                    </a:lnTo>
                    <a:lnTo>
                      <a:pt x="78" y="120"/>
                    </a:lnTo>
                    <a:close/>
                    <a:moveTo>
                      <a:pt x="60" y="186"/>
                    </a:moveTo>
                    <a:lnTo>
                      <a:pt x="96" y="186"/>
                    </a:lnTo>
                    <a:lnTo>
                      <a:pt x="48" y="150"/>
                    </a:lnTo>
                    <a:lnTo>
                      <a:pt x="60" y="186"/>
                    </a:lnTo>
                    <a:close/>
                    <a:moveTo>
                      <a:pt x="246" y="222"/>
                    </a:moveTo>
                    <a:lnTo>
                      <a:pt x="222" y="210"/>
                    </a:lnTo>
                    <a:lnTo>
                      <a:pt x="192" y="210"/>
                    </a:lnTo>
                    <a:lnTo>
                      <a:pt x="192" y="228"/>
                    </a:lnTo>
                    <a:lnTo>
                      <a:pt x="198" y="234"/>
                    </a:lnTo>
                    <a:lnTo>
                      <a:pt x="204" y="246"/>
                    </a:lnTo>
                    <a:lnTo>
                      <a:pt x="216" y="252"/>
                    </a:lnTo>
                    <a:lnTo>
                      <a:pt x="252" y="264"/>
                    </a:lnTo>
                    <a:lnTo>
                      <a:pt x="264" y="264"/>
                    </a:lnTo>
                    <a:lnTo>
                      <a:pt x="276" y="258"/>
                    </a:lnTo>
                    <a:lnTo>
                      <a:pt x="276" y="252"/>
                    </a:lnTo>
                    <a:lnTo>
                      <a:pt x="270" y="246"/>
                    </a:lnTo>
                    <a:lnTo>
                      <a:pt x="264" y="234"/>
                    </a:lnTo>
                    <a:lnTo>
                      <a:pt x="246" y="222"/>
                    </a:lnTo>
                    <a:close/>
                    <a:moveTo>
                      <a:pt x="312" y="288"/>
                    </a:moveTo>
                    <a:lnTo>
                      <a:pt x="360" y="348"/>
                    </a:lnTo>
                    <a:lnTo>
                      <a:pt x="372" y="318"/>
                    </a:lnTo>
                    <a:lnTo>
                      <a:pt x="312" y="288"/>
                    </a:lnTo>
                    <a:close/>
                    <a:moveTo>
                      <a:pt x="288" y="126"/>
                    </a:moveTo>
                    <a:lnTo>
                      <a:pt x="288" y="132"/>
                    </a:lnTo>
                    <a:lnTo>
                      <a:pt x="282" y="138"/>
                    </a:lnTo>
                    <a:lnTo>
                      <a:pt x="282" y="150"/>
                    </a:lnTo>
                    <a:lnTo>
                      <a:pt x="276" y="162"/>
                    </a:lnTo>
                    <a:lnTo>
                      <a:pt x="276" y="192"/>
                    </a:lnTo>
                    <a:lnTo>
                      <a:pt x="312" y="228"/>
                    </a:lnTo>
                    <a:lnTo>
                      <a:pt x="324" y="234"/>
                    </a:lnTo>
                    <a:lnTo>
                      <a:pt x="330" y="240"/>
                    </a:lnTo>
                    <a:lnTo>
                      <a:pt x="288" y="126"/>
                    </a:lnTo>
                    <a:close/>
                    <a:moveTo>
                      <a:pt x="120" y="60"/>
                    </a:moveTo>
                    <a:lnTo>
                      <a:pt x="120" y="66"/>
                    </a:lnTo>
                    <a:lnTo>
                      <a:pt x="126" y="78"/>
                    </a:lnTo>
                    <a:lnTo>
                      <a:pt x="138" y="90"/>
                    </a:lnTo>
                    <a:lnTo>
                      <a:pt x="150" y="108"/>
                    </a:lnTo>
                    <a:lnTo>
                      <a:pt x="168" y="120"/>
                    </a:lnTo>
                    <a:lnTo>
                      <a:pt x="192" y="144"/>
                    </a:lnTo>
                    <a:lnTo>
                      <a:pt x="204" y="150"/>
                    </a:lnTo>
                    <a:lnTo>
                      <a:pt x="216" y="150"/>
                    </a:lnTo>
                    <a:lnTo>
                      <a:pt x="210" y="138"/>
                    </a:lnTo>
                    <a:lnTo>
                      <a:pt x="204" y="132"/>
                    </a:lnTo>
                    <a:lnTo>
                      <a:pt x="198" y="120"/>
                    </a:lnTo>
                    <a:lnTo>
                      <a:pt x="186" y="108"/>
                    </a:lnTo>
                    <a:lnTo>
                      <a:pt x="174" y="90"/>
                    </a:lnTo>
                    <a:lnTo>
                      <a:pt x="156" y="78"/>
                    </a:lnTo>
                    <a:lnTo>
                      <a:pt x="144" y="66"/>
                    </a:lnTo>
                    <a:lnTo>
                      <a:pt x="132" y="60"/>
                    </a:lnTo>
                    <a:lnTo>
                      <a:pt x="120"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5" name="Papua New Guinea" descr="© INSCALE GmbH, 05.05.2010&#10;http://www.presentationload.com/">
                <a:extLst>
                  <a:ext uri="{FF2B5EF4-FFF2-40B4-BE49-F238E27FC236}">
                    <a16:creationId xmlns:a16="http://schemas.microsoft.com/office/drawing/2014/main" id="{DEFBE9D2-3AA3-284E-A5FC-30B71B643103}"/>
                  </a:ext>
                </a:extLst>
              </p:cNvPr>
              <p:cNvSpPr>
                <a:spLocks noEditPoints="1"/>
              </p:cNvSpPr>
              <p:nvPr/>
            </p:nvSpPr>
            <p:spPr bwMode="gray">
              <a:xfrm>
                <a:off x="9924037" y="4204163"/>
                <a:ext cx="456931" cy="305718"/>
              </a:xfrm>
              <a:custGeom>
                <a:avLst/>
                <a:gdLst>
                  <a:gd name="T0" fmla="*/ 2147483647 w 1086"/>
                  <a:gd name="T1" fmla="*/ 2147483647 h 726"/>
                  <a:gd name="T2" fmla="*/ 2147483647 w 1086"/>
                  <a:gd name="T3" fmla="*/ 2147483647 h 726"/>
                  <a:gd name="T4" fmla="*/ 2147483647 w 1086"/>
                  <a:gd name="T5" fmla="*/ 2147483647 h 726"/>
                  <a:gd name="T6" fmla="*/ 2147483647 w 1086"/>
                  <a:gd name="T7" fmla="*/ 2147483647 h 726"/>
                  <a:gd name="T8" fmla="*/ 2147483647 w 1086"/>
                  <a:gd name="T9" fmla="*/ 2147483647 h 726"/>
                  <a:gd name="T10" fmla="*/ 2147483647 w 1086"/>
                  <a:gd name="T11" fmla="*/ 2147483647 h 726"/>
                  <a:gd name="T12" fmla="*/ 2147483647 w 1086"/>
                  <a:gd name="T13" fmla="*/ 2147483647 h 726"/>
                  <a:gd name="T14" fmla="*/ 2147483647 w 1086"/>
                  <a:gd name="T15" fmla="*/ 2147483647 h 726"/>
                  <a:gd name="T16" fmla="*/ 2147483647 w 1086"/>
                  <a:gd name="T17" fmla="*/ 2147483647 h 726"/>
                  <a:gd name="T18" fmla="*/ 2147483647 w 1086"/>
                  <a:gd name="T19" fmla="*/ 2147483647 h 726"/>
                  <a:gd name="T20" fmla="*/ 2147483647 w 1086"/>
                  <a:gd name="T21" fmla="*/ 2147483647 h 726"/>
                  <a:gd name="T22" fmla="*/ 2147483647 w 1086"/>
                  <a:gd name="T23" fmla="*/ 2147483647 h 726"/>
                  <a:gd name="T24" fmla="*/ 2147483647 w 1086"/>
                  <a:gd name="T25" fmla="*/ 2147483647 h 726"/>
                  <a:gd name="T26" fmla="*/ 2147483647 w 1086"/>
                  <a:gd name="T27" fmla="*/ 2147483647 h 726"/>
                  <a:gd name="T28" fmla="*/ 2147483647 w 1086"/>
                  <a:gd name="T29" fmla="*/ 2147483647 h 726"/>
                  <a:gd name="T30" fmla="*/ 2147483647 w 1086"/>
                  <a:gd name="T31" fmla="*/ 2147483647 h 726"/>
                  <a:gd name="T32" fmla="*/ 2147483647 w 1086"/>
                  <a:gd name="T33" fmla="*/ 2147483647 h 726"/>
                  <a:gd name="T34" fmla="*/ 2147483647 w 1086"/>
                  <a:gd name="T35" fmla="*/ 2147483647 h 726"/>
                  <a:gd name="T36" fmla="*/ 2147483647 w 1086"/>
                  <a:gd name="T37" fmla="*/ 2147483647 h 726"/>
                  <a:gd name="T38" fmla="*/ 2147483647 w 1086"/>
                  <a:gd name="T39" fmla="*/ 2147483647 h 726"/>
                  <a:gd name="T40" fmla="*/ 2147483647 w 1086"/>
                  <a:gd name="T41" fmla="*/ 2147483647 h 726"/>
                  <a:gd name="T42" fmla="*/ 2147483647 w 1086"/>
                  <a:gd name="T43" fmla="*/ 2147483647 h 726"/>
                  <a:gd name="T44" fmla="*/ 2147483647 w 1086"/>
                  <a:gd name="T45" fmla="*/ 2147483647 h 726"/>
                  <a:gd name="T46" fmla="*/ 2147483647 w 1086"/>
                  <a:gd name="T47" fmla="*/ 2147483647 h 726"/>
                  <a:gd name="T48" fmla="*/ 2147483647 w 1086"/>
                  <a:gd name="T49" fmla="*/ 2147483647 h 726"/>
                  <a:gd name="T50" fmla="*/ 2147483647 w 1086"/>
                  <a:gd name="T51" fmla="*/ 2147483647 h 726"/>
                  <a:gd name="T52" fmla="*/ 2147483647 w 1086"/>
                  <a:gd name="T53" fmla="*/ 2147483647 h 726"/>
                  <a:gd name="T54" fmla="*/ 2147483647 w 1086"/>
                  <a:gd name="T55" fmla="*/ 2147483647 h 726"/>
                  <a:gd name="T56" fmla="*/ 2147483647 w 1086"/>
                  <a:gd name="T57" fmla="*/ 2147483647 h 726"/>
                  <a:gd name="T58" fmla="*/ 2147483647 w 1086"/>
                  <a:gd name="T59" fmla="*/ 2147483647 h 726"/>
                  <a:gd name="T60" fmla="*/ 2147483647 w 1086"/>
                  <a:gd name="T61" fmla="*/ 2147483647 h 726"/>
                  <a:gd name="T62" fmla="*/ 2147483647 w 1086"/>
                  <a:gd name="T63" fmla="*/ 2147483647 h 726"/>
                  <a:gd name="T64" fmla="*/ 2147483647 w 1086"/>
                  <a:gd name="T65" fmla="*/ 2147483647 h 726"/>
                  <a:gd name="T66" fmla="*/ 2147483647 w 1086"/>
                  <a:gd name="T67" fmla="*/ 2147483647 h 726"/>
                  <a:gd name="T68" fmla="*/ 2147483647 w 1086"/>
                  <a:gd name="T69" fmla="*/ 2147483647 h 726"/>
                  <a:gd name="T70" fmla="*/ 2147483647 w 1086"/>
                  <a:gd name="T71" fmla="*/ 2147483647 h 726"/>
                  <a:gd name="T72" fmla="*/ 2147483647 w 1086"/>
                  <a:gd name="T73" fmla="*/ 2147483647 h 726"/>
                  <a:gd name="T74" fmla="*/ 2147483647 w 1086"/>
                  <a:gd name="T75" fmla="*/ 2147483647 h 726"/>
                  <a:gd name="T76" fmla="*/ 2147483647 w 1086"/>
                  <a:gd name="T77" fmla="*/ 2147483647 h 726"/>
                  <a:gd name="T78" fmla="*/ 2147483647 w 1086"/>
                  <a:gd name="T79" fmla="*/ 2147483647 h 726"/>
                  <a:gd name="T80" fmla="*/ 2147483647 w 1086"/>
                  <a:gd name="T81" fmla="*/ 2147483647 h 726"/>
                  <a:gd name="T82" fmla="*/ 2147483647 w 1086"/>
                  <a:gd name="T83" fmla="*/ 2147483647 h 726"/>
                  <a:gd name="T84" fmla="*/ 2147483647 w 1086"/>
                  <a:gd name="T85" fmla="*/ 2147483647 h 726"/>
                  <a:gd name="T86" fmla="*/ 2147483647 w 1086"/>
                  <a:gd name="T87" fmla="*/ 2147483647 h 726"/>
                  <a:gd name="T88" fmla="*/ 2147483647 w 1086"/>
                  <a:gd name="T89" fmla="*/ 2147483647 h 726"/>
                  <a:gd name="T90" fmla="*/ 2147483647 w 1086"/>
                  <a:gd name="T91" fmla="*/ 2147483647 h 726"/>
                  <a:gd name="T92" fmla="*/ 2147483647 w 1086"/>
                  <a:gd name="T93" fmla="*/ 2147483647 h 726"/>
                  <a:gd name="T94" fmla="*/ 2147483647 w 1086"/>
                  <a:gd name="T95" fmla="*/ 2147483647 h 726"/>
                  <a:gd name="T96" fmla="*/ 2147483647 w 1086"/>
                  <a:gd name="T97" fmla="*/ 2147483647 h 726"/>
                  <a:gd name="T98" fmla="*/ 2147483647 w 1086"/>
                  <a:gd name="T99" fmla="*/ 2147483647 h 726"/>
                  <a:gd name="T100" fmla="*/ 2147483647 w 1086"/>
                  <a:gd name="T101" fmla="*/ 2147483647 h 726"/>
                  <a:gd name="T102" fmla="*/ 2147483647 w 1086"/>
                  <a:gd name="T103" fmla="*/ 2147483647 h 726"/>
                  <a:gd name="T104" fmla="*/ 2147483647 w 1086"/>
                  <a:gd name="T105" fmla="*/ 2147483647 h 726"/>
                  <a:gd name="T106" fmla="*/ 2147483647 w 1086"/>
                  <a:gd name="T107" fmla="*/ 2147483647 h 726"/>
                  <a:gd name="T108" fmla="*/ 2147483647 w 1086"/>
                  <a:gd name="T109" fmla="*/ 2147483647 h 726"/>
                  <a:gd name="T110" fmla="*/ 2147483647 w 1086"/>
                  <a:gd name="T111" fmla="*/ 2147483647 h 726"/>
                  <a:gd name="T112" fmla="*/ 2147483647 w 1086"/>
                  <a:gd name="T113" fmla="*/ 2147483647 h 7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86"/>
                  <a:gd name="T172" fmla="*/ 0 h 726"/>
                  <a:gd name="T173" fmla="*/ 1086 w 1086"/>
                  <a:gd name="T174" fmla="*/ 726 h 7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86" h="726">
                    <a:moveTo>
                      <a:pt x="486" y="0"/>
                    </a:moveTo>
                    <a:lnTo>
                      <a:pt x="462" y="0"/>
                    </a:lnTo>
                    <a:lnTo>
                      <a:pt x="450" y="6"/>
                    </a:lnTo>
                    <a:lnTo>
                      <a:pt x="444" y="12"/>
                    </a:lnTo>
                    <a:lnTo>
                      <a:pt x="432" y="18"/>
                    </a:lnTo>
                    <a:lnTo>
                      <a:pt x="462" y="36"/>
                    </a:lnTo>
                    <a:lnTo>
                      <a:pt x="474" y="36"/>
                    </a:lnTo>
                    <a:lnTo>
                      <a:pt x="486" y="30"/>
                    </a:lnTo>
                    <a:lnTo>
                      <a:pt x="498" y="18"/>
                    </a:lnTo>
                    <a:lnTo>
                      <a:pt x="492" y="6"/>
                    </a:lnTo>
                    <a:lnTo>
                      <a:pt x="486" y="0"/>
                    </a:lnTo>
                    <a:close/>
                    <a:moveTo>
                      <a:pt x="756" y="216"/>
                    </a:moveTo>
                    <a:lnTo>
                      <a:pt x="750" y="222"/>
                    </a:lnTo>
                    <a:lnTo>
                      <a:pt x="750" y="228"/>
                    </a:lnTo>
                    <a:lnTo>
                      <a:pt x="756" y="234"/>
                    </a:lnTo>
                    <a:lnTo>
                      <a:pt x="768" y="240"/>
                    </a:lnTo>
                    <a:lnTo>
                      <a:pt x="774" y="246"/>
                    </a:lnTo>
                    <a:lnTo>
                      <a:pt x="774" y="264"/>
                    </a:lnTo>
                    <a:lnTo>
                      <a:pt x="702" y="300"/>
                    </a:lnTo>
                    <a:lnTo>
                      <a:pt x="666" y="300"/>
                    </a:lnTo>
                    <a:lnTo>
                      <a:pt x="630" y="312"/>
                    </a:lnTo>
                    <a:lnTo>
                      <a:pt x="594" y="330"/>
                    </a:lnTo>
                    <a:lnTo>
                      <a:pt x="588" y="336"/>
                    </a:lnTo>
                    <a:lnTo>
                      <a:pt x="570" y="336"/>
                    </a:lnTo>
                    <a:lnTo>
                      <a:pt x="564" y="342"/>
                    </a:lnTo>
                    <a:lnTo>
                      <a:pt x="588" y="378"/>
                    </a:lnTo>
                    <a:lnTo>
                      <a:pt x="684" y="378"/>
                    </a:lnTo>
                    <a:lnTo>
                      <a:pt x="702" y="366"/>
                    </a:lnTo>
                    <a:lnTo>
                      <a:pt x="738" y="366"/>
                    </a:lnTo>
                    <a:lnTo>
                      <a:pt x="750" y="360"/>
                    </a:lnTo>
                    <a:lnTo>
                      <a:pt x="774" y="336"/>
                    </a:lnTo>
                    <a:lnTo>
                      <a:pt x="774" y="330"/>
                    </a:lnTo>
                    <a:lnTo>
                      <a:pt x="804" y="324"/>
                    </a:lnTo>
                    <a:lnTo>
                      <a:pt x="798" y="300"/>
                    </a:lnTo>
                    <a:lnTo>
                      <a:pt x="822" y="300"/>
                    </a:lnTo>
                    <a:lnTo>
                      <a:pt x="822" y="288"/>
                    </a:lnTo>
                    <a:lnTo>
                      <a:pt x="828" y="258"/>
                    </a:lnTo>
                    <a:lnTo>
                      <a:pt x="828" y="228"/>
                    </a:lnTo>
                    <a:lnTo>
                      <a:pt x="822" y="198"/>
                    </a:lnTo>
                    <a:lnTo>
                      <a:pt x="816" y="192"/>
                    </a:lnTo>
                    <a:lnTo>
                      <a:pt x="804" y="186"/>
                    </a:lnTo>
                    <a:lnTo>
                      <a:pt x="792" y="192"/>
                    </a:lnTo>
                    <a:lnTo>
                      <a:pt x="786" y="198"/>
                    </a:lnTo>
                    <a:lnTo>
                      <a:pt x="762" y="210"/>
                    </a:lnTo>
                    <a:lnTo>
                      <a:pt x="756" y="216"/>
                    </a:lnTo>
                    <a:close/>
                    <a:moveTo>
                      <a:pt x="834" y="132"/>
                    </a:moveTo>
                    <a:lnTo>
                      <a:pt x="822" y="132"/>
                    </a:lnTo>
                    <a:lnTo>
                      <a:pt x="816" y="120"/>
                    </a:lnTo>
                    <a:lnTo>
                      <a:pt x="804" y="108"/>
                    </a:lnTo>
                    <a:lnTo>
                      <a:pt x="792" y="102"/>
                    </a:lnTo>
                    <a:lnTo>
                      <a:pt x="786" y="90"/>
                    </a:lnTo>
                    <a:lnTo>
                      <a:pt x="774" y="78"/>
                    </a:lnTo>
                    <a:lnTo>
                      <a:pt x="768" y="78"/>
                    </a:lnTo>
                    <a:lnTo>
                      <a:pt x="762" y="72"/>
                    </a:lnTo>
                    <a:lnTo>
                      <a:pt x="756" y="72"/>
                    </a:lnTo>
                    <a:lnTo>
                      <a:pt x="732" y="36"/>
                    </a:lnTo>
                    <a:lnTo>
                      <a:pt x="720" y="84"/>
                    </a:lnTo>
                    <a:lnTo>
                      <a:pt x="762" y="96"/>
                    </a:lnTo>
                    <a:lnTo>
                      <a:pt x="816" y="150"/>
                    </a:lnTo>
                    <a:lnTo>
                      <a:pt x="828" y="150"/>
                    </a:lnTo>
                    <a:lnTo>
                      <a:pt x="834" y="156"/>
                    </a:lnTo>
                    <a:lnTo>
                      <a:pt x="846" y="162"/>
                    </a:lnTo>
                    <a:lnTo>
                      <a:pt x="852" y="174"/>
                    </a:lnTo>
                    <a:lnTo>
                      <a:pt x="852" y="180"/>
                    </a:lnTo>
                    <a:lnTo>
                      <a:pt x="858" y="192"/>
                    </a:lnTo>
                    <a:lnTo>
                      <a:pt x="852" y="204"/>
                    </a:lnTo>
                    <a:lnTo>
                      <a:pt x="852" y="240"/>
                    </a:lnTo>
                    <a:lnTo>
                      <a:pt x="858" y="252"/>
                    </a:lnTo>
                    <a:lnTo>
                      <a:pt x="864" y="258"/>
                    </a:lnTo>
                    <a:lnTo>
                      <a:pt x="882" y="258"/>
                    </a:lnTo>
                    <a:lnTo>
                      <a:pt x="894" y="246"/>
                    </a:lnTo>
                    <a:lnTo>
                      <a:pt x="900" y="234"/>
                    </a:lnTo>
                    <a:lnTo>
                      <a:pt x="900" y="222"/>
                    </a:lnTo>
                    <a:lnTo>
                      <a:pt x="888" y="186"/>
                    </a:lnTo>
                    <a:lnTo>
                      <a:pt x="876" y="174"/>
                    </a:lnTo>
                    <a:lnTo>
                      <a:pt x="864" y="156"/>
                    </a:lnTo>
                    <a:lnTo>
                      <a:pt x="852" y="150"/>
                    </a:lnTo>
                    <a:lnTo>
                      <a:pt x="846" y="138"/>
                    </a:lnTo>
                    <a:lnTo>
                      <a:pt x="834" y="132"/>
                    </a:lnTo>
                    <a:close/>
                    <a:moveTo>
                      <a:pt x="1086" y="360"/>
                    </a:moveTo>
                    <a:lnTo>
                      <a:pt x="1020" y="294"/>
                    </a:lnTo>
                    <a:lnTo>
                      <a:pt x="1020" y="288"/>
                    </a:lnTo>
                    <a:lnTo>
                      <a:pt x="1002" y="270"/>
                    </a:lnTo>
                    <a:lnTo>
                      <a:pt x="984" y="270"/>
                    </a:lnTo>
                    <a:lnTo>
                      <a:pt x="978" y="276"/>
                    </a:lnTo>
                    <a:lnTo>
                      <a:pt x="978" y="300"/>
                    </a:lnTo>
                    <a:lnTo>
                      <a:pt x="996" y="330"/>
                    </a:lnTo>
                    <a:lnTo>
                      <a:pt x="1020" y="378"/>
                    </a:lnTo>
                    <a:lnTo>
                      <a:pt x="1086" y="438"/>
                    </a:lnTo>
                    <a:lnTo>
                      <a:pt x="1086" y="360"/>
                    </a:lnTo>
                    <a:close/>
                    <a:moveTo>
                      <a:pt x="672" y="672"/>
                    </a:moveTo>
                    <a:lnTo>
                      <a:pt x="630" y="642"/>
                    </a:lnTo>
                    <a:lnTo>
                      <a:pt x="648" y="630"/>
                    </a:lnTo>
                    <a:lnTo>
                      <a:pt x="636" y="630"/>
                    </a:lnTo>
                    <a:lnTo>
                      <a:pt x="624" y="624"/>
                    </a:lnTo>
                    <a:lnTo>
                      <a:pt x="612" y="624"/>
                    </a:lnTo>
                    <a:lnTo>
                      <a:pt x="600" y="618"/>
                    </a:lnTo>
                    <a:lnTo>
                      <a:pt x="594" y="606"/>
                    </a:lnTo>
                    <a:lnTo>
                      <a:pt x="594" y="594"/>
                    </a:lnTo>
                    <a:lnTo>
                      <a:pt x="600" y="582"/>
                    </a:lnTo>
                    <a:lnTo>
                      <a:pt x="600" y="564"/>
                    </a:lnTo>
                    <a:lnTo>
                      <a:pt x="588" y="570"/>
                    </a:lnTo>
                    <a:lnTo>
                      <a:pt x="582" y="570"/>
                    </a:lnTo>
                    <a:lnTo>
                      <a:pt x="570" y="576"/>
                    </a:lnTo>
                    <a:lnTo>
                      <a:pt x="564" y="576"/>
                    </a:lnTo>
                    <a:lnTo>
                      <a:pt x="552" y="582"/>
                    </a:lnTo>
                    <a:lnTo>
                      <a:pt x="552" y="552"/>
                    </a:lnTo>
                    <a:lnTo>
                      <a:pt x="528" y="540"/>
                    </a:lnTo>
                    <a:lnTo>
                      <a:pt x="528" y="492"/>
                    </a:lnTo>
                    <a:lnTo>
                      <a:pt x="474" y="456"/>
                    </a:lnTo>
                    <a:lnTo>
                      <a:pt x="450" y="402"/>
                    </a:lnTo>
                    <a:lnTo>
                      <a:pt x="474" y="390"/>
                    </a:lnTo>
                    <a:lnTo>
                      <a:pt x="480" y="384"/>
                    </a:lnTo>
                    <a:lnTo>
                      <a:pt x="492" y="378"/>
                    </a:lnTo>
                    <a:lnTo>
                      <a:pt x="504" y="366"/>
                    </a:lnTo>
                    <a:lnTo>
                      <a:pt x="504" y="360"/>
                    </a:lnTo>
                    <a:lnTo>
                      <a:pt x="492" y="336"/>
                    </a:lnTo>
                    <a:lnTo>
                      <a:pt x="468" y="324"/>
                    </a:lnTo>
                    <a:lnTo>
                      <a:pt x="462" y="318"/>
                    </a:lnTo>
                    <a:lnTo>
                      <a:pt x="456" y="318"/>
                    </a:lnTo>
                    <a:lnTo>
                      <a:pt x="450" y="312"/>
                    </a:lnTo>
                    <a:lnTo>
                      <a:pt x="438" y="312"/>
                    </a:lnTo>
                    <a:lnTo>
                      <a:pt x="402" y="300"/>
                    </a:lnTo>
                    <a:lnTo>
                      <a:pt x="390" y="300"/>
                    </a:lnTo>
                    <a:lnTo>
                      <a:pt x="378" y="294"/>
                    </a:lnTo>
                    <a:lnTo>
                      <a:pt x="372" y="294"/>
                    </a:lnTo>
                    <a:lnTo>
                      <a:pt x="372" y="234"/>
                    </a:lnTo>
                    <a:lnTo>
                      <a:pt x="366" y="222"/>
                    </a:lnTo>
                    <a:lnTo>
                      <a:pt x="354" y="210"/>
                    </a:lnTo>
                    <a:lnTo>
                      <a:pt x="342" y="210"/>
                    </a:lnTo>
                    <a:lnTo>
                      <a:pt x="288" y="156"/>
                    </a:lnTo>
                    <a:lnTo>
                      <a:pt x="252" y="162"/>
                    </a:lnTo>
                    <a:lnTo>
                      <a:pt x="216" y="126"/>
                    </a:lnTo>
                    <a:lnTo>
                      <a:pt x="186" y="120"/>
                    </a:lnTo>
                    <a:lnTo>
                      <a:pt x="66" y="60"/>
                    </a:lnTo>
                    <a:lnTo>
                      <a:pt x="42" y="72"/>
                    </a:lnTo>
                    <a:lnTo>
                      <a:pt x="0" y="42"/>
                    </a:lnTo>
                    <a:lnTo>
                      <a:pt x="42" y="72"/>
                    </a:lnTo>
                    <a:lnTo>
                      <a:pt x="36" y="102"/>
                    </a:lnTo>
                    <a:lnTo>
                      <a:pt x="36" y="240"/>
                    </a:lnTo>
                    <a:lnTo>
                      <a:pt x="30" y="258"/>
                    </a:lnTo>
                    <a:lnTo>
                      <a:pt x="30" y="372"/>
                    </a:lnTo>
                    <a:lnTo>
                      <a:pt x="24" y="378"/>
                    </a:lnTo>
                    <a:lnTo>
                      <a:pt x="12" y="384"/>
                    </a:lnTo>
                    <a:lnTo>
                      <a:pt x="0" y="396"/>
                    </a:lnTo>
                    <a:lnTo>
                      <a:pt x="0" y="402"/>
                    </a:lnTo>
                    <a:lnTo>
                      <a:pt x="6" y="408"/>
                    </a:lnTo>
                    <a:lnTo>
                      <a:pt x="18" y="414"/>
                    </a:lnTo>
                    <a:lnTo>
                      <a:pt x="30" y="414"/>
                    </a:lnTo>
                    <a:lnTo>
                      <a:pt x="30" y="444"/>
                    </a:lnTo>
                    <a:lnTo>
                      <a:pt x="24" y="456"/>
                    </a:lnTo>
                    <a:lnTo>
                      <a:pt x="24" y="480"/>
                    </a:lnTo>
                    <a:lnTo>
                      <a:pt x="18" y="492"/>
                    </a:lnTo>
                    <a:lnTo>
                      <a:pt x="18" y="504"/>
                    </a:lnTo>
                    <a:lnTo>
                      <a:pt x="12" y="510"/>
                    </a:lnTo>
                    <a:lnTo>
                      <a:pt x="12" y="516"/>
                    </a:lnTo>
                    <a:lnTo>
                      <a:pt x="18" y="540"/>
                    </a:lnTo>
                    <a:lnTo>
                      <a:pt x="18" y="588"/>
                    </a:lnTo>
                    <a:lnTo>
                      <a:pt x="30" y="594"/>
                    </a:lnTo>
                    <a:lnTo>
                      <a:pt x="48" y="594"/>
                    </a:lnTo>
                    <a:lnTo>
                      <a:pt x="60" y="588"/>
                    </a:lnTo>
                    <a:lnTo>
                      <a:pt x="90" y="588"/>
                    </a:lnTo>
                    <a:lnTo>
                      <a:pt x="96" y="582"/>
                    </a:lnTo>
                    <a:lnTo>
                      <a:pt x="102" y="582"/>
                    </a:lnTo>
                    <a:lnTo>
                      <a:pt x="126" y="600"/>
                    </a:lnTo>
                    <a:lnTo>
                      <a:pt x="132" y="600"/>
                    </a:lnTo>
                    <a:lnTo>
                      <a:pt x="138" y="594"/>
                    </a:lnTo>
                    <a:lnTo>
                      <a:pt x="156" y="588"/>
                    </a:lnTo>
                    <a:lnTo>
                      <a:pt x="168" y="582"/>
                    </a:lnTo>
                    <a:lnTo>
                      <a:pt x="180" y="570"/>
                    </a:lnTo>
                    <a:lnTo>
                      <a:pt x="180" y="564"/>
                    </a:lnTo>
                    <a:lnTo>
                      <a:pt x="168" y="552"/>
                    </a:lnTo>
                    <a:lnTo>
                      <a:pt x="150" y="540"/>
                    </a:lnTo>
                    <a:lnTo>
                      <a:pt x="138" y="534"/>
                    </a:lnTo>
                    <a:lnTo>
                      <a:pt x="120" y="522"/>
                    </a:lnTo>
                    <a:lnTo>
                      <a:pt x="108" y="516"/>
                    </a:lnTo>
                    <a:lnTo>
                      <a:pt x="102" y="510"/>
                    </a:lnTo>
                    <a:lnTo>
                      <a:pt x="96" y="510"/>
                    </a:lnTo>
                    <a:lnTo>
                      <a:pt x="108" y="510"/>
                    </a:lnTo>
                    <a:lnTo>
                      <a:pt x="138" y="516"/>
                    </a:lnTo>
                    <a:lnTo>
                      <a:pt x="204" y="516"/>
                    </a:lnTo>
                    <a:lnTo>
                      <a:pt x="204" y="510"/>
                    </a:lnTo>
                    <a:lnTo>
                      <a:pt x="198" y="504"/>
                    </a:lnTo>
                    <a:lnTo>
                      <a:pt x="198" y="498"/>
                    </a:lnTo>
                    <a:lnTo>
                      <a:pt x="186" y="486"/>
                    </a:lnTo>
                    <a:lnTo>
                      <a:pt x="192" y="492"/>
                    </a:lnTo>
                    <a:lnTo>
                      <a:pt x="204" y="492"/>
                    </a:lnTo>
                    <a:lnTo>
                      <a:pt x="210" y="498"/>
                    </a:lnTo>
                    <a:lnTo>
                      <a:pt x="216" y="498"/>
                    </a:lnTo>
                    <a:lnTo>
                      <a:pt x="222" y="492"/>
                    </a:lnTo>
                    <a:lnTo>
                      <a:pt x="222" y="486"/>
                    </a:lnTo>
                    <a:lnTo>
                      <a:pt x="216" y="480"/>
                    </a:lnTo>
                    <a:lnTo>
                      <a:pt x="216" y="468"/>
                    </a:lnTo>
                    <a:lnTo>
                      <a:pt x="210" y="462"/>
                    </a:lnTo>
                    <a:lnTo>
                      <a:pt x="222" y="468"/>
                    </a:lnTo>
                    <a:lnTo>
                      <a:pt x="228" y="474"/>
                    </a:lnTo>
                    <a:lnTo>
                      <a:pt x="246" y="474"/>
                    </a:lnTo>
                    <a:lnTo>
                      <a:pt x="252" y="468"/>
                    </a:lnTo>
                    <a:lnTo>
                      <a:pt x="264" y="462"/>
                    </a:lnTo>
                    <a:lnTo>
                      <a:pt x="270" y="456"/>
                    </a:lnTo>
                    <a:lnTo>
                      <a:pt x="288" y="474"/>
                    </a:lnTo>
                    <a:lnTo>
                      <a:pt x="300" y="480"/>
                    </a:lnTo>
                    <a:lnTo>
                      <a:pt x="306" y="486"/>
                    </a:lnTo>
                    <a:lnTo>
                      <a:pt x="312" y="486"/>
                    </a:lnTo>
                    <a:lnTo>
                      <a:pt x="330" y="492"/>
                    </a:lnTo>
                    <a:lnTo>
                      <a:pt x="342" y="492"/>
                    </a:lnTo>
                    <a:lnTo>
                      <a:pt x="378" y="504"/>
                    </a:lnTo>
                    <a:lnTo>
                      <a:pt x="390" y="510"/>
                    </a:lnTo>
                    <a:lnTo>
                      <a:pt x="402" y="534"/>
                    </a:lnTo>
                    <a:lnTo>
                      <a:pt x="402" y="558"/>
                    </a:lnTo>
                    <a:lnTo>
                      <a:pt x="408" y="570"/>
                    </a:lnTo>
                    <a:lnTo>
                      <a:pt x="420" y="582"/>
                    </a:lnTo>
                    <a:lnTo>
                      <a:pt x="438" y="582"/>
                    </a:lnTo>
                    <a:lnTo>
                      <a:pt x="450" y="594"/>
                    </a:lnTo>
                    <a:lnTo>
                      <a:pt x="450" y="606"/>
                    </a:lnTo>
                    <a:lnTo>
                      <a:pt x="456" y="618"/>
                    </a:lnTo>
                    <a:lnTo>
                      <a:pt x="468" y="654"/>
                    </a:lnTo>
                    <a:lnTo>
                      <a:pt x="486" y="672"/>
                    </a:lnTo>
                    <a:lnTo>
                      <a:pt x="516" y="678"/>
                    </a:lnTo>
                    <a:lnTo>
                      <a:pt x="558" y="684"/>
                    </a:lnTo>
                    <a:lnTo>
                      <a:pt x="618" y="684"/>
                    </a:lnTo>
                    <a:lnTo>
                      <a:pt x="630" y="690"/>
                    </a:lnTo>
                    <a:lnTo>
                      <a:pt x="654" y="714"/>
                    </a:lnTo>
                    <a:lnTo>
                      <a:pt x="678" y="726"/>
                    </a:lnTo>
                    <a:lnTo>
                      <a:pt x="684" y="726"/>
                    </a:lnTo>
                    <a:lnTo>
                      <a:pt x="684" y="720"/>
                    </a:lnTo>
                    <a:lnTo>
                      <a:pt x="678" y="708"/>
                    </a:lnTo>
                    <a:lnTo>
                      <a:pt x="678" y="702"/>
                    </a:lnTo>
                    <a:lnTo>
                      <a:pt x="672" y="690"/>
                    </a:lnTo>
                    <a:lnTo>
                      <a:pt x="666" y="684"/>
                    </a:lnTo>
                    <a:lnTo>
                      <a:pt x="672" y="6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6" name="New Zealand" descr="© INSCALE GmbH, 05.05.2010&#10;http://www.presentationload.com/">
                <a:extLst>
                  <a:ext uri="{FF2B5EF4-FFF2-40B4-BE49-F238E27FC236}">
                    <a16:creationId xmlns:a16="http://schemas.microsoft.com/office/drawing/2014/main" id="{C5E022CD-900F-A04C-A8B3-02057B157D88}"/>
                  </a:ext>
                </a:extLst>
              </p:cNvPr>
              <p:cNvSpPr>
                <a:spLocks noEditPoints="1"/>
              </p:cNvSpPr>
              <p:nvPr/>
            </p:nvSpPr>
            <p:spPr bwMode="gray">
              <a:xfrm>
                <a:off x="10187019" y="5303755"/>
                <a:ext cx="534184" cy="412555"/>
              </a:xfrm>
              <a:custGeom>
                <a:avLst/>
                <a:gdLst>
                  <a:gd name="T0" fmla="*/ 2147483647 w 1272"/>
                  <a:gd name="T1" fmla="*/ 2147483647 h 984"/>
                  <a:gd name="T2" fmla="*/ 2147483647 w 1272"/>
                  <a:gd name="T3" fmla="*/ 2147483647 h 984"/>
                  <a:gd name="T4" fmla="*/ 2147483647 w 1272"/>
                  <a:gd name="T5" fmla="*/ 2147483647 h 984"/>
                  <a:gd name="T6" fmla="*/ 2147483647 w 1272"/>
                  <a:gd name="T7" fmla="*/ 2147483647 h 984"/>
                  <a:gd name="T8" fmla="*/ 2147483647 w 1272"/>
                  <a:gd name="T9" fmla="*/ 2147483647 h 984"/>
                  <a:gd name="T10" fmla="*/ 2147483647 w 1272"/>
                  <a:gd name="T11" fmla="*/ 2147483647 h 984"/>
                  <a:gd name="T12" fmla="*/ 2147483647 w 1272"/>
                  <a:gd name="T13" fmla="*/ 2147483647 h 984"/>
                  <a:gd name="T14" fmla="*/ 2147483647 w 1272"/>
                  <a:gd name="T15" fmla="*/ 2147483647 h 984"/>
                  <a:gd name="T16" fmla="*/ 2147483647 w 1272"/>
                  <a:gd name="T17" fmla="*/ 2147483647 h 984"/>
                  <a:gd name="T18" fmla="*/ 2147483647 w 1272"/>
                  <a:gd name="T19" fmla="*/ 2147483647 h 984"/>
                  <a:gd name="T20" fmla="*/ 2147483647 w 1272"/>
                  <a:gd name="T21" fmla="*/ 2147483647 h 984"/>
                  <a:gd name="T22" fmla="*/ 2147483647 w 1272"/>
                  <a:gd name="T23" fmla="*/ 2147483647 h 984"/>
                  <a:gd name="T24" fmla="*/ 2147483647 w 1272"/>
                  <a:gd name="T25" fmla="*/ 2147483647 h 984"/>
                  <a:gd name="T26" fmla="*/ 2147483647 w 1272"/>
                  <a:gd name="T27" fmla="*/ 2147483647 h 984"/>
                  <a:gd name="T28" fmla="*/ 2147483647 w 1272"/>
                  <a:gd name="T29" fmla="*/ 2147483647 h 984"/>
                  <a:gd name="T30" fmla="*/ 2147483647 w 1272"/>
                  <a:gd name="T31" fmla="*/ 2147483647 h 984"/>
                  <a:gd name="T32" fmla="*/ 2147483647 w 1272"/>
                  <a:gd name="T33" fmla="*/ 2147483647 h 984"/>
                  <a:gd name="T34" fmla="*/ 2147483647 w 1272"/>
                  <a:gd name="T35" fmla="*/ 2147483647 h 984"/>
                  <a:gd name="T36" fmla="*/ 2147483647 w 1272"/>
                  <a:gd name="T37" fmla="*/ 2147483647 h 984"/>
                  <a:gd name="T38" fmla="*/ 2147483647 w 1272"/>
                  <a:gd name="T39" fmla="*/ 2147483647 h 984"/>
                  <a:gd name="T40" fmla="*/ 2147483647 w 1272"/>
                  <a:gd name="T41" fmla="*/ 2147483647 h 984"/>
                  <a:gd name="T42" fmla="*/ 2147483647 w 1272"/>
                  <a:gd name="T43" fmla="*/ 2147483647 h 984"/>
                  <a:gd name="T44" fmla="*/ 2147483647 w 1272"/>
                  <a:gd name="T45" fmla="*/ 2147483647 h 984"/>
                  <a:gd name="T46" fmla="*/ 2147483647 w 1272"/>
                  <a:gd name="T47" fmla="*/ 2147483647 h 984"/>
                  <a:gd name="T48" fmla="*/ 2147483647 w 1272"/>
                  <a:gd name="T49" fmla="*/ 2147483647 h 984"/>
                  <a:gd name="T50" fmla="*/ 2147483647 w 1272"/>
                  <a:gd name="T51" fmla="*/ 2147483647 h 984"/>
                  <a:gd name="T52" fmla="*/ 2147483647 w 1272"/>
                  <a:gd name="T53" fmla="*/ 2147483647 h 984"/>
                  <a:gd name="T54" fmla="*/ 2147483647 w 1272"/>
                  <a:gd name="T55" fmla="*/ 2147483647 h 984"/>
                  <a:gd name="T56" fmla="*/ 2147483647 w 1272"/>
                  <a:gd name="T57" fmla="*/ 2147483647 h 984"/>
                  <a:gd name="T58" fmla="*/ 2147483647 w 1272"/>
                  <a:gd name="T59" fmla="*/ 2147483647 h 984"/>
                  <a:gd name="T60" fmla="*/ 2147483647 w 1272"/>
                  <a:gd name="T61" fmla="*/ 2147483647 h 984"/>
                  <a:gd name="T62" fmla="*/ 2147483647 w 1272"/>
                  <a:gd name="T63" fmla="*/ 2147483647 h 984"/>
                  <a:gd name="T64" fmla="*/ 2147483647 w 1272"/>
                  <a:gd name="T65" fmla="*/ 2147483647 h 984"/>
                  <a:gd name="T66" fmla="*/ 2147483647 w 1272"/>
                  <a:gd name="T67" fmla="*/ 2147483647 h 984"/>
                  <a:gd name="T68" fmla="*/ 2147483647 w 1272"/>
                  <a:gd name="T69" fmla="*/ 2147483647 h 984"/>
                  <a:gd name="T70" fmla="*/ 2147483647 w 1272"/>
                  <a:gd name="T71" fmla="*/ 2147483647 h 984"/>
                  <a:gd name="T72" fmla="*/ 2147483647 w 1272"/>
                  <a:gd name="T73" fmla="*/ 2147483647 h 984"/>
                  <a:gd name="T74" fmla="*/ 2147483647 w 1272"/>
                  <a:gd name="T75" fmla="*/ 2147483647 h 984"/>
                  <a:gd name="T76" fmla="*/ 2147483647 w 1272"/>
                  <a:gd name="T77" fmla="*/ 2147483647 h 984"/>
                  <a:gd name="T78" fmla="*/ 2147483647 w 1272"/>
                  <a:gd name="T79" fmla="*/ 2147483647 h 984"/>
                  <a:gd name="T80" fmla="*/ 2147483647 w 1272"/>
                  <a:gd name="T81" fmla="*/ 2147483647 h 984"/>
                  <a:gd name="T82" fmla="*/ 2147483647 w 1272"/>
                  <a:gd name="T83" fmla="*/ 2147483647 h 984"/>
                  <a:gd name="T84" fmla="*/ 2147483647 w 1272"/>
                  <a:gd name="T85" fmla="*/ 2147483647 h 984"/>
                  <a:gd name="T86" fmla="*/ 2147483647 w 1272"/>
                  <a:gd name="T87" fmla="*/ 2147483647 h 984"/>
                  <a:gd name="T88" fmla="*/ 2147483647 w 1272"/>
                  <a:gd name="T89" fmla="*/ 2147483647 h 984"/>
                  <a:gd name="T90" fmla="*/ 2147483647 w 1272"/>
                  <a:gd name="T91" fmla="*/ 2147483647 h 984"/>
                  <a:gd name="T92" fmla="*/ 2147483647 w 1272"/>
                  <a:gd name="T93" fmla="*/ 2147483647 h 984"/>
                  <a:gd name="T94" fmla="*/ 2147483647 w 1272"/>
                  <a:gd name="T95" fmla="*/ 2147483647 h 984"/>
                  <a:gd name="T96" fmla="*/ 2147483647 w 1272"/>
                  <a:gd name="T97" fmla="*/ 2147483647 h 984"/>
                  <a:gd name="T98" fmla="*/ 2147483647 w 1272"/>
                  <a:gd name="T99" fmla="*/ 2147483647 h 984"/>
                  <a:gd name="T100" fmla="*/ 2147483647 w 1272"/>
                  <a:gd name="T101" fmla="*/ 2147483647 h 984"/>
                  <a:gd name="T102" fmla="*/ 2147483647 w 1272"/>
                  <a:gd name="T103" fmla="*/ 2147483647 h 984"/>
                  <a:gd name="T104" fmla="*/ 2147483647 w 1272"/>
                  <a:gd name="T105" fmla="*/ 2147483647 h 984"/>
                  <a:gd name="T106" fmla="*/ 2147483647 w 1272"/>
                  <a:gd name="T107" fmla="*/ 2147483647 h 984"/>
                  <a:gd name="T108" fmla="*/ 2147483647 w 1272"/>
                  <a:gd name="T109" fmla="*/ 2147483647 h 984"/>
                  <a:gd name="T110" fmla="*/ 2147483647 w 1272"/>
                  <a:gd name="T111" fmla="*/ 2147483647 h 984"/>
                  <a:gd name="T112" fmla="*/ 2147483647 w 1272"/>
                  <a:gd name="T113" fmla="*/ 2147483647 h 984"/>
                  <a:gd name="T114" fmla="*/ 2147483647 w 1272"/>
                  <a:gd name="T115" fmla="*/ 2147483647 h 984"/>
                  <a:gd name="T116" fmla="*/ 2147483647 w 1272"/>
                  <a:gd name="T117" fmla="*/ 2147483647 h 984"/>
                  <a:gd name="T118" fmla="*/ 2147483647 w 1272"/>
                  <a:gd name="T119" fmla="*/ 2147483647 h 984"/>
                  <a:gd name="T120" fmla="*/ 2147483647 w 1272"/>
                  <a:gd name="T121" fmla="*/ 2147483647 h 98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2"/>
                  <a:gd name="T184" fmla="*/ 0 h 984"/>
                  <a:gd name="T185" fmla="*/ 1272 w 1272"/>
                  <a:gd name="T186" fmla="*/ 984 h 98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2" h="984">
                    <a:moveTo>
                      <a:pt x="750" y="564"/>
                    </a:moveTo>
                    <a:lnTo>
                      <a:pt x="738" y="564"/>
                    </a:lnTo>
                    <a:lnTo>
                      <a:pt x="744" y="528"/>
                    </a:lnTo>
                    <a:lnTo>
                      <a:pt x="720" y="546"/>
                    </a:lnTo>
                    <a:lnTo>
                      <a:pt x="726" y="540"/>
                    </a:lnTo>
                    <a:lnTo>
                      <a:pt x="726" y="504"/>
                    </a:lnTo>
                    <a:lnTo>
                      <a:pt x="708" y="504"/>
                    </a:lnTo>
                    <a:lnTo>
                      <a:pt x="702" y="510"/>
                    </a:lnTo>
                    <a:lnTo>
                      <a:pt x="696" y="522"/>
                    </a:lnTo>
                    <a:lnTo>
                      <a:pt x="690" y="528"/>
                    </a:lnTo>
                    <a:lnTo>
                      <a:pt x="672" y="540"/>
                    </a:lnTo>
                    <a:lnTo>
                      <a:pt x="660" y="546"/>
                    </a:lnTo>
                    <a:lnTo>
                      <a:pt x="654" y="558"/>
                    </a:lnTo>
                    <a:lnTo>
                      <a:pt x="642" y="570"/>
                    </a:lnTo>
                    <a:lnTo>
                      <a:pt x="630" y="576"/>
                    </a:lnTo>
                    <a:lnTo>
                      <a:pt x="618" y="588"/>
                    </a:lnTo>
                    <a:lnTo>
                      <a:pt x="606" y="588"/>
                    </a:lnTo>
                    <a:lnTo>
                      <a:pt x="588" y="600"/>
                    </a:lnTo>
                    <a:lnTo>
                      <a:pt x="576" y="606"/>
                    </a:lnTo>
                    <a:lnTo>
                      <a:pt x="546" y="636"/>
                    </a:lnTo>
                    <a:lnTo>
                      <a:pt x="540" y="648"/>
                    </a:lnTo>
                    <a:lnTo>
                      <a:pt x="534" y="648"/>
                    </a:lnTo>
                    <a:lnTo>
                      <a:pt x="528" y="654"/>
                    </a:lnTo>
                    <a:lnTo>
                      <a:pt x="510" y="660"/>
                    </a:lnTo>
                    <a:lnTo>
                      <a:pt x="498" y="666"/>
                    </a:lnTo>
                    <a:lnTo>
                      <a:pt x="462" y="678"/>
                    </a:lnTo>
                    <a:lnTo>
                      <a:pt x="438" y="690"/>
                    </a:lnTo>
                    <a:lnTo>
                      <a:pt x="426" y="702"/>
                    </a:lnTo>
                    <a:lnTo>
                      <a:pt x="414" y="708"/>
                    </a:lnTo>
                    <a:lnTo>
                      <a:pt x="408" y="720"/>
                    </a:lnTo>
                    <a:lnTo>
                      <a:pt x="396" y="726"/>
                    </a:lnTo>
                    <a:lnTo>
                      <a:pt x="378" y="726"/>
                    </a:lnTo>
                    <a:lnTo>
                      <a:pt x="366" y="732"/>
                    </a:lnTo>
                    <a:lnTo>
                      <a:pt x="312" y="750"/>
                    </a:lnTo>
                    <a:lnTo>
                      <a:pt x="288" y="762"/>
                    </a:lnTo>
                    <a:lnTo>
                      <a:pt x="270" y="774"/>
                    </a:lnTo>
                    <a:lnTo>
                      <a:pt x="246" y="786"/>
                    </a:lnTo>
                    <a:lnTo>
                      <a:pt x="222" y="792"/>
                    </a:lnTo>
                    <a:lnTo>
                      <a:pt x="198" y="804"/>
                    </a:lnTo>
                    <a:lnTo>
                      <a:pt x="180" y="810"/>
                    </a:lnTo>
                    <a:lnTo>
                      <a:pt x="174" y="816"/>
                    </a:lnTo>
                    <a:lnTo>
                      <a:pt x="168" y="828"/>
                    </a:lnTo>
                    <a:lnTo>
                      <a:pt x="168" y="846"/>
                    </a:lnTo>
                    <a:lnTo>
                      <a:pt x="156" y="834"/>
                    </a:lnTo>
                    <a:lnTo>
                      <a:pt x="150" y="834"/>
                    </a:lnTo>
                    <a:lnTo>
                      <a:pt x="144" y="840"/>
                    </a:lnTo>
                    <a:lnTo>
                      <a:pt x="120" y="852"/>
                    </a:lnTo>
                    <a:lnTo>
                      <a:pt x="108" y="864"/>
                    </a:lnTo>
                    <a:lnTo>
                      <a:pt x="72" y="882"/>
                    </a:lnTo>
                    <a:lnTo>
                      <a:pt x="66" y="882"/>
                    </a:lnTo>
                    <a:lnTo>
                      <a:pt x="54" y="888"/>
                    </a:lnTo>
                    <a:lnTo>
                      <a:pt x="36" y="888"/>
                    </a:lnTo>
                    <a:lnTo>
                      <a:pt x="18" y="894"/>
                    </a:lnTo>
                    <a:lnTo>
                      <a:pt x="12" y="906"/>
                    </a:lnTo>
                    <a:lnTo>
                      <a:pt x="0" y="912"/>
                    </a:lnTo>
                    <a:lnTo>
                      <a:pt x="18" y="912"/>
                    </a:lnTo>
                    <a:lnTo>
                      <a:pt x="24" y="918"/>
                    </a:lnTo>
                    <a:lnTo>
                      <a:pt x="30" y="918"/>
                    </a:lnTo>
                    <a:lnTo>
                      <a:pt x="24" y="924"/>
                    </a:lnTo>
                    <a:lnTo>
                      <a:pt x="24" y="942"/>
                    </a:lnTo>
                    <a:lnTo>
                      <a:pt x="30" y="948"/>
                    </a:lnTo>
                    <a:lnTo>
                      <a:pt x="42" y="948"/>
                    </a:lnTo>
                    <a:lnTo>
                      <a:pt x="54" y="942"/>
                    </a:lnTo>
                    <a:lnTo>
                      <a:pt x="60" y="936"/>
                    </a:lnTo>
                    <a:lnTo>
                      <a:pt x="72" y="948"/>
                    </a:lnTo>
                    <a:lnTo>
                      <a:pt x="96" y="948"/>
                    </a:lnTo>
                    <a:lnTo>
                      <a:pt x="102" y="954"/>
                    </a:lnTo>
                    <a:lnTo>
                      <a:pt x="132" y="954"/>
                    </a:lnTo>
                    <a:lnTo>
                      <a:pt x="150" y="972"/>
                    </a:lnTo>
                    <a:lnTo>
                      <a:pt x="180" y="966"/>
                    </a:lnTo>
                    <a:lnTo>
                      <a:pt x="192" y="972"/>
                    </a:lnTo>
                    <a:lnTo>
                      <a:pt x="198" y="978"/>
                    </a:lnTo>
                    <a:lnTo>
                      <a:pt x="216" y="984"/>
                    </a:lnTo>
                    <a:lnTo>
                      <a:pt x="228" y="984"/>
                    </a:lnTo>
                    <a:lnTo>
                      <a:pt x="252" y="972"/>
                    </a:lnTo>
                    <a:lnTo>
                      <a:pt x="264" y="948"/>
                    </a:lnTo>
                    <a:lnTo>
                      <a:pt x="288" y="936"/>
                    </a:lnTo>
                    <a:lnTo>
                      <a:pt x="312" y="936"/>
                    </a:lnTo>
                    <a:lnTo>
                      <a:pt x="336" y="924"/>
                    </a:lnTo>
                    <a:lnTo>
                      <a:pt x="342" y="912"/>
                    </a:lnTo>
                    <a:lnTo>
                      <a:pt x="342" y="894"/>
                    </a:lnTo>
                    <a:lnTo>
                      <a:pt x="348" y="882"/>
                    </a:lnTo>
                    <a:lnTo>
                      <a:pt x="372" y="870"/>
                    </a:lnTo>
                    <a:lnTo>
                      <a:pt x="396" y="870"/>
                    </a:lnTo>
                    <a:lnTo>
                      <a:pt x="408" y="858"/>
                    </a:lnTo>
                    <a:lnTo>
                      <a:pt x="408" y="846"/>
                    </a:lnTo>
                    <a:lnTo>
                      <a:pt x="402" y="840"/>
                    </a:lnTo>
                    <a:lnTo>
                      <a:pt x="420" y="840"/>
                    </a:lnTo>
                    <a:lnTo>
                      <a:pt x="480" y="792"/>
                    </a:lnTo>
                    <a:lnTo>
                      <a:pt x="462" y="774"/>
                    </a:lnTo>
                    <a:lnTo>
                      <a:pt x="504" y="792"/>
                    </a:lnTo>
                    <a:lnTo>
                      <a:pt x="504" y="774"/>
                    </a:lnTo>
                    <a:lnTo>
                      <a:pt x="510" y="768"/>
                    </a:lnTo>
                    <a:lnTo>
                      <a:pt x="540" y="768"/>
                    </a:lnTo>
                    <a:lnTo>
                      <a:pt x="546" y="774"/>
                    </a:lnTo>
                    <a:lnTo>
                      <a:pt x="558" y="780"/>
                    </a:lnTo>
                    <a:lnTo>
                      <a:pt x="570" y="780"/>
                    </a:lnTo>
                    <a:lnTo>
                      <a:pt x="576" y="774"/>
                    </a:lnTo>
                    <a:lnTo>
                      <a:pt x="576" y="768"/>
                    </a:lnTo>
                    <a:lnTo>
                      <a:pt x="582" y="762"/>
                    </a:lnTo>
                    <a:lnTo>
                      <a:pt x="582" y="756"/>
                    </a:lnTo>
                    <a:lnTo>
                      <a:pt x="570" y="744"/>
                    </a:lnTo>
                    <a:lnTo>
                      <a:pt x="612" y="702"/>
                    </a:lnTo>
                    <a:lnTo>
                      <a:pt x="618" y="702"/>
                    </a:lnTo>
                    <a:lnTo>
                      <a:pt x="624" y="696"/>
                    </a:lnTo>
                    <a:lnTo>
                      <a:pt x="660" y="678"/>
                    </a:lnTo>
                    <a:lnTo>
                      <a:pt x="666" y="666"/>
                    </a:lnTo>
                    <a:lnTo>
                      <a:pt x="672" y="660"/>
                    </a:lnTo>
                    <a:lnTo>
                      <a:pt x="672" y="654"/>
                    </a:lnTo>
                    <a:lnTo>
                      <a:pt x="696" y="654"/>
                    </a:lnTo>
                    <a:lnTo>
                      <a:pt x="708" y="648"/>
                    </a:lnTo>
                    <a:lnTo>
                      <a:pt x="738" y="618"/>
                    </a:lnTo>
                    <a:lnTo>
                      <a:pt x="738" y="612"/>
                    </a:lnTo>
                    <a:lnTo>
                      <a:pt x="744" y="612"/>
                    </a:lnTo>
                    <a:lnTo>
                      <a:pt x="750" y="606"/>
                    </a:lnTo>
                    <a:lnTo>
                      <a:pt x="768" y="594"/>
                    </a:lnTo>
                    <a:lnTo>
                      <a:pt x="780" y="582"/>
                    </a:lnTo>
                    <a:lnTo>
                      <a:pt x="786" y="570"/>
                    </a:lnTo>
                    <a:lnTo>
                      <a:pt x="786" y="546"/>
                    </a:lnTo>
                    <a:lnTo>
                      <a:pt x="780" y="540"/>
                    </a:lnTo>
                    <a:lnTo>
                      <a:pt x="780" y="534"/>
                    </a:lnTo>
                    <a:lnTo>
                      <a:pt x="750" y="564"/>
                    </a:lnTo>
                    <a:close/>
                    <a:moveTo>
                      <a:pt x="1224" y="324"/>
                    </a:moveTo>
                    <a:lnTo>
                      <a:pt x="1236" y="318"/>
                    </a:lnTo>
                    <a:lnTo>
                      <a:pt x="1242" y="318"/>
                    </a:lnTo>
                    <a:lnTo>
                      <a:pt x="1266" y="306"/>
                    </a:lnTo>
                    <a:lnTo>
                      <a:pt x="1272" y="300"/>
                    </a:lnTo>
                    <a:lnTo>
                      <a:pt x="1272" y="282"/>
                    </a:lnTo>
                    <a:lnTo>
                      <a:pt x="1266" y="270"/>
                    </a:lnTo>
                    <a:lnTo>
                      <a:pt x="1260" y="264"/>
                    </a:lnTo>
                    <a:lnTo>
                      <a:pt x="1248" y="264"/>
                    </a:lnTo>
                    <a:lnTo>
                      <a:pt x="1236" y="276"/>
                    </a:lnTo>
                    <a:lnTo>
                      <a:pt x="1236" y="282"/>
                    </a:lnTo>
                    <a:lnTo>
                      <a:pt x="1224" y="282"/>
                    </a:lnTo>
                    <a:lnTo>
                      <a:pt x="1212" y="276"/>
                    </a:lnTo>
                    <a:lnTo>
                      <a:pt x="1200" y="276"/>
                    </a:lnTo>
                    <a:lnTo>
                      <a:pt x="1194" y="282"/>
                    </a:lnTo>
                    <a:lnTo>
                      <a:pt x="1176" y="288"/>
                    </a:lnTo>
                    <a:lnTo>
                      <a:pt x="1158" y="288"/>
                    </a:lnTo>
                    <a:lnTo>
                      <a:pt x="1146" y="276"/>
                    </a:lnTo>
                    <a:lnTo>
                      <a:pt x="1146" y="222"/>
                    </a:lnTo>
                    <a:lnTo>
                      <a:pt x="1170" y="180"/>
                    </a:lnTo>
                    <a:lnTo>
                      <a:pt x="1170" y="174"/>
                    </a:lnTo>
                    <a:lnTo>
                      <a:pt x="1164" y="162"/>
                    </a:lnTo>
                    <a:lnTo>
                      <a:pt x="1158" y="156"/>
                    </a:lnTo>
                    <a:lnTo>
                      <a:pt x="1146" y="156"/>
                    </a:lnTo>
                    <a:lnTo>
                      <a:pt x="1140" y="168"/>
                    </a:lnTo>
                    <a:lnTo>
                      <a:pt x="1134" y="174"/>
                    </a:lnTo>
                    <a:lnTo>
                      <a:pt x="1134" y="204"/>
                    </a:lnTo>
                    <a:lnTo>
                      <a:pt x="1128" y="216"/>
                    </a:lnTo>
                    <a:lnTo>
                      <a:pt x="1116" y="222"/>
                    </a:lnTo>
                    <a:lnTo>
                      <a:pt x="1116" y="192"/>
                    </a:lnTo>
                    <a:lnTo>
                      <a:pt x="1092" y="174"/>
                    </a:lnTo>
                    <a:lnTo>
                      <a:pt x="1104" y="150"/>
                    </a:lnTo>
                    <a:lnTo>
                      <a:pt x="1116" y="138"/>
                    </a:lnTo>
                    <a:lnTo>
                      <a:pt x="1122" y="126"/>
                    </a:lnTo>
                    <a:lnTo>
                      <a:pt x="1128" y="108"/>
                    </a:lnTo>
                    <a:lnTo>
                      <a:pt x="1128" y="84"/>
                    </a:lnTo>
                    <a:lnTo>
                      <a:pt x="1116" y="78"/>
                    </a:lnTo>
                    <a:lnTo>
                      <a:pt x="1110" y="72"/>
                    </a:lnTo>
                    <a:lnTo>
                      <a:pt x="1098" y="66"/>
                    </a:lnTo>
                    <a:lnTo>
                      <a:pt x="1092" y="60"/>
                    </a:lnTo>
                    <a:lnTo>
                      <a:pt x="1080" y="60"/>
                    </a:lnTo>
                    <a:lnTo>
                      <a:pt x="1086" y="42"/>
                    </a:lnTo>
                    <a:lnTo>
                      <a:pt x="1062" y="42"/>
                    </a:lnTo>
                    <a:lnTo>
                      <a:pt x="1044" y="18"/>
                    </a:lnTo>
                    <a:lnTo>
                      <a:pt x="1050" y="0"/>
                    </a:lnTo>
                    <a:lnTo>
                      <a:pt x="1020" y="18"/>
                    </a:lnTo>
                    <a:lnTo>
                      <a:pt x="1044" y="54"/>
                    </a:lnTo>
                    <a:lnTo>
                      <a:pt x="1032" y="90"/>
                    </a:lnTo>
                    <a:lnTo>
                      <a:pt x="1056" y="102"/>
                    </a:lnTo>
                    <a:lnTo>
                      <a:pt x="1044" y="108"/>
                    </a:lnTo>
                    <a:lnTo>
                      <a:pt x="1044" y="126"/>
                    </a:lnTo>
                    <a:lnTo>
                      <a:pt x="1068" y="132"/>
                    </a:lnTo>
                    <a:lnTo>
                      <a:pt x="1044" y="150"/>
                    </a:lnTo>
                    <a:lnTo>
                      <a:pt x="1062" y="156"/>
                    </a:lnTo>
                    <a:lnTo>
                      <a:pt x="1062" y="168"/>
                    </a:lnTo>
                    <a:lnTo>
                      <a:pt x="1056" y="174"/>
                    </a:lnTo>
                    <a:lnTo>
                      <a:pt x="1056" y="192"/>
                    </a:lnTo>
                    <a:lnTo>
                      <a:pt x="1068" y="198"/>
                    </a:lnTo>
                    <a:lnTo>
                      <a:pt x="1074" y="204"/>
                    </a:lnTo>
                    <a:lnTo>
                      <a:pt x="1056" y="210"/>
                    </a:lnTo>
                    <a:lnTo>
                      <a:pt x="1044" y="222"/>
                    </a:lnTo>
                    <a:lnTo>
                      <a:pt x="1062" y="234"/>
                    </a:lnTo>
                    <a:lnTo>
                      <a:pt x="1038" y="258"/>
                    </a:lnTo>
                    <a:lnTo>
                      <a:pt x="1032" y="270"/>
                    </a:lnTo>
                    <a:lnTo>
                      <a:pt x="1026" y="276"/>
                    </a:lnTo>
                    <a:lnTo>
                      <a:pt x="1026" y="288"/>
                    </a:lnTo>
                    <a:lnTo>
                      <a:pt x="1038" y="300"/>
                    </a:lnTo>
                    <a:lnTo>
                      <a:pt x="1026" y="300"/>
                    </a:lnTo>
                    <a:lnTo>
                      <a:pt x="1014" y="306"/>
                    </a:lnTo>
                    <a:lnTo>
                      <a:pt x="1002" y="306"/>
                    </a:lnTo>
                    <a:lnTo>
                      <a:pt x="978" y="318"/>
                    </a:lnTo>
                    <a:lnTo>
                      <a:pt x="948" y="348"/>
                    </a:lnTo>
                    <a:lnTo>
                      <a:pt x="930" y="360"/>
                    </a:lnTo>
                    <a:lnTo>
                      <a:pt x="894" y="372"/>
                    </a:lnTo>
                    <a:lnTo>
                      <a:pt x="870" y="384"/>
                    </a:lnTo>
                    <a:lnTo>
                      <a:pt x="858" y="396"/>
                    </a:lnTo>
                    <a:lnTo>
                      <a:pt x="858" y="432"/>
                    </a:lnTo>
                    <a:lnTo>
                      <a:pt x="864" y="444"/>
                    </a:lnTo>
                    <a:lnTo>
                      <a:pt x="870" y="450"/>
                    </a:lnTo>
                    <a:lnTo>
                      <a:pt x="870" y="456"/>
                    </a:lnTo>
                    <a:lnTo>
                      <a:pt x="924" y="456"/>
                    </a:lnTo>
                    <a:lnTo>
                      <a:pt x="924" y="474"/>
                    </a:lnTo>
                    <a:lnTo>
                      <a:pt x="918" y="486"/>
                    </a:lnTo>
                    <a:lnTo>
                      <a:pt x="918" y="522"/>
                    </a:lnTo>
                    <a:lnTo>
                      <a:pt x="894" y="534"/>
                    </a:lnTo>
                    <a:lnTo>
                      <a:pt x="882" y="534"/>
                    </a:lnTo>
                    <a:lnTo>
                      <a:pt x="864" y="540"/>
                    </a:lnTo>
                    <a:lnTo>
                      <a:pt x="852" y="546"/>
                    </a:lnTo>
                    <a:lnTo>
                      <a:pt x="852" y="558"/>
                    </a:lnTo>
                    <a:lnTo>
                      <a:pt x="840" y="570"/>
                    </a:lnTo>
                    <a:lnTo>
                      <a:pt x="852" y="576"/>
                    </a:lnTo>
                    <a:lnTo>
                      <a:pt x="858" y="582"/>
                    </a:lnTo>
                    <a:lnTo>
                      <a:pt x="876" y="588"/>
                    </a:lnTo>
                    <a:lnTo>
                      <a:pt x="888" y="588"/>
                    </a:lnTo>
                    <a:lnTo>
                      <a:pt x="912" y="576"/>
                    </a:lnTo>
                    <a:lnTo>
                      <a:pt x="924" y="558"/>
                    </a:lnTo>
                    <a:lnTo>
                      <a:pt x="972" y="510"/>
                    </a:lnTo>
                    <a:lnTo>
                      <a:pt x="996" y="498"/>
                    </a:lnTo>
                    <a:lnTo>
                      <a:pt x="1014" y="492"/>
                    </a:lnTo>
                    <a:lnTo>
                      <a:pt x="1026" y="486"/>
                    </a:lnTo>
                    <a:lnTo>
                      <a:pt x="1032" y="480"/>
                    </a:lnTo>
                    <a:lnTo>
                      <a:pt x="1038" y="480"/>
                    </a:lnTo>
                    <a:lnTo>
                      <a:pt x="1044" y="474"/>
                    </a:lnTo>
                    <a:lnTo>
                      <a:pt x="1050" y="462"/>
                    </a:lnTo>
                    <a:lnTo>
                      <a:pt x="1056" y="462"/>
                    </a:lnTo>
                    <a:lnTo>
                      <a:pt x="1062" y="456"/>
                    </a:lnTo>
                    <a:lnTo>
                      <a:pt x="1074" y="450"/>
                    </a:lnTo>
                    <a:lnTo>
                      <a:pt x="1080" y="444"/>
                    </a:lnTo>
                    <a:lnTo>
                      <a:pt x="1080" y="420"/>
                    </a:lnTo>
                    <a:lnTo>
                      <a:pt x="1074" y="414"/>
                    </a:lnTo>
                    <a:lnTo>
                      <a:pt x="1080" y="414"/>
                    </a:lnTo>
                    <a:lnTo>
                      <a:pt x="1086" y="408"/>
                    </a:lnTo>
                    <a:lnTo>
                      <a:pt x="1110" y="396"/>
                    </a:lnTo>
                    <a:lnTo>
                      <a:pt x="1140" y="396"/>
                    </a:lnTo>
                    <a:lnTo>
                      <a:pt x="1152" y="402"/>
                    </a:lnTo>
                    <a:lnTo>
                      <a:pt x="1164" y="402"/>
                    </a:lnTo>
                    <a:lnTo>
                      <a:pt x="1176" y="390"/>
                    </a:lnTo>
                    <a:lnTo>
                      <a:pt x="1176" y="360"/>
                    </a:lnTo>
                    <a:lnTo>
                      <a:pt x="1200" y="360"/>
                    </a:lnTo>
                    <a:lnTo>
                      <a:pt x="1212" y="354"/>
                    </a:lnTo>
                    <a:lnTo>
                      <a:pt x="1218" y="354"/>
                    </a:lnTo>
                    <a:lnTo>
                      <a:pt x="1224" y="348"/>
                    </a:lnTo>
                    <a:lnTo>
                      <a:pt x="1224" y="3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7" name="Australia" descr="© INSCALE GmbH, 05.05.2010&#10;http://www.presentationload.com/">
                <a:extLst>
                  <a:ext uri="{FF2B5EF4-FFF2-40B4-BE49-F238E27FC236}">
                    <a16:creationId xmlns:a16="http://schemas.microsoft.com/office/drawing/2014/main" id="{83023B10-8732-8A43-BE3A-FB5C870C74C9}"/>
                  </a:ext>
                </a:extLst>
              </p:cNvPr>
              <p:cNvSpPr>
                <a:spLocks noEditPoints="1"/>
              </p:cNvSpPr>
              <p:nvPr/>
            </p:nvSpPr>
            <p:spPr bwMode="gray">
              <a:xfrm>
                <a:off x="8978944" y="4501661"/>
                <a:ext cx="1193282" cy="1119319"/>
              </a:xfrm>
              <a:custGeom>
                <a:avLst/>
                <a:gdLst>
                  <a:gd name="T0" fmla="*/ 2147483647 w 2838"/>
                  <a:gd name="T1" fmla="*/ 2147483647 h 2664"/>
                  <a:gd name="T2" fmla="*/ 2147483647 w 2838"/>
                  <a:gd name="T3" fmla="*/ 2147483647 h 2664"/>
                  <a:gd name="T4" fmla="*/ 2147483647 w 2838"/>
                  <a:gd name="T5" fmla="*/ 2147483647 h 2664"/>
                  <a:gd name="T6" fmla="*/ 2147483647 w 2838"/>
                  <a:gd name="T7" fmla="*/ 2147483647 h 2664"/>
                  <a:gd name="T8" fmla="*/ 2147483647 w 2838"/>
                  <a:gd name="T9" fmla="*/ 2147483647 h 2664"/>
                  <a:gd name="T10" fmla="*/ 2147483647 w 2838"/>
                  <a:gd name="T11" fmla="*/ 2147483647 h 2664"/>
                  <a:gd name="T12" fmla="*/ 2147483647 w 2838"/>
                  <a:gd name="T13" fmla="*/ 2147483647 h 2664"/>
                  <a:gd name="T14" fmla="*/ 2147483647 w 2838"/>
                  <a:gd name="T15" fmla="*/ 2147483647 h 2664"/>
                  <a:gd name="T16" fmla="*/ 2147483647 w 2838"/>
                  <a:gd name="T17" fmla="*/ 2147483647 h 2664"/>
                  <a:gd name="T18" fmla="*/ 2147483647 w 2838"/>
                  <a:gd name="T19" fmla="*/ 2147483647 h 2664"/>
                  <a:gd name="T20" fmla="*/ 2147483647 w 2838"/>
                  <a:gd name="T21" fmla="*/ 2147483647 h 2664"/>
                  <a:gd name="T22" fmla="*/ 2147483647 w 2838"/>
                  <a:gd name="T23" fmla="*/ 2147483647 h 2664"/>
                  <a:gd name="T24" fmla="*/ 2147483647 w 2838"/>
                  <a:gd name="T25" fmla="*/ 2147483647 h 2664"/>
                  <a:gd name="T26" fmla="*/ 2147483647 w 2838"/>
                  <a:gd name="T27" fmla="*/ 2147483647 h 2664"/>
                  <a:gd name="T28" fmla="*/ 2147483647 w 2838"/>
                  <a:gd name="T29" fmla="*/ 2147483647 h 2664"/>
                  <a:gd name="T30" fmla="*/ 2147483647 w 2838"/>
                  <a:gd name="T31" fmla="*/ 2147483647 h 2664"/>
                  <a:gd name="T32" fmla="*/ 2147483647 w 2838"/>
                  <a:gd name="T33" fmla="*/ 2147483647 h 2664"/>
                  <a:gd name="T34" fmla="*/ 2147483647 w 2838"/>
                  <a:gd name="T35" fmla="*/ 2147483647 h 2664"/>
                  <a:gd name="T36" fmla="*/ 2147483647 w 2838"/>
                  <a:gd name="T37" fmla="*/ 2147483647 h 2664"/>
                  <a:gd name="T38" fmla="*/ 2147483647 w 2838"/>
                  <a:gd name="T39" fmla="*/ 2147483647 h 2664"/>
                  <a:gd name="T40" fmla="*/ 2147483647 w 2838"/>
                  <a:gd name="T41" fmla="*/ 2147483647 h 2664"/>
                  <a:gd name="T42" fmla="*/ 2147483647 w 2838"/>
                  <a:gd name="T43" fmla="*/ 2147483647 h 2664"/>
                  <a:gd name="T44" fmla="*/ 2147483647 w 2838"/>
                  <a:gd name="T45" fmla="*/ 2147483647 h 2664"/>
                  <a:gd name="T46" fmla="*/ 2147483647 w 2838"/>
                  <a:gd name="T47" fmla="*/ 2147483647 h 2664"/>
                  <a:gd name="T48" fmla="*/ 2147483647 w 2838"/>
                  <a:gd name="T49" fmla="*/ 2147483647 h 2664"/>
                  <a:gd name="T50" fmla="*/ 2147483647 w 2838"/>
                  <a:gd name="T51" fmla="*/ 2147483647 h 2664"/>
                  <a:gd name="T52" fmla="*/ 2147483647 w 2838"/>
                  <a:gd name="T53" fmla="*/ 2147483647 h 2664"/>
                  <a:gd name="T54" fmla="*/ 2147483647 w 2838"/>
                  <a:gd name="T55" fmla="*/ 2147483647 h 2664"/>
                  <a:gd name="T56" fmla="*/ 2147483647 w 2838"/>
                  <a:gd name="T57" fmla="*/ 2147483647 h 2664"/>
                  <a:gd name="T58" fmla="*/ 2147483647 w 2838"/>
                  <a:gd name="T59" fmla="*/ 2147483647 h 2664"/>
                  <a:gd name="T60" fmla="*/ 2147483647 w 2838"/>
                  <a:gd name="T61" fmla="*/ 2147483647 h 2664"/>
                  <a:gd name="T62" fmla="*/ 2147483647 w 2838"/>
                  <a:gd name="T63" fmla="*/ 2147483647 h 2664"/>
                  <a:gd name="T64" fmla="*/ 2147483647 w 2838"/>
                  <a:gd name="T65" fmla="*/ 2147483647 h 2664"/>
                  <a:gd name="T66" fmla="*/ 2147483647 w 2838"/>
                  <a:gd name="T67" fmla="*/ 2147483647 h 2664"/>
                  <a:gd name="T68" fmla="*/ 2147483647 w 2838"/>
                  <a:gd name="T69" fmla="*/ 2147483647 h 2664"/>
                  <a:gd name="T70" fmla="*/ 2147483647 w 2838"/>
                  <a:gd name="T71" fmla="*/ 2147483647 h 2664"/>
                  <a:gd name="T72" fmla="*/ 2147483647 w 2838"/>
                  <a:gd name="T73" fmla="*/ 2147483647 h 2664"/>
                  <a:gd name="T74" fmla="*/ 2147483647 w 2838"/>
                  <a:gd name="T75" fmla="*/ 2147483647 h 2664"/>
                  <a:gd name="T76" fmla="*/ 2147483647 w 2838"/>
                  <a:gd name="T77" fmla="*/ 2147483647 h 2664"/>
                  <a:gd name="T78" fmla="*/ 2147483647 w 2838"/>
                  <a:gd name="T79" fmla="*/ 2147483647 h 2664"/>
                  <a:gd name="T80" fmla="*/ 2147483647 w 2838"/>
                  <a:gd name="T81" fmla="*/ 2147483647 h 2664"/>
                  <a:gd name="T82" fmla="*/ 2147483647 w 2838"/>
                  <a:gd name="T83" fmla="*/ 2147483647 h 2664"/>
                  <a:gd name="T84" fmla="*/ 2147483647 w 2838"/>
                  <a:gd name="T85" fmla="*/ 2147483647 h 2664"/>
                  <a:gd name="T86" fmla="*/ 2147483647 w 2838"/>
                  <a:gd name="T87" fmla="*/ 2147483647 h 2664"/>
                  <a:gd name="T88" fmla="*/ 2147483647 w 2838"/>
                  <a:gd name="T89" fmla="*/ 2147483647 h 2664"/>
                  <a:gd name="T90" fmla="*/ 2147483647 w 2838"/>
                  <a:gd name="T91" fmla="*/ 2147483647 h 2664"/>
                  <a:gd name="T92" fmla="*/ 2147483647 w 2838"/>
                  <a:gd name="T93" fmla="*/ 2147483647 h 2664"/>
                  <a:gd name="T94" fmla="*/ 2147483647 w 2838"/>
                  <a:gd name="T95" fmla="*/ 2147483647 h 2664"/>
                  <a:gd name="T96" fmla="*/ 2147483647 w 2838"/>
                  <a:gd name="T97" fmla="*/ 2147483647 h 2664"/>
                  <a:gd name="T98" fmla="*/ 2147483647 w 2838"/>
                  <a:gd name="T99" fmla="*/ 2147483647 h 2664"/>
                  <a:gd name="T100" fmla="*/ 2147483647 w 2838"/>
                  <a:gd name="T101" fmla="*/ 2147483647 h 2664"/>
                  <a:gd name="T102" fmla="*/ 2147483647 w 2838"/>
                  <a:gd name="T103" fmla="*/ 2147483647 h 2664"/>
                  <a:gd name="T104" fmla="*/ 2147483647 w 2838"/>
                  <a:gd name="T105" fmla="*/ 2147483647 h 2664"/>
                  <a:gd name="T106" fmla="*/ 2147483647 w 2838"/>
                  <a:gd name="T107" fmla="*/ 2147483647 h 2664"/>
                  <a:gd name="T108" fmla="*/ 2147483647 w 2838"/>
                  <a:gd name="T109" fmla="*/ 2147483647 h 2664"/>
                  <a:gd name="T110" fmla="*/ 2147483647 w 2838"/>
                  <a:gd name="T111" fmla="*/ 2147483647 h 2664"/>
                  <a:gd name="T112" fmla="*/ 2147483647 w 2838"/>
                  <a:gd name="T113" fmla="*/ 2147483647 h 2664"/>
                  <a:gd name="T114" fmla="*/ 2147483647 w 2838"/>
                  <a:gd name="T115" fmla="*/ 2147483647 h 2664"/>
                  <a:gd name="T116" fmla="*/ 2147483647 w 2838"/>
                  <a:gd name="T117" fmla="*/ 2147483647 h 26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8"/>
                  <a:gd name="T178" fmla="*/ 0 h 2664"/>
                  <a:gd name="T179" fmla="*/ 2838 w 2838"/>
                  <a:gd name="T180" fmla="*/ 2664 h 266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8" h="2664">
                    <a:moveTo>
                      <a:pt x="1530" y="66"/>
                    </a:moveTo>
                    <a:lnTo>
                      <a:pt x="1524" y="60"/>
                    </a:lnTo>
                    <a:lnTo>
                      <a:pt x="1518" y="60"/>
                    </a:lnTo>
                    <a:lnTo>
                      <a:pt x="1506" y="66"/>
                    </a:lnTo>
                    <a:lnTo>
                      <a:pt x="1500" y="72"/>
                    </a:lnTo>
                    <a:lnTo>
                      <a:pt x="1494" y="84"/>
                    </a:lnTo>
                    <a:lnTo>
                      <a:pt x="1494" y="102"/>
                    </a:lnTo>
                    <a:lnTo>
                      <a:pt x="1506" y="102"/>
                    </a:lnTo>
                    <a:lnTo>
                      <a:pt x="1512" y="90"/>
                    </a:lnTo>
                    <a:lnTo>
                      <a:pt x="1524" y="78"/>
                    </a:lnTo>
                    <a:lnTo>
                      <a:pt x="1530" y="66"/>
                    </a:lnTo>
                    <a:close/>
                    <a:moveTo>
                      <a:pt x="1476" y="2016"/>
                    </a:moveTo>
                    <a:lnTo>
                      <a:pt x="1464" y="2016"/>
                    </a:lnTo>
                    <a:lnTo>
                      <a:pt x="1440" y="2028"/>
                    </a:lnTo>
                    <a:lnTo>
                      <a:pt x="1440" y="2034"/>
                    </a:lnTo>
                    <a:lnTo>
                      <a:pt x="1452" y="2046"/>
                    </a:lnTo>
                    <a:lnTo>
                      <a:pt x="1452" y="2052"/>
                    </a:lnTo>
                    <a:lnTo>
                      <a:pt x="1470" y="2052"/>
                    </a:lnTo>
                    <a:lnTo>
                      <a:pt x="1482" y="2046"/>
                    </a:lnTo>
                    <a:lnTo>
                      <a:pt x="1488" y="2040"/>
                    </a:lnTo>
                    <a:lnTo>
                      <a:pt x="1506" y="2040"/>
                    </a:lnTo>
                    <a:lnTo>
                      <a:pt x="1512" y="2034"/>
                    </a:lnTo>
                    <a:lnTo>
                      <a:pt x="1530" y="2034"/>
                    </a:lnTo>
                    <a:lnTo>
                      <a:pt x="1536" y="2028"/>
                    </a:lnTo>
                    <a:lnTo>
                      <a:pt x="1512" y="2028"/>
                    </a:lnTo>
                    <a:lnTo>
                      <a:pt x="1500" y="2016"/>
                    </a:lnTo>
                    <a:lnTo>
                      <a:pt x="1476" y="2016"/>
                    </a:lnTo>
                    <a:close/>
                    <a:moveTo>
                      <a:pt x="2802" y="1164"/>
                    </a:moveTo>
                    <a:lnTo>
                      <a:pt x="2802" y="1134"/>
                    </a:lnTo>
                    <a:lnTo>
                      <a:pt x="2796" y="1116"/>
                    </a:lnTo>
                    <a:lnTo>
                      <a:pt x="2796" y="1092"/>
                    </a:lnTo>
                    <a:lnTo>
                      <a:pt x="2790" y="1086"/>
                    </a:lnTo>
                    <a:lnTo>
                      <a:pt x="2778" y="1086"/>
                    </a:lnTo>
                    <a:lnTo>
                      <a:pt x="2772" y="1080"/>
                    </a:lnTo>
                    <a:lnTo>
                      <a:pt x="2760" y="1080"/>
                    </a:lnTo>
                    <a:lnTo>
                      <a:pt x="2760" y="1062"/>
                    </a:lnTo>
                    <a:lnTo>
                      <a:pt x="2742" y="1050"/>
                    </a:lnTo>
                    <a:lnTo>
                      <a:pt x="2742" y="1014"/>
                    </a:lnTo>
                    <a:lnTo>
                      <a:pt x="2736" y="1008"/>
                    </a:lnTo>
                    <a:lnTo>
                      <a:pt x="2724" y="1002"/>
                    </a:lnTo>
                    <a:lnTo>
                      <a:pt x="2718" y="996"/>
                    </a:lnTo>
                    <a:lnTo>
                      <a:pt x="2706" y="996"/>
                    </a:lnTo>
                    <a:lnTo>
                      <a:pt x="2712" y="996"/>
                    </a:lnTo>
                    <a:lnTo>
                      <a:pt x="2718" y="990"/>
                    </a:lnTo>
                    <a:lnTo>
                      <a:pt x="2730" y="990"/>
                    </a:lnTo>
                    <a:lnTo>
                      <a:pt x="2742" y="984"/>
                    </a:lnTo>
                    <a:lnTo>
                      <a:pt x="2760" y="966"/>
                    </a:lnTo>
                    <a:lnTo>
                      <a:pt x="2754" y="954"/>
                    </a:lnTo>
                    <a:lnTo>
                      <a:pt x="2736" y="936"/>
                    </a:lnTo>
                    <a:lnTo>
                      <a:pt x="2730" y="936"/>
                    </a:lnTo>
                    <a:lnTo>
                      <a:pt x="2730" y="930"/>
                    </a:lnTo>
                    <a:lnTo>
                      <a:pt x="2712" y="912"/>
                    </a:lnTo>
                    <a:lnTo>
                      <a:pt x="2700" y="906"/>
                    </a:lnTo>
                    <a:lnTo>
                      <a:pt x="2694" y="912"/>
                    </a:lnTo>
                    <a:lnTo>
                      <a:pt x="2694" y="936"/>
                    </a:lnTo>
                    <a:lnTo>
                      <a:pt x="2670" y="930"/>
                    </a:lnTo>
                    <a:lnTo>
                      <a:pt x="2670" y="924"/>
                    </a:lnTo>
                    <a:lnTo>
                      <a:pt x="2676" y="918"/>
                    </a:lnTo>
                    <a:lnTo>
                      <a:pt x="2676" y="906"/>
                    </a:lnTo>
                    <a:lnTo>
                      <a:pt x="2682" y="894"/>
                    </a:lnTo>
                    <a:lnTo>
                      <a:pt x="2688" y="876"/>
                    </a:lnTo>
                    <a:lnTo>
                      <a:pt x="2688" y="858"/>
                    </a:lnTo>
                    <a:lnTo>
                      <a:pt x="2682" y="852"/>
                    </a:lnTo>
                    <a:lnTo>
                      <a:pt x="2676" y="840"/>
                    </a:lnTo>
                    <a:lnTo>
                      <a:pt x="2670" y="840"/>
                    </a:lnTo>
                    <a:lnTo>
                      <a:pt x="2652" y="822"/>
                    </a:lnTo>
                    <a:lnTo>
                      <a:pt x="2652" y="816"/>
                    </a:lnTo>
                    <a:lnTo>
                      <a:pt x="2658" y="804"/>
                    </a:lnTo>
                    <a:lnTo>
                      <a:pt x="2658" y="792"/>
                    </a:lnTo>
                    <a:lnTo>
                      <a:pt x="2664" y="774"/>
                    </a:lnTo>
                    <a:lnTo>
                      <a:pt x="2664" y="762"/>
                    </a:lnTo>
                    <a:lnTo>
                      <a:pt x="2652" y="750"/>
                    </a:lnTo>
                    <a:lnTo>
                      <a:pt x="2628" y="732"/>
                    </a:lnTo>
                    <a:lnTo>
                      <a:pt x="2598" y="720"/>
                    </a:lnTo>
                    <a:lnTo>
                      <a:pt x="2580" y="708"/>
                    </a:lnTo>
                    <a:lnTo>
                      <a:pt x="2568" y="702"/>
                    </a:lnTo>
                    <a:lnTo>
                      <a:pt x="2556" y="708"/>
                    </a:lnTo>
                    <a:lnTo>
                      <a:pt x="2550" y="696"/>
                    </a:lnTo>
                    <a:lnTo>
                      <a:pt x="2538" y="684"/>
                    </a:lnTo>
                    <a:lnTo>
                      <a:pt x="2532" y="672"/>
                    </a:lnTo>
                    <a:lnTo>
                      <a:pt x="2520" y="660"/>
                    </a:lnTo>
                    <a:lnTo>
                      <a:pt x="2514" y="642"/>
                    </a:lnTo>
                    <a:lnTo>
                      <a:pt x="2514" y="594"/>
                    </a:lnTo>
                    <a:lnTo>
                      <a:pt x="2520" y="576"/>
                    </a:lnTo>
                    <a:lnTo>
                      <a:pt x="2526" y="564"/>
                    </a:lnTo>
                    <a:lnTo>
                      <a:pt x="2526" y="546"/>
                    </a:lnTo>
                    <a:lnTo>
                      <a:pt x="2520" y="504"/>
                    </a:lnTo>
                    <a:lnTo>
                      <a:pt x="2502" y="462"/>
                    </a:lnTo>
                    <a:lnTo>
                      <a:pt x="2490" y="426"/>
                    </a:lnTo>
                    <a:lnTo>
                      <a:pt x="2490" y="402"/>
                    </a:lnTo>
                    <a:lnTo>
                      <a:pt x="2496" y="390"/>
                    </a:lnTo>
                    <a:lnTo>
                      <a:pt x="2502" y="384"/>
                    </a:lnTo>
                    <a:lnTo>
                      <a:pt x="2502" y="324"/>
                    </a:lnTo>
                    <a:lnTo>
                      <a:pt x="2496" y="312"/>
                    </a:lnTo>
                    <a:lnTo>
                      <a:pt x="2496" y="300"/>
                    </a:lnTo>
                    <a:lnTo>
                      <a:pt x="2472" y="294"/>
                    </a:lnTo>
                    <a:lnTo>
                      <a:pt x="2460" y="288"/>
                    </a:lnTo>
                    <a:lnTo>
                      <a:pt x="2454" y="276"/>
                    </a:lnTo>
                    <a:lnTo>
                      <a:pt x="2442" y="270"/>
                    </a:lnTo>
                    <a:lnTo>
                      <a:pt x="2424" y="270"/>
                    </a:lnTo>
                    <a:lnTo>
                      <a:pt x="2418" y="282"/>
                    </a:lnTo>
                    <a:lnTo>
                      <a:pt x="2412" y="288"/>
                    </a:lnTo>
                    <a:lnTo>
                      <a:pt x="2412" y="282"/>
                    </a:lnTo>
                    <a:lnTo>
                      <a:pt x="2406" y="276"/>
                    </a:lnTo>
                    <a:lnTo>
                      <a:pt x="2400" y="264"/>
                    </a:lnTo>
                    <a:lnTo>
                      <a:pt x="2400" y="228"/>
                    </a:lnTo>
                    <a:lnTo>
                      <a:pt x="2406" y="216"/>
                    </a:lnTo>
                    <a:lnTo>
                      <a:pt x="2406" y="204"/>
                    </a:lnTo>
                    <a:lnTo>
                      <a:pt x="2388" y="180"/>
                    </a:lnTo>
                    <a:lnTo>
                      <a:pt x="2394" y="96"/>
                    </a:lnTo>
                    <a:lnTo>
                      <a:pt x="2382" y="90"/>
                    </a:lnTo>
                    <a:lnTo>
                      <a:pt x="2364" y="72"/>
                    </a:lnTo>
                    <a:lnTo>
                      <a:pt x="2364" y="66"/>
                    </a:lnTo>
                    <a:lnTo>
                      <a:pt x="2370" y="48"/>
                    </a:lnTo>
                    <a:lnTo>
                      <a:pt x="2370" y="24"/>
                    </a:lnTo>
                    <a:lnTo>
                      <a:pt x="2364" y="18"/>
                    </a:lnTo>
                    <a:lnTo>
                      <a:pt x="2346" y="18"/>
                    </a:lnTo>
                    <a:lnTo>
                      <a:pt x="2346" y="0"/>
                    </a:lnTo>
                    <a:lnTo>
                      <a:pt x="2316" y="12"/>
                    </a:lnTo>
                    <a:lnTo>
                      <a:pt x="2310" y="30"/>
                    </a:lnTo>
                    <a:lnTo>
                      <a:pt x="2298" y="36"/>
                    </a:lnTo>
                    <a:lnTo>
                      <a:pt x="2292" y="42"/>
                    </a:lnTo>
                    <a:lnTo>
                      <a:pt x="2280" y="48"/>
                    </a:lnTo>
                    <a:lnTo>
                      <a:pt x="2280" y="66"/>
                    </a:lnTo>
                    <a:lnTo>
                      <a:pt x="2286" y="78"/>
                    </a:lnTo>
                    <a:lnTo>
                      <a:pt x="2286" y="90"/>
                    </a:lnTo>
                    <a:lnTo>
                      <a:pt x="2292" y="102"/>
                    </a:lnTo>
                    <a:lnTo>
                      <a:pt x="2292" y="114"/>
                    </a:lnTo>
                    <a:lnTo>
                      <a:pt x="2286" y="126"/>
                    </a:lnTo>
                    <a:lnTo>
                      <a:pt x="2274" y="138"/>
                    </a:lnTo>
                    <a:lnTo>
                      <a:pt x="2268" y="150"/>
                    </a:lnTo>
                    <a:lnTo>
                      <a:pt x="2238" y="180"/>
                    </a:lnTo>
                    <a:lnTo>
                      <a:pt x="2256" y="192"/>
                    </a:lnTo>
                    <a:lnTo>
                      <a:pt x="2256" y="198"/>
                    </a:lnTo>
                    <a:lnTo>
                      <a:pt x="2250" y="204"/>
                    </a:lnTo>
                    <a:lnTo>
                      <a:pt x="2238" y="228"/>
                    </a:lnTo>
                    <a:lnTo>
                      <a:pt x="2232" y="234"/>
                    </a:lnTo>
                    <a:lnTo>
                      <a:pt x="2232" y="264"/>
                    </a:lnTo>
                    <a:lnTo>
                      <a:pt x="2238" y="276"/>
                    </a:lnTo>
                    <a:lnTo>
                      <a:pt x="2238" y="288"/>
                    </a:lnTo>
                    <a:lnTo>
                      <a:pt x="2232" y="300"/>
                    </a:lnTo>
                    <a:lnTo>
                      <a:pt x="2214" y="408"/>
                    </a:lnTo>
                    <a:lnTo>
                      <a:pt x="2208" y="432"/>
                    </a:lnTo>
                    <a:lnTo>
                      <a:pt x="2202" y="438"/>
                    </a:lnTo>
                    <a:lnTo>
                      <a:pt x="2190" y="462"/>
                    </a:lnTo>
                    <a:lnTo>
                      <a:pt x="2178" y="474"/>
                    </a:lnTo>
                    <a:lnTo>
                      <a:pt x="2172" y="486"/>
                    </a:lnTo>
                    <a:lnTo>
                      <a:pt x="2166" y="492"/>
                    </a:lnTo>
                    <a:lnTo>
                      <a:pt x="2166" y="516"/>
                    </a:lnTo>
                    <a:lnTo>
                      <a:pt x="2160" y="534"/>
                    </a:lnTo>
                    <a:lnTo>
                      <a:pt x="2154" y="546"/>
                    </a:lnTo>
                    <a:lnTo>
                      <a:pt x="2142" y="552"/>
                    </a:lnTo>
                    <a:lnTo>
                      <a:pt x="2088" y="570"/>
                    </a:lnTo>
                    <a:lnTo>
                      <a:pt x="2076" y="570"/>
                    </a:lnTo>
                    <a:lnTo>
                      <a:pt x="2064" y="576"/>
                    </a:lnTo>
                    <a:lnTo>
                      <a:pt x="2058" y="576"/>
                    </a:lnTo>
                    <a:lnTo>
                      <a:pt x="2058" y="570"/>
                    </a:lnTo>
                    <a:lnTo>
                      <a:pt x="2052" y="564"/>
                    </a:lnTo>
                    <a:lnTo>
                      <a:pt x="2028" y="516"/>
                    </a:lnTo>
                    <a:lnTo>
                      <a:pt x="2022" y="510"/>
                    </a:lnTo>
                    <a:lnTo>
                      <a:pt x="1998" y="492"/>
                    </a:lnTo>
                    <a:lnTo>
                      <a:pt x="1956" y="474"/>
                    </a:lnTo>
                    <a:lnTo>
                      <a:pt x="1920" y="462"/>
                    </a:lnTo>
                    <a:lnTo>
                      <a:pt x="1908" y="456"/>
                    </a:lnTo>
                    <a:lnTo>
                      <a:pt x="1896" y="438"/>
                    </a:lnTo>
                    <a:lnTo>
                      <a:pt x="1884" y="426"/>
                    </a:lnTo>
                    <a:lnTo>
                      <a:pt x="1872" y="402"/>
                    </a:lnTo>
                    <a:lnTo>
                      <a:pt x="1866" y="396"/>
                    </a:lnTo>
                    <a:lnTo>
                      <a:pt x="1830" y="396"/>
                    </a:lnTo>
                    <a:lnTo>
                      <a:pt x="1806" y="348"/>
                    </a:lnTo>
                    <a:lnTo>
                      <a:pt x="1824" y="330"/>
                    </a:lnTo>
                    <a:lnTo>
                      <a:pt x="1824" y="306"/>
                    </a:lnTo>
                    <a:lnTo>
                      <a:pt x="1830" y="294"/>
                    </a:lnTo>
                    <a:lnTo>
                      <a:pt x="1836" y="288"/>
                    </a:lnTo>
                    <a:lnTo>
                      <a:pt x="1848" y="282"/>
                    </a:lnTo>
                    <a:lnTo>
                      <a:pt x="1854" y="276"/>
                    </a:lnTo>
                    <a:lnTo>
                      <a:pt x="1848" y="228"/>
                    </a:lnTo>
                    <a:lnTo>
                      <a:pt x="1866" y="210"/>
                    </a:lnTo>
                    <a:lnTo>
                      <a:pt x="1872" y="216"/>
                    </a:lnTo>
                    <a:lnTo>
                      <a:pt x="1884" y="216"/>
                    </a:lnTo>
                    <a:lnTo>
                      <a:pt x="1890" y="222"/>
                    </a:lnTo>
                    <a:lnTo>
                      <a:pt x="1896" y="222"/>
                    </a:lnTo>
                    <a:lnTo>
                      <a:pt x="1902" y="216"/>
                    </a:lnTo>
                    <a:lnTo>
                      <a:pt x="1908" y="204"/>
                    </a:lnTo>
                    <a:lnTo>
                      <a:pt x="1908" y="180"/>
                    </a:lnTo>
                    <a:lnTo>
                      <a:pt x="1944" y="144"/>
                    </a:lnTo>
                    <a:lnTo>
                      <a:pt x="1938" y="132"/>
                    </a:lnTo>
                    <a:lnTo>
                      <a:pt x="1914" y="108"/>
                    </a:lnTo>
                    <a:lnTo>
                      <a:pt x="1890" y="108"/>
                    </a:lnTo>
                    <a:lnTo>
                      <a:pt x="1872" y="114"/>
                    </a:lnTo>
                    <a:lnTo>
                      <a:pt x="1848" y="126"/>
                    </a:lnTo>
                    <a:lnTo>
                      <a:pt x="1842" y="138"/>
                    </a:lnTo>
                    <a:lnTo>
                      <a:pt x="1842" y="120"/>
                    </a:lnTo>
                    <a:lnTo>
                      <a:pt x="1812" y="126"/>
                    </a:lnTo>
                    <a:lnTo>
                      <a:pt x="1794" y="138"/>
                    </a:lnTo>
                    <a:lnTo>
                      <a:pt x="1788" y="120"/>
                    </a:lnTo>
                    <a:lnTo>
                      <a:pt x="1752" y="114"/>
                    </a:lnTo>
                    <a:lnTo>
                      <a:pt x="1746" y="108"/>
                    </a:lnTo>
                    <a:lnTo>
                      <a:pt x="1734" y="102"/>
                    </a:lnTo>
                    <a:lnTo>
                      <a:pt x="1728" y="96"/>
                    </a:lnTo>
                    <a:lnTo>
                      <a:pt x="1716" y="90"/>
                    </a:lnTo>
                    <a:lnTo>
                      <a:pt x="1674" y="90"/>
                    </a:lnTo>
                    <a:lnTo>
                      <a:pt x="1662" y="84"/>
                    </a:lnTo>
                    <a:lnTo>
                      <a:pt x="1650" y="84"/>
                    </a:lnTo>
                    <a:lnTo>
                      <a:pt x="1650" y="78"/>
                    </a:lnTo>
                    <a:lnTo>
                      <a:pt x="1644" y="72"/>
                    </a:lnTo>
                    <a:lnTo>
                      <a:pt x="1632" y="48"/>
                    </a:lnTo>
                    <a:lnTo>
                      <a:pt x="1626" y="42"/>
                    </a:lnTo>
                    <a:lnTo>
                      <a:pt x="1620" y="42"/>
                    </a:lnTo>
                    <a:lnTo>
                      <a:pt x="1620" y="54"/>
                    </a:lnTo>
                    <a:lnTo>
                      <a:pt x="1614" y="60"/>
                    </a:lnTo>
                    <a:lnTo>
                      <a:pt x="1602" y="54"/>
                    </a:lnTo>
                    <a:lnTo>
                      <a:pt x="1596" y="54"/>
                    </a:lnTo>
                    <a:lnTo>
                      <a:pt x="1584" y="48"/>
                    </a:lnTo>
                    <a:lnTo>
                      <a:pt x="1566" y="48"/>
                    </a:lnTo>
                    <a:lnTo>
                      <a:pt x="1566" y="60"/>
                    </a:lnTo>
                    <a:lnTo>
                      <a:pt x="1572" y="66"/>
                    </a:lnTo>
                    <a:lnTo>
                      <a:pt x="1554" y="66"/>
                    </a:lnTo>
                    <a:lnTo>
                      <a:pt x="1548" y="72"/>
                    </a:lnTo>
                    <a:lnTo>
                      <a:pt x="1548" y="78"/>
                    </a:lnTo>
                    <a:lnTo>
                      <a:pt x="1554" y="84"/>
                    </a:lnTo>
                    <a:lnTo>
                      <a:pt x="1566" y="84"/>
                    </a:lnTo>
                    <a:lnTo>
                      <a:pt x="1590" y="96"/>
                    </a:lnTo>
                    <a:lnTo>
                      <a:pt x="1596" y="96"/>
                    </a:lnTo>
                    <a:lnTo>
                      <a:pt x="1608" y="90"/>
                    </a:lnTo>
                    <a:lnTo>
                      <a:pt x="1614" y="84"/>
                    </a:lnTo>
                    <a:lnTo>
                      <a:pt x="1644" y="102"/>
                    </a:lnTo>
                    <a:lnTo>
                      <a:pt x="1638" y="102"/>
                    </a:lnTo>
                    <a:lnTo>
                      <a:pt x="1632" y="108"/>
                    </a:lnTo>
                    <a:lnTo>
                      <a:pt x="1596" y="126"/>
                    </a:lnTo>
                    <a:lnTo>
                      <a:pt x="1572" y="126"/>
                    </a:lnTo>
                    <a:lnTo>
                      <a:pt x="1554" y="132"/>
                    </a:lnTo>
                    <a:lnTo>
                      <a:pt x="1512" y="132"/>
                    </a:lnTo>
                    <a:lnTo>
                      <a:pt x="1500" y="138"/>
                    </a:lnTo>
                    <a:lnTo>
                      <a:pt x="1482" y="144"/>
                    </a:lnTo>
                    <a:lnTo>
                      <a:pt x="1470" y="156"/>
                    </a:lnTo>
                    <a:lnTo>
                      <a:pt x="1452" y="162"/>
                    </a:lnTo>
                    <a:lnTo>
                      <a:pt x="1440" y="168"/>
                    </a:lnTo>
                    <a:lnTo>
                      <a:pt x="1434" y="174"/>
                    </a:lnTo>
                    <a:lnTo>
                      <a:pt x="1428" y="174"/>
                    </a:lnTo>
                    <a:lnTo>
                      <a:pt x="1428" y="186"/>
                    </a:lnTo>
                    <a:lnTo>
                      <a:pt x="1422" y="204"/>
                    </a:lnTo>
                    <a:lnTo>
                      <a:pt x="1422" y="228"/>
                    </a:lnTo>
                    <a:lnTo>
                      <a:pt x="1428" y="234"/>
                    </a:lnTo>
                    <a:lnTo>
                      <a:pt x="1440" y="240"/>
                    </a:lnTo>
                    <a:lnTo>
                      <a:pt x="1446" y="246"/>
                    </a:lnTo>
                    <a:lnTo>
                      <a:pt x="1452" y="246"/>
                    </a:lnTo>
                    <a:lnTo>
                      <a:pt x="1398" y="246"/>
                    </a:lnTo>
                    <a:lnTo>
                      <a:pt x="1368" y="282"/>
                    </a:lnTo>
                    <a:lnTo>
                      <a:pt x="1368" y="312"/>
                    </a:lnTo>
                    <a:lnTo>
                      <a:pt x="1362" y="324"/>
                    </a:lnTo>
                    <a:lnTo>
                      <a:pt x="1362" y="330"/>
                    </a:lnTo>
                    <a:lnTo>
                      <a:pt x="1368" y="336"/>
                    </a:lnTo>
                    <a:lnTo>
                      <a:pt x="1380" y="336"/>
                    </a:lnTo>
                    <a:lnTo>
                      <a:pt x="1404" y="348"/>
                    </a:lnTo>
                    <a:lnTo>
                      <a:pt x="1410" y="354"/>
                    </a:lnTo>
                    <a:lnTo>
                      <a:pt x="1410" y="390"/>
                    </a:lnTo>
                    <a:lnTo>
                      <a:pt x="1386" y="366"/>
                    </a:lnTo>
                    <a:lnTo>
                      <a:pt x="1356" y="366"/>
                    </a:lnTo>
                    <a:lnTo>
                      <a:pt x="1344" y="390"/>
                    </a:lnTo>
                    <a:lnTo>
                      <a:pt x="1308" y="354"/>
                    </a:lnTo>
                    <a:lnTo>
                      <a:pt x="1302" y="384"/>
                    </a:lnTo>
                    <a:lnTo>
                      <a:pt x="1278" y="396"/>
                    </a:lnTo>
                    <a:lnTo>
                      <a:pt x="1284" y="420"/>
                    </a:lnTo>
                    <a:lnTo>
                      <a:pt x="1254" y="414"/>
                    </a:lnTo>
                    <a:lnTo>
                      <a:pt x="1284" y="354"/>
                    </a:lnTo>
                    <a:lnTo>
                      <a:pt x="1278" y="348"/>
                    </a:lnTo>
                    <a:lnTo>
                      <a:pt x="1272" y="336"/>
                    </a:lnTo>
                    <a:lnTo>
                      <a:pt x="1272" y="324"/>
                    </a:lnTo>
                    <a:lnTo>
                      <a:pt x="1266" y="318"/>
                    </a:lnTo>
                    <a:lnTo>
                      <a:pt x="1254" y="312"/>
                    </a:lnTo>
                    <a:lnTo>
                      <a:pt x="1236" y="312"/>
                    </a:lnTo>
                    <a:lnTo>
                      <a:pt x="1224" y="282"/>
                    </a:lnTo>
                    <a:lnTo>
                      <a:pt x="1224" y="276"/>
                    </a:lnTo>
                    <a:lnTo>
                      <a:pt x="1230" y="270"/>
                    </a:lnTo>
                    <a:lnTo>
                      <a:pt x="1230" y="258"/>
                    </a:lnTo>
                    <a:lnTo>
                      <a:pt x="1224" y="246"/>
                    </a:lnTo>
                    <a:lnTo>
                      <a:pt x="1218" y="240"/>
                    </a:lnTo>
                    <a:lnTo>
                      <a:pt x="1206" y="234"/>
                    </a:lnTo>
                    <a:lnTo>
                      <a:pt x="1194" y="240"/>
                    </a:lnTo>
                    <a:lnTo>
                      <a:pt x="1188" y="246"/>
                    </a:lnTo>
                    <a:lnTo>
                      <a:pt x="1176" y="252"/>
                    </a:lnTo>
                    <a:lnTo>
                      <a:pt x="1176" y="264"/>
                    </a:lnTo>
                    <a:lnTo>
                      <a:pt x="1182" y="270"/>
                    </a:lnTo>
                    <a:lnTo>
                      <a:pt x="1182" y="282"/>
                    </a:lnTo>
                    <a:lnTo>
                      <a:pt x="1146" y="276"/>
                    </a:lnTo>
                    <a:lnTo>
                      <a:pt x="1152" y="306"/>
                    </a:lnTo>
                    <a:lnTo>
                      <a:pt x="1134" y="300"/>
                    </a:lnTo>
                    <a:lnTo>
                      <a:pt x="1116" y="306"/>
                    </a:lnTo>
                    <a:lnTo>
                      <a:pt x="1122" y="312"/>
                    </a:lnTo>
                    <a:lnTo>
                      <a:pt x="1122" y="330"/>
                    </a:lnTo>
                    <a:lnTo>
                      <a:pt x="1116" y="342"/>
                    </a:lnTo>
                    <a:lnTo>
                      <a:pt x="1110" y="348"/>
                    </a:lnTo>
                    <a:lnTo>
                      <a:pt x="1098" y="354"/>
                    </a:lnTo>
                    <a:lnTo>
                      <a:pt x="1092" y="360"/>
                    </a:lnTo>
                    <a:lnTo>
                      <a:pt x="1104" y="324"/>
                    </a:lnTo>
                    <a:lnTo>
                      <a:pt x="1080" y="348"/>
                    </a:lnTo>
                    <a:lnTo>
                      <a:pt x="1062" y="348"/>
                    </a:lnTo>
                    <a:lnTo>
                      <a:pt x="1056" y="360"/>
                    </a:lnTo>
                    <a:lnTo>
                      <a:pt x="1050" y="366"/>
                    </a:lnTo>
                    <a:lnTo>
                      <a:pt x="1050" y="378"/>
                    </a:lnTo>
                    <a:lnTo>
                      <a:pt x="1056" y="390"/>
                    </a:lnTo>
                    <a:lnTo>
                      <a:pt x="1056" y="396"/>
                    </a:lnTo>
                    <a:lnTo>
                      <a:pt x="1062" y="408"/>
                    </a:lnTo>
                    <a:lnTo>
                      <a:pt x="1014" y="384"/>
                    </a:lnTo>
                    <a:lnTo>
                      <a:pt x="1008" y="420"/>
                    </a:lnTo>
                    <a:lnTo>
                      <a:pt x="996" y="426"/>
                    </a:lnTo>
                    <a:lnTo>
                      <a:pt x="1008" y="450"/>
                    </a:lnTo>
                    <a:lnTo>
                      <a:pt x="1032" y="450"/>
                    </a:lnTo>
                    <a:lnTo>
                      <a:pt x="1026" y="468"/>
                    </a:lnTo>
                    <a:lnTo>
                      <a:pt x="954" y="474"/>
                    </a:lnTo>
                    <a:lnTo>
                      <a:pt x="948" y="468"/>
                    </a:lnTo>
                    <a:lnTo>
                      <a:pt x="936" y="462"/>
                    </a:lnTo>
                    <a:lnTo>
                      <a:pt x="930" y="462"/>
                    </a:lnTo>
                    <a:lnTo>
                      <a:pt x="918" y="468"/>
                    </a:lnTo>
                    <a:lnTo>
                      <a:pt x="912" y="474"/>
                    </a:lnTo>
                    <a:lnTo>
                      <a:pt x="918" y="486"/>
                    </a:lnTo>
                    <a:lnTo>
                      <a:pt x="918" y="492"/>
                    </a:lnTo>
                    <a:lnTo>
                      <a:pt x="924" y="504"/>
                    </a:lnTo>
                    <a:lnTo>
                      <a:pt x="930" y="510"/>
                    </a:lnTo>
                    <a:lnTo>
                      <a:pt x="930" y="540"/>
                    </a:lnTo>
                    <a:lnTo>
                      <a:pt x="924" y="564"/>
                    </a:lnTo>
                    <a:lnTo>
                      <a:pt x="930" y="600"/>
                    </a:lnTo>
                    <a:lnTo>
                      <a:pt x="912" y="600"/>
                    </a:lnTo>
                    <a:lnTo>
                      <a:pt x="906" y="522"/>
                    </a:lnTo>
                    <a:lnTo>
                      <a:pt x="888" y="510"/>
                    </a:lnTo>
                    <a:lnTo>
                      <a:pt x="888" y="480"/>
                    </a:lnTo>
                    <a:lnTo>
                      <a:pt x="870" y="480"/>
                    </a:lnTo>
                    <a:lnTo>
                      <a:pt x="852" y="504"/>
                    </a:lnTo>
                    <a:lnTo>
                      <a:pt x="822" y="534"/>
                    </a:lnTo>
                    <a:lnTo>
                      <a:pt x="804" y="546"/>
                    </a:lnTo>
                    <a:lnTo>
                      <a:pt x="792" y="558"/>
                    </a:lnTo>
                    <a:lnTo>
                      <a:pt x="786" y="570"/>
                    </a:lnTo>
                    <a:lnTo>
                      <a:pt x="786" y="600"/>
                    </a:lnTo>
                    <a:lnTo>
                      <a:pt x="792" y="606"/>
                    </a:lnTo>
                    <a:lnTo>
                      <a:pt x="792" y="618"/>
                    </a:lnTo>
                    <a:lnTo>
                      <a:pt x="798" y="618"/>
                    </a:lnTo>
                    <a:lnTo>
                      <a:pt x="816" y="636"/>
                    </a:lnTo>
                    <a:lnTo>
                      <a:pt x="810" y="648"/>
                    </a:lnTo>
                    <a:lnTo>
                      <a:pt x="792" y="654"/>
                    </a:lnTo>
                    <a:lnTo>
                      <a:pt x="774" y="666"/>
                    </a:lnTo>
                    <a:lnTo>
                      <a:pt x="750" y="678"/>
                    </a:lnTo>
                    <a:lnTo>
                      <a:pt x="750" y="696"/>
                    </a:lnTo>
                    <a:lnTo>
                      <a:pt x="720" y="726"/>
                    </a:lnTo>
                    <a:lnTo>
                      <a:pt x="702" y="732"/>
                    </a:lnTo>
                    <a:lnTo>
                      <a:pt x="690" y="744"/>
                    </a:lnTo>
                    <a:lnTo>
                      <a:pt x="666" y="756"/>
                    </a:lnTo>
                    <a:lnTo>
                      <a:pt x="630" y="762"/>
                    </a:lnTo>
                    <a:lnTo>
                      <a:pt x="600" y="768"/>
                    </a:lnTo>
                    <a:lnTo>
                      <a:pt x="588" y="768"/>
                    </a:lnTo>
                    <a:lnTo>
                      <a:pt x="534" y="762"/>
                    </a:lnTo>
                    <a:lnTo>
                      <a:pt x="492" y="780"/>
                    </a:lnTo>
                    <a:lnTo>
                      <a:pt x="438" y="786"/>
                    </a:lnTo>
                    <a:lnTo>
                      <a:pt x="432" y="798"/>
                    </a:lnTo>
                    <a:lnTo>
                      <a:pt x="414" y="798"/>
                    </a:lnTo>
                    <a:lnTo>
                      <a:pt x="402" y="804"/>
                    </a:lnTo>
                    <a:lnTo>
                      <a:pt x="396" y="810"/>
                    </a:lnTo>
                    <a:lnTo>
                      <a:pt x="384" y="816"/>
                    </a:lnTo>
                    <a:lnTo>
                      <a:pt x="372" y="828"/>
                    </a:lnTo>
                    <a:lnTo>
                      <a:pt x="342" y="828"/>
                    </a:lnTo>
                    <a:lnTo>
                      <a:pt x="324" y="834"/>
                    </a:lnTo>
                    <a:lnTo>
                      <a:pt x="312" y="840"/>
                    </a:lnTo>
                    <a:lnTo>
                      <a:pt x="306" y="852"/>
                    </a:lnTo>
                    <a:lnTo>
                      <a:pt x="294" y="858"/>
                    </a:lnTo>
                    <a:lnTo>
                      <a:pt x="288" y="870"/>
                    </a:lnTo>
                    <a:lnTo>
                      <a:pt x="282" y="876"/>
                    </a:lnTo>
                    <a:lnTo>
                      <a:pt x="282" y="882"/>
                    </a:lnTo>
                    <a:lnTo>
                      <a:pt x="276" y="882"/>
                    </a:lnTo>
                    <a:lnTo>
                      <a:pt x="270" y="888"/>
                    </a:lnTo>
                    <a:lnTo>
                      <a:pt x="252" y="888"/>
                    </a:lnTo>
                    <a:lnTo>
                      <a:pt x="240" y="894"/>
                    </a:lnTo>
                    <a:lnTo>
                      <a:pt x="228" y="894"/>
                    </a:lnTo>
                    <a:lnTo>
                      <a:pt x="216" y="900"/>
                    </a:lnTo>
                    <a:lnTo>
                      <a:pt x="210" y="906"/>
                    </a:lnTo>
                    <a:lnTo>
                      <a:pt x="198" y="912"/>
                    </a:lnTo>
                    <a:lnTo>
                      <a:pt x="192" y="930"/>
                    </a:lnTo>
                    <a:lnTo>
                      <a:pt x="150" y="972"/>
                    </a:lnTo>
                    <a:lnTo>
                      <a:pt x="150" y="978"/>
                    </a:lnTo>
                    <a:lnTo>
                      <a:pt x="162" y="912"/>
                    </a:lnTo>
                    <a:lnTo>
                      <a:pt x="144" y="918"/>
                    </a:lnTo>
                    <a:lnTo>
                      <a:pt x="120" y="978"/>
                    </a:lnTo>
                    <a:lnTo>
                      <a:pt x="90" y="1038"/>
                    </a:lnTo>
                    <a:lnTo>
                      <a:pt x="90" y="1056"/>
                    </a:lnTo>
                    <a:lnTo>
                      <a:pt x="96" y="1062"/>
                    </a:lnTo>
                    <a:lnTo>
                      <a:pt x="108" y="1068"/>
                    </a:lnTo>
                    <a:lnTo>
                      <a:pt x="114" y="1068"/>
                    </a:lnTo>
                    <a:lnTo>
                      <a:pt x="108" y="1080"/>
                    </a:lnTo>
                    <a:lnTo>
                      <a:pt x="96" y="1086"/>
                    </a:lnTo>
                    <a:lnTo>
                      <a:pt x="90" y="1098"/>
                    </a:lnTo>
                    <a:lnTo>
                      <a:pt x="66" y="1122"/>
                    </a:lnTo>
                    <a:lnTo>
                      <a:pt x="66" y="1134"/>
                    </a:lnTo>
                    <a:lnTo>
                      <a:pt x="72" y="1152"/>
                    </a:lnTo>
                    <a:lnTo>
                      <a:pt x="72" y="1164"/>
                    </a:lnTo>
                    <a:lnTo>
                      <a:pt x="84" y="1188"/>
                    </a:lnTo>
                    <a:lnTo>
                      <a:pt x="84" y="1200"/>
                    </a:lnTo>
                    <a:lnTo>
                      <a:pt x="102" y="1236"/>
                    </a:lnTo>
                    <a:lnTo>
                      <a:pt x="108" y="1254"/>
                    </a:lnTo>
                    <a:lnTo>
                      <a:pt x="114" y="1266"/>
                    </a:lnTo>
                    <a:lnTo>
                      <a:pt x="114" y="1278"/>
                    </a:lnTo>
                    <a:lnTo>
                      <a:pt x="108" y="1278"/>
                    </a:lnTo>
                    <a:lnTo>
                      <a:pt x="96" y="1266"/>
                    </a:lnTo>
                    <a:lnTo>
                      <a:pt x="90" y="1254"/>
                    </a:lnTo>
                    <a:lnTo>
                      <a:pt x="72" y="1236"/>
                    </a:lnTo>
                    <a:lnTo>
                      <a:pt x="66" y="1224"/>
                    </a:lnTo>
                    <a:lnTo>
                      <a:pt x="48" y="1218"/>
                    </a:lnTo>
                    <a:lnTo>
                      <a:pt x="66" y="1266"/>
                    </a:lnTo>
                    <a:lnTo>
                      <a:pt x="30" y="1236"/>
                    </a:lnTo>
                    <a:lnTo>
                      <a:pt x="30" y="1290"/>
                    </a:lnTo>
                    <a:lnTo>
                      <a:pt x="60" y="1350"/>
                    </a:lnTo>
                    <a:lnTo>
                      <a:pt x="66" y="1356"/>
                    </a:lnTo>
                    <a:lnTo>
                      <a:pt x="66" y="1368"/>
                    </a:lnTo>
                    <a:lnTo>
                      <a:pt x="60" y="1374"/>
                    </a:lnTo>
                    <a:lnTo>
                      <a:pt x="54" y="1386"/>
                    </a:lnTo>
                    <a:lnTo>
                      <a:pt x="54" y="1398"/>
                    </a:lnTo>
                    <a:lnTo>
                      <a:pt x="48" y="1410"/>
                    </a:lnTo>
                    <a:lnTo>
                      <a:pt x="54" y="1416"/>
                    </a:lnTo>
                    <a:lnTo>
                      <a:pt x="60" y="1428"/>
                    </a:lnTo>
                    <a:lnTo>
                      <a:pt x="78" y="1446"/>
                    </a:lnTo>
                    <a:lnTo>
                      <a:pt x="84" y="1458"/>
                    </a:lnTo>
                    <a:lnTo>
                      <a:pt x="90" y="1464"/>
                    </a:lnTo>
                    <a:lnTo>
                      <a:pt x="96" y="1476"/>
                    </a:lnTo>
                    <a:lnTo>
                      <a:pt x="96" y="1506"/>
                    </a:lnTo>
                    <a:lnTo>
                      <a:pt x="90" y="1518"/>
                    </a:lnTo>
                    <a:lnTo>
                      <a:pt x="84" y="1524"/>
                    </a:lnTo>
                    <a:lnTo>
                      <a:pt x="90" y="1542"/>
                    </a:lnTo>
                    <a:lnTo>
                      <a:pt x="90" y="1554"/>
                    </a:lnTo>
                    <a:lnTo>
                      <a:pt x="96" y="1572"/>
                    </a:lnTo>
                    <a:lnTo>
                      <a:pt x="96" y="1590"/>
                    </a:lnTo>
                    <a:lnTo>
                      <a:pt x="102" y="1596"/>
                    </a:lnTo>
                    <a:lnTo>
                      <a:pt x="102" y="1602"/>
                    </a:lnTo>
                    <a:lnTo>
                      <a:pt x="96" y="1602"/>
                    </a:lnTo>
                    <a:lnTo>
                      <a:pt x="78" y="1620"/>
                    </a:lnTo>
                    <a:lnTo>
                      <a:pt x="84" y="1626"/>
                    </a:lnTo>
                    <a:lnTo>
                      <a:pt x="84" y="1638"/>
                    </a:lnTo>
                    <a:lnTo>
                      <a:pt x="90" y="1650"/>
                    </a:lnTo>
                    <a:lnTo>
                      <a:pt x="90" y="1662"/>
                    </a:lnTo>
                    <a:lnTo>
                      <a:pt x="96" y="1668"/>
                    </a:lnTo>
                    <a:lnTo>
                      <a:pt x="96" y="1674"/>
                    </a:lnTo>
                    <a:lnTo>
                      <a:pt x="102" y="1674"/>
                    </a:lnTo>
                    <a:lnTo>
                      <a:pt x="108" y="1680"/>
                    </a:lnTo>
                    <a:lnTo>
                      <a:pt x="126" y="1716"/>
                    </a:lnTo>
                    <a:lnTo>
                      <a:pt x="126" y="1728"/>
                    </a:lnTo>
                    <a:lnTo>
                      <a:pt x="108" y="1764"/>
                    </a:lnTo>
                    <a:lnTo>
                      <a:pt x="90" y="1782"/>
                    </a:lnTo>
                    <a:lnTo>
                      <a:pt x="90" y="1824"/>
                    </a:lnTo>
                    <a:lnTo>
                      <a:pt x="84" y="1842"/>
                    </a:lnTo>
                    <a:lnTo>
                      <a:pt x="60" y="1866"/>
                    </a:lnTo>
                    <a:lnTo>
                      <a:pt x="42" y="1866"/>
                    </a:lnTo>
                    <a:lnTo>
                      <a:pt x="30" y="1872"/>
                    </a:lnTo>
                    <a:lnTo>
                      <a:pt x="18" y="1866"/>
                    </a:lnTo>
                    <a:lnTo>
                      <a:pt x="6" y="1866"/>
                    </a:lnTo>
                    <a:lnTo>
                      <a:pt x="0" y="1920"/>
                    </a:lnTo>
                    <a:lnTo>
                      <a:pt x="12" y="1920"/>
                    </a:lnTo>
                    <a:lnTo>
                      <a:pt x="24" y="1926"/>
                    </a:lnTo>
                    <a:lnTo>
                      <a:pt x="42" y="1926"/>
                    </a:lnTo>
                    <a:lnTo>
                      <a:pt x="54" y="1932"/>
                    </a:lnTo>
                    <a:lnTo>
                      <a:pt x="72" y="1950"/>
                    </a:lnTo>
                    <a:lnTo>
                      <a:pt x="78" y="1962"/>
                    </a:lnTo>
                    <a:lnTo>
                      <a:pt x="108" y="1956"/>
                    </a:lnTo>
                    <a:lnTo>
                      <a:pt x="114" y="1968"/>
                    </a:lnTo>
                    <a:lnTo>
                      <a:pt x="138" y="1980"/>
                    </a:lnTo>
                    <a:lnTo>
                      <a:pt x="174" y="1980"/>
                    </a:lnTo>
                    <a:lnTo>
                      <a:pt x="210" y="1968"/>
                    </a:lnTo>
                    <a:lnTo>
                      <a:pt x="234" y="1968"/>
                    </a:lnTo>
                    <a:lnTo>
                      <a:pt x="234" y="1950"/>
                    </a:lnTo>
                    <a:lnTo>
                      <a:pt x="228" y="1944"/>
                    </a:lnTo>
                    <a:lnTo>
                      <a:pt x="264" y="1950"/>
                    </a:lnTo>
                    <a:lnTo>
                      <a:pt x="276" y="1932"/>
                    </a:lnTo>
                    <a:lnTo>
                      <a:pt x="318" y="1926"/>
                    </a:lnTo>
                    <a:lnTo>
                      <a:pt x="354" y="1890"/>
                    </a:lnTo>
                    <a:lnTo>
                      <a:pt x="366" y="1884"/>
                    </a:lnTo>
                    <a:lnTo>
                      <a:pt x="372" y="1884"/>
                    </a:lnTo>
                    <a:lnTo>
                      <a:pt x="420" y="1908"/>
                    </a:lnTo>
                    <a:lnTo>
                      <a:pt x="426" y="1902"/>
                    </a:lnTo>
                    <a:lnTo>
                      <a:pt x="474" y="1878"/>
                    </a:lnTo>
                    <a:lnTo>
                      <a:pt x="480" y="1872"/>
                    </a:lnTo>
                    <a:lnTo>
                      <a:pt x="486" y="1872"/>
                    </a:lnTo>
                    <a:lnTo>
                      <a:pt x="498" y="1878"/>
                    </a:lnTo>
                    <a:lnTo>
                      <a:pt x="504" y="1884"/>
                    </a:lnTo>
                    <a:lnTo>
                      <a:pt x="516" y="1884"/>
                    </a:lnTo>
                    <a:lnTo>
                      <a:pt x="528" y="1890"/>
                    </a:lnTo>
                    <a:lnTo>
                      <a:pt x="534" y="1890"/>
                    </a:lnTo>
                    <a:lnTo>
                      <a:pt x="552" y="1884"/>
                    </a:lnTo>
                    <a:lnTo>
                      <a:pt x="576" y="1872"/>
                    </a:lnTo>
                    <a:lnTo>
                      <a:pt x="582" y="1872"/>
                    </a:lnTo>
                    <a:lnTo>
                      <a:pt x="594" y="1878"/>
                    </a:lnTo>
                    <a:lnTo>
                      <a:pt x="606" y="1878"/>
                    </a:lnTo>
                    <a:lnTo>
                      <a:pt x="624" y="1884"/>
                    </a:lnTo>
                    <a:lnTo>
                      <a:pt x="636" y="1884"/>
                    </a:lnTo>
                    <a:lnTo>
                      <a:pt x="648" y="1878"/>
                    </a:lnTo>
                    <a:lnTo>
                      <a:pt x="654" y="1872"/>
                    </a:lnTo>
                    <a:lnTo>
                      <a:pt x="654" y="1848"/>
                    </a:lnTo>
                    <a:lnTo>
                      <a:pt x="666" y="1848"/>
                    </a:lnTo>
                    <a:lnTo>
                      <a:pt x="672" y="1842"/>
                    </a:lnTo>
                    <a:lnTo>
                      <a:pt x="678" y="1842"/>
                    </a:lnTo>
                    <a:lnTo>
                      <a:pt x="684" y="1836"/>
                    </a:lnTo>
                    <a:lnTo>
                      <a:pt x="690" y="1824"/>
                    </a:lnTo>
                    <a:lnTo>
                      <a:pt x="702" y="1788"/>
                    </a:lnTo>
                    <a:lnTo>
                      <a:pt x="714" y="1776"/>
                    </a:lnTo>
                    <a:lnTo>
                      <a:pt x="726" y="1770"/>
                    </a:lnTo>
                    <a:lnTo>
                      <a:pt x="744" y="1764"/>
                    </a:lnTo>
                    <a:lnTo>
                      <a:pt x="756" y="1764"/>
                    </a:lnTo>
                    <a:lnTo>
                      <a:pt x="774" y="1770"/>
                    </a:lnTo>
                    <a:lnTo>
                      <a:pt x="798" y="1770"/>
                    </a:lnTo>
                    <a:lnTo>
                      <a:pt x="822" y="1758"/>
                    </a:lnTo>
                    <a:lnTo>
                      <a:pt x="840" y="1752"/>
                    </a:lnTo>
                    <a:lnTo>
                      <a:pt x="858" y="1740"/>
                    </a:lnTo>
                    <a:lnTo>
                      <a:pt x="876" y="1734"/>
                    </a:lnTo>
                    <a:lnTo>
                      <a:pt x="912" y="1734"/>
                    </a:lnTo>
                    <a:lnTo>
                      <a:pt x="918" y="1740"/>
                    </a:lnTo>
                    <a:lnTo>
                      <a:pt x="930" y="1740"/>
                    </a:lnTo>
                    <a:lnTo>
                      <a:pt x="942" y="1746"/>
                    </a:lnTo>
                    <a:lnTo>
                      <a:pt x="972" y="1740"/>
                    </a:lnTo>
                    <a:lnTo>
                      <a:pt x="1044" y="1704"/>
                    </a:lnTo>
                    <a:lnTo>
                      <a:pt x="1074" y="1692"/>
                    </a:lnTo>
                    <a:lnTo>
                      <a:pt x="1098" y="1686"/>
                    </a:lnTo>
                    <a:lnTo>
                      <a:pt x="1140" y="1680"/>
                    </a:lnTo>
                    <a:lnTo>
                      <a:pt x="1176" y="1674"/>
                    </a:lnTo>
                    <a:lnTo>
                      <a:pt x="1224" y="1674"/>
                    </a:lnTo>
                    <a:lnTo>
                      <a:pt x="1236" y="1662"/>
                    </a:lnTo>
                    <a:lnTo>
                      <a:pt x="1254" y="1680"/>
                    </a:lnTo>
                    <a:lnTo>
                      <a:pt x="1266" y="1686"/>
                    </a:lnTo>
                    <a:lnTo>
                      <a:pt x="1278" y="1698"/>
                    </a:lnTo>
                    <a:lnTo>
                      <a:pt x="1302" y="1710"/>
                    </a:lnTo>
                    <a:lnTo>
                      <a:pt x="1320" y="1716"/>
                    </a:lnTo>
                    <a:lnTo>
                      <a:pt x="1332" y="1716"/>
                    </a:lnTo>
                    <a:lnTo>
                      <a:pt x="1338" y="1710"/>
                    </a:lnTo>
                    <a:lnTo>
                      <a:pt x="1338" y="1716"/>
                    </a:lnTo>
                    <a:lnTo>
                      <a:pt x="1344" y="1722"/>
                    </a:lnTo>
                    <a:lnTo>
                      <a:pt x="1350" y="1734"/>
                    </a:lnTo>
                    <a:lnTo>
                      <a:pt x="1356" y="1740"/>
                    </a:lnTo>
                    <a:lnTo>
                      <a:pt x="1374" y="1740"/>
                    </a:lnTo>
                    <a:lnTo>
                      <a:pt x="1380" y="1734"/>
                    </a:lnTo>
                    <a:lnTo>
                      <a:pt x="1380" y="1752"/>
                    </a:lnTo>
                    <a:lnTo>
                      <a:pt x="1392" y="1752"/>
                    </a:lnTo>
                    <a:lnTo>
                      <a:pt x="1398" y="1758"/>
                    </a:lnTo>
                    <a:lnTo>
                      <a:pt x="1398" y="1770"/>
                    </a:lnTo>
                    <a:lnTo>
                      <a:pt x="1386" y="1794"/>
                    </a:lnTo>
                    <a:lnTo>
                      <a:pt x="1380" y="1800"/>
                    </a:lnTo>
                    <a:lnTo>
                      <a:pt x="1374" y="1812"/>
                    </a:lnTo>
                    <a:lnTo>
                      <a:pt x="1392" y="1842"/>
                    </a:lnTo>
                    <a:lnTo>
                      <a:pt x="1410" y="1830"/>
                    </a:lnTo>
                    <a:lnTo>
                      <a:pt x="1428" y="1866"/>
                    </a:lnTo>
                    <a:lnTo>
                      <a:pt x="1428" y="1872"/>
                    </a:lnTo>
                    <a:lnTo>
                      <a:pt x="1434" y="1878"/>
                    </a:lnTo>
                    <a:lnTo>
                      <a:pt x="1434" y="1902"/>
                    </a:lnTo>
                    <a:lnTo>
                      <a:pt x="1440" y="1914"/>
                    </a:lnTo>
                    <a:lnTo>
                      <a:pt x="1440" y="1926"/>
                    </a:lnTo>
                    <a:lnTo>
                      <a:pt x="1422" y="1926"/>
                    </a:lnTo>
                    <a:lnTo>
                      <a:pt x="1410" y="1920"/>
                    </a:lnTo>
                    <a:lnTo>
                      <a:pt x="1404" y="1920"/>
                    </a:lnTo>
                    <a:lnTo>
                      <a:pt x="1410" y="1956"/>
                    </a:lnTo>
                    <a:lnTo>
                      <a:pt x="1446" y="1956"/>
                    </a:lnTo>
                    <a:lnTo>
                      <a:pt x="1452" y="1962"/>
                    </a:lnTo>
                    <a:lnTo>
                      <a:pt x="1452" y="1968"/>
                    </a:lnTo>
                    <a:lnTo>
                      <a:pt x="1470" y="1968"/>
                    </a:lnTo>
                    <a:lnTo>
                      <a:pt x="1470" y="1956"/>
                    </a:lnTo>
                    <a:lnTo>
                      <a:pt x="1464" y="1938"/>
                    </a:lnTo>
                    <a:lnTo>
                      <a:pt x="1464" y="1926"/>
                    </a:lnTo>
                    <a:lnTo>
                      <a:pt x="1470" y="1914"/>
                    </a:lnTo>
                    <a:lnTo>
                      <a:pt x="1476" y="1908"/>
                    </a:lnTo>
                    <a:lnTo>
                      <a:pt x="1500" y="1896"/>
                    </a:lnTo>
                    <a:lnTo>
                      <a:pt x="1512" y="1896"/>
                    </a:lnTo>
                    <a:lnTo>
                      <a:pt x="1518" y="1890"/>
                    </a:lnTo>
                    <a:lnTo>
                      <a:pt x="1530" y="1884"/>
                    </a:lnTo>
                    <a:lnTo>
                      <a:pt x="1542" y="1872"/>
                    </a:lnTo>
                    <a:lnTo>
                      <a:pt x="1548" y="1860"/>
                    </a:lnTo>
                    <a:lnTo>
                      <a:pt x="1566" y="1842"/>
                    </a:lnTo>
                    <a:lnTo>
                      <a:pt x="1566" y="1836"/>
                    </a:lnTo>
                    <a:lnTo>
                      <a:pt x="1590" y="1842"/>
                    </a:lnTo>
                    <a:lnTo>
                      <a:pt x="1608" y="1788"/>
                    </a:lnTo>
                    <a:lnTo>
                      <a:pt x="1638" y="1788"/>
                    </a:lnTo>
                    <a:lnTo>
                      <a:pt x="1650" y="1782"/>
                    </a:lnTo>
                    <a:lnTo>
                      <a:pt x="1662" y="1770"/>
                    </a:lnTo>
                    <a:lnTo>
                      <a:pt x="1668" y="1752"/>
                    </a:lnTo>
                    <a:lnTo>
                      <a:pt x="1668" y="1740"/>
                    </a:lnTo>
                    <a:lnTo>
                      <a:pt x="1668" y="1746"/>
                    </a:lnTo>
                    <a:lnTo>
                      <a:pt x="1674" y="1752"/>
                    </a:lnTo>
                    <a:lnTo>
                      <a:pt x="1674" y="1764"/>
                    </a:lnTo>
                    <a:lnTo>
                      <a:pt x="1680" y="1776"/>
                    </a:lnTo>
                    <a:lnTo>
                      <a:pt x="1680" y="1782"/>
                    </a:lnTo>
                    <a:lnTo>
                      <a:pt x="1668" y="1794"/>
                    </a:lnTo>
                    <a:lnTo>
                      <a:pt x="1662" y="1806"/>
                    </a:lnTo>
                    <a:lnTo>
                      <a:pt x="1650" y="1812"/>
                    </a:lnTo>
                    <a:lnTo>
                      <a:pt x="1644" y="1818"/>
                    </a:lnTo>
                    <a:lnTo>
                      <a:pt x="1620" y="1818"/>
                    </a:lnTo>
                    <a:lnTo>
                      <a:pt x="1614" y="1830"/>
                    </a:lnTo>
                    <a:lnTo>
                      <a:pt x="1632" y="1866"/>
                    </a:lnTo>
                    <a:lnTo>
                      <a:pt x="1620" y="1866"/>
                    </a:lnTo>
                    <a:lnTo>
                      <a:pt x="1614" y="1872"/>
                    </a:lnTo>
                    <a:lnTo>
                      <a:pt x="1602" y="1878"/>
                    </a:lnTo>
                    <a:lnTo>
                      <a:pt x="1566" y="1914"/>
                    </a:lnTo>
                    <a:lnTo>
                      <a:pt x="1566" y="1926"/>
                    </a:lnTo>
                    <a:lnTo>
                      <a:pt x="1560" y="1932"/>
                    </a:lnTo>
                    <a:lnTo>
                      <a:pt x="1554" y="1944"/>
                    </a:lnTo>
                    <a:lnTo>
                      <a:pt x="1542" y="1956"/>
                    </a:lnTo>
                    <a:lnTo>
                      <a:pt x="1518" y="1968"/>
                    </a:lnTo>
                    <a:lnTo>
                      <a:pt x="1512" y="1974"/>
                    </a:lnTo>
                    <a:lnTo>
                      <a:pt x="1512" y="1980"/>
                    </a:lnTo>
                    <a:lnTo>
                      <a:pt x="1518" y="1986"/>
                    </a:lnTo>
                    <a:lnTo>
                      <a:pt x="1548" y="1986"/>
                    </a:lnTo>
                    <a:lnTo>
                      <a:pt x="1560" y="1980"/>
                    </a:lnTo>
                    <a:lnTo>
                      <a:pt x="1572" y="1980"/>
                    </a:lnTo>
                    <a:lnTo>
                      <a:pt x="1584" y="1968"/>
                    </a:lnTo>
                    <a:lnTo>
                      <a:pt x="1602" y="1932"/>
                    </a:lnTo>
                    <a:lnTo>
                      <a:pt x="1608" y="1926"/>
                    </a:lnTo>
                    <a:lnTo>
                      <a:pt x="1614" y="1914"/>
                    </a:lnTo>
                    <a:lnTo>
                      <a:pt x="1626" y="1908"/>
                    </a:lnTo>
                    <a:lnTo>
                      <a:pt x="1632" y="1902"/>
                    </a:lnTo>
                    <a:lnTo>
                      <a:pt x="1632" y="1920"/>
                    </a:lnTo>
                    <a:lnTo>
                      <a:pt x="1638" y="1932"/>
                    </a:lnTo>
                    <a:lnTo>
                      <a:pt x="1638" y="1956"/>
                    </a:lnTo>
                    <a:lnTo>
                      <a:pt x="1626" y="1968"/>
                    </a:lnTo>
                    <a:lnTo>
                      <a:pt x="1614" y="1974"/>
                    </a:lnTo>
                    <a:lnTo>
                      <a:pt x="1602" y="1986"/>
                    </a:lnTo>
                    <a:lnTo>
                      <a:pt x="1602" y="2004"/>
                    </a:lnTo>
                    <a:lnTo>
                      <a:pt x="1608" y="2010"/>
                    </a:lnTo>
                    <a:lnTo>
                      <a:pt x="1614" y="2010"/>
                    </a:lnTo>
                    <a:lnTo>
                      <a:pt x="1632" y="2016"/>
                    </a:lnTo>
                    <a:lnTo>
                      <a:pt x="1662" y="2016"/>
                    </a:lnTo>
                    <a:lnTo>
                      <a:pt x="1668" y="2028"/>
                    </a:lnTo>
                    <a:lnTo>
                      <a:pt x="1644" y="2052"/>
                    </a:lnTo>
                    <a:lnTo>
                      <a:pt x="1644" y="2058"/>
                    </a:lnTo>
                    <a:lnTo>
                      <a:pt x="1650" y="2064"/>
                    </a:lnTo>
                    <a:lnTo>
                      <a:pt x="1668" y="2100"/>
                    </a:lnTo>
                    <a:lnTo>
                      <a:pt x="1674" y="2106"/>
                    </a:lnTo>
                    <a:lnTo>
                      <a:pt x="1674" y="2118"/>
                    </a:lnTo>
                    <a:lnTo>
                      <a:pt x="1626" y="2166"/>
                    </a:lnTo>
                    <a:lnTo>
                      <a:pt x="1626" y="2178"/>
                    </a:lnTo>
                    <a:lnTo>
                      <a:pt x="1638" y="2190"/>
                    </a:lnTo>
                    <a:lnTo>
                      <a:pt x="1644" y="2202"/>
                    </a:lnTo>
                    <a:lnTo>
                      <a:pt x="1668" y="2214"/>
                    </a:lnTo>
                    <a:lnTo>
                      <a:pt x="1680" y="2226"/>
                    </a:lnTo>
                    <a:lnTo>
                      <a:pt x="1692" y="2232"/>
                    </a:lnTo>
                    <a:lnTo>
                      <a:pt x="1716" y="2256"/>
                    </a:lnTo>
                    <a:lnTo>
                      <a:pt x="1728" y="2262"/>
                    </a:lnTo>
                    <a:lnTo>
                      <a:pt x="1800" y="2262"/>
                    </a:lnTo>
                    <a:lnTo>
                      <a:pt x="1824" y="2286"/>
                    </a:lnTo>
                    <a:lnTo>
                      <a:pt x="1842" y="2292"/>
                    </a:lnTo>
                    <a:lnTo>
                      <a:pt x="1872" y="2286"/>
                    </a:lnTo>
                    <a:lnTo>
                      <a:pt x="1902" y="2274"/>
                    </a:lnTo>
                    <a:lnTo>
                      <a:pt x="1932" y="2256"/>
                    </a:lnTo>
                    <a:lnTo>
                      <a:pt x="1944" y="2250"/>
                    </a:lnTo>
                    <a:lnTo>
                      <a:pt x="1944" y="2226"/>
                    </a:lnTo>
                    <a:lnTo>
                      <a:pt x="1956" y="2214"/>
                    </a:lnTo>
                    <a:lnTo>
                      <a:pt x="1962" y="2214"/>
                    </a:lnTo>
                    <a:lnTo>
                      <a:pt x="1974" y="2226"/>
                    </a:lnTo>
                    <a:lnTo>
                      <a:pt x="1974" y="2256"/>
                    </a:lnTo>
                    <a:lnTo>
                      <a:pt x="1992" y="2256"/>
                    </a:lnTo>
                    <a:lnTo>
                      <a:pt x="1980" y="2280"/>
                    </a:lnTo>
                    <a:lnTo>
                      <a:pt x="1998" y="2280"/>
                    </a:lnTo>
                    <a:lnTo>
                      <a:pt x="1998" y="2292"/>
                    </a:lnTo>
                    <a:lnTo>
                      <a:pt x="2004" y="2298"/>
                    </a:lnTo>
                    <a:lnTo>
                      <a:pt x="2010" y="2310"/>
                    </a:lnTo>
                    <a:lnTo>
                      <a:pt x="2016" y="2316"/>
                    </a:lnTo>
                    <a:lnTo>
                      <a:pt x="2028" y="2316"/>
                    </a:lnTo>
                    <a:lnTo>
                      <a:pt x="2040" y="2304"/>
                    </a:lnTo>
                    <a:lnTo>
                      <a:pt x="2046" y="2304"/>
                    </a:lnTo>
                    <a:lnTo>
                      <a:pt x="2052" y="2298"/>
                    </a:lnTo>
                    <a:lnTo>
                      <a:pt x="2070" y="2292"/>
                    </a:lnTo>
                    <a:lnTo>
                      <a:pt x="2082" y="2286"/>
                    </a:lnTo>
                    <a:lnTo>
                      <a:pt x="2088" y="2280"/>
                    </a:lnTo>
                    <a:lnTo>
                      <a:pt x="2100" y="2274"/>
                    </a:lnTo>
                    <a:lnTo>
                      <a:pt x="2124" y="2250"/>
                    </a:lnTo>
                    <a:lnTo>
                      <a:pt x="2136" y="2244"/>
                    </a:lnTo>
                    <a:lnTo>
                      <a:pt x="2148" y="2232"/>
                    </a:lnTo>
                    <a:lnTo>
                      <a:pt x="2160" y="2226"/>
                    </a:lnTo>
                    <a:lnTo>
                      <a:pt x="2154" y="2214"/>
                    </a:lnTo>
                    <a:lnTo>
                      <a:pt x="2190" y="2202"/>
                    </a:lnTo>
                    <a:lnTo>
                      <a:pt x="2202" y="2214"/>
                    </a:lnTo>
                    <a:lnTo>
                      <a:pt x="2220" y="2214"/>
                    </a:lnTo>
                    <a:lnTo>
                      <a:pt x="2256" y="2208"/>
                    </a:lnTo>
                    <a:lnTo>
                      <a:pt x="2298" y="2196"/>
                    </a:lnTo>
                    <a:lnTo>
                      <a:pt x="2316" y="2178"/>
                    </a:lnTo>
                    <a:lnTo>
                      <a:pt x="2328" y="2148"/>
                    </a:lnTo>
                    <a:lnTo>
                      <a:pt x="2334" y="2118"/>
                    </a:lnTo>
                    <a:lnTo>
                      <a:pt x="2340" y="2100"/>
                    </a:lnTo>
                    <a:lnTo>
                      <a:pt x="2346" y="2088"/>
                    </a:lnTo>
                    <a:lnTo>
                      <a:pt x="2376" y="2058"/>
                    </a:lnTo>
                    <a:lnTo>
                      <a:pt x="2382" y="2058"/>
                    </a:lnTo>
                    <a:lnTo>
                      <a:pt x="2382" y="2034"/>
                    </a:lnTo>
                    <a:lnTo>
                      <a:pt x="2388" y="2034"/>
                    </a:lnTo>
                    <a:lnTo>
                      <a:pt x="2394" y="2028"/>
                    </a:lnTo>
                    <a:lnTo>
                      <a:pt x="2406" y="2022"/>
                    </a:lnTo>
                    <a:lnTo>
                      <a:pt x="2418" y="2010"/>
                    </a:lnTo>
                    <a:lnTo>
                      <a:pt x="2424" y="1998"/>
                    </a:lnTo>
                    <a:lnTo>
                      <a:pt x="2442" y="1980"/>
                    </a:lnTo>
                    <a:lnTo>
                      <a:pt x="2442" y="1956"/>
                    </a:lnTo>
                    <a:lnTo>
                      <a:pt x="2448" y="1944"/>
                    </a:lnTo>
                    <a:lnTo>
                      <a:pt x="2454" y="1926"/>
                    </a:lnTo>
                    <a:lnTo>
                      <a:pt x="2460" y="1914"/>
                    </a:lnTo>
                    <a:lnTo>
                      <a:pt x="2490" y="1884"/>
                    </a:lnTo>
                    <a:lnTo>
                      <a:pt x="2502" y="1866"/>
                    </a:lnTo>
                    <a:lnTo>
                      <a:pt x="2526" y="1842"/>
                    </a:lnTo>
                    <a:lnTo>
                      <a:pt x="2538" y="1836"/>
                    </a:lnTo>
                    <a:lnTo>
                      <a:pt x="2550" y="1824"/>
                    </a:lnTo>
                    <a:lnTo>
                      <a:pt x="2556" y="1812"/>
                    </a:lnTo>
                    <a:lnTo>
                      <a:pt x="2556" y="1800"/>
                    </a:lnTo>
                    <a:lnTo>
                      <a:pt x="2562" y="1788"/>
                    </a:lnTo>
                    <a:lnTo>
                      <a:pt x="2562" y="1782"/>
                    </a:lnTo>
                    <a:lnTo>
                      <a:pt x="2586" y="1782"/>
                    </a:lnTo>
                    <a:lnTo>
                      <a:pt x="2610" y="1770"/>
                    </a:lnTo>
                    <a:lnTo>
                      <a:pt x="2622" y="1752"/>
                    </a:lnTo>
                    <a:lnTo>
                      <a:pt x="2646" y="1728"/>
                    </a:lnTo>
                    <a:lnTo>
                      <a:pt x="2670" y="1698"/>
                    </a:lnTo>
                    <a:lnTo>
                      <a:pt x="2688" y="1674"/>
                    </a:lnTo>
                    <a:lnTo>
                      <a:pt x="2700" y="1662"/>
                    </a:lnTo>
                    <a:lnTo>
                      <a:pt x="2700" y="1656"/>
                    </a:lnTo>
                    <a:lnTo>
                      <a:pt x="2706" y="1638"/>
                    </a:lnTo>
                    <a:lnTo>
                      <a:pt x="2706" y="1614"/>
                    </a:lnTo>
                    <a:lnTo>
                      <a:pt x="2712" y="1596"/>
                    </a:lnTo>
                    <a:lnTo>
                      <a:pt x="2718" y="1590"/>
                    </a:lnTo>
                    <a:lnTo>
                      <a:pt x="2730" y="1572"/>
                    </a:lnTo>
                    <a:lnTo>
                      <a:pt x="2754" y="1542"/>
                    </a:lnTo>
                    <a:lnTo>
                      <a:pt x="2772" y="1494"/>
                    </a:lnTo>
                    <a:lnTo>
                      <a:pt x="2796" y="1458"/>
                    </a:lnTo>
                    <a:lnTo>
                      <a:pt x="2808" y="1428"/>
                    </a:lnTo>
                    <a:lnTo>
                      <a:pt x="2814" y="1416"/>
                    </a:lnTo>
                    <a:lnTo>
                      <a:pt x="2814" y="1386"/>
                    </a:lnTo>
                    <a:lnTo>
                      <a:pt x="2802" y="1362"/>
                    </a:lnTo>
                    <a:lnTo>
                      <a:pt x="2820" y="1308"/>
                    </a:lnTo>
                    <a:lnTo>
                      <a:pt x="2832" y="1290"/>
                    </a:lnTo>
                    <a:lnTo>
                      <a:pt x="2838" y="1266"/>
                    </a:lnTo>
                    <a:lnTo>
                      <a:pt x="2838" y="1224"/>
                    </a:lnTo>
                    <a:lnTo>
                      <a:pt x="2832" y="1194"/>
                    </a:lnTo>
                    <a:lnTo>
                      <a:pt x="2832" y="1176"/>
                    </a:lnTo>
                    <a:lnTo>
                      <a:pt x="2802" y="1164"/>
                    </a:lnTo>
                    <a:close/>
                    <a:moveTo>
                      <a:pt x="2016" y="2436"/>
                    </a:moveTo>
                    <a:lnTo>
                      <a:pt x="2022" y="2442"/>
                    </a:lnTo>
                    <a:lnTo>
                      <a:pt x="2028" y="2442"/>
                    </a:lnTo>
                    <a:lnTo>
                      <a:pt x="2040" y="2436"/>
                    </a:lnTo>
                    <a:lnTo>
                      <a:pt x="2046" y="2430"/>
                    </a:lnTo>
                    <a:lnTo>
                      <a:pt x="2034" y="2418"/>
                    </a:lnTo>
                    <a:lnTo>
                      <a:pt x="2016" y="2436"/>
                    </a:lnTo>
                    <a:close/>
                    <a:moveTo>
                      <a:pt x="1992" y="2454"/>
                    </a:moveTo>
                    <a:lnTo>
                      <a:pt x="1974" y="2454"/>
                    </a:lnTo>
                    <a:lnTo>
                      <a:pt x="1962" y="2466"/>
                    </a:lnTo>
                    <a:lnTo>
                      <a:pt x="1962" y="2472"/>
                    </a:lnTo>
                    <a:lnTo>
                      <a:pt x="1962" y="2460"/>
                    </a:lnTo>
                    <a:lnTo>
                      <a:pt x="1938" y="2460"/>
                    </a:lnTo>
                    <a:lnTo>
                      <a:pt x="1926" y="2466"/>
                    </a:lnTo>
                    <a:lnTo>
                      <a:pt x="1914" y="2466"/>
                    </a:lnTo>
                    <a:lnTo>
                      <a:pt x="1908" y="2478"/>
                    </a:lnTo>
                    <a:lnTo>
                      <a:pt x="1890" y="2460"/>
                    </a:lnTo>
                    <a:lnTo>
                      <a:pt x="1854" y="2460"/>
                    </a:lnTo>
                    <a:lnTo>
                      <a:pt x="1830" y="2430"/>
                    </a:lnTo>
                    <a:lnTo>
                      <a:pt x="1824" y="2436"/>
                    </a:lnTo>
                    <a:lnTo>
                      <a:pt x="1818" y="2436"/>
                    </a:lnTo>
                    <a:lnTo>
                      <a:pt x="1812" y="2442"/>
                    </a:lnTo>
                    <a:lnTo>
                      <a:pt x="1806" y="2442"/>
                    </a:lnTo>
                    <a:lnTo>
                      <a:pt x="1776" y="2412"/>
                    </a:lnTo>
                    <a:lnTo>
                      <a:pt x="1776" y="2424"/>
                    </a:lnTo>
                    <a:lnTo>
                      <a:pt x="1782" y="2448"/>
                    </a:lnTo>
                    <a:lnTo>
                      <a:pt x="1782" y="2472"/>
                    </a:lnTo>
                    <a:lnTo>
                      <a:pt x="1776" y="2478"/>
                    </a:lnTo>
                    <a:lnTo>
                      <a:pt x="1776" y="2484"/>
                    </a:lnTo>
                    <a:lnTo>
                      <a:pt x="1770" y="2490"/>
                    </a:lnTo>
                    <a:lnTo>
                      <a:pt x="1770" y="2502"/>
                    </a:lnTo>
                    <a:lnTo>
                      <a:pt x="1776" y="2514"/>
                    </a:lnTo>
                    <a:lnTo>
                      <a:pt x="1776" y="2532"/>
                    </a:lnTo>
                    <a:lnTo>
                      <a:pt x="1764" y="2538"/>
                    </a:lnTo>
                    <a:lnTo>
                      <a:pt x="1758" y="2544"/>
                    </a:lnTo>
                    <a:lnTo>
                      <a:pt x="1752" y="2544"/>
                    </a:lnTo>
                    <a:lnTo>
                      <a:pt x="1740" y="2532"/>
                    </a:lnTo>
                    <a:lnTo>
                      <a:pt x="1740" y="2538"/>
                    </a:lnTo>
                    <a:lnTo>
                      <a:pt x="1734" y="2544"/>
                    </a:lnTo>
                    <a:lnTo>
                      <a:pt x="1734" y="2556"/>
                    </a:lnTo>
                    <a:lnTo>
                      <a:pt x="1728" y="2574"/>
                    </a:lnTo>
                    <a:lnTo>
                      <a:pt x="1728" y="2586"/>
                    </a:lnTo>
                    <a:lnTo>
                      <a:pt x="1740" y="2610"/>
                    </a:lnTo>
                    <a:lnTo>
                      <a:pt x="1740" y="2616"/>
                    </a:lnTo>
                    <a:lnTo>
                      <a:pt x="1746" y="2628"/>
                    </a:lnTo>
                    <a:lnTo>
                      <a:pt x="1770" y="2628"/>
                    </a:lnTo>
                    <a:lnTo>
                      <a:pt x="1752" y="2640"/>
                    </a:lnTo>
                    <a:lnTo>
                      <a:pt x="1758" y="2664"/>
                    </a:lnTo>
                    <a:lnTo>
                      <a:pt x="1770" y="2658"/>
                    </a:lnTo>
                    <a:lnTo>
                      <a:pt x="1776" y="2658"/>
                    </a:lnTo>
                    <a:lnTo>
                      <a:pt x="1782" y="2652"/>
                    </a:lnTo>
                    <a:lnTo>
                      <a:pt x="1794" y="2652"/>
                    </a:lnTo>
                    <a:lnTo>
                      <a:pt x="1800" y="2658"/>
                    </a:lnTo>
                    <a:lnTo>
                      <a:pt x="1818" y="2658"/>
                    </a:lnTo>
                    <a:lnTo>
                      <a:pt x="1830" y="2652"/>
                    </a:lnTo>
                    <a:lnTo>
                      <a:pt x="1836" y="2646"/>
                    </a:lnTo>
                    <a:lnTo>
                      <a:pt x="1842" y="2634"/>
                    </a:lnTo>
                    <a:lnTo>
                      <a:pt x="1854" y="2634"/>
                    </a:lnTo>
                    <a:lnTo>
                      <a:pt x="1860" y="2640"/>
                    </a:lnTo>
                    <a:lnTo>
                      <a:pt x="1860" y="2646"/>
                    </a:lnTo>
                    <a:lnTo>
                      <a:pt x="1848" y="2658"/>
                    </a:lnTo>
                    <a:lnTo>
                      <a:pt x="1866" y="2664"/>
                    </a:lnTo>
                    <a:lnTo>
                      <a:pt x="1884" y="2646"/>
                    </a:lnTo>
                    <a:lnTo>
                      <a:pt x="1890" y="2634"/>
                    </a:lnTo>
                    <a:lnTo>
                      <a:pt x="1902" y="2628"/>
                    </a:lnTo>
                    <a:lnTo>
                      <a:pt x="1908" y="2616"/>
                    </a:lnTo>
                    <a:lnTo>
                      <a:pt x="1920" y="2604"/>
                    </a:lnTo>
                    <a:lnTo>
                      <a:pt x="1914" y="2604"/>
                    </a:lnTo>
                    <a:lnTo>
                      <a:pt x="1902" y="2592"/>
                    </a:lnTo>
                    <a:lnTo>
                      <a:pt x="1920" y="2562"/>
                    </a:lnTo>
                    <a:lnTo>
                      <a:pt x="1950" y="2562"/>
                    </a:lnTo>
                    <a:lnTo>
                      <a:pt x="1962" y="2538"/>
                    </a:lnTo>
                    <a:lnTo>
                      <a:pt x="1962" y="2514"/>
                    </a:lnTo>
                    <a:lnTo>
                      <a:pt x="1968" y="2502"/>
                    </a:lnTo>
                    <a:lnTo>
                      <a:pt x="1980" y="2496"/>
                    </a:lnTo>
                    <a:lnTo>
                      <a:pt x="1986" y="2484"/>
                    </a:lnTo>
                    <a:lnTo>
                      <a:pt x="1992" y="2478"/>
                    </a:lnTo>
                    <a:lnTo>
                      <a:pt x="1998" y="2466"/>
                    </a:lnTo>
                    <a:lnTo>
                      <a:pt x="1998" y="2460"/>
                    </a:lnTo>
                    <a:lnTo>
                      <a:pt x="1992" y="2454"/>
                    </a:lnTo>
                    <a:close/>
                    <a:moveTo>
                      <a:pt x="1902" y="246"/>
                    </a:moveTo>
                    <a:lnTo>
                      <a:pt x="1890" y="258"/>
                    </a:lnTo>
                    <a:lnTo>
                      <a:pt x="1890" y="270"/>
                    </a:lnTo>
                    <a:lnTo>
                      <a:pt x="1884" y="282"/>
                    </a:lnTo>
                    <a:lnTo>
                      <a:pt x="1884" y="294"/>
                    </a:lnTo>
                    <a:lnTo>
                      <a:pt x="1896" y="300"/>
                    </a:lnTo>
                    <a:lnTo>
                      <a:pt x="1920" y="300"/>
                    </a:lnTo>
                    <a:lnTo>
                      <a:pt x="1926" y="294"/>
                    </a:lnTo>
                    <a:lnTo>
                      <a:pt x="1932" y="294"/>
                    </a:lnTo>
                    <a:lnTo>
                      <a:pt x="1926" y="282"/>
                    </a:lnTo>
                    <a:lnTo>
                      <a:pt x="1932" y="252"/>
                    </a:lnTo>
                    <a:lnTo>
                      <a:pt x="1920" y="252"/>
                    </a:lnTo>
                    <a:lnTo>
                      <a:pt x="1908" y="246"/>
                    </a:lnTo>
                    <a:lnTo>
                      <a:pt x="1902" y="246"/>
                    </a:lnTo>
                    <a:close/>
                    <a:moveTo>
                      <a:pt x="1770" y="2334"/>
                    </a:moveTo>
                    <a:lnTo>
                      <a:pt x="1758" y="2376"/>
                    </a:lnTo>
                    <a:lnTo>
                      <a:pt x="1812" y="2328"/>
                    </a:lnTo>
                    <a:lnTo>
                      <a:pt x="1770" y="2334"/>
                    </a:lnTo>
                    <a:close/>
                    <a:moveTo>
                      <a:pt x="2034" y="2400"/>
                    </a:moveTo>
                    <a:lnTo>
                      <a:pt x="2016" y="2358"/>
                    </a:lnTo>
                    <a:lnTo>
                      <a:pt x="1998" y="2376"/>
                    </a:lnTo>
                    <a:lnTo>
                      <a:pt x="1998" y="2394"/>
                    </a:lnTo>
                    <a:lnTo>
                      <a:pt x="2010" y="2406"/>
                    </a:lnTo>
                    <a:lnTo>
                      <a:pt x="2028" y="2406"/>
                    </a:lnTo>
                    <a:lnTo>
                      <a:pt x="2034" y="240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176" name="South America">
              <a:extLst>
                <a:ext uri="{FF2B5EF4-FFF2-40B4-BE49-F238E27FC236}">
                  <a16:creationId xmlns:a16="http://schemas.microsoft.com/office/drawing/2014/main" id="{AF9CC056-FBF3-E844-8BA5-461AC2D8FD98}"/>
                </a:ext>
              </a:extLst>
            </p:cNvPr>
            <p:cNvGrpSpPr/>
            <p:nvPr/>
          </p:nvGrpSpPr>
          <p:grpSpPr>
            <a:xfrm>
              <a:off x="3291950" y="3719290"/>
              <a:ext cx="1393806" cy="2292876"/>
              <a:chOff x="3291950" y="3719290"/>
              <a:chExt cx="1393806" cy="2292876"/>
            </a:xfrm>
          </p:grpSpPr>
          <p:sp>
            <p:nvSpPr>
              <p:cNvPr id="321" name="Chile" descr="© INSCALE GmbH, 05.05.2010&#10;http://www.presentationload.com/">
                <a:extLst>
                  <a:ext uri="{FF2B5EF4-FFF2-40B4-BE49-F238E27FC236}">
                    <a16:creationId xmlns:a16="http://schemas.microsoft.com/office/drawing/2014/main" id="{EEE92541-1E30-E849-B89E-52ED4ADC220B}"/>
                  </a:ext>
                </a:extLst>
              </p:cNvPr>
              <p:cNvSpPr>
                <a:spLocks noEditPoints="1"/>
              </p:cNvSpPr>
              <p:nvPr/>
            </p:nvSpPr>
            <p:spPr bwMode="gray">
              <a:xfrm>
                <a:off x="3651908" y="4738346"/>
                <a:ext cx="486517" cy="1273820"/>
              </a:xfrm>
              <a:custGeom>
                <a:avLst/>
                <a:gdLst>
                  <a:gd name="T0" fmla="*/ 2147483647 w 1158"/>
                  <a:gd name="T1" fmla="*/ 2147483647 h 3030"/>
                  <a:gd name="T2" fmla="*/ 2147483647 w 1158"/>
                  <a:gd name="T3" fmla="*/ 2147483647 h 3030"/>
                  <a:gd name="T4" fmla="*/ 2147483647 w 1158"/>
                  <a:gd name="T5" fmla="*/ 2147483647 h 3030"/>
                  <a:gd name="T6" fmla="*/ 2147483647 w 1158"/>
                  <a:gd name="T7" fmla="*/ 2147483647 h 3030"/>
                  <a:gd name="T8" fmla="*/ 2147483647 w 1158"/>
                  <a:gd name="T9" fmla="*/ 2147483647 h 3030"/>
                  <a:gd name="T10" fmla="*/ 2147483647 w 1158"/>
                  <a:gd name="T11" fmla="*/ 2147483647 h 3030"/>
                  <a:gd name="T12" fmla="*/ 2147483647 w 1158"/>
                  <a:gd name="T13" fmla="*/ 2147483647 h 3030"/>
                  <a:gd name="T14" fmla="*/ 2147483647 w 1158"/>
                  <a:gd name="T15" fmla="*/ 2147483647 h 3030"/>
                  <a:gd name="T16" fmla="*/ 2147483647 w 1158"/>
                  <a:gd name="T17" fmla="*/ 2147483647 h 3030"/>
                  <a:gd name="T18" fmla="*/ 2147483647 w 1158"/>
                  <a:gd name="T19" fmla="*/ 2147483647 h 3030"/>
                  <a:gd name="T20" fmla="*/ 2147483647 w 1158"/>
                  <a:gd name="T21" fmla="*/ 2147483647 h 3030"/>
                  <a:gd name="T22" fmla="*/ 2147483647 w 1158"/>
                  <a:gd name="T23" fmla="*/ 2147483647 h 3030"/>
                  <a:gd name="T24" fmla="*/ 2147483647 w 1158"/>
                  <a:gd name="T25" fmla="*/ 2147483647 h 3030"/>
                  <a:gd name="T26" fmla="*/ 2147483647 w 1158"/>
                  <a:gd name="T27" fmla="*/ 2147483647 h 3030"/>
                  <a:gd name="T28" fmla="*/ 2147483647 w 1158"/>
                  <a:gd name="T29" fmla="*/ 2147483647 h 3030"/>
                  <a:gd name="T30" fmla="*/ 2147483647 w 1158"/>
                  <a:gd name="T31" fmla="*/ 2147483647 h 3030"/>
                  <a:gd name="T32" fmla="*/ 2147483647 w 1158"/>
                  <a:gd name="T33" fmla="*/ 2147483647 h 3030"/>
                  <a:gd name="T34" fmla="*/ 2147483647 w 1158"/>
                  <a:gd name="T35" fmla="*/ 2147483647 h 3030"/>
                  <a:gd name="T36" fmla="*/ 2147483647 w 1158"/>
                  <a:gd name="T37" fmla="*/ 2147483647 h 3030"/>
                  <a:gd name="T38" fmla="*/ 2147483647 w 1158"/>
                  <a:gd name="T39" fmla="*/ 2147483647 h 3030"/>
                  <a:gd name="T40" fmla="*/ 2147483647 w 1158"/>
                  <a:gd name="T41" fmla="*/ 2147483647 h 3030"/>
                  <a:gd name="T42" fmla="*/ 2147483647 w 1158"/>
                  <a:gd name="T43" fmla="*/ 2147483647 h 3030"/>
                  <a:gd name="T44" fmla="*/ 2147483647 w 1158"/>
                  <a:gd name="T45" fmla="*/ 2147483647 h 3030"/>
                  <a:gd name="T46" fmla="*/ 2147483647 w 1158"/>
                  <a:gd name="T47" fmla="*/ 2147483647 h 3030"/>
                  <a:gd name="T48" fmla="*/ 2147483647 w 1158"/>
                  <a:gd name="T49" fmla="*/ 2147483647 h 3030"/>
                  <a:gd name="T50" fmla="*/ 2147483647 w 1158"/>
                  <a:gd name="T51" fmla="*/ 2147483647 h 3030"/>
                  <a:gd name="T52" fmla="*/ 2147483647 w 1158"/>
                  <a:gd name="T53" fmla="*/ 2147483647 h 3030"/>
                  <a:gd name="T54" fmla="*/ 2147483647 w 1158"/>
                  <a:gd name="T55" fmla="*/ 2147483647 h 3030"/>
                  <a:gd name="T56" fmla="*/ 2147483647 w 1158"/>
                  <a:gd name="T57" fmla="*/ 2147483647 h 3030"/>
                  <a:gd name="T58" fmla="*/ 2147483647 w 1158"/>
                  <a:gd name="T59" fmla="*/ 2147483647 h 3030"/>
                  <a:gd name="T60" fmla="*/ 2147483647 w 1158"/>
                  <a:gd name="T61" fmla="*/ 2147483647 h 3030"/>
                  <a:gd name="T62" fmla="*/ 2147483647 w 1158"/>
                  <a:gd name="T63" fmla="*/ 2147483647 h 3030"/>
                  <a:gd name="T64" fmla="*/ 2147483647 w 1158"/>
                  <a:gd name="T65" fmla="*/ 2147483647 h 3030"/>
                  <a:gd name="T66" fmla="*/ 2147483647 w 1158"/>
                  <a:gd name="T67" fmla="*/ 2147483647 h 3030"/>
                  <a:gd name="T68" fmla="*/ 2147483647 w 1158"/>
                  <a:gd name="T69" fmla="*/ 2147483647 h 3030"/>
                  <a:gd name="T70" fmla="*/ 2147483647 w 1158"/>
                  <a:gd name="T71" fmla="*/ 2147483647 h 3030"/>
                  <a:gd name="T72" fmla="*/ 2147483647 w 1158"/>
                  <a:gd name="T73" fmla="*/ 2147483647 h 3030"/>
                  <a:gd name="T74" fmla="*/ 2147483647 w 1158"/>
                  <a:gd name="T75" fmla="*/ 2147483647 h 3030"/>
                  <a:gd name="T76" fmla="*/ 2147483647 w 1158"/>
                  <a:gd name="T77" fmla="*/ 2147483647 h 3030"/>
                  <a:gd name="T78" fmla="*/ 0 w 1158"/>
                  <a:gd name="T79" fmla="*/ 2147483647 h 3030"/>
                  <a:gd name="T80" fmla="*/ 2147483647 w 1158"/>
                  <a:gd name="T81" fmla="*/ 2147483647 h 3030"/>
                  <a:gd name="T82" fmla="*/ 2147483647 w 1158"/>
                  <a:gd name="T83" fmla="*/ 2147483647 h 3030"/>
                  <a:gd name="T84" fmla="*/ 2147483647 w 1158"/>
                  <a:gd name="T85" fmla="*/ 2147483647 h 3030"/>
                  <a:gd name="T86" fmla="*/ 2147483647 w 1158"/>
                  <a:gd name="T87" fmla="*/ 2147483647 h 3030"/>
                  <a:gd name="T88" fmla="*/ 2147483647 w 1158"/>
                  <a:gd name="T89" fmla="*/ 2147483647 h 3030"/>
                  <a:gd name="T90" fmla="*/ 2147483647 w 1158"/>
                  <a:gd name="T91" fmla="*/ 2147483647 h 3030"/>
                  <a:gd name="T92" fmla="*/ 2147483647 w 1158"/>
                  <a:gd name="T93" fmla="*/ 2147483647 h 3030"/>
                  <a:gd name="T94" fmla="*/ 2147483647 w 1158"/>
                  <a:gd name="T95" fmla="*/ 2147483647 h 3030"/>
                  <a:gd name="T96" fmla="*/ 2147483647 w 1158"/>
                  <a:gd name="T97" fmla="*/ 2147483647 h 3030"/>
                  <a:gd name="T98" fmla="*/ 2147483647 w 1158"/>
                  <a:gd name="T99" fmla="*/ 2147483647 h 3030"/>
                  <a:gd name="T100" fmla="*/ 2147483647 w 1158"/>
                  <a:gd name="T101" fmla="*/ 2147483647 h 3030"/>
                  <a:gd name="T102" fmla="*/ 2147483647 w 1158"/>
                  <a:gd name="T103" fmla="*/ 2147483647 h 3030"/>
                  <a:gd name="T104" fmla="*/ 2147483647 w 1158"/>
                  <a:gd name="T105" fmla="*/ 2147483647 h 3030"/>
                  <a:gd name="T106" fmla="*/ 2147483647 w 1158"/>
                  <a:gd name="T107" fmla="*/ 2147483647 h 3030"/>
                  <a:gd name="T108" fmla="*/ 2147483647 w 1158"/>
                  <a:gd name="T109" fmla="*/ 2147483647 h 3030"/>
                  <a:gd name="T110" fmla="*/ 2147483647 w 1158"/>
                  <a:gd name="T111" fmla="*/ 2147483647 h 3030"/>
                  <a:gd name="T112" fmla="*/ 2147483647 w 1158"/>
                  <a:gd name="T113" fmla="*/ 2147483647 h 3030"/>
                  <a:gd name="T114" fmla="*/ 2147483647 w 1158"/>
                  <a:gd name="T115" fmla="*/ 2147483647 h 3030"/>
                  <a:gd name="T116" fmla="*/ 2147483647 w 1158"/>
                  <a:gd name="T117" fmla="*/ 2147483647 h 3030"/>
                  <a:gd name="T118" fmla="*/ 2147483647 w 1158"/>
                  <a:gd name="T119" fmla="*/ 2147483647 h 3030"/>
                  <a:gd name="T120" fmla="*/ 2147483647 w 1158"/>
                  <a:gd name="T121" fmla="*/ 2147483647 h 3030"/>
                  <a:gd name="T122" fmla="*/ 2147483647 w 1158"/>
                  <a:gd name="T123" fmla="*/ 2147483647 h 30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58"/>
                  <a:gd name="T187" fmla="*/ 0 h 3030"/>
                  <a:gd name="T188" fmla="*/ 1158 w 1158"/>
                  <a:gd name="T189" fmla="*/ 3030 h 303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58" h="3030">
                    <a:moveTo>
                      <a:pt x="1014" y="2910"/>
                    </a:moveTo>
                    <a:lnTo>
                      <a:pt x="984" y="2898"/>
                    </a:lnTo>
                    <a:lnTo>
                      <a:pt x="966" y="2880"/>
                    </a:lnTo>
                    <a:lnTo>
                      <a:pt x="948" y="2874"/>
                    </a:lnTo>
                    <a:lnTo>
                      <a:pt x="942" y="2862"/>
                    </a:lnTo>
                    <a:lnTo>
                      <a:pt x="936" y="2856"/>
                    </a:lnTo>
                    <a:lnTo>
                      <a:pt x="936" y="2850"/>
                    </a:lnTo>
                    <a:lnTo>
                      <a:pt x="906" y="2850"/>
                    </a:lnTo>
                    <a:lnTo>
                      <a:pt x="912" y="2832"/>
                    </a:lnTo>
                    <a:lnTo>
                      <a:pt x="870" y="2796"/>
                    </a:lnTo>
                    <a:lnTo>
                      <a:pt x="840" y="2802"/>
                    </a:lnTo>
                    <a:lnTo>
                      <a:pt x="828" y="2796"/>
                    </a:lnTo>
                    <a:lnTo>
                      <a:pt x="816" y="2808"/>
                    </a:lnTo>
                    <a:lnTo>
                      <a:pt x="792" y="2814"/>
                    </a:lnTo>
                    <a:lnTo>
                      <a:pt x="798" y="2832"/>
                    </a:lnTo>
                    <a:lnTo>
                      <a:pt x="780" y="2832"/>
                    </a:lnTo>
                    <a:lnTo>
                      <a:pt x="780" y="2862"/>
                    </a:lnTo>
                    <a:lnTo>
                      <a:pt x="786" y="2868"/>
                    </a:lnTo>
                    <a:lnTo>
                      <a:pt x="798" y="2868"/>
                    </a:lnTo>
                    <a:lnTo>
                      <a:pt x="810" y="2862"/>
                    </a:lnTo>
                    <a:lnTo>
                      <a:pt x="816" y="2856"/>
                    </a:lnTo>
                    <a:lnTo>
                      <a:pt x="828" y="2850"/>
                    </a:lnTo>
                    <a:lnTo>
                      <a:pt x="834" y="2844"/>
                    </a:lnTo>
                    <a:lnTo>
                      <a:pt x="858" y="2856"/>
                    </a:lnTo>
                    <a:lnTo>
                      <a:pt x="858" y="2874"/>
                    </a:lnTo>
                    <a:lnTo>
                      <a:pt x="846" y="2880"/>
                    </a:lnTo>
                    <a:lnTo>
                      <a:pt x="828" y="2898"/>
                    </a:lnTo>
                    <a:lnTo>
                      <a:pt x="822" y="2898"/>
                    </a:lnTo>
                    <a:lnTo>
                      <a:pt x="828" y="2904"/>
                    </a:lnTo>
                    <a:lnTo>
                      <a:pt x="882" y="2922"/>
                    </a:lnTo>
                    <a:lnTo>
                      <a:pt x="912" y="2928"/>
                    </a:lnTo>
                    <a:lnTo>
                      <a:pt x="924" y="2934"/>
                    </a:lnTo>
                    <a:lnTo>
                      <a:pt x="906" y="2958"/>
                    </a:lnTo>
                    <a:lnTo>
                      <a:pt x="906" y="2952"/>
                    </a:lnTo>
                    <a:lnTo>
                      <a:pt x="894" y="2940"/>
                    </a:lnTo>
                    <a:lnTo>
                      <a:pt x="876" y="2940"/>
                    </a:lnTo>
                    <a:lnTo>
                      <a:pt x="870" y="2946"/>
                    </a:lnTo>
                    <a:lnTo>
                      <a:pt x="870" y="2952"/>
                    </a:lnTo>
                    <a:lnTo>
                      <a:pt x="852" y="2928"/>
                    </a:lnTo>
                    <a:lnTo>
                      <a:pt x="834" y="2934"/>
                    </a:lnTo>
                    <a:lnTo>
                      <a:pt x="846" y="2946"/>
                    </a:lnTo>
                    <a:lnTo>
                      <a:pt x="816" y="2940"/>
                    </a:lnTo>
                    <a:lnTo>
                      <a:pt x="822" y="2946"/>
                    </a:lnTo>
                    <a:lnTo>
                      <a:pt x="828" y="2958"/>
                    </a:lnTo>
                    <a:lnTo>
                      <a:pt x="834" y="2964"/>
                    </a:lnTo>
                    <a:lnTo>
                      <a:pt x="894" y="2964"/>
                    </a:lnTo>
                    <a:lnTo>
                      <a:pt x="906" y="2970"/>
                    </a:lnTo>
                    <a:lnTo>
                      <a:pt x="1050" y="2970"/>
                    </a:lnTo>
                    <a:lnTo>
                      <a:pt x="1074" y="2982"/>
                    </a:lnTo>
                    <a:lnTo>
                      <a:pt x="1080" y="2988"/>
                    </a:lnTo>
                    <a:lnTo>
                      <a:pt x="1086" y="2988"/>
                    </a:lnTo>
                    <a:lnTo>
                      <a:pt x="1122" y="2970"/>
                    </a:lnTo>
                    <a:lnTo>
                      <a:pt x="1140" y="2976"/>
                    </a:lnTo>
                    <a:lnTo>
                      <a:pt x="1152" y="2976"/>
                    </a:lnTo>
                    <a:lnTo>
                      <a:pt x="1158" y="2952"/>
                    </a:lnTo>
                    <a:lnTo>
                      <a:pt x="1140" y="2952"/>
                    </a:lnTo>
                    <a:lnTo>
                      <a:pt x="1086" y="2940"/>
                    </a:lnTo>
                    <a:lnTo>
                      <a:pt x="1014" y="2910"/>
                    </a:lnTo>
                    <a:close/>
                    <a:moveTo>
                      <a:pt x="990" y="2988"/>
                    </a:moveTo>
                    <a:lnTo>
                      <a:pt x="1014" y="3000"/>
                    </a:lnTo>
                    <a:lnTo>
                      <a:pt x="1068" y="3006"/>
                    </a:lnTo>
                    <a:lnTo>
                      <a:pt x="1038" y="2982"/>
                    </a:lnTo>
                    <a:lnTo>
                      <a:pt x="990" y="2988"/>
                    </a:lnTo>
                    <a:close/>
                    <a:moveTo>
                      <a:pt x="960" y="2994"/>
                    </a:moveTo>
                    <a:lnTo>
                      <a:pt x="966" y="2982"/>
                    </a:lnTo>
                    <a:lnTo>
                      <a:pt x="888" y="2982"/>
                    </a:lnTo>
                    <a:lnTo>
                      <a:pt x="906" y="3012"/>
                    </a:lnTo>
                    <a:lnTo>
                      <a:pt x="936" y="3018"/>
                    </a:lnTo>
                    <a:lnTo>
                      <a:pt x="930" y="3006"/>
                    </a:lnTo>
                    <a:lnTo>
                      <a:pt x="936" y="3000"/>
                    </a:lnTo>
                    <a:lnTo>
                      <a:pt x="948" y="3012"/>
                    </a:lnTo>
                    <a:lnTo>
                      <a:pt x="996" y="3012"/>
                    </a:lnTo>
                    <a:lnTo>
                      <a:pt x="1008" y="3030"/>
                    </a:lnTo>
                    <a:lnTo>
                      <a:pt x="1026" y="3030"/>
                    </a:lnTo>
                    <a:lnTo>
                      <a:pt x="996" y="3000"/>
                    </a:lnTo>
                    <a:lnTo>
                      <a:pt x="960" y="2994"/>
                    </a:lnTo>
                    <a:close/>
                    <a:moveTo>
                      <a:pt x="804" y="2946"/>
                    </a:moveTo>
                    <a:lnTo>
                      <a:pt x="744" y="2940"/>
                    </a:lnTo>
                    <a:lnTo>
                      <a:pt x="750" y="2958"/>
                    </a:lnTo>
                    <a:lnTo>
                      <a:pt x="792" y="2958"/>
                    </a:lnTo>
                    <a:lnTo>
                      <a:pt x="804" y="2976"/>
                    </a:lnTo>
                    <a:lnTo>
                      <a:pt x="864" y="3000"/>
                    </a:lnTo>
                    <a:lnTo>
                      <a:pt x="828" y="2970"/>
                    </a:lnTo>
                    <a:lnTo>
                      <a:pt x="804" y="2946"/>
                    </a:lnTo>
                    <a:close/>
                    <a:moveTo>
                      <a:pt x="804" y="2880"/>
                    </a:moveTo>
                    <a:lnTo>
                      <a:pt x="786" y="2898"/>
                    </a:lnTo>
                    <a:lnTo>
                      <a:pt x="792" y="2928"/>
                    </a:lnTo>
                    <a:lnTo>
                      <a:pt x="816" y="2922"/>
                    </a:lnTo>
                    <a:lnTo>
                      <a:pt x="804" y="2880"/>
                    </a:lnTo>
                    <a:close/>
                    <a:moveTo>
                      <a:pt x="774" y="2928"/>
                    </a:moveTo>
                    <a:lnTo>
                      <a:pt x="768" y="2910"/>
                    </a:lnTo>
                    <a:lnTo>
                      <a:pt x="720" y="2898"/>
                    </a:lnTo>
                    <a:lnTo>
                      <a:pt x="708" y="2916"/>
                    </a:lnTo>
                    <a:lnTo>
                      <a:pt x="708" y="2934"/>
                    </a:lnTo>
                    <a:lnTo>
                      <a:pt x="744" y="2922"/>
                    </a:lnTo>
                    <a:lnTo>
                      <a:pt x="774" y="2928"/>
                    </a:lnTo>
                    <a:close/>
                    <a:moveTo>
                      <a:pt x="612" y="2772"/>
                    </a:moveTo>
                    <a:lnTo>
                      <a:pt x="606" y="2766"/>
                    </a:lnTo>
                    <a:lnTo>
                      <a:pt x="594" y="2766"/>
                    </a:lnTo>
                    <a:lnTo>
                      <a:pt x="588" y="2760"/>
                    </a:lnTo>
                    <a:lnTo>
                      <a:pt x="570" y="2760"/>
                    </a:lnTo>
                    <a:lnTo>
                      <a:pt x="570" y="2766"/>
                    </a:lnTo>
                    <a:lnTo>
                      <a:pt x="564" y="2778"/>
                    </a:lnTo>
                    <a:lnTo>
                      <a:pt x="564" y="2808"/>
                    </a:lnTo>
                    <a:lnTo>
                      <a:pt x="570" y="2808"/>
                    </a:lnTo>
                    <a:lnTo>
                      <a:pt x="576" y="2802"/>
                    </a:lnTo>
                    <a:lnTo>
                      <a:pt x="588" y="2802"/>
                    </a:lnTo>
                    <a:lnTo>
                      <a:pt x="594" y="2796"/>
                    </a:lnTo>
                    <a:lnTo>
                      <a:pt x="600" y="2820"/>
                    </a:lnTo>
                    <a:lnTo>
                      <a:pt x="630" y="2808"/>
                    </a:lnTo>
                    <a:lnTo>
                      <a:pt x="612" y="2790"/>
                    </a:lnTo>
                    <a:lnTo>
                      <a:pt x="618" y="2772"/>
                    </a:lnTo>
                    <a:lnTo>
                      <a:pt x="612" y="2772"/>
                    </a:lnTo>
                    <a:close/>
                    <a:moveTo>
                      <a:pt x="552" y="2826"/>
                    </a:moveTo>
                    <a:lnTo>
                      <a:pt x="516" y="2808"/>
                    </a:lnTo>
                    <a:lnTo>
                      <a:pt x="546" y="2832"/>
                    </a:lnTo>
                    <a:lnTo>
                      <a:pt x="588" y="2844"/>
                    </a:lnTo>
                    <a:lnTo>
                      <a:pt x="606" y="2850"/>
                    </a:lnTo>
                    <a:lnTo>
                      <a:pt x="588" y="2832"/>
                    </a:lnTo>
                    <a:lnTo>
                      <a:pt x="552" y="2826"/>
                    </a:lnTo>
                    <a:close/>
                    <a:moveTo>
                      <a:pt x="552" y="2748"/>
                    </a:moveTo>
                    <a:lnTo>
                      <a:pt x="534" y="2730"/>
                    </a:lnTo>
                    <a:lnTo>
                      <a:pt x="528" y="2766"/>
                    </a:lnTo>
                    <a:lnTo>
                      <a:pt x="504" y="2772"/>
                    </a:lnTo>
                    <a:lnTo>
                      <a:pt x="546" y="2784"/>
                    </a:lnTo>
                    <a:lnTo>
                      <a:pt x="552" y="2748"/>
                    </a:lnTo>
                    <a:close/>
                    <a:moveTo>
                      <a:pt x="444" y="2736"/>
                    </a:moveTo>
                    <a:lnTo>
                      <a:pt x="480" y="2772"/>
                    </a:lnTo>
                    <a:lnTo>
                      <a:pt x="492" y="2760"/>
                    </a:lnTo>
                    <a:lnTo>
                      <a:pt x="462" y="2724"/>
                    </a:lnTo>
                    <a:lnTo>
                      <a:pt x="444" y="2736"/>
                    </a:lnTo>
                    <a:close/>
                    <a:moveTo>
                      <a:pt x="516" y="2724"/>
                    </a:moveTo>
                    <a:lnTo>
                      <a:pt x="504" y="2718"/>
                    </a:lnTo>
                    <a:lnTo>
                      <a:pt x="492" y="2730"/>
                    </a:lnTo>
                    <a:lnTo>
                      <a:pt x="504" y="2748"/>
                    </a:lnTo>
                    <a:lnTo>
                      <a:pt x="516" y="2724"/>
                    </a:lnTo>
                    <a:close/>
                    <a:moveTo>
                      <a:pt x="456" y="2706"/>
                    </a:moveTo>
                    <a:lnTo>
                      <a:pt x="462" y="2676"/>
                    </a:lnTo>
                    <a:lnTo>
                      <a:pt x="456" y="2640"/>
                    </a:lnTo>
                    <a:lnTo>
                      <a:pt x="438" y="2634"/>
                    </a:lnTo>
                    <a:lnTo>
                      <a:pt x="438" y="2652"/>
                    </a:lnTo>
                    <a:lnTo>
                      <a:pt x="408" y="2646"/>
                    </a:lnTo>
                    <a:lnTo>
                      <a:pt x="432" y="2682"/>
                    </a:lnTo>
                    <a:lnTo>
                      <a:pt x="426" y="2724"/>
                    </a:lnTo>
                    <a:lnTo>
                      <a:pt x="456" y="2706"/>
                    </a:lnTo>
                    <a:close/>
                    <a:moveTo>
                      <a:pt x="366" y="2622"/>
                    </a:moveTo>
                    <a:lnTo>
                      <a:pt x="384" y="2628"/>
                    </a:lnTo>
                    <a:lnTo>
                      <a:pt x="390" y="2658"/>
                    </a:lnTo>
                    <a:lnTo>
                      <a:pt x="396" y="2628"/>
                    </a:lnTo>
                    <a:lnTo>
                      <a:pt x="402" y="2604"/>
                    </a:lnTo>
                    <a:lnTo>
                      <a:pt x="372" y="2598"/>
                    </a:lnTo>
                    <a:lnTo>
                      <a:pt x="366" y="2622"/>
                    </a:lnTo>
                    <a:close/>
                    <a:moveTo>
                      <a:pt x="372" y="2586"/>
                    </a:moveTo>
                    <a:lnTo>
                      <a:pt x="378" y="2586"/>
                    </a:lnTo>
                    <a:lnTo>
                      <a:pt x="378" y="2580"/>
                    </a:lnTo>
                    <a:lnTo>
                      <a:pt x="384" y="2574"/>
                    </a:lnTo>
                    <a:lnTo>
                      <a:pt x="414" y="2598"/>
                    </a:lnTo>
                    <a:lnTo>
                      <a:pt x="414" y="2574"/>
                    </a:lnTo>
                    <a:lnTo>
                      <a:pt x="384" y="2544"/>
                    </a:lnTo>
                    <a:lnTo>
                      <a:pt x="378" y="2532"/>
                    </a:lnTo>
                    <a:lnTo>
                      <a:pt x="372" y="2526"/>
                    </a:lnTo>
                    <a:lnTo>
                      <a:pt x="360" y="2502"/>
                    </a:lnTo>
                    <a:lnTo>
                      <a:pt x="360" y="2490"/>
                    </a:lnTo>
                    <a:lnTo>
                      <a:pt x="342" y="2454"/>
                    </a:lnTo>
                    <a:lnTo>
                      <a:pt x="330" y="2448"/>
                    </a:lnTo>
                    <a:lnTo>
                      <a:pt x="324" y="2442"/>
                    </a:lnTo>
                    <a:lnTo>
                      <a:pt x="318" y="2442"/>
                    </a:lnTo>
                    <a:lnTo>
                      <a:pt x="312" y="2448"/>
                    </a:lnTo>
                    <a:lnTo>
                      <a:pt x="312" y="2454"/>
                    </a:lnTo>
                    <a:lnTo>
                      <a:pt x="294" y="2448"/>
                    </a:lnTo>
                    <a:lnTo>
                      <a:pt x="288" y="2454"/>
                    </a:lnTo>
                    <a:lnTo>
                      <a:pt x="288" y="2466"/>
                    </a:lnTo>
                    <a:lnTo>
                      <a:pt x="282" y="2472"/>
                    </a:lnTo>
                    <a:lnTo>
                      <a:pt x="282" y="2490"/>
                    </a:lnTo>
                    <a:lnTo>
                      <a:pt x="330" y="2490"/>
                    </a:lnTo>
                    <a:lnTo>
                      <a:pt x="312" y="2532"/>
                    </a:lnTo>
                    <a:lnTo>
                      <a:pt x="324" y="2532"/>
                    </a:lnTo>
                    <a:lnTo>
                      <a:pt x="348" y="2508"/>
                    </a:lnTo>
                    <a:lnTo>
                      <a:pt x="342" y="2532"/>
                    </a:lnTo>
                    <a:lnTo>
                      <a:pt x="342" y="2538"/>
                    </a:lnTo>
                    <a:lnTo>
                      <a:pt x="348" y="2544"/>
                    </a:lnTo>
                    <a:lnTo>
                      <a:pt x="366" y="2580"/>
                    </a:lnTo>
                    <a:lnTo>
                      <a:pt x="366" y="2586"/>
                    </a:lnTo>
                    <a:lnTo>
                      <a:pt x="372" y="2586"/>
                    </a:lnTo>
                    <a:close/>
                    <a:moveTo>
                      <a:pt x="246" y="2082"/>
                    </a:moveTo>
                    <a:lnTo>
                      <a:pt x="246" y="2034"/>
                    </a:lnTo>
                    <a:lnTo>
                      <a:pt x="216" y="2004"/>
                    </a:lnTo>
                    <a:lnTo>
                      <a:pt x="234" y="1992"/>
                    </a:lnTo>
                    <a:lnTo>
                      <a:pt x="210" y="1968"/>
                    </a:lnTo>
                    <a:lnTo>
                      <a:pt x="174" y="1956"/>
                    </a:lnTo>
                    <a:lnTo>
                      <a:pt x="174" y="1986"/>
                    </a:lnTo>
                    <a:lnTo>
                      <a:pt x="180" y="1998"/>
                    </a:lnTo>
                    <a:lnTo>
                      <a:pt x="180" y="2004"/>
                    </a:lnTo>
                    <a:lnTo>
                      <a:pt x="192" y="2016"/>
                    </a:lnTo>
                    <a:lnTo>
                      <a:pt x="198" y="2028"/>
                    </a:lnTo>
                    <a:lnTo>
                      <a:pt x="204" y="2034"/>
                    </a:lnTo>
                    <a:lnTo>
                      <a:pt x="204" y="2046"/>
                    </a:lnTo>
                    <a:lnTo>
                      <a:pt x="198" y="2064"/>
                    </a:lnTo>
                    <a:lnTo>
                      <a:pt x="246" y="2082"/>
                    </a:lnTo>
                    <a:close/>
                    <a:moveTo>
                      <a:pt x="246" y="2178"/>
                    </a:moveTo>
                    <a:lnTo>
                      <a:pt x="258" y="2190"/>
                    </a:lnTo>
                    <a:lnTo>
                      <a:pt x="282" y="2190"/>
                    </a:lnTo>
                    <a:lnTo>
                      <a:pt x="294" y="2172"/>
                    </a:lnTo>
                    <a:lnTo>
                      <a:pt x="264" y="2178"/>
                    </a:lnTo>
                    <a:lnTo>
                      <a:pt x="246" y="2178"/>
                    </a:lnTo>
                    <a:close/>
                    <a:moveTo>
                      <a:pt x="282" y="2220"/>
                    </a:moveTo>
                    <a:lnTo>
                      <a:pt x="282" y="2238"/>
                    </a:lnTo>
                    <a:lnTo>
                      <a:pt x="306" y="2256"/>
                    </a:lnTo>
                    <a:lnTo>
                      <a:pt x="306" y="2232"/>
                    </a:lnTo>
                    <a:lnTo>
                      <a:pt x="294" y="2208"/>
                    </a:lnTo>
                    <a:lnTo>
                      <a:pt x="258" y="2208"/>
                    </a:lnTo>
                    <a:lnTo>
                      <a:pt x="282" y="2220"/>
                    </a:lnTo>
                    <a:close/>
                    <a:moveTo>
                      <a:pt x="318" y="2190"/>
                    </a:moveTo>
                    <a:lnTo>
                      <a:pt x="324" y="2184"/>
                    </a:lnTo>
                    <a:lnTo>
                      <a:pt x="336" y="2178"/>
                    </a:lnTo>
                    <a:lnTo>
                      <a:pt x="348" y="2166"/>
                    </a:lnTo>
                    <a:lnTo>
                      <a:pt x="336" y="2154"/>
                    </a:lnTo>
                    <a:lnTo>
                      <a:pt x="324" y="2154"/>
                    </a:lnTo>
                    <a:lnTo>
                      <a:pt x="312" y="2160"/>
                    </a:lnTo>
                    <a:lnTo>
                      <a:pt x="306" y="2166"/>
                    </a:lnTo>
                    <a:lnTo>
                      <a:pt x="306" y="2184"/>
                    </a:lnTo>
                    <a:lnTo>
                      <a:pt x="312" y="2190"/>
                    </a:lnTo>
                    <a:lnTo>
                      <a:pt x="318" y="2190"/>
                    </a:lnTo>
                    <a:close/>
                    <a:moveTo>
                      <a:pt x="252" y="2112"/>
                    </a:moveTo>
                    <a:lnTo>
                      <a:pt x="240" y="2118"/>
                    </a:lnTo>
                    <a:lnTo>
                      <a:pt x="240" y="2136"/>
                    </a:lnTo>
                    <a:lnTo>
                      <a:pt x="252" y="2136"/>
                    </a:lnTo>
                    <a:lnTo>
                      <a:pt x="264" y="2124"/>
                    </a:lnTo>
                    <a:lnTo>
                      <a:pt x="264" y="2106"/>
                    </a:lnTo>
                    <a:lnTo>
                      <a:pt x="258" y="2106"/>
                    </a:lnTo>
                    <a:lnTo>
                      <a:pt x="252" y="2112"/>
                    </a:lnTo>
                    <a:close/>
                    <a:moveTo>
                      <a:pt x="234" y="2154"/>
                    </a:moveTo>
                    <a:lnTo>
                      <a:pt x="216" y="2154"/>
                    </a:lnTo>
                    <a:lnTo>
                      <a:pt x="228" y="2178"/>
                    </a:lnTo>
                    <a:lnTo>
                      <a:pt x="234" y="2154"/>
                    </a:lnTo>
                    <a:close/>
                    <a:moveTo>
                      <a:pt x="714" y="2874"/>
                    </a:moveTo>
                    <a:lnTo>
                      <a:pt x="726" y="2874"/>
                    </a:lnTo>
                    <a:lnTo>
                      <a:pt x="726" y="2886"/>
                    </a:lnTo>
                    <a:lnTo>
                      <a:pt x="768" y="2886"/>
                    </a:lnTo>
                    <a:lnTo>
                      <a:pt x="774" y="2880"/>
                    </a:lnTo>
                    <a:lnTo>
                      <a:pt x="774" y="2874"/>
                    </a:lnTo>
                    <a:lnTo>
                      <a:pt x="744" y="2844"/>
                    </a:lnTo>
                    <a:lnTo>
                      <a:pt x="744" y="2808"/>
                    </a:lnTo>
                    <a:lnTo>
                      <a:pt x="786" y="2802"/>
                    </a:lnTo>
                    <a:lnTo>
                      <a:pt x="780" y="2790"/>
                    </a:lnTo>
                    <a:lnTo>
                      <a:pt x="804" y="2790"/>
                    </a:lnTo>
                    <a:lnTo>
                      <a:pt x="816" y="2772"/>
                    </a:lnTo>
                    <a:lnTo>
                      <a:pt x="792" y="2754"/>
                    </a:lnTo>
                    <a:lnTo>
                      <a:pt x="696" y="2754"/>
                    </a:lnTo>
                    <a:lnTo>
                      <a:pt x="684" y="2760"/>
                    </a:lnTo>
                    <a:lnTo>
                      <a:pt x="672" y="2760"/>
                    </a:lnTo>
                    <a:lnTo>
                      <a:pt x="654" y="2742"/>
                    </a:lnTo>
                    <a:lnTo>
                      <a:pt x="618" y="2724"/>
                    </a:lnTo>
                    <a:lnTo>
                      <a:pt x="606" y="2706"/>
                    </a:lnTo>
                    <a:lnTo>
                      <a:pt x="588" y="2682"/>
                    </a:lnTo>
                    <a:lnTo>
                      <a:pt x="588" y="2658"/>
                    </a:lnTo>
                    <a:lnTo>
                      <a:pt x="576" y="2646"/>
                    </a:lnTo>
                    <a:lnTo>
                      <a:pt x="564" y="2640"/>
                    </a:lnTo>
                    <a:lnTo>
                      <a:pt x="546" y="2640"/>
                    </a:lnTo>
                    <a:lnTo>
                      <a:pt x="534" y="2652"/>
                    </a:lnTo>
                    <a:lnTo>
                      <a:pt x="528" y="2652"/>
                    </a:lnTo>
                    <a:lnTo>
                      <a:pt x="516" y="2646"/>
                    </a:lnTo>
                    <a:lnTo>
                      <a:pt x="510" y="2640"/>
                    </a:lnTo>
                    <a:lnTo>
                      <a:pt x="510" y="2628"/>
                    </a:lnTo>
                    <a:lnTo>
                      <a:pt x="504" y="2622"/>
                    </a:lnTo>
                    <a:lnTo>
                      <a:pt x="504" y="2616"/>
                    </a:lnTo>
                    <a:lnTo>
                      <a:pt x="474" y="2610"/>
                    </a:lnTo>
                    <a:lnTo>
                      <a:pt x="474" y="2574"/>
                    </a:lnTo>
                    <a:lnTo>
                      <a:pt x="468" y="2568"/>
                    </a:lnTo>
                    <a:lnTo>
                      <a:pt x="462" y="2556"/>
                    </a:lnTo>
                    <a:lnTo>
                      <a:pt x="462" y="2544"/>
                    </a:lnTo>
                    <a:lnTo>
                      <a:pt x="474" y="2538"/>
                    </a:lnTo>
                    <a:lnTo>
                      <a:pt x="474" y="2514"/>
                    </a:lnTo>
                    <a:lnTo>
                      <a:pt x="480" y="2514"/>
                    </a:lnTo>
                    <a:lnTo>
                      <a:pt x="486" y="2508"/>
                    </a:lnTo>
                    <a:lnTo>
                      <a:pt x="492" y="2508"/>
                    </a:lnTo>
                    <a:lnTo>
                      <a:pt x="498" y="2502"/>
                    </a:lnTo>
                    <a:lnTo>
                      <a:pt x="498" y="2496"/>
                    </a:lnTo>
                    <a:lnTo>
                      <a:pt x="474" y="2472"/>
                    </a:lnTo>
                    <a:lnTo>
                      <a:pt x="480" y="2466"/>
                    </a:lnTo>
                    <a:lnTo>
                      <a:pt x="492" y="2460"/>
                    </a:lnTo>
                    <a:lnTo>
                      <a:pt x="498" y="2460"/>
                    </a:lnTo>
                    <a:lnTo>
                      <a:pt x="498" y="2454"/>
                    </a:lnTo>
                    <a:lnTo>
                      <a:pt x="474" y="2430"/>
                    </a:lnTo>
                    <a:lnTo>
                      <a:pt x="468" y="2430"/>
                    </a:lnTo>
                    <a:lnTo>
                      <a:pt x="474" y="2388"/>
                    </a:lnTo>
                    <a:lnTo>
                      <a:pt x="486" y="2382"/>
                    </a:lnTo>
                    <a:lnTo>
                      <a:pt x="474" y="2358"/>
                    </a:lnTo>
                    <a:lnTo>
                      <a:pt x="480" y="2322"/>
                    </a:lnTo>
                    <a:lnTo>
                      <a:pt x="456" y="2298"/>
                    </a:lnTo>
                    <a:lnTo>
                      <a:pt x="462" y="2274"/>
                    </a:lnTo>
                    <a:lnTo>
                      <a:pt x="438" y="2256"/>
                    </a:lnTo>
                    <a:lnTo>
                      <a:pt x="450" y="2244"/>
                    </a:lnTo>
                    <a:lnTo>
                      <a:pt x="456" y="2232"/>
                    </a:lnTo>
                    <a:lnTo>
                      <a:pt x="462" y="2226"/>
                    </a:lnTo>
                    <a:lnTo>
                      <a:pt x="438" y="2202"/>
                    </a:lnTo>
                    <a:lnTo>
                      <a:pt x="426" y="2202"/>
                    </a:lnTo>
                    <a:lnTo>
                      <a:pt x="420" y="2196"/>
                    </a:lnTo>
                    <a:lnTo>
                      <a:pt x="408" y="2190"/>
                    </a:lnTo>
                    <a:lnTo>
                      <a:pt x="402" y="2190"/>
                    </a:lnTo>
                    <a:lnTo>
                      <a:pt x="396" y="2184"/>
                    </a:lnTo>
                    <a:lnTo>
                      <a:pt x="414" y="2184"/>
                    </a:lnTo>
                    <a:lnTo>
                      <a:pt x="426" y="2178"/>
                    </a:lnTo>
                    <a:lnTo>
                      <a:pt x="438" y="2178"/>
                    </a:lnTo>
                    <a:lnTo>
                      <a:pt x="444" y="2172"/>
                    </a:lnTo>
                    <a:lnTo>
                      <a:pt x="444" y="2166"/>
                    </a:lnTo>
                    <a:lnTo>
                      <a:pt x="432" y="2160"/>
                    </a:lnTo>
                    <a:lnTo>
                      <a:pt x="402" y="2160"/>
                    </a:lnTo>
                    <a:lnTo>
                      <a:pt x="390" y="2148"/>
                    </a:lnTo>
                    <a:lnTo>
                      <a:pt x="390" y="2118"/>
                    </a:lnTo>
                    <a:lnTo>
                      <a:pt x="384" y="2106"/>
                    </a:lnTo>
                    <a:lnTo>
                      <a:pt x="384" y="2100"/>
                    </a:lnTo>
                    <a:lnTo>
                      <a:pt x="378" y="2094"/>
                    </a:lnTo>
                    <a:lnTo>
                      <a:pt x="366" y="2088"/>
                    </a:lnTo>
                    <a:lnTo>
                      <a:pt x="360" y="2088"/>
                    </a:lnTo>
                    <a:lnTo>
                      <a:pt x="366" y="2058"/>
                    </a:lnTo>
                    <a:lnTo>
                      <a:pt x="342" y="2046"/>
                    </a:lnTo>
                    <a:lnTo>
                      <a:pt x="336" y="2040"/>
                    </a:lnTo>
                    <a:lnTo>
                      <a:pt x="336" y="2028"/>
                    </a:lnTo>
                    <a:lnTo>
                      <a:pt x="330" y="2016"/>
                    </a:lnTo>
                    <a:lnTo>
                      <a:pt x="330" y="1998"/>
                    </a:lnTo>
                    <a:lnTo>
                      <a:pt x="324" y="1986"/>
                    </a:lnTo>
                    <a:lnTo>
                      <a:pt x="324" y="1974"/>
                    </a:lnTo>
                    <a:lnTo>
                      <a:pt x="330" y="1968"/>
                    </a:lnTo>
                    <a:lnTo>
                      <a:pt x="342" y="1962"/>
                    </a:lnTo>
                    <a:lnTo>
                      <a:pt x="348" y="1962"/>
                    </a:lnTo>
                    <a:lnTo>
                      <a:pt x="336" y="1950"/>
                    </a:lnTo>
                    <a:lnTo>
                      <a:pt x="324" y="1944"/>
                    </a:lnTo>
                    <a:lnTo>
                      <a:pt x="306" y="1926"/>
                    </a:lnTo>
                    <a:lnTo>
                      <a:pt x="300" y="1914"/>
                    </a:lnTo>
                    <a:lnTo>
                      <a:pt x="300" y="1890"/>
                    </a:lnTo>
                    <a:lnTo>
                      <a:pt x="294" y="1878"/>
                    </a:lnTo>
                    <a:lnTo>
                      <a:pt x="288" y="1872"/>
                    </a:lnTo>
                    <a:lnTo>
                      <a:pt x="288" y="1842"/>
                    </a:lnTo>
                    <a:lnTo>
                      <a:pt x="294" y="1836"/>
                    </a:lnTo>
                    <a:lnTo>
                      <a:pt x="294" y="1824"/>
                    </a:lnTo>
                    <a:lnTo>
                      <a:pt x="276" y="1812"/>
                    </a:lnTo>
                    <a:lnTo>
                      <a:pt x="276" y="1806"/>
                    </a:lnTo>
                    <a:lnTo>
                      <a:pt x="282" y="1794"/>
                    </a:lnTo>
                    <a:lnTo>
                      <a:pt x="282" y="1788"/>
                    </a:lnTo>
                    <a:lnTo>
                      <a:pt x="264" y="1770"/>
                    </a:lnTo>
                    <a:lnTo>
                      <a:pt x="282" y="1758"/>
                    </a:lnTo>
                    <a:lnTo>
                      <a:pt x="270" y="1716"/>
                    </a:lnTo>
                    <a:lnTo>
                      <a:pt x="276" y="1716"/>
                    </a:lnTo>
                    <a:lnTo>
                      <a:pt x="282" y="1710"/>
                    </a:lnTo>
                    <a:lnTo>
                      <a:pt x="294" y="1704"/>
                    </a:lnTo>
                    <a:lnTo>
                      <a:pt x="300" y="1692"/>
                    </a:lnTo>
                    <a:lnTo>
                      <a:pt x="300" y="1686"/>
                    </a:lnTo>
                    <a:lnTo>
                      <a:pt x="282" y="1668"/>
                    </a:lnTo>
                    <a:lnTo>
                      <a:pt x="276" y="1668"/>
                    </a:lnTo>
                    <a:lnTo>
                      <a:pt x="276" y="1650"/>
                    </a:lnTo>
                    <a:lnTo>
                      <a:pt x="246" y="1626"/>
                    </a:lnTo>
                    <a:lnTo>
                      <a:pt x="246" y="1578"/>
                    </a:lnTo>
                    <a:lnTo>
                      <a:pt x="240" y="1566"/>
                    </a:lnTo>
                    <a:lnTo>
                      <a:pt x="234" y="1548"/>
                    </a:lnTo>
                    <a:lnTo>
                      <a:pt x="234" y="1536"/>
                    </a:lnTo>
                    <a:lnTo>
                      <a:pt x="228" y="1530"/>
                    </a:lnTo>
                    <a:lnTo>
                      <a:pt x="228" y="1524"/>
                    </a:lnTo>
                    <a:lnTo>
                      <a:pt x="252" y="1518"/>
                    </a:lnTo>
                    <a:lnTo>
                      <a:pt x="258" y="1500"/>
                    </a:lnTo>
                    <a:lnTo>
                      <a:pt x="258" y="1494"/>
                    </a:lnTo>
                    <a:lnTo>
                      <a:pt x="264" y="1482"/>
                    </a:lnTo>
                    <a:lnTo>
                      <a:pt x="264" y="1470"/>
                    </a:lnTo>
                    <a:lnTo>
                      <a:pt x="258" y="1464"/>
                    </a:lnTo>
                    <a:lnTo>
                      <a:pt x="252" y="1452"/>
                    </a:lnTo>
                    <a:lnTo>
                      <a:pt x="246" y="1446"/>
                    </a:lnTo>
                    <a:lnTo>
                      <a:pt x="240" y="1434"/>
                    </a:lnTo>
                    <a:lnTo>
                      <a:pt x="234" y="1428"/>
                    </a:lnTo>
                    <a:lnTo>
                      <a:pt x="246" y="1428"/>
                    </a:lnTo>
                    <a:lnTo>
                      <a:pt x="246" y="1398"/>
                    </a:lnTo>
                    <a:lnTo>
                      <a:pt x="252" y="1380"/>
                    </a:lnTo>
                    <a:lnTo>
                      <a:pt x="252" y="1356"/>
                    </a:lnTo>
                    <a:lnTo>
                      <a:pt x="270" y="1338"/>
                    </a:lnTo>
                    <a:lnTo>
                      <a:pt x="270" y="1332"/>
                    </a:lnTo>
                    <a:lnTo>
                      <a:pt x="264" y="1320"/>
                    </a:lnTo>
                    <a:lnTo>
                      <a:pt x="258" y="1314"/>
                    </a:lnTo>
                    <a:lnTo>
                      <a:pt x="252" y="1302"/>
                    </a:lnTo>
                    <a:lnTo>
                      <a:pt x="246" y="1260"/>
                    </a:lnTo>
                    <a:lnTo>
                      <a:pt x="222" y="1260"/>
                    </a:lnTo>
                    <a:lnTo>
                      <a:pt x="210" y="1248"/>
                    </a:lnTo>
                    <a:lnTo>
                      <a:pt x="210" y="1236"/>
                    </a:lnTo>
                    <a:lnTo>
                      <a:pt x="216" y="1230"/>
                    </a:lnTo>
                    <a:lnTo>
                      <a:pt x="210" y="1218"/>
                    </a:lnTo>
                    <a:lnTo>
                      <a:pt x="198" y="1188"/>
                    </a:lnTo>
                    <a:lnTo>
                      <a:pt x="180" y="1170"/>
                    </a:lnTo>
                    <a:lnTo>
                      <a:pt x="180" y="1164"/>
                    </a:lnTo>
                    <a:lnTo>
                      <a:pt x="186" y="1158"/>
                    </a:lnTo>
                    <a:lnTo>
                      <a:pt x="186" y="1146"/>
                    </a:lnTo>
                    <a:lnTo>
                      <a:pt x="168" y="1128"/>
                    </a:lnTo>
                    <a:lnTo>
                      <a:pt x="156" y="1122"/>
                    </a:lnTo>
                    <a:lnTo>
                      <a:pt x="156" y="1116"/>
                    </a:lnTo>
                    <a:lnTo>
                      <a:pt x="150" y="1110"/>
                    </a:lnTo>
                    <a:lnTo>
                      <a:pt x="150" y="1086"/>
                    </a:lnTo>
                    <a:lnTo>
                      <a:pt x="156" y="1086"/>
                    </a:lnTo>
                    <a:lnTo>
                      <a:pt x="168" y="1080"/>
                    </a:lnTo>
                    <a:lnTo>
                      <a:pt x="162" y="1026"/>
                    </a:lnTo>
                    <a:lnTo>
                      <a:pt x="186" y="1026"/>
                    </a:lnTo>
                    <a:lnTo>
                      <a:pt x="186" y="1020"/>
                    </a:lnTo>
                    <a:lnTo>
                      <a:pt x="180" y="1008"/>
                    </a:lnTo>
                    <a:lnTo>
                      <a:pt x="168" y="972"/>
                    </a:lnTo>
                    <a:lnTo>
                      <a:pt x="156" y="948"/>
                    </a:lnTo>
                    <a:lnTo>
                      <a:pt x="156" y="936"/>
                    </a:lnTo>
                    <a:lnTo>
                      <a:pt x="168" y="924"/>
                    </a:lnTo>
                    <a:lnTo>
                      <a:pt x="168" y="858"/>
                    </a:lnTo>
                    <a:lnTo>
                      <a:pt x="174" y="852"/>
                    </a:lnTo>
                    <a:lnTo>
                      <a:pt x="180" y="840"/>
                    </a:lnTo>
                    <a:lnTo>
                      <a:pt x="192" y="828"/>
                    </a:lnTo>
                    <a:lnTo>
                      <a:pt x="192" y="816"/>
                    </a:lnTo>
                    <a:lnTo>
                      <a:pt x="198" y="804"/>
                    </a:lnTo>
                    <a:lnTo>
                      <a:pt x="198" y="792"/>
                    </a:lnTo>
                    <a:lnTo>
                      <a:pt x="204" y="774"/>
                    </a:lnTo>
                    <a:lnTo>
                      <a:pt x="204" y="762"/>
                    </a:lnTo>
                    <a:lnTo>
                      <a:pt x="222" y="762"/>
                    </a:lnTo>
                    <a:lnTo>
                      <a:pt x="228" y="756"/>
                    </a:lnTo>
                    <a:lnTo>
                      <a:pt x="240" y="750"/>
                    </a:lnTo>
                    <a:lnTo>
                      <a:pt x="240" y="738"/>
                    </a:lnTo>
                    <a:lnTo>
                      <a:pt x="234" y="726"/>
                    </a:lnTo>
                    <a:lnTo>
                      <a:pt x="210" y="714"/>
                    </a:lnTo>
                    <a:lnTo>
                      <a:pt x="204" y="708"/>
                    </a:lnTo>
                    <a:lnTo>
                      <a:pt x="198" y="708"/>
                    </a:lnTo>
                    <a:lnTo>
                      <a:pt x="204" y="708"/>
                    </a:lnTo>
                    <a:lnTo>
                      <a:pt x="216" y="696"/>
                    </a:lnTo>
                    <a:lnTo>
                      <a:pt x="222" y="684"/>
                    </a:lnTo>
                    <a:lnTo>
                      <a:pt x="228" y="678"/>
                    </a:lnTo>
                    <a:lnTo>
                      <a:pt x="222" y="666"/>
                    </a:lnTo>
                    <a:lnTo>
                      <a:pt x="210" y="654"/>
                    </a:lnTo>
                    <a:lnTo>
                      <a:pt x="198" y="648"/>
                    </a:lnTo>
                    <a:lnTo>
                      <a:pt x="192" y="642"/>
                    </a:lnTo>
                    <a:lnTo>
                      <a:pt x="192" y="624"/>
                    </a:lnTo>
                    <a:lnTo>
                      <a:pt x="216" y="600"/>
                    </a:lnTo>
                    <a:lnTo>
                      <a:pt x="216" y="594"/>
                    </a:lnTo>
                    <a:lnTo>
                      <a:pt x="204" y="594"/>
                    </a:lnTo>
                    <a:lnTo>
                      <a:pt x="192" y="588"/>
                    </a:lnTo>
                    <a:lnTo>
                      <a:pt x="186" y="582"/>
                    </a:lnTo>
                    <a:lnTo>
                      <a:pt x="186" y="576"/>
                    </a:lnTo>
                    <a:lnTo>
                      <a:pt x="192" y="570"/>
                    </a:lnTo>
                    <a:lnTo>
                      <a:pt x="198" y="558"/>
                    </a:lnTo>
                    <a:lnTo>
                      <a:pt x="210" y="552"/>
                    </a:lnTo>
                    <a:lnTo>
                      <a:pt x="222" y="540"/>
                    </a:lnTo>
                    <a:lnTo>
                      <a:pt x="240" y="534"/>
                    </a:lnTo>
                    <a:lnTo>
                      <a:pt x="252" y="528"/>
                    </a:lnTo>
                    <a:lnTo>
                      <a:pt x="258" y="522"/>
                    </a:lnTo>
                    <a:lnTo>
                      <a:pt x="264" y="522"/>
                    </a:lnTo>
                    <a:lnTo>
                      <a:pt x="276" y="438"/>
                    </a:lnTo>
                    <a:lnTo>
                      <a:pt x="264" y="420"/>
                    </a:lnTo>
                    <a:lnTo>
                      <a:pt x="222" y="420"/>
                    </a:lnTo>
                    <a:lnTo>
                      <a:pt x="216" y="408"/>
                    </a:lnTo>
                    <a:lnTo>
                      <a:pt x="216" y="384"/>
                    </a:lnTo>
                    <a:lnTo>
                      <a:pt x="192" y="360"/>
                    </a:lnTo>
                    <a:lnTo>
                      <a:pt x="192" y="294"/>
                    </a:lnTo>
                    <a:lnTo>
                      <a:pt x="186" y="288"/>
                    </a:lnTo>
                    <a:lnTo>
                      <a:pt x="174" y="282"/>
                    </a:lnTo>
                    <a:lnTo>
                      <a:pt x="168" y="276"/>
                    </a:lnTo>
                    <a:lnTo>
                      <a:pt x="156" y="270"/>
                    </a:lnTo>
                    <a:lnTo>
                      <a:pt x="150" y="264"/>
                    </a:lnTo>
                    <a:lnTo>
                      <a:pt x="144" y="264"/>
                    </a:lnTo>
                    <a:lnTo>
                      <a:pt x="144" y="240"/>
                    </a:lnTo>
                    <a:lnTo>
                      <a:pt x="138" y="234"/>
                    </a:lnTo>
                    <a:lnTo>
                      <a:pt x="132" y="222"/>
                    </a:lnTo>
                    <a:lnTo>
                      <a:pt x="132" y="210"/>
                    </a:lnTo>
                    <a:lnTo>
                      <a:pt x="138" y="204"/>
                    </a:lnTo>
                    <a:lnTo>
                      <a:pt x="144" y="192"/>
                    </a:lnTo>
                    <a:lnTo>
                      <a:pt x="150" y="186"/>
                    </a:lnTo>
                    <a:lnTo>
                      <a:pt x="132" y="168"/>
                    </a:lnTo>
                    <a:lnTo>
                      <a:pt x="144" y="156"/>
                    </a:lnTo>
                    <a:lnTo>
                      <a:pt x="150" y="144"/>
                    </a:lnTo>
                    <a:lnTo>
                      <a:pt x="150" y="138"/>
                    </a:lnTo>
                    <a:lnTo>
                      <a:pt x="144" y="126"/>
                    </a:lnTo>
                    <a:lnTo>
                      <a:pt x="120" y="114"/>
                    </a:lnTo>
                    <a:lnTo>
                      <a:pt x="114" y="114"/>
                    </a:lnTo>
                    <a:lnTo>
                      <a:pt x="102" y="108"/>
                    </a:lnTo>
                    <a:lnTo>
                      <a:pt x="90" y="30"/>
                    </a:lnTo>
                    <a:lnTo>
                      <a:pt x="66" y="30"/>
                    </a:lnTo>
                    <a:lnTo>
                      <a:pt x="48" y="0"/>
                    </a:lnTo>
                    <a:lnTo>
                      <a:pt x="36" y="6"/>
                    </a:lnTo>
                    <a:lnTo>
                      <a:pt x="42" y="18"/>
                    </a:lnTo>
                    <a:lnTo>
                      <a:pt x="42" y="36"/>
                    </a:lnTo>
                    <a:lnTo>
                      <a:pt x="36" y="42"/>
                    </a:lnTo>
                    <a:lnTo>
                      <a:pt x="0" y="66"/>
                    </a:lnTo>
                    <a:lnTo>
                      <a:pt x="0" y="108"/>
                    </a:lnTo>
                    <a:lnTo>
                      <a:pt x="24" y="156"/>
                    </a:lnTo>
                    <a:lnTo>
                      <a:pt x="30" y="174"/>
                    </a:lnTo>
                    <a:lnTo>
                      <a:pt x="36" y="228"/>
                    </a:lnTo>
                    <a:lnTo>
                      <a:pt x="36" y="282"/>
                    </a:lnTo>
                    <a:lnTo>
                      <a:pt x="48" y="318"/>
                    </a:lnTo>
                    <a:lnTo>
                      <a:pt x="48" y="360"/>
                    </a:lnTo>
                    <a:lnTo>
                      <a:pt x="54" y="384"/>
                    </a:lnTo>
                    <a:lnTo>
                      <a:pt x="54" y="432"/>
                    </a:lnTo>
                    <a:lnTo>
                      <a:pt x="30" y="444"/>
                    </a:lnTo>
                    <a:lnTo>
                      <a:pt x="36" y="474"/>
                    </a:lnTo>
                    <a:lnTo>
                      <a:pt x="54" y="486"/>
                    </a:lnTo>
                    <a:lnTo>
                      <a:pt x="48" y="582"/>
                    </a:lnTo>
                    <a:lnTo>
                      <a:pt x="72" y="624"/>
                    </a:lnTo>
                    <a:lnTo>
                      <a:pt x="54" y="642"/>
                    </a:lnTo>
                    <a:lnTo>
                      <a:pt x="60" y="702"/>
                    </a:lnTo>
                    <a:lnTo>
                      <a:pt x="66" y="708"/>
                    </a:lnTo>
                    <a:lnTo>
                      <a:pt x="78" y="732"/>
                    </a:lnTo>
                    <a:lnTo>
                      <a:pt x="78" y="744"/>
                    </a:lnTo>
                    <a:lnTo>
                      <a:pt x="72" y="756"/>
                    </a:lnTo>
                    <a:lnTo>
                      <a:pt x="66" y="762"/>
                    </a:lnTo>
                    <a:lnTo>
                      <a:pt x="60" y="762"/>
                    </a:lnTo>
                    <a:lnTo>
                      <a:pt x="60" y="792"/>
                    </a:lnTo>
                    <a:lnTo>
                      <a:pt x="72" y="810"/>
                    </a:lnTo>
                    <a:lnTo>
                      <a:pt x="60" y="822"/>
                    </a:lnTo>
                    <a:lnTo>
                      <a:pt x="48" y="846"/>
                    </a:lnTo>
                    <a:lnTo>
                      <a:pt x="48" y="852"/>
                    </a:lnTo>
                    <a:lnTo>
                      <a:pt x="60" y="852"/>
                    </a:lnTo>
                    <a:lnTo>
                      <a:pt x="60" y="864"/>
                    </a:lnTo>
                    <a:lnTo>
                      <a:pt x="66" y="870"/>
                    </a:lnTo>
                    <a:lnTo>
                      <a:pt x="66" y="888"/>
                    </a:lnTo>
                    <a:lnTo>
                      <a:pt x="54" y="900"/>
                    </a:lnTo>
                    <a:lnTo>
                      <a:pt x="54" y="906"/>
                    </a:lnTo>
                    <a:lnTo>
                      <a:pt x="48" y="912"/>
                    </a:lnTo>
                    <a:lnTo>
                      <a:pt x="48" y="936"/>
                    </a:lnTo>
                    <a:lnTo>
                      <a:pt x="54" y="948"/>
                    </a:lnTo>
                    <a:lnTo>
                      <a:pt x="60" y="954"/>
                    </a:lnTo>
                    <a:lnTo>
                      <a:pt x="66" y="954"/>
                    </a:lnTo>
                    <a:lnTo>
                      <a:pt x="78" y="966"/>
                    </a:lnTo>
                    <a:lnTo>
                      <a:pt x="78" y="1020"/>
                    </a:lnTo>
                    <a:lnTo>
                      <a:pt x="60" y="1020"/>
                    </a:lnTo>
                    <a:lnTo>
                      <a:pt x="60" y="1044"/>
                    </a:lnTo>
                    <a:lnTo>
                      <a:pt x="66" y="1056"/>
                    </a:lnTo>
                    <a:lnTo>
                      <a:pt x="90" y="1128"/>
                    </a:lnTo>
                    <a:lnTo>
                      <a:pt x="96" y="1140"/>
                    </a:lnTo>
                    <a:lnTo>
                      <a:pt x="102" y="1146"/>
                    </a:lnTo>
                    <a:lnTo>
                      <a:pt x="102" y="1164"/>
                    </a:lnTo>
                    <a:lnTo>
                      <a:pt x="108" y="1170"/>
                    </a:lnTo>
                    <a:lnTo>
                      <a:pt x="114" y="1182"/>
                    </a:lnTo>
                    <a:lnTo>
                      <a:pt x="120" y="1188"/>
                    </a:lnTo>
                    <a:lnTo>
                      <a:pt x="120" y="1236"/>
                    </a:lnTo>
                    <a:lnTo>
                      <a:pt x="114" y="1266"/>
                    </a:lnTo>
                    <a:lnTo>
                      <a:pt x="138" y="1290"/>
                    </a:lnTo>
                    <a:lnTo>
                      <a:pt x="138" y="1296"/>
                    </a:lnTo>
                    <a:lnTo>
                      <a:pt x="132" y="1302"/>
                    </a:lnTo>
                    <a:lnTo>
                      <a:pt x="126" y="1314"/>
                    </a:lnTo>
                    <a:lnTo>
                      <a:pt x="126" y="1326"/>
                    </a:lnTo>
                    <a:lnTo>
                      <a:pt x="120" y="1338"/>
                    </a:lnTo>
                    <a:lnTo>
                      <a:pt x="120" y="1416"/>
                    </a:lnTo>
                    <a:lnTo>
                      <a:pt x="102" y="1452"/>
                    </a:lnTo>
                    <a:lnTo>
                      <a:pt x="114" y="1464"/>
                    </a:lnTo>
                    <a:lnTo>
                      <a:pt x="114" y="1470"/>
                    </a:lnTo>
                    <a:lnTo>
                      <a:pt x="108" y="1476"/>
                    </a:lnTo>
                    <a:lnTo>
                      <a:pt x="108" y="1536"/>
                    </a:lnTo>
                    <a:lnTo>
                      <a:pt x="102" y="1554"/>
                    </a:lnTo>
                    <a:lnTo>
                      <a:pt x="102" y="1578"/>
                    </a:lnTo>
                    <a:lnTo>
                      <a:pt x="84" y="1584"/>
                    </a:lnTo>
                    <a:lnTo>
                      <a:pt x="84" y="1608"/>
                    </a:lnTo>
                    <a:lnTo>
                      <a:pt x="108" y="1650"/>
                    </a:lnTo>
                    <a:lnTo>
                      <a:pt x="108" y="1692"/>
                    </a:lnTo>
                    <a:lnTo>
                      <a:pt x="114" y="1704"/>
                    </a:lnTo>
                    <a:lnTo>
                      <a:pt x="144" y="1734"/>
                    </a:lnTo>
                    <a:lnTo>
                      <a:pt x="156" y="1758"/>
                    </a:lnTo>
                    <a:lnTo>
                      <a:pt x="156" y="1800"/>
                    </a:lnTo>
                    <a:lnTo>
                      <a:pt x="150" y="1812"/>
                    </a:lnTo>
                    <a:lnTo>
                      <a:pt x="150" y="1824"/>
                    </a:lnTo>
                    <a:lnTo>
                      <a:pt x="162" y="1836"/>
                    </a:lnTo>
                    <a:lnTo>
                      <a:pt x="162" y="1896"/>
                    </a:lnTo>
                    <a:lnTo>
                      <a:pt x="168" y="1908"/>
                    </a:lnTo>
                    <a:lnTo>
                      <a:pt x="174" y="1914"/>
                    </a:lnTo>
                    <a:lnTo>
                      <a:pt x="186" y="1920"/>
                    </a:lnTo>
                    <a:lnTo>
                      <a:pt x="192" y="1926"/>
                    </a:lnTo>
                    <a:lnTo>
                      <a:pt x="198" y="1926"/>
                    </a:lnTo>
                    <a:lnTo>
                      <a:pt x="192" y="1944"/>
                    </a:lnTo>
                    <a:lnTo>
                      <a:pt x="234" y="1944"/>
                    </a:lnTo>
                    <a:lnTo>
                      <a:pt x="234" y="1914"/>
                    </a:lnTo>
                    <a:lnTo>
                      <a:pt x="246" y="1926"/>
                    </a:lnTo>
                    <a:lnTo>
                      <a:pt x="258" y="1932"/>
                    </a:lnTo>
                    <a:lnTo>
                      <a:pt x="270" y="1932"/>
                    </a:lnTo>
                    <a:lnTo>
                      <a:pt x="276" y="1926"/>
                    </a:lnTo>
                    <a:lnTo>
                      <a:pt x="276" y="1914"/>
                    </a:lnTo>
                    <a:lnTo>
                      <a:pt x="288" y="1932"/>
                    </a:lnTo>
                    <a:lnTo>
                      <a:pt x="282" y="1938"/>
                    </a:lnTo>
                    <a:lnTo>
                      <a:pt x="270" y="1944"/>
                    </a:lnTo>
                    <a:lnTo>
                      <a:pt x="264" y="1956"/>
                    </a:lnTo>
                    <a:lnTo>
                      <a:pt x="258" y="1962"/>
                    </a:lnTo>
                    <a:lnTo>
                      <a:pt x="258" y="1968"/>
                    </a:lnTo>
                    <a:lnTo>
                      <a:pt x="288" y="1968"/>
                    </a:lnTo>
                    <a:lnTo>
                      <a:pt x="294" y="1974"/>
                    </a:lnTo>
                    <a:lnTo>
                      <a:pt x="294" y="1992"/>
                    </a:lnTo>
                    <a:lnTo>
                      <a:pt x="270" y="1986"/>
                    </a:lnTo>
                    <a:lnTo>
                      <a:pt x="288" y="2010"/>
                    </a:lnTo>
                    <a:lnTo>
                      <a:pt x="276" y="2022"/>
                    </a:lnTo>
                    <a:lnTo>
                      <a:pt x="294" y="2046"/>
                    </a:lnTo>
                    <a:lnTo>
                      <a:pt x="276" y="2064"/>
                    </a:lnTo>
                    <a:lnTo>
                      <a:pt x="270" y="2076"/>
                    </a:lnTo>
                    <a:lnTo>
                      <a:pt x="270" y="2082"/>
                    </a:lnTo>
                    <a:lnTo>
                      <a:pt x="276" y="2088"/>
                    </a:lnTo>
                    <a:lnTo>
                      <a:pt x="282" y="2088"/>
                    </a:lnTo>
                    <a:lnTo>
                      <a:pt x="306" y="2100"/>
                    </a:lnTo>
                    <a:lnTo>
                      <a:pt x="318" y="2100"/>
                    </a:lnTo>
                    <a:lnTo>
                      <a:pt x="300" y="2118"/>
                    </a:lnTo>
                    <a:lnTo>
                      <a:pt x="300" y="2130"/>
                    </a:lnTo>
                    <a:lnTo>
                      <a:pt x="312" y="2136"/>
                    </a:lnTo>
                    <a:lnTo>
                      <a:pt x="318" y="2142"/>
                    </a:lnTo>
                    <a:lnTo>
                      <a:pt x="330" y="2148"/>
                    </a:lnTo>
                    <a:lnTo>
                      <a:pt x="354" y="2148"/>
                    </a:lnTo>
                    <a:lnTo>
                      <a:pt x="360" y="2184"/>
                    </a:lnTo>
                    <a:lnTo>
                      <a:pt x="354" y="2184"/>
                    </a:lnTo>
                    <a:lnTo>
                      <a:pt x="324" y="2214"/>
                    </a:lnTo>
                    <a:lnTo>
                      <a:pt x="324" y="2220"/>
                    </a:lnTo>
                    <a:lnTo>
                      <a:pt x="330" y="2226"/>
                    </a:lnTo>
                    <a:lnTo>
                      <a:pt x="354" y="2226"/>
                    </a:lnTo>
                    <a:lnTo>
                      <a:pt x="366" y="2232"/>
                    </a:lnTo>
                    <a:lnTo>
                      <a:pt x="378" y="2244"/>
                    </a:lnTo>
                    <a:lnTo>
                      <a:pt x="348" y="2244"/>
                    </a:lnTo>
                    <a:lnTo>
                      <a:pt x="342" y="2238"/>
                    </a:lnTo>
                    <a:lnTo>
                      <a:pt x="330" y="2238"/>
                    </a:lnTo>
                    <a:lnTo>
                      <a:pt x="324" y="2244"/>
                    </a:lnTo>
                    <a:lnTo>
                      <a:pt x="324" y="2250"/>
                    </a:lnTo>
                    <a:lnTo>
                      <a:pt x="354" y="2256"/>
                    </a:lnTo>
                    <a:lnTo>
                      <a:pt x="330" y="2268"/>
                    </a:lnTo>
                    <a:lnTo>
                      <a:pt x="336" y="2292"/>
                    </a:lnTo>
                    <a:lnTo>
                      <a:pt x="348" y="2292"/>
                    </a:lnTo>
                    <a:lnTo>
                      <a:pt x="348" y="2316"/>
                    </a:lnTo>
                    <a:lnTo>
                      <a:pt x="336" y="2328"/>
                    </a:lnTo>
                    <a:lnTo>
                      <a:pt x="336" y="2322"/>
                    </a:lnTo>
                    <a:lnTo>
                      <a:pt x="330" y="2316"/>
                    </a:lnTo>
                    <a:lnTo>
                      <a:pt x="324" y="2304"/>
                    </a:lnTo>
                    <a:lnTo>
                      <a:pt x="324" y="2298"/>
                    </a:lnTo>
                    <a:lnTo>
                      <a:pt x="288" y="2298"/>
                    </a:lnTo>
                    <a:lnTo>
                      <a:pt x="306" y="2292"/>
                    </a:lnTo>
                    <a:lnTo>
                      <a:pt x="282" y="2268"/>
                    </a:lnTo>
                    <a:lnTo>
                      <a:pt x="276" y="2268"/>
                    </a:lnTo>
                    <a:lnTo>
                      <a:pt x="276" y="2280"/>
                    </a:lnTo>
                    <a:lnTo>
                      <a:pt x="270" y="2268"/>
                    </a:lnTo>
                    <a:lnTo>
                      <a:pt x="228" y="2280"/>
                    </a:lnTo>
                    <a:lnTo>
                      <a:pt x="264" y="2286"/>
                    </a:lnTo>
                    <a:lnTo>
                      <a:pt x="258" y="2292"/>
                    </a:lnTo>
                    <a:lnTo>
                      <a:pt x="252" y="2304"/>
                    </a:lnTo>
                    <a:lnTo>
                      <a:pt x="246" y="2310"/>
                    </a:lnTo>
                    <a:lnTo>
                      <a:pt x="234" y="2316"/>
                    </a:lnTo>
                    <a:lnTo>
                      <a:pt x="228" y="2328"/>
                    </a:lnTo>
                    <a:lnTo>
                      <a:pt x="222" y="2334"/>
                    </a:lnTo>
                    <a:lnTo>
                      <a:pt x="222" y="2340"/>
                    </a:lnTo>
                    <a:lnTo>
                      <a:pt x="228" y="2346"/>
                    </a:lnTo>
                    <a:lnTo>
                      <a:pt x="240" y="2352"/>
                    </a:lnTo>
                    <a:lnTo>
                      <a:pt x="252" y="2352"/>
                    </a:lnTo>
                    <a:lnTo>
                      <a:pt x="252" y="2346"/>
                    </a:lnTo>
                    <a:lnTo>
                      <a:pt x="240" y="2334"/>
                    </a:lnTo>
                    <a:lnTo>
                      <a:pt x="264" y="2328"/>
                    </a:lnTo>
                    <a:lnTo>
                      <a:pt x="282" y="2346"/>
                    </a:lnTo>
                    <a:lnTo>
                      <a:pt x="324" y="2346"/>
                    </a:lnTo>
                    <a:lnTo>
                      <a:pt x="336" y="2352"/>
                    </a:lnTo>
                    <a:lnTo>
                      <a:pt x="342" y="2364"/>
                    </a:lnTo>
                    <a:lnTo>
                      <a:pt x="354" y="2370"/>
                    </a:lnTo>
                    <a:lnTo>
                      <a:pt x="354" y="2376"/>
                    </a:lnTo>
                    <a:lnTo>
                      <a:pt x="336" y="2394"/>
                    </a:lnTo>
                    <a:lnTo>
                      <a:pt x="342" y="2406"/>
                    </a:lnTo>
                    <a:lnTo>
                      <a:pt x="360" y="2406"/>
                    </a:lnTo>
                    <a:lnTo>
                      <a:pt x="360" y="2418"/>
                    </a:lnTo>
                    <a:lnTo>
                      <a:pt x="378" y="2424"/>
                    </a:lnTo>
                    <a:lnTo>
                      <a:pt x="384" y="2406"/>
                    </a:lnTo>
                    <a:lnTo>
                      <a:pt x="402" y="2424"/>
                    </a:lnTo>
                    <a:lnTo>
                      <a:pt x="408" y="2424"/>
                    </a:lnTo>
                    <a:lnTo>
                      <a:pt x="420" y="2430"/>
                    </a:lnTo>
                    <a:lnTo>
                      <a:pt x="426" y="2436"/>
                    </a:lnTo>
                    <a:lnTo>
                      <a:pt x="426" y="2448"/>
                    </a:lnTo>
                    <a:lnTo>
                      <a:pt x="414" y="2460"/>
                    </a:lnTo>
                    <a:lnTo>
                      <a:pt x="408" y="2454"/>
                    </a:lnTo>
                    <a:lnTo>
                      <a:pt x="396" y="2454"/>
                    </a:lnTo>
                    <a:lnTo>
                      <a:pt x="384" y="2448"/>
                    </a:lnTo>
                    <a:lnTo>
                      <a:pt x="378" y="2442"/>
                    </a:lnTo>
                    <a:lnTo>
                      <a:pt x="366" y="2442"/>
                    </a:lnTo>
                    <a:lnTo>
                      <a:pt x="366" y="2454"/>
                    </a:lnTo>
                    <a:lnTo>
                      <a:pt x="372" y="2460"/>
                    </a:lnTo>
                    <a:lnTo>
                      <a:pt x="378" y="2460"/>
                    </a:lnTo>
                    <a:lnTo>
                      <a:pt x="390" y="2472"/>
                    </a:lnTo>
                    <a:lnTo>
                      <a:pt x="402" y="2496"/>
                    </a:lnTo>
                    <a:lnTo>
                      <a:pt x="402" y="2508"/>
                    </a:lnTo>
                    <a:lnTo>
                      <a:pt x="384" y="2508"/>
                    </a:lnTo>
                    <a:lnTo>
                      <a:pt x="396" y="2526"/>
                    </a:lnTo>
                    <a:lnTo>
                      <a:pt x="414" y="2562"/>
                    </a:lnTo>
                    <a:lnTo>
                      <a:pt x="426" y="2520"/>
                    </a:lnTo>
                    <a:lnTo>
                      <a:pt x="426" y="2550"/>
                    </a:lnTo>
                    <a:lnTo>
                      <a:pt x="444" y="2574"/>
                    </a:lnTo>
                    <a:lnTo>
                      <a:pt x="420" y="2574"/>
                    </a:lnTo>
                    <a:lnTo>
                      <a:pt x="426" y="2592"/>
                    </a:lnTo>
                    <a:lnTo>
                      <a:pt x="450" y="2592"/>
                    </a:lnTo>
                    <a:lnTo>
                      <a:pt x="432" y="2604"/>
                    </a:lnTo>
                    <a:lnTo>
                      <a:pt x="462" y="2616"/>
                    </a:lnTo>
                    <a:lnTo>
                      <a:pt x="444" y="2628"/>
                    </a:lnTo>
                    <a:lnTo>
                      <a:pt x="474" y="2640"/>
                    </a:lnTo>
                    <a:lnTo>
                      <a:pt x="462" y="2652"/>
                    </a:lnTo>
                    <a:lnTo>
                      <a:pt x="480" y="2658"/>
                    </a:lnTo>
                    <a:lnTo>
                      <a:pt x="480" y="2652"/>
                    </a:lnTo>
                    <a:lnTo>
                      <a:pt x="486" y="2640"/>
                    </a:lnTo>
                    <a:lnTo>
                      <a:pt x="486" y="2634"/>
                    </a:lnTo>
                    <a:lnTo>
                      <a:pt x="492" y="2634"/>
                    </a:lnTo>
                    <a:lnTo>
                      <a:pt x="498" y="2640"/>
                    </a:lnTo>
                    <a:lnTo>
                      <a:pt x="504" y="2652"/>
                    </a:lnTo>
                    <a:lnTo>
                      <a:pt x="498" y="2658"/>
                    </a:lnTo>
                    <a:lnTo>
                      <a:pt x="498" y="2664"/>
                    </a:lnTo>
                    <a:lnTo>
                      <a:pt x="492" y="2664"/>
                    </a:lnTo>
                    <a:lnTo>
                      <a:pt x="480" y="2676"/>
                    </a:lnTo>
                    <a:lnTo>
                      <a:pt x="480" y="2682"/>
                    </a:lnTo>
                    <a:lnTo>
                      <a:pt x="486" y="2688"/>
                    </a:lnTo>
                    <a:lnTo>
                      <a:pt x="516" y="2688"/>
                    </a:lnTo>
                    <a:lnTo>
                      <a:pt x="516" y="2700"/>
                    </a:lnTo>
                    <a:lnTo>
                      <a:pt x="540" y="2724"/>
                    </a:lnTo>
                    <a:lnTo>
                      <a:pt x="552" y="2730"/>
                    </a:lnTo>
                    <a:lnTo>
                      <a:pt x="558" y="2736"/>
                    </a:lnTo>
                    <a:lnTo>
                      <a:pt x="558" y="2700"/>
                    </a:lnTo>
                    <a:lnTo>
                      <a:pt x="564" y="2700"/>
                    </a:lnTo>
                    <a:lnTo>
                      <a:pt x="570" y="2706"/>
                    </a:lnTo>
                    <a:lnTo>
                      <a:pt x="582" y="2712"/>
                    </a:lnTo>
                    <a:lnTo>
                      <a:pt x="600" y="2718"/>
                    </a:lnTo>
                    <a:lnTo>
                      <a:pt x="624" y="2742"/>
                    </a:lnTo>
                    <a:lnTo>
                      <a:pt x="618" y="2748"/>
                    </a:lnTo>
                    <a:lnTo>
                      <a:pt x="618" y="2754"/>
                    </a:lnTo>
                    <a:lnTo>
                      <a:pt x="612" y="2760"/>
                    </a:lnTo>
                    <a:lnTo>
                      <a:pt x="630" y="2766"/>
                    </a:lnTo>
                    <a:lnTo>
                      <a:pt x="630" y="2790"/>
                    </a:lnTo>
                    <a:lnTo>
                      <a:pt x="684" y="2790"/>
                    </a:lnTo>
                    <a:lnTo>
                      <a:pt x="696" y="2802"/>
                    </a:lnTo>
                    <a:lnTo>
                      <a:pt x="666" y="2802"/>
                    </a:lnTo>
                    <a:lnTo>
                      <a:pt x="654" y="2814"/>
                    </a:lnTo>
                    <a:lnTo>
                      <a:pt x="630" y="2814"/>
                    </a:lnTo>
                    <a:lnTo>
                      <a:pt x="618" y="2832"/>
                    </a:lnTo>
                    <a:lnTo>
                      <a:pt x="648" y="2832"/>
                    </a:lnTo>
                    <a:lnTo>
                      <a:pt x="636" y="2850"/>
                    </a:lnTo>
                    <a:lnTo>
                      <a:pt x="666" y="2844"/>
                    </a:lnTo>
                    <a:lnTo>
                      <a:pt x="666" y="2826"/>
                    </a:lnTo>
                    <a:lnTo>
                      <a:pt x="690" y="2838"/>
                    </a:lnTo>
                    <a:lnTo>
                      <a:pt x="696" y="2826"/>
                    </a:lnTo>
                    <a:lnTo>
                      <a:pt x="702" y="2820"/>
                    </a:lnTo>
                    <a:lnTo>
                      <a:pt x="714" y="2814"/>
                    </a:lnTo>
                    <a:lnTo>
                      <a:pt x="720" y="2808"/>
                    </a:lnTo>
                    <a:lnTo>
                      <a:pt x="732" y="2808"/>
                    </a:lnTo>
                    <a:lnTo>
                      <a:pt x="732" y="2820"/>
                    </a:lnTo>
                    <a:lnTo>
                      <a:pt x="726" y="2832"/>
                    </a:lnTo>
                    <a:lnTo>
                      <a:pt x="702" y="2856"/>
                    </a:lnTo>
                    <a:lnTo>
                      <a:pt x="696" y="2850"/>
                    </a:lnTo>
                    <a:lnTo>
                      <a:pt x="678" y="2850"/>
                    </a:lnTo>
                    <a:lnTo>
                      <a:pt x="678" y="2868"/>
                    </a:lnTo>
                    <a:lnTo>
                      <a:pt x="642" y="2868"/>
                    </a:lnTo>
                    <a:lnTo>
                      <a:pt x="630" y="2880"/>
                    </a:lnTo>
                    <a:lnTo>
                      <a:pt x="642" y="2886"/>
                    </a:lnTo>
                    <a:lnTo>
                      <a:pt x="648" y="2916"/>
                    </a:lnTo>
                    <a:lnTo>
                      <a:pt x="678" y="2898"/>
                    </a:lnTo>
                    <a:lnTo>
                      <a:pt x="684" y="2910"/>
                    </a:lnTo>
                    <a:lnTo>
                      <a:pt x="684" y="2916"/>
                    </a:lnTo>
                    <a:lnTo>
                      <a:pt x="690" y="2916"/>
                    </a:lnTo>
                    <a:lnTo>
                      <a:pt x="696" y="2910"/>
                    </a:lnTo>
                    <a:lnTo>
                      <a:pt x="702" y="2898"/>
                    </a:lnTo>
                    <a:lnTo>
                      <a:pt x="702" y="2892"/>
                    </a:lnTo>
                    <a:lnTo>
                      <a:pt x="708" y="2880"/>
                    </a:lnTo>
                    <a:lnTo>
                      <a:pt x="714" y="287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2" name="Venezuela" descr="© INSCALE GmbH, 05.05.2010&#10;http://www.presentationload.com/">
                <a:extLst>
                  <a:ext uri="{FF2B5EF4-FFF2-40B4-BE49-F238E27FC236}">
                    <a16:creationId xmlns:a16="http://schemas.microsoft.com/office/drawing/2014/main" id="{C55F0FD8-3497-2941-9AE7-A089F4F24A8C}"/>
                  </a:ext>
                </a:extLst>
              </p:cNvPr>
              <p:cNvSpPr>
                <a:spLocks noEditPoints="1"/>
              </p:cNvSpPr>
              <p:nvPr/>
            </p:nvSpPr>
            <p:spPr bwMode="gray">
              <a:xfrm>
                <a:off x="3538496" y="3729152"/>
                <a:ext cx="401047" cy="391186"/>
              </a:xfrm>
              <a:custGeom>
                <a:avLst/>
                <a:gdLst>
                  <a:gd name="T0" fmla="*/ 2147483647 w 954"/>
                  <a:gd name="T1" fmla="*/ 2147483647 h 930"/>
                  <a:gd name="T2" fmla="*/ 2147483647 w 954"/>
                  <a:gd name="T3" fmla="*/ 2147483647 h 930"/>
                  <a:gd name="T4" fmla="*/ 2147483647 w 954"/>
                  <a:gd name="T5" fmla="*/ 2147483647 h 930"/>
                  <a:gd name="T6" fmla="*/ 2147483647 w 954"/>
                  <a:gd name="T7" fmla="*/ 2147483647 h 930"/>
                  <a:gd name="T8" fmla="*/ 2147483647 w 954"/>
                  <a:gd name="T9" fmla="*/ 2147483647 h 930"/>
                  <a:gd name="T10" fmla="*/ 2147483647 w 954"/>
                  <a:gd name="T11" fmla="*/ 2147483647 h 930"/>
                  <a:gd name="T12" fmla="*/ 2147483647 w 954"/>
                  <a:gd name="T13" fmla="*/ 2147483647 h 930"/>
                  <a:gd name="T14" fmla="*/ 2147483647 w 954"/>
                  <a:gd name="T15" fmla="*/ 2147483647 h 930"/>
                  <a:gd name="T16" fmla="*/ 2147483647 w 954"/>
                  <a:gd name="T17" fmla="*/ 2147483647 h 930"/>
                  <a:gd name="T18" fmla="*/ 2147483647 w 954"/>
                  <a:gd name="T19" fmla="*/ 2147483647 h 930"/>
                  <a:gd name="T20" fmla="*/ 2147483647 w 954"/>
                  <a:gd name="T21" fmla="*/ 2147483647 h 930"/>
                  <a:gd name="T22" fmla="*/ 2147483647 w 954"/>
                  <a:gd name="T23" fmla="*/ 2147483647 h 930"/>
                  <a:gd name="T24" fmla="*/ 2147483647 w 954"/>
                  <a:gd name="T25" fmla="*/ 2147483647 h 930"/>
                  <a:gd name="T26" fmla="*/ 2147483647 w 954"/>
                  <a:gd name="T27" fmla="*/ 2147483647 h 930"/>
                  <a:gd name="T28" fmla="*/ 2147483647 w 954"/>
                  <a:gd name="T29" fmla="*/ 2147483647 h 930"/>
                  <a:gd name="T30" fmla="*/ 2147483647 w 954"/>
                  <a:gd name="T31" fmla="*/ 2147483647 h 930"/>
                  <a:gd name="T32" fmla="*/ 2147483647 w 954"/>
                  <a:gd name="T33" fmla="*/ 2147483647 h 930"/>
                  <a:gd name="T34" fmla="*/ 2147483647 w 954"/>
                  <a:gd name="T35" fmla="*/ 2147483647 h 930"/>
                  <a:gd name="T36" fmla="*/ 2147483647 w 954"/>
                  <a:gd name="T37" fmla="*/ 2147483647 h 930"/>
                  <a:gd name="T38" fmla="*/ 2147483647 w 954"/>
                  <a:gd name="T39" fmla="*/ 2147483647 h 930"/>
                  <a:gd name="T40" fmla="*/ 2147483647 w 954"/>
                  <a:gd name="T41" fmla="*/ 2147483647 h 930"/>
                  <a:gd name="T42" fmla="*/ 2147483647 w 954"/>
                  <a:gd name="T43" fmla="*/ 2147483647 h 930"/>
                  <a:gd name="T44" fmla="*/ 2147483647 w 954"/>
                  <a:gd name="T45" fmla="*/ 2147483647 h 930"/>
                  <a:gd name="T46" fmla="*/ 2147483647 w 954"/>
                  <a:gd name="T47" fmla="*/ 2147483647 h 930"/>
                  <a:gd name="T48" fmla="*/ 2147483647 w 954"/>
                  <a:gd name="T49" fmla="*/ 2147483647 h 930"/>
                  <a:gd name="T50" fmla="*/ 0 w 954"/>
                  <a:gd name="T51" fmla="*/ 2147483647 h 930"/>
                  <a:gd name="T52" fmla="*/ 2147483647 w 954"/>
                  <a:gd name="T53" fmla="*/ 2147483647 h 930"/>
                  <a:gd name="T54" fmla="*/ 2147483647 w 954"/>
                  <a:gd name="T55" fmla="*/ 2147483647 h 930"/>
                  <a:gd name="T56" fmla="*/ 2147483647 w 954"/>
                  <a:gd name="T57" fmla="*/ 2147483647 h 930"/>
                  <a:gd name="T58" fmla="*/ 2147483647 w 954"/>
                  <a:gd name="T59" fmla="*/ 2147483647 h 930"/>
                  <a:gd name="T60" fmla="*/ 2147483647 w 954"/>
                  <a:gd name="T61" fmla="*/ 2147483647 h 930"/>
                  <a:gd name="T62" fmla="*/ 2147483647 w 954"/>
                  <a:gd name="T63" fmla="*/ 2147483647 h 930"/>
                  <a:gd name="T64" fmla="*/ 2147483647 w 954"/>
                  <a:gd name="T65" fmla="*/ 2147483647 h 930"/>
                  <a:gd name="T66" fmla="*/ 2147483647 w 954"/>
                  <a:gd name="T67" fmla="*/ 2147483647 h 930"/>
                  <a:gd name="T68" fmla="*/ 2147483647 w 954"/>
                  <a:gd name="T69" fmla="*/ 2147483647 h 930"/>
                  <a:gd name="T70" fmla="*/ 2147483647 w 954"/>
                  <a:gd name="T71" fmla="*/ 2147483647 h 930"/>
                  <a:gd name="T72" fmla="*/ 2147483647 w 954"/>
                  <a:gd name="T73" fmla="*/ 2147483647 h 930"/>
                  <a:gd name="T74" fmla="*/ 2147483647 w 954"/>
                  <a:gd name="T75" fmla="*/ 2147483647 h 930"/>
                  <a:gd name="T76" fmla="*/ 2147483647 w 954"/>
                  <a:gd name="T77" fmla="*/ 2147483647 h 930"/>
                  <a:gd name="T78" fmla="*/ 2147483647 w 954"/>
                  <a:gd name="T79" fmla="*/ 2147483647 h 930"/>
                  <a:gd name="T80" fmla="*/ 2147483647 w 954"/>
                  <a:gd name="T81" fmla="*/ 2147483647 h 930"/>
                  <a:gd name="T82" fmla="*/ 2147483647 w 954"/>
                  <a:gd name="T83" fmla="*/ 2147483647 h 930"/>
                  <a:gd name="T84" fmla="*/ 2147483647 w 954"/>
                  <a:gd name="T85" fmla="*/ 2147483647 h 930"/>
                  <a:gd name="T86" fmla="*/ 2147483647 w 954"/>
                  <a:gd name="T87" fmla="*/ 2147483647 h 930"/>
                  <a:gd name="T88" fmla="*/ 2147483647 w 954"/>
                  <a:gd name="T89" fmla="*/ 2147483647 h 930"/>
                  <a:gd name="T90" fmla="*/ 2147483647 w 954"/>
                  <a:gd name="T91" fmla="*/ 2147483647 h 930"/>
                  <a:gd name="T92" fmla="*/ 2147483647 w 954"/>
                  <a:gd name="T93" fmla="*/ 2147483647 h 930"/>
                  <a:gd name="T94" fmla="*/ 2147483647 w 954"/>
                  <a:gd name="T95" fmla="*/ 2147483647 h 930"/>
                  <a:gd name="T96" fmla="*/ 2147483647 w 954"/>
                  <a:gd name="T97" fmla="*/ 2147483647 h 930"/>
                  <a:gd name="T98" fmla="*/ 2147483647 w 954"/>
                  <a:gd name="T99" fmla="*/ 2147483647 h 930"/>
                  <a:gd name="T100" fmla="*/ 2147483647 w 954"/>
                  <a:gd name="T101" fmla="*/ 2147483647 h 930"/>
                  <a:gd name="T102" fmla="*/ 2147483647 w 954"/>
                  <a:gd name="T103" fmla="*/ 2147483647 h 930"/>
                  <a:gd name="T104" fmla="*/ 2147483647 w 954"/>
                  <a:gd name="T105" fmla="*/ 2147483647 h 930"/>
                  <a:gd name="T106" fmla="*/ 2147483647 w 954"/>
                  <a:gd name="T107" fmla="*/ 2147483647 h 930"/>
                  <a:gd name="T108" fmla="*/ 2147483647 w 954"/>
                  <a:gd name="T109" fmla="*/ 2147483647 h 930"/>
                  <a:gd name="T110" fmla="*/ 2147483647 w 954"/>
                  <a:gd name="T111" fmla="*/ 2147483647 h 930"/>
                  <a:gd name="T112" fmla="*/ 2147483647 w 954"/>
                  <a:gd name="T113" fmla="*/ 2147483647 h 930"/>
                  <a:gd name="T114" fmla="*/ 2147483647 w 954"/>
                  <a:gd name="T115" fmla="*/ 2147483647 h 930"/>
                  <a:gd name="T116" fmla="*/ 2147483647 w 954"/>
                  <a:gd name="T117" fmla="*/ 2147483647 h 930"/>
                  <a:gd name="T118" fmla="*/ 2147483647 w 954"/>
                  <a:gd name="T119" fmla="*/ 2147483647 h 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30"/>
                  <a:gd name="T182" fmla="*/ 954 w 954"/>
                  <a:gd name="T183" fmla="*/ 930 h 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30">
                    <a:moveTo>
                      <a:pt x="264" y="42"/>
                    </a:moveTo>
                    <a:lnTo>
                      <a:pt x="264" y="12"/>
                    </a:lnTo>
                    <a:lnTo>
                      <a:pt x="252" y="0"/>
                    </a:lnTo>
                    <a:lnTo>
                      <a:pt x="234" y="0"/>
                    </a:lnTo>
                    <a:lnTo>
                      <a:pt x="228" y="6"/>
                    </a:lnTo>
                    <a:lnTo>
                      <a:pt x="228" y="18"/>
                    </a:lnTo>
                    <a:lnTo>
                      <a:pt x="234" y="24"/>
                    </a:lnTo>
                    <a:lnTo>
                      <a:pt x="234" y="36"/>
                    </a:lnTo>
                    <a:lnTo>
                      <a:pt x="240" y="42"/>
                    </a:lnTo>
                    <a:lnTo>
                      <a:pt x="264" y="42"/>
                    </a:lnTo>
                    <a:close/>
                    <a:moveTo>
                      <a:pt x="936" y="276"/>
                    </a:moveTo>
                    <a:lnTo>
                      <a:pt x="930" y="276"/>
                    </a:lnTo>
                    <a:lnTo>
                      <a:pt x="924" y="282"/>
                    </a:lnTo>
                    <a:lnTo>
                      <a:pt x="912" y="288"/>
                    </a:lnTo>
                    <a:lnTo>
                      <a:pt x="906" y="294"/>
                    </a:lnTo>
                    <a:lnTo>
                      <a:pt x="900" y="288"/>
                    </a:lnTo>
                    <a:lnTo>
                      <a:pt x="888" y="288"/>
                    </a:lnTo>
                    <a:lnTo>
                      <a:pt x="882" y="282"/>
                    </a:lnTo>
                    <a:lnTo>
                      <a:pt x="876" y="282"/>
                    </a:lnTo>
                    <a:lnTo>
                      <a:pt x="852" y="306"/>
                    </a:lnTo>
                    <a:lnTo>
                      <a:pt x="822" y="282"/>
                    </a:lnTo>
                    <a:lnTo>
                      <a:pt x="846" y="282"/>
                    </a:lnTo>
                    <a:lnTo>
                      <a:pt x="858" y="276"/>
                    </a:lnTo>
                    <a:lnTo>
                      <a:pt x="864" y="276"/>
                    </a:lnTo>
                    <a:lnTo>
                      <a:pt x="870" y="264"/>
                    </a:lnTo>
                    <a:lnTo>
                      <a:pt x="870" y="246"/>
                    </a:lnTo>
                    <a:lnTo>
                      <a:pt x="882" y="234"/>
                    </a:lnTo>
                    <a:lnTo>
                      <a:pt x="888" y="222"/>
                    </a:lnTo>
                    <a:lnTo>
                      <a:pt x="876" y="210"/>
                    </a:lnTo>
                    <a:lnTo>
                      <a:pt x="846" y="210"/>
                    </a:lnTo>
                    <a:lnTo>
                      <a:pt x="846" y="204"/>
                    </a:lnTo>
                    <a:lnTo>
                      <a:pt x="840" y="198"/>
                    </a:lnTo>
                    <a:lnTo>
                      <a:pt x="840" y="192"/>
                    </a:lnTo>
                    <a:lnTo>
                      <a:pt x="834" y="186"/>
                    </a:lnTo>
                    <a:lnTo>
                      <a:pt x="828" y="186"/>
                    </a:lnTo>
                    <a:lnTo>
                      <a:pt x="822" y="192"/>
                    </a:lnTo>
                    <a:lnTo>
                      <a:pt x="822" y="210"/>
                    </a:lnTo>
                    <a:lnTo>
                      <a:pt x="816" y="198"/>
                    </a:lnTo>
                    <a:lnTo>
                      <a:pt x="816" y="180"/>
                    </a:lnTo>
                    <a:lnTo>
                      <a:pt x="792" y="180"/>
                    </a:lnTo>
                    <a:lnTo>
                      <a:pt x="786" y="210"/>
                    </a:lnTo>
                    <a:lnTo>
                      <a:pt x="780" y="204"/>
                    </a:lnTo>
                    <a:lnTo>
                      <a:pt x="774" y="192"/>
                    </a:lnTo>
                    <a:lnTo>
                      <a:pt x="774" y="186"/>
                    </a:lnTo>
                    <a:lnTo>
                      <a:pt x="768" y="180"/>
                    </a:lnTo>
                    <a:lnTo>
                      <a:pt x="768" y="156"/>
                    </a:lnTo>
                    <a:lnTo>
                      <a:pt x="738" y="168"/>
                    </a:lnTo>
                    <a:lnTo>
                      <a:pt x="744" y="162"/>
                    </a:lnTo>
                    <a:lnTo>
                      <a:pt x="756" y="156"/>
                    </a:lnTo>
                    <a:lnTo>
                      <a:pt x="762" y="156"/>
                    </a:lnTo>
                    <a:lnTo>
                      <a:pt x="762" y="144"/>
                    </a:lnTo>
                    <a:lnTo>
                      <a:pt x="750" y="138"/>
                    </a:lnTo>
                    <a:lnTo>
                      <a:pt x="744" y="138"/>
                    </a:lnTo>
                    <a:lnTo>
                      <a:pt x="744" y="132"/>
                    </a:lnTo>
                    <a:lnTo>
                      <a:pt x="750" y="132"/>
                    </a:lnTo>
                    <a:lnTo>
                      <a:pt x="762" y="126"/>
                    </a:lnTo>
                    <a:lnTo>
                      <a:pt x="774" y="126"/>
                    </a:lnTo>
                    <a:lnTo>
                      <a:pt x="792" y="120"/>
                    </a:lnTo>
                    <a:lnTo>
                      <a:pt x="804" y="120"/>
                    </a:lnTo>
                    <a:lnTo>
                      <a:pt x="810" y="114"/>
                    </a:lnTo>
                    <a:lnTo>
                      <a:pt x="726" y="114"/>
                    </a:lnTo>
                    <a:lnTo>
                      <a:pt x="690" y="120"/>
                    </a:lnTo>
                    <a:lnTo>
                      <a:pt x="678" y="120"/>
                    </a:lnTo>
                    <a:lnTo>
                      <a:pt x="690" y="132"/>
                    </a:lnTo>
                    <a:lnTo>
                      <a:pt x="678" y="132"/>
                    </a:lnTo>
                    <a:lnTo>
                      <a:pt x="666" y="138"/>
                    </a:lnTo>
                    <a:lnTo>
                      <a:pt x="654" y="138"/>
                    </a:lnTo>
                    <a:lnTo>
                      <a:pt x="642" y="144"/>
                    </a:lnTo>
                    <a:lnTo>
                      <a:pt x="636" y="144"/>
                    </a:lnTo>
                    <a:lnTo>
                      <a:pt x="624" y="150"/>
                    </a:lnTo>
                    <a:lnTo>
                      <a:pt x="606" y="168"/>
                    </a:lnTo>
                    <a:lnTo>
                      <a:pt x="594" y="174"/>
                    </a:lnTo>
                    <a:lnTo>
                      <a:pt x="576" y="174"/>
                    </a:lnTo>
                    <a:lnTo>
                      <a:pt x="564" y="162"/>
                    </a:lnTo>
                    <a:lnTo>
                      <a:pt x="546" y="156"/>
                    </a:lnTo>
                    <a:lnTo>
                      <a:pt x="534" y="144"/>
                    </a:lnTo>
                    <a:lnTo>
                      <a:pt x="522" y="138"/>
                    </a:lnTo>
                    <a:lnTo>
                      <a:pt x="510" y="126"/>
                    </a:lnTo>
                    <a:lnTo>
                      <a:pt x="492" y="126"/>
                    </a:lnTo>
                    <a:lnTo>
                      <a:pt x="450" y="132"/>
                    </a:lnTo>
                    <a:lnTo>
                      <a:pt x="372" y="132"/>
                    </a:lnTo>
                    <a:lnTo>
                      <a:pt x="360" y="120"/>
                    </a:lnTo>
                    <a:lnTo>
                      <a:pt x="354" y="108"/>
                    </a:lnTo>
                    <a:lnTo>
                      <a:pt x="354" y="84"/>
                    </a:lnTo>
                    <a:lnTo>
                      <a:pt x="348" y="72"/>
                    </a:lnTo>
                    <a:lnTo>
                      <a:pt x="336" y="60"/>
                    </a:lnTo>
                    <a:lnTo>
                      <a:pt x="324" y="54"/>
                    </a:lnTo>
                    <a:lnTo>
                      <a:pt x="276" y="54"/>
                    </a:lnTo>
                    <a:lnTo>
                      <a:pt x="240" y="60"/>
                    </a:lnTo>
                    <a:lnTo>
                      <a:pt x="222" y="72"/>
                    </a:lnTo>
                    <a:lnTo>
                      <a:pt x="210" y="78"/>
                    </a:lnTo>
                    <a:lnTo>
                      <a:pt x="204" y="78"/>
                    </a:lnTo>
                    <a:lnTo>
                      <a:pt x="180" y="90"/>
                    </a:lnTo>
                    <a:lnTo>
                      <a:pt x="162" y="96"/>
                    </a:lnTo>
                    <a:lnTo>
                      <a:pt x="144" y="108"/>
                    </a:lnTo>
                    <a:lnTo>
                      <a:pt x="138" y="120"/>
                    </a:lnTo>
                    <a:lnTo>
                      <a:pt x="138" y="144"/>
                    </a:lnTo>
                    <a:lnTo>
                      <a:pt x="150" y="168"/>
                    </a:lnTo>
                    <a:lnTo>
                      <a:pt x="156" y="186"/>
                    </a:lnTo>
                    <a:lnTo>
                      <a:pt x="162" y="198"/>
                    </a:lnTo>
                    <a:lnTo>
                      <a:pt x="156" y="210"/>
                    </a:lnTo>
                    <a:lnTo>
                      <a:pt x="150" y="228"/>
                    </a:lnTo>
                    <a:lnTo>
                      <a:pt x="138" y="234"/>
                    </a:lnTo>
                    <a:lnTo>
                      <a:pt x="132" y="246"/>
                    </a:lnTo>
                    <a:lnTo>
                      <a:pt x="126" y="252"/>
                    </a:lnTo>
                    <a:lnTo>
                      <a:pt x="120" y="252"/>
                    </a:lnTo>
                    <a:lnTo>
                      <a:pt x="126" y="222"/>
                    </a:lnTo>
                    <a:lnTo>
                      <a:pt x="114" y="222"/>
                    </a:lnTo>
                    <a:lnTo>
                      <a:pt x="108" y="216"/>
                    </a:lnTo>
                    <a:lnTo>
                      <a:pt x="96" y="210"/>
                    </a:lnTo>
                    <a:lnTo>
                      <a:pt x="90" y="204"/>
                    </a:lnTo>
                    <a:lnTo>
                      <a:pt x="84" y="192"/>
                    </a:lnTo>
                    <a:lnTo>
                      <a:pt x="96" y="168"/>
                    </a:lnTo>
                    <a:lnTo>
                      <a:pt x="108" y="156"/>
                    </a:lnTo>
                    <a:lnTo>
                      <a:pt x="120" y="132"/>
                    </a:lnTo>
                    <a:lnTo>
                      <a:pt x="120" y="78"/>
                    </a:lnTo>
                    <a:lnTo>
                      <a:pt x="114" y="66"/>
                    </a:lnTo>
                    <a:lnTo>
                      <a:pt x="114" y="54"/>
                    </a:lnTo>
                    <a:lnTo>
                      <a:pt x="108" y="48"/>
                    </a:lnTo>
                    <a:lnTo>
                      <a:pt x="108" y="54"/>
                    </a:lnTo>
                    <a:lnTo>
                      <a:pt x="102" y="66"/>
                    </a:lnTo>
                    <a:lnTo>
                      <a:pt x="90" y="78"/>
                    </a:lnTo>
                    <a:lnTo>
                      <a:pt x="72" y="84"/>
                    </a:lnTo>
                    <a:lnTo>
                      <a:pt x="48" y="108"/>
                    </a:lnTo>
                    <a:lnTo>
                      <a:pt x="36" y="144"/>
                    </a:lnTo>
                    <a:lnTo>
                      <a:pt x="36" y="162"/>
                    </a:lnTo>
                    <a:lnTo>
                      <a:pt x="30" y="168"/>
                    </a:lnTo>
                    <a:lnTo>
                      <a:pt x="30" y="192"/>
                    </a:lnTo>
                    <a:lnTo>
                      <a:pt x="6" y="216"/>
                    </a:lnTo>
                    <a:lnTo>
                      <a:pt x="0" y="228"/>
                    </a:lnTo>
                    <a:lnTo>
                      <a:pt x="0" y="240"/>
                    </a:lnTo>
                    <a:lnTo>
                      <a:pt x="6" y="246"/>
                    </a:lnTo>
                    <a:lnTo>
                      <a:pt x="6" y="240"/>
                    </a:lnTo>
                    <a:lnTo>
                      <a:pt x="18" y="228"/>
                    </a:lnTo>
                    <a:lnTo>
                      <a:pt x="24" y="228"/>
                    </a:lnTo>
                    <a:lnTo>
                      <a:pt x="36" y="240"/>
                    </a:lnTo>
                    <a:lnTo>
                      <a:pt x="42" y="252"/>
                    </a:lnTo>
                    <a:lnTo>
                      <a:pt x="42" y="288"/>
                    </a:lnTo>
                    <a:lnTo>
                      <a:pt x="48" y="294"/>
                    </a:lnTo>
                    <a:lnTo>
                      <a:pt x="60" y="300"/>
                    </a:lnTo>
                    <a:lnTo>
                      <a:pt x="66" y="306"/>
                    </a:lnTo>
                    <a:lnTo>
                      <a:pt x="66" y="318"/>
                    </a:lnTo>
                    <a:lnTo>
                      <a:pt x="54" y="342"/>
                    </a:lnTo>
                    <a:lnTo>
                      <a:pt x="54" y="384"/>
                    </a:lnTo>
                    <a:lnTo>
                      <a:pt x="66" y="384"/>
                    </a:lnTo>
                    <a:lnTo>
                      <a:pt x="66" y="396"/>
                    </a:lnTo>
                    <a:lnTo>
                      <a:pt x="72" y="408"/>
                    </a:lnTo>
                    <a:lnTo>
                      <a:pt x="78" y="414"/>
                    </a:lnTo>
                    <a:lnTo>
                      <a:pt x="102" y="414"/>
                    </a:lnTo>
                    <a:lnTo>
                      <a:pt x="108" y="408"/>
                    </a:lnTo>
                    <a:lnTo>
                      <a:pt x="120" y="408"/>
                    </a:lnTo>
                    <a:lnTo>
                      <a:pt x="132" y="414"/>
                    </a:lnTo>
                    <a:lnTo>
                      <a:pt x="138" y="414"/>
                    </a:lnTo>
                    <a:lnTo>
                      <a:pt x="150" y="420"/>
                    </a:lnTo>
                    <a:lnTo>
                      <a:pt x="162" y="420"/>
                    </a:lnTo>
                    <a:lnTo>
                      <a:pt x="168" y="414"/>
                    </a:lnTo>
                    <a:lnTo>
                      <a:pt x="168" y="408"/>
                    </a:lnTo>
                    <a:lnTo>
                      <a:pt x="180" y="408"/>
                    </a:lnTo>
                    <a:lnTo>
                      <a:pt x="186" y="414"/>
                    </a:lnTo>
                    <a:lnTo>
                      <a:pt x="198" y="420"/>
                    </a:lnTo>
                    <a:lnTo>
                      <a:pt x="222" y="420"/>
                    </a:lnTo>
                    <a:lnTo>
                      <a:pt x="222" y="426"/>
                    </a:lnTo>
                    <a:lnTo>
                      <a:pt x="228" y="432"/>
                    </a:lnTo>
                    <a:lnTo>
                      <a:pt x="234" y="444"/>
                    </a:lnTo>
                    <a:lnTo>
                      <a:pt x="240" y="462"/>
                    </a:lnTo>
                    <a:lnTo>
                      <a:pt x="264" y="486"/>
                    </a:lnTo>
                    <a:lnTo>
                      <a:pt x="288" y="486"/>
                    </a:lnTo>
                    <a:lnTo>
                      <a:pt x="288" y="480"/>
                    </a:lnTo>
                    <a:lnTo>
                      <a:pt x="306" y="480"/>
                    </a:lnTo>
                    <a:lnTo>
                      <a:pt x="312" y="486"/>
                    </a:lnTo>
                    <a:lnTo>
                      <a:pt x="336" y="486"/>
                    </a:lnTo>
                    <a:lnTo>
                      <a:pt x="342" y="480"/>
                    </a:lnTo>
                    <a:lnTo>
                      <a:pt x="366" y="486"/>
                    </a:lnTo>
                    <a:lnTo>
                      <a:pt x="372" y="480"/>
                    </a:lnTo>
                    <a:lnTo>
                      <a:pt x="384" y="474"/>
                    </a:lnTo>
                    <a:lnTo>
                      <a:pt x="402" y="474"/>
                    </a:lnTo>
                    <a:lnTo>
                      <a:pt x="408" y="480"/>
                    </a:lnTo>
                    <a:lnTo>
                      <a:pt x="408" y="492"/>
                    </a:lnTo>
                    <a:lnTo>
                      <a:pt x="390" y="510"/>
                    </a:lnTo>
                    <a:lnTo>
                      <a:pt x="390" y="534"/>
                    </a:lnTo>
                    <a:lnTo>
                      <a:pt x="384" y="540"/>
                    </a:lnTo>
                    <a:lnTo>
                      <a:pt x="378" y="540"/>
                    </a:lnTo>
                    <a:lnTo>
                      <a:pt x="366" y="552"/>
                    </a:lnTo>
                    <a:lnTo>
                      <a:pt x="366" y="576"/>
                    </a:lnTo>
                    <a:lnTo>
                      <a:pt x="372" y="588"/>
                    </a:lnTo>
                    <a:lnTo>
                      <a:pt x="372" y="618"/>
                    </a:lnTo>
                    <a:lnTo>
                      <a:pt x="366" y="630"/>
                    </a:lnTo>
                    <a:lnTo>
                      <a:pt x="366" y="642"/>
                    </a:lnTo>
                    <a:lnTo>
                      <a:pt x="372" y="648"/>
                    </a:lnTo>
                    <a:lnTo>
                      <a:pt x="384" y="648"/>
                    </a:lnTo>
                    <a:lnTo>
                      <a:pt x="384" y="672"/>
                    </a:lnTo>
                    <a:lnTo>
                      <a:pt x="390" y="684"/>
                    </a:lnTo>
                    <a:lnTo>
                      <a:pt x="402" y="690"/>
                    </a:lnTo>
                    <a:lnTo>
                      <a:pt x="408" y="702"/>
                    </a:lnTo>
                    <a:lnTo>
                      <a:pt x="408" y="708"/>
                    </a:lnTo>
                    <a:lnTo>
                      <a:pt x="402" y="720"/>
                    </a:lnTo>
                    <a:lnTo>
                      <a:pt x="372" y="750"/>
                    </a:lnTo>
                    <a:lnTo>
                      <a:pt x="366" y="750"/>
                    </a:lnTo>
                    <a:lnTo>
                      <a:pt x="390" y="762"/>
                    </a:lnTo>
                    <a:lnTo>
                      <a:pt x="402" y="774"/>
                    </a:lnTo>
                    <a:lnTo>
                      <a:pt x="414" y="774"/>
                    </a:lnTo>
                    <a:lnTo>
                      <a:pt x="414" y="798"/>
                    </a:lnTo>
                    <a:lnTo>
                      <a:pt x="420" y="804"/>
                    </a:lnTo>
                    <a:lnTo>
                      <a:pt x="420" y="822"/>
                    </a:lnTo>
                    <a:lnTo>
                      <a:pt x="426" y="828"/>
                    </a:lnTo>
                    <a:lnTo>
                      <a:pt x="426" y="846"/>
                    </a:lnTo>
                    <a:lnTo>
                      <a:pt x="432" y="858"/>
                    </a:lnTo>
                    <a:lnTo>
                      <a:pt x="432" y="876"/>
                    </a:lnTo>
                    <a:lnTo>
                      <a:pt x="444" y="888"/>
                    </a:lnTo>
                    <a:lnTo>
                      <a:pt x="450" y="900"/>
                    </a:lnTo>
                    <a:lnTo>
                      <a:pt x="450" y="906"/>
                    </a:lnTo>
                    <a:lnTo>
                      <a:pt x="462" y="918"/>
                    </a:lnTo>
                    <a:lnTo>
                      <a:pt x="468" y="918"/>
                    </a:lnTo>
                    <a:lnTo>
                      <a:pt x="480" y="924"/>
                    </a:lnTo>
                    <a:lnTo>
                      <a:pt x="486" y="924"/>
                    </a:lnTo>
                    <a:lnTo>
                      <a:pt x="498" y="918"/>
                    </a:lnTo>
                    <a:lnTo>
                      <a:pt x="504" y="912"/>
                    </a:lnTo>
                    <a:lnTo>
                      <a:pt x="516" y="906"/>
                    </a:lnTo>
                    <a:lnTo>
                      <a:pt x="522" y="900"/>
                    </a:lnTo>
                    <a:lnTo>
                      <a:pt x="528" y="906"/>
                    </a:lnTo>
                    <a:lnTo>
                      <a:pt x="528" y="930"/>
                    </a:lnTo>
                    <a:lnTo>
                      <a:pt x="534" y="930"/>
                    </a:lnTo>
                    <a:lnTo>
                      <a:pt x="546" y="918"/>
                    </a:lnTo>
                    <a:lnTo>
                      <a:pt x="558" y="894"/>
                    </a:lnTo>
                    <a:lnTo>
                      <a:pt x="570" y="882"/>
                    </a:lnTo>
                    <a:lnTo>
                      <a:pt x="588" y="882"/>
                    </a:lnTo>
                    <a:lnTo>
                      <a:pt x="594" y="876"/>
                    </a:lnTo>
                    <a:lnTo>
                      <a:pt x="630" y="858"/>
                    </a:lnTo>
                    <a:lnTo>
                      <a:pt x="636" y="846"/>
                    </a:lnTo>
                    <a:lnTo>
                      <a:pt x="636" y="816"/>
                    </a:lnTo>
                    <a:lnTo>
                      <a:pt x="678" y="816"/>
                    </a:lnTo>
                    <a:lnTo>
                      <a:pt x="684" y="810"/>
                    </a:lnTo>
                    <a:lnTo>
                      <a:pt x="690" y="798"/>
                    </a:lnTo>
                    <a:lnTo>
                      <a:pt x="690" y="792"/>
                    </a:lnTo>
                    <a:lnTo>
                      <a:pt x="684" y="786"/>
                    </a:lnTo>
                    <a:lnTo>
                      <a:pt x="636" y="780"/>
                    </a:lnTo>
                    <a:lnTo>
                      <a:pt x="636" y="750"/>
                    </a:lnTo>
                    <a:lnTo>
                      <a:pt x="630" y="738"/>
                    </a:lnTo>
                    <a:lnTo>
                      <a:pt x="618" y="726"/>
                    </a:lnTo>
                    <a:lnTo>
                      <a:pt x="624" y="720"/>
                    </a:lnTo>
                    <a:lnTo>
                      <a:pt x="624" y="690"/>
                    </a:lnTo>
                    <a:lnTo>
                      <a:pt x="618" y="684"/>
                    </a:lnTo>
                    <a:lnTo>
                      <a:pt x="606" y="678"/>
                    </a:lnTo>
                    <a:lnTo>
                      <a:pt x="588" y="660"/>
                    </a:lnTo>
                    <a:lnTo>
                      <a:pt x="588" y="630"/>
                    </a:lnTo>
                    <a:lnTo>
                      <a:pt x="594" y="636"/>
                    </a:lnTo>
                    <a:lnTo>
                      <a:pt x="594" y="642"/>
                    </a:lnTo>
                    <a:lnTo>
                      <a:pt x="636" y="642"/>
                    </a:lnTo>
                    <a:lnTo>
                      <a:pt x="642" y="648"/>
                    </a:lnTo>
                    <a:lnTo>
                      <a:pt x="642" y="666"/>
                    </a:lnTo>
                    <a:lnTo>
                      <a:pt x="654" y="666"/>
                    </a:lnTo>
                    <a:lnTo>
                      <a:pt x="666" y="660"/>
                    </a:lnTo>
                    <a:lnTo>
                      <a:pt x="678" y="666"/>
                    </a:lnTo>
                    <a:lnTo>
                      <a:pt x="684" y="660"/>
                    </a:lnTo>
                    <a:lnTo>
                      <a:pt x="696" y="660"/>
                    </a:lnTo>
                    <a:lnTo>
                      <a:pt x="702" y="666"/>
                    </a:lnTo>
                    <a:lnTo>
                      <a:pt x="708" y="678"/>
                    </a:lnTo>
                    <a:lnTo>
                      <a:pt x="720" y="690"/>
                    </a:lnTo>
                    <a:lnTo>
                      <a:pt x="732" y="696"/>
                    </a:lnTo>
                    <a:lnTo>
                      <a:pt x="738" y="690"/>
                    </a:lnTo>
                    <a:lnTo>
                      <a:pt x="738" y="672"/>
                    </a:lnTo>
                    <a:lnTo>
                      <a:pt x="744" y="660"/>
                    </a:lnTo>
                    <a:lnTo>
                      <a:pt x="744" y="648"/>
                    </a:lnTo>
                    <a:lnTo>
                      <a:pt x="750" y="642"/>
                    </a:lnTo>
                    <a:lnTo>
                      <a:pt x="768" y="642"/>
                    </a:lnTo>
                    <a:lnTo>
                      <a:pt x="774" y="648"/>
                    </a:lnTo>
                    <a:lnTo>
                      <a:pt x="792" y="648"/>
                    </a:lnTo>
                    <a:lnTo>
                      <a:pt x="804" y="642"/>
                    </a:lnTo>
                    <a:lnTo>
                      <a:pt x="828" y="618"/>
                    </a:lnTo>
                    <a:lnTo>
                      <a:pt x="840" y="612"/>
                    </a:lnTo>
                    <a:lnTo>
                      <a:pt x="864" y="612"/>
                    </a:lnTo>
                    <a:lnTo>
                      <a:pt x="864" y="600"/>
                    </a:lnTo>
                    <a:lnTo>
                      <a:pt x="876" y="600"/>
                    </a:lnTo>
                    <a:lnTo>
                      <a:pt x="882" y="594"/>
                    </a:lnTo>
                    <a:lnTo>
                      <a:pt x="882" y="558"/>
                    </a:lnTo>
                    <a:lnTo>
                      <a:pt x="846" y="522"/>
                    </a:lnTo>
                    <a:lnTo>
                      <a:pt x="840" y="510"/>
                    </a:lnTo>
                    <a:lnTo>
                      <a:pt x="834" y="504"/>
                    </a:lnTo>
                    <a:lnTo>
                      <a:pt x="834" y="492"/>
                    </a:lnTo>
                    <a:lnTo>
                      <a:pt x="846" y="486"/>
                    </a:lnTo>
                    <a:lnTo>
                      <a:pt x="852" y="486"/>
                    </a:lnTo>
                    <a:lnTo>
                      <a:pt x="864" y="480"/>
                    </a:lnTo>
                    <a:lnTo>
                      <a:pt x="864" y="462"/>
                    </a:lnTo>
                    <a:lnTo>
                      <a:pt x="846" y="444"/>
                    </a:lnTo>
                    <a:lnTo>
                      <a:pt x="846" y="438"/>
                    </a:lnTo>
                    <a:lnTo>
                      <a:pt x="876" y="438"/>
                    </a:lnTo>
                    <a:lnTo>
                      <a:pt x="888" y="432"/>
                    </a:lnTo>
                    <a:lnTo>
                      <a:pt x="900" y="432"/>
                    </a:lnTo>
                    <a:lnTo>
                      <a:pt x="912" y="426"/>
                    </a:lnTo>
                    <a:lnTo>
                      <a:pt x="918" y="420"/>
                    </a:lnTo>
                    <a:lnTo>
                      <a:pt x="918" y="402"/>
                    </a:lnTo>
                    <a:lnTo>
                      <a:pt x="894" y="402"/>
                    </a:lnTo>
                    <a:lnTo>
                      <a:pt x="894" y="360"/>
                    </a:lnTo>
                    <a:lnTo>
                      <a:pt x="906" y="348"/>
                    </a:lnTo>
                    <a:lnTo>
                      <a:pt x="918" y="348"/>
                    </a:lnTo>
                    <a:lnTo>
                      <a:pt x="924" y="342"/>
                    </a:lnTo>
                    <a:lnTo>
                      <a:pt x="930" y="342"/>
                    </a:lnTo>
                    <a:lnTo>
                      <a:pt x="936" y="336"/>
                    </a:lnTo>
                    <a:lnTo>
                      <a:pt x="954" y="300"/>
                    </a:lnTo>
                    <a:lnTo>
                      <a:pt x="948" y="294"/>
                    </a:lnTo>
                    <a:lnTo>
                      <a:pt x="942" y="282"/>
                    </a:lnTo>
                    <a:lnTo>
                      <a:pt x="936" y="27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3" name="Uruguay" descr="© INSCALE GmbH, 05.05.2010&#10;http://www.presentationload.com/">
                <a:extLst>
                  <a:ext uri="{FF2B5EF4-FFF2-40B4-BE49-F238E27FC236}">
                    <a16:creationId xmlns:a16="http://schemas.microsoft.com/office/drawing/2014/main" id="{623F5E29-16CE-0445-8F2E-746EDF99E8C2}"/>
                  </a:ext>
                </a:extLst>
              </p:cNvPr>
              <p:cNvSpPr>
                <a:spLocks/>
              </p:cNvSpPr>
              <p:nvPr/>
            </p:nvSpPr>
            <p:spPr bwMode="gray">
              <a:xfrm>
                <a:off x="4072679" y="5162406"/>
                <a:ext cx="154502" cy="161077"/>
              </a:xfrm>
              <a:custGeom>
                <a:avLst/>
                <a:gdLst>
                  <a:gd name="T0" fmla="*/ 2147483647 w 366"/>
                  <a:gd name="T1" fmla="*/ 2147483647 h 384"/>
                  <a:gd name="T2" fmla="*/ 2147483647 w 366"/>
                  <a:gd name="T3" fmla="*/ 2147483647 h 384"/>
                  <a:gd name="T4" fmla="*/ 2147483647 w 366"/>
                  <a:gd name="T5" fmla="*/ 2147483647 h 384"/>
                  <a:gd name="T6" fmla="*/ 2147483647 w 366"/>
                  <a:gd name="T7" fmla="*/ 2147483647 h 384"/>
                  <a:gd name="T8" fmla="*/ 2147483647 w 366"/>
                  <a:gd name="T9" fmla="*/ 2147483647 h 384"/>
                  <a:gd name="T10" fmla="*/ 2147483647 w 366"/>
                  <a:gd name="T11" fmla="*/ 2147483647 h 384"/>
                  <a:gd name="T12" fmla="*/ 2147483647 w 366"/>
                  <a:gd name="T13" fmla="*/ 2147483647 h 384"/>
                  <a:gd name="T14" fmla="*/ 2147483647 w 366"/>
                  <a:gd name="T15" fmla="*/ 2147483647 h 384"/>
                  <a:gd name="T16" fmla="*/ 2147483647 w 366"/>
                  <a:gd name="T17" fmla="*/ 2147483647 h 384"/>
                  <a:gd name="T18" fmla="*/ 2147483647 w 366"/>
                  <a:gd name="T19" fmla="*/ 2147483647 h 384"/>
                  <a:gd name="T20" fmla="*/ 2147483647 w 366"/>
                  <a:gd name="T21" fmla="*/ 2147483647 h 384"/>
                  <a:gd name="T22" fmla="*/ 2147483647 w 366"/>
                  <a:gd name="T23" fmla="*/ 2147483647 h 384"/>
                  <a:gd name="T24" fmla="*/ 2147483647 w 366"/>
                  <a:gd name="T25" fmla="*/ 2147483647 h 384"/>
                  <a:gd name="T26" fmla="*/ 2147483647 w 366"/>
                  <a:gd name="T27" fmla="*/ 2147483647 h 384"/>
                  <a:gd name="T28" fmla="*/ 2147483647 w 366"/>
                  <a:gd name="T29" fmla="*/ 2147483647 h 384"/>
                  <a:gd name="T30" fmla="*/ 2147483647 w 366"/>
                  <a:gd name="T31" fmla="*/ 2147483647 h 384"/>
                  <a:gd name="T32" fmla="*/ 2147483647 w 366"/>
                  <a:gd name="T33" fmla="*/ 2147483647 h 384"/>
                  <a:gd name="T34" fmla="*/ 2147483647 w 366"/>
                  <a:gd name="T35" fmla="*/ 2147483647 h 384"/>
                  <a:gd name="T36" fmla="*/ 2147483647 w 366"/>
                  <a:gd name="T37" fmla="*/ 2147483647 h 384"/>
                  <a:gd name="T38" fmla="*/ 2147483647 w 366"/>
                  <a:gd name="T39" fmla="*/ 2147483647 h 384"/>
                  <a:gd name="T40" fmla="*/ 2147483647 w 366"/>
                  <a:gd name="T41" fmla="*/ 2147483647 h 384"/>
                  <a:gd name="T42" fmla="*/ 2147483647 w 366"/>
                  <a:gd name="T43" fmla="*/ 2147483647 h 384"/>
                  <a:gd name="T44" fmla="*/ 2147483647 w 366"/>
                  <a:gd name="T45" fmla="*/ 0 h 384"/>
                  <a:gd name="T46" fmla="*/ 2147483647 w 366"/>
                  <a:gd name="T47" fmla="*/ 2147483647 h 384"/>
                  <a:gd name="T48" fmla="*/ 2147483647 w 366"/>
                  <a:gd name="T49" fmla="*/ 2147483647 h 384"/>
                  <a:gd name="T50" fmla="*/ 0 w 366"/>
                  <a:gd name="T51" fmla="*/ 2147483647 h 384"/>
                  <a:gd name="T52" fmla="*/ 2147483647 w 366"/>
                  <a:gd name="T53" fmla="*/ 2147483647 h 384"/>
                  <a:gd name="T54" fmla="*/ 2147483647 w 366"/>
                  <a:gd name="T55" fmla="*/ 2147483647 h 384"/>
                  <a:gd name="T56" fmla="*/ 2147483647 w 366"/>
                  <a:gd name="T57" fmla="*/ 2147483647 h 384"/>
                  <a:gd name="T58" fmla="*/ 2147483647 w 366"/>
                  <a:gd name="T59" fmla="*/ 2147483647 h 384"/>
                  <a:gd name="T60" fmla="*/ 2147483647 w 366"/>
                  <a:gd name="T61" fmla="*/ 2147483647 h 384"/>
                  <a:gd name="T62" fmla="*/ 2147483647 w 366"/>
                  <a:gd name="T63" fmla="*/ 2147483647 h 384"/>
                  <a:gd name="T64" fmla="*/ 2147483647 w 366"/>
                  <a:gd name="T65" fmla="*/ 2147483647 h 384"/>
                  <a:gd name="T66" fmla="*/ 2147483647 w 366"/>
                  <a:gd name="T67" fmla="*/ 2147483647 h 384"/>
                  <a:gd name="T68" fmla="*/ 2147483647 w 366"/>
                  <a:gd name="T69" fmla="*/ 2147483647 h 384"/>
                  <a:gd name="T70" fmla="*/ 2147483647 w 366"/>
                  <a:gd name="T71" fmla="*/ 2147483647 h 384"/>
                  <a:gd name="T72" fmla="*/ 2147483647 w 366"/>
                  <a:gd name="T73" fmla="*/ 2147483647 h 384"/>
                  <a:gd name="T74" fmla="*/ 2147483647 w 366"/>
                  <a:gd name="T75" fmla="*/ 2147483647 h 384"/>
                  <a:gd name="T76" fmla="*/ 2147483647 w 366"/>
                  <a:gd name="T77" fmla="*/ 2147483647 h 3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66"/>
                  <a:gd name="T118" fmla="*/ 0 h 384"/>
                  <a:gd name="T119" fmla="*/ 366 w 366"/>
                  <a:gd name="T120" fmla="*/ 384 h 38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66" h="384">
                    <a:moveTo>
                      <a:pt x="138" y="372"/>
                    </a:moveTo>
                    <a:lnTo>
                      <a:pt x="174" y="372"/>
                    </a:lnTo>
                    <a:lnTo>
                      <a:pt x="198" y="378"/>
                    </a:lnTo>
                    <a:lnTo>
                      <a:pt x="228" y="378"/>
                    </a:lnTo>
                    <a:lnTo>
                      <a:pt x="288" y="384"/>
                    </a:lnTo>
                    <a:lnTo>
                      <a:pt x="330" y="366"/>
                    </a:lnTo>
                    <a:lnTo>
                      <a:pt x="342" y="354"/>
                    </a:lnTo>
                    <a:lnTo>
                      <a:pt x="360" y="300"/>
                    </a:lnTo>
                    <a:lnTo>
                      <a:pt x="366" y="294"/>
                    </a:lnTo>
                    <a:lnTo>
                      <a:pt x="348" y="294"/>
                    </a:lnTo>
                    <a:lnTo>
                      <a:pt x="348" y="264"/>
                    </a:lnTo>
                    <a:lnTo>
                      <a:pt x="342" y="264"/>
                    </a:lnTo>
                    <a:lnTo>
                      <a:pt x="342" y="240"/>
                    </a:lnTo>
                    <a:lnTo>
                      <a:pt x="348" y="234"/>
                    </a:lnTo>
                    <a:lnTo>
                      <a:pt x="360" y="210"/>
                    </a:lnTo>
                    <a:lnTo>
                      <a:pt x="360" y="198"/>
                    </a:lnTo>
                    <a:lnTo>
                      <a:pt x="354" y="198"/>
                    </a:lnTo>
                    <a:lnTo>
                      <a:pt x="342" y="192"/>
                    </a:lnTo>
                    <a:lnTo>
                      <a:pt x="336" y="192"/>
                    </a:lnTo>
                    <a:lnTo>
                      <a:pt x="318" y="174"/>
                    </a:lnTo>
                    <a:lnTo>
                      <a:pt x="312" y="162"/>
                    </a:lnTo>
                    <a:lnTo>
                      <a:pt x="306" y="156"/>
                    </a:lnTo>
                    <a:lnTo>
                      <a:pt x="300" y="144"/>
                    </a:lnTo>
                    <a:lnTo>
                      <a:pt x="288" y="144"/>
                    </a:lnTo>
                    <a:lnTo>
                      <a:pt x="270" y="138"/>
                    </a:lnTo>
                    <a:lnTo>
                      <a:pt x="258" y="132"/>
                    </a:lnTo>
                    <a:lnTo>
                      <a:pt x="252" y="126"/>
                    </a:lnTo>
                    <a:lnTo>
                      <a:pt x="252" y="114"/>
                    </a:lnTo>
                    <a:lnTo>
                      <a:pt x="246" y="114"/>
                    </a:lnTo>
                    <a:lnTo>
                      <a:pt x="228" y="96"/>
                    </a:lnTo>
                    <a:lnTo>
                      <a:pt x="210" y="96"/>
                    </a:lnTo>
                    <a:lnTo>
                      <a:pt x="192" y="78"/>
                    </a:lnTo>
                    <a:lnTo>
                      <a:pt x="186" y="66"/>
                    </a:lnTo>
                    <a:lnTo>
                      <a:pt x="174" y="60"/>
                    </a:lnTo>
                    <a:lnTo>
                      <a:pt x="168" y="60"/>
                    </a:lnTo>
                    <a:lnTo>
                      <a:pt x="156" y="72"/>
                    </a:lnTo>
                    <a:lnTo>
                      <a:pt x="156" y="78"/>
                    </a:lnTo>
                    <a:lnTo>
                      <a:pt x="144" y="78"/>
                    </a:lnTo>
                    <a:lnTo>
                      <a:pt x="144" y="66"/>
                    </a:lnTo>
                    <a:lnTo>
                      <a:pt x="132" y="54"/>
                    </a:lnTo>
                    <a:lnTo>
                      <a:pt x="126" y="42"/>
                    </a:lnTo>
                    <a:lnTo>
                      <a:pt x="120" y="36"/>
                    </a:lnTo>
                    <a:lnTo>
                      <a:pt x="108" y="30"/>
                    </a:lnTo>
                    <a:lnTo>
                      <a:pt x="102" y="18"/>
                    </a:lnTo>
                    <a:lnTo>
                      <a:pt x="78" y="6"/>
                    </a:lnTo>
                    <a:lnTo>
                      <a:pt x="72" y="0"/>
                    </a:lnTo>
                    <a:lnTo>
                      <a:pt x="60" y="0"/>
                    </a:lnTo>
                    <a:lnTo>
                      <a:pt x="48" y="6"/>
                    </a:lnTo>
                    <a:lnTo>
                      <a:pt x="42" y="12"/>
                    </a:lnTo>
                    <a:lnTo>
                      <a:pt x="18" y="12"/>
                    </a:lnTo>
                    <a:lnTo>
                      <a:pt x="0" y="30"/>
                    </a:lnTo>
                    <a:lnTo>
                      <a:pt x="0" y="36"/>
                    </a:lnTo>
                    <a:lnTo>
                      <a:pt x="24" y="60"/>
                    </a:lnTo>
                    <a:lnTo>
                      <a:pt x="30" y="60"/>
                    </a:lnTo>
                    <a:lnTo>
                      <a:pt x="6" y="72"/>
                    </a:lnTo>
                    <a:lnTo>
                      <a:pt x="6" y="108"/>
                    </a:lnTo>
                    <a:lnTo>
                      <a:pt x="30" y="126"/>
                    </a:lnTo>
                    <a:lnTo>
                      <a:pt x="12" y="126"/>
                    </a:lnTo>
                    <a:lnTo>
                      <a:pt x="0" y="138"/>
                    </a:lnTo>
                    <a:lnTo>
                      <a:pt x="6" y="144"/>
                    </a:lnTo>
                    <a:lnTo>
                      <a:pt x="12" y="156"/>
                    </a:lnTo>
                    <a:lnTo>
                      <a:pt x="24" y="168"/>
                    </a:lnTo>
                    <a:lnTo>
                      <a:pt x="12" y="186"/>
                    </a:lnTo>
                    <a:lnTo>
                      <a:pt x="18" y="192"/>
                    </a:lnTo>
                    <a:lnTo>
                      <a:pt x="24" y="204"/>
                    </a:lnTo>
                    <a:lnTo>
                      <a:pt x="36" y="210"/>
                    </a:lnTo>
                    <a:lnTo>
                      <a:pt x="42" y="222"/>
                    </a:lnTo>
                    <a:lnTo>
                      <a:pt x="42" y="228"/>
                    </a:lnTo>
                    <a:lnTo>
                      <a:pt x="36" y="228"/>
                    </a:lnTo>
                    <a:lnTo>
                      <a:pt x="30" y="234"/>
                    </a:lnTo>
                    <a:lnTo>
                      <a:pt x="6" y="234"/>
                    </a:lnTo>
                    <a:lnTo>
                      <a:pt x="6" y="282"/>
                    </a:lnTo>
                    <a:lnTo>
                      <a:pt x="36" y="318"/>
                    </a:lnTo>
                    <a:lnTo>
                      <a:pt x="42" y="318"/>
                    </a:lnTo>
                    <a:lnTo>
                      <a:pt x="54" y="324"/>
                    </a:lnTo>
                    <a:lnTo>
                      <a:pt x="78" y="348"/>
                    </a:lnTo>
                    <a:lnTo>
                      <a:pt x="90" y="354"/>
                    </a:lnTo>
                    <a:lnTo>
                      <a:pt x="126" y="354"/>
                    </a:lnTo>
                    <a:lnTo>
                      <a:pt x="138" y="3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4" name="Suriname" descr="© INSCALE GmbH, 05.05.2010&#10;http://www.presentationload.com/">
                <a:extLst>
                  <a:ext uri="{FF2B5EF4-FFF2-40B4-BE49-F238E27FC236}">
                    <a16:creationId xmlns:a16="http://schemas.microsoft.com/office/drawing/2014/main" id="{BB85E353-EFE2-7348-857A-5F4318454A0A}"/>
                  </a:ext>
                </a:extLst>
              </p:cNvPr>
              <p:cNvSpPr>
                <a:spLocks/>
              </p:cNvSpPr>
              <p:nvPr/>
            </p:nvSpPr>
            <p:spPr bwMode="gray">
              <a:xfrm>
                <a:off x="3987210" y="3939537"/>
                <a:ext cx="123274" cy="141354"/>
              </a:xfrm>
              <a:custGeom>
                <a:avLst/>
                <a:gdLst>
                  <a:gd name="T0" fmla="*/ 2147483647 w 294"/>
                  <a:gd name="T1" fmla="*/ 2147483647 h 336"/>
                  <a:gd name="T2" fmla="*/ 2147483647 w 294"/>
                  <a:gd name="T3" fmla="*/ 2147483647 h 336"/>
                  <a:gd name="T4" fmla="*/ 2147483647 w 294"/>
                  <a:gd name="T5" fmla="*/ 2147483647 h 336"/>
                  <a:gd name="T6" fmla="*/ 0 w 294"/>
                  <a:gd name="T7" fmla="*/ 2147483647 h 336"/>
                  <a:gd name="T8" fmla="*/ 2147483647 w 294"/>
                  <a:gd name="T9" fmla="*/ 2147483647 h 336"/>
                  <a:gd name="T10" fmla="*/ 2147483647 w 294"/>
                  <a:gd name="T11" fmla="*/ 2147483647 h 336"/>
                  <a:gd name="T12" fmla="*/ 2147483647 w 294"/>
                  <a:gd name="T13" fmla="*/ 2147483647 h 336"/>
                  <a:gd name="T14" fmla="*/ 2147483647 w 294"/>
                  <a:gd name="T15" fmla="*/ 2147483647 h 336"/>
                  <a:gd name="T16" fmla="*/ 2147483647 w 294"/>
                  <a:gd name="T17" fmla="*/ 2147483647 h 336"/>
                  <a:gd name="T18" fmla="*/ 2147483647 w 294"/>
                  <a:gd name="T19" fmla="*/ 2147483647 h 336"/>
                  <a:gd name="T20" fmla="*/ 2147483647 w 294"/>
                  <a:gd name="T21" fmla="*/ 2147483647 h 336"/>
                  <a:gd name="T22" fmla="*/ 2147483647 w 294"/>
                  <a:gd name="T23" fmla="*/ 2147483647 h 336"/>
                  <a:gd name="T24" fmla="*/ 2147483647 w 294"/>
                  <a:gd name="T25" fmla="*/ 2147483647 h 336"/>
                  <a:gd name="T26" fmla="*/ 2147483647 w 294"/>
                  <a:gd name="T27" fmla="*/ 2147483647 h 336"/>
                  <a:gd name="T28" fmla="*/ 2147483647 w 294"/>
                  <a:gd name="T29" fmla="*/ 2147483647 h 336"/>
                  <a:gd name="T30" fmla="*/ 2147483647 w 294"/>
                  <a:gd name="T31" fmla="*/ 2147483647 h 336"/>
                  <a:gd name="T32" fmla="*/ 2147483647 w 294"/>
                  <a:gd name="T33" fmla="*/ 2147483647 h 336"/>
                  <a:gd name="T34" fmla="*/ 2147483647 w 294"/>
                  <a:gd name="T35" fmla="*/ 2147483647 h 336"/>
                  <a:gd name="T36" fmla="*/ 2147483647 w 294"/>
                  <a:gd name="T37" fmla="*/ 2147483647 h 336"/>
                  <a:gd name="T38" fmla="*/ 2147483647 w 294"/>
                  <a:gd name="T39" fmla="*/ 2147483647 h 336"/>
                  <a:gd name="T40" fmla="*/ 2147483647 w 294"/>
                  <a:gd name="T41" fmla="*/ 2147483647 h 336"/>
                  <a:gd name="T42" fmla="*/ 2147483647 w 294"/>
                  <a:gd name="T43" fmla="*/ 2147483647 h 336"/>
                  <a:gd name="T44" fmla="*/ 2147483647 w 294"/>
                  <a:gd name="T45" fmla="*/ 2147483647 h 336"/>
                  <a:gd name="T46" fmla="*/ 2147483647 w 294"/>
                  <a:gd name="T47" fmla="*/ 2147483647 h 336"/>
                  <a:gd name="T48" fmla="*/ 2147483647 w 294"/>
                  <a:gd name="T49" fmla="*/ 2147483647 h 336"/>
                  <a:gd name="T50" fmla="*/ 2147483647 w 294"/>
                  <a:gd name="T51" fmla="*/ 2147483647 h 336"/>
                  <a:gd name="T52" fmla="*/ 2147483647 w 294"/>
                  <a:gd name="T53" fmla="*/ 2147483647 h 336"/>
                  <a:gd name="T54" fmla="*/ 2147483647 w 294"/>
                  <a:gd name="T55" fmla="*/ 2147483647 h 336"/>
                  <a:gd name="T56" fmla="*/ 2147483647 w 294"/>
                  <a:gd name="T57" fmla="*/ 2147483647 h 336"/>
                  <a:gd name="T58" fmla="*/ 2147483647 w 294"/>
                  <a:gd name="T59" fmla="*/ 2147483647 h 336"/>
                  <a:gd name="T60" fmla="*/ 2147483647 w 294"/>
                  <a:gd name="T61" fmla="*/ 2147483647 h 336"/>
                  <a:gd name="T62" fmla="*/ 2147483647 w 294"/>
                  <a:gd name="T63" fmla="*/ 2147483647 h 336"/>
                  <a:gd name="T64" fmla="*/ 2147483647 w 294"/>
                  <a:gd name="T65" fmla="*/ 2147483647 h 336"/>
                  <a:gd name="T66" fmla="*/ 2147483647 w 294"/>
                  <a:gd name="T67" fmla="*/ 2147483647 h 336"/>
                  <a:gd name="T68" fmla="*/ 2147483647 w 294"/>
                  <a:gd name="T69" fmla="*/ 2147483647 h 336"/>
                  <a:gd name="T70" fmla="*/ 2147483647 w 294"/>
                  <a:gd name="T71" fmla="*/ 0 h 336"/>
                  <a:gd name="T72" fmla="*/ 2147483647 w 294"/>
                  <a:gd name="T73" fmla="*/ 2147483647 h 336"/>
                  <a:gd name="T74" fmla="*/ 2147483647 w 294"/>
                  <a:gd name="T75" fmla="*/ 2147483647 h 336"/>
                  <a:gd name="T76" fmla="*/ 2147483647 w 294"/>
                  <a:gd name="T77" fmla="*/ 2147483647 h 336"/>
                  <a:gd name="T78" fmla="*/ 2147483647 w 294"/>
                  <a:gd name="T79" fmla="*/ 2147483647 h 336"/>
                  <a:gd name="T80" fmla="*/ 2147483647 w 294"/>
                  <a:gd name="T81" fmla="*/ 2147483647 h 336"/>
                  <a:gd name="T82" fmla="*/ 2147483647 w 294"/>
                  <a:gd name="T83" fmla="*/ 2147483647 h 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4"/>
                  <a:gd name="T127" fmla="*/ 0 h 336"/>
                  <a:gd name="T128" fmla="*/ 294 w 294"/>
                  <a:gd name="T129" fmla="*/ 336 h 3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4" h="336">
                    <a:moveTo>
                      <a:pt x="60" y="78"/>
                    </a:moveTo>
                    <a:lnTo>
                      <a:pt x="30" y="78"/>
                    </a:lnTo>
                    <a:lnTo>
                      <a:pt x="18" y="84"/>
                    </a:lnTo>
                    <a:lnTo>
                      <a:pt x="12" y="90"/>
                    </a:lnTo>
                    <a:lnTo>
                      <a:pt x="12" y="132"/>
                    </a:lnTo>
                    <a:lnTo>
                      <a:pt x="6" y="138"/>
                    </a:lnTo>
                    <a:lnTo>
                      <a:pt x="0" y="150"/>
                    </a:lnTo>
                    <a:lnTo>
                      <a:pt x="0" y="162"/>
                    </a:lnTo>
                    <a:lnTo>
                      <a:pt x="6" y="168"/>
                    </a:lnTo>
                    <a:lnTo>
                      <a:pt x="6" y="174"/>
                    </a:lnTo>
                    <a:lnTo>
                      <a:pt x="12" y="174"/>
                    </a:lnTo>
                    <a:lnTo>
                      <a:pt x="12" y="186"/>
                    </a:lnTo>
                    <a:lnTo>
                      <a:pt x="18" y="198"/>
                    </a:lnTo>
                    <a:lnTo>
                      <a:pt x="24" y="204"/>
                    </a:lnTo>
                    <a:lnTo>
                      <a:pt x="30" y="216"/>
                    </a:lnTo>
                    <a:lnTo>
                      <a:pt x="42" y="216"/>
                    </a:lnTo>
                    <a:lnTo>
                      <a:pt x="42" y="210"/>
                    </a:lnTo>
                    <a:lnTo>
                      <a:pt x="54" y="198"/>
                    </a:lnTo>
                    <a:lnTo>
                      <a:pt x="54" y="216"/>
                    </a:lnTo>
                    <a:lnTo>
                      <a:pt x="48" y="222"/>
                    </a:lnTo>
                    <a:lnTo>
                      <a:pt x="48" y="246"/>
                    </a:lnTo>
                    <a:lnTo>
                      <a:pt x="54" y="258"/>
                    </a:lnTo>
                    <a:lnTo>
                      <a:pt x="72" y="276"/>
                    </a:lnTo>
                    <a:lnTo>
                      <a:pt x="78" y="294"/>
                    </a:lnTo>
                    <a:lnTo>
                      <a:pt x="84" y="306"/>
                    </a:lnTo>
                    <a:lnTo>
                      <a:pt x="90" y="312"/>
                    </a:lnTo>
                    <a:lnTo>
                      <a:pt x="90" y="318"/>
                    </a:lnTo>
                    <a:lnTo>
                      <a:pt x="102" y="324"/>
                    </a:lnTo>
                    <a:lnTo>
                      <a:pt x="108" y="324"/>
                    </a:lnTo>
                    <a:lnTo>
                      <a:pt x="132" y="336"/>
                    </a:lnTo>
                    <a:lnTo>
                      <a:pt x="150" y="336"/>
                    </a:lnTo>
                    <a:lnTo>
                      <a:pt x="156" y="330"/>
                    </a:lnTo>
                    <a:lnTo>
                      <a:pt x="150" y="324"/>
                    </a:lnTo>
                    <a:lnTo>
                      <a:pt x="150" y="318"/>
                    </a:lnTo>
                    <a:lnTo>
                      <a:pt x="138" y="306"/>
                    </a:lnTo>
                    <a:lnTo>
                      <a:pt x="138" y="282"/>
                    </a:lnTo>
                    <a:lnTo>
                      <a:pt x="150" y="276"/>
                    </a:lnTo>
                    <a:lnTo>
                      <a:pt x="156" y="276"/>
                    </a:lnTo>
                    <a:lnTo>
                      <a:pt x="156" y="288"/>
                    </a:lnTo>
                    <a:lnTo>
                      <a:pt x="180" y="288"/>
                    </a:lnTo>
                    <a:lnTo>
                      <a:pt x="192" y="282"/>
                    </a:lnTo>
                    <a:lnTo>
                      <a:pt x="198" y="276"/>
                    </a:lnTo>
                    <a:lnTo>
                      <a:pt x="210" y="270"/>
                    </a:lnTo>
                    <a:lnTo>
                      <a:pt x="216" y="270"/>
                    </a:lnTo>
                    <a:lnTo>
                      <a:pt x="222" y="282"/>
                    </a:lnTo>
                    <a:lnTo>
                      <a:pt x="228" y="288"/>
                    </a:lnTo>
                    <a:lnTo>
                      <a:pt x="246" y="294"/>
                    </a:lnTo>
                    <a:lnTo>
                      <a:pt x="252" y="282"/>
                    </a:lnTo>
                    <a:lnTo>
                      <a:pt x="258" y="276"/>
                    </a:lnTo>
                    <a:lnTo>
                      <a:pt x="258" y="264"/>
                    </a:lnTo>
                    <a:lnTo>
                      <a:pt x="264" y="264"/>
                    </a:lnTo>
                    <a:lnTo>
                      <a:pt x="276" y="258"/>
                    </a:lnTo>
                    <a:lnTo>
                      <a:pt x="270" y="222"/>
                    </a:lnTo>
                    <a:lnTo>
                      <a:pt x="288" y="204"/>
                    </a:lnTo>
                    <a:lnTo>
                      <a:pt x="288" y="198"/>
                    </a:lnTo>
                    <a:lnTo>
                      <a:pt x="282" y="186"/>
                    </a:lnTo>
                    <a:lnTo>
                      <a:pt x="264" y="168"/>
                    </a:lnTo>
                    <a:lnTo>
                      <a:pt x="258" y="156"/>
                    </a:lnTo>
                    <a:lnTo>
                      <a:pt x="258" y="144"/>
                    </a:lnTo>
                    <a:lnTo>
                      <a:pt x="252" y="126"/>
                    </a:lnTo>
                    <a:lnTo>
                      <a:pt x="252" y="96"/>
                    </a:lnTo>
                    <a:lnTo>
                      <a:pt x="258" y="78"/>
                    </a:lnTo>
                    <a:lnTo>
                      <a:pt x="264" y="66"/>
                    </a:lnTo>
                    <a:lnTo>
                      <a:pt x="276" y="60"/>
                    </a:lnTo>
                    <a:lnTo>
                      <a:pt x="282" y="54"/>
                    </a:lnTo>
                    <a:lnTo>
                      <a:pt x="288" y="54"/>
                    </a:lnTo>
                    <a:lnTo>
                      <a:pt x="288" y="30"/>
                    </a:lnTo>
                    <a:lnTo>
                      <a:pt x="294" y="12"/>
                    </a:lnTo>
                    <a:lnTo>
                      <a:pt x="288" y="12"/>
                    </a:lnTo>
                    <a:lnTo>
                      <a:pt x="282" y="6"/>
                    </a:lnTo>
                    <a:lnTo>
                      <a:pt x="270" y="6"/>
                    </a:lnTo>
                    <a:lnTo>
                      <a:pt x="252" y="0"/>
                    </a:lnTo>
                    <a:lnTo>
                      <a:pt x="210" y="0"/>
                    </a:lnTo>
                    <a:lnTo>
                      <a:pt x="204" y="12"/>
                    </a:lnTo>
                    <a:lnTo>
                      <a:pt x="156" y="6"/>
                    </a:lnTo>
                    <a:lnTo>
                      <a:pt x="156" y="18"/>
                    </a:lnTo>
                    <a:lnTo>
                      <a:pt x="96" y="0"/>
                    </a:lnTo>
                    <a:lnTo>
                      <a:pt x="72" y="6"/>
                    </a:lnTo>
                    <a:lnTo>
                      <a:pt x="66" y="18"/>
                    </a:lnTo>
                    <a:lnTo>
                      <a:pt x="60" y="24"/>
                    </a:lnTo>
                    <a:lnTo>
                      <a:pt x="54" y="36"/>
                    </a:lnTo>
                    <a:lnTo>
                      <a:pt x="54" y="48"/>
                    </a:lnTo>
                    <a:lnTo>
                      <a:pt x="66" y="60"/>
                    </a:lnTo>
                    <a:lnTo>
                      <a:pt x="66" y="72"/>
                    </a:lnTo>
                    <a:lnTo>
                      <a:pt x="60" y="7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5" name="Peru" descr="© INSCALE GmbH, 05.05.2010&#10;http://www.presentationload.com/">
                <a:extLst>
                  <a:ext uri="{FF2B5EF4-FFF2-40B4-BE49-F238E27FC236}">
                    <a16:creationId xmlns:a16="http://schemas.microsoft.com/office/drawing/2014/main" id="{E9FC9E84-0AE1-0A47-A21A-40B363670E27}"/>
                  </a:ext>
                </a:extLst>
              </p:cNvPr>
              <p:cNvSpPr>
                <a:spLocks/>
              </p:cNvSpPr>
              <p:nvPr/>
            </p:nvSpPr>
            <p:spPr bwMode="gray">
              <a:xfrm>
                <a:off x="3291950" y="4140061"/>
                <a:ext cx="396117" cy="626228"/>
              </a:xfrm>
              <a:custGeom>
                <a:avLst/>
                <a:gdLst>
                  <a:gd name="T0" fmla="*/ 2147483647 w 942"/>
                  <a:gd name="T1" fmla="*/ 2147483647 h 1488"/>
                  <a:gd name="T2" fmla="*/ 2147483647 w 942"/>
                  <a:gd name="T3" fmla="*/ 2147483647 h 1488"/>
                  <a:gd name="T4" fmla="*/ 2147483647 w 942"/>
                  <a:gd name="T5" fmla="*/ 2147483647 h 1488"/>
                  <a:gd name="T6" fmla="*/ 2147483647 w 942"/>
                  <a:gd name="T7" fmla="*/ 2147483647 h 1488"/>
                  <a:gd name="T8" fmla="*/ 2147483647 w 942"/>
                  <a:gd name="T9" fmla="*/ 2147483647 h 1488"/>
                  <a:gd name="T10" fmla="*/ 2147483647 w 942"/>
                  <a:gd name="T11" fmla="*/ 2147483647 h 1488"/>
                  <a:gd name="T12" fmla="*/ 2147483647 w 942"/>
                  <a:gd name="T13" fmla="*/ 2147483647 h 1488"/>
                  <a:gd name="T14" fmla="*/ 2147483647 w 942"/>
                  <a:gd name="T15" fmla="*/ 2147483647 h 1488"/>
                  <a:gd name="T16" fmla="*/ 2147483647 w 942"/>
                  <a:gd name="T17" fmla="*/ 2147483647 h 1488"/>
                  <a:gd name="T18" fmla="*/ 2147483647 w 942"/>
                  <a:gd name="T19" fmla="*/ 2147483647 h 1488"/>
                  <a:gd name="T20" fmla="*/ 2147483647 w 942"/>
                  <a:gd name="T21" fmla="*/ 2147483647 h 1488"/>
                  <a:gd name="T22" fmla="*/ 2147483647 w 942"/>
                  <a:gd name="T23" fmla="*/ 2147483647 h 1488"/>
                  <a:gd name="T24" fmla="*/ 2147483647 w 942"/>
                  <a:gd name="T25" fmla="*/ 2147483647 h 1488"/>
                  <a:gd name="T26" fmla="*/ 2147483647 w 942"/>
                  <a:gd name="T27" fmla="*/ 2147483647 h 1488"/>
                  <a:gd name="T28" fmla="*/ 2147483647 w 942"/>
                  <a:gd name="T29" fmla="*/ 2147483647 h 1488"/>
                  <a:gd name="T30" fmla="*/ 2147483647 w 942"/>
                  <a:gd name="T31" fmla="*/ 2147483647 h 1488"/>
                  <a:gd name="T32" fmla="*/ 2147483647 w 942"/>
                  <a:gd name="T33" fmla="*/ 2147483647 h 1488"/>
                  <a:gd name="T34" fmla="*/ 2147483647 w 942"/>
                  <a:gd name="T35" fmla="*/ 2147483647 h 1488"/>
                  <a:gd name="T36" fmla="*/ 2147483647 w 942"/>
                  <a:gd name="T37" fmla="*/ 2147483647 h 1488"/>
                  <a:gd name="T38" fmla="*/ 2147483647 w 942"/>
                  <a:gd name="T39" fmla="*/ 2147483647 h 1488"/>
                  <a:gd name="T40" fmla="*/ 2147483647 w 942"/>
                  <a:gd name="T41" fmla="*/ 2147483647 h 1488"/>
                  <a:gd name="T42" fmla="*/ 2147483647 w 942"/>
                  <a:gd name="T43" fmla="*/ 2147483647 h 1488"/>
                  <a:gd name="T44" fmla="*/ 2147483647 w 942"/>
                  <a:gd name="T45" fmla="*/ 2147483647 h 1488"/>
                  <a:gd name="T46" fmla="*/ 2147483647 w 942"/>
                  <a:gd name="T47" fmla="*/ 2147483647 h 1488"/>
                  <a:gd name="T48" fmla="*/ 2147483647 w 942"/>
                  <a:gd name="T49" fmla="*/ 2147483647 h 1488"/>
                  <a:gd name="T50" fmla="*/ 2147483647 w 942"/>
                  <a:gd name="T51" fmla="*/ 2147483647 h 1488"/>
                  <a:gd name="T52" fmla="*/ 2147483647 w 942"/>
                  <a:gd name="T53" fmla="*/ 2147483647 h 1488"/>
                  <a:gd name="T54" fmla="*/ 2147483647 w 942"/>
                  <a:gd name="T55" fmla="*/ 2147483647 h 1488"/>
                  <a:gd name="T56" fmla="*/ 2147483647 w 942"/>
                  <a:gd name="T57" fmla="*/ 2147483647 h 1488"/>
                  <a:gd name="T58" fmla="*/ 2147483647 w 942"/>
                  <a:gd name="T59" fmla="*/ 2147483647 h 1488"/>
                  <a:gd name="T60" fmla="*/ 2147483647 w 942"/>
                  <a:gd name="T61" fmla="*/ 2147483647 h 1488"/>
                  <a:gd name="T62" fmla="*/ 2147483647 w 942"/>
                  <a:gd name="T63" fmla="*/ 0 h 1488"/>
                  <a:gd name="T64" fmla="*/ 2147483647 w 942"/>
                  <a:gd name="T65" fmla="*/ 2147483647 h 1488"/>
                  <a:gd name="T66" fmla="*/ 2147483647 w 942"/>
                  <a:gd name="T67" fmla="*/ 2147483647 h 1488"/>
                  <a:gd name="T68" fmla="*/ 2147483647 w 942"/>
                  <a:gd name="T69" fmla="*/ 2147483647 h 1488"/>
                  <a:gd name="T70" fmla="*/ 2147483647 w 942"/>
                  <a:gd name="T71" fmla="*/ 2147483647 h 1488"/>
                  <a:gd name="T72" fmla="*/ 2147483647 w 942"/>
                  <a:gd name="T73" fmla="*/ 2147483647 h 1488"/>
                  <a:gd name="T74" fmla="*/ 2147483647 w 942"/>
                  <a:gd name="T75" fmla="*/ 2147483647 h 1488"/>
                  <a:gd name="T76" fmla="*/ 2147483647 w 942"/>
                  <a:gd name="T77" fmla="*/ 2147483647 h 1488"/>
                  <a:gd name="T78" fmla="*/ 2147483647 w 942"/>
                  <a:gd name="T79" fmla="*/ 2147483647 h 1488"/>
                  <a:gd name="T80" fmla="*/ 2147483647 w 942"/>
                  <a:gd name="T81" fmla="*/ 2147483647 h 1488"/>
                  <a:gd name="T82" fmla="*/ 2147483647 w 942"/>
                  <a:gd name="T83" fmla="*/ 2147483647 h 1488"/>
                  <a:gd name="T84" fmla="*/ 0 w 942"/>
                  <a:gd name="T85" fmla="*/ 2147483647 h 1488"/>
                  <a:gd name="T86" fmla="*/ 2147483647 w 942"/>
                  <a:gd name="T87" fmla="*/ 2147483647 h 1488"/>
                  <a:gd name="T88" fmla="*/ 2147483647 w 942"/>
                  <a:gd name="T89" fmla="*/ 2147483647 h 1488"/>
                  <a:gd name="T90" fmla="*/ 2147483647 w 942"/>
                  <a:gd name="T91" fmla="*/ 2147483647 h 1488"/>
                  <a:gd name="T92" fmla="*/ 2147483647 w 942"/>
                  <a:gd name="T93" fmla="*/ 2147483647 h 1488"/>
                  <a:gd name="T94" fmla="*/ 2147483647 w 942"/>
                  <a:gd name="T95" fmla="*/ 2147483647 h 1488"/>
                  <a:gd name="T96" fmla="*/ 2147483647 w 942"/>
                  <a:gd name="T97" fmla="*/ 2147483647 h 1488"/>
                  <a:gd name="T98" fmla="*/ 2147483647 w 942"/>
                  <a:gd name="T99" fmla="*/ 2147483647 h 1488"/>
                  <a:gd name="T100" fmla="*/ 2147483647 w 942"/>
                  <a:gd name="T101" fmla="*/ 2147483647 h 1488"/>
                  <a:gd name="T102" fmla="*/ 2147483647 w 942"/>
                  <a:gd name="T103" fmla="*/ 2147483647 h 1488"/>
                  <a:gd name="T104" fmla="*/ 2147483647 w 942"/>
                  <a:gd name="T105" fmla="*/ 2147483647 h 1488"/>
                  <a:gd name="T106" fmla="*/ 2147483647 w 942"/>
                  <a:gd name="T107" fmla="*/ 2147483647 h 1488"/>
                  <a:gd name="T108" fmla="*/ 2147483647 w 942"/>
                  <a:gd name="T109" fmla="*/ 2147483647 h 1488"/>
                  <a:gd name="T110" fmla="*/ 2147483647 w 942"/>
                  <a:gd name="T111" fmla="*/ 2147483647 h 1488"/>
                  <a:gd name="T112" fmla="*/ 2147483647 w 942"/>
                  <a:gd name="T113" fmla="*/ 2147483647 h 1488"/>
                  <a:gd name="T114" fmla="*/ 2147483647 w 942"/>
                  <a:gd name="T115" fmla="*/ 2147483647 h 1488"/>
                  <a:gd name="T116" fmla="*/ 2147483647 w 942"/>
                  <a:gd name="T117" fmla="*/ 2147483647 h 1488"/>
                  <a:gd name="T118" fmla="*/ 2147483647 w 942"/>
                  <a:gd name="T119" fmla="*/ 2147483647 h 1488"/>
                  <a:gd name="T120" fmla="*/ 2147483647 w 942"/>
                  <a:gd name="T121" fmla="*/ 2147483647 h 14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42"/>
                  <a:gd name="T184" fmla="*/ 0 h 1488"/>
                  <a:gd name="T185" fmla="*/ 942 w 942"/>
                  <a:gd name="T186" fmla="*/ 1488 h 14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42" h="1488">
                    <a:moveTo>
                      <a:pt x="930" y="1320"/>
                    </a:moveTo>
                    <a:lnTo>
                      <a:pt x="924" y="1314"/>
                    </a:lnTo>
                    <a:lnTo>
                      <a:pt x="912" y="1308"/>
                    </a:lnTo>
                    <a:lnTo>
                      <a:pt x="888" y="1284"/>
                    </a:lnTo>
                    <a:lnTo>
                      <a:pt x="864" y="1284"/>
                    </a:lnTo>
                    <a:lnTo>
                      <a:pt x="858" y="1278"/>
                    </a:lnTo>
                    <a:lnTo>
                      <a:pt x="870" y="1260"/>
                    </a:lnTo>
                    <a:lnTo>
                      <a:pt x="870" y="1230"/>
                    </a:lnTo>
                    <a:lnTo>
                      <a:pt x="882" y="1230"/>
                    </a:lnTo>
                    <a:lnTo>
                      <a:pt x="906" y="1254"/>
                    </a:lnTo>
                    <a:lnTo>
                      <a:pt x="918" y="1236"/>
                    </a:lnTo>
                    <a:lnTo>
                      <a:pt x="918" y="1230"/>
                    </a:lnTo>
                    <a:lnTo>
                      <a:pt x="912" y="1224"/>
                    </a:lnTo>
                    <a:lnTo>
                      <a:pt x="906" y="1212"/>
                    </a:lnTo>
                    <a:lnTo>
                      <a:pt x="900" y="1194"/>
                    </a:lnTo>
                    <a:lnTo>
                      <a:pt x="912" y="1170"/>
                    </a:lnTo>
                    <a:lnTo>
                      <a:pt x="924" y="1158"/>
                    </a:lnTo>
                    <a:lnTo>
                      <a:pt x="930" y="1146"/>
                    </a:lnTo>
                    <a:lnTo>
                      <a:pt x="930" y="1140"/>
                    </a:lnTo>
                    <a:lnTo>
                      <a:pt x="924" y="1128"/>
                    </a:lnTo>
                    <a:lnTo>
                      <a:pt x="912" y="1116"/>
                    </a:lnTo>
                    <a:lnTo>
                      <a:pt x="906" y="1116"/>
                    </a:lnTo>
                    <a:lnTo>
                      <a:pt x="924" y="1086"/>
                    </a:lnTo>
                    <a:lnTo>
                      <a:pt x="912" y="1038"/>
                    </a:lnTo>
                    <a:lnTo>
                      <a:pt x="918" y="1032"/>
                    </a:lnTo>
                    <a:lnTo>
                      <a:pt x="924" y="1020"/>
                    </a:lnTo>
                    <a:lnTo>
                      <a:pt x="930" y="1014"/>
                    </a:lnTo>
                    <a:lnTo>
                      <a:pt x="930" y="1002"/>
                    </a:lnTo>
                    <a:lnTo>
                      <a:pt x="918" y="978"/>
                    </a:lnTo>
                    <a:lnTo>
                      <a:pt x="906" y="960"/>
                    </a:lnTo>
                    <a:lnTo>
                      <a:pt x="894" y="948"/>
                    </a:lnTo>
                    <a:lnTo>
                      <a:pt x="882" y="930"/>
                    </a:lnTo>
                    <a:lnTo>
                      <a:pt x="870" y="918"/>
                    </a:lnTo>
                    <a:lnTo>
                      <a:pt x="864" y="900"/>
                    </a:lnTo>
                    <a:lnTo>
                      <a:pt x="864" y="882"/>
                    </a:lnTo>
                    <a:lnTo>
                      <a:pt x="828" y="882"/>
                    </a:lnTo>
                    <a:lnTo>
                      <a:pt x="822" y="888"/>
                    </a:lnTo>
                    <a:lnTo>
                      <a:pt x="816" y="888"/>
                    </a:lnTo>
                    <a:lnTo>
                      <a:pt x="816" y="894"/>
                    </a:lnTo>
                    <a:lnTo>
                      <a:pt x="804" y="894"/>
                    </a:lnTo>
                    <a:lnTo>
                      <a:pt x="798" y="888"/>
                    </a:lnTo>
                    <a:lnTo>
                      <a:pt x="798" y="882"/>
                    </a:lnTo>
                    <a:lnTo>
                      <a:pt x="786" y="888"/>
                    </a:lnTo>
                    <a:lnTo>
                      <a:pt x="786" y="858"/>
                    </a:lnTo>
                    <a:lnTo>
                      <a:pt x="780" y="840"/>
                    </a:lnTo>
                    <a:lnTo>
                      <a:pt x="780" y="828"/>
                    </a:lnTo>
                    <a:lnTo>
                      <a:pt x="786" y="816"/>
                    </a:lnTo>
                    <a:lnTo>
                      <a:pt x="786" y="804"/>
                    </a:lnTo>
                    <a:lnTo>
                      <a:pt x="792" y="798"/>
                    </a:lnTo>
                    <a:lnTo>
                      <a:pt x="792" y="780"/>
                    </a:lnTo>
                    <a:lnTo>
                      <a:pt x="786" y="768"/>
                    </a:lnTo>
                    <a:lnTo>
                      <a:pt x="786" y="756"/>
                    </a:lnTo>
                    <a:lnTo>
                      <a:pt x="732" y="804"/>
                    </a:lnTo>
                    <a:lnTo>
                      <a:pt x="672" y="810"/>
                    </a:lnTo>
                    <a:lnTo>
                      <a:pt x="672" y="804"/>
                    </a:lnTo>
                    <a:lnTo>
                      <a:pt x="666" y="798"/>
                    </a:lnTo>
                    <a:lnTo>
                      <a:pt x="660" y="786"/>
                    </a:lnTo>
                    <a:lnTo>
                      <a:pt x="660" y="774"/>
                    </a:lnTo>
                    <a:lnTo>
                      <a:pt x="654" y="768"/>
                    </a:lnTo>
                    <a:lnTo>
                      <a:pt x="648" y="768"/>
                    </a:lnTo>
                    <a:lnTo>
                      <a:pt x="636" y="762"/>
                    </a:lnTo>
                    <a:lnTo>
                      <a:pt x="594" y="762"/>
                    </a:lnTo>
                    <a:lnTo>
                      <a:pt x="600" y="756"/>
                    </a:lnTo>
                    <a:lnTo>
                      <a:pt x="612" y="750"/>
                    </a:lnTo>
                    <a:lnTo>
                      <a:pt x="618" y="738"/>
                    </a:lnTo>
                    <a:lnTo>
                      <a:pt x="624" y="732"/>
                    </a:lnTo>
                    <a:lnTo>
                      <a:pt x="600" y="708"/>
                    </a:lnTo>
                    <a:lnTo>
                      <a:pt x="588" y="702"/>
                    </a:lnTo>
                    <a:lnTo>
                      <a:pt x="576" y="690"/>
                    </a:lnTo>
                    <a:lnTo>
                      <a:pt x="564" y="666"/>
                    </a:lnTo>
                    <a:lnTo>
                      <a:pt x="558" y="660"/>
                    </a:lnTo>
                    <a:lnTo>
                      <a:pt x="558" y="654"/>
                    </a:lnTo>
                    <a:lnTo>
                      <a:pt x="552" y="630"/>
                    </a:lnTo>
                    <a:lnTo>
                      <a:pt x="540" y="624"/>
                    </a:lnTo>
                    <a:lnTo>
                      <a:pt x="534" y="618"/>
                    </a:lnTo>
                    <a:lnTo>
                      <a:pt x="534" y="606"/>
                    </a:lnTo>
                    <a:lnTo>
                      <a:pt x="540" y="600"/>
                    </a:lnTo>
                    <a:lnTo>
                      <a:pt x="552" y="594"/>
                    </a:lnTo>
                    <a:lnTo>
                      <a:pt x="546" y="588"/>
                    </a:lnTo>
                    <a:lnTo>
                      <a:pt x="546" y="564"/>
                    </a:lnTo>
                    <a:lnTo>
                      <a:pt x="552" y="552"/>
                    </a:lnTo>
                    <a:lnTo>
                      <a:pt x="582" y="522"/>
                    </a:lnTo>
                    <a:lnTo>
                      <a:pt x="588" y="528"/>
                    </a:lnTo>
                    <a:lnTo>
                      <a:pt x="594" y="528"/>
                    </a:lnTo>
                    <a:lnTo>
                      <a:pt x="588" y="522"/>
                    </a:lnTo>
                    <a:lnTo>
                      <a:pt x="588" y="504"/>
                    </a:lnTo>
                    <a:lnTo>
                      <a:pt x="582" y="498"/>
                    </a:lnTo>
                    <a:lnTo>
                      <a:pt x="582" y="486"/>
                    </a:lnTo>
                    <a:lnTo>
                      <a:pt x="600" y="468"/>
                    </a:lnTo>
                    <a:lnTo>
                      <a:pt x="600" y="414"/>
                    </a:lnTo>
                    <a:lnTo>
                      <a:pt x="624" y="414"/>
                    </a:lnTo>
                    <a:lnTo>
                      <a:pt x="624" y="408"/>
                    </a:lnTo>
                    <a:lnTo>
                      <a:pt x="630" y="402"/>
                    </a:lnTo>
                    <a:lnTo>
                      <a:pt x="630" y="396"/>
                    </a:lnTo>
                    <a:lnTo>
                      <a:pt x="642" y="384"/>
                    </a:lnTo>
                    <a:lnTo>
                      <a:pt x="654" y="378"/>
                    </a:lnTo>
                    <a:lnTo>
                      <a:pt x="660" y="372"/>
                    </a:lnTo>
                    <a:lnTo>
                      <a:pt x="672" y="366"/>
                    </a:lnTo>
                    <a:lnTo>
                      <a:pt x="702" y="366"/>
                    </a:lnTo>
                    <a:lnTo>
                      <a:pt x="708" y="354"/>
                    </a:lnTo>
                    <a:lnTo>
                      <a:pt x="738" y="360"/>
                    </a:lnTo>
                    <a:lnTo>
                      <a:pt x="744" y="354"/>
                    </a:lnTo>
                    <a:lnTo>
                      <a:pt x="750" y="342"/>
                    </a:lnTo>
                    <a:lnTo>
                      <a:pt x="756" y="336"/>
                    </a:lnTo>
                    <a:lnTo>
                      <a:pt x="774" y="336"/>
                    </a:lnTo>
                    <a:lnTo>
                      <a:pt x="786" y="348"/>
                    </a:lnTo>
                    <a:lnTo>
                      <a:pt x="786" y="354"/>
                    </a:lnTo>
                    <a:lnTo>
                      <a:pt x="804" y="354"/>
                    </a:lnTo>
                    <a:lnTo>
                      <a:pt x="816" y="342"/>
                    </a:lnTo>
                    <a:lnTo>
                      <a:pt x="798" y="330"/>
                    </a:lnTo>
                    <a:lnTo>
                      <a:pt x="786" y="312"/>
                    </a:lnTo>
                    <a:lnTo>
                      <a:pt x="768" y="312"/>
                    </a:lnTo>
                    <a:lnTo>
                      <a:pt x="762" y="306"/>
                    </a:lnTo>
                    <a:lnTo>
                      <a:pt x="762" y="288"/>
                    </a:lnTo>
                    <a:lnTo>
                      <a:pt x="774" y="264"/>
                    </a:lnTo>
                    <a:lnTo>
                      <a:pt x="774" y="258"/>
                    </a:lnTo>
                    <a:lnTo>
                      <a:pt x="780" y="252"/>
                    </a:lnTo>
                    <a:lnTo>
                      <a:pt x="786" y="252"/>
                    </a:lnTo>
                    <a:lnTo>
                      <a:pt x="792" y="246"/>
                    </a:lnTo>
                    <a:lnTo>
                      <a:pt x="798" y="234"/>
                    </a:lnTo>
                    <a:lnTo>
                      <a:pt x="798" y="216"/>
                    </a:lnTo>
                    <a:lnTo>
                      <a:pt x="792" y="210"/>
                    </a:lnTo>
                    <a:lnTo>
                      <a:pt x="780" y="204"/>
                    </a:lnTo>
                    <a:lnTo>
                      <a:pt x="756" y="204"/>
                    </a:lnTo>
                    <a:lnTo>
                      <a:pt x="750" y="198"/>
                    </a:lnTo>
                    <a:lnTo>
                      <a:pt x="744" y="186"/>
                    </a:lnTo>
                    <a:lnTo>
                      <a:pt x="744" y="180"/>
                    </a:lnTo>
                    <a:lnTo>
                      <a:pt x="732" y="180"/>
                    </a:lnTo>
                    <a:lnTo>
                      <a:pt x="726" y="186"/>
                    </a:lnTo>
                    <a:lnTo>
                      <a:pt x="714" y="192"/>
                    </a:lnTo>
                    <a:lnTo>
                      <a:pt x="702" y="192"/>
                    </a:lnTo>
                    <a:lnTo>
                      <a:pt x="696" y="186"/>
                    </a:lnTo>
                    <a:lnTo>
                      <a:pt x="690" y="186"/>
                    </a:lnTo>
                    <a:lnTo>
                      <a:pt x="684" y="180"/>
                    </a:lnTo>
                    <a:lnTo>
                      <a:pt x="660" y="180"/>
                    </a:lnTo>
                    <a:lnTo>
                      <a:pt x="648" y="192"/>
                    </a:lnTo>
                    <a:lnTo>
                      <a:pt x="648" y="204"/>
                    </a:lnTo>
                    <a:lnTo>
                      <a:pt x="612" y="204"/>
                    </a:lnTo>
                    <a:lnTo>
                      <a:pt x="588" y="198"/>
                    </a:lnTo>
                    <a:lnTo>
                      <a:pt x="576" y="192"/>
                    </a:lnTo>
                    <a:lnTo>
                      <a:pt x="576" y="168"/>
                    </a:lnTo>
                    <a:lnTo>
                      <a:pt x="582" y="162"/>
                    </a:lnTo>
                    <a:lnTo>
                      <a:pt x="582" y="156"/>
                    </a:lnTo>
                    <a:lnTo>
                      <a:pt x="576" y="150"/>
                    </a:lnTo>
                    <a:lnTo>
                      <a:pt x="564" y="144"/>
                    </a:lnTo>
                    <a:lnTo>
                      <a:pt x="552" y="144"/>
                    </a:lnTo>
                    <a:lnTo>
                      <a:pt x="552" y="138"/>
                    </a:lnTo>
                    <a:lnTo>
                      <a:pt x="546" y="132"/>
                    </a:lnTo>
                    <a:lnTo>
                      <a:pt x="546" y="108"/>
                    </a:lnTo>
                    <a:lnTo>
                      <a:pt x="540" y="102"/>
                    </a:lnTo>
                    <a:lnTo>
                      <a:pt x="528" y="102"/>
                    </a:lnTo>
                    <a:lnTo>
                      <a:pt x="516" y="84"/>
                    </a:lnTo>
                    <a:lnTo>
                      <a:pt x="498" y="84"/>
                    </a:lnTo>
                    <a:lnTo>
                      <a:pt x="486" y="48"/>
                    </a:lnTo>
                    <a:lnTo>
                      <a:pt x="480" y="42"/>
                    </a:lnTo>
                    <a:lnTo>
                      <a:pt x="468" y="36"/>
                    </a:lnTo>
                    <a:lnTo>
                      <a:pt x="450" y="18"/>
                    </a:lnTo>
                    <a:lnTo>
                      <a:pt x="438" y="12"/>
                    </a:lnTo>
                    <a:lnTo>
                      <a:pt x="426" y="0"/>
                    </a:lnTo>
                    <a:lnTo>
                      <a:pt x="396" y="0"/>
                    </a:lnTo>
                    <a:lnTo>
                      <a:pt x="414" y="0"/>
                    </a:lnTo>
                    <a:lnTo>
                      <a:pt x="414" y="24"/>
                    </a:lnTo>
                    <a:lnTo>
                      <a:pt x="408" y="24"/>
                    </a:lnTo>
                    <a:lnTo>
                      <a:pt x="408" y="30"/>
                    </a:lnTo>
                    <a:lnTo>
                      <a:pt x="402" y="30"/>
                    </a:lnTo>
                    <a:lnTo>
                      <a:pt x="426" y="48"/>
                    </a:lnTo>
                    <a:lnTo>
                      <a:pt x="426" y="78"/>
                    </a:lnTo>
                    <a:lnTo>
                      <a:pt x="414" y="84"/>
                    </a:lnTo>
                    <a:lnTo>
                      <a:pt x="402" y="126"/>
                    </a:lnTo>
                    <a:lnTo>
                      <a:pt x="396" y="138"/>
                    </a:lnTo>
                    <a:lnTo>
                      <a:pt x="384" y="150"/>
                    </a:lnTo>
                    <a:lnTo>
                      <a:pt x="378" y="162"/>
                    </a:lnTo>
                    <a:lnTo>
                      <a:pt x="366" y="174"/>
                    </a:lnTo>
                    <a:lnTo>
                      <a:pt x="354" y="192"/>
                    </a:lnTo>
                    <a:lnTo>
                      <a:pt x="336" y="204"/>
                    </a:lnTo>
                    <a:lnTo>
                      <a:pt x="276" y="234"/>
                    </a:lnTo>
                    <a:lnTo>
                      <a:pt x="258" y="240"/>
                    </a:lnTo>
                    <a:lnTo>
                      <a:pt x="240" y="252"/>
                    </a:lnTo>
                    <a:lnTo>
                      <a:pt x="222" y="270"/>
                    </a:lnTo>
                    <a:lnTo>
                      <a:pt x="222" y="276"/>
                    </a:lnTo>
                    <a:lnTo>
                      <a:pt x="210" y="282"/>
                    </a:lnTo>
                    <a:lnTo>
                      <a:pt x="210" y="300"/>
                    </a:lnTo>
                    <a:lnTo>
                      <a:pt x="198" y="312"/>
                    </a:lnTo>
                    <a:lnTo>
                      <a:pt x="198" y="336"/>
                    </a:lnTo>
                    <a:lnTo>
                      <a:pt x="192" y="348"/>
                    </a:lnTo>
                    <a:lnTo>
                      <a:pt x="192" y="378"/>
                    </a:lnTo>
                    <a:lnTo>
                      <a:pt x="174" y="378"/>
                    </a:lnTo>
                    <a:lnTo>
                      <a:pt x="168" y="384"/>
                    </a:lnTo>
                    <a:lnTo>
                      <a:pt x="168" y="390"/>
                    </a:lnTo>
                    <a:lnTo>
                      <a:pt x="162" y="396"/>
                    </a:lnTo>
                    <a:lnTo>
                      <a:pt x="162" y="402"/>
                    </a:lnTo>
                    <a:lnTo>
                      <a:pt x="144" y="402"/>
                    </a:lnTo>
                    <a:lnTo>
                      <a:pt x="138" y="390"/>
                    </a:lnTo>
                    <a:lnTo>
                      <a:pt x="138" y="372"/>
                    </a:lnTo>
                    <a:lnTo>
                      <a:pt x="132" y="366"/>
                    </a:lnTo>
                    <a:lnTo>
                      <a:pt x="132" y="360"/>
                    </a:lnTo>
                    <a:lnTo>
                      <a:pt x="102" y="360"/>
                    </a:lnTo>
                    <a:lnTo>
                      <a:pt x="90" y="348"/>
                    </a:lnTo>
                    <a:lnTo>
                      <a:pt x="78" y="360"/>
                    </a:lnTo>
                    <a:lnTo>
                      <a:pt x="66" y="366"/>
                    </a:lnTo>
                    <a:lnTo>
                      <a:pt x="60" y="366"/>
                    </a:lnTo>
                    <a:lnTo>
                      <a:pt x="54" y="360"/>
                    </a:lnTo>
                    <a:lnTo>
                      <a:pt x="66" y="348"/>
                    </a:lnTo>
                    <a:lnTo>
                      <a:pt x="54" y="336"/>
                    </a:lnTo>
                    <a:lnTo>
                      <a:pt x="60" y="330"/>
                    </a:lnTo>
                    <a:lnTo>
                      <a:pt x="66" y="318"/>
                    </a:lnTo>
                    <a:lnTo>
                      <a:pt x="78" y="312"/>
                    </a:lnTo>
                    <a:lnTo>
                      <a:pt x="84" y="300"/>
                    </a:lnTo>
                    <a:lnTo>
                      <a:pt x="90" y="294"/>
                    </a:lnTo>
                    <a:lnTo>
                      <a:pt x="90" y="288"/>
                    </a:lnTo>
                    <a:lnTo>
                      <a:pt x="84" y="288"/>
                    </a:lnTo>
                    <a:lnTo>
                      <a:pt x="72" y="282"/>
                    </a:lnTo>
                    <a:lnTo>
                      <a:pt x="66" y="282"/>
                    </a:lnTo>
                    <a:lnTo>
                      <a:pt x="6" y="342"/>
                    </a:lnTo>
                    <a:lnTo>
                      <a:pt x="0" y="354"/>
                    </a:lnTo>
                    <a:lnTo>
                      <a:pt x="0" y="390"/>
                    </a:lnTo>
                    <a:lnTo>
                      <a:pt x="6" y="396"/>
                    </a:lnTo>
                    <a:lnTo>
                      <a:pt x="18" y="396"/>
                    </a:lnTo>
                    <a:lnTo>
                      <a:pt x="12" y="420"/>
                    </a:lnTo>
                    <a:lnTo>
                      <a:pt x="36" y="444"/>
                    </a:lnTo>
                    <a:lnTo>
                      <a:pt x="36" y="462"/>
                    </a:lnTo>
                    <a:lnTo>
                      <a:pt x="12" y="486"/>
                    </a:lnTo>
                    <a:lnTo>
                      <a:pt x="12" y="492"/>
                    </a:lnTo>
                    <a:lnTo>
                      <a:pt x="18" y="504"/>
                    </a:lnTo>
                    <a:lnTo>
                      <a:pt x="24" y="510"/>
                    </a:lnTo>
                    <a:lnTo>
                      <a:pt x="36" y="516"/>
                    </a:lnTo>
                    <a:lnTo>
                      <a:pt x="54" y="522"/>
                    </a:lnTo>
                    <a:lnTo>
                      <a:pt x="66" y="522"/>
                    </a:lnTo>
                    <a:lnTo>
                      <a:pt x="108" y="564"/>
                    </a:lnTo>
                    <a:lnTo>
                      <a:pt x="114" y="576"/>
                    </a:lnTo>
                    <a:lnTo>
                      <a:pt x="132" y="594"/>
                    </a:lnTo>
                    <a:lnTo>
                      <a:pt x="138" y="612"/>
                    </a:lnTo>
                    <a:lnTo>
                      <a:pt x="144" y="624"/>
                    </a:lnTo>
                    <a:lnTo>
                      <a:pt x="144" y="642"/>
                    </a:lnTo>
                    <a:lnTo>
                      <a:pt x="150" y="648"/>
                    </a:lnTo>
                    <a:lnTo>
                      <a:pt x="156" y="660"/>
                    </a:lnTo>
                    <a:lnTo>
                      <a:pt x="168" y="666"/>
                    </a:lnTo>
                    <a:lnTo>
                      <a:pt x="174" y="678"/>
                    </a:lnTo>
                    <a:lnTo>
                      <a:pt x="192" y="696"/>
                    </a:lnTo>
                    <a:lnTo>
                      <a:pt x="204" y="720"/>
                    </a:lnTo>
                    <a:lnTo>
                      <a:pt x="216" y="732"/>
                    </a:lnTo>
                    <a:lnTo>
                      <a:pt x="222" y="744"/>
                    </a:lnTo>
                    <a:lnTo>
                      <a:pt x="234" y="762"/>
                    </a:lnTo>
                    <a:lnTo>
                      <a:pt x="240" y="768"/>
                    </a:lnTo>
                    <a:lnTo>
                      <a:pt x="246" y="780"/>
                    </a:lnTo>
                    <a:lnTo>
                      <a:pt x="252" y="822"/>
                    </a:lnTo>
                    <a:lnTo>
                      <a:pt x="252" y="828"/>
                    </a:lnTo>
                    <a:lnTo>
                      <a:pt x="258" y="834"/>
                    </a:lnTo>
                    <a:lnTo>
                      <a:pt x="264" y="846"/>
                    </a:lnTo>
                    <a:lnTo>
                      <a:pt x="270" y="864"/>
                    </a:lnTo>
                    <a:lnTo>
                      <a:pt x="282" y="876"/>
                    </a:lnTo>
                    <a:lnTo>
                      <a:pt x="288" y="894"/>
                    </a:lnTo>
                    <a:lnTo>
                      <a:pt x="294" y="906"/>
                    </a:lnTo>
                    <a:lnTo>
                      <a:pt x="294" y="918"/>
                    </a:lnTo>
                    <a:lnTo>
                      <a:pt x="300" y="924"/>
                    </a:lnTo>
                    <a:lnTo>
                      <a:pt x="312" y="924"/>
                    </a:lnTo>
                    <a:lnTo>
                      <a:pt x="324" y="936"/>
                    </a:lnTo>
                    <a:lnTo>
                      <a:pt x="324" y="948"/>
                    </a:lnTo>
                    <a:lnTo>
                      <a:pt x="330" y="954"/>
                    </a:lnTo>
                    <a:lnTo>
                      <a:pt x="330" y="966"/>
                    </a:lnTo>
                    <a:lnTo>
                      <a:pt x="336" y="984"/>
                    </a:lnTo>
                    <a:lnTo>
                      <a:pt x="360" y="1014"/>
                    </a:lnTo>
                    <a:lnTo>
                      <a:pt x="378" y="1050"/>
                    </a:lnTo>
                    <a:lnTo>
                      <a:pt x="396" y="1074"/>
                    </a:lnTo>
                    <a:lnTo>
                      <a:pt x="402" y="1086"/>
                    </a:lnTo>
                    <a:lnTo>
                      <a:pt x="408" y="1104"/>
                    </a:lnTo>
                    <a:lnTo>
                      <a:pt x="408" y="1116"/>
                    </a:lnTo>
                    <a:lnTo>
                      <a:pt x="402" y="1128"/>
                    </a:lnTo>
                    <a:lnTo>
                      <a:pt x="402" y="1146"/>
                    </a:lnTo>
                    <a:lnTo>
                      <a:pt x="414" y="1158"/>
                    </a:lnTo>
                    <a:lnTo>
                      <a:pt x="420" y="1170"/>
                    </a:lnTo>
                    <a:lnTo>
                      <a:pt x="444" y="1194"/>
                    </a:lnTo>
                    <a:lnTo>
                      <a:pt x="456" y="1200"/>
                    </a:lnTo>
                    <a:lnTo>
                      <a:pt x="468" y="1212"/>
                    </a:lnTo>
                    <a:lnTo>
                      <a:pt x="474" y="1224"/>
                    </a:lnTo>
                    <a:lnTo>
                      <a:pt x="498" y="1248"/>
                    </a:lnTo>
                    <a:lnTo>
                      <a:pt x="516" y="1260"/>
                    </a:lnTo>
                    <a:lnTo>
                      <a:pt x="546" y="1278"/>
                    </a:lnTo>
                    <a:lnTo>
                      <a:pt x="576" y="1290"/>
                    </a:lnTo>
                    <a:lnTo>
                      <a:pt x="600" y="1302"/>
                    </a:lnTo>
                    <a:lnTo>
                      <a:pt x="642" y="1320"/>
                    </a:lnTo>
                    <a:lnTo>
                      <a:pt x="696" y="1350"/>
                    </a:lnTo>
                    <a:lnTo>
                      <a:pt x="708" y="1362"/>
                    </a:lnTo>
                    <a:lnTo>
                      <a:pt x="726" y="1374"/>
                    </a:lnTo>
                    <a:lnTo>
                      <a:pt x="738" y="1380"/>
                    </a:lnTo>
                    <a:lnTo>
                      <a:pt x="750" y="1392"/>
                    </a:lnTo>
                    <a:lnTo>
                      <a:pt x="774" y="1404"/>
                    </a:lnTo>
                    <a:lnTo>
                      <a:pt x="780" y="1428"/>
                    </a:lnTo>
                    <a:lnTo>
                      <a:pt x="792" y="1434"/>
                    </a:lnTo>
                    <a:lnTo>
                      <a:pt x="798" y="1446"/>
                    </a:lnTo>
                    <a:lnTo>
                      <a:pt x="810" y="1452"/>
                    </a:lnTo>
                    <a:lnTo>
                      <a:pt x="816" y="1458"/>
                    </a:lnTo>
                    <a:lnTo>
                      <a:pt x="840" y="1470"/>
                    </a:lnTo>
                    <a:lnTo>
                      <a:pt x="846" y="1482"/>
                    </a:lnTo>
                    <a:lnTo>
                      <a:pt x="858" y="1488"/>
                    </a:lnTo>
                    <a:lnTo>
                      <a:pt x="894" y="1464"/>
                    </a:lnTo>
                    <a:lnTo>
                      <a:pt x="900" y="1458"/>
                    </a:lnTo>
                    <a:lnTo>
                      <a:pt x="900" y="1440"/>
                    </a:lnTo>
                    <a:lnTo>
                      <a:pt x="894" y="1428"/>
                    </a:lnTo>
                    <a:lnTo>
                      <a:pt x="912" y="1416"/>
                    </a:lnTo>
                    <a:lnTo>
                      <a:pt x="900" y="1392"/>
                    </a:lnTo>
                    <a:lnTo>
                      <a:pt x="918" y="1374"/>
                    </a:lnTo>
                    <a:lnTo>
                      <a:pt x="930" y="1368"/>
                    </a:lnTo>
                    <a:lnTo>
                      <a:pt x="942" y="1344"/>
                    </a:lnTo>
                    <a:lnTo>
                      <a:pt x="942" y="1332"/>
                    </a:lnTo>
                    <a:lnTo>
                      <a:pt x="930" y="13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6" name="Paraguay" descr="© INSCALE GmbH, 05.05.2010&#10;http://www.presentationload.com/">
                <a:extLst>
                  <a:ext uri="{FF2B5EF4-FFF2-40B4-BE49-F238E27FC236}">
                    <a16:creationId xmlns:a16="http://schemas.microsoft.com/office/drawing/2014/main" id="{451041FD-C11B-0445-BFF5-CF51C02E0CC5}"/>
                  </a:ext>
                </a:extLst>
              </p:cNvPr>
              <p:cNvSpPr>
                <a:spLocks/>
              </p:cNvSpPr>
              <p:nvPr/>
            </p:nvSpPr>
            <p:spPr bwMode="gray">
              <a:xfrm>
                <a:off x="3896809" y="4794231"/>
                <a:ext cx="251477" cy="284349"/>
              </a:xfrm>
              <a:custGeom>
                <a:avLst/>
                <a:gdLst>
                  <a:gd name="T0" fmla="*/ 2147483647 w 600"/>
                  <a:gd name="T1" fmla="*/ 2147483647 h 678"/>
                  <a:gd name="T2" fmla="*/ 2147483647 w 600"/>
                  <a:gd name="T3" fmla="*/ 2147483647 h 678"/>
                  <a:gd name="T4" fmla="*/ 2147483647 w 600"/>
                  <a:gd name="T5" fmla="*/ 2147483647 h 678"/>
                  <a:gd name="T6" fmla="*/ 2147483647 w 600"/>
                  <a:gd name="T7" fmla="*/ 2147483647 h 678"/>
                  <a:gd name="T8" fmla="*/ 2147483647 w 600"/>
                  <a:gd name="T9" fmla="*/ 2147483647 h 678"/>
                  <a:gd name="T10" fmla="*/ 2147483647 w 600"/>
                  <a:gd name="T11" fmla="*/ 2147483647 h 678"/>
                  <a:gd name="T12" fmla="*/ 2147483647 w 600"/>
                  <a:gd name="T13" fmla="*/ 2147483647 h 678"/>
                  <a:gd name="T14" fmla="*/ 2147483647 w 600"/>
                  <a:gd name="T15" fmla="*/ 2147483647 h 678"/>
                  <a:gd name="T16" fmla="*/ 2147483647 w 600"/>
                  <a:gd name="T17" fmla="*/ 2147483647 h 678"/>
                  <a:gd name="T18" fmla="*/ 2147483647 w 600"/>
                  <a:gd name="T19" fmla="*/ 2147483647 h 678"/>
                  <a:gd name="T20" fmla="*/ 2147483647 w 600"/>
                  <a:gd name="T21" fmla="*/ 2147483647 h 678"/>
                  <a:gd name="T22" fmla="*/ 2147483647 w 600"/>
                  <a:gd name="T23" fmla="*/ 2147483647 h 678"/>
                  <a:gd name="T24" fmla="*/ 2147483647 w 600"/>
                  <a:gd name="T25" fmla="*/ 2147483647 h 678"/>
                  <a:gd name="T26" fmla="*/ 2147483647 w 600"/>
                  <a:gd name="T27" fmla="*/ 2147483647 h 678"/>
                  <a:gd name="T28" fmla="*/ 2147483647 w 600"/>
                  <a:gd name="T29" fmla="*/ 2147483647 h 678"/>
                  <a:gd name="T30" fmla="*/ 2147483647 w 600"/>
                  <a:gd name="T31" fmla="*/ 2147483647 h 678"/>
                  <a:gd name="T32" fmla="*/ 2147483647 w 600"/>
                  <a:gd name="T33" fmla="*/ 2147483647 h 678"/>
                  <a:gd name="T34" fmla="*/ 2147483647 w 600"/>
                  <a:gd name="T35" fmla="*/ 2147483647 h 678"/>
                  <a:gd name="T36" fmla="*/ 2147483647 w 600"/>
                  <a:gd name="T37" fmla="*/ 2147483647 h 678"/>
                  <a:gd name="T38" fmla="*/ 2147483647 w 600"/>
                  <a:gd name="T39" fmla="*/ 2147483647 h 678"/>
                  <a:gd name="T40" fmla="*/ 2147483647 w 600"/>
                  <a:gd name="T41" fmla="*/ 2147483647 h 678"/>
                  <a:gd name="T42" fmla="*/ 2147483647 w 600"/>
                  <a:gd name="T43" fmla="*/ 2147483647 h 678"/>
                  <a:gd name="T44" fmla="*/ 2147483647 w 600"/>
                  <a:gd name="T45" fmla="*/ 2147483647 h 678"/>
                  <a:gd name="T46" fmla="*/ 2147483647 w 600"/>
                  <a:gd name="T47" fmla="*/ 2147483647 h 678"/>
                  <a:gd name="T48" fmla="*/ 2147483647 w 600"/>
                  <a:gd name="T49" fmla="*/ 2147483647 h 678"/>
                  <a:gd name="T50" fmla="*/ 2147483647 w 600"/>
                  <a:gd name="T51" fmla="*/ 2147483647 h 678"/>
                  <a:gd name="T52" fmla="*/ 2147483647 w 600"/>
                  <a:gd name="T53" fmla="*/ 0 h 678"/>
                  <a:gd name="T54" fmla="*/ 2147483647 w 600"/>
                  <a:gd name="T55" fmla="*/ 2147483647 h 678"/>
                  <a:gd name="T56" fmla="*/ 2147483647 w 600"/>
                  <a:gd name="T57" fmla="*/ 2147483647 h 678"/>
                  <a:gd name="T58" fmla="*/ 0 w 600"/>
                  <a:gd name="T59" fmla="*/ 2147483647 h 678"/>
                  <a:gd name="T60" fmla="*/ 2147483647 w 600"/>
                  <a:gd name="T61" fmla="*/ 2147483647 h 678"/>
                  <a:gd name="T62" fmla="*/ 2147483647 w 600"/>
                  <a:gd name="T63" fmla="*/ 2147483647 h 678"/>
                  <a:gd name="T64" fmla="*/ 2147483647 w 600"/>
                  <a:gd name="T65" fmla="*/ 2147483647 h 678"/>
                  <a:gd name="T66" fmla="*/ 2147483647 w 600"/>
                  <a:gd name="T67" fmla="*/ 2147483647 h 678"/>
                  <a:gd name="T68" fmla="*/ 2147483647 w 600"/>
                  <a:gd name="T69" fmla="*/ 2147483647 h 678"/>
                  <a:gd name="T70" fmla="*/ 2147483647 w 600"/>
                  <a:gd name="T71" fmla="*/ 2147483647 h 678"/>
                  <a:gd name="T72" fmla="*/ 2147483647 w 600"/>
                  <a:gd name="T73" fmla="*/ 2147483647 h 678"/>
                  <a:gd name="T74" fmla="*/ 2147483647 w 600"/>
                  <a:gd name="T75" fmla="*/ 2147483647 h 678"/>
                  <a:gd name="T76" fmla="*/ 2147483647 w 600"/>
                  <a:gd name="T77" fmla="*/ 2147483647 h 678"/>
                  <a:gd name="T78" fmla="*/ 2147483647 w 600"/>
                  <a:gd name="T79" fmla="*/ 2147483647 h 678"/>
                  <a:gd name="T80" fmla="*/ 2147483647 w 600"/>
                  <a:gd name="T81" fmla="*/ 2147483647 h 678"/>
                  <a:gd name="T82" fmla="*/ 2147483647 w 600"/>
                  <a:gd name="T83" fmla="*/ 2147483647 h 678"/>
                  <a:gd name="T84" fmla="*/ 2147483647 w 600"/>
                  <a:gd name="T85" fmla="*/ 2147483647 h 678"/>
                  <a:gd name="T86" fmla="*/ 2147483647 w 600"/>
                  <a:gd name="T87" fmla="*/ 2147483647 h 678"/>
                  <a:gd name="T88" fmla="*/ 2147483647 w 600"/>
                  <a:gd name="T89" fmla="*/ 2147483647 h 678"/>
                  <a:gd name="T90" fmla="*/ 2147483647 w 600"/>
                  <a:gd name="T91" fmla="*/ 2147483647 h 678"/>
                  <a:gd name="T92" fmla="*/ 2147483647 w 600"/>
                  <a:gd name="T93" fmla="*/ 2147483647 h 678"/>
                  <a:gd name="T94" fmla="*/ 2147483647 w 600"/>
                  <a:gd name="T95" fmla="*/ 2147483647 h 678"/>
                  <a:gd name="T96" fmla="*/ 2147483647 w 600"/>
                  <a:gd name="T97" fmla="*/ 2147483647 h 678"/>
                  <a:gd name="T98" fmla="*/ 2147483647 w 600"/>
                  <a:gd name="T99" fmla="*/ 2147483647 h 678"/>
                  <a:gd name="T100" fmla="*/ 2147483647 w 600"/>
                  <a:gd name="T101" fmla="*/ 2147483647 h 678"/>
                  <a:gd name="T102" fmla="*/ 2147483647 w 600"/>
                  <a:gd name="T103" fmla="*/ 2147483647 h 678"/>
                  <a:gd name="T104" fmla="*/ 2147483647 w 600"/>
                  <a:gd name="T105" fmla="*/ 2147483647 h 678"/>
                  <a:gd name="T106" fmla="*/ 2147483647 w 600"/>
                  <a:gd name="T107" fmla="*/ 2147483647 h 678"/>
                  <a:gd name="T108" fmla="*/ 2147483647 w 600"/>
                  <a:gd name="T109" fmla="*/ 2147483647 h 678"/>
                  <a:gd name="T110" fmla="*/ 2147483647 w 600"/>
                  <a:gd name="T111" fmla="*/ 2147483647 h 678"/>
                  <a:gd name="T112" fmla="*/ 2147483647 w 600"/>
                  <a:gd name="T113" fmla="*/ 2147483647 h 678"/>
                  <a:gd name="T114" fmla="*/ 2147483647 w 600"/>
                  <a:gd name="T115" fmla="*/ 2147483647 h 678"/>
                  <a:gd name="T116" fmla="*/ 2147483647 w 600"/>
                  <a:gd name="T117" fmla="*/ 2147483647 h 678"/>
                  <a:gd name="T118" fmla="*/ 2147483647 w 600"/>
                  <a:gd name="T119" fmla="*/ 2147483647 h 67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0"/>
                  <a:gd name="T181" fmla="*/ 0 h 678"/>
                  <a:gd name="T182" fmla="*/ 600 w 600"/>
                  <a:gd name="T183" fmla="*/ 678 h 67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0" h="678">
                    <a:moveTo>
                      <a:pt x="480" y="660"/>
                    </a:moveTo>
                    <a:lnTo>
                      <a:pt x="492" y="678"/>
                    </a:lnTo>
                    <a:lnTo>
                      <a:pt x="492" y="660"/>
                    </a:lnTo>
                    <a:lnTo>
                      <a:pt x="498" y="654"/>
                    </a:lnTo>
                    <a:lnTo>
                      <a:pt x="510" y="654"/>
                    </a:lnTo>
                    <a:lnTo>
                      <a:pt x="516" y="660"/>
                    </a:lnTo>
                    <a:lnTo>
                      <a:pt x="516" y="666"/>
                    </a:lnTo>
                    <a:lnTo>
                      <a:pt x="522" y="660"/>
                    </a:lnTo>
                    <a:lnTo>
                      <a:pt x="534" y="636"/>
                    </a:lnTo>
                    <a:lnTo>
                      <a:pt x="546" y="624"/>
                    </a:lnTo>
                    <a:lnTo>
                      <a:pt x="552" y="624"/>
                    </a:lnTo>
                    <a:lnTo>
                      <a:pt x="558" y="618"/>
                    </a:lnTo>
                    <a:lnTo>
                      <a:pt x="570" y="612"/>
                    </a:lnTo>
                    <a:lnTo>
                      <a:pt x="576" y="600"/>
                    </a:lnTo>
                    <a:lnTo>
                      <a:pt x="588" y="594"/>
                    </a:lnTo>
                    <a:lnTo>
                      <a:pt x="588" y="516"/>
                    </a:lnTo>
                    <a:lnTo>
                      <a:pt x="582" y="498"/>
                    </a:lnTo>
                    <a:lnTo>
                      <a:pt x="582" y="486"/>
                    </a:lnTo>
                    <a:lnTo>
                      <a:pt x="588" y="474"/>
                    </a:lnTo>
                    <a:lnTo>
                      <a:pt x="588" y="468"/>
                    </a:lnTo>
                    <a:lnTo>
                      <a:pt x="594" y="462"/>
                    </a:lnTo>
                    <a:lnTo>
                      <a:pt x="594" y="432"/>
                    </a:lnTo>
                    <a:lnTo>
                      <a:pt x="600" y="414"/>
                    </a:lnTo>
                    <a:lnTo>
                      <a:pt x="600" y="396"/>
                    </a:lnTo>
                    <a:lnTo>
                      <a:pt x="594" y="384"/>
                    </a:lnTo>
                    <a:lnTo>
                      <a:pt x="582" y="372"/>
                    </a:lnTo>
                    <a:lnTo>
                      <a:pt x="570" y="366"/>
                    </a:lnTo>
                    <a:lnTo>
                      <a:pt x="558" y="366"/>
                    </a:lnTo>
                    <a:lnTo>
                      <a:pt x="540" y="384"/>
                    </a:lnTo>
                    <a:lnTo>
                      <a:pt x="528" y="384"/>
                    </a:lnTo>
                    <a:lnTo>
                      <a:pt x="516" y="378"/>
                    </a:lnTo>
                    <a:lnTo>
                      <a:pt x="504" y="354"/>
                    </a:lnTo>
                    <a:lnTo>
                      <a:pt x="504" y="336"/>
                    </a:lnTo>
                    <a:lnTo>
                      <a:pt x="498" y="318"/>
                    </a:lnTo>
                    <a:lnTo>
                      <a:pt x="498" y="294"/>
                    </a:lnTo>
                    <a:lnTo>
                      <a:pt x="492" y="276"/>
                    </a:lnTo>
                    <a:lnTo>
                      <a:pt x="492" y="252"/>
                    </a:lnTo>
                    <a:lnTo>
                      <a:pt x="486" y="246"/>
                    </a:lnTo>
                    <a:lnTo>
                      <a:pt x="474" y="240"/>
                    </a:lnTo>
                    <a:lnTo>
                      <a:pt x="402" y="240"/>
                    </a:lnTo>
                    <a:lnTo>
                      <a:pt x="360" y="234"/>
                    </a:lnTo>
                    <a:lnTo>
                      <a:pt x="324" y="222"/>
                    </a:lnTo>
                    <a:lnTo>
                      <a:pt x="318" y="216"/>
                    </a:lnTo>
                    <a:lnTo>
                      <a:pt x="312" y="204"/>
                    </a:lnTo>
                    <a:lnTo>
                      <a:pt x="312" y="162"/>
                    </a:lnTo>
                    <a:lnTo>
                      <a:pt x="318" y="150"/>
                    </a:lnTo>
                    <a:lnTo>
                      <a:pt x="318" y="132"/>
                    </a:lnTo>
                    <a:lnTo>
                      <a:pt x="306" y="132"/>
                    </a:lnTo>
                    <a:lnTo>
                      <a:pt x="306" y="96"/>
                    </a:lnTo>
                    <a:lnTo>
                      <a:pt x="294" y="90"/>
                    </a:lnTo>
                    <a:lnTo>
                      <a:pt x="288" y="84"/>
                    </a:lnTo>
                    <a:lnTo>
                      <a:pt x="288" y="78"/>
                    </a:lnTo>
                    <a:lnTo>
                      <a:pt x="270" y="42"/>
                    </a:lnTo>
                    <a:lnTo>
                      <a:pt x="216" y="0"/>
                    </a:lnTo>
                    <a:lnTo>
                      <a:pt x="138" y="12"/>
                    </a:lnTo>
                    <a:lnTo>
                      <a:pt x="36" y="30"/>
                    </a:lnTo>
                    <a:lnTo>
                      <a:pt x="30" y="60"/>
                    </a:lnTo>
                    <a:lnTo>
                      <a:pt x="18" y="72"/>
                    </a:lnTo>
                    <a:lnTo>
                      <a:pt x="6" y="78"/>
                    </a:lnTo>
                    <a:lnTo>
                      <a:pt x="0" y="84"/>
                    </a:lnTo>
                    <a:lnTo>
                      <a:pt x="0" y="96"/>
                    </a:lnTo>
                    <a:lnTo>
                      <a:pt x="12" y="120"/>
                    </a:lnTo>
                    <a:lnTo>
                      <a:pt x="12" y="126"/>
                    </a:lnTo>
                    <a:lnTo>
                      <a:pt x="18" y="132"/>
                    </a:lnTo>
                    <a:lnTo>
                      <a:pt x="18" y="156"/>
                    </a:lnTo>
                    <a:lnTo>
                      <a:pt x="6" y="228"/>
                    </a:lnTo>
                    <a:lnTo>
                      <a:pt x="6" y="246"/>
                    </a:lnTo>
                    <a:lnTo>
                      <a:pt x="24" y="264"/>
                    </a:lnTo>
                    <a:lnTo>
                      <a:pt x="24" y="270"/>
                    </a:lnTo>
                    <a:lnTo>
                      <a:pt x="30" y="276"/>
                    </a:lnTo>
                    <a:lnTo>
                      <a:pt x="36" y="288"/>
                    </a:lnTo>
                    <a:lnTo>
                      <a:pt x="48" y="294"/>
                    </a:lnTo>
                    <a:lnTo>
                      <a:pt x="54" y="306"/>
                    </a:lnTo>
                    <a:lnTo>
                      <a:pt x="60" y="312"/>
                    </a:lnTo>
                    <a:lnTo>
                      <a:pt x="84" y="324"/>
                    </a:lnTo>
                    <a:lnTo>
                      <a:pt x="102" y="342"/>
                    </a:lnTo>
                    <a:lnTo>
                      <a:pt x="114" y="348"/>
                    </a:lnTo>
                    <a:lnTo>
                      <a:pt x="120" y="366"/>
                    </a:lnTo>
                    <a:lnTo>
                      <a:pt x="126" y="366"/>
                    </a:lnTo>
                    <a:lnTo>
                      <a:pt x="132" y="372"/>
                    </a:lnTo>
                    <a:lnTo>
                      <a:pt x="168" y="390"/>
                    </a:lnTo>
                    <a:lnTo>
                      <a:pt x="198" y="390"/>
                    </a:lnTo>
                    <a:lnTo>
                      <a:pt x="210" y="396"/>
                    </a:lnTo>
                    <a:lnTo>
                      <a:pt x="216" y="402"/>
                    </a:lnTo>
                    <a:lnTo>
                      <a:pt x="228" y="408"/>
                    </a:lnTo>
                    <a:lnTo>
                      <a:pt x="234" y="414"/>
                    </a:lnTo>
                    <a:lnTo>
                      <a:pt x="240" y="414"/>
                    </a:lnTo>
                    <a:lnTo>
                      <a:pt x="246" y="420"/>
                    </a:lnTo>
                    <a:lnTo>
                      <a:pt x="258" y="426"/>
                    </a:lnTo>
                    <a:lnTo>
                      <a:pt x="276" y="438"/>
                    </a:lnTo>
                    <a:lnTo>
                      <a:pt x="312" y="456"/>
                    </a:lnTo>
                    <a:lnTo>
                      <a:pt x="318" y="462"/>
                    </a:lnTo>
                    <a:lnTo>
                      <a:pt x="330" y="462"/>
                    </a:lnTo>
                    <a:lnTo>
                      <a:pt x="342" y="468"/>
                    </a:lnTo>
                    <a:lnTo>
                      <a:pt x="360" y="474"/>
                    </a:lnTo>
                    <a:lnTo>
                      <a:pt x="372" y="480"/>
                    </a:lnTo>
                    <a:lnTo>
                      <a:pt x="378" y="486"/>
                    </a:lnTo>
                    <a:lnTo>
                      <a:pt x="372" y="492"/>
                    </a:lnTo>
                    <a:lnTo>
                      <a:pt x="372" y="504"/>
                    </a:lnTo>
                    <a:lnTo>
                      <a:pt x="366" y="510"/>
                    </a:lnTo>
                    <a:lnTo>
                      <a:pt x="360" y="522"/>
                    </a:lnTo>
                    <a:lnTo>
                      <a:pt x="366" y="528"/>
                    </a:lnTo>
                    <a:lnTo>
                      <a:pt x="372" y="540"/>
                    </a:lnTo>
                    <a:lnTo>
                      <a:pt x="372" y="546"/>
                    </a:lnTo>
                    <a:lnTo>
                      <a:pt x="366" y="552"/>
                    </a:lnTo>
                    <a:lnTo>
                      <a:pt x="348" y="552"/>
                    </a:lnTo>
                    <a:lnTo>
                      <a:pt x="348" y="588"/>
                    </a:lnTo>
                    <a:lnTo>
                      <a:pt x="342" y="594"/>
                    </a:lnTo>
                    <a:lnTo>
                      <a:pt x="336" y="606"/>
                    </a:lnTo>
                    <a:lnTo>
                      <a:pt x="330" y="612"/>
                    </a:lnTo>
                    <a:lnTo>
                      <a:pt x="324" y="624"/>
                    </a:lnTo>
                    <a:lnTo>
                      <a:pt x="324" y="636"/>
                    </a:lnTo>
                    <a:lnTo>
                      <a:pt x="330" y="642"/>
                    </a:lnTo>
                    <a:lnTo>
                      <a:pt x="354" y="642"/>
                    </a:lnTo>
                    <a:lnTo>
                      <a:pt x="366" y="636"/>
                    </a:lnTo>
                    <a:lnTo>
                      <a:pt x="372" y="636"/>
                    </a:lnTo>
                    <a:lnTo>
                      <a:pt x="384" y="642"/>
                    </a:lnTo>
                    <a:lnTo>
                      <a:pt x="390" y="648"/>
                    </a:lnTo>
                    <a:lnTo>
                      <a:pt x="402" y="654"/>
                    </a:lnTo>
                    <a:lnTo>
                      <a:pt x="420" y="660"/>
                    </a:lnTo>
                    <a:lnTo>
                      <a:pt x="480" y="6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7" name="Guyane (French Guiana)" descr="© INSCALE GmbH, 05.05.2010&#10;http://www.presentationload.com/">
                <a:extLst>
                  <a:ext uri="{FF2B5EF4-FFF2-40B4-BE49-F238E27FC236}">
                    <a16:creationId xmlns:a16="http://schemas.microsoft.com/office/drawing/2014/main" id="{99D42F3C-9C4D-2D40-8C2F-A9D4094BA337}"/>
                  </a:ext>
                </a:extLst>
              </p:cNvPr>
              <p:cNvSpPr>
                <a:spLocks/>
              </p:cNvSpPr>
              <p:nvPr/>
            </p:nvSpPr>
            <p:spPr bwMode="gray">
              <a:xfrm>
                <a:off x="4089116" y="3946110"/>
                <a:ext cx="85469" cy="124916"/>
              </a:xfrm>
              <a:custGeom>
                <a:avLst/>
                <a:gdLst>
                  <a:gd name="T0" fmla="*/ 2147483647 w 52"/>
                  <a:gd name="T1" fmla="*/ 2147483647 h 76"/>
                  <a:gd name="T2" fmla="*/ 2147483647 w 52"/>
                  <a:gd name="T3" fmla="*/ 2147483647 h 76"/>
                  <a:gd name="T4" fmla="*/ 2147483647 w 52"/>
                  <a:gd name="T5" fmla="*/ 2147483647 h 76"/>
                  <a:gd name="T6" fmla="*/ 2147483647 w 52"/>
                  <a:gd name="T7" fmla="*/ 2147483647 h 76"/>
                  <a:gd name="T8" fmla="*/ 2147483647 w 52"/>
                  <a:gd name="T9" fmla="*/ 2147483647 h 76"/>
                  <a:gd name="T10" fmla="*/ 2147483647 w 52"/>
                  <a:gd name="T11" fmla="*/ 2147483647 h 76"/>
                  <a:gd name="T12" fmla="*/ 2147483647 w 52"/>
                  <a:gd name="T13" fmla="*/ 2147483647 h 76"/>
                  <a:gd name="T14" fmla="*/ 2147483647 w 52"/>
                  <a:gd name="T15" fmla="*/ 2147483647 h 76"/>
                  <a:gd name="T16" fmla="*/ 2147483647 w 52"/>
                  <a:gd name="T17" fmla="*/ 2147483647 h 76"/>
                  <a:gd name="T18" fmla="*/ 2147483647 w 52"/>
                  <a:gd name="T19" fmla="*/ 2147483647 h 76"/>
                  <a:gd name="T20" fmla="*/ 2147483647 w 52"/>
                  <a:gd name="T21" fmla="*/ 2147483647 h 76"/>
                  <a:gd name="T22" fmla="*/ 2147483647 w 52"/>
                  <a:gd name="T23" fmla="*/ 0 h 76"/>
                  <a:gd name="T24" fmla="*/ 2147483647 w 52"/>
                  <a:gd name="T25" fmla="*/ 2147483647 h 76"/>
                  <a:gd name="T26" fmla="*/ 2147483647 w 52"/>
                  <a:gd name="T27" fmla="*/ 2147483647 h 76"/>
                  <a:gd name="T28" fmla="*/ 2147483647 w 52"/>
                  <a:gd name="T29" fmla="*/ 2147483647 h 76"/>
                  <a:gd name="T30" fmla="*/ 2147483647 w 52"/>
                  <a:gd name="T31" fmla="*/ 2147483647 h 76"/>
                  <a:gd name="T32" fmla="*/ 2147483647 w 52"/>
                  <a:gd name="T33" fmla="*/ 2147483647 h 76"/>
                  <a:gd name="T34" fmla="*/ 2147483647 w 52"/>
                  <a:gd name="T35" fmla="*/ 2147483647 h 76"/>
                  <a:gd name="T36" fmla="*/ 2147483647 w 52"/>
                  <a:gd name="T37" fmla="*/ 2147483647 h 76"/>
                  <a:gd name="T38" fmla="*/ 2147483647 w 52"/>
                  <a:gd name="T39" fmla="*/ 2147483647 h 76"/>
                  <a:gd name="T40" fmla="*/ 2147483647 w 52"/>
                  <a:gd name="T41" fmla="*/ 2147483647 h 76"/>
                  <a:gd name="T42" fmla="*/ 2147483647 w 52"/>
                  <a:gd name="T43" fmla="*/ 2147483647 h 76"/>
                  <a:gd name="T44" fmla="*/ 2147483647 w 52"/>
                  <a:gd name="T45" fmla="*/ 2147483647 h 76"/>
                  <a:gd name="T46" fmla="*/ 2147483647 w 52"/>
                  <a:gd name="T47" fmla="*/ 2147483647 h 76"/>
                  <a:gd name="T48" fmla="*/ 2147483647 w 52"/>
                  <a:gd name="T49" fmla="*/ 2147483647 h 76"/>
                  <a:gd name="T50" fmla="*/ 2147483647 w 52"/>
                  <a:gd name="T51" fmla="*/ 2147483647 h 76"/>
                  <a:gd name="T52" fmla="*/ 2147483647 w 52"/>
                  <a:gd name="T53" fmla="*/ 2147483647 h 76"/>
                  <a:gd name="T54" fmla="*/ 2147483647 w 52"/>
                  <a:gd name="T55" fmla="*/ 2147483647 h 76"/>
                  <a:gd name="T56" fmla="*/ 2147483647 w 52"/>
                  <a:gd name="T57" fmla="*/ 2147483647 h 76"/>
                  <a:gd name="T58" fmla="*/ 2147483647 w 52"/>
                  <a:gd name="T59" fmla="*/ 2147483647 h 76"/>
                  <a:gd name="T60" fmla="*/ 2147483647 w 52"/>
                  <a:gd name="T61" fmla="*/ 2147483647 h 76"/>
                  <a:gd name="T62" fmla="*/ 2147483647 w 52"/>
                  <a:gd name="T63" fmla="*/ 2147483647 h 76"/>
                  <a:gd name="T64" fmla="*/ 0 w 52"/>
                  <a:gd name="T65" fmla="*/ 2147483647 h 76"/>
                  <a:gd name="T66" fmla="*/ 0 w 52"/>
                  <a:gd name="T67" fmla="*/ 2147483647 h 76"/>
                  <a:gd name="T68" fmla="*/ 2147483647 w 52"/>
                  <a:gd name="T69" fmla="*/ 2147483647 h 76"/>
                  <a:gd name="T70" fmla="*/ 2147483647 w 52"/>
                  <a:gd name="T71" fmla="*/ 2147483647 h 76"/>
                  <a:gd name="T72" fmla="*/ 2147483647 w 52"/>
                  <a:gd name="T73" fmla="*/ 2147483647 h 76"/>
                  <a:gd name="T74" fmla="*/ 2147483647 w 52"/>
                  <a:gd name="T75" fmla="*/ 2147483647 h 76"/>
                  <a:gd name="T76" fmla="*/ 2147483647 w 52"/>
                  <a:gd name="T77" fmla="*/ 2147483647 h 76"/>
                  <a:gd name="T78" fmla="*/ 2147483647 w 52"/>
                  <a:gd name="T79" fmla="*/ 2147483647 h 76"/>
                  <a:gd name="T80" fmla="*/ 2147483647 w 52"/>
                  <a:gd name="T81" fmla="*/ 2147483647 h 76"/>
                  <a:gd name="T82" fmla="*/ 2147483647 w 52"/>
                  <a:gd name="T83" fmla="*/ 2147483647 h 76"/>
                  <a:gd name="T84" fmla="*/ 2147483647 w 52"/>
                  <a:gd name="T85" fmla="*/ 2147483647 h 76"/>
                  <a:gd name="T86" fmla="*/ 2147483647 w 52"/>
                  <a:gd name="T87" fmla="*/ 2147483647 h 76"/>
                  <a:gd name="T88" fmla="*/ 2147483647 w 52"/>
                  <a:gd name="T89" fmla="*/ 2147483647 h 76"/>
                  <a:gd name="T90" fmla="*/ 2147483647 w 52"/>
                  <a:gd name="T91" fmla="*/ 2147483647 h 76"/>
                  <a:gd name="T92" fmla="*/ 2147483647 w 52"/>
                  <a:gd name="T93" fmla="*/ 2147483647 h 76"/>
                  <a:gd name="T94" fmla="*/ 2147483647 w 52"/>
                  <a:gd name="T95" fmla="*/ 2147483647 h 76"/>
                  <a:gd name="T96" fmla="*/ 2147483647 w 52"/>
                  <a:gd name="T97" fmla="*/ 2147483647 h 76"/>
                  <a:gd name="T98" fmla="*/ 2147483647 w 52"/>
                  <a:gd name="T99" fmla="*/ 2147483647 h 76"/>
                  <a:gd name="T100" fmla="*/ 2147483647 w 52"/>
                  <a:gd name="T101" fmla="*/ 2147483647 h 76"/>
                  <a:gd name="T102" fmla="*/ 2147483647 w 52"/>
                  <a:gd name="T103" fmla="*/ 2147483647 h 76"/>
                  <a:gd name="T104" fmla="*/ 2147483647 w 52"/>
                  <a:gd name="T105" fmla="*/ 2147483647 h 76"/>
                  <a:gd name="T106" fmla="*/ 2147483647 w 52"/>
                  <a:gd name="T107" fmla="*/ 2147483647 h 76"/>
                  <a:gd name="T108" fmla="*/ 2147483647 w 52"/>
                  <a:gd name="T109" fmla="*/ 2147483647 h 76"/>
                  <a:gd name="T110" fmla="*/ 2147483647 w 52"/>
                  <a:gd name="T111" fmla="*/ 2147483647 h 76"/>
                  <a:gd name="T112" fmla="*/ 2147483647 w 52"/>
                  <a:gd name="T113" fmla="*/ 2147483647 h 76"/>
                  <a:gd name="T114" fmla="*/ 2147483647 w 52"/>
                  <a:gd name="T115" fmla="*/ 2147483647 h 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2"/>
                  <a:gd name="T175" fmla="*/ 0 h 76"/>
                  <a:gd name="T176" fmla="*/ 52 w 52"/>
                  <a:gd name="T177" fmla="*/ 76 h 7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2" h="76">
                    <a:moveTo>
                      <a:pt x="52" y="32"/>
                    </a:moveTo>
                    <a:lnTo>
                      <a:pt x="50" y="26"/>
                    </a:lnTo>
                    <a:lnTo>
                      <a:pt x="48" y="24"/>
                    </a:lnTo>
                    <a:lnTo>
                      <a:pt x="46" y="22"/>
                    </a:lnTo>
                    <a:lnTo>
                      <a:pt x="46" y="20"/>
                    </a:lnTo>
                    <a:lnTo>
                      <a:pt x="40" y="20"/>
                    </a:lnTo>
                    <a:lnTo>
                      <a:pt x="32" y="6"/>
                    </a:lnTo>
                    <a:lnTo>
                      <a:pt x="24" y="6"/>
                    </a:lnTo>
                    <a:lnTo>
                      <a:pt x="22" y="4"/>
                    </a:lnTo>
                    <a:lnTo>
                      <a:pt x="20" y="4"/>
                    </a:lnTo>
                    <a:lnTo>
                      <a:pt x="16" y="2"/>
                    </a:lnTo>
                    <a:lnTo>
                      <a:pt x="14" y="0"/>
                    </a:lnTo>
                    <a:lnTo>
                      <a:pt x="12" y="4"/>
                    </a:lnTo>
                    <a:lnTo>
                      <a:pt x="12" y="10"/>
                    </a:lnTo>
                    <a:lnTo>
                      <a:pt x="10" y="10"/>
                    </a:lnTo>
                    <a:lnTo>
                      <a:pt x="8" y="12"/>
                    </a:lnTo>
                    <a:lnTo>
                      <a:pt x="6" y="14"/>
                    </a:lnTo>
                    <a:lnTo>
                      <a:pt x="4" y="16"/>
                    </a:lnTo>
                    <a:lnTo>
                      <a:pt x="2" y="20"/>
                    </a:lnTo>
                    <a:lnTo>
                      <a:pt x="2" y="28"/>
                    </a:lnTo>
                    <a:lnTo>
                      <a:pt x="4" y="32"/>
                    </a:lnTo>
                    <a:lnTo>
                      <a:pt x="4" y="36"/>
                    </a:lnTo>
                    <a:lnTo>
                      <a:pt x="6" y="40"/>
                    </a:lnTo>
                    <a:lnTo>
                      <a:pt x="10" y="44"/>
                    </a:lnTo>
                    <a:lnTo>
                      <a:pt x="12" y="46"/>
                    </a:lnTo>
                    <a:lnTo>
                      <a:pt x="12" y="48"/>
                    </a:lnTo>
                    <a:lnTo>
                      <a:pt x="6" y="54"/>
                    </a:lnTo>
                    <a:lnTo>
                      <a:pt x="8" y="62"/>
                    </a:lnTo>
                    <a:lnTo>
                      <a:pt x="6" y="64"/>
                    </a:lnTo>
                    <a:lnTo>
                      <a:pt x="4" y="64"/>
                    </a:lnTo>
                    <a:lnTo>
                      <a:pt x="4" y="66"/>
                    </a:lnTo>
                    <a:lnTo>
                      <a:pt x="2" y="68"/>
                    </a:lnTo>
                    <a:lnTo>
                      <a:pt x="0" y="72"/>
                    </a:lnTo>
                    <a:lnTo>
                      <a:pt x="4" y="76"/>
                    </a:lnTo>
                    <a:lnTo>
                      <a:pt x="10" y="76"/>
                    </a:lnTo>
                    <a:lnTo>
                      <a:pt x="12" y="74"/>
                    </a:lnTo>
                    <a:lnTo>
                      <a:pt x="12" y="72"/>
                    </a:lnTo>
                    <a:lnTo>
                      <a:pt x="14" y="72"/>
                    </a:lnTo>
                    <a:lnTo>
                      <a:pt x="16" y="72"/>
                    </a:lnTo>
                    <a:lnTo>
                      <a:pt x="18" y="72"/>
                    </a:lnTo>
                    <a:lnTo>
                      <a:pt x="20" y="72"/>
                    </a:lnTo>
                    <a:lnTo>
                      <a:pt x="22" y="72"/>
                    </a:lnTo>
                    <a:lnTo>
                      <a:pt x="26" y="74"/>
                    </a:lnTo>
                    <a:lnTo>
                      <a:pt x="30" y="74"/>
                    </a:lnTo>
                    <a:lnTo>
                      <a:pt x="32" y="72"/>
                    </a:lnTo>
                    <a:lnTo>
                      <a:pt x="40" y="64"/>
                    </a:lnTo>
                    <a:lnTo>
                      <a:pt x="40" y="60"/>
                    </a:lnTo>
                    <a:lnTo>
                      <a:pt x="44" y="50"/>
                    </a:lnTo>
                    <a:lnTo>
                      <a:pt x="46" y="46"/>
                    </a:lnTo>
                    <a:lnTo>
                      <a:pt x="48" y="44"/>
                    </a:lnTo>
                    <a:lnTo>
                      <a:pt x="50" y="42"/>
                    </a:lnTo>
                    <a:lnTo>
                      <a:pt x="50" y="40"/>
                    </a:lnTo>
                    <a:lnTo>
                      <a:pt x="52" y="38"/>
                    </a:lnTo>
                    <a:lnTo>
                      <a:pt x="52" y="36"/>
                    </a:lnTo>
                    <a:lnTo>
                      <a:pt x="52" y="34"/>
                    </a:lnTo>
                    <a:lnTo>
                      <a:pt x="52" y="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8" name="Guyana" descr="© INSCALE GmbH, 05.05.2010&#10;http://www.presentationload.com/">
                <a:extLst>
                  <a:ext uri="{FF2B5EF4-FFF2-40B4-BE49-F238E27FC236}">
                    <a16:creationId xmlns:a16="http://schemas.microsoft.com/office/drawing/2014/main" id="{8CA6F96A-FE9F-2B46-9B95-379E97F23ED7}"/>
                  </a:ext>
                </a:extLst>
              </p:cNvPr>
              <p:cNvSpPr>
                <a:spLocks/>
              </p:cNvSpPr>
              <p:nvPr/>
            </p:nvSpPr>
            <p:spPr bwMode="gray">
              <a:xfrm>
                <a:off x="3888592" y="3855710"/>
                <a:ext cx="136423" cy="244902"/>
              </a:xfrm>
              <a:custGeom>
                <a:avLst/>
                <a:gdLst>
                  <a:gd name="T0" fmla="*/ 2147483647 w 324"/>
                  <a:gd name="T1" fmla="*/ 2147483647 h 582"/>
                  <a:gd name="T2" fmla="*/ 2147483647 w 324"/>
                  <a:gd name="T3" fmla="*/ 2147483647 h 582"/>
                  <a:gd name="T4" fmla="*/ 2147483647 w 324"/>
                  <a:gd name="T5" fmla="*/ 2147483647 h 582"/>
                  <a:gd name="T6" fmla="*/ 2147483647 w 324"/>
                  <a:gd name="T7" fmla="*/ 2147483647 h 582"/>
                  <a:gd name="T8" fmla="*/ 2147483647 w 324"/>
                  <a:gd name="T9" fmla="*/ 2147483647 h 582"/>
                  <a:gd name="T10" fmla="*/ 2147483647 w 324"/>
                  <a:gd name="T11" fmla="*/ 2147483647 h 582"/>
                  <a:gd name="T12" fmla="*/ 2147483647 w 324"/>
                  <a:gd name="T13" fmla="*/ 2147483647 h 582"/>
                  <a:gd name="T14" fmla="*/ 2147483647 w 324"/>
                  <a:gd name="T15" fmla="*/ 2147483647 h 582"/>
                  <a:gd name="T16" fmla="*/ 0 w 324"/>
                  <a:gd name="T17" fmla="*/ 2147483647 h 582"/>
                  <a:gd name="T18" fmla="*/ 2147483647 w 324"/>
                  <a:gd name="T19" fmla="*/ 2147483647 h 582"/>
                  <a:gd name="T20" fmla="*/ 2147483647 w 324"/>
                  <a:gd name="T21" fmla="*/ 2147483647 h 582"/>
                  <a:gd name="T22" fmla="*/ 2147483647 w 324"/>
                  <a:gd name="T23" fmla="*/ 2147483647 h 582"/>
                  <a:gd name="T24" fmla="*/ 2147483647 w 324"/>
                  <a:gd name="T25" fmla="*/ 2147483647 h 582"/>
                  <a:gd name="T26" fmla="*/ 2147483647 w 324"/>
                  <a:gd name="T27" fmla="*/ 2147483647 h 582"/>
                  <a:gd name="T28" fmla="*/ 2147483647 w 324"/>
                  <a:gd name="T29" fmla="*/ 2147483647 h 582"/>
                  <a:gd name="T30" fmla="*/ 2147483647 w 324"/>
                  <a:gd name="T31" fmla="*/ 2147483647 h 582"/>
                  <a:gd name="T32" fmla="*/ 2147483647 w 324"/>
                  <a:gd name="T33" fmla="*/ 2147483647 h 582"/>
                  <a:gd name="T34" fmla="*/ 2147483647 w 324"/>
                  <a:gd name="T35" fmla="*/ 2147483647 h 582"/>
                  <a:gd name="T36" fmla="*/ 2147483647 w 324"/>
                  <a:gd name="T37" fmla="*/ 2147483647 h 582"/>
                  <a:gd name="T38" fmla="*/ 2147483647 w 324"/>
                  <a:gd name="T39" fmla="*/ 2147483647 h 582"/>
                  <a:gd name="T40" fmla="*/ 2147483647 w 324"/>
                  <a:gd name="T41" fmla="*/ 2147483647 h 582"/>
                  <a:gd name="T42" fmla="*/ 2147483647 w 324"/>
                  <a:gd name="T43" fmla="*/ 2147483647 h 582"/>
                  <a:gd name="T44" fmla="*/ 2147483647 w 324"/>
                  <a:gd name="T45" fmla="*/ 2147483647 h 582"/>
                  <a:gd name="T46" fmla="*/ 2147483647 w 324"/>
                  <a:gd name="T47" fmla="*/ 2147483647 h 582"/>
                  <a:gd name="T48" fmla="*/ 2147483647 w 324"/>
                  <a:gd name="T49" fmla="*/ 2147483647 h 582"/>
                  <a:gd name="T50" fmla="*/ 2147483647 w 324"/>
                  <a:gd name="T51" fmla="*/ 2147483647 h 582"/>
                  <a:gd name="T52" fmla="*/ 2147483647 w 324"/>
                  <a:gd name="T53" fmla="*/ 2147483647 h 582"/>
                  <a:gd name="T54" fmla="*/ 2147483647 w 324"/>
                  <a:gd name="T55" fmla="*/ 2147483647 h 582"/>
                  <a:gd name="T56" fmla="*/ 2147483647 w 324"/>
                  <a:gd name="T57" fmla="*/ 2147483647 h 582"/>
                  <a:gd name="T58" fmla="*/ 2147483647 w 324"/>
                  <a:gd name="T59" fmla="*/ 2147483647 h 582"/>
                  <a:gd name="T60" fmla="*/ 2147483647 w 324"/>
                  <a:gd name="T61" fmla="*/ 2147483647 h 582"/>
                  <a:gd name="T62" fmla="*/ 2147483647 w 324"/>
                  <a:gd name="T63" fmla="*/ 2147483647 h 582"/>
                  <a:gd name="T64" fmla="*/ 2147483647 w 324"/>
                  <a:gd name="T65" fmla="*/ 2147483647 h 582"/>
                  <a:gd name="T66" fmla="*/ 2147483647 w 324"/>
                  <a:gd name="T67" fmla="*/ 2147483647 h 582"/>
                  <a:gd name="T68" fmla="*/ 2147483647 w 324"/>
                  <a:gd name="T69" fmla="*/ 2147483647 h 582"/>
                  <a:gd name="T70" fmla="*/ 2147483647 w 324"/>
                  <a:gd name="T71" fmla="*/ 2147483647 h 582"/>
                  <a:gd name="T72" fmla="*/ 2147483647 w 324"/>
                  <a:gd name="T73" fmla="*/ 2147483647 h 582"/>
                  <a:gd name="T74" fmla="*/ 2147483647 w 324"/>
                  <a:gd name="T75" fmla="*/ 2147483647 h 582"/>
                  <a:gd name="T76" fmla="*/ 2147483647 w 324"/>
                  <a:gd name="T77" fmla="*/ 2147483647 h 582"/>
                  <a:gd name="T78" fmla="*/ 2147483647 w 324"/>
                  <a:gd name="T79" fmla="*/ 2147483647 h 582"/>
                  <a:gd name="T80" fmla="*/ 2147483647 w 324"/>
                  <a:gd name="T81" fmla="*/ 2147483647 h 582"/>
                  <a:gd name="T82" fmla="*/ 2147483647 w 324"/>
                  <a:gd name="T83" fmla="*/ 2147483647 h 582"/>
                  <a:gd name="T84" fmla="*/ 2147483647 w 324"/>
                  <a:gd name="T85" fmla="*/ 2147483647 h 582"/>
                  <a:gd name="T86" fmla="*/ 2147483647 w 324"/>
                  <a:gd name="T87" fmla="*/ 2147483647 h 582"/>
                  <a:gd name="T88" fmla="*/ 2147483647 w 324"/>
                  <a:gd name="T89" fmla="*/ 2147483647 h 582"/>
                  <a:gd name="T90" fmla="*/ 2147483647 w 324"/>
                  <a:gd name="T91" fmla="*/ 2147483647 h 582"/>
                  <a:gd name="T92" fmla="*/ 2147483647 w 324"/>
                  <a:gd name="T93" fmla="*/ 2147483647 h 582"/>
                  <a:gd name="T94" fmla="*/ 2147483647 w 324"/>
                  <a:gd name="T95" fmla="*/ 2147483647 h 582"/>
                  <a:gd name="T96" fmla="*/ 2147483647 w 324"/>
                  <a:gd name="T97" fmla="*/ 2147483647 h 582"/>
                  <a:gd name="T98" fmla="*/ 2147483647 w 324"/>
                  <a:gd name="T99" fmla="*/ 2147483647 h 582"/>
                  <a:gd name="T100" fmla="*/ 2147483647 w 324"/>
                  <a:gd name="T101" fmla="*/ 2147483647 h 582"/>
                  <a:gd name="T102" fmla="*/ 2147483647 w 324"/>
                  <a:gd name="T103" fmla="*/ 2147483647 h 582"/>
                  <a:gd name="T104" fmla="*/ 2147483647 w 324"/>
                  <a:gd name="T105" fmla="*/ 2147483647 h 582"/>
                  <a:gd name="T106" fmla="*/ 2147483647 w 324"/>
                  <a:gd name="T107" fmla="*/ 2147483647 h 582"/>
                  <a:gd name="T108" fmla="*/ 2147483647 w 324"/>
                  <a:gd name="T109" fmla="*/ 2147483647 h 582"/>
                  <a:gd name="T110" fmla="*/ 2147483647 w 324"/>
                  <a:gd name="T111" fmla="*/ 2147483647 h 582"/>
                  <a:gd name="T112" fmla="*/ 2147483647 w 324"/>
                  <a:gd name="T113" fmla="*/ 2147483647 h 582"/>
                  <a:gd name="T114" fmla="*/ 2147483647 w 324"/>
                  <a:gd name="T115" fmla="*/ 2147483647 h 582"/>
                  <a:gd name="T116" fmla="*/ 2147483647 w 324"/>
                  <a:gd name="T117" fmla="*/ 2147483647 h 582"/>
                  <a:gd name="T118" fmla="*/ 2147483647 w 324"/>
                  <a:gd name="T119" fmla="*/ 2147483647 h 582"/>
                  <a:gd name="T120" fmla="*/ 2147483647 w 324"/>
                  <a:gd name="T121" fmla="*/ 2147483647 h 582"/>
                  <a:gd name="T122" fmla="*/ 2147483647 w 324"/>
                  <a:gd name="T123" fmla="*/ 0 h 582"/>
                  <a:gd name="T124" fmla="*/ 2147483647 w 324"/>
                  <a:gd name="T125" fmla="*/ 2147483647 h 58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4"/>
                  <a:gd name="T190" fmla="*/ 0 h 582"/>
                  <a:gd name="T191" fmla="*/ 324 w 324"/>
                  <a:gd name="T192" fmla="*/ 582 h 58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4" h="582">
                    <a:moveTo>
                      <a:pt x="90" y="42"/>
                    </a:moveTo>
                    <a:lnTo>
                      <a:pt x="84" y="48"/>
                    </a:lnTo>
                    <a:lnTo>
                      <a:pt x="72" y="48"/>
                    </a:lnTo>
                    <a:lnTo>
                      <a:pt x="60" y="60"/>
                    </a:lnTo>
                    <a:lnTo>
                      <a:pt x="60" y="102"/>
                    </a:lnTo>
                    <a:lnTo>
                      <a:pt x="84" y="102"/>
                    </a:lnTo>
                    <a:lnTo>
                      <a:pt x="84" y="120"/>
                    </a:lnTo>
                    <a:lnTo>
                      <a:pt x="78" y="126"/>
                    </a:lnTo>
                    <a:lnTo>
                      <a:pt x="66" y="132"/>
                    </a:lnTo>
                    <a:lnTo>
                      <a:pt x="54" y="132"/>
                    </a:lnTo>
                    <a:lnTo>
                      <a:pt x="42" y="138"/>
                    </a:lnTo>
                    <a:lnTo>
                      <a:pt x="12" y="138"/>
                    </a:lnTo>
                    <a:lnTo>
                      <a:pt x="12" y="144"/>
                    </a:lnTo>
                    <a:lnTo>
                      <a:pt x="30" y="162"/>
                    </a:lnTo>
                    <a:lnTo>
                      <a:pt x="30" y="180"/>
                    </a:lnTo>
                    <a:lnTo>
                      <a:pt x="18" y="186"/>
                    </a:lnTo>
                    <a:lnTo>
                      <a:pt x="12" y="186"/>
                    </a:lnTo>
                    <a:lnTo>
                      <a:pt x="0" y="192"/>
                    </a:lnTo>
                    <a:lnTo>
                      <a:pt x="0" y="204"/>
                    </a:lnTo>
                    <a:lnTo>
                      <a:pt x="6" y="210"/>
                    </a:lnTo>
                    <a:lnTo>
                      <a:pt x="12" y="222"/>
                    </a:lnTo>
                    <a:lnTo>
                      <a:pt x="48" y="258"/>
                    </a:lnTo>
                    <a:lnTo>
                      <a:pt x="72" y="264"/>
                    </a:lnTo>
                    <a:lnTo>
                      <a:pt x="78" y="252"/>
                    </a:lnTo>
                    <a:lnTo>
                      <a:pt x="90" y="264"/>
                    </a:lnTo>
                    <a:lnTo>
                      <a:pt x="96" y="276"/>
                    </a:lnTo>
                    <a:lnTo>
                      <a:pt x="96" y="294"/>
                    </a:lnTo>
                    <a:lnTo>
                      <a:pt x="90" y="306"/>
                    </a:lnTo>
                    <a:lnTo>
                      <a:pt x="84" y="312"/>
                    </a:lnTo>
                    <a:lnTo>
                      <a:pt x="84" y="318"/>
                    </a:lnTo>
                    <a:lnTo>
                      <a:pt x="90" y="324"/>
                    </a:lnTo>
                    <a:lnTo>
                      <a:pt x="96" y="324"/>
                    </a:lnTo>
                    <a:lnTo>
                      <a:pt x="108" y="318"/>
                    </a:lnTo>
                    <a:lnTo>
                      <a:pt x="114" y="318"/>
                    </a:lnTo>
                    <a:lnTo>
                      <a:pt x="114" y="348"/>
                    </a:lnTo>
                    <a:lnTo>
                      <a:pt x="120" y="354"/>
                    </a:lnTo>
                    <a:lnTo>
                      <a:pt x="126" y="354"/>
                    </a:lnTo>
                    <a:lnTo>
                      <a:pt x="126" y="366"/>
                    </a:lnTo>
                    <a:lnTo>
                      <a:pt x="120" y="378"/>
                    </a:lnTo>
                    <a:lnTo>
                      <a:pt x="108" y="390"/>
                    </a:lnTo>
                    <a:lnTo>
                      <a:pt x="96" y="432"/>
                    </a:lnTo>
                    <a:lnTo>
                      <a:pt x="90" y="444"/>
                    </a:lnTo>
                    <a:lnTo>
                      <a:pt x="90" y="450"/>
                    </a:lnTo>
                    <a:lnTo>
                      <a:pt x="84" y="462"/>
                    </a:lnTo>
                    <a:lnTo>
                      <a:pt x="84" y="468"/>
                    </a:lnTo>
                    <a:lnTo>
                      <a:pt x="90" y="480"/>
                    </a:lnTo>
                    <a:lnTo>
                      <a:pt x="114" y="504"/>
                    </a:lnTo>
                    <a:lnTo>
                      <a:pt x="114" y="534"/>
                    </a:lnTo>
                    <a:lnTo>
                      <a:pt x="144" y="570"/>
                    </a:lnTo>
                    <a:lnTo>
                      <a:pt x="156" y="570"/>
                    </a:lnTo>
                    <a:lnTo>
                      <a:pt x="162" y="582"/>
                    </a:lnTo>
                    <a:lnTo>
                      <a:pt x="198" y="582"/>
                    </a:lnTo>
                    <a:lnTo>
                      <a:pt x="204" y="576"/>
                    </a:lnTo>
                    <a:lnTo>
                      <a:pt x="204" y="564"/>
                    </a:lnTo>
                    <a:lnTo>
                      <a:pt x="216" y="552"/>
                    </a:lnTo>
                    <a:lnTo>
                      <a:pt x="234" y="552"/>
                    </a:lnTo>
                    <a:lnTo>
                      <a:pt x="240" y="540"/>
                    </a:lnTo>
                    <a:lnTo>
                      <a:pt x="270" y="540"/>
                    </a:lnTo>
                    <a:lnTo>
                      <a:pt x="270" y="534"/>
                    </a:lnTo>
                    <a:lnTo>
                      <a:pt x="288" y="516"/>
                    </a:lnTo>
                    <a:lnTo>
                      <a:pt x="300" y="516"/>
                    </a:lnTo>
                    <a:lnTo>
                      <a:pt x="312" y="528"/>
                    </a:lnTo>
                    <a:lnTo>
                      <a:pt x="318" y="528"/>
                    </a:lnTo>
                    <a:lnTo>
                      <a:pt x="324" y="522"/>
                    </a:lnTo>
                    <a:lnTo>
                      <a:pt x="324" y="510"/>
                    </a:lnTo>
                    <a:lnTo>
                      <a:pt x="318" y="504"/>
                    </a:lnTo>
                    <a:lnTo>
                      <a:pt x="312" y="492"/>
                    </a:lnTo>
                    <a:lnTo>
                      <a:pt x="306" y="474"/>
                    </a:lnTo>
                    <a:lnTo>
                      <a:pt x="288" y="456"/>
                    </a:lnTo>
                    <a:lnTo>
                      <a:pt x="282" y="444"/>
                    </a:lnTo>
                    <a:lnTo>
                      <a:pt x="282" y="420"/>
                    </a:lnTo>
                    <a:lnTo>
                      <a:pt x="288" y="414"/>
                    </a:lnTo>
                    <a:lnTo>
                      <a:pt x="288" y="396"/>
                    </a:lnTo>
                    <a:lnTo>
                      <a:pt x="276" y="408"/>
                    </a:lnTo>
                    <a:lnTo>
                      <a:pt x="276" y="414"/>
                    </a:lnTo>
                    <a:lnTo>
                      <a:pt x="264" y="414"/>
                    </a:lnTo>
                    <a:lnTo>
                      <a:pt x="258" y="402"/>
                    </a:lnTo>
                    <a:lnTo>
                      <a:pt x="252" y="396"/>
                    </a:lnTo>
                    <a:lnTo>
                      <a:pt x="246" y="384"/>
                    </a:lnTo>
                    <a:lnTo>
                      <a:pt x="246" y="372"/>
                    </a:lnTo>
                    <a:lnTo>
                      <a:pt x="240" y="372"/>
                    </a:lnTo>
                    <a:lnTo>
                      <a:pt x="240" y="366"/>
                    </a:lnTo>
                    <a:lnTo>
                      <a:pt x="234" y="360"/>
                    </a:lnTo>
                    <a:lnTo>
                      <a:pt x="234" y="348"/>
                    </a:lnTo>
                    <a:lnTo>
                      <a:pt x="240" y="336"/>
                    </a:lnTo>
                    <a:lnTo>
                      <a:pt x="246" y="330"/>
                    </a:lnTo>
                    <a:lnTo>
                      <a:pt x="246" y="288"/>
                    </a:lnTo>
                    <a:lnTo>
                      <a:pt x="252" y="282"/>
                    </a:lnTo>
                    <a:lnTo>
                      <a:pt x="264" y="276"/>
                    </a:lnTo>
                    <a:lnTo>
                      <a:pt x="294" y="276"/>
                    </a:lnTo>
                    <a:lnTo>
                      <a:pt x="300" y="270"/>
                    </a:lnTo>
                    <a:lnTo>
                      <a:pt x="300" y="258"/>
                    </a:lnTo>
                    <a:lnTo>
                      <a:pt x="288" y="246"/>
                    </a:lnTo>
                    <a:lnTo>
                      <a:pt x="288" y="234"/>
                    </a:lnTo>
                    <a:lnTo>
                      <a:pt x="294" y="222"/>
                    </a:lnTo>
                    <a:lnTo>
                      <a:pt x="300" y="216"/>
                    </a:lnTo>
                    <a:lnTo>
                      <a:pt x="306" y="204"/>
                    </a:lnTo>
                    <a:lnTo>
                      <a:pt x="306" y="192"/>
                    </a:lnTo>
                    <a:lnTo>
                      <a:pt x="300" y="180"/>
                    </a:lnTo>
                    <a:lnTo>
                      <a:pt x="294" y="174"/>
                    </a:lnTo>
                    <a:lnTo>
                      <a:pt x="276" y="174"/>
                    </a:lnTo>
                    <a:lnTo>
                      <a:pt x="270" y="180"/>
                    </a:lnTo>
                    <a:lnTo>
                      <a:pt x="270" y="156"/>
                    </a:lnTo>
                    <a:lnTo>
                      <a:pt x="258" y="150"/>
                    </a:lnTo>
                    <a:lnTo>
                      <a:pt x="252" y="138"/>
                    </a:lnTo>
                    <a:lnTo>
                      <a:pt x="234" y="132"/>
                    </a:lnTo>
                    <a:lnTo>
                      <a:pt x="216" y="132"/>
                    </a:lnTo>
                    <a:lnTo>
                      <a:pt x="204" y="138"/>
                    </a:lnTo>
                    <a:lnTo>
                      <a:pt x="198" y="150"/>
                    </a:lnTo>
                    <a:lnTo>
                      <a:pt x="198" y="156"/>
                    </a:lnTo>
                    <a:lnTo>
                      <a:pt x="192" y="162"/>
                    </a:lnTo>
                    <a:lnTo>
                      <a:pt x="192" y="168"/>
                    </a:lnTo>
                    <a:lnTo>
                      <a:pt x="192" y="162"/>
                    </a:lnTo>
                    <a:lnTo>
                      <a:pt x="198" y="156"/>
                    </a:lnTo>
                    <a:lnTo>
                      <a:pt x="198" y="144"/>
                    </a:lnTo>
                    <a:lnTo>
                      <a:pt x="204" y="132"/>
                    </a:lnTo>
                    <a:lnTo>
                      <a:pt x="204" y="114"/>
                    </a:lnTo>
                    <a:lnTo>
                      <a:pt x="210" y="102"/>
                    </a:lnTo>
                    <a:lnTo>
                      <a:pt x="210" y="78"/>
                    </a:lnTo>
                    <a:lnTo>
                      <a:pt x="192" y="42"/>
                    </a:lnTo>
                    <a:lnTo>
                      <a:pt x="180" y="30"/>
                    </a:lnTo>
                    <a:lnTo>
                      <a:pt x="132" y="6"/>
                    </a:lnTo>
                    <a:lnTo>
                      <a:pt x="126" y="0"/>
                    </a:lnTo>
                    <a:lnTo>
                      <a:pt x="120" y="0"/>
                    </a:lnTo>
                    <a:lnTo>
                      <a:pt x="102" y="36"/>
                    </a:lnTo>
                    <a:lnTo>
                      <a:pt x="96" y="42"/>
                    </a:lnTo>
                    <a:lnTo>
                      <a:pt x="90"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9" name="Ecuador" descr="© INSCALE GmbH, 05.05.2010&#10;http://www.presentationload.com/">
                <a:extLst>
                  <a:ext uri="{FF2B5EF4-FFF2-40B4-BE49-F238E27FC236}">
                    <a16:creationId xmlns:a16="http://schemas.microsoft.com/office/drawing/2014/main" id="{2BE6AD20-0442-0C40-9558-2FCBB9BD54EC}"/>
                  </a:ext>
                </a:extLst>
              </p:cNvPr>
              <p:cNvSpPr>
                <a:spLocks noEditPoints="1"/>
              </p:cNvSpPr>
              <p:nvPr/>
            </p:nvSpPr>
            <p:spPr bwMode="gray">
              <a:xfrm>
                <a:off x="3296881" y="4087464"/>
                <a:ext cx="174226" cy="221891"/>
              </a:xfrm>
              <a:custGeom>
                <a:avLst/>
                <a:gdLst>
                  <a:gd name="T0" fmla="*/ 2147483647 w 414"/>
                  <a:gd name="T1" fmla="*/ 2147483647 h 528"/>
                  <a:gd name="T2" fmla="*/ 2147483647 w 414"/>
                  <a:gd name="T3" fmla="*/ 2147483647 h 528"/>
                  <a:gd name="T4" fmla="*/ 2147483647 w 414"/>
                  <a:gd name="T5" fmla="*/ 2147483647 h 528"/>
                  <a:gd name="T6" fmla="*/ 2147483647 w 414"/>
                  <a:gd name="T7" fmla="*/ 2147483647 h 528"/>
                  <a:gd name="T8" fmla="*/ 2147483647 w 414"/>
                  <a:gd name="T9" fmla="*/ 2147483647 h 528"/>
                  <a:gd name="T10" fmla="*/ 2147483647 w 414"/>
                  <a:gd name="T11" fmla="*/ 2147483647 h 528"/>
                  <a:gd name="T12" fmla="*/ 2147483647 w 414"/>
                  <a:gd name="T13" fmla="*/ 2147483647 h 528"/>
                  <a:gd name="T14" fmla="*/ 2147483647 w 414"/>
                  <a:gd name="T15" fmla="*/ 2147483647 h 528"/>
                  <a:gd name="T16" fmla="*/ 2147483647 w 414"/>
                  <a:gd name="T17" fmla="*/ 2147483647 h 528"/>
                  <a:gd name="T18" fmla="*/ 2147483647 w 414"/>
                  <a:gd name="T19" fmla="*/ 2147483647 h 528"/>
                  <a:gd name="T20" fmla="*/ 2147483647 w 414"/>
                  <a:gd name="T21" fmla="*/ 2147483647 h 528"/>
                  <a:gd name="T22" fmla="*/ 2147483647 w 414"/>
                  <a:gd name="T23" fmla="*/ 2147483647 h 528"/>
                  <a:gd name="T24" fmla="*/ 2147483647 w 414"/>
                  <a:gd name="T25" fmla="*/ 2147483647 h 528"/>
                  <a:gd name="T26" fmla="*/ 2147483647 w 414"/>
                  <a:gd name="T27" fmla="*/ 2147483647 h 528"/>
                  <a:gd name="T28" fmla="*/ 2147483647 w 414"/>
                  <a:gd name="T29" fmla="*/ 2147483647 h 528"/>
                  <a:gd name="T30" fmla="*/ 2147483647 w 414"/>
                  <a:gd name="T31" fmla="*/ 2147483647 h 528"/>
                  <a:gd name="T32" fmla="*/ 2147483647 w 414"/>
                  <a:gd name="T33" fmla="*/ 2147483647 h 528"/>
                  <a:gd name="T34" fmla="*/ 2147483647 w 414"/>
                  <a:gd name="T35" fmla="*/ 2147483647 h 528"/>
                  <a:gd name="T36" fmla="*/ 2147483647 w 414"/>
                  <a:gd name="T37" fmla="*/ 2147483647 h 528"/>
                  <a:gd name="T38" fmla="*/ 2147483647 w 414"/>
                  <a:gd name="T39" fmla="*/ 2147483647 h 528"/>
                  <a:gd name="T40" fmla="*/ 2147483647 w 414"/>
                  <a:gd name="T41" fmla="*/ 2147483647 h 528"/>
                  <a:gd name="T42" fmla="*/ 2147483647 w 414"/>
                  <a:gd name="T43" fmla="*/ 2147483647 h 528"/>
                  <a:gd name="T44" fmla="*/ 2147483647 w 414"/>
                  <a:gd name="T45" fmla="*/ 2147483647 h 528"/>
                  <a:gd name="T46" fmla="*/ 2147483647 w 414"/>
                  <a:gd name="T47" fmla="*/ 2147483647 h 528"/>
                  <a:gd name="T48" fmla="*/ 2147483647 w 414"/>
                  <a:gd name="T49" fmla="*/ 2147483647 h 528"/>
                  <a:gd name="T50" fmla="*/ 2147483647 w 414"/>
                  <a:gd name="T51" fmla="*/ 2147483647 h 528"/>
                  <a:gd name="T52" fmla="*/ 2147483647 w 414"/>
                  <a:gd name="T53" fmla="*/ 2147483647 h 528"/>
                  <a:gd name="T54" fmla="*/ 2147483647 w 414"/>
                  <a:gd name="T55" fmla="*/ 2147483647 h 528"/>
                  <a:gd name="T56" fmla="*/ 2147483647 w 414"/>
                  <a:gd name="T57" fmla="*/ 2147483647 h 528"/>
                  <a:gd name="T58" fmla="*/ 2147483647 w 414"/>
                  <a:gd name="T59" fmla="*/ 2147483647 h 528"/>
                  <a:gd name="T60" fmla="*/ 2147483647 w 414"/>
                  <a:gd name="T61" fmla="*/ 2147483647 h 528"/>
                  <a:gd name="T62" fmla="*/ 2147483647 w 414"/>
                  <a:gd name="T63" fmla="*/ 2147483647 h 528"/>
                  <a:gd name="T64" fmla="*/ 2147483647 w 414"/>
                  <a:gd name="T65" fmla="*/ 2147483647 h 528"/>
                  <a:gd name="T66" fmla="*/ 2147483647 w 414"/>
                  <a:gd name="T67" fmla="*/ 2147483647 h 528"/>
                  <a:gd name="T68" fmla="*/ 2147483647 w 414"/>
                  <a:gd name="T69" fmla="*/ 2147483647 h 528"/>
                  <a:gd name="T70" fmla="*/ 2147483647 w 414"/>
                  <a:gd name="T71" fmla="*/ 2147483647 h 528"/>
                  <a:gd name="T72" fmla="*/ 2147483647 w 414"/>
                  <a:gd name="T73" fmla="*/ 2147483647 h 528"/>
                  <a:gd name="T74" fmla="*/ 2147483647 w 414"/>
                  <a:gd name="T75" fmla="*/ 2147483647 h 528"/>
                  <a:gd name="T76" fmla="*/ 2147483647 w 414"/>
                  <a:gd name="T77" fmla="*/ 2147483647 h 528"/>
                  <a:gd name="T78" fmla="*/ 2147483647 w 414"/>
                  <a:gd name="T79" fmla="*/ 2147483647 h 528"/>
                  <a:gd name="T80" fmla="*/ 2147483647 w 414"/>
                  <a:gd name="T81" fmla="*/ 2147483647 h 528"/>
                  <a:gd name="T82" fmla="*/ 2147483647 w 414"/>
                  <a:gd name="T83" fmla="*/ 2147483647 h 528"/>
                  <a:gd name="T84" fmla="*/ 2147483647 w 414"/>
                  <a:gd name="T85" fmla="*/ 2147483647 h 528"/>
                  <a:gd name="T86" fmla="*/ 2147483647 w 414"/>
                  <a:gd name="T87" fmla="*/ 2147483647 h 528"/>
                  <a:gd name="T88" fmla="*/ 2147483647 w 414"/>
                  <a:gd name="T89" fmla="*/ 2147483647 h 5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4"/>
                  <a:gd name="T136" fmla="*/ 0 h 528"/>
                  <a:gd name="T137" fmla="*/ 414 w 414"/>
                  <a:gd name="T138" fmla="*/ 528 h 5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4" h="528">
                    <a:moveTo>
                      <a:pt x="60" y="372"/>
                    </a:moveTo>
                    <a:lnTo>
                      <a:pt x="72" y="366"/>
                    </a:lnTo>
                    <a:lnTo>
                      <a:pt x="78" y="360"/>
                    </a:lnTo>
                    <a:lnTo>
                      <a:pt x="78" y="342"/>
                    </a:lnTo>
                    <a:lnTo>
                      <a:pt x="72" y="342"/>
                    </a:lnTo>
                    <a:lnTo>
                      <a:pt x="54" y="360"/>
                    </a:lnTo>
                    <a:lnTo>
                      <a:pt x="54" y="372"/>
                    </a:lnTo>
                    <a:lnTo>
                      <a:pt x="60" y="372"/>
                    </a:lnTo>
                    <a:close/>
                    <a:moveTo>
                      <a:pt x="414" y="174"/>
                    </a:moveTo>
                    <a:lnTo>
                      <a:pt x="390" y="156"/>
                    </a:lnTo>
                    <a:lnTo>
                      <a:pt x="396" y="156"/>
                    </a:lnTo>
                    <a:lnTo>
                      <a:pt x="396" y="150"/>
                    </a:lnTo>
                    <a:lnTo>
                      <a:pt x="402" y="150"/>
                    </a:lnTo>
                    <a:lnTo>
                      <a:pt x="402" y="126"/>
                    </a:lnTo>
                    <a:lnTo>
                      <a:pt x="372" y="126"/>
                    </a:lnTo>
                    <a:lnTo>
                      <a:pt x="360" y="114"/>
                    </a:lnTo>
                    <a:lnTo>
                      <a:pt x="360" y="108"/>
                    </a:lnTo>
                    <a:lnTo>
                      <a:pt x="354" y="102"/>
                    </a:lnTo>
                    <a:lnTo>
                      <a:pt x="354" y="96"/>
                    </a:lnTo>
                    <a:lnTo>
                      <a:pt x="342" y="90"/>
                    </a:lnTo>
                    <a:lnTo>
                      <a:pt x="336" y="90"/>
                    </a:lnTo>
                    <a:lnTo>
                      <a:pt x="330" y="96"/>
                    </a:lnTo>
                    <a:lnTo>
                      <a:pt x="330" y="108"/>
                    </a:lnTo>
                    <a:lnTo>
                      <a:pt x="306" y="108"/>
                    </a:lnTo>
                    <a:lnTo>
                      <a:pt x="300" y="102"/>
                    </a:lnTo>
                    <a:lnTo>
                      <a:pt x="288" y="96"/>
                    </a:lnTo>
                    <a:lnTo>
                      <a:pt x="282" y="102"/>
                    </a:lnTo>
                    <a:lnTo>
                      <a:pt x="270" y="102"/>
                    </a:lnTo>
                    <a:lnTo>
                      <a:pt x="258" y="96"/>
                    </a:lnTo>
                    <a:lnTo>
                      <a:pt x="252" y="90"/>
                    </a:lnTo>
                    <a:lnTo>
                      <a:pt x="252" y="84"/>
                    </a:lnTo>
                    <a:lnTo>
                      <a:pt x="246" y="72"/>
                    </a:lnTo>
                    <a:lnTo>
                      <a:pt x="240" y="66"/>
                    </a:lnTo>
                    <a:lnTo>
                      <a:pt x="228" y="60"/>
                    </a:lnTo>
                    <a:lnTo>
                      <a:pt x="210" y="60"/>
                    </a:lnTo>
                    <a:lnTo>
                      <a:pt x="204" y="48"/>
                    </a:lnTo>
                    <a:lnTo>
                      <a:pt x="168" y="30"/>
                    </a:lnTo>
                    <a:lnTo>
                      <a:pt x="162" y="18"/>
                    </a:lnTo>
                    <a:lnTo>
                      <a:pt x="150" y="12"/>
                    </a:lnTo>
                    <a:lnTo>
                      <a:pt x="144" y="0"/>
                    </a:lnTo>
                    <a:lnTo>
                      <a:pt x="144" y="12"/>
                    </a:lnTo>
                    <a:lnTo>
                      <a:pt x="150" y="18"/>
                    </a:lnTo>
                    <a:lnTo>
                      <a:pt x="150" y="36"/>
                    </a:lnTo>
                    <a:lnTo>
                      <a:pt x="144" y="42"/>
                    </a:lnTo>
                    <a:lnTo>
                      <a:pt x="120" y="54"/>
                    </a:lnTo>
                    <a:lnTo>
                      <a:pt x="102" y="54"/>
                    </a:lnTo>
                    <a:lnTo>
                      <a:pt x="96" y="42"/>
                    </a:lnTo>
                    <a:lnTo>
                      <a:pt x="90" y="42"/>
                    </a:lnTo>
                    <a:lnTo>
                      <a:pt x="78" y="54"/>
                    </a:lnTo>
                    <a:lnTo>
                      <a:pt x="66" y="60"/>
                    </a:lnTo>
                    <a:lnTo>
                      <a:pt x="60" y="72"/>
                    </a:lnTo>
                    <a:lnTo>
                      <a:pt x="60" y="84"/>
                    </a:lnTo>
                    <a:lnTo>
                      <a:pt x="66" y="90"/>
                    </a:lnTo>
                    <a:lnTo>
                      <a:pt x="72" y="102"/>
                    </a:lnTo>
                    <a:lnTo>
                      <a:pt x="72" y="120"/>
                    </a:lnTo>
                    <a:lnTo>
                      <a:pt x="66" y="126"/>
                    </a:lnTo>
                    <a:lnTo>
                      <a:pt x="54" y="132"/>
                    </a:lnTo>
                    <a:lnTo>
                      <a:pt x="42" y="144"/>
                    </a:lnTo>
                    <a:lnTo>
                      <a:pt x="42" y="162"/>
                    </a:lnTo>
                    <a:lnTo>
                      <a:pt x="48" y="168"/>
                    </a:lnTo>
                    <a:lnTo>
                      <a:pt x="54" y="180"/>
                    </a:lnTo>
                    <a:lnTo>
                      <a:pt x="36" y="180"/>
                    </a:lnTo>
                    <a:lnTo>
                      <a:pt x="36" y="198"/>
                    </a:lnTo>
                    <a:lnTo>
                      <a:pt x="0" y="216"/>
                    </a:lnTo>
                    <a:lnTo>
                      <a:pt x="24" y="228"/>
                    </a:lnTo>
                    <a:lnTo>
                      <a:pt x="12" y="258"/>
                    </a:lnTo>
                    <a:lnTo>
                      <a:pt x="24" y="270"/>
                    </a:lnTo>
                    <a:lnTo>
                      <a:pt x="24" y="282"/>
                    </a:lnTo>
                    <a:lnTo>
                      <a:pt x="6" y="300"/>
                    </a:lnTo>
                    <a:lnTo>
                      <a:pt x="0" y="300"/>
                    </a:lnTo>
                    <a:lnTo>
                      <a:pt x="12" y="312"/>
                    </a:lnTo>
                    <a:lnTo>
                      <a:pt x="6" y="318"/>
                    </a:lnTo>
                    <a:lnTo>
                      <a:pt x="6" y="324"/>
                    </a:lnTo>
                    <a:lnTo>
                      <a:pt x="18" y="336"/>
                    </a:lnTo>
                    <a:lnTo>
                      <a:pt x="30" y="342"/>
                    </a:lnTo>
                    <a:lnTo>
                      <a:pt x="60" y="342"/>
                    </a:lnTo>
                    <a:lnTo>
                      <a:pt x="72" y="330"/>
                    </a:lnTo>
                    <a:lnTo>
                      <a:pt x="72" y="324"/>
                    </a:lnTo>
                    <a:lnTo>
                      <a:pt x="96" y="330"/>
                    </a:lnTo>
                    <a:lnTo>
                      <a:pt x="102" y="342"/>
                    </a:lnTo>
                    <a:lnTo>
                      <a:pt x="102" y="348"/>
                    </a:lnTo>
                    <a:lnTo>
                      <a:pt x="96" y="366"/>
                    </a:lnTo>
                    <a:lnTo>
                      <a:pt x="90" y="372"/>
                    </a:lnTo>
                    <a:lnTo>
                      <a:pt x="90" y="384"/>
                    </a:lnTo>
                    <a:lnTo>
                      <a:pt x="84" y="396"/>
                    </a:lnTo>
                    <a:lnTo>
                      <a:pt x="72" y="402"/>
                    </a:lnTo>
                    <a:lnTo>
                      <a:pt x="66" y="402"/>
                    </a:lnTo>
                    <a:lnTo>
                      <a:pt x="60" y="408"/>
                    </a:lnTo>
                    <a:lnTo>
                      <a:pt x="54" y="408"/>
                    </a:lnTo>
                    <a:lnTo>
                      <a:pt x="60" y="408"/>
                    </a:lnTo>
                    <a:lnTo>
                      <a:pt x="72" y="414"/>
                    </a:lnTo>
                    <a:lnTo>
                      <a:pt x="78" y="414"/>
                    </a:lnTo>
                    <a:lnTo>
                      <a:pt x="78" y="420"/>
                    </a:lnTo>
                    <a:lnTo>
                      <a:pt x="72" y="426"/>
                    </a:lnTo>
                    <a:lnTo>
                      <a:pt x="66" y="438"/>
                    </a:lnTo>
                    <a:lnTo>
                      <a:pt x="54" y="444"/>
                    </a:lnTo>
                    <a:lnTo>
                      <a:pt x="48" y="456"/>
                    </a:lnTo>
                    <a:lnTo>
                      <a:pt x="42" y="462"/>
                    </a:lnTo>
                    <a:lnTo>
                      <a:pt x="54" y="474"/>
                    </a:lnTo>
                    <a:lnTo>
                      <a:pt x="42" y="486"/>
                    </a:lnTo>
                    <a:lnTo>
                      <a:pt x="48" y="492"/>
                    </a:lnTo>
                    <a:lnTo>
                      <a:pt x="54" y="492"/>
                    </a:lnTo>
                    <a:lnTo>
                      <a:pt x="66" y="486"/>
                    </a:lnTo>
                    <a:lnTo>
                      <a:pt x="78" y="474"/>
                    </a:lnTo>
                    <a:lnTo>
                      <a:pt x="90" y="486"/>
                    </a:lnTo>
                    <a:lnTo>
                      <a:pt x="120" y="486"/>
                    </a:lnTo>
                    <a:lnTo>
                      <a:pt x="120" y="492"/>
                    </a:lnTo>
                    <a:lnTo>
                      <a:pt x="126" y="498"/>
                    </a:lnTo>
                    <a:lnTo>
                      <a:pt x="126" y="516"/>
                    </a:lnTo>
                    <a:lnTo>
                      <a:pt x="132" y="528"/>
                    </a:lnTo>
                    <a:lnTo>
                      <a:pt x="150" y="528"/>
                    </a:lnTo>
                    <a:lnTo>
                      <a:pt x="150" y="522"/>
                    </a:lnTo>
                    <a:lnTo>
                      <a:pt x="156" y="516"/>
                    </a:lnTo>
                    <a:lnTo>
                      <a:pt x="156" y="510"/>
                    </a:lnTo>
                    <a:lnTo>
                      <a:pt x="162" y="504"/>
                    </a:lnTo>
                    <a:lnTo>
                      <a:pt x="180" y="504"/>
                    </a:lnTo>
                    <a:lnTo>
                      <a:pt x="180" y="474"/>
                    </a:lnTo>
                    <a:lnTo>
                      <a:pt x="186" y="462"/>
                    </a:lnTo>
                    <a:lnTo>
                      <a:pt x="186" y="438"/>
                    </a:lnTo>
                    <a:lnTo>
                      <a:pt x="198" y="426"/>
                    </a:lnTo>
                    <a:lnTo>
                      <a:pt x="198" y="408"/>
                    </a:lnTo>
                    <a:lnTo>
                      <a:pt x="210" y="402"/>
                    </a:lnTo>
                    <a:lnTo>
                      <a:pt x="210" y="396"/>
                    </a:lnTo>
                    <a:lnTo>
                      <a:pt x="228" y="378"/>
                    </a:lnTo>
                    <a:lnTo>
                      <a:pt x="246" y="366"/>
                    </a:lnTo>
                    <a:lnTo>
                      <a:pt x="264" y="360"/>
                    </a:lnTo>
                    <a:lnTo>
                      <a:pt x="324" y="330"/>
                    </a:lnTo>
                    <a:lnTo>
                      <a:pt x="342" y="318"/>
                    </a:lnTo>
                    <a:lnTo>
                      <a:pt x="354" y="300"/>
                    </a:lnTo>
                    <a:lnTo>
                      <a:pt x="366" y="288"/>
                    </a:lnTo>
                    <a:lnTo>
                      <a:pt x="372" y="276"/>
                    </a:lnTo>
                    <a:lnTo>
                      <a:pt x="384" y="264"/>
                    </a:lnTo>
                    <a:lnTo>
                      <a:pt x="390" y="252"/>
                    </a:lnTo>
                    <a:lnTo>
                      <a:pt x="402" y="210"/>
                    </a:lnTo>
                    <a:lnTo>
                      <a:pt x="414" y="204"/>
                    </a:lnTo>
                    <a:lnTo>
                      <a:pt x="414" y="17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0" name="Colombia" descr="© INSCALE GmbH, 05.05.2010&#10;http://www.presentationload.com/">
                <a:extLst>
                  <a:ext uri="{FF2B5EF4-FFF2-40B4-BE49-F238E27FC236}">
                    <a16:creationId xmlns:a16="http://schemas.microsoft.com/office/drawing/2014/main" id="{53F6A31B-EF1B-6F4A-B83C-F240E9766759}"/>
                  </a:ext>
                </a:extLst>
              </p:cNvPr>
              <p:cNvSpPr>
                <a:spLocks/>
              </p:cNvSpPr>
              <p:nvPr/>
            </p:nvSpPr>
            <p:spPr bwMode="gray">
              <a:xfrm>
                <a:off x="3357696" y="3719290"/>
                <a:ext cx="364887" cy="565412"/>
              </a:xfrm>
              <a:custGeom>
                <a:avLst/>
                <a:gdLst>
                  <a:gd name="T0" fmla="*/ 2147483647 w 870"/>
                  <a:gd name="T1" fmla="*/ 2147483647 h 1344"/>
                  <a:gd name="T2" fmla="*/ 2147483647 w 870"/>
                  <a:gd name="T3" fmla="*/ 2147483647 h 1344"/>
                  <a:gd name="T4" fmla="*/ 2147483647 w 870"/>
                  <a:gd name="T5" fmla="*/ 2147483647 h 1344"/>
                  <a:gd name="T6" fmla="*/ 2147483647 w 870"/>
                  <a:gd name="T7" fmla="*/ 2147483647 h 1344"/>
                  <a:gd name="T8" fmla="*/ 2147483647 w 870"/>
                  <a:gd name="T9" fmla="*/ 2147483647 h 1344"/>
                  <a:gd name="T10" fmla="*/ 2147483647 w 870"/>
                  <a:gd name="T11" fmla="*/ 2147483647 h 1344"/>
                  <a:gd name="T12" fmla="*/ 2147483647 w 870"/>
                  <a:gd name="T13" fmla="*/ 2147483647 h 1344"/>
                  <a:gd name="T14" fmla="*/ 2147483647 w 870"/>
                  <a:gd name="T15" fmla="*/ 2147483647 h 1344"/>
                  <a:gd name="T16" fmla="*/ 2147483647 w 870"/>
                  <a:gd name="T17" fmla="*/ 2147483647 h 1344"/>
                  <a:gd name="T18" fmla="*/ 2147483647 w 870"/>
                  <a:gd name="T19" fmla="*/ 2147483647 h 1344"/>
                  <a:gd name="T20" fmla="*/ 2147483647 w 870"/>
                  <a:gd name="T21" fmla="*/ 2147483647 h 1344"/>
                  <a:gd name="T22" fmla="*/ 2147483647 w 870"/>
                  <a:gd name="T23" fmla="*/ 2147483647 h 1344"/>
                  <a:gd name="T24" fmla="*/ 2147483647 w 870"/>
                  <a:gd name="T25" fmla="*/ 2147483647 h 1344"/>
                  <a:gd name="T26" fmla="*/ 2147483647 w 870"/>
                  <a:gd name="T27" fmla="*/ 2147483647 h 1344"/>
                  <a:gd name="T28" fmla="*/ 2147483647 w 870"/>
                  <a:gd name="T29" fmla="*/ 2147483647 h 1344"/>
                  <a:gd name="T30" fmla="*/ 2147483647 w 870"/>
                  <a:gd name="T31" fmla="*/ 2147483647 h 1344"/>
                  <a:gd name="T32" fmla="*/ 2147483647 w 870"/>
                  <a:gd name="T33" fmla="*/ 2147483647 h 1344"/>
                  <a:gd name="T34" fmla="*/ 2147483647 w 870"/>
                  <a:gd name="T35" fmla="*/ 2147483647 h 1344"/>
                  <a:gd name="T36" fmla="*/ 2147483647 w 870"/>
                  <a:gd name="T37" fmla="*/ 2147483647 h 1344"/>
                  <a:gd name="T38" fmla="*/ 2147483647 w 870"/>
                  <a:gd name="T39" fmla="*/ 2147483647 h 1344"/>
                  <a:gd name="T40" fmla="*/ 2147483647 w 870"/>
                  <a:gd name="T41" fmla="*/ 2147483647 h 1344"/>
                  <a:gd name="T42" fmla="*/ 2147483647 w 870"/>
                  <a:gd name="T43" fmla="*/ 2147483647 h 1344"/>
                  <a:gd name="T44" fmla="*/ 2147483647 w 870"/>
                  <a:gd name="T45" fmla="*/ 2147483647 h 1344"/>
                  <a:gd name="T46" fmla="*/ 2147483647 w 870"/>
                  <a:gd name="T47" fmla="*/ 2147483647 h 1344"/>
                  <a:gd name="T48" fmla="*/ 2147483647 w 870"/>
                  <a:gd name="T49" fmla="*/ 2147483647 h 1344"/>
                  <a:gd name="T50" fmla="*/ 2147483647 w 870"/>
                  <a:gd name="T51" fmla="*/ 2147483647 h 1344"/>
                  <a:gd name="T52" fmla="*/ 2147483647 w 870"/>
                  <a:gd name="T53" fmla="*/ 2147483647 h 1344"/>
                  <a:gd name="T54" fmla="*/ 2147483647 w 870"/>
                  <a:gd name="T55" fmla="*/ 2147483647 h 1344"/>
                  <a:gd name="T56" fmla="*/ 2147483647 w 870"/>
                  <a:gd name="T57" fmla="*/ 2147483647 h 1344"/>
                  <a:gd name="T58" fmla="*/ 2147483647 w 870"/>
                  <a:gd name="T59" fmla="*/ 2147483647 h 1344"/>
                  <a:gd name="T60" fmla="*/ 2147483647 w 870"/>
                  <a:gd name="T61" fmla="*/ 2147483647 h 1344"/>
                  <a:gd name="T62" fmla="*/ 2147483647 w 870"/>
                  <a:gd name="T63" fmla="*/ 2147483647 h 1344"/>
                  <a:gd name="T64" fmla="*/ 2147483647 w 870"/>
                  <a:gd name="T65" fmla="*/ 2147483647 h 1344"/>
                  <a:gd name="T66" fmla="*/ 2147483647 w 870"/>
                  <a:gd name="T67" fmla="*/ 2147483647 h 1344"/>
                  <a:gd name="T68" fmla="*/ 2147483647 w 870"/>
                  <a:gd name="T69" fmla="*/ 2147483647 h 1344"/>
                  <a:gd name="T70" fmla="*/ 2147483647 w 870"/>
                  <a:gd name="T71" fmla="*/ 2147483647 h 1344"/>
                  <a:gd name="T72" fmla="*/ 2147483647 w 870"/>
                  <a:gd name="T73" fmla="*/ 0 h 1344"/>
                  <a:gd name="T74" fmla="*/ 2147483647 w 870"/>
                  <a:gd name="T75" fmla="*/ 2147483647 h 1344"/>
                  <a:gd name="T76" fmla="*/ 2147483647 w 870"/>
                  <a:gd name="T77" fmla="*/ 2147483647 h 1344"/>
                  <a:gd name="T78" fmla="*/ 2147483647 w 870"/>
                  <a:gd name="T79" fmla="*/ 2147483647 h 1344"/>
                  <a:gd name="T80" fmla="*/ 2147483647 w 870"/>
                  <a:gd name="T81" fmla="*/ 2147483647 h 1344"/>
                  <a:gd name="T82" fmla="*/ 2147483647 w 870"/>
                  <a:gd name="T83" fmla="*/ 2147483647 h 1344"/>
                  <a:gd name="T84" fmla="*/ 2147483647 w 870"/>
                  <a:gd name="T85" fmla="*/ 2147483647 h 1344"/>
                  <a:gd name="T86" fmla="*/ 2147483647 w 870"/>
                  <a:gd name="T87" fmla="*/ 2147483647 h 1344"/>
                  <a:gd name="T88" fmla="*/ 2147483647 w 870"/>
                  <a:gd name="T89" fmla="*/ 2147483647 h 1344"/>
                  <a:gd name="T90" fmla="*/ 2147483647 w 870"/>
                  <a:gd name="T91" fmla="*/ 2147483647 h 1344"/>
                  <a:gd name="T92" fmla="*/ 2147483647 w 870"/>
                  <a:gd name="T93" fmla="*/ 2147483647 h 1344"/>
                  <a:gd name="T94" fmla="*/ 2147483647 w 870"/>
                  <a:gd name="T95" fmla="*/ 2147483647 h 1344"/>
                  <a:gd name="T96" fmla="*/ 2147483647 w 870"/>
                  <a:gd name="T97" fmla="*/ 2147483647 h 1344"/>
                  <a:gd name="T98" fmla="*/ 2147483647 w 870"/>
                  <a:gd name="T99" fmla="*/ 2147483647 h 1344"/>
                  <a:gd name="T100" fmla="*/ 2147483647 w 870"/>
                  <a:gd name="T101" fmla="*/ 2147483647 h 1344"/>
                  <a:gd name="T102" fmla="*/ 2147483647 w 870"/>
                  <a:gd name="T103" fmla="*/ 2147483647 h 1344"/>
                  <a:gd name="T104" fmla="*/ 2147483647 w 870"/>
                  <a:gd name="T105" fmla="*/ 2147483647 h 1344"/>
                  <a:gd name="T106" fmla="*/ 2147483647 w 870"/>
                  <a:gd name="T107" fmla="*/ 2147483647 h 134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70"/>
                  <a:gd name="T163" fmla="*/ 0 h 1344"/>
                  <a:gd name="T164" fmla="*/ 870 w 870"/>
                  <a:gd name="T165" fmla="*/ 1344 h 134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70" h="1344">
                    <a:moveTo>
                      <a:pt x="36" y="912"/>
                    </a:moveTo>
                    <a:lnTo>
                      <a:pt x="60" y="924"/>
                    </a:lnTo>
                    <a:lnTo>
                      <a:pt x="66" y="936"/>
                    </a:lnTo>
                    <a:lnTo>
                      <a:pt x="84" y="936"/>
                    </a:lnTo>
                    <a:lnTo>
                      <a:pt x="96" y="942"/>
                    </a:lnTo>
                    <a:lnTo>
                      <a:pt x="102" y="948"/>
                    </a:lnTo>
                    <a:lnTo>
                      <a:pt x="108" y="960"/>
                    </a:lnTo>
                    <a:lnTo>
                      <a:pt x="108" y="966"/>
                    </a:lnTo>
                    <a:lnTo>
                      <a:pt x="114" y="972"/>
                    </a:lnTo>
                    <a:lnTo>
                      <a:pt x="126" y="978"/>
                    </a:lnTo>
                    <a:lnTo>
                      <a:pt x="138" y="978"/>
                    </a:lnTo>
                    <a:lnTo>
                      <a:pt x="144" y="972"/>
                    </a:lnTo>
                    <a:lnTo>
                      <a:pt x="156" y="978"/>
                    </a:lnTo>
                    <a:lnTo>
                      <a:pt x="162" y="984"/>
                    </a:lnTo>
                    <a:lnTo>
                      <a:pt x="186" y="984"/>
                    </a:lnTo>
                    <a:lnTo>
                      <a:pt x="186" y="972"/>
                    </a:lnTo>
                    <a:lnTo>
                      <a:pt x="192" y="966"/>
                    </a:lnTo>
                    <a:lnTo>
                      <a:pt x="198" y="966"/>
                    </a:lnTo>
                    <a:lnTo>
                      <a:pt x="210" y="972"/>
                    </a:lnTo>
                    <a:lnTo>
                      <a:pt x="210" y="978"/>
                    </a:lnTo>
                    <a:lnTo>
                      <a:pt x="216" y="984"/>
                    </a:lnTo>
                    <a:lnTo>
                      <a:pt x="216" y="990"/>
                    </a:lnTo>
                    <a:lnTo>
                      <a:pt x="228" y="1002"/>
                    </a:lnTo>
                    <a:lnTo>
                      <a:pt x="264" y="1002"/>
                    </a:lnTo>
                    <a:lnTo>
                      <a:pt x="276" y="1008"/>
                    </a:lnTo>
                    <a:lnTo>
                      <a:pt x="282" y="1014"/>
                    </a:lnTo>
                    <a:lnTo>
                      <a:pt x="294" y="1020"/>
                    </a:lnTo>
                    <a:lnTo>
                      <a:pt x="312" y="1038"/>
                    </a:lnTo>
                    <a:lnTo>
                      <a:pt x="324" y="1044"/>
                    </a:lnTo>
                    <a:lnTo>
                      <a:pt x="330" y="1050"/>
                    </a:lnTo>
                    <a:lnTo>
                      <a:pt x="342" y="1086"/>
                    </a:lnTo>
                    <a:lnTo>
                      <a:pt x="360" y="1086"/>
                    </a:lnTo>
                    <a:lnTo>
                      <a:pt x="372" y="1104"/>
                    </a:lnTo>
                    <a:lnTo>
                      <a:pt x="384" y="1104"/>
                    </a:lnTo>
                    <a:lnTo>
                      <a:pt x="390" y="1110"/>
                    </a:lnTo>
                    <a:lnTo>
                      <a:pt x="390" y="1134"/>
                    </a:lnTo>
                    <a:lnTo>
                      <a:pt x="396" y="1140"/>
                    </a:lnTo>
                    <a:lnTo>
                      <a:pt x="396" y="1146"/>
                    </a:lnTo>
                    <a:lnTo>
                      <a:pt x="408" y="1146"/>
                    </a:lnTo>
                    <a:lnTo>
                      <a:pt x="420" y="1152"/>
                    </a:lnTo>
                    <a:lnTo>
                      <a:pt x="426" y="1158"/>
                    </a:lnTo>
                    <a:lnTo>
                      <a:pt x="426" y="1164"/>
                    </a:lnTo>
                    <a:lnTo>
                      <a:pt x="420" y="1170"/>
                    </a:lnTo>
                    <a:lnTo>
                      <a:pt x="420" y="1194"/>
                    </a:lnTo>
                    <a:lnTo>
                      <a:pt x="432" y="1200"/>
                    </a:lnTo>
                    <a:lnTo>
                      <a:pt x="456" y="1206"/>
                    </a:lnTo>
                    <a:lnTo>
                      <a:pt x="492" y="1206"/>
                    </a:lnTo>
                    <a:lnTo>
                      <a:pt x="492" y="1194"/>
                    </a:lnTo>
                    <a:lnTo>
                      <a:pt x="504" y="1182"/>
                    </a:lnTo>
                    <a:lnTo>
                      <a:pt x="528" y="1182"/>
                    </a:lnTo>
                    <a:lnTo>
                      <a:pt x="534" y="1188"/>
                    </a:lnTo>
                    <a:lnTo>
                      <a:pt x="540" y="1188"/>
                    </a:lnTo>
                    <a:lnTo>
                      <a:pt x="546" y="1194"/>
                    </a:lnTo>
                    <a:lnTo>
                      <a:pt x="558" y="1194"/>
                    </a:lnTo>
                    <a:lnTo>
                      <a:pt x="570" y="1188"/>
                    </a:lnTo>
                    <a:lnTo>
                      <a:pt x="576" y="1182"/>
                    </a:lnTo>
                    <a:lnTo>
                      <a:pt x="588" y="1182"/>
                    </a:lnTo>
                    <a:lnTo>
                      <a:pt x="588" y="1188"/>
                    </a:lnTo>
                    <a:lnTo>
                      <a:pt x="594" y="1200"/>
                    </a:lnTo>
                    <a:lnTo>
                      <a:pt x="600" y="1206"/>
                    </a:lnTo>
                    <a:lnTo>
                      <a:pt x="624" y="1206"/>
                    </a:lnTo>
                    <a:lnTo>
                      <a:pt x="636" y="1212"/>
                    </a:lnTo>
                    <a:lnTo>
                      <a:pt x="642" y="1218"/>
                    </a:lnTo>
                    <a:lnTo>
                      <a:pt x="642" y="1236"/>
                    </a:lnTo>
                    <a:lnTo>
                      <a:pt x="636" y="1248"/>
                    </a:lnTo>
                    <a:lnTo>
                      <a:pt x="630" y="1254"/>
                    </a:lnTo>
                    <a:lnTo>
                      <a:pt x="624" y="1254"/>
                    </a:lnTo>
                    <a:lnTo>
                      <a:pt x="618" y="1260"/>
                    </a:lnTo>
                    <a:lnTo>
                      <a:pt x="618" y="1266"/>
                    </a:lnTo>
                    <a:lnTo>
                      <a:pt x="606" y="1290"/>
                    </a:lnTo>
                    <a:lnTo>
                      <a:pt x="606" y="1308"/>
                    </a:lnTo>
                    <a:lnTo>
                      <a:pt x="612" y="1314"/>
                    </a:lnTo>
                    <a:lnTo>
                      <a:pt x="630" y="1314"/>
                    </a:lnTo>
                    <a:lnTo>
                      <a:pt x="642" y="1332"/>
                    </a:lnTo>
                    <a:lnTo>
                      <a:pt x="660" y="1344"/>
                    </a:lnTo>
                    <a:lnTo>
                      <a:pt x="660" y="1308"/>
                    </a:lnTo>
                    <a:lnTo>
                      <a:pt x="666" y="1236"/>
                    </a:lnTo>
                    <a:lnTo>
                      <a:pt x="684" y="1188"/>
                    </a:lnTo>
                    <a:lnTo>
                      <a:pt x="678" y="1140"/>
                    </a:lnTo>
                    <a:lnTo>
                      <a:pt x="690" y="1128"/>
                    </a:lnTo>
                    <a:lnTo>
                      <a:pt x="696" y="1116"/>
                    </a:lnTo>
                    <a:lnTo>
                      <a:pt x="696" y="1104"/>
                    </a:lnTo>
                    <a:lnTo>
                      <a:pt x="690" y="1092"/>
                    </a:lnTo>
                    <a:lnTo>
                      <a:pt x="678" y="1080"/>
                    </a:lnTo>
                    <a:lnTo>
                      <a:pt x="678" y="1074"/>
                    </a:lnTo>
                    <a:lnTo>
                      <a:pt x="672" y="1068"/>
                    </a:lnTo>
                    <a:lnTo>
                      <a:pt x="672" y="1044"/>
                    </a:lnTo>
                    <a:lnTo>
                      <a:pt x="666" y="1038"/>
                    </a:lnTo>
                    <a:lnTo>
                      <a:pt x="654" y="1032"/>
                    </a:lnTo>
                    <a:lnTo>
                      <a:pt x="642" y="1020"/>
                    </a:lnTo>
                    <a:lnTo>
                      <a:pt x="636" y="1020"/>
                    </a:lnTo>
                    <a:lnTo>
                      <a:pt x="642" y="954"/>
                    </a:lnTo>
                    <a:lnTo>
                      <a:pt x="672" y="948"/>
                    </a:lnTo>
                    <a:lnTo>
                      <a:pt x="678" y="954"/>
                    </a:lnTo>
                    <a:lnTo>
                      <a:pt x="708" y="954"/>
                    </a:lnTo>
                    <a:lnTo>
                      <a:pt x="714" y="948"/>
                    </a:lnTo>
                    <a:lnTo>
                      <a:pt x="714" y="942"/>
                    </a:lnTo>
                    <a:lnTo>
                      <a:pt x="708" y="936"/>
                    </a:lnTo>
                    <a:lnTo>
                      <a:pt x="708" y="930"/>
                    </a:lnTo>
                    <a:lnTo>
                      <a:pt x="696" y="918"/>
                    </a:lnTo>
                    <a:lnTo>
                      <a:pt x="684" y="924"/>
                    </a:lnTo>
                    <a:lnTo>
                      <a:pt x="660" y="912"/>
                    </a:lnTo>
                    <a:lnTo>
                      <a:pt x="660" y="900"/>
                    </a:lnTo>
                    <a:lnTo>
                      <a:pt x="654" y="888"/>
                    </a:lnTo>
                    <a:lnTo>
                      <a:pt x="654" y="876"/>
                    </a:lnTo>
                    <a:lnTo>
                      <a:pt x="660" y="864"/>
                    </a:lnTo>
                    <a:lnTo>
                      <a:pt x="666" y="858"/>
                    </a:lnTo>
                    <a:lnTo>
                      <a:pt x="684" y="858"/>
                    </a:lnTo>
                    <a:lnTo>
                      <a:pt x="696" y="870"/>
                    </a:lnTo>
                    <a:lnTo>
                      <a:pt x="762" y="864"/>
                    </a:lnTo>
                    <a:lnTo>
                      <a:pt x="762" y="846"/>
                    </a:lnTo>
                    <a:lnTo>
                      <a:pt x="768" y="840"/>
                    </a:lnTo>
                    <a:lnTo>
                      <a:pt x="774" y="840"/>
                    </a:lnTo>
                    <a:lnTo>
                      <a:pt x="798" y="864"/>
                    </a:lnTo>
                    <a:lnTo>
                      <a:pt x="828" y="834"/>
                    </a:lnTo>
                    <a:lnTo>
                      <a:pt x="834" y="834"/>
                    </a:lnTo>
                    <a:lnTo>
                      <a:pt x="834" y="846"/>
                    </a:lnTo>
                    <a:lnTo>
                      <a:pt x="840" y="852"/>
                    </a:lnTo>
                    <a:lnTo>
                      <a:pt x="840" y="864"/>
                    </a:lnTo>
                    <a:lnTo>
                      <a:pt x="846" y="876"/>
                    </a:lnTo>
                    <a:lnTo>
                      <a:pt x="846" y="906"/>
                    </a:lnTo>
                    <a:lnTo>
                      <a:pt x="870" y="906"/>
                    </a:lnTo>
                    <a:lnTo>
                      <a:pt x="864" y="900"/>
                    </a:lnTo>
                    <a:lnTo>
                      <a:pt x="864" y="882"/>
                    </a:lnTo>
                    <a:lnTo>
                      <a:pt x="858" y="870"/>
                    </a:lnTo>
                    <a:lnTo>
                      <a:pt x="858" y="852"/>
                    </a:lnTo>
                    <a:lnTo>
                      <a:pt x="852" y="846"/>
                    </a:lnTo>
                    <a:lnTo>
                      <a:pt x="852" y="828"/>
                    </a:lnTo>
                    <a:lnTo>
                      <a:pt x="846" y="822"/>
                    </a:lnTo>
                    <a:lnTo>
                      <a:pt x="846" y="798"/>
                    </a:lnTo>
                    <a:lnTo>
                      <a:pt x="834" y="798"/>
                    </a:lnTo>
                    <a:lnTo>
                      <a:pt x="822" y="786"/>
                    </a:lnTo>
                    <a:lnTo>
                      <a:pt x="798" y="774"/>
                    </a:lnTo>
                    <a:lnTo>
                      <a:pt x="804" y="774"/>
                    </a:lnTo>
                    <a:lnTo>
                      <a:pt x="834" y="744"/>
                    </a:lnTo>
                    <a:lnTo>
                      <a:pt x="840" y="732"/>
                    </a:lnTo>
                    <a:lnTo>
                      <a:pt x="840" y="726"/>
                    </a:lnTo>
                    <a:lnTo>
                      <a:pt x="834" y="714"/>
                    </a:lnTo>
                    <a:lnTo>
                      <a:pt x="822" y="708"/>
                    </a:lnTo>
                    <a:lnTo>
                      <a:pt x="816" y="696"/>
                    </a:lnTo>
                    <a:lnTo>
                      <a:pt x="816" y="672"/>
                    </a:lnTo>
                    <a:lnTo>
                      <a:pt x="804" y="672"/>
                    </a:lnTo>
                    <a:lnTo>
                      <a:pt x="798" y="666"/>
                    </a:lnTo>
                    <a:lnTo>
                      <a:pt x="798" y="654"/>
                    </a:lnTo>
                    <a:lnTo>
                      <a:pt x="804" y="642"/>
                    </a:lnTo>
                    <a:lnTo>
                      <a:pt x="804" y="612"/>
                    </a:lnTo>
                    <a:lnTo>
                      <a:pt x="798" y="600"/>
                    </a:lnTo>
                    <a:lnTo>
                      <a:pt x="798" y="576"/>
                    </a:lnTo>
                    <a:lnTo>
                      <a:pt x="810" y="564"/>
                    </a:lnTo>
                    <a:lnTo>
                      <a:pt x="816" y="564"/>
                    </a:lnTo>
                    <a:lnTo>
                      <a:pt x="822" y="558"/>
                    </a:lnTo>
                    <a:lnTo>
                      <a:pt x="822" y="534"/>
                    </a:lnTo>
                    <a:lnTo>
                      <a:pt x="840" y="516"/>
                    </a:lnTo>
                    <a:lnTo>
                      <a:pt x="840" y="504"/>
                    </a:lnTo>
                    <a:lnTo>
                      <a:pt x="834" y="498"/>
                    </a:lnTo>
                    <a:lnTo>
                      <a:pt x="816" y="498"/>
                    </a:lnTo>
                    <a:lnTo>
                      <a:pt x="804" y="504"/>
                    </a:lnTo>
                    <a:lnTo>
                      <a:pt x="798" y="510"/>
                    </a:lnTo>
                    <a:lnTo>
                      <a:pt x="774" y="504"/>
                    </a:lnTo>
                    <a:lnTo>
                      <a:pt x="768" y="510"/>
                    </a:lnTo>
                    <a:lnTo>
                      <a:pt x="744" y="510"/>
                    </a:lnTo>
                    <a:lnTo>
                      <a:pt x="738" y="504"/>
                    </a:lnTo>
                    <a:lnTo>
                      <a:pt x="720" y="504"/>
                    </a:lnTo>
                    <a:lnTo>
                      <a:pt x="720" y="510"/>
                    </a:lnTo>
                    <a:lnTo>
                      <a:pt x="696" y="510"/>
                    </a:lnTo>
                    <a:lnTo>
                      <a:pt x="672" y="486"/>
                    </a:lnTo>
                    <a:lnTo>
                      <a:pt x="666" y="468"/>
                    </a:lnTo>
                    <a:lnTo>
                      <a:pt x="660" y="456"/>
                    </a:lnTo>
                    <a:lnTo>
                      <a:pt x="654" y="450"/>
                    </a:lnTo>
                    <a:lnTo>
                      <a:pt x="654" y="444"/>
                    </a:lnTo>
                    <a:lnTo>
                      <a:pt x="630" y="444"/>
                    </a:lnTo>
                    <a:lnTo>
                      <a:pt x="618" y="438"/>
                    </a:lnTo>
                    <a:lnTo>
                      <a:pt x="612" y="432"/>
                    </a:lnTo>
                    <a:lnTo>
                      <a:pt x="600" y="432"/>
                    </a:lnTo>
                    <a:lnTo>
                      <a:pt x="600" y="438"/>
                    </a:lnTo>
                    <a:lnTo>
                      <a:pt x="594" y="444"/>
                    </a:lnTo>
                    <a:lnTo>
                      <a:pt x="582" y="444"/>
                    </a:lnTo>
                    <a:lnTo>
                      <a:pt x="570" y="438"/>
                    </a:lnTo>
                    <a:lnTo>
                      <a:pt x="564" y="438"/>
                    </a:lnTo>
                    <a:lnTo>
                      <a:pt x="552" y="432"/>
                    </a:lnTo>
                    <a:lnTo>
                      <a:pt x="540" y="432"/>
                    </a:lnTo>
                    <a:lnTo>
                      <a:pt x="534" y="438"/>
                    </a:lnTo>
                    <a:lnTo>
                      <a:pt x="510" y="438"/>
                    </a:lnTo>
                    <a:lnTo>
                      <a:pt x="504" y="432"/>
                    </a:lnTo>
                    <a:lnTo>
                      <a:pt x="498" y="420"/>
                    </a:lnTo>
                    <a:lnTo>
                      <a:pt x="498" y="408"/>
                    </a:lnTo>
                    <a:lnTo>
                      <a:pt x="486" y="408"/>
                    </a:lnTo>
                    <a:lnTo>
                      <a:pt x="486" y="366"/>
                    </a:lnTo>
                    <a:lnTo>
                      <a:pt x="498" y="342"/>
                    </a:lnTo>
                    <a:lnTo>
                      <a:pt x="498" y="330"/>
                    </a:lnTo>
                    <a:lnTo>
                      <a:pt x="492" y="324"/>
                    </a:lnTo>
                    <a:lnTo>
                      <a:pt x="480" y="318"/>
                    </a:lnTo>
                    <a:lnTo>
                      <a:pt x="474" y="312"/>
                    </a:lnTo>
                    <a:lnTo>
                      <a:pt x="474" y="276"/>
                    </a:lnTo>
                    <a:lnTo>
                      <a:pt x="468" y="264"/>
                    </a:lnTo>
                    <a:lnTo>
                      <a:pt x="456" y="252"/>
                    </a:lnTo>
                    <a:lnTo>
                      <a:pt x="450" y="252"/>
                    </a:lnTo>
                    <a:lnTo>
                      <a:pt x="438" y="264"/>
                    </a:lnTo>
                    <a:lnTo>
                      <a:pt x="438" y="270"/>
                    </a:lnTo>
                    <a:lnTo>
                      <a:pt x="432" y="264"/>
                    </a:lnTo>
                    <a:lnTo>
                      <a:pt x="432" y="252"/>
                    </a:lnTo>
                    <a:lnTo>
                      <a:pt x="438" y="240"/>
                    </a:lnTo>
                    <a:lnTo>
                      <a:pt x="462" y="216"/>
                    </a:lnTo>
                    <a:lnTo>
                      <a:pt x="462" y="192"/>
                    </a:lnTo>
                    <a:lnTo>
                      <a:pt x="468" y="186"/>
                    </a:lnTo>
                    <a:lnTo>
                      <a:pt x="468" y="168"/>
                    </a:lnTo>
                    <a:lnTo>
                      <a:pt x="480" y="132"/>
                    </a:lnTo>
                    <a:lnTo>
                      <a:pt x="504" y="108"/>
                    </a:lnTo>
                    <a:lnTo>
                      <a:pt x="522" y="102"/>
                    </a:lnTo>
                    <a:lnTo>
                      <a:pt x="534" y="90"/>
                    </a:lnTo>
                    <a:lnTo>
                      <a:pt x="540" y="78"/>
                    </a:lnTo>
                    <a:lnTo>
                      <a:pt x="540" y="72"/>
                    </a:lnTo>
                    <a:lnTo>
                      <a:pt x="546" y="66"/>
                    </a:lnTo>
                    <a:lnTo>
                      <a:pt x="558" y="66"/>
                    </a:lnTo>
                    <a:lnTo>
                      <a:pt x="564" y="60"/>
                    </a:lnTo>
                    <a:lnTo>
                      <a:pt x="570" y="60"/>
                    </a:lnTo>
                    <a:lnTo>
                      <a:pt x="576" y="54"/>
                    </a:lnTo>
                    <a:lnTo>
                      <a:pt x="582" y="54"/>
                    </a:lnTo>
                    <a:lnTo>
                      <a:pt x="600" y="36"/>
                    </a:lnTo>
                    <a:lnTo>
                      <a:pt x="600" y="12"/>
                    </a:lnTo>
                    <a:lnTo>
                      <a:pt x="594" y="6"/>
                    </a:lnTo>
                    <a:lnTo>
                      <a:pt x="582" y="0"/>
                    </a:lnTo>
                    <a:lnTo>
                      <a:pt x="570" y="6"/>
                    </a:lnTo>
                    <a:lnTo>
                      <a:pt x="546" y="6"/>
                    </a:lnTo>
                    <a:lnTo>
                      <a:pt x="540" y="12"/>
                    </a:lnTo>
                    <a:lnTo>
                      <a:pt x="534" y="12"/>
                    </a:lnTo>
                    <a:lnTo>
                      <a:pt x="522" y="24"/>
                    </a:lnTo>
                    <a:lnTo>
                      <a:pt x="522" y="36"/>
                    </a:lnTo>
                    <a:lnTo>
                      <a:pt x="516" y="48"/>
                    </a:lnTo>
                    <a:lnTo>
                      <a:pt x="504" y="60"/>
                    </a:lnTo>
                    <a:lnTo>
                      <a:pt x="492" y="60"/>
                    </a:lnTo>
                    <a:lnTo>
                      <a:pt x="480" y="54"/>
                    </a:lnTo>
                    <a:lnTo>
                      <a:pt x="474" y="54"/>
                    </a:lnTo>
                    <a:lnTo>
                      <a:pt x="444" y="84"/>
                    </a:lnTo>
                    <a:lnTo>
                      <a:pt x="444" y="90"/>
                    </a:lnTo>
                    <a:lnTo>
                      <a:pt x="408" y="102"/>
                    </a:lnTo>
                    <a:lnTo>
                      <a:pt x="402" y="96"/>
                    </a:lnTo>
                    <a:lnTo>
                      <a:pt x="390" y="90"/>
                    </a:lnTo>
                    <a:lnTo>
                      <a:pt x="384" y="90"/>
                    </a:lnTo>
                    <a:lnTo>
                      <a:pt x="378" y="102"/>
                    </a:lnTo>
                    <a:lnTo>
                      <a:pt x="378" y="120"/>
                    </a:lnTo>
                    <a:lnTo>
                      <a:pt x="372" y="132"/>
                    </a:lnTo>
                    <a:lnTo>
                      <a:pt x="366" y="138"/>
                    </a:lnTo>
                    <a:lnTo>
                      <a:pt x="354" y="138"/>
                    </a:lnTo>
                    <a:lnTo>
                      <a:pt x="354" y="132"/>
                    </a:lnTo>
                    <a:lnTo>
                      <a:pt x="360" y="126"/>
                    </a:lnTo>
                    <a:lnTo>
                      <a:pt x="354" y="120"/>
                    </a:lnTo>
                    <a:lnTo>
                      <a:pt x="342" y="120"/>
                    </a:lnTo>
                    <a:lnTo>
                      <a:pt x="330" y="126"/>
                    </a:lnTo>
                    <a:lnTo>
                      <a:pt x="318" y="126"/>
                    </a:lnTo>
                    <a:lnTo>
                      <a:pt x="312" y="132"/>
                    </a:lnTo>
                    <a:lnTo>
                      <a:pt x="306" y="132"/>
                    </a:lnTo>
                    <a:lnTo>
                      <a:pt x="300" y="144"/>
                    </a:lnTo>
                    <a:lnTo>
                      <a:pt x="288" y="150"/>
                    </a:lnTo>
                    <a:lnTo>
                      <a:pt x="282" y="162"/>
                    </a:lnTo>
                    <a:lnTo>
                      <a:pt x="276" y="168"/>
                    </a:lnTo>
                    <a:lnTo>
                      <a:pt x="276" y="186"/>
                    </a:lnTo>
                    <a:lnTo>
                      <a:pt x="282" y="192"/>
                    </a:lnTo>
                    <a:lnTo>
                      <a:pt x="264" y="222"/>
                    </a:lnTo>
                    <a:lnTo>
                      <a:pt x="276" y="246"/>
                    </a:lnTo>
                    <a:lnTo>
                      <a:pt x="252" y="246"/>
                    </a:lnTo>
                    <a:lnTo>
                      <a:pt x="240" y="252"/>
                    </a:lnTo>
                    <a:lnTo>
                      <a:pt x="228" y="264"/>
                    </a:lnTo>
                    <a:lnTo>
                      <a:pt x="228" y="276"/>
                    </a:lnTo>
                    <a:lnTo>
                      <a:pt x="222" y="288"/>
                    </a:lnTo>
                    <a:lnTo>
                      <a:pt x="216" y="294"/>
                    </a:lnTo>
                    <a:lnTo>
                      <a:pt x="204" y="294"/>
                    </a:lnTo>
                    <a:lnTo>
                      <a:pt x="198" y="300"/>
                    </a:lnTo>
                    <a:lnTo>
                      <a:pt x="192" y="300"/>
                    </a:lnTo>
                    <a:lnTo>
                      <a:pt x="174" y="306"/>
                    </a:lnTo>
                    <a:lnTo>
                      <a:pt x="186" y="330"/>
                    </a:lnTo>
                    <a:lnTo>
                      <a:pt x="186" y="366"/>
                    </a:lnTo>
                    <a:lnTo>
                      <a:pt x="168" y="366"/>
                    </a:lnTo>
                    <a:lnTo>
                      <a:pt x="168" y="360"/>
                    </a:lnTo>
                    <a:lnTo>
                      <a:pt x="174" y="354"/>
                    </a:lnTo>
                    <a:lnTo>
                      <a:pt x="174" y="342"/>
                    </a:lnTo>
                    <a:lnTo>
                      <a:pt x="144" y="312"/>
                    </a:lnTo>
                    <a:lnTo>
                      <a:pt x="138" y="312"/>
                    </a:lnTo>
                    <a:lnTo>
                      <a:pt x="132" y="318"/>
                    </a:lnTo>
                    <a:lnTo>
                      <a:pt x="132" y="336"/>
                    </a:lnTo>
                    <a:lnTo>
                      <a:pt x="138" y="348"/>
                    </a:lnTo>
                    <a:lnTo>
                      <a:pt x="150" y="354"/>
                    </a:lnTo>
                    <a:lnTo>
                      <a:pt x="150" y="366"/>
                    </a:lnTo>
                    <a:lnTo>
                      <a:pt x="138" y="390"/>
                    </a:lnTo>
                    <a:lnTo>
                      <a:pt x="132" y="396"/>
                    </a:lnTo>
                    <a:lnTo>
                      <a:pt x="120" y="390"/>
                    </a:lnTo>
                    <a:lnTo>
                      <a:pt x="114" y="384"/>
                    </a:lnTo>
                    <a:lnTo>
                      <a:pt x="102" y="414"/>
                    </a:lnTo>
                    <a:lnTo>
                      <a:pt x="114" y="438"/>
                    </a:lnTo>
                    <a:lnTo>
                      <a:pt x="114" y="450"/>
                    </a:lnTo>
                    <a:lnTo>
                      <a:pt x="126" y="462"/>
                    </a:lnTo>
                    <a:lnTo>
                      <a:pt x="132" y="474"/>
                    </a:lnTo>
                    <a:lnTo>
                      <a:pt x="132" y="480"/>
                    </a:lnTo>
                    <a:lnTo>
                      <a:pt x="120" y="492"/>
                    </a:lnTo>
                    <a:lnTo>
                      <a:pt x="114" y="492"/>
                    </a:lnTo>
                    <a:lnTo>
                      <a:pt x="132" y="516"/>
                    </a:lnTo>
                    <a:lnTo>
                      <a:pt x="138" y="552"/>
                    </a:lnTo>
                    <a:lnTo>
                      <a:pt x="114" y="558"/>
                    </a:lnTo>
                    <a:lnTo>
                      <a:pt x="132" y="576"/>
                    </a:lnTo>
                    <a:lnTo>
                      <a:pt x="132" y="636"/>
                    </a:lnTo>
                    <a:lnTo>
                      <a:pt x="120" y="642"/>
                    </a:lnTo>
                    <a:lnTo>
                      <a:pt x="114" y="654"/>
                    </a:lnTo>
                    <a:lnTo>
                      <a:pt x="114" y="678"/>
                    </a:lnTo>
                    <a:lnTo>
                      <a:pt x="138" y="702"/>
                    </a:lnTo>
                    <a:lnTo>
                      <a:pt x="138" y="720"/>
                    </a:lnTo>
                    <a:lnTo>
                      <a:pt x="132" y="732"/>
                    </a:lnTo>
                    <a:lnTo>
                      <a:pt x="120" y="738"/>
                    </a:lnTo>
                    <a:lnTo>
                      <a:pt x="114" y="750"/>
                    </a:lnTo>
                    <a:lnTo>
                      <a:pt x="102" y="756"/>
                    </a:lnTo>
                    <a:lnTo>
                      <a:pt x="96" y="762"/>
                    </a:lnTo>
                    <a:lnTo>
                      <a:pt x="114" y="774"/>
                    </a:lnTo>
                    <a:lnTo>
                      <a:pt x="84" y="798"/>
                    </a:lnTo>
                    <a:lnTo>
                      <a:pt x="66" y="798"/>
                    </a:lnTo>
                    <a:lnTo>
                      <a:pt x="54" y="804"/>
                    </a:lnTo>
                    <a:lnTo>
                      <a:pt x="36" y="810"/>
                    </a:lnTo>
                    <a:lnTo>
                      <a:pt x="30" y="822"/>
                    </a:lnTo>
                    <a:lnTo>
                      <a:pt x="30" y="846"/>
                    </a:lnTo>
                    <a:lnTo>
                      <a:pt x="36" y="852"/>
                    </a:lnTo>
                    <a:lnTo>
                      <a:pt x="36" y="858"/>
                    </a:lnTo>
                    <a:lnTo>
                      <a:pt x="6" y="858"/>
                    </a:lnTo>
                    <a:lnTo>
                      <a:pt x="0" y="864"/>
                    </a:lnTo>
                    <a:lnTo>
                      <a:pt x="0" y="876"/>
                    </a:lnTo>
                    <a:lnTo>
                      <a:pt x="6" y="888"/>
                    </a:lnTo>
                    <a:lnTo>
                      <a:pt x="18" y="894"/>
                    </a:lnTo>
                    <a:lnTo>
                      <a:pt x="24" y="906"/>
                    </a:lnTo>
                    <a:lnTo>
                      <a:pt x="36" y="91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1" name="Brazil" descr="© INSCALE GmbH, 05.05.2010&#10;http://www.presentationload.com/">
                <a:extLst>
                  <a:ext uri="{FF2B5EF4-FFF2-40B4-BE49-F238E27FC236}">
                    <a16:creationId xmlns:a16="http://schemas.microsoft.com/office/drawing/2014/main" id="{E5A131E1-2AD2-074C-9600-44AB19AE9C91}"/>
                  </a:ext>
                </a:extLst>
              </p:cNvPr>
              <p:cNvSpPr>
                <a:spLocks noEditPoints="1"/>
              </p:cNvSpPr>
              <p:nvPr/>
            </p:nvSpPr>
            <p:spPr bwMode="gray">
              <a:xfrm>
                <a:off x="3515484" y="3962548"/>
                <a:ext cx="1170272" cy="1323130"/>
              </a:xfrm>
              <a:custGeom>
                <a:avLst/>
                <a:gdLst>
                  <a:gd name="T0" fmla="*/ 2147483647 w 2784"/>
                  <a:gd name="T1" fmla="*/ 2147483647 h 3150"/>
                  <a:gd name="T2" fmla="*/ 2147483647 w 2784"/>
                  <a:gd name="T3" fmla="*/ 2147483647 h 3150"/>
                  <a:gd name="T4" fmla="*/ 2147483647 w 2784"/>
                  <a:gd name="T5" fmla="*/ 2147483647 h 3150"/>
                  <a:gd name="T6" fmla="*/ 2147483647 w 2784"/>
                  <a:gd name="T7" fmla="*/ 2147483647 h 3150"/>
                  <a:gd name="T8" fmla="*/ 2147483647 w 2784"/>
                  <a:gd name="T9" fmla="*/ 2147483647 h 3150"/>
                  <a:gd name="T10" fmla="*/ 2147483647 w 2784"/>
                  <a:gd name="T11" fmla="*/ 2147483647 h 3150"/>
                  <a:gd name="T12" fmla="*/ 2147483647 w 2784"/>
                  <a:gd name="T13" fmla="*/ 2147483647 h 3150"/>
                  <a:gd name="T14" fmla="*/ 2147483647 w 2784"/>
                  <a:gd name="T15" fmla="*/ 2147483647 h 3150"/>
                  <a:gd name="T16" fmla="*/ 2147483647 w 2784"/>
                  <a:gd name="T17" fmla="*/ 2147483647 h 3150"/>
                  <a:gd name="T18" fmla="*/ 2147483647 w 2784"/>
                  <a:gd name="T19" fmla="*/ 2147483647 h 3150"/>
                  <a:gd name="T20" fmla="*/ 2147483647 w 2784"/>
                  <a:gd name="T21" fmla="*/ 2147483647 h 3150"/>
                  <a:gd name="T22" fmla="*/ 2147483647 w 2784"/>
                  <a:gd name="T23" fmla="*/ 2147483647 h 3150"/>
                  <a:gd name="T24" fmla="*/ 2147483647 w 2784"/>
                  <a:gd name="T25" fmla="*/ 2147483647 h 3150"/>
                  <a:gd name="T26" fmla="*/ 2147483647 w 2784"/>
                  <a:gd name="T27" fmla="*/ 2147483647 h 3150"/>
                  <a:gd name="T28" fmla="*/ 2147483647 w 2784"/>
                  <a:gd name="T29" fmla="*/ 2147483647 h 3150"/>
                  <a:gd name="T30" fmla="*/ 2147483647 w 2784"/>
                  <a:gd name="T31" fmla="*/ 2147483647 h 3150"/>
                  <a:gd name="T32" fmla="*/ 2147483647 w 2784"/>
                  <a:gd name="T33" fmla="*/ 2147483647 h 3150"/>
                  <a:gd name="T34" fmla="*/ 2147483647 w 2784"/>
                  <a:gd name="T35" fmla="*/ 2147483647 h 3150"/>
                  <a:gd name="T36" fmla="*/ 2147483647 w 2784"/>
                  <a:gd name="T37" fmla="*/ 2147483647 h 3150"/>
                  <a:gd name="T38" fmla="*/ 2147483647 w 2784"/>
                  <a:gd name="T39" fmla="*/ 2147483647 h 3150"/>
                  <a:gd name="T40" fmla="*/ 2147483647 w 2784"/>
                  <a:gd name="T41" fmla="*/ 2147483647 h 3150"/>
                  <a:gd name="T42" fmla="*/ 2147483647 w 2784"/>
                  <a:gd name="T43" fmla="*/ 2147483647 h 3150"/>
                  <a:gd name="T44" fmla="*/ 2147483647 w 2784"/>
                  <a:gd name="T45" fmla="*/ 2147483647 h 3150"/>
                  <a:gd name="T46" fmla="*/ 2147483647 w 2784"/>
                  <a:gd name="T47" fmla="*/ 2147483647 h 3150"/>
                  <a:gd name="T48" fmla="*/ 2147483647 w 2784"/>
                  <a:gd name="T49" fmla="*/ 2147483647 h 3150"/>
                  <a:gd name="T50" fmla="*/ 2147483647 w 2784"/>
                  <a:gd name="T51" fmla="*/ 2147483647 h 3150"/>
                  <a:gd name="T52" fmla="*/ 2147483647 w 2784"/>
                  <a:gd name="T53" fmla="*/ 2147483647 h 3150"/>
                  <a:gd name="T54" fmla="*/ 2147483647 w 2784"/>
                  <a:gd name="T55" fmla="*/ 2147483647 h 3150"/>
                  <a:gd name="T56" fmla="*/ 2147483647 w 2784"/>
                  <a:gd name="T57" fmla="*/ 2147483647 h 3150"/>
                  <a:gd name="T58" fmla="*/ 2147483647 w 2784"/>
                  <a:gd name="T59" fmla="*/ 2147483647 h 3150"/>
                  <a:gd name="T60" fmla="*/ 2147483647 w 2784"/>
                  <a:gd name="T61" fmla="*/ 2147483647 h 3150"/>
                  <a:gd name="T62" fmla="*/ 2147483647 w 2784"/>
                  <a:gd name="T63" fmla="*/ 2147483647 h 3150"/>
                  <a:gd name="T64" fmla="*/ 2147483647 w 2784"/>
                  <a:gd name="T65" fmla="*/ 2147483647 h 3150"/>
                  <a:gd name="T66" fmla="*/ 2147483647 w 2784"/>
                  <a:gd name="T67" fmla="*/ 2147483647 h 3150"/>
                  <a:gd name="T68" fmla="*/ 2147483647 w 2784"/>
                  <a:gd name="T69" fmla="*/ 2147483647 h 3150"/>
                  <a:gd name="T70" fmla="*/ 2147483647 w 2784"/>
                  <a:gd name="T71" fmla="*/ 2147483647 h 3150"/>
                  <a:gd name="T72" fmla="*/ 2147483647 w 2784"/>
                  <a:gd name="T73" fmla="*/ 2147483647 h 3150"/>
                  <a:gd name="T74" fmla="*/ 2147483647 w 2784"/>
                  <a:gd name="T75" fmla="*/ 2147483647 h 3150"/>
                  <a:gd name="T76" fmla="*/ 2147483647 w 2784"/>
                  <a:gd name="T77" fmla="*/ 2147483647 h 3150"/>
                  <a:gd name="T78" fmla="*/ 2147483647 w 2784"/>
                  <a:gd name="T79" fmla="*/ 2147483647 h 3150"/>
                  <a:gd name="T80" fmla="*/ 2147483647 w 2784"/>
                  <a:gd name="T81" fmla="*/ 2147483647 h 3150"/>
                  <a:gd name="T82" fmla="*/ 2147483647 w 2784"/>
                  <a:gd name="T83" fmla="*/ 2147483647 h 3150"/>
                  <a:gd name="T84" fmla="*/ 2147483647 w 2784"/>
                  <a:gd name="T85" fmla="*/ 2147483647 h 3150"/>
                  <a:gd name="T86" fmla="*/ 2147483647 w 2784"/>
                  <a:gd name="T87" fmla="*/ 2147483647 h 3150"/>
                  <a:gd name="T88" fmla="*/ 2147483647 w 2784"/>
                  <a:gd name="T89" fmla="*/ 2147483647 h 3150"/>
                  <a:gd name="T90" fmla="*/ 2147483647 w 2784"/>
                  <a:gd name="T91" fmla="*/ 2147483647 h 3150"/>
                  <a:gd name="T92" fmla="*/ 2147483647 w 2784"/>
                  <a:gd name="T93" fmla="*/ 2147483647 h 3150"/>
                  <a:gd name="T94" fmla="*/ 2147483647 w 2784"/>
                  <a:gd name="T95" fmla="*/ 2147483647 h 3150"/>
                  <a:gd name="T96" fmla="*/ 2147483647 w 2784"/>
                  <a:gd name="T97" fmla="*/ 2147483647 h 3150"/>
                  <a:gd name="T98" fmla="*/ 2147483647 w 2784"/>
                  <a:gd name="T99" fmla="*/ 2147483647 h 3150"/>
                  <a:gd name="T100" fmla="*/ 2147483647 w 2784"/>
                  <a:gd name="T101" fmla="*/ 2147483647 h 3150"/>
                  <a:gd name="T102" fmla="*/ 2147483647 w 2784"/>
                  <a:gd name="T103" fmla="*/ 2147483647 h 3150"/>
                  <a:gd name="T104" fmla="*/ 2147483647 w 2784"/>
                  <a:gd name="T105" fmla="*/ 2147483647 h 3150"/>
                  <a:gd name="T106" fmla="*/ 2147483647 w 2784"/>
                  <a:gd name="T107" fmla="*/ 2147483647 h 3150"/>
                  <a:gd name="T108" fmla="*/ 2147483647 w 2784"/>
                  <a:gd name="T109" fmla="*/ 2147483647 h 3150"/>
                  <a:gd name="T110" fmla="*/ 2147483647 w 2784"/>
                  <a:gd name="T111" fmla="*/ 2147483647 h 3150"/>
                  <a:gd name="T112" fmla="*/ 2147483647 w 2784"/>
                  <a:gd name="T113" fmla="*/ 2147483647 h 3150"/>
                  <a:gd name="T114" fmla="*/ 2147483647 w 2784"/>
                  <a:gd name="T115" fmla="*/ 2147483647 h 3150"/>
                  <a:gd name="T116" fmla="*/ 2147483647 w 2784"/>
                  <a:gd name="T117" fmla="*/ 2147483647 h 3150"/>
                  <a:gd name="T118" fmla="*/ 2147483647 w 2784"/>
                  <a:gd name="T119" fmla="*/ 2147483647 h 31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84"/>
                  <a:gd name="T181" fmla="*/ 0 h 3150"/>
                  <a:gd name="T182" fmla="*/ 2784 w 2784"/>
                  <a:gd name="T183" fmla="*/ 3150 h 31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84" h="3150">
                    <a:moveTo>
                      <a:pt x="1716" y="450"/>
                    </a:moveTo>
                    <a:lnTo>
                      <a:pt x="1710" y="450"/>
                    </a:lnTo>
                    <a:lnTo>
                      <a:pt x="1698" y="444"/>
                    </a:lnTo>
                    <a:lnTo>
                      <a:pt x="1680" y="444"/>
                    </a:lnTo>
                    <a:lnTo>
                      <a:pt x="1662" y="438"/>
                    </a:lnTo>
                    <a:lnTo>
                      <a:pt x="1650" y="438"/>
                    </a:lnTo>
                    <a:lnTo>
                      <a:pt x="1644" y="444"/>
                    </a:lnTo>
                    <a:lnTo>
                      <a:pt x="1644" y="450"/>
                    </a:lnTo>
                    <a:lnTo>
                      <a:pt x="1650" y="462"/>
                    </a:lnTo>
                    <a:lnTo>
                      <a:pt x="1650" y="468"/>
                    </a:lnTo>
                    <a:lnTo>
                      <a:pt x="1656" y="480"/>
                    </a:lnTo>
                    <a:lnTo>
                      <a:pt x="1638" y="480"/>
                    </a:lnTo>
                    <a:lnTo>
                      <a:pt x="1638" y="504"/>
                    </a:lnTo>
                    <a:lnTo>
                      <a:pt x="1656" y="516"/>
                    </a:lnTo>
                    <a:lnTo>
                      <a:pt x="1644" y="528"/>
                    </a:lnTo>
                    <a:lnTo>
                      <a:pt x="1644" y="540"/>
                    </a:lnTo>
                    <a:lnTo>
                      <a:pt x="1656" y="564"/>
                    </a:lnTo>
                    <a:lnTo>
                      <a:pt x="1668" y="570"/>
                    </a:lnTo>
                    <a:lnTo>
                      <a:pt x="1674" y="576"/>
                    </a:lnTo>
                    <a:lnTo>
                      <a:pt x="1686" y="576"/>
                    </a:lnTo>
                    <a:lnTo>
                      <a:pt x="1698" y="570"/>
                    </a:lnTo>
                    <a:lnTo>
                      <a:pt x="1710" y="570"/>
                    </a:lnTo>
                    <a:lnTo>
                      <a:pt x="1716" y="564"/>
                    </a:lnTo>
                    <a:lnTo>
                      <a:pt x="1716" y="558"/>
                    </a:lnTo>
                    <a:lnTo>
                      <a:pt x="1728" y="558"/>
                    </a:lnTo>
                    <a:lnTo>
                      <a:pt x="1740" y="552"/>
                    </a:lnTo>
                    <a:lnTo>
                      <a:pt x="1758" y="552"/>
                    </a:lnTo>
                    <a:lnTo>
                      <a:pt x="1770" y="546"/>
                    </a:lnTo>
                    <a:lnTo>
                      <a:pt x="1776" y="534"/>
                    </a:lnTo>
                    <a:lnTo>
                      <a:pt x="1788" y="492"/>
                    </a:lnTo>
                    <a:lnTo>
                      <a:pt x="1794" y="480"/>
                    </a:lnTo>
                    <a:lnTo>
                      <a:pt x="1794" y="474"/>
                    </a:lnTo>
                    <a:lnTo>
                      <a:pt x="1800" y="462"/>
                    </a:lnTo>
                    <a:lnTo>
                      <a:pt x="1800" y="444"/>
                    </a:lnTo>
                    <a:lnTo>
                      <a:pt x="1794" y="438"/>
                    </a:lnTo>
                    <a:lnTo>
                      <a:pt x="1752" y="438"/>
                    </a:lnTo>
                    <a:lnTo>
                      <a:pt x="1740" y="444"/>
                    </a:lnTo>
                    <a:lnTo>
                      <a:pt x="1734" y="444"/>
                    </a:lnTo>
                    <a:lnTo>
                      <a:pt x="1722" y="450"/>
                    </a:lnTo>
                    <a:lnTo>
                      <a:pt x="1716" y="450"/>
                    </a:lnTo>
                    <a:close/>
                    <a:moveTo>
                      <a:pt x="1716" y="438"/>
                    </a:moveTo>
                    <a:lnTo>
                      <a:pt x="1740" y="432"/>
                    </a:lnTo>
                    <a:lnTo>
                      <a:pt x="1722" y="414"/>
                    </a:lnTo>
                    <a:lnTo>
                      <a:pt x="1698" y="438"/>
                    </a:lnTo>
                    <a:lnTo>
                      <a:pt x="1716" y="438"/>
                    </a:lnTo>
                    <a:close/>
                    <a:moveTo>
                      <a:pt x="1686" y="408"/>
                    </a:moveTo>
                    <a:lnTo>
                      <a:pt x="1662" y="408"/>
                    </a:lnTo>
                    <a:lnTo>
                      <a:pt x="1662" y="426"/>
                    </a:lnTo>
                    <a:lnTo>
                      <a:pt x="1698" y="426"/>
                    </a:lnTo>
                    <a:lnTo>
                      <a:pt x="1716" y="402"/>
                    </a:lnTo>
                    <a:lnTo>
                      <a:pt x="1698" y="384"/>
                    </a:lnTo>
                    <a:lnTo>
                      <a:pt x="1686" y="408"/>
                    </a:lnTo>
                    <a:close/>
                    <a:moveTo>
                      <a:pt x="1572" y="492"/>
                    </a:moveTo>
                    <a:lnTo>
                      <a:pt x="1572" y="510"/>
                    </a:lnTo>
                    <a:lnTo>
                      <a:pt x="1554" y="546"/>
                    </a:lnTo>
                    <a:lnTo>
                      <a:pt x="1584" y="528"/>
                    </a:lnTo>
                    <a:lnTo>
                      <a:pt x="1590" y="516"/>
                    </a:lnTo>
                    <a:lnTo>
                      <a:pt x="1596" y="510"/>
                    </a:lnTo>
                    <a:lnTo>
                      <a:pt x="1608" y="486"/>
                    </a:lnTo>
                    <a:lnTo>
                      <a:pt x="1608" y="480"/>
                    </a:lnTo>
                    <a:lnTo>
                      <a:pt x="1602" y="474"/>
                    </a:lnTo>
                    <a:lnTo>
                      <a:pt x="1596" y="474"/>
                    </a:lnTo>
                    <a:lnTo>
                      <a:pt x="1584" y="480"/>
                    </a:lnTo>
                    <a:lnTo>
                      <a:pt x="1572" y="492"/>
                    </a:lnTo>
                    <a:close/>
                    <a:moveTo>
                      <a:pt x="1632" y="426"/>
                    </a:moveTo>
                    <a:lnTo>
                      <a:pt x="1608" y="450"/>
                    </a:lnTo>
                    <a:lnTo>
                      <a:pt x="1626" y="456"/>
                    </a:lnTo>
                    <a:lnTo>
                      <a:pt x="1644" y="432"/>
                    </a:lnTo>
                    <a:lnTo>
                      <a:pt x="1632" y="426"/>
                    </a:lnTo>
                    <a:close/>
                    <a:moveTo>
                      <a:pt x="2778" y="1002"/>
                    </a:moveTo>
                    <a:lnTo>
                      <a:pt x="2778" y="984"/>
                    </a:lnTo>
                    <a:lnTo>
                      <a:pt x="2772" y="972"/>
                    </a:lnTo>
                    <a:lnTo>
                      <a:pt x="2760" y="954"/>
                    </a:lnTo>
                    <a:lnTo>
                      <a:pt x="2754" y="936"/>
                    </a:lnTo>
                    <a:lnTo>
                      <a:pt x="2754" y="870"/>
                    </a:lnTo>
                    <a:lnTo>
                      <a:pt x="2724" y="840"/>
                    </a:lnTo>
                    <a:lnTo>
                      <a:pt x="2694" y="834"/>
                    </a:lnTo>
                    <a:lnTo>
                      <a:pt x="2646" y="840"/>
                    </a:lnTo>
                    <a:lnTo>
                      <a:pt x="2628" y="822"/>
                    </a:lnTo>
                    <a:lnTo>
                      <a:pt x="2610" y="822"/>
                    </a:lnTo>
                    <a:lnTo>
                      <a:pt x="2592" y="798"/>
                    </a:lnTo>
                    <a:lnTo>
                      <a:pt x="2568" y="798"/>
                    </a:lnTo>
                    <a:lnTo>
                      <a:pt x="2538" y="768"/>
                    </a:lnTo>
                    <a:lnTo>
                      <a:pt x="2526" y="750"/>
                    </a:lnTo>
                    <a:lnTo>
                      <a:pt x="2490" y="714"/>
                    </a:lnTo>
                    <a:lnTo>
                      <a:pt x="2418" y="666"/>
                    </a:lnTo>
                    <a:lnTo>
                      <a:pt x="2394" y="660"/>
                    </a:lnTo>
                    <a:lnTo>
                      <a:pt x="2316" y="660"/>
                    </a:lnTo>
                    <a:lnTo>
                      <a:pt x="2316" y="672"/>
                    </a:lnTo>
                    <a:lnTo>
                      <a:pt x="2310" y="672"/>
                    </a:lnTo>
                    <a:lnTo>
                      <a:pt x="2298" y="660"/>
                    </a:lnTo>
                    <a:lnTo>
                      <a:pt x="2286" y="654"/>
                    </a:lnTo>
                    <a:lnTo>
                      <a:pt x="2274" y="654"/>
                    </a:lnTo>
                    <a:lnTo>
                      <a:pt x="2262" y="648"/>
                    </a:lnTo>
                    <a:lnTo>
                      <a:pt x="2232" y="648"/>
                    </a:lnTo>
                    <a:lnTo>
                      <a:pt x="2226" y="642"/>
                    </a:lnTo>
                    <a:lnTo>
                      <a:pt x="2214" y="636"/>
                    </a:lnTo>
                    <a:lnTo>
                      <a:pt x="2196" y="630"/>
                    </a:lnTo>
                    <a:lnTo>
                      <a:pt x="2184" y="624"/>
                    </a:lnTo>
                    <a:lnTo>
                      <a:pt x="2166" y="618"/>
                    </a:lnTo>
                    <a:lnTo>
                      <a:pt x="2154" y="618"/>
                    </a:lnTo>
                    <a:lnTo>
                      <a:pt x="2142" y="624"/>
                    </a:lnTo>
                    <a:lnTo>
                      <a:pt x="2112" y="654"/>
                    </a:lnTo>
                    <a:lnTo>
                      <a:pt x="2106" y="666"/>
                    </a:lnTo>
                    <a:lnTo>
                      <a:pt x="2088" y="642"/>
                    </a:lnTo>
                    <a:lnTo>
                      <a:pt x="2088" y="678"/>
                    </a:lnTo>
                    <a:lnTo>
                      <a:pt x="2058" y="702"/>
                    </a:lnTo>
                    <a:lnTo>
                      <a:pt x="2076" y="636"/>
                    </a:lnTo>
                    <a:lnTo>
                      <a:pt x="2082" y="636"/>
                    </a:lnTo>
                    <a:lnTo>
                      <a:pt x="2094" y="624"/>
                    </a:lnTo>
                    <a:lnTo>
                      <a:pt x="2094" y="606"/>
                    </a:lnTo>
                    <a:lnTo>
                      <a:pt x="2088" y="600"/>
                    </a:lnTo>
                    <a:lnTo>
                      <a:pt x="2082" y="600"/>
                    </a:lnTo>
                    <a:lnTo>
                      <a:pt x="2064" y="618"/>
                    </a:lnTo>
                    <a:lnTo>
                      <a:pt x="2076" y="582"/>
                    </a:lnTo>
                    <a:lnTo>
                      <a:pt x="2070" y="582"/>
                    </a:lnTo>
                    <a:lnTo>
                      <a:pt x="2064" y="576"/>
                    </a:lnTo>
                    <a:lnTo>
                      <a:pt x="2064" y="570"/>
                    </a:lnTo>
                    <a:lnTo>
                      <a:pt x="2040" y="546"/>
                    </a:lnTo>
                    <a:lnTo>
                      <a:pt x="2034" y="546"/>
                    </a:lnTo>
                    <a:lnTo>
                      <a:pt x="2022" y="564"/>
                    </a:lnTo>
                    <a:lnTo>
                      <a:pt x="2016" y="552"/>
                    </a:lnTo>
                    <a:lnTo>
                      <a:pt x="2004" y="546"/>
                    </a:lnTo>
                    <a:lnTo>
                      <a:pt x="1998" y="534"/>
                    </a:lnTo>
                    <a:lnTo>
                      <a:pt x="1986" y="528"/>
                    </a:lnTo>
                    <a:lnTo>
                      <a:pt x="1980" y="522"/>
                    </a:lnTo>
                    <a:lnTo>
                      <a:pt x="1968" y="516"/>
                    </a:lnTo>
                    <a:lnTo>
                      <a:pt x="1944" y="516"/>
                    </a:lnTo>
                    <a:lnTo>
                      <a:pt x="1932" y="510"/>
                    </a:lnTo>
                    <a:lnTo>
                      <a:pt x="1926" y="510"/>
                    </a:lnTo>
                    <a:lnTo>
                      <a:pt x="1914" y="498"/>
                    </a:lnTo>
                    <a:lnTo>
                      <a:pt x="1902" y="492"/>
                    </a:lnTo>
                    <a:lnTo>
                      <a:pt x="1896" y="480"/>
                    </a:lnTo>
                    <a:lnTo>
                      <a:pt x="1884" y="474"/>
                    </a:lnTo>
                    <a:lnTo>
                      <a:pt x="1878" y="486"/>
                    </a:lnTo>
                    <a:lnTo>
                      <a:pt x="1824" y="486"/>
                    </a:lnTo>
                    <a:lnTo>
                      <a:pt x="1812" y="498"/>
                    </a:lnTo>
                    <a:lnTo>
                      <a:pt x="1806" y="510"/>
                    </a:lnTo>
                    <a:lnTo>
                      <a:pt x="1806" y="522"/>
                    </a:lnTo>
                    <a:lnTo>
                      <a:pt x="1800" y="528"/>
                    </a:lnTo>
                    <a:lnTo>
                      <a:pt x="1800" y="534"/>
                    </a:lnTo>
                    <a:lnTo>
                      <a:pt x="1812" y="552"/>
                    </a:lnTo>
                    <a:lnTo>
                      <a:pt x="1776" y="552"/>
                    </a:lnTo>
                    <a:lnTo>
                      <a:pt x="1770" y="564"/>
                    </a:lnTo>
                    <a:lnTo>
                      <a:pt x="1758" y="576"/>
                    </a:lnTo>
                    <a:lnTo>
                      <a:pt x="1752" y="588"/>
                    </a:lnTo>
                    <a:lnTo>
                      <a:pt x="1752" y="594"/>
                    </a:lnTo>
                    <a:lnTo>
                      <a:pt x="1746" y="600"/>
                    </a:lnTo>
                    <a:lnTo>
                      <a:pt x="1746" y="612"/>
                    </a:lnTo>
                    <a:lnTo>
                      <a:pt x="1740" y="624"/>
                    </a:lnTo>
                    <a:lnTo>
                      <a:pt x="1728" y="636"/>
                    </a:lnTo>
                    <a:lnTo>
                      <a:pt x="1722" y="636"/>
                    </a:lnTo>
                    <a:lnTo>
                      <a:pt x="1728" y="630"/>
                    </a:lnTo>
                    <a:lnTo>
                      <a:pt x="1728" y="618"/>
                    </a:lnTo>
                    <a:lnTo>
                      <a:pt x="1734" y="606"/>
                    </a:lnTo>
                    <a:lnTo>
                      <a:pt x="1734" y="600"/>
                    </a:lnTo>
                    <a:lnTo>
                      <a:pt x="1740" y="588"/>
                    </a:lnTo>
                    <a:lnTo>
                      <a:pt x="1740" y="582"/>
                    </a:lnTo>
                    <a:lnTo>
                      <a:pt x="1734" y="576"/>
                    </a:lnTo>
                    <a:lnTo>
                      <a:pt x="1728" y="576"/>
                    </a:lnTo>
                    <a:lnTo>
                      <a:pt x="1722" y="582"/>
                    </a:lnTo>
                    <a:lnTo>
                      <a:pt x="1716" y="582"/>
                    </a:lnTo>
                    <a:lnTo>
                      <a:pt x="1704" y="594"/>
                    </a:lnTo>
                    <a:lnTo>
                      <a:pt x="1692" y="588"/>
                    </a:lnTo>
                    <a:lnTo>
                      <a:pt x="1656" y="588"/>
                    </a:lnTo>
                    <a:lnTo>
                      <a:pt x="1644" y="582"/>
                    </a:lnTo>
                    <a:lnTo>
                      <a:pt x="1632" y="570"/>
                    </a:lnTo>
                    <a:lnTo>
                      <a:pt x="1632" y="522"/>
                    </a:lnTo>
                    <a:lnTo>
                      <a:pt x="1626" y="516"/>
                    </a:lnTo>
                    <a:lnTo>
                      <a:pt x="1626" y="504"/>
                    </a:lnTo>
                    <a:lnTo>
                      <a:pt x="1620" y="504"/>
                    </a:lnTo>
                    <a:lnTo>
                      <a:pt x="1614" y="510"/>
                    </a:lnTo>
                    <a:lnTo>
                      <a:pt x="1602" y="516"/>
                    </a:lnTo>
                    <a:lnTo>
                      <a:pt x="1596" y="522"/>
                    </a:lnTo>
                    <a:lnTo>
                      <a:pt x="1590" y="534"/>
                    </a:lnTo>
                    <a:lnTo>
                      <a:pt x="1584" y="540"/>
                    </a:lnTo>
                    <a:lnTo>
                      <a:pt x="1560" y="552"/>
                    </a:lnTo>
                    <a:lnTo>
                      <a:pt x="1554" y="558"/>
                    </a:lnTo>
                    <a:lnTo>
                      <a:pt x="1512" y="558"/>
                    </a:lnTo>
                    <a:lnTo>
                      <a:pt x="1500" y="552"/>
                    </a:lnTo>
                    <a:lnTo>
                      <a:pt x="1542" y="540"/>
                    </a:lnTo>
                    <a:lnTo>
                      <a:pt x="1548" y="528"/>
                    </a:lnTo>
                    <a:lnTo>
                      <a:pt x="1566" y="510"/>
                    </a:lnTo>
                    <a:lnTo>
                      <a:pt x="1566" y="492"/>
                    </a:lnTo>
                    <a:lnTo>
                      <a:pt x="1572" y="486"/>
                    </a:lnTo>
                    <a:lnTo>
                      <a:pt x="1590" y="450"/>
                    </a:lnTo>
                    <a:lnTo>
                      <a:pt x="1626" y="414"/>
                    </a:lnTo>
                    <a:lnTo>
                      <a:pt x="1638" y="408"/>
                    </a:lnTo>
                    <a:lnTo>
                      <a:pt x="1656" y="390"/>
                    </a:lnTo>
                    <a:lnTo>
                      <a:pt x="1656" y="378"/>
                    </a:lnTo>
                    <a:lnTo>
                      <a:pt x="1662" y="366"/>
                    </a:lnTo>
                    <a:lnTo>
                      <a:pt x="1674" y="354"/>
                    </a:lnTo>
                    <a:lnTo>
                      <a:pt x="1686" y="348"/>
                    </a:lnTo>
                    <a:lnTo>
                      <a:pt x="1692" y="342"/>
                    </a:lnTo>
                    <a:lnTo>
                      <a:pt x="1704" y="336"/>
                    </a:lnTo>
                    <a:lnTo>
                      <a:pt x="1680" y="330"/>
                    </a:lnTo>
                    <a:lnTo>
                      <a:pt x="1698" y="312"/>
                    </a:lnTo>
                    <a:lnTo>
                      <a:pt x="1698" y="294"/>
                    </a:lnTo>
                    <a:lnTo>
                      <a:pt x="1692" y="288"/>
                    </a:lnTo>
                    <a:lnTo>
                      <a:pt x="1680" y="282"/>
                    </a:lnTo>
                    <a:lnTo>
                      <a:pt x="1662" y="282"/>
                    </a:lnTo>
                    <a:lnTo>
                      <a:pt x="1650" y="276"/>
                    </a:lnTo>
                    <a:lnTo>
                      <a:pt x="1644" y="270"/>
                    </a:lnTo>
                    <a:lnTo>
                      <a:pt x="1638" y="252"/>
                    </a:lnTo>
                    <a:lnTo>
                      <a:pt x="1632" y="216"/>
                    </a:lnTo>
                    <a:lnTo>
                      <a:pt x="1626" y="168"/>
                    </a:lnTo>
                    <a:lnTo>
                      <a:pt x="1620" y="138"/>
                    </a:lnTo>
                    <a:lnTo>
                      <a:pt x="1614" y="114"/>
                    </a:lnTo>
                    <a:lnTo>
                      <a:pt x="1608" y="96"/>
                    </a:lnTo>
                    <a:lnTo>
                      <a:pt x="1602" y="84"/>
                    </a:lnTo>
                    <a:lnTo>
                      <a:pt x="1590" y="78"/>
                    </a:lnTo>
                    <a:lnTo>
                      <a:pt x="1584" y="78"/>
                    </a:lnTo>
                    <a:lnTo>
                      <a:pt x="1584" y="90"/>
                    </a:lnTo>
                    <a:lnTo>
                      <a:pt x="1590" y="96"/>
                    </a:lnTo>
                    <a:lnTo>
                      <a:pt x="1590" y="108"/>
                    </a:lnTo>
                    <a:lnTo>
                      <a:pt x="1572" y="108"/>
                    </a:lnTo>
                    <a:lnTo>
                      <a:pt x="1572" y="102"/>
                    </a:lnTo>
                    <a:lnTo>
                      <a:pt x="1566" y="108"/>
                    </a:lnTo>
                    <a:lnTo>
                      <a:pt x="1560" y="120"/>
                    </a:lnTo>
                    <a:lnTo>
                      <a:pt x="1560" y="126"/>
                    </a:lnTo>
                    <a:lnTo>
                      <a:pt x="1554" y="132"/>
                    </a:lnTo>
                    <a:lnTo>
                      <a:pt x="1548" y="144"/>
                    </a:lnTo>
                    <a:lnTo>
                      <a:pt x="1536" y="156"/>
                    </a:lnTo>
                    <a:lnTo>
                      <a:pt x="1518" y="192"/>
                    </a:lnTo>
                    <a:lnTo>
                      <a:pt x="1518" y="210"/>
                    </a:lnTo>
                    <a:lnTo>
                      <a:pt x="1494" y="246"/>
                    </a:lnTo>
                    <a:lnTo>
                      <a:pt x="1488" y="246"/>
                    </a:lnTo>
                    <a:lnTo>
                      <a:pt x="1482" y="252"/>
                    </a:lnTo>
                    <a:lnTo>
                      <a:pt x="1464" y="252"/>
                    </a:lnTo>
                    <a:lnTo>
                      <a:pt x="1452" y="240"/>
                    </a:lnTo>
                    <a:lnTo>
                      <a:pt x="1446" y="246"/>
                    </a:lnTo>
                    <a:lnTo>
                      <a:pt x="1434" y="246"/>
                    </a:lnTo>
                    <a:lnTo>
                      <a:pt x="1428" y="240"/>
                    </a:lnTo>
                    <a:lnTo>
                      <a:pt x="1416" y="240"/>
                    </a:lnTo>
                    <a:lnTo>
                      <a:pt x="1410" y="246"/>
                    </a:lnTo>
                    <a:lnTo>
                      <a:pt x="1410" y="252"/>
                    </a:lnTo>
                    <a:lnTo>
                      <a:pt x="1404" y="258"/>
                    </a:lnTo>
                    <a:lnTo>
                      <a:pt x="1380" y="258"/>
                    </a:lnTo>
                    <a:lnTo>
                      <a:pt x="1368" y="246"/>
                    </a:lnTo>
                    <a:lnTo>
                      <a:pt x="1368" y="240"/>
                    </a:lnTo>
                    <a:lnTo>
                      <a:pt x="1350" y="234"/>
                    </a:lnTo>
                    <a:lnTo>
                      <a:pt x="1344" y="228"/>
                    </a:lnTo>
                    <a:lnTo>
                      <a:pt x="1338" y="216"/>
                    </a:lnTo>
                    <a:lnTo>
                      <a:pt x="1332" y="216"/>
                    </a:lnTo>
                    <a:lnTo>
                      <a:pt x="1320" y="222"/>
                    </a:lnTo>
                    <a:lnTo>
                      <a:pt x="1314" y="228"/>
                    </a:lnTo>
                    <a:lnTo>
                      <a:pt x="1302" y="234"/>
                    </a:lnTo>
                    <a:lnTo>
                      <a:pt x="1278" y="234"/>
                    </a:lnTo>
                    <a:lnTo>
                      <a:pt x="1278" y="222"/>
                    </a:lnTo>
                    <a:lnTo>
                      <a:pt x="1272" y="222"/>
                    </a:lnTo>
                    <a:lnTo>
                      <a:pt x="1260" y="228"/>
                    </a:lnTo>
                    <a:lnTo>
                      <a:pt x="1260" y="252"/>
                    </a:lnTo>
                    <a:lnTo>
                      <a:pt x="1272" y="264"/>
                    </a:lnTo>
                    <a:lnTo>
                      <a:pt x="1272" y="270"/>
                    </a:lnTo>
                    <a:lnTo>
                      <a:pt x="1278" y="276"/>
                    </a:lnTo>
                    <a:lnTo>
                      <a:pt x="1272" y="282"/>
                    </a:lnTo>
                    <a:lnTo>
                      <a:pt x="1254" y="282"/>
                    </a:lnTo>
                    <a:lnTo>
                      <a:pt x="1230" y="270"/>
                    </a:lnTo>
                    <a:lnTo>
                      <a:pt x="1224" y="270"/>
                    </a:lnTo>
                    <a:lnTo>
                      <a:pt x="1212" y="264"/>
                    </a:lnTo>
                    <a:lnTo>
                      <a:pt x="1212" y="270"/>
                    </a:lnTo>
                    <a:lnTo>
                      <a:pt x="1206" y="276"/>
                    </a:lnTo>
                    <a:lnTo>
                      <a:pt x="1200" y="276"/>
                    </a:lnTo>
                    <a:lnTo>
                      <a:pt x="1188" y="264"/>
                    </a:lnTo>
                    <a:lnTo>
                      <a:pt x="1176" y="264"/>
                    </a:lnTo>
                    <a:lnTo>
                      <a:pt x="1158" y="282"/>
                    </a:lnTo>
                    <a:lnTo>
                      <a:pt x="1158" y="288"/>
                    </a:lnTo>
                    <a:lnTo>
                      <a:pt x="1128" y="288"/>
                    </a:lnTo>
                    <a:lnTo>
                      <a:pt x="1122" y="300"/>
                    </a:lnTo>
                    <a:lnTo>
                      <a:pt x="1104" y="300"/>
                    </a:lnTo>
                    <a:lnTo>
                      <a:pt x="1092" y="312"/>
                    </a:lnTo>
                    <a:lnTo>
                      <a:pt x="1092" y="324"/>
                    </a:lnTo>
                    <a:lnTo>
                      <a:pt x="1086" y="330"/>
                    </a:lnTo>
                    <a:lnTo>
                      <a:pt x="1050" y="330"/>
                    </a:lnTo>
                    <a:lnTo>
                      <a:pt x="1044" y="318"/>
                    </a:lnTo>
                    <a:lnTo>
                      <a:pt x="1032" y="318"/>
                    </a:lnTo>
                    <a:lnTo>
                      <a:pt x="1002" y="282"/>
                    </a:lnTo>
                    <a:lnTo>
                      <a:pt x="1002" y="252"/>
                    </a:lnTo>
                    <a:lnTo>
                      <a:pt x="978" y="228"/>
                    </a:lnTo>
                    <a:lnTo>
                      <a:pt x="972" y="216"/>
                    </a:lnTo>
                    <a:lnTo>
                      <a:pt x="972" y="210"/>
                    </a:lnTo>
                    <a:lnTo>
                      <a:pt x="978" y="198"/>
                    </a:lnTo>
                    <a:lnTo>
                      <a:pt x="978" y="192"/>
                    </a:lnTo>
                    <a:lnTo>
                      <a:pt x="984" y="180"/>
                    </a:lnTo>
                    <a:lnTo>
                      <a:pt x="996" y="138"/>
                    </a:lnTo>
                    <a:lnTo>
                      <a:pt x="1008" y="126"/>
                    </a:lnTo>
                    <a:lnTo>
                      <a:pt x="1014" y="114"/>
                    </a:lnTo>
                    <a:lnTo>
                      <a:pt x="1014" y="102"/>
                    </a:lnTo>
                    <a:lnTo>
                      <a:pt x="1008" y="102"/>
                    </a:lnTo>
                    <a:lnTo>
                      <a:pt x="1002" y="96"/>
                    </a:lnTo>
                    <a:lnTo>
                      <a:pt x="1002" y="66"/>
                    </a:lnTo>
                    <a:lnTo>
                      <a:pt x="996" y="66"/>
                    </a:lnTo>
                    <a:lnTo>
                      <a:pt x="984" y="72"/>
                    </a:lnTo>
                    <a:lnTo>
                      <a:pt x="978" y="72"/>
                    </a:lnTo>
                    <a:lnTo>
                      <a:pt x="972" y="66"/>
                    </a:lnTo>
                    <a:lnTo>
                      <a:pt x="972" y="60"/>
                    </a:lnTo>
                    <a:lnTo>
                      <a:pt x="978" y="54"/>
                    </a:lnTo>
                    <a:lnTo>
                      <a:pt x="984" y="42"/>
                    </a:lnTo>
                    <a:lnTo>
                      <a:pt x="984" y="24"/>
                    </a:lnTo>
                    <a:lnTo>
                      <a:pt x="978" y="12"/>
                    </a:lnTo>
                    <a:lnTo>
                      <a:pt x="966" y="0"/>
                    </a:lnTo>
                    <a:lnTo>
                      <a:pt x="960" y="12"/>
                    </a:lnTo>
                    <a:lnTo>
                      <a:pt x="936" y="6"/>
                    </a:lnTo>
                    <a:lnTo>
                      <a:pt x="936" y="42"/>
                    </a:lnTo>
                    <a:lnTo>
                      <a:pt x="930" y="48"/>
                    </a:lnTo>
                    <a:lnTo>
                      <a:pt x="918" y="48"/>
                    </a:lnTo>
                    <a:lnTo>
                      <a:pt x="918" y="60"/>
                    </a:lnTo>
                    <a:lnTo>
                      <a:pt x="894" y="60"/>
                    </a:lnTo>
                    <a:lnTo>
                      <a:pt x="882" y="66"/>
                    </a:lnTo>
                    <a:lnTo>
                      <a:pt x="858" y="90"/>
                    </a:lnTo>
                    <a:lnTo>
                      <a:pt x="846" y="96"/>
                    </a:lnTo>
                    <a:lnTo>
                      <a:pt x="828" y="96"/>
                    </a:lnTo>
                    <a:lnTo>
                      <a:pt x="822" y="90"/>
                    </a:lnTo>
                    <a:lnTo>
                      <a:pt x="804" y="90"/>
                    </a:lnTo>
                    <a:lnTo>
                      <a:pt x="798" y="96"/>
                    </a:lnTo>
                    <a:lnTo>
                      <a:pt x="798" y="108"/>
                    </a:lnTo>
                    <a:lnTo>
                      <a:pt x="792" y="120"/>
                    </a:lnTo>
                    <a:lnTo>
                      <a:pt x="792" y="138"/>
                    </a:lnTo>
                    <a:lnTo>
                      <a:pt x="786" y="144"/>
                    </a:lnTo>
                    <a:lnTo>
                      <a:pt x="774" y="138"/>
                    </a:lnTo>
                    <a:lnTo>
                      <a:pt x="762" y="126"/>
                    </a:lnTo>
                    <a:lnTo>
                      <a:pt x="756" y="114"/>
                    </a:lnTo>
                    <a:lnTo>
                      <a:pt x="750" y="108"/>
                    </a:lnTo>
                    <a:lnTo>
                      <a:pt x="738" y="108"/>
                    </a:lnTo>
                    <a:lnTo>
                      <a:pt x="732" y="114"/>
                    </a:lnTo>
                    <a:lnTo>
                      <a:pt x="720" y="108"/>
                    </a:lnTo>
                    <a:lnTo>
                      <a:pt x="708" y="114"/>
                    </a:lnTo>
                    <a:lnTo>
                      <a:pt x="696" y="114"/>
                    </a:lnTo>
                    <a:lnTo>
                      <a:pt x="696" y="96"/>
                    </a:lnTo>
                    <a:lnTo>
                      <a:pt x="690" y="90"/>
                    </a:lnTo>
                    <a:lnTo>
                      <a:pt x="648" y="90"/>
                    </a:lnTo>
                    <a:lnTo>
                      <a:pt x="648" y="84"/>
                    </a:lnTo>
                    <a:lnTo>
                      <a:pt x="642" y="78"/>
                    </a:lnTo>
                    <a:lnTo>
                      <a:pt x="642" y="108"/>
                    </a:lnTo>
                    <a:lnTo>
                      <a:pt x="660" y="126"/>
                    </a:lnTo>
                    <a:lnTo>
                      <a:pt x="672" y="132"/>
                    </a:lnTo>
                    <a:lnTo>
                      <a:pt x="678" y="138"/>
                    </a:lnTo>
                    <a:lnTo>
                      <a:pt x="678" y="168"/>
                    </a:lnTo>
                    <a:lnTo>
                      <a:pt x="672" y="174"/>
                    </a:lnTo>
                    <a:lnTo>
                      <a:pt x="684" y="186"/>
                    </a:lnTo>
                    <a:lnTo>
                      <a:pt x="690" y="198"/>
                    </a:lnTo>
                    <a:lnTo>
                      <a:pt x="690" y="228"/>
                    </a:lnTo>
                    <a:lnTo>
                      <a:pt x="738" y="234"/>
                    </a:lnTo>
                    <a:lnTo>
                      <a:pt x="744" y="240"/>
                    </a:lnTo>
                    <a:lnTo>
                      <a:pt x="744" y="246"/>
                    </a:lnTo>
                    <a:lnTo>
                      <a:pt x="738" y="258"/>
                    </a:lnTo>
                    <a:lnTo>
                      <a:pt x="732" y="264"/>
                    </a:lnTo>
                    <a:lnTo>
                      <a:pt x="690" y="264"/>
                    </a:lnTo>
                    <a:lnTo>
                      <a:pt x="690" y="294"/>
                    </a:lnTo>
                    <a:lnTo>
                      <a:pt x="684" y="306"/>
                    </a:lnTo>
                    <a:lnTo>
                      <a:pt x="648" y="324"/>
                    </a:lnTo>
                    <a:lnTo>
                      <a:pt x="642" y="330"/>
                    </a:lnTo>
                    <a:lnTo>
                      <a:pt x="624" y="330"/>
                    </a:lnTo>
                    <a:lnTo>
                      <a:pt x="612" y="342"/>
                    </a:lnTo>
                    <a:lnTo>
                      <a:pt x="600" y="366"/>
                    </a:lnTo>
                    <a:lnTo>
                      <a:pt x="588" y="378"/>
                    </a:lnTo>
                    <a:lnTo>
                      <a:pt x="582" y="378"/>
                    </a:lnTo>
                    <a:lnTo>
                      <a:pt x="582" y="354"/>
                    </a:lnTo>
                    <a:lnTo>
                      <a:pt x="576" y="348"/>
                    </a:lnTo>
                    <a:lnTo>
                      <a:pt x="570" y="354"/>
                    </a:lnTo>
                    <a:lnTo>
                      <a:pt x="558" y="360"/>
                    </a:lnTo>
                    <a:lnTo>
                      <a:pt x="552" y="366"/>
                    </a:lnTo>
                    <a:lnTo>
                      <a:pt x="540" y="372"/>
                    </a:lnTo>
                    <a:lnTo>
                      <a:pt x="534" y="372"/>
                    </a:lnTo>
                    <a:lnTo>
                      <a:pt x="522" y="366"/>
                    </a:lnTo>
                    <a:lnTo>
                      <a:pt x="516" y="366"/>
                    </a:lnTo>
                    <a:lnTo>
                      <a:pt x="504" y="354"/>
                    </a:lnTo>
                    <a:lnTo>
                      <a:pt x="504" y="348"/>
                    </a:lnTo>
                    <a:lnTo>
                      <a:pt x="498" y="336"/>
                    </a:lnTo>
                    <a:lnTo>
                      <a:pt x="492" y="330"/>
                    </a:lnTo>
                    <a:lnTo>
                      <a:pt x="468" y="330"/>
                    </a:lnTo>
                    <a:lnTo>
                      <a:pt x="468" y="300"/>
                    </a:lnTo>
                    <a:lnTo>
                      <a:pt x="462" y="288"/>
                    </a:lnTo>
                    <a:lnTo>
                      <a:pt x="462" y="276"/>
                    </a:lnTo>
                    <a:lnTo>
                      <a:pt x="456" y="270"/>
                    </a:lnTo>
                    <a:lnTo>
                      <a:pt x="456" y="258"/>
                    </a:lnTo>
                    <a:lnTo>
                      <a:pt x="450" y="258"/>
                    </a:lnTo>
                    <a:lnTo>
                      <a:pt x="420" y="288"/>
                    </a:lnTo>
                    <a:lnTo>
                      <a:pt x="396" y="264"/>
                    </a:lnTo>
                    <a:lnTo>
                      <a:pt x="390" y="264"/>
                    </a:lnTo>
                    <a:lnTo>
                      <a:pt x="384" y="270"/>
                    </a:lnTo>
                    <a:lnTo>
                      <a:pt x="384" y="288"/>
                    </a:lnTo>
                    <a:lnTo>
                      <a:pt x="318" y="294"/>
                    </a:lnTo>
                    <a:lnTo>
                      <a:pt x="306" y="282"/>
                    </a:lnTo>
                    <a:lnTo>
                      <a:pt x="288" y="282"/>
                    </a:lnTo>
                    <a:lnTo>
                      <a:pt x="282" y="288"/>
                    </a:lnTo>
                    <a:lnTo>
                      <a:pt x="276" y="300"/>
                    </a:lnTo>
                    <a:lnTo>
                      <a:pt x="276" y="312"/>
                    </a:lnTo>
                    <a:lnTo>
                      <a:pt x="282" y="324"/>
                    </a:lnTo>
                    <a:lnTo>
                      <a:pt x="282" y="336"/>
                    </a:lnTo>
                    <a:lnTo>
                      <a:pt x="306" y="348"/>
                    </a:lnTo>
                    <a:lnTo>
                      <a:pt x="318" y="342"/>
                    </a:lnTo>
                    <a:lnTo>
                      <a:pt x="330" y="354"/>
                    </a:lnTo>
                    <a:lnTo>
                      <a:pt x="330" y="360"/>
                    </a:lnTo>
                    <a:lnTo>
                      <a:pt x="336" y="366"/>
                    </a:lnTo>
                    <a:lnTo>
                      <a:pt x="336" y="372"/>
                    </a:lnTo>
                    <a:lnTo>
                      <a:pt x="330" y="378"/>
                    </a:lnTo>
                    <a:lnTo>
                      <a:pt x="300" y="378"/>
                    </a:lnTo>
                    <a:lnTo>
                      <a:pt x="294" y="372"/>
                    </a:lnTo>
                    <a:lnTo>
                      <a:pt x="264" y="378"/>
                    </a:lnTo>
                    <a:lnTo>
                      <a:pt x="258" y="444"/>
                    </a:lnTo>
                    <a:lnTo>
                      <a:pt x="264" y="444"/>
                    </a:lnTo>
                    <a:lnTo>
                      <a:pt x="276" y="456"/>
                    </a:lnTo>
                    <a:lnTo>
                      <a:pt x="288" y="462"/>
                    </a:lnTo>
                    <a:lnTo>
                      <a:pt x="294" y="468"/>
                    </a:lnTo>
                    <a:lnTo>
                      <a:pt x="294" y="492"/>
                    </a:lnTo>
                    <a:lnTo>
                      <a:pt x="300" y="498"/>
                    </a:lnTo>
                    <a:lnTo>
                      <a:pt x="300" y="504"/>
                    </a:lnTo>
                    <a:lnTo>
                      <a:pt x="312" y="516"/>
                    </a:lnTo>
                    <a:lnTo>
                      <a:pt x="318" y="528"/>
                    </a:lnTo>
                    <a:lnTo>
                      <a:pt x="318" y="540"/>
                    </a:lnTo>
                    <a:lnTo>
                      <a:pt x="312" y="552"/>
                    </a:lnTo>
                    <a:lnTo>
                      <a:pt x="300" y="564"/>
                    </a:lnTo>
                    <a:lnTo>
                      <a:pt x="306" y="612"/>
                    </a:lnTo>
                    <a:lnTo>
                      <a:pt x="288" y="660"/>
                    </a:lnTo>
                    <a:lnTo>
                      <a:pt x="282" y="732"/>
                    </a:lnTo>
                    <a:lnTo>
                      <a:pt x="282" y="762"/>
                    </a:lnTo>
                    <a:lnTo>
                      <a:pt x="276" y="774"/>
                    </a:lnTo>
                    <a:lnTo>
                      <a:pt x="270" y="780"/>
                    </a:lnTo>
                    <a:lnTo>
                      <a:pt x="252" y="780"/>
                    </a:lnTo>
                    <a:lnTo>
                      <a:pt x="252" y="774"/>
                    </a:lnTo>
                    <a:lnTo>
                      <a:pt x="240" y="762"/>
                    </a:lnTo>
                    <a:lnTo>
                      <a:pt x="222" y="762"/>
                    </a:lnTo>
                    <a:lnTo>
                      <a:pt x="216" y="768"/>
                    </a:lnTo>
                    <a:lnTo>
                      <a:pt x="210" y="780"/>
                    </a:lnTo>
                    <a:lnTo>
                      <a:pt x="204" y="786"/>
                    </a:lnTo>
                    <a:lnTo>
                      <a:pt x="174" y="780"/>
                    </a:lnTo>
                    <a:lnTo>
                      <a:pt x="168" y="792"/>
                    </a:lnTo>
                    <a:lnTo>
                      <a:pt x="138" y="792"/>
                    </a:lnTo>
                    <a:lnTo>
                      <a:pt x="126" y="798"/>
                    </a:lnTo>
                    <a:lnTo>
                      <a:pt x="120" y="804"/>
                    </a:lnTo>
                    <a:lnTo>
                      <a:pt x="108" y="810"/>
                    </a:lnTo>
                    <a:lnTo>
                      <a:pt x="96" y="822"/>
                    </a:lnTo>
                    <a:lnTo>
                      <a:pt x="96" y="828"/>
                    </a:lnTo>
                    <a:lnTo>
                      <a:pt x="90" y="834"/>
                    </a:lnTo>
                    <a:lnTo>
                      <a:pt x="90" y="840"/>
                    </a:lnTo>
                    <a:lnTo>
                      <a:pt x="66" y="840"/>
                    </a:lnTo>
                    <a:lnTo>
                      <a:pt x="66" y="894"/>
                    </a:lnTo>
                    <a:lnTo>
                      <a:pt x="48" y="912"/>
                    </a:lnTo>
                    <a:lnTo>
                      <a:pt x="48" y="924"/>
                    </a:lnTo>
                    <a:lnTo>
                      <a:pt x="54" y="930"/>
                    </a:lnTo>
                    <a:lnTo>
                      <a:pt x="54" y="948"/>
                    </a:lnTo>
                    <a:lnTo>
                      <a:pt x="60" y="954"/>
                    </a:lnTo>
                    <a:lnTo>
                      <a:pt x="54" y="954"/>
                    </a:lnTo>
                    <a:lnTo>
                      <a:pt x="48" y="948"/>
                    </a:lnTo>
                    <a:lnTo>
                      <a:pt x="18" y="978"/>
                    </a:lnTo>
                    <a:lnTo>
                      <a:pt x="12" y="990"/>
                    </a:lnTo>
                    <a:lnTo>
                      <a:pt x="12" y="1014"/>
                    </a:lnTo>
                    <a:lnTo>
                      <a:pt x="18" y="1020"/>
                    </a:lnTo>
                    <a:lnTo>
                      <a:pt x="6" y="1026"/>
                    </a:lnTo>
                    <a:lnTo>
                      <a:pt x="0" y="1032"/>
                    </a:lnTo>
                    <a:lnTo>
                      <a:pt x="0" y="1044"/>
                    </a:lnTo>
                    <a:lnTo>
                      <a:pt x="6" y="1050"/>
                    </a:lnTo>
                    <a:lnTo>
                      <a:pt x="18" y="1056"/>
                    </a:lnTo>
                    <a:lnTo>
                      <a:pt x="24" y="1080"/>
                    </a:lnTo>
                    <a:lnTo>
                      <a:pt x="24" y="1086"/>
                    </a:lnTo>
                    <a:lnTo>
                      <a:pt x="30" y="1092"/>
                    </a:lnTo>
                    <a:lnTo>
                      <a:pt x="42" y="1116"/>
                    </a:lnTo>
                    <a:lnTo>
                      <a:pt x="54" y="1128"/>
                    </a:lnTo>
                    <a:lnTo>
                      <a:pt x="66" y="1134"/>
                    </a:lnTo>
                    <a:lnTo>
                      <a:pt x="90" y="1158"/>
                    </a:lnTo>
                    <a:lnTo>
                      <a:pt x="84" y="1164"/>
                    </a:lnTo>
                    <a:lnTo>
                      <a:pt x="78" y="1176"/>
                    </a:lnTo>
                    <a:lnTo>
                      <a:pt x="66" y="1182"/>
                    </a:lnTo>
                    <a:lnTo>
                      <a:pt x="60" y="1188"/>
                    </a:lnTo>
                    <a:lnTo>
                      <a:pt x="102" y="1188"/>
                    </a:lnTo>
                    <a:lnTo>
                      <a:pt x="114" y="1194"/>
                    </a:lnTo>
                    <a:lnTo>
                      <a:pt x="120" y="1194"/>
                    </a:lnTo>
                    <a:lnTo>
                      <a:pt x="126" y="1200"/>
                    </a:lnTo>
                    <a:lnTo>
                      <a:pt x="126" y="1212"/>
                    </a:lnTo>
                    <a:lnTo>
                      <a:pt x="132" y="1224"/>
                    </a:lnTo>
                    <a:lnTo>
                      <a:pt x="138" y="1230"/>
                    </a:lnTo>
                    <a:lnTo>
                      <a:pt x="138" y="1236"/>
                    </a:lnTo>
                    <a:lnTo>
                      <a:pt x="198" y="1230"/>
                    </a:lnTo>
                    <a:lnTo>
                      <a:pt x="252" y="1182"/>
                    </a:lnTo>
                    <a:lnTo>
                      <a:pt x="252" y="1194"/>
                    </a:lnTo>
                    <a:lnTo>
                      <a:pt x="258" y="1206"/>
                    </a:lnTo>
                    <a:lnTo>
                      <a:pt x="258" y="1224"/>
                    </a:lnTo>
                    <a:lnTo>
                      <a:pt x="252" y="1230"/>
                    </a:lnTo>
                    <a:lnTo>
                      <a:pt x="252" y="1242"/>
                    </a:lnTo>
                    <a:lnTo>
                      <a:pt x="246" y="1254"/>
                    </a:lnTo>
                    <a:lnTo>
                      <a:pt x="246" y="1266"/>
                    </a:lnTo>
                    <a:lnTo>
                      <a:pt x="252" y="1284"/>
                    </a:lnTo>
                    <a:lnTo>
                      <a:pt x="252" y="1314"/>
                    </a:lnTo>
                    <a:lnTo>
                      <a:pt x="264" y="1308"/>
                    </a:lnTo>
                    <a:lnTo>
                      <a:pt x="264" y="1314"/>
                    </a:lnTo>
                    <a:lnTo>
                      <a:pt x="270" y="1320"/>
                    </a:lnTo>
                    <a:lnTo>
                      <a:pt x="282" y="1320"/>
                    </a:lnTo>
                    <a:lnTo>
                      <a:pt x="282" y="1314"/>
                    </a:lnTo>
                    <a:lnTo>
                      <a:pt x="288" y="1314"/>
                    </a:lnTo>
                    <a:lnTo>
                      <a:pt x="294" y="1308"/>
                    </a:lnTo>
                    <a:lnTo>
                      <a:pt x="324" y="1308"/>
                    </a:lnTo>
                    <a:lnTo>
                      <a:pt x="336" y="1314"/>
                    </a:lnTo>
                    <a:lnTo>
                      <a:pt x="366" y="1314"/>
                    </a:lnTo>
                    <a:lnTo>
                      <a:pt x="372" y="1320"/>
                    </a:lnTo>
                    <a:lnTo>
                      <a:pt x="372" y="1326"/>
                    </a:lnTo>
                    <a:lnTo>
                      <a:pt x="390" y="1326"/>
                    </a:lnTo>
                    <a:lnTo>
                      <a:pt x="414" y="1314"/>
                    </a:lnTo>
                    <a:lnTo>
                      <a:pt x="420" y="1308"/>
                    </a:lnTo>
                    <a:lnTo>
                      <a:pt x="432" y="1290"/>
                    </a:lnTo>
                    <a:lnTo>
                      <a:pt x="468" y="1290"/>
                    </a:lnTo>
                    <a:lnTo>
                      <a:pt x="474" y="1260"/>
                    </a:lnTo>
                    <a:lnTo>
                      <a:pt x="510" y="1260"/>
                    </a:lnTo>
                    <a:lnTo>
                      <a:pt x="510" y="1254"/>
                    </a:lnTo>
                    <a:lnTo>
                      <a:pt x="516" y="1248"/>
                    </a:lnTo>
                    <a:lnTo>
                      <a:pt x="522" y="1236"/>
                    </a:lnTo>
                    <a:lnTo>
                      <a:pt x="528" y="1230"/>
                    </a:lnTo>
                    <a:lnTo>
                      <a:pt x="540" y="1224"/>
                    </a:lnTo>
                    <a:lnTo>
                      <a:pt x="576" y="1224"/>
                    </a:lnTo>
                    <a:lnTo>
                      <a:pt x="588" y="1212"/>
                    </a:lnTo>
                    <a:lnTo>
                      <a:pt x="600" y="1224"/>
                    </a:lnTo>
                    <a:lnTo>
                      <a:pt x="606" y="1224"/>
                    </a:lnTo>
                    <a:lnTo>
                      <a:pt x="606" y="1218"/>
                    </a:lnTo>
                    <a:lnTo>
                      <a:pt x="618" y="1212"/>
                    </a:lnTo>
                    <a:lnTo>
                      <a:pt x="630" y="1212"/>
                    </a:lnTo>
                    <a:lnTo>
                      <a:pt x="630" y="1242"/>
                    </a:lnTo>
                    <a:lnTo>
                      <a:pt x="624" y="1248"/>
                    </a:lnTo>
                    <a:lnTo>
                      <a:pt x="624" y="1254"/>
                    </a:lnTo>
                    <a:lnTo>
                      <a:pt x="618" y="1260"/>
                    </a:lnTo>
                    <a:lnTo>
                      <a:pt x="618" y="1290"/>
                    </a:lnTo>
                    <a:lnTo>
                      <a:pt x="624" y="1296"/>
                    </a:lnTo>
                    <a:lnTo>
                      <a:pt x="630" y="1308"/>
                    </a:lnTo>
                    <a:lnTo>
                      <a:pt x="630" y="1326"/>
                    </a:lnTo>
                    <a:lnTo>
                      <a:pt x="624" y="1332"/>
                    </a:lnTo>
                    <a:lnTo>
                      <a:pt x="624" y="1344"/>
                    </a:lnTo>
                    <a:lnTo>
                      <a:pt x="636" y="1356"/>
                    </a:lnTo>
                    <a:lnTo>
                      <a:pt x="648" y="1362"/>
                    </a:lnTo>
                    <a:lnTo>
                      <a:pt x="654" y="1368"/>
                    </a:lnTo>
                    <a:lnTo>
                      <a:pt x="660" y="1398"/>
                    </a:lnTo>
                    <a:lnTo>
                      <a:pt x="684" y="1398"/>
                    </a:lnTo>
                    <a:lnTo>
                      <a:pt x="690" y="1404"/>
                    </a:lnTo>
                    <a:lnTo>
                      <a:pt x="690" y="1410"/>
                    </a:lnTo>
                    <a:lnTo>
                      <a:pt x="696" y="1422"/>
                    </a:lnTo>
                    <a:lnTo>
                      <a:pt x="696" y="1428"/>
                    </a:lnTo>
                    <a:lnTo>
                      <a:pt x="702" y="1434"/>
                    </a:lnTo>
                    <a:lnTo>
                      <a:pt x="714" y="1440"/>
                    </a:lnTo>
                    <a:lnTo>
                      <a:pt x="744" y="1440"/>
                    </a:lnTo>
                    <a:lnTo>
                      <a:pt x="750" y="1434"/>
                    </a:lnTo>
                    <a:lnTo>
                      <a:pt x="756" y="1446"/>
                    </a:lnTo>
                    <a:lnTo>
                      <a:pt x="768" y="1452"/>
                    </a:lnTo>
                    <a:lnTo>
                      <a:pt x="780" y="1452"/>
                    </a:lnTo>
                    <a:lnTo>
                      <a:pt x="786" y="1446"/>
                    </a:lnTo>
                    <a:lnTo>
                      <a:pt x="798" y="1446"/>
                    </a:lnTo>
                    <a:lnTo>
                      <a:pt x="798" y="1452"/>
                    </a:lnTo>
                    <a:lnTo>
                      <a:pt x="804" y="1464"/>
                    </a:lnTo>
                    <a:lnTo>
                      <a:pt x="816" y="1470"/>
                    </a:lnTo>
                    <a:lnTo>
                      <a:pt x="828" y="1482"/>
                    </a:lnTo>
                    <a:lnTo>
                      <a:pt x="840" y="1488"/>
                    </a:lnTo>
                    <a:lnTo>
                      <a:pt x="864" y="1488"/>
                    </a:lnTo>
                    <a:lnTo>
                      <a:pt x="864" y="1494"/>
                    </a:lnTo>
                    <a:lnTo>
                      <a:pt x="876" y="1506"/>
                    </a:lnTo>
                    <a:lnTo>
                      <a:pt x="888" y="1512"/>
                    </a:lnTo>
                    <a:lnTo>
                      <a:pt x="894" y="1518"/>
                    </a:lnTo>
                    <a:lnTo>
                      <a:pt x="954" y="1518"/>
                    </a:lnTo>
                    <a:lnTo>
                      <a:pt x="978" y="1530"/>
                    </a:lnTo>
                    <a:lnTo>
                      <a:pt x="984" y="1542"/>
                    </a:lnTo>
                    <a:lnTo>
                      <a:pt x="990" y="1548"/>
                    </a:lnTo>
                    <a:lnTo>
                      <a:pt x="990" y="1578"/>
                    </a:lnTo>
                    <a:lnTo>
                      <a:pt x="996" y="1590"/>
                    </a:lnTo>
                    <a:lnTo>
                      <a:pt x="1002" y="1596"/>
                    </a:lnTo>
                    <a:lnTo>
                      <a:pt x="1008" y="1608"/>
                    </a:lnTo>
                    <a:lnTo>
                      <a:pt x="1008" y="1638"/>
                    </a:lnTo>
                    <a:lnTo>
                      <a:pt x="990" y="1638"/>
                    </a:lnTo>
                    <a:lnTo>
                      <a:pt x="990" y="1644"/>
                    </a:lnTo>
                    <a:lnTo>
                      <a:pt x="996" y="1650"/>
                    </a:lnTo>
                    <a:lnTo>
                      <a:pt x="1002" y="1662"/>
                    </a:lnTo>
                    <a:lnTo>
                      <a:pt x="1014" y="1668"/>
                    </a:lnTo>
                    <a:lnTo>
                      <a:pt x="1020" y="1674"/>
                    </a:lnTo>
                    <a:lnTo>
                      <a:pt x="1014" y="1686"/>
                    </a:lnTo>
                    <a:lnTo>
                      <a:pt x="1014" y="1728"/>
                    </a:lnTo>
                    <a:lnTo>
                      <a:pt x="1020" y="1734"/>
                    </a:lnTo>
                    <a:lnTo>
                      <a:pt x="1050" y="1740"/>
                    </a:lnTo>
                    <a:lnTo>
                      <a:pt x="1098" y="1746"/>
                    </a:lnTo>
                    <a:lnTo>
                      <a:pt x="1158" y="1746"/>
                    </a:lnTo>
                    <a:lnTo>
                      <a:pt x="1158" y="1752"/>
                    </a:lnTo>
                    <a:lnTo>
                      <a:pt x="1152" y="1758"/>
                    </a:lnTo>
                    <a:lnTo>
                      <a:pt x="1152" y="1770"/>
                    </a:lnTo>
                    <a:lnTo>
                      <a:pt x="1146" y="1788"/>
                    </a:lnTo>
                    <a:lnTo>
                      <a:pt x="1146" y="1800"/>
                    </a:lnTo>
                    <a:lnTo>
                      <a:pt x="1152" y="1812"/>
                    </a:lnTo>
                    <a:lnTo>
                      <a:pt x="1164" y="1818"/>
                    </a:lnTo>
                    <a:lnTo>
                      <a:pt x="1170" y="1824"/>
                    </a:lnTo>
                    <a:lnTo>
                      <a:pt x="1194" y="1836"/>
                    </a:lnTo>
                    <a:lnTo>
                      <a:pt x="1206" y="1848"/>
                    </a:lnTo>
                    <a:lnTo>
                      <a:pt x="1212" y="1860"/>
                    </a:lnTo>
                    <a:lnTo>
                      <a:pt x="1224" y="1896"/>
                    </a:lnTo>
                    <a:lnTo>
                      <a:pt x="1224" y="1908"/>
                    </a:lnTo>
                    <a:lnTo>
                      <a:pt x="1218" y="1920"/>
                    </a:lnTo>
                    <a:lnTo>
                      <a:pt x="1218" y="1944"/>
                    </a:lnTo>
                    <a:lnTo>
                      <a:pt x="1212" y="1950"/>
                    </a:lnTo>
                    <a:lnTo>
                      <a:pt x="1212" y="1956"/>
                    </a:lnTo>
                    <a:lnTo>
                      <a:pt x="1218" y="1968"/>
                    </a:lnTo>
                    <a:lnTo>
                      <a:pt x="1212" y="1980"/>
                    </a:lnTo>
                    <a:lnTo>
                      <a:pt x="1206" y="1986"/>
                    </a:lnTo>
                    <a:lnTo>
                      <a:pt x="1200" y="1998"/>
                    </a:lnTo>
                    <a:lnTo>
                      <a:pt x="1200" y="2022"/>
                    </a:lnTo>
                    <a:lnTo>
                      <a:pt x="1206" y="2028"/>
                    </a:lnTo>
                    <a:lnTo>
                      <a:pt x="1218" y="2034"/>
                    </a:lnTo>
                    <a:lnTo>
                      <a:pt x="1212" y="2040"/>
                    </a:lnTo>
                    <a:lnTo>
                      <a:pt x="1200" y="2046"/>
                    </a:lnTo>
                    <a:lnTo>
                      <a:pt x="1194" y="2052"/>
                    </a:lnTo>
                    <a:lnTo>
                      <a:pt x="1194" y="2064"/>
                    </a:lnTo>
                    <a:lnTo>
                      <a:pt x="1200" y="2070"/>
                    </a:lnTo>
                    <a:lnTo>
                      <a:pt x="1212" y="2076"/>
                    </a:lnTo>
                    <a:lnTo>
                      <a:pt x="1212" y="2112"/>
                    </a:lnTo>
                    <a:lnTo>
                      <a:pt x="1224" y="2112"/>
                    </a:lnTo>
                    <a:lnTo>
                      <a:pt x="1224" y="2130"/>
                    </a:lnTo>
                    <a:lnTo>
                      <a:pt x="1218" y="2142"/>
                    </a:lnTo>
                    <a:lnTo>
                      <a:pt x="1218" y="2184"/>
                    </a:lnTo>
                    <a:lnTo>
                      <a:pt x="1224" y="2196"/>
                    </a:lnTo>
                    <a:lnTo>
                      <a:pt x="1230" y="2202"/>
                    </a:lnTo>
                    <a:lnTo>
                      <a:pt x="1266" y="2214"/>
                    </a:lnTo>
                    <a:lnTo>
                      <a:pt x="1308" y="2220"/>
                    </a:lnTo>
                    <a:lnTo>
                      <a:pt x="1380" y="2220"/>
                    </a:lnTo>
                    <a:lnTo>
                      <a:pt x="1392" y="2226"/>
                    </a:lnTo>
                    <a:lnTo>
                      <a:pt x="1398" y="2232"/>
                    </a:lnTo>
                    <a:lnTo>
                      <a:pt x="1398" y="2256"/>
                    </a:lnTo>
                    <a:lnTo>
                      <a:pt x="1404" y="2274"/>
                    </a:lnTo>
                    <a:lnTo>
                      <a:pt x="1404" y="2298"/>
                    </a:lnTo>
                    <a:lnTo>
                      <a:pt x="1410" y="2316"/>
                    </a:lnTo>
                    <a:lnTo>
                      <a:pt x="1410" y="2334"/>
                    </a:lnTo>
                    <a:lnTo>
                      <a:pt x="1422" y="2358"/>
                    </a:lnTo>
                    <a:lnTo>
                      <a:pt x="1434" y="2364"/>
                    </a:lnTo>
                    <a:lnTo>
                      <a:pt x="1446" y="2364"/>
                    </a:lnTo>
                    <a:lnTo>
                      <a:pt x="1464" y="2346"/>
                    </a:lnTo>
                    <a:lnTo>
                      <a:pt x="1476" y="2346"/>
                    </a:lnTo>
                    <a:lnTo>
                      <a:pt x="1488" y="2352"/>
                    </a:lnTo>
                    <a:lnTo>
                      <a:pt x="1500" y="2364"/>
                    </a:lnTo>
                    <a:lnTo>
                      <a:pt x="1506" y="2376"/>
                    </a:lnTo>
                    <a:lnTo>
                      <a:pt x="1506" y="2394"/>
                    </a:lnTo>
                    <a:lnTo>
                      <a:pt x="1500" y="2412"/>
                    </a:lnTo>
                    <a:lnTo>
                      <a:pt x="1500" y="2442"/>
                    </a:lnTo>
                    <a:lnTo>
                      <a:pt x="1494" y="2448"/>
                    </a:lnTo>
                    <a:lnTo>
                      <a:pt x="1494" y="2454"/>
                    </a:lnTo>
                    <a:lnTo>
                      <a:pt x="1488" y="2466"/>
                    </a:lnTo>
                    <a:lnTo>
                      <a:pt x="1488" y="2478"/>
                    </a:lnTo>
                    <a:lnTo>
                      <a:pt x="1494" y="2496"/>
                    </a:lnTo>
                    <a:lnTo>
                      <a:pt x="1506" y="2490"/>
                    </a:lnTo>
                    <a:lnTo>
                      <a:pt x="1512" y="2484"/>
                    </a:lnTo>
                    <a:lnTo>
                      <a:pt x="1530" y="2484"/>
                    </a:lnTo>
                    <a:lnTo>
                      <a:pt x="1536" y="2490"/>
                    </a:lnTo>
                    <a:lnTo>
                      <a:pt x="1548" y="2514"/>
                    </a:lnTo>
                    <a:lnTo>
                      <a:pt x="1548" y="2526"/>
                    </a:lnTo>
                    <a:lnTo>
                      <a:pt x="1554" y="2526"/>
                    </a:lnTo>
                    <a:lnTo>
                      <a:pt x="1560" y="2532"/>
                    </a:lnTo>
                    <a:lnTo>
                      <a:pt x="1560" y="2562"/>
                    </a:lnTo>
                    <a:lnTo>
                      <a:pt x="1566" y="2580"/>
                    </a:lnTo>
                    <a:lnTo>
                      <a:pt x="1566" y="2616"/>
                    </a:lnTo>
                    <a:lnTo>
                      <a:pt x="1512" y="2634"/>
                    </a:lnTo>
                    <a:lnTo>
                      <a:pt x="1506" y="2640"/>
                    </a:lnTo>
                    <a:lnTo>
                      <a:pt x="1500" y="2652"/>
                    </a:lnTo>
                    <a:lnTo>
                      <a:pt x="1500" y="2670"/>
                    </a:lnTo>
                    <a:lnTo>
                      <a:pt x="1464" y="2670"/>
                    </a:lnTo>
                    <a:lnTo>
                      <a:pt x="1464" y="2688"/>
                    </a:lnTo>
                    <a:lnTo>
                      <a:pt x="1458" y="2694"/>
                    </a:lnTo>
                    <a:lnTo>
                      <a:pt x="1452" y="2718"/>
                    </a:lnTo>
                    <a:lnTo>
                      <a:pt x="1428" y="2724"/>
                    </a:lnTo>
                    <a:lnTo>
                      <a:pt x="1428" y="2736"/>
                    </a:lnTo>
                    <a:lnTo>
                      <a:pt x="1422" y="2748"/>
                    </a:lnTo>
                    <a:lnTo>
                      <a:pt x="1422" y="2760"/>
                    </a:lnTo>
                    <a:lnTo>
                      <a:pt x="1404" y="2778"/>
                    </a:lnTo>
                    <a:lnTo>
                      <a:pt x="1392" y="2778"/>
                    </a:lnTo>
                    <a:lnTo>
                      <a:pt x="1392" y="2802"/>
                    </a:lnTo>
                    <a:lnTo>
                      <a:pt x="1386" y="2808"/>
                    </a:lnTo>
                    <a:lnTo>
                      <a:pt x="1380" y="2820"/>
                    </a:lnTo>
                    <a:lnTo>
                      <a:pt x="1374" y="2826"/>
                    </a:lnTo>
                    <a:lnTo>
                      <a:pt x="1356" y="2826"/>
                    </a:lnTo>
                    <a:lnTo>
                      <a:pt x="1350" y="2832"/>
                    </a:lnTo>
                    <a:lnTo>
                      <a:pt x="1350" y="2844"/>
                    </a:lnTo>
                    <a:lnTo>
                      <a:pt x="1344" y="2856"/>
                    </a:lnTo>
                    <a:lnTo>
                      <a:pt x="1344" y="2868"/>
                    </a:lnTo>
                    <a:lnTo>
                      <a:pt x="1368" y="2868"/>
                    </a:lnTo>
                    <a:lnTo>
                      <a:pt x="1374" y="2862"/>
                    </a:lnTo>
                    <a:lnTo>
                      <a:pt x="1386" y="2856"/>
                    </a:lnTo>
                    <a:lnTo>
                      <a:pt x="1398" y="2856"/>
                    </a:lnTo>
                    <a:lnTo>
                      <a:pt x="1404" y="2862"/>
                    </a:lnTo>
                    <a:lnTo>
                      <a:pt x="1428" y="2874"/>
                    </a:lnTo>
                    <a:lnTo>
                      <a:pt x="1434" y="2886"/>
                    </a:lnTo>
                    <a:lnTo>
                      <a:pt x="1446" y="2892"/>
                    </a:lnTo>
                    <a:lnTo>
                      <a:pt x="1452" y="2898"/>
                    </a:lnTo>
                    <a:lnTo>
                      <a:pt x="1458" y="2910"/>
                    </a:lnTo>
                    <a:lnTo>
                      <a:pt x="1470" y="2922"/>
                    </a:lnTo>
                    <a:lnTo>
                      <a:pt x="1470" y="2934"/>
                    </a:lnTo>
                    <a:lnTo>
                      <a:pt x="1482" y="2934"/>
                    </a:lnTo>
                    <a:lnTo>
                      <a:pt x="1482" y="2928"/>
                    </a:lnTo>
                    <a:lnTo>
                      <a:pt x="1494" y="2916"/>
                    </a:lnTo>
                    <a:lnTo>
                      <a:pt x="1500" y="2916"/>
                    </a:lnTo>
                    <a:lnTo>
                      <a:pt x="1512" y="2922"/>
                    </a:lnTo>
                    <a:lnTo>
                      <a:pt x="1518" y="2934"/>
                    </a:lnTo>
                    <a:lnTo>
                      <a:pt x="1536" y="2952"/>
                    </a:lnTo>
                    <a:lnTo>
                      <a:pt x="1554" y="2952"/>
                    </a:lnTo>
                    <a:lnTo>
                      <a:pt x="1572" y="2970"/>
                    </a:lnTo>
                    <a:lnTo>
                      <a:pt x="1578" y="2970"/>
                    </a:lnTo>
                    <a:lnTo>
                      <a:pt x="1578" y="2982"/>
                    </a:lnTo>
                    <a:lnTo>
                      <a:pt x="1584" y="2988"/>
                    </a:lnTo>
                    <a:lnTo>
                      <a:pt x="1596" y="2994"/>
                    </a:lnTo>
                    <a:lnTo>
                      <a:pt x="1614" y="3000"/>
                    </a:lnTo>
                    <a:lnTo>
                      <a:pt x="1626" y="3000"/>
                    </a:lnTo>
                    <a:lnTo>
                      <a:pt x="1632" y="3012"/>
                    </a:lnTo>
                    <a:lnTo>
                      <a:pt x="1638" y="3018"/>
                    </a:lnTo>
                    <a:lnTo>
                      <a:pt x="1644" y="3030"/>
                    </a:lnTo>
                    <a:lnTo>
                      <a:pt x="1662" y="3048"/>
                    </a:lnTo>
                    <a:lnTo>
                      <a:pt x="1668" y="3048"/>
                    </a:lnTo>
                    <a:lnTo>
                      <a:pt x="1680" y="3054"/>
                    </a:lnTo>
                    <a:lnTo>
                      <a:pt x="1686" y="3054"/>
                    </a:lnTo>
                    <a:lnTo>
                      <a:pt x="1686" y="3066"/>
                    </a:lnTo>
                    <a:lnTo>
                      <a:pt x="1674" y="3090"/>
                    </a:lnTo>
                    <a:lnTo>
                      <a:pt x="1668" y="3096"/>
                    </a:lnTo>
                    <a:lnTo>
                      <a:pt x="1668" y="3120"/>
                    </a:lnTo>
                    <a:lnTo>
                      <a:pt x="1674" y="3120"/>
                    </a:lnTo>
                    <a:lnTo>
                      <a:pt x="1674" y="3150"/>
                    </a:lnTo>
                    <a:lnTo>
                      <a:pt x="1692" y="3150"/>
                    </a:lnTo>
                    <a:lnTo>
                      <a:pt x="1692" y="3144"/>
                    </a:lnTo>
                    <a:lnTo>
                      <a:pt x="1698" y="3132"/>
                    </a:lnTo>
                    <a:lnTo>
                      <a:pt x="1710" y="3126"/>
                    </a:lnTo>
                    <a:lnTo>
                      <a:pt x="1716" y="3114"/>
                    </a:lnTo>
                    <a:lnTo>
                      <a:pt x="1728" y="3102"/>
                    </a:lnTo>
                    <a:lnTo>
                      <a:pt x="1734" y="3090"/>
                    </a:lnTo>
                    <a:lnTo>
                      <a:pt x="1734" y="3060"/>
                    </a:lnTo>
                    <a:lnTo>
                      <a:pt x="1728" y="3054"/>
                    </a:lnTo>
                    <a:lnTo>
                      <a:pt x="1728" y="3048"/>
                    </a:lnTo>
                    <a:lnTo>
                      <a:pt x="1746" y="3018"/>
                    </a:lnTo>
                    <a:lnTo>
                      <a:pt x="1734" y="3012"/>
                    </a:lnTo>
                    <a:lnTo>
                      <a:pt x="1728" y="3000"/>
                    </a:lnTo>
                    <a:lnTo>
                      <a:pt x="1728" y="2988"/>
                    </a:lnTo>
                    <a:lnTo>
                      <a:pt x="1740" y="2976"/>
                    </a:lnTo>
                    <a:lnTo>
                      <a:pt x="1746" y="2976"/>
                    </a:lnTo>
                    <a:lnTo>
                      <a:pt x="1746" y="2952"/>
                    </a:lnTo>
                    <a:lnTo>
                      <a:pt x="1764" y="2952"/>
                    </a:lnTo>
                    <a:lnTo>
                      <a:pt x="1776" y="2940"/>
                    </a:lnTo>
                    <a:lnTo>
                      <a:pt x="1776" y="2904"/>
                    </a:lnTo>
                    <a:lnTo>
                      <a:pt x="1782" y="2898"/>
                    </a:lnTo>
                    <a:lnTo>
                      <a:pt x="1788" y="2886"/>
                    </a:lnTo>
                    <a:lnTo>
                      <a:pt x="1800" y="2874"/>
                    </a:lnTo>
                    <a:lnTo>
                      <a:pt x="1812" y="2868"/>
                    </a:lnTo>
                    <a:lnTo>
                      <a:pt x="1818" y="2862"/>
                    </a:lnTo>
                    <a:lnTo>
                      <a:pt x="1824" y="2862"/>
                    </a:lnTo>
                    <a:lnTo>
                      <a:pt x="1824" y="2898"/>
                    </a:lnTo>
                    <a:lnTo>
                      <a:pt x="1818" y="2904"/>
                    </a:lnTo>
                    <a:lnTo>
                      <a:pt x="1818" y="2910"/>
                    </a:lnTo>
                    <a:lnTo>
                      <a:pt x="1812" y="2916"/>
                    </a:lnTo>
                    <a:lnTo>
                      <a:pt x="1812" y="2934"/>
                    </a:lnTo>
                    <a:lnTo>
                      <a:pt x="1800" y="2940"/>
                    </a:lnTo>
                    <a:lnTo>
                      <a:pt x="1800" y="2952"/>
                    </a:lnTo>
                    <a:lnTo>
                      <a:pt x="1776" y="2982"/>
                    </a:lnTo>
                    <a:lnTo>
                      <a:pt x="1746" y="3006"/>
                    </a:lnTo>
                    <a:lnTo>
                      <a:pt x="1752" y="3012"/>
                    </a:lnTo>
                    <a:lnTo>
                      <a:pt x="1770" y="3012"/>
                    </a:lnTo>
                    <a:lnTo>
                      <a:pt x="1770" y="2994"/>
                    </a:lnTo>
                    <a:lnTo>
                      <a:pt x="1776" y="2988"/>
                    </a:lnTo>
                    <a:lnTo>
                      <a:pt x="1788" y="2988"/>
                    </a:lnTo>
                    <a:lnTo>
                      <a:pt x="1794" y="2982"/>
                    </a:lnTo>
                    <a:lnTo>
                      <a:pt x="1800" y="2982"/>
                    </a:lnTo>
                    <a:lnTo>
                      <a:pt x="1812" y="2964"/>
                    </a:lnTo>
                    <a:lnTo>
                      <a:pt x="1824" y="2940"/>
                    </a:lnTo>
                    <a:lnTo>
                      <a:pt x="1848" y="2880"/>
                    </a:lnTo>
                    <a:lnTo>
                      <a:pt x="1860" y="2832"/>
                    </a:lnTo>
                    <a:lnTo>
                      <a:pt x="1872" y="2808"/>
                    </a:lnTo>
                    <a:lnTo>
                      <a:pt x="1878" y="2790"/>
                    </a:lnTo>
                    <a:lnTo>
                      <a:pt x="1884" y="2778"/>
                    </a:lnTo>
                    <a:lnTo>
                      <a:pt x="1896" y="2772"/>
                    </a:lnTo>
                    <a:lnTo>
                      <a:pt x="1902" y="2760"/>
                    </a:lnTo>
                    <a:lnTo>
                      <a:pt x="1926" y="2736"/>
                    </a:lnTo>
                    <a:lnTo>
                      <a:pt x="1926" y="2724"/>
                    </a:lnTo>
                    <a:lnTo>
                      <a:pt x="1920" y="2718"/>
                    </a:lnTo>
                    <a:lnTo>
                      <a:pt x="1938" y="2706"/>
                    </a:lnTo>
                    <a:lnTo>
                      <a:pt x="1932" y="2670"/>
                    </a:lnTo>
                    <a:lnTo>
                      <a:pt x="1938" y="2646"/>
                    </a:lnTo>
                    <a:lnTo>
                      <a:pt x="1926" y="2640"/>
                    </a:lnTo>
                    <a:lnTo>
                      <a:pt x="1932" y="2634"/>
                    </a:lnTo>
                    <a:lnTo>
                      <a:pt x="1938" y="2622"/>
                    </a:lnTo>
                    <a:lnTo>
                      <a:pt x="1938" y="2610"/>
                    </a:lnTo>
                    <a:lnTo>
                      <a:pt x="1932" y="2604"/>
                    </a:lnTo>
                    <a:lnTo>
                      <a:pt x="1920" y="2598"/>
                    </a:lnTo>
                    <a:lnTo>
                      <a:pt x="1914" y="2592"/>
                    </a:lnTo>
                    <a:lnTo>
                      <a:pt x="1914" y="2556"/>
                    </a:lnTo>
                    <a:lnTo>
                      <a:pt x="1896" y="2544"/>
                    </a:lnTo>
                    <a:lnTo>
                      <a:pt x="1920" y="2544"/>
                    </a:lnTo>
                    <a:lnTo>
                      <a:pt x="1914" y="2520"/>
                    </a:lnTo>
                    <a:lnTo>
                      <a:pt x="1902" y="2508"/>
                    </a:lnTo>
                    <a:lnTo>
                      <a:pt x="1908" y="2508"/>
                    </a:lnTo>
                    <a:lnTo>
                      <a:pt x="1920" y="2502"/>
                    </a:lnTo>
                    <a:lnTo>
                      <a:pt x="1920" y="2490"/>
                    </a:lnTo>
                    <a:lnTo>
                      <a:pt x="1914" y="2490"/>
                    </a:lnTo>
                    <a:lnTo>
                      <a:pt x="1902" y="2484"/>
                    </a:lnTo>
                    <a:lnTo>
                      <a:pt x="1896" y="2478"/>
                    </a:lnTo>
                    <a:lnTo>
                      <a:pt x="1920" y="2460"/>
                    </a:lnTo>
                    <a:lnTo>
                      <a:pt x="1932" y="2472"/>
                    </a:lnTo>
                    <a:lnTo>
                      <a:pt x="1944" y="2478"/>
                    </a:lnTo>
                    <a:lnTo>
                      <a:pt x="1950" y="2478"/>
                    </a:lnTo>
                    <a:lnTo>
                      <a:pt x="1950" y="2448"/>
                    </a:lnTo>
                    <a:lnTo>
                      <a:pt x="1962" y="2424"/>
                    </a:lnTo>
                    <a:lnTo>
                      <a:pt x="1974" y="2418"/>
                    </a:lnTo>
                    <a:lnTo>
                      <a:pt x="1980" y="2418"/>
                    </a:lnTo>
                    <a:lnTo>
                      <a:pt x="2004" y="2406"/>
                    </a:lnTo>
                    <a:lnTo>
                      <a:pt x="2010" y="2394"/>
                    </a:lnTo>
                    <a:lnTo>
                      <a:pt x="2010" y="2382"/>
                    </a:lnTo>
                    <a:lnTo>
                      <a:pt x="2016" y="2376"/>
                    </a:lnTo>
                    <a:lnTo>
                      <a:pt x="2028" y="2376"/>
                    </a:lnTo>
                    <a:lnTo>
                      <a:pt x="2034" y="2370"/>
                    </a:lnTo>
                    <a:lnTo>
                      <a:pt x="2046" y="2370"/>
                    </a:lnTo>
                    <a:lnTo>
                      <a:pt x="2046" y="2358"/>
                    </a:lnTo>
                    <a:lnTo>
                      <a:pt x="2070" y="2358"/>
                    </a:lnTo>
                    <a:lnTo>
                      <a:pt x="2070" y="2340"/>
                    </a:lnTo>
                    <a:lnTo>
                      <a:pt x="2118" y="2340"/>
                    </a:lnTo>
                    <a:lnTo>
                      <a:pt x="2124" y="2358"/>
                    </a:lnTo>
                    <a:lnTo>
                      <a:pt x="2136" y="2352"/>
                    </a:lnTo>
                    <a:lnTo>
                      <a:pt x="2118" y="2334"/>
                    </a:lnTo>
                    <a:lnTo>
                      <a:pt x="2136" y="2316"/>
                    </a:lnTo>
                    <a:lnTo>
                      <a:pt x="2142" y="2316"/>
                    </a:lnTo>
                    <a:lnTo>
                      <a:pt x="2154" y="2310"/>
                    </a:lnTo>
                    <a:lnTo>
                      <a:pt x="2178" y="2310"/>
                    </a:lnTo>
                    <a:lnTo>
                      <a:pt x="2160" y="2292"/>
                    </a:lnTo>
                    <a:lnTo>
                      <a:pt x="2172" y="2286"/>
                    </a:lnTo>
                    <a:lnTo>
                      <a:pt x="2178" y="2280"/>
                    </a:lnTo>
                    <a:lnTo>
                      <a:pt x="2190" y="2280"/>
                    </a:lnTo>
                    <a:lnTo>
                      <a:pt x="2190" y="2304"/>
                    </a:lnTo>
                    <a:lnTo>
                      <a:pt x="2196" y="2304"/>
                    </a:lnTo>
                    <a:lnTo>
                      <a:pt x="2196" y="2298"/>
                    </a:lnTo>
                    <a:lnTo>
                      <a:pt x="2202" y="2286"/>
                    </a:lnTo>
                    <a:lnTo>
                      <a:pt x="2208" y="2280"/>
                    </a:lnTo>
                    <a:lnTo>
                      <a:pt x="2244" y="2286"/>
                    </a:lnTo>
                    <a:lnTo>
                      <a:pt x="2244" y="2280"/>
                    </a:lnTo>
                    <a:lnTo>
                      <a:pt x="2250" y="2274"/>
                    </a:lnTo>
                    <a:lnTo>
                      <a:pt x="2250" y="2268"/>
                    </a:lnTo>
                    <a:lnTo>
                      <a:pt x="2256" y="2262"/>
                    </a:lnTo>
                    <a:lnTo>
                      <a:pt x="2268" y="2256"/>
                    </a:lnTo>
                    <a:lnTo>
                      <a:pt x="2274" y="2256"/>
                    </a:lnTo>
                    <a:lnTo>
                      <a:pt x="2280" y="2262"/>
                    </a:lnTo>
                    <a:lnTo>
                      <a:pt x="2280" y="2286"/>
                    </a:lnTo>
                    <a:lnTo>
                      <a:pt x="2346" y="2280"/>
                    </a:lnTo>
                    <a:lnTo>
                      <a:pt x="2352" y="2262"/>
                    </a:lnTo>
                    <a:lnTo>
                      <a:pt x="2346" y="2250"/>
                    </a:lnTo>
                    <a:lnTo>
                      <a:pt x="2352" y="2244"/>
                    </a:lnTo>
                    <a:lnTo>
                      <a:pt x="2358" y="2232"/>
                    </a:lnTo>
                    <a:lnTo>
                      <a:pt x="2370" y="2220"/>
                    </a:lnTo>
                    <a:lnTo>
                      <a:pt x="2406" y="2202"/>
                    </a:lnTo>
                    <a:lnTo>
                      <a:pt x="2418" y="2202"/>
                    </a:lnTo>
                    <a:lnTo>
                      <a:pt x="2412" y="2190"/>
                    </a:lnTo>
                    <a:lnTo>
                      <a:pt x="2412" y="2112"/>
                    </a:lnTo>
                    <a:lnTo>
                      <a:pt x="2442" y="2082"/>
                    </a:lnTo>
                    <a:lnTo>
                      <a:pt x="2442" y="2058"/>
                    </a:lnTo>
                    <a:lnTo>
                      <a:pt x="2460" y="2052"/>
                    </a:lnTo>
                    <a:lnTo>
                      <a:pt x="2460" y="2022"/>
                    </a:lnTo>
                    <a:lnTo>
                      <a:pt x="2466" y="2022"/>
                    </a:lnTo>
                    <a:lnTo>
                      <a:pt x="2472" y="2016"/>
                    </a:lnTo>
                    <a:lnTo>
                      <a:pt x="2478" y="2016"/>
                    </a:lnTo>
                    <a:lnTo>
                      <a:pt x="2478" y="2010"/>
                    </a:lnTo>
                    <a:lnTo>
                      <a:pt x="2484" y="2004"/>
                    </a:lnTo>
                    <a:lnTo>
                      <a:pt x="2484" y="1956"/>
                    </a:lnTo>
                    <a:lnTo>
                      <a:pt x="2478" y="1944"/>
                    </a:lnTo>
                    <a:lnTo>
                      <a:pt x="2478" y="1926"/>
                    </a:lnTo>
                    <a:lnTo>
                      <a:pt x="2472" y="1908"/>
                    </a:lnTo>
                    <a:lnTo>
                      <a:pt x="2484" y="1884"/>
                    </a:lnTo>
                    <a:lnTo>
                      <a:pt x="2514" y="1854"/>
                    </a:lnTo>
                    <a:lnTo>
                      <a:pt x="2514" y="1848"/>
                    </a:lnTo>
                    <a:lnTo>
                      <a:pt x="2508" y="1836"/>
                    </a:lnTo>
                    <a:lnTo>
                      <a:pt x="2508" y="1830"/>
                    </a:lnTo>
                    <a:lnTo>
                      <a:pt x="2502" y="1818"/>
                    </a:lnTo>
                    <a:lnTo>
                      <a:pt x="2508" y="1764"/>
                    </a:lnTo>
                    <a:lnTo>
                      <a:pt x="2508" y="1758"/>
                    </a:lnTo>
                    <a:lnTo>
                      <a:pt x="2514" y="1752"/>
                    </a:lnTo>
                    <a:lnTo>
                      <a:pt x="2514" y="1722"/>
                    </a:lnTo>
                    <a:lnTo>
                      <a:pt x="2520" y="1710"/>
                    </a:lnTo>
                    <a:lnTo>
                      <a:pt x="2520" y="1680"/>
                    </a:lnTo>
                    <a:lnTo>
                      <a:pt x="2508" y="1644"/>
                    </a:lnTo>
                    <a:lnTo>
                      <a:pt x="2502" y="1608"/>
                    </a:lnTo>
                    <a:lnTo>
                      <a:pt x="2502" y="1596"/>
                    </a:lnTo>
                    <a:lnTo>
                      <a:pt x="2508" y="1560"/>
                    </a:lnTo>
                    <a:lnTo>
                      <a:pt x="2508" y="1548"/>
                    </a:lnTo>
                    <a:lnTo>
                      <a:pt x="2502" y="1536"/>
                    </a:lnTo>
                    <a:lnTo>
                      <a:pt x="2502" y="1500"/>
                    </a:lnTo>
                    <a:lnTo>
                      <a:pt x="2508" y="1488"/>
                    </a:lnTo>
                    <a:lnTo>
                      <a:pt x="2520" y="1476"/>
                    </a:lnTo>
                    <a:lnTo>
                      <a:pt x="2508" y="1458"/>
                    </a:lnTo>
                    <a:lnTo>
                      <a:pt x="2520" y="1446"/>
                    </a:lnTo>
                    <a:lnTo>
                      <a:pt x="2532" y="1446"/>
                    </a:lnTo>
                    <a:lnTo>
                      <a:pt x="2532" y="1452"/>
                    </a:lnTo>
                    <a:lnTo>
                      <a:pt x="2538" y="1464"/>
                    </a:lnTo>
                    <a:lnTo>
                      <a:pt x="2544" y="1470"/>
                    </a:lnTo>
                    <a:lnTo>
                      <a:pt x="2556" y="1464"/>
                    </a:lnTo>
                    <a:lnTo>
                      <a:pt x="2562" y="1452"/>
                    </a:lnTo>
                    <a:lnTo>
                      <a:pt x="2574" y="1446"/>
                    </a:lnTo>
                    <a:lnTo>
                      <a:pt x="2580" y="1434"/>
                    </a:lnTo>
                    <a:lnTo>
                      <a:pt x="2586" y="1428"/>
                    </a:lnTo>
                    <a:lnTo>
                      <a:pt x="2592" y="1416"/>
                    </a:lnTo>
                    <a:lnTo>
                      <a:pt x="2592" y="1404"/>
                    </a:lnTo>
                    <a:lnTo>
                      <a:pt x="2598" y="1386"/>
                    </a:lnTo>
                    <a:lnTo>
                      <a:pt x="2598" y="1374"/>
                    </a:lnTo>
                    <a:lnTo>
                      <a:pt x="2604" y="1356"/>
                    </a:lnTo>
                    <a:lnTo>
                      <a:pt x="2604" y="1344"/>
                    </a:lnTo>
                    <a:lnTo>
                      <a:pt x="2610" y="1338"/>
                    </a:lnTo>
                    <a:lnTo>
                      <a:pt x="2616" y="1338"/>
                    </a:lnTo>
                    <a:lnTo>
                      <a:pt x="2628" y="1326"/>
                    </a:lnTo>
                    <a:lnTo>
                      <a:pt x="2634" y="1314"/>
                    </a:lnTo>
                    <a:lnTo>
                      <a:pt x="2640" y="1308"/>
                    </a:lnTo>
                    <a:lnTo>
                      <a:pt x="2640" y="1296"/>
                    </a:lnTo>
                    <a:lnTo>
                      <a:pt x="2652" y="1290"/>
                    </a:lnTo>
                    <a:lnTo>
                      <a:pt x="2658" y="1284"/>
                    </a:lnTo>
                    <a:lnTo>
                      <a:pt x="2670" y="1284"/>
                    </a:lnTo>
                    <a:lnTo>
                      <a:pt x="2682" y="1272"/>
                    </a:lnTo>
                    <a:lnTo>
                      <a:pt x="2682" y="1254"/>
                    </a:lnTo>
                    <a:lnTo>
                      <a:pt x="2688" y="1254"/>
                    </a:lnTo>
                    <a:lnTo>
                      <a:pt x="2724" y="1218"/>
                    </a:lnTo>
                    <a:lnTo>
                      <a:pt x="2736" y="1188"/>
                    </a:lnTo>
                    <a:lnTo>
                      <a:pt x="2754" y="1158"/>
                    </a:lnTo>
                    <a:lnTo>
                      <a:pt x="2760" y="1134"/>
                    </a:lnTo>
                    <a:lnTo>
                      <a:pt x="2766" y="1122"/>
                    </a:lnTo>
                    <a:lnTo>
                      <a:pt x="2772" y="1116"/>
                    </a:lnTo>
                    <a:lnTo>
                      <a:pt x="2778" y="1104"/>
                    </a:lnTo>
                    <a:lnTo>
                      <a:pt x="2784" y="1098"/>
                    </a:lnTo>
                    <a:lnTo>
                      <a:pt x="2784" y="1080"/>
                    </a:lnTo>
                    <a:lnTo>
                      <a:pt x="2778" y="1068"/>
                    </a:lnTo>
                    <a:lnTo>
                      <a:pt x="2778" y="100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2" name="Bolivia" descr="© INSCALE GmbH, 05.05.2010&#10;http://www.presentationload.com/">
                <a:extLst>
                  <a:ext uri="{FF2B5EF4-FFF2-40B4-BE49-F238E27FC236}">
                    <a16:creationId xmlns:a16="http://schemas.microsoft.com/office/drawing/2014/main" id="{AD884248-3769-264E-9E1E-7DA049204D6B}"/>
                  </a:ext>
                </a:extLst>
              </p:cNvPr>
              <p:cNvSpPr>
                <a:spLocks/>
              </p:cNvSpPr>
              <p:nvPr/>
            </p:nvSpPr>
            <p:spPr bwMode="gray">
              <a:xfrm>
                <a:off x="3655195" y="4470433"/>
                <a:ext cx="374749" cy="445426"/>
              </a:xfrm>
              <a:custGeom>
                <a:avLst/>
                <a:gdLst>
                  <a:gd name="T0" fmla="*/ 2147483647 w 894"/>
                  <a:gd name="T1" fmla="*/ 2147483647 h 1056"/>
                  <a:gd name="T2" fmla="*/ 2147483647 w 894"/>
                  <a:gd name="T3" fmla="*/ 2147483647 h 1056"/>
                  <a:gd name="T4" fmla="*/ 2147483647 w 894"/>
                  <a:gd name="T5" fmla="*/ 2147483647 h 1056"/>
                  <a:gd name="T6" fmla="*/ 2147483647 w 894"/>
                  <a:gd name="T7" fmla="*/ 2147483647 h 1056"/>
                  <a:gd name="T8" fmla="*/ 2147483647 w 894"/>
                  <a:gd name="T9" fmla="*/ 2147483647 h 1056"/>
                  <a:gd name="T10" fmla="*/ 2147483647 w 894"/>
                  <a:gd name="T11" fmla="*/ 2147483647 h 1056"/>
                  <a:gd name="T12" fmla="*/ 2147483647 w 894"/>
                  <a:gd name="T13" fmla="*/ 2147483647 h 1056"/>
                  <a:gd name="T14" fmla="*/ 2147483647 w 894"/>
                  <a:gd name="T15" fmla="*/ 2147483647 h 1056"/>
                  <a:gd name="T16" fmla="*/ 2147483647 w 894"/>
                  <a:gd name="T17" fmla="*/ 2147483647 h 1056"/>
                  <a:gd name="T18" fmla="*/ 2147483647 w 894"/>
                  <a:gd name="T19" fmla="*/ 2147483647 h 1056"/>
                  <a:gd name="T20" fmla="*/ 2147483647 w 894"/>
                  <a:gd name="T21" fmla="*/ 2147483647 h 1056"/>
                  <a:gd name="T22" fmla="*/ 2147483647 w 894"/>
                  <a:gd name="T23" fmla="*/ 2147483647 h 1056"/>
                  <a:gd name="T24" fmla="*/ 2147483647 w 894"/>
                  <a:gd name="T25" fmla="*/ 2147483647 h 1056"/>
                  <a:gd name="T26" fmla="*/ 2147483647 w 894"/>
                  <a:gd name="T27" fmla="*/ 2147483647 h 1056"/>
                  <a:gd name="T28" fmla="*/ 2147483647 w 894"/>
                  <a:gd name="T29" fmla="*/ 2147483647 h 1056"/>
                  <a:gd name="T30" fmla="*/ 2147483647 w 894"/>
                  <a:gd name="T31" fmla="*/ 2147483647 h 1056"/>
                  <a:gd name="T32" fmla="*/ 2147483647 w 894"/>
                  <a:gd name="T33" fmla="*/ 2147483647 h 1056"/>
                  <a:gd name="T34" fmla="*/ 2147483647 w 894"/>
                  <a:gd name="T35" fmla="*/ 2147483647 h 1056"/>
                  <a:gd name="T36" fmla="*/ 2147483647 w 894"/>
                  <a:gd name="T37" fmla="*/ 2147483647 h 1056"/>
                  <a:gd name="T38" fmla="*/ 2147483647 w 894"/>
                  <a:gd name="T39" fmla="*/ 2147483647 h 1056"/>
                  <a:gd name="T40" fmla="*/ 2147483647 w 894"/>
                  <a:gd name="T41" fmla="*/ 2147483647 h 1056"/>
                  <a:gd name="T42" fmla="*/ 2147483647 w 894"/>
                  <a:gd name="T43" fmla="*/ 2147483647 h 1056"/>
                  <a:gd name="T44" fmla="*/ 2147483647 w 894"/>
                  <a:gd name="T45" fmla="*/ 2147483647 h 1056"/>
                  <a:gd name="T46" fmla="*/ 2147483647 w 894"/>
                  <a:gd name="T47" fmla="*/ 2147483647 h 1056"/>
                  <a:gd name="T48" fmla="*/ 0 w 894"/>
                  <a:gd name="T49" fmla="*/ 2147483647 h 1056"/>
                  <a:gd name="T50" fmla="*/ 2147483647 w 894"/>
                  <a:gd name="T51" fmla="*/ 2147483647 h 1056"/>
                  <a:gd name="T52" fmla="*/ 2147483647 w 894"/>
                  <a:gd name="T53" fmla="*/ 2147483647 h 1056"/>
                  <a:gd name="T54" fmla="*/ 2147483647 w 894"/>
                  <a:gd name="T55" fmla="*/ 2147483647 h 1056"/>
                  <a:gd name="T56" fmla="*/ 2147483647 w 894"/>
                  <a:gd name="T57" fmla="*/ 2147483647 h 1056"/>
                  <a:gd name="T58" fmla="*/ 2147483647 w 894"/>
                  <a:gd name="T59" fmla="*/ 2147483647 h 1056"/>
                  <a:gd name="T60" fmla="*/ 2147483647 w 894"/>
                  <a:gd name="T61" fmla="*/ 2147483647 h 1056"/>
                  <a:gd name="T62" fmla="*/ 2147483647 w 894"/>
                  <a:gd name="T63" fmla="*/ 2147483647 h 1056"/>
                  <a:gd name="T64" fmla="*/ 2147483647 w 894"/>
                  <a:gd name="T65" fmla="*/ 2147483647 h 1056"/>
                  <a:gd name="T66" fmla="*/ 2147483647 w 894"/>
                  <a:gd name="T67" fmla="*/ 2147483647 h 1056"/>
                  <a:gd name="T68" fmla="*/ 2147483647 w 894"/>
                  <a:gd name="T69" fmla="*/ 2147483647 h 1056"/>
                  <a:gd name="T70" fmla="*/ 2147483647 w 894"/>
                  <a:gd name="T71" fmla="*/ 2147483647 h 1056"/>
                  <a:gd name="T72" fmla="*/ 2147483647 w 894"/>
                  <a:gd name="T73" fmla="*/ 2147483647 h 1056"/>
                  <a:gd name="T74" fmla="*/ 2147483647 w 894"/>
                  <a:gd name="T75" fmla="*/ 2147483647 h 1056"/>
                  <a:gd name="T76" fmla="*/ 2147483647 w 894"/>
                  <a:gd name="T77" fmla="*/ 2147483647 h 1056"/>
                  <a:gd name="T78" fmla="*/ 2147483647 w 894"/>
                  <a:gd name="T79" fmla="*/ 2147483647 h 1056"/>
                  <a:gd name="T80" fmla="*/ 2147483647 w 894"/>
                  <a:gd name="T81" fmla="*/ 2147483647 h 1056"/>
                  <a:gd name="T82" fmla="*/ 2147483647 w 894"/>
                  <a:gd name="T83" fmla="*/ 2147483647 h 1056"/>
                  <a:gd name="T84" fmla="*/ 2147483647 w 894"/>
                  <a:gd name="T85" fmla="*/ 2147483647 h 1056"/>
                  <a:gd name="T86" fmla="*/ 2147483647 w 894"/>
                  <a:gd name="T87" fmla="*/ 2147483647 h 1056"/>
                  <a:gd name="T88" fmla="*/ 2147483647 w 894"/>
                  <a:gd name="T89" fmla="*/ 2147483647 h 1056"/>
                  <a:gd name="T90" fmla="*/ 2147483647 w 894"/>
                  <a:gd name="T91" fmla="*/ 2147483647 h 1056"/>
                  <a:gd name="T92" fmla="*/ 2147483647 w 894"/>
                  <a:gd name="T93" fmla="*/ 2147483647 h 1056"/>
                  <a:gd name="T94" fmla="*/ 2147483647 w 894"/>
                  <a:gd name="T95" fmla="*/ 2147483647 h 1056"/>
                  <a:gd name="T96" fmla="*/ 2147483647 w 894"/>
                  <a:gd name="T97" fmla="*/ 2147483647 h 1056"/>
                  <a:gd name="T98" fmla="*/ 2147483647 w 894"/>
                  <a:gd name="T99" fmla="*/ 2147483647 h 1056"/>
                  <a:gd name="T100" fmla="*/ 2147483647 w 894"/>
                  <a:gd name="T101" fmla="*/ 2147483647 h 10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94"/>
                  <a:gd name="T154" fmla="*/ 0 h 1056"/>
                  <a:gd name="T155" fmla="*/ 894 w 894"/>
                  <a:gd name="T156" fmla="*/ 1056 h 10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94" h="1056">
                    <a:moveTo>
                      <a:pt x="882" y="744"/>
                    </a:moveTo>
                    <a:lnTo>
                      <a:pt x="882" y="738"/>
                    </a:lnTo>
                    <a:lnTo>
                      <a:pt x="888" y="732"/>
                    </a:lnTo>
                    <a:lnTo>
                      <a:pt x="888" y="708"/>
                    </a:lnTo>
                    <a:lnTo>
                      <a:pt x="894" y="696"/>
                    </a:lnTo>
                    <a:lnTo>
                      <a:pt x="894" y="684"/>
                    </a:lnTo>
                    <a:lnTo>
                      <a:pt x="882" y="648"/>
                    </a:lnTo>
                    <a:lnTo>
                      <a:pt x="876" y="636"/>
                    </a:lnTo>
                    <a:lnTo>
                      <a:pt x="864" y="624"/>
                    </a:lnTo>
                    <a:lnTo>
                      <a:pt x="840" y="612"/>
                    </a:lnTo>
                    <a:lnTo>
                      <a:pt x="834" y="606"/>
                    </a:lnTo>
                    <a:lnTo>
                      <a:pt x="822" y="600"/>
                    </a:lnTo>
                    <a:lnTo>
                      <a:pt x="816" y="588"/>
                    </a:lnTo>
                    <a:lnTo>
                      <a:pt x="816" y="576"/>
                    </a:lnTo>
                    <a:lnTo>
                      <a:pt x="822" y="558"/>
                    </a:lnTo>
                    <a:lnTo>
                      <a:pt x="822" y="546"/>
                    </a:lnTo>
                    <a:lnTo>
                      <a:pt x="828" y="540"/>
                    </a:lnTo>
                    <a:lnTo>
                      <a:pt x="828" y="534"/>
                    </a:lnTo>
                    <a:lnTo>
                      <a:pt x="768" y="534"/>
                    </a:lnTo>
                    <a:lnTo>
                      <a:pt x="720" y="528"/>
                    </a:lnTo>
                    <a:lnTo>
                      <a:pt x="690" y="522"/>
                    </a:lnTo>
                    <a:lnTo>
                      <a:pt x="684" y="516"/>
                    </a:lnTo>
                    <a:lnTo>
                      <a:pt x="684" y="474"/>
                    </a:lnTo>
                    <a:lnTo>
                      <a:pt x="690" y="462"/>
                    </a:lnTo>
                    <a:lnTo>
                      <a:pt x="684" y="456"/>
                    </a:lnTo>
                    <a:lnTo>
                      <a:pt x="672" y="450"/>
                    </a:lnTo>
                    <a:lnTo>
                      <a:pt x="666" y="438"/>
                    </a:lnTo>
                    <a:lnTo>
                      <a:pt x="660" y="432"/>
                    </a:lnTo>
                    <a:lnTo>
                      <a:pt x="660" y="426"/>
                    </a:lnTo>
                    <a:lnTo>
                      <a:pt x="678" y="426"/>
                    </a:lnTo>
                    <a:lnTo>
                      <a:pt x="678" y="396"/>
                    </a:lnTo>
                    <a:lnTo>
                      <a:pt x="672" y="384"/>
                    </a:lnTo>
                    <a:lnTo>
                      <a:pt x="666" y="378"/>
                    </a:lnTo>
                    <a:lnTo>
                      <a:pt x="660" y="366"/>
                    </a:lnTo>
                    <a:lnTo>
                      <a:pt x="660" y="336"/>
                    </a:lnTo>
                    <a:lnTo>
                      <a:pt x="654" y="330"/>
                    </a:lnTo>
                    <a:lnTo>
                      <a:pt x="648" y="318"/>
                    </a:lnTo>
                    <a:lnTo>
                      <a:pt x="624" y="306"/>
                    </a:lnTo>
                    <a:lnTo>
                      <a:pt x="564" y="306"/>
                    </a:lnTo>
                    <a:lnTo>
                      <a:pt x="558" y="300"/>
                    </a:lnTo>
                    <a:lnTo>
                      <a:pt x="546" y="294"/>
                    </a:lnTo>
                    <a:lnTo>
                      <a:pt x="534" y="282"/>
                    </a:lnTo>
                    <a:lnTo>
                      <a:pt x="534" y="276"/>
                    </a:lnTo>
                    <a:lnTo>
                      <a:pt x="510" y="276"/>
                    </a:lnTo>
                    <a:lnTo>
                      <a:pt x="498" y="270"/>
                    </a:lnTo>
                    <a:lnTo>
                      <a:pt x="486" y="258"/>
                    </a:lnTo>
                    <a:lnTo>
                      <a:pt x="474" y="252"/>
                    </a:lnTo>
                    <a:lnTo>
                      <a:pt x="468" y="240"/>
                    </a:lnTo>
                    <a:lnTo>
                      <a:pt x="468" y="234"/>
                    </a:lnTo>
                    <a:lnTo>
                      <a:pt x="456" y="234"/>
                    </a:lnTo>
                    <a:lnTo>
                      <a:pt x="450" y="240"/>
                    </a:lnTo>
                    <a:lnTo>
                      <a:pt x="438" y="240"/>
                    </a:lnTo>
                    <a:lnTo>
                      <a:pt x="426" y="234"/>
                    </a:lnTo>
                    <a:lnTo>
                      <a:pt x="420" y="222"/>
                    </a:lnTo>
                    <a:lnTo>
                      <a:pt x="414" y="228"/>
                    </a:lnTo>
                    <a:lnTo>
                      <a:pt x="384" y="228"/>
                    </a:lnTo>
                    <a:lnTo>
                      <a:pt x="372" y="222"/>
                    </a:lnTo>
                    <a:lnTo>
                      <a:pt x="366" y="216"/>
                    </a:lnTo>
                    <a:lnTo>
                      <a:pt x="366" y="210"/>
                    </a:lnTo>
                    <a:lnTo>
                      <a:pt x="360" y="198"/>
                    </a:lnTo>
                    <a:lnTo>
                      <a:pt x="360" y="192"/>
                    </a:lnTo>
                    <a:lnTo>
                      <a:pt x="354" y="186"/>
                    </a:lnTo>
                    <a:lnTo>
                      <a:pt x="330" y="186"/>
                    </a:lnTo>
                    <a:lnTo>
                      <a:pt x="324" y="156"/>
                    </a:lnTo>
                    <a:lnTo>
                      <a:pt x="318" y="150"/>
                    </a:lnTo>
                    <a:lnTo>
                      <a:pt x="306" y="144"/>
                    </a:lnTo>
                    <a:lnTo>
                      <a:pt x="294" y="132"/>
                    </a:lnTo>
                    <a:lnTo>
                      <a:pt x="294" y="120"/>
                    </a:lnTo>
                    <a:lnTo>
                      <a:pt x="300" y="114"/>
                    </a:lnTo>
                    <a:lnTo>
                      <a:pt x="300" y="96"/>
                    </a:lnTo>
                    <a:lnTo>
                      <a:pt x="294" y="84"/>
                    </a:lnTo>
                    <a:lnTo>
                      <a:pt x="288" y="78"/>
                    </a:lnTo>
                    <a:lnTo>
                      <a:pt x="288" y="48"/>
                    </a:lnTo>
                    <a:lnTo>
                      <a:pt x="294" y="42"/>
                    </a:lnTo>
                    <a:lnTo>
                      <a:pt x="294" y="36"/>
                    </a:lnTo>
                    <a:lnTo>
                      <a:pt x="300" y="30"/>
                    </a:lnTo>
                    <a:lnTo>
                      <a:pt x="300" y="0"/>
                    </a:lnTo>
                    <a:lnTo>
                      <a:pt x="288" y="0"/>
                    </a:lnTo>
                    <a:lnTo>
                      <a:pt x="276" y="6"/>
                    </a:lnTo>
                    <a:lnTo>
                      <a:pt x="276" y="12"/>
                    </a:lnTo>
                    <a:lnTo>
                      <a:pt x="270" y="12"/>
                    </a:lnTo>
                    <a:lnTo>
                      <a:pt x="258" y="0"/>
                    </a:lnTo>
                    <a:lnTo>
                      <a:pt x="246" y="12"/>
                    </a:lnTo>
                    <a:lnTo>
                      <a:pt x="210" y="12"/>
                    </a:lnTo>
                    <a:lnTo>
                      <a:pt x="198" y="18"/>
                    </a:lnTo>
                    <a:lnTo>
                      <a:pt x="192" y="24"/>
                    </a:lnTo>
                    <a:lnTo>
                      <a:pt x="186" y="36"/>
                    </a:lnTo>
                    <a:lnTo>
                      <a:pt x="180" y="42"/>
                    </a:lnTo>
                    <a:lnTo>
                      <a:pt x="180" y="48"/>
                    </a:lnTo>
                    <a:lnTo>
                      <a:pt x="144" y="48"/>
                    </a:lnTo>
                    <a:lnTo>
                      <a:pt x="138" y="78"/>
                    </a:lnTo>
                    <a:lnTo>
                      <a:pt x="102" y="78"/>
                    </a:lnTo>
                    <a:lnTo>
                      <a:pt x="90" y="96"/>
                    </a:lnTo>
                    <a:lnTo>
                      <a:pt x="84" y="102"/>
                    </a:lnTo>
                    <a:lnTo>
                      <a:pt x="60" y="114"/>
                    </a:lnTo>
                    <a:lnTo>
                      <a:pt x="42" y="114"/>
                    </a:lnTo>
                    <a:lnTo>
                      <a:pt x="42" y="108"/>
                    </a:lnTo>
                    <a:lnTo>
                      <a:pt x="36" y="102"/>
                    </a:lnTo>
                    <a:lnTo>
                      <a:pt x="12" y="102"/>
                    </a:lnTo>
                    <a:lnTo>
                      <a:pt x="0" y="96"/>
                    </a:lnTo>
                    <a:lnTo>
                      <a:pt x="0" y="114"/>
                    </a:lnTo>
                    <a:lnTo>
                      <a:pt x="6" y="132"/>
                    </a:lnTo>
                    <a:lnTo>
                      <a:pt x="18" y="144"/>
                    </a:lnTo>
                    <a:lnTo>
                      <a:pt x="30" y="162"/>
                    </a:lnTo>
                    <a:lnTo>
                      <a:pt x="42" y="174"/>
                    </a:lnTo>
                    <a:lnTo>
                      <a:pt x="54" y="192"/>
                    </a:lnTo>
                    <a:lnTo>
                      <a:pt x="66" y="216"/>
                    </a:lnTo>
                    <a:lnTo>
                      <a:pt x="66" y="228"/>
                    </a:lnTo>
                    <a:lnTo>
                      <a:pt x="60" y="234"/>
                    </a:lnTo>
                    <a:lnTo>
                      <a:pt x="54" y="246"/>
                    </a:lnTo>
                    <a:lnTo>
                      <a:pt x="48" y="252"/>
                    </a:lnTo>
                    <a:lnTo>
                      <a:pt x="60" y="300"/>
                    </a:lnTo>
                    <a:lnTo>
                      <a:pt x="42" y="330"/>
                    </a:lnTo>
                    <a:lnTo>
                      <a:pt x="48" y="330"/>
                    </a:lnTo>
                    <a:lnTo>
                      <a:pt x="60" y="342"/>
                    </a:lnTo>
                    <a:lnTo>
                      <a:pt x="66" y="354"/>
                    </a:lnTo>
                    <a:lnTo>
                      <a:pt x="66" y="360"/>
                    </a:lnTo>
                    <a:lnTo>
                      <a:pt x="60" y="372"/>
                    </a:lnTo>
                    <a:lnTo>
                      <a:pt x="48" y="384"/>
                    </a:lnTo>
                    <a:lnTo>
                      <a:pt x="36" y="408"/>
                    </a:lnTo>
                    <a:lnTo>
                      <a:pt x="42" y="426"/>
                    </a:lnTo>
                    <a:lnTo>
                      <a:pt x="48" y="438"/>
                    </a:lnTo>
                    <a:lnTo>
                      <a:pt x="54" y="444"/>
                    </a:lnTo>
                    <a:lnTo>
                      <a:pt x="54" y="450"/>
                    </a:lnTo>
                    <a:lnTo>
                      <a:pt x="42" y="468"/>
                    </a:lnTo>
                    <a:lnTo>
                      <a:pt x="54" y="480"/>
                    </a:lnTo>
                    <a:lnTo>
                      <a:pt x="78" y="498"/>
                    </a:lnTo>
                    <a:lnTo>
                      <a:pt x="78" y="516"/>
                    </a:lnTo>
                    <a:lnTo>
                      <a:pt x="102" y="528"/>
                    </a:lnTo>
                    <a:lnTo>
                      <a:pt x="90" y="558"/>
                    </a:lnTo>
                    <a:lnTo>
                      <a:pt x="78" y="546"/>
                    </a:lnTo>
                    <a:lnTo>
                      <a:pt x="78" y="558"/>
                    </a:lnTo>
                    <a:lnTo>
                      <a:pt x="66" y="582"/>
                    </a:lnTo>
                    <a:lnTo>
                      <a:pt x="54" y="588"/>
                    </a:lnTo>
                    <a:lnTo>
                      <a:pt x="36" y="606"/>
                    </a:lnTo>
                    <a:lnTo>
                      <a:pt x="48" y="630"/>
                    </a:lnTo>
                    <a:lnTo>
                      <a:pt x="42" y="636"/>
                    </a:lnTo>
                    <a:lnTo>
                      <a:pt x="60" y="666"/>
                    </a:lnTo>
                    <a:lnTo>
                      <a:pt x="84" y="666"/>
                    </a:lnTo>
                    <a:lnTo>
                      <a:pt x="96" y="744"/>
                    </a:lnTo>
                    <a:lnTo>
                      <a:pt x="108" y="750"/>
                    </a:lnTo>
                    <a:lnTo>
                      <a:pt x="114" y="750"/>
                    </a:lnTo>
                    <a:lnTo>
                      <a:pt x="138" y="762"/>
                    </a:lnTo>
                    <a:lnTo>
                      <a:pt x="144" y="774"/>
                    </a:lnTo>
                    <a:lnTo>
                      <a:pt x="144" y="780"/>
                    </a:lnTo>
                    <a:lnTo>
                      <a:pt x="138" y="792"/>
                    </a:lnTo>
                    <a:lnTo>
                      <a:pt x="126" y="804"/>
                    </a:lnTo>
                    <a:lnTo>
                      <a:pt x="144" y="822"/>
                    </a:lnTo>
                    <a:lnTo>
                      <a:pt x="138" y="828"/>
                    </a:lnTo>
                    <a:lnTo>
                      <a:pt x="132" y="840"/>
                    </a:lnTo>
                    <a:lnTo>
                      <a:pt x="126" y="846"/>
                    </a:lnTo>
                    <a:lnTo>
                      <a:pt x="126" y="858"/>
                    </a:lnTo>
                    <a:lnTo>
                      <a:pt x="132" y="870"/>
                    </a:lnTo>
                    <a:lnTo>
                      <a:pt x="138" y="876"/>
                    </a:lnTo>
                    <a:lnTo>
                      <a:pt x="138" y="900"/>
                    </a:lnTo>
                    <a:lnTo>
                      <a:pt x="144" y="900"/>
                    </a:lnTo>
                    <a:lnTo>
                      <a:pt x="150" y="906"/>
                    </a:lnTo>
                    <a:lnTo>
                      <a:pt x="162" y="912"/>
                    </a:lnTo>
                    <a:lnTo>
                      <a:pt x="168" y="918"/>
                    </a:lnTo>
                    <a:lnTo>
                      <a:pt x="180" y="924"/>
                    </a:lnTo>
                    <a:lnTo>
                      <a:pt x="186" y="930"/>
                    </a:lnTo>
                    <a:lnTo>
                      <a:pt x="186" y="996"/>
                    </a:lnTo>
                    <a:lnTo>
                      <a:pt x="210" y="1020"/>
                    </a:lnTo>
                    <a:lnTo>
                      <a:pt x="210" y="1044"/>
                    </a:lnTo>
                    <a:lnTo>
                      <a:pt x="216" y="1056"/>
                    </a:lnTo>
                    <a:lnTo>
                      <a:pt x="270" y="1056"/>
                    </a:lnTo>
                    <a:lnTo>
                      <a:pt x="270" y="1026"/>
                    </a:lnTo>
                    <a:lnTo>
                      <a:pt x="282" y="1026"/>
                    </a:lnTo>
                    <a:lnTo>
                      <a:pt x="282" y="1008"/>
                    </a:lnTo>
                    <a:lnTo>
                      <a:pt x="306" y="1002"/>
                    </a:lnTo>
                    <a:lnTo>
                      <a:pt x="318" y="978"/>
                    </a:lnTo>
                    <a:lnTo>
                      <a:pt x="324" y="984"/>
                    </a:lnTo>
                    <a:lnTo>
                      <a:pt x="348" y="996"/>
                    </a:lnTo>
                    <a:lnTo>
                      <a:pt x="360" y="996"/>
                    </a:lnTo>
                    <a:lnTo>
                      <a:pt x="378" y="1002"/>
                    </a:lnTo>
                    <a:lnTo>
                      <a:pt x="432" y="1002"/>
                    </a:lnTo>
                    <a:lnTo>
                      <a:pt x="462" y="1050"/>
                    </a:lnTo>
                    <a:lnTo>
                      <a:pt x="474" y="996"/>
                    </a:lnTo>
                    <a:lnTo>
                      <a:pt x="546" y="990"/>
                    </a:lnTo>
                    <a:lnTo>
                      <a:pt x="582" y="1014"/>
                    </a:lnTo>
                    <a:lnTo>
                      <a:pt x="582" y="996"/>
                    </a:lnTo>
                    <a:lnTo>
                      <a:pt x="594" y="924"/>
                    </a:lnTo>
                    <a:lnTo>
                      <a:pt x="594" y="900"/>
                    </a:lnTo>
                    <a:lnTo>
                      <a:pt x="588" y="894"/>
                    </a:lnTo>
                    <a:lnTo>
                      <a:pt x="588" y="888"/>
                    </a:lnTo>
                    <a:lnTo>
                      <a:pt x="576" y="864"/>
                    </a:lnTo>
                    <a:lnTo>
                      <a:pt x="576" y="852"/>
                    </a:lnTo>
                    <a:lnTo>
                      <a:pt x="582" y="846"/>
                    </a:lnTo>
                    <a:lnTo>
                      <a:pt x="594" y="840"/>
                    </a:lnTo>
                    <a:lnTo>
                      <a:pt x="606" y="828"/>
                    </a:lnTo>
                    <a:lnTo>
                      <a:pt x="612" y="798"/>
                    </a:lnTo>
                    <a:lnTo>
                      <a:pt x="714" y="780"/>
                    </a:lnTo>
                    <a:lnTo>
                      <a:pt x="792" y="768"/>
                    </a:lnTo>
                    <a:lnTo>
                      <a:pt x="846" y="810"/>
                    </a:lnTo>
                    <a:lnTo>
                      <a:pt x="864" y="846"/>
                    </a:lnTo>
                    <a:lnTo>
                      <a:pt x="864" y="840"/>
                    </a:lnTo>
                    <a:lnTo>
                      <a:pt x="870" y="834"/>
                    </a:lnTo>
                    <a:lnTo>
                      <a:pt x="882" y="828"/>
                    </a:lnTo>
                    <a:lnTo>
                      <a:pt x="888" y="822"/>
                    </a:lnTo>
                    <a:lnTo>
                      <a:pt x="876" y="816"/>
                    </a:lnTo>
                    <a:lnTo>
                      <a:pt x="870" y="810"/>
                    </a:lnTo>
                    <a:lnTo>
                      <a:pt x="870" y="786"/>
                    </a:lnTo>
                    <a:lnTo>
                      <a:pt x="876" y="774"/>
                    </a:lnTo>
                    <a:lnTo>
                      <a:pt x="882" y="768"/>
                    </a:lnTo>
                    <a:lnTo>
                      <a:pt x="888" y="756"/>
                    </a:lnTo>
                    <a:lnTo>
                      <a:pt x="882" y="74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33" name="Argentina" descr="© INSCALE GmbH, 05.05.2010&#10;http://www.presentationload.com/">
                <a:extLst>
                  <a:ext uri="{FF2B5EF4-FFF2-40B4-BE49-F238E27FC236}">
                    <a16:creationId xmlns:a16="http://schemas.microsoft.com/office/drawing/2014/main" id="{C4C77E18-4317-5247-814F-3C359B1066C7}"/>
                  </a:ext>
                </a:extLst>
              </p:cNvPr>
              <p:cNvSpPr>
                <a:spLocks noEditPoints="1"/>
              </p:cNvSpPr>
              <p:nvPr/>
            </p:nvSpPr>
            <p:spPr bwMode="gray">
              <a:xfrm>
                <a:off x="3716010" y="4882985"/>
                <a:ext cx="458576" cy="1025629"/>
              </a:xfrm>
              <a:custGeom>
                <a:avLst/>
                <a:gdLst>
                  <a:gd name="T0" fmla="*/ 2147483647 w 1092"/>
                  <a:gd name="T1" fmla="*/ 2147483647 h 2442"/>
                  <a:gd name="T2" fmla="*/ 2147483647 w 1092"/>
                  <a:gd name="T3" fmla="*/ 2147483647 h 2442"/>
                  <a:gd name="T4" fmla="*/ 2147483647 w 1092"/>
                  <a:gd name="T5" fmla="*/ 2147483647 h 2442"/>
                  <a:gd name="T6" fmla="*/ 2147483647 w 1092"/>
                  <a:gd name="T7" fmla="*/ 2147483647 h 2442"/>
                  <a:gd name="T8" fmla="*/ 2147483647 w 1092"/>
                  <a:gd name="T9" fmla="*/ 2147483647 h 2442"/>
                  <a:gd name="T10" fmla="*/ 2147483647 w 1092"/>
                  <a:gd name="T11" fmla="*/ 2147483647 h 2442"/>
                  <a:gd name="T12" fmla="*/ 2147483647 w 1092"/>
                  <a:gd name="T13" fmla="*/ 2147483647 h 2442"/>
                  <a:gd name="T14" fmla="*/ 2147483647 w 1092"/>
                  <a:gd name="T15" fmla="*/ 2147483647 h 2442"/>
                  <a:gd name="T16" fmla="*/ 2147483647 w 1092"/>
                  <a:gd name="T17" fmla="*/ 2147483647 h 2442"/>
                  <a:gd name="T18" fmla="*/ 2147483647 w 1092"/>
                  <a:gd name="T19" fmla="*/ 2147483647 h 2442"/>
                  <a:gd name="T20" fmla="*/ 2147483647 w 1092"/>
                  <a:gd name="T21" fmla="*/ 0 h 2442"/>
                  <a:gd name="T22" fmla="*/ 2147483647 w 1092"/>
                  <a:gd name="T23" fmla="*/ 2147483647 h 2442"/>
                  <a:gd name="T24" fmla="*/ 2147483647 w 1092"/>
                  <a:gd name="T25" fmla="*/ 2147483647 h 2442"/>
                  <a:gd name="T26" fmla="*/ 2147483647 w 1092"/>
                  <a:gd name="T27" fmla="*/ 2147483647 h 2442"/>
                  <a:gd name="T28" fmla="*/ 2147483647 w 1092"/>
                  <a:gd name="T29" fmla="*/ 2147483647 h 2442"/>
                  <a:gd name="T30" fmla="*/ 2147483647 w 1092"/>
                  <a:gd name="T31" fmla="*/ 2147483647 h 2442"/>
                  <a:gd name="T32" fmla="*/ 2147483647 w 1092"/>
                  <a:gd name="T33" fmla="*/ 2147483647 h 2442"/>
                  <a:gd name="T34" fmla="*/ 2147483647 w 1092"/>
                  <a:gd name="T35" fmla="*/ 2147483647 h 2442"/>
                  <a:gd name="T36" fmla="*/ 2147483647 w 1092"/>
                  <a:gd name="T37" fmla="*/ 2147483647 h 2442"/>
                  <a:gd name="T38" fmla="*/ 2147483647 w 1092"/>
                  <a:gd name="T39" fmla="*/ 2147483647 h 2442"/>
                  <a:gd name="T40" fmla="*/ 2147483647 w 1092"/>
                  <a:gd name="T41" fmla="*/ 2147483647 h 2442"/>
                  <a:gd name="T42" fmla="*/ 2147483647 w 1092"/>
                  <a:gd name="T43" fmla="*/ 2147483647 h 2442"/>
                  <a:gd name="T44" fmla="*/ 2147483647 w 1092"/>
                  <a:gd name="T45" fmla="*/ 2147483647 h 2442"/>
                  <a:gd name="T46" fmla="*/ 2147483647 w 1092"/>
                  <a:gd name="T47" fmla="*/ 2147483647 h 2442"/>
                  <a:gd name="T48" fmla="*/ 2147483647 w 1092"/>
                  <a:gd name="T49" fmla="*/ 2147483647 h 2442"/>
                  <a:gd name="T50" fmla="*/ 2147483647 w 1092"/>
                  <a:gd name="T51" fmla="*/ 2147483647 h 2442"/>
                  <a:gd name="T52" fmla="*/ 2147483647 w 1092"/>
                  <a:gd name="T53" fmla="*/ 2147483647 h 2442"/>
                  <a:gd name="T54" fmla="*/ 2147483647 w 1092"/>
                  <a:gd name="T55" fmla="*/ 2147483647 h 2442"/>
                  <a:gd name="T56" fmla="*/ 2147483647 w 1092"/>
                  <a:gd name="T57" fmla="*/ 2147483647 h 2442"/>
                  <a:gd name="T58" fmla="*/ 2147483647 w 1092"/>
                  <a:gd name="T59" fmla="*/ 2147483647 h 2442"/>
                  <a:gd name="T60" fmla="*/ 2147483647 w 1092"/>
                  <a:gd name="T61" fmla="*/ 2147483647 h 2442"/>
                  <a:gd name="T62" fmla="*/ 2147483647 w 1092"/>
                  <a:gd name="T63" fmla="*/ 2147483647 h 2442"/>
                  <a:gd name="T64" fmla="*/ 2147483647 w 1092"/>
                  <a:gd name="T65" fmla="*/ 2147483647 h 2442"/>
                  <a:gd name="T66" fmla="*/ 2147483647 w 1092"/>
                  <a:gd name="T67" fmla="*/ 2147483647 h 2442"/>
                  <a:gd name="T68" fmla="*/ 2147483647 w 1092"/>
                  <a:gd name="T69" fmla="*/ 2147483647 h 2442"/>
                  <a:gd name="T70" fmla="*/ 2147483647 w 1092"/>
                  <a:gd name="T71" fmla="*/ 2147483647 h 2442"/>
                  <a:gd name="T72" fmla="*/ 2147483647 w 1092"/>
                  <a:gd name="T73" fmla="*/ 2147483647 h 2442"/>
                  <a:gd name="T74" fmla="*/ 2147483647 w 1092"/>
                  <a:gd name="T75" fmla="*/ 2147483647 h 2442"/>
                  <a:gd name="T76" fmla="*/ 2147483647 w 1092"/>
                  <a:gd name="T77" fmla="*/ 2147483647 h 2442"/>
                  <a:gd name="T78" fmla="*/ 2147483647 w 1092"/>
                  <a:gd name="T79" fmla="*/ 2147483647 h 2442"/>
                  <a:gd name="T80" fmla="*/ 2147483647 w 1092"/>
                  <a:gd name="T81" fmla="*/ 2147483647 h 2442"/>
                  <a:gd name="T82" fmla="*/ 2147483647 w 1092"/>
                  <a:gd name="T83" fmla="*/ 2147483647 h 2442"/>
                  <a:gd name="T84" fmla="*/ 2147483647 w 1092"/>
                  <a:gd name="T85" fmla="*/ 2147483647 h 2442"/>
                  <a:gd name="T86" fmla="*/ 2147483647 w 1092"/>
                  <a:gd name="T87" fmla="*/ 2147483647 h 2442"/>
                  <a:gd name="T88" fmla="*/ 2147483647 w 1092"/>
                  <a:gd name="T89" fmla="*/ 2147483647 h 2442"/>
                  <a:gd name="T90" fmla="*/ 2147483647 w 1092"/>
                  <a:gd name="T91" fmla="*/ 2147483647 h 2442"/>
                  <a:gd name="T92" fmla="*/ 2147483647 w 1092"/>
                  <a:gd name="T93" fmla="*/ 2147483647 h 2442"/>
                  <a:gd name="T94" fmla="*/ 2147483647 w 1092"/>
                  <a:gd name="T95" fmla="*/ 2147483647 h 2442"/>
                  <a:gd name="T96" fmla="*/ 2147483647 w 1092"/>
                  <a:gd name="T97" fmla="*/ 2147483647 h 2442"/>
                  <a:gd name="T98" fmla="*/ 2147483647 w 1092"/>
                  <a:gd name="T99" fmla="*/ 2147483647 h 2442"/>
                  <a:gd name="T100" fmla="*/ 2147483647 w 1092"/>
                  <a:gd name="T101" fmla="*/ 2147483647 h 2442"/>
                  <a:gd name="T102" fmla="*/ 2147483647 w 1092"/>
                  <a:gd name="T103" fmla="*/ 2147483647 h 2442"/>
                  <a:gd name="T104" fmla="*/ 2147483647 w 1092"/>
                  <a:gd name="T105" fmla="*/ 2147483647 h 2442"/>
                  <a:gd name="T106" fmla="*/ 2147483647 w 1092"/>
                  <a:gd name="T107" fmla="*/ 2147483647 h 2442"/>
                  <a:gd name="T108" fmla="*/ 2147483647 w 1092"/>
                  <a:gd name="T109" fmla="*/ 2147483647 h 2442"/>
                  <a:gd name="T110" fmla="*/ 2147483647 w 1092"/>
                  <a:gd name="T111" fmla="*/ 2147483647 h 2442"/>
                  <a:gd name="T112" fmla="*/ 2147483647 w 1092"/>
                  <a:gd name="T113" fmla="*/ 2147483647 h 2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2"/>
                  <a:gd name="T172" fmla="*/ 0 h 2442"/>
                  <a:gd name="T173" fmla="*/ 1092 w 1092"/>
                  <a:gd name="T174" fmla="*/ 2442 h 2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2" h="2442">
                    <a:moveTo>
                      <a:pt x="954" y="534"/>
                    </a:moveTo>
                    <a:lnTo>
                      <a:pt x="978" y="528"/>
                    </a:lnTo>
                    <a:lnTo>
                      <a:pt x="984" y="504"/>
                    </a:lnTo>
                    <a:lnTo>
                      <a:pt x="990" y="498"/>
                    </a:lnTo>
                    <a:lnTo>
                      <a:pt x="990" y="480"/>
                    </a:lnTo>
                    <a:lnTo>
                      <a:pt x="1026" y="480"/>
                    </a:lnTo>
                    <a:lnTo>
                      <a:pt x="1026" y="462"/>
                    </a:lnTo>
                    <a:lnTo>
                      <a:pt x="1032" y="450"/>
                    </a:lnTo>
                    <a:lnTo>
                      <a:pt x="1038" y="444"/>
                    </a:lnTo>
                    <a:lnTo>
                      <a:pt x="1092" y="426"/>
                    </a:lnTo>
                    <a:lnTo>
                      <a:pt x="1092" y="390"/>
                    </a:lnTo>
                    <a:lnTo>
                      <a:pt x="1086" y="372"/>
                    </a:lnTo>
                    <a:lnTo>
                      <a:pt x="1086" y="342"/>
                    </a:lnTo>
                    <a:lnTo>
                      <a:pt x="1080" y="336"/>
                    </a:lnTo>
                    <a:lnTo>
                      <a:pt x="1074" y="336"/>
                    </a:lnTo>
                    <a:lnTo>
                      <a:pt x="1074" y="324"/>
                    </a:lnTo>
                    <a:lnTo>
                      <a:pt x="1062" y="300"/>
                    </a:lnTo>
                    <a:lnTo>
                      <a:pt x="1056" y="294"/>
                    </a:lnTo>
                    <a:lnTo>
                      <a:pt x="1038" y="294"/>
                    </a:lnTo>
                    <a:lnTo>
                      <a:pt x="1032" y="300"/>
                    </a:lnTo>
                    <a:lnTo>
                      <a:pt x="1020" y="306"/>
                    </a:lnTo>
                    <a:lnTo>
                      <a:pt x="1020" y="384"/>
                    </a:lnTo>
                    <a:lnTo>
                      <a:pt x="1008" y="390"/>
                    </a:lnTo>
                    <a:lnTo>
                      <a:pt x="1002" y="402"/>
                    </a:lnTo>
                    <a:lnTo>
                      <a:pt x="990" y="408"/>
                    </a:lnTo>
                    <a:lnTo>
                      <a:pt x="984" y="414"/>
                    </a:lnTo>
                    <a:lnTo>
                      <a:pt x="978" y="414"/>
                    </a:lnTo>
                    <a:lnTo>
                      <a:pt x="966" y="426"/>
                    </a:lnTo>
                    <a:lnTo>
                      <a:pt x="954" y="450"/>
                    </a:lnTo>
                    <a:lnTo>
                      <a:pt x="948" y="456"/>
                    </a:lnTo>
                    <a:lnTo>
                      <a:pt x="948" y="450"/>
                    </a:lnTo>
                    <a:lnTo>
                      <a:pt x="942" y="444"/>
                    </a:lnTo>
                    <a:lnTo>
                      <a:pt x="930" y="444"/>
                    </a:lnTo>
                    <a:lnTo>
                      <a:pt x="924" y="450"/>
                    </a:lnTo>
                    <a:lnTo>
                      <a:pt x="924" y="468"/>
                    </a:lnTo>
                    <a:lnTo>
                      <a:pt x="912" y="450"/>
                    </a:lnTo>
                    <a:lnTo>
                      <a:pt x="852" y="450"/>
                    </a:lnTo>
                    <a:lnTo>
                      <a:pt x="834" y="444"/>
                    </a:lnTo>
                    <a:lnTo>
                      <a:pt x="822" y="438"/>
                    </a:lnTo>
                    <a:lnTo>
                      <a:pt x="816" y="432"/>
                    </a:lnTo>
                    <a:lnTo>
                      <a:pt x="804" y="426"/>
                    </a:lnTo>
                    <a:lnTo>
                      <a:pt x="798" y="426"/>
                    </a:lnTo>
                    <a:lnTo>
                      <a:pt x="786" y="432"/>
                    </a:lnTo>
                    <a:lnTo>
                      <a:pt x="762" y="432"/>
                    </a:lnTo>
                    <a:lnTo>
                      <a:pt x="756" y="426"/>
                    </a:lnTo>
                    <a:lnTo>
                      <a:pt x="756" y="414"/>
                    </a:lnTo>
                    <a:lnTo>
                      <a:pt x="762" y="402"/>
                    </a:lnTo>
                    <a:lnTo>
                      <a:pt x="768" y="396"/>
                    </a:lnTo>
                    <a:lnTo>
                      <a:pt x="774" y="384"/>
                    </a:lnTo>
                    <a:lnTo>
                      <a:pt x="780" y="378"/>
                    </a:lnTo>
                    <a:lnTo>
                      <a:pt x="780" y="342"/>
                    </a:lnTo>
                    <a:lnTo>
                      <a:pt x="798" y="342"/>
                    </a:lnTo>
                    <a:lnTo>
                      <a:pt x="804" y="336"/>
                    </a:lnTo>
                    <a:lnTo>
                      <a:pt x="804" y="330"/>
                    </a:lnTo>
                    <a:lnTo>
                      <a:pt x="798" y="318"/>
                    </a:lnTo>
                    <a:lnTo>
                      <a:pt x="792" y="312"/>
                    </a:lnTo>
                    <a:lnTo>
                      <a:pt x="798" y="300"/>
                    </a:lnTo>
                    <a:lnTo>
                      <a:pt x="804" y="294"/>
                    </a:lnTo>
                    <a:lnTo>
                      <a:pt x="804" y="282"/>
                    </a:lnTo>
                    <a:lnTo>
                      <a:pt x="810" y="276"/>
                    </a:lnTo>
                    <a:lnTo>
                      <a:pt x="804" y="270"/>
                    </a:lnTo>
                    <a:lnTo>
                      <a:pt x="792" y="264"/>
                    </a:lnTo>
                    <a:lnTo>
                      <a:pt x="774" y="258"/>
                    </a:lnTo>
                    <a:lnTo>
                      <a:pt x="762" y="252"/>
                    </a:lnTo>
                    <a:lnTo>
                      <a:pt x="750" y="252"/>
                    </a:lnTo>
                    <a:lnTo>
                      <a:pt x="744" y="246"/>
                    </a:lnTo>
                    <a:lnTo>
                      <a:pt x="708" y="228"/>
                    </a:lnTo>
                    <a:lnTo>
                      <a:pt x="690" y="216"/>
                    </a:lnTo>
                    <a:lnTo>
                      <a:pt x="678" y="210"/>
                    </a:lnTo>
                    <a:lnTo>
                      <a:pt x="672" y="204"/>
                    </a:lnTo>
                    <a:lnTo>
                      <a:pt x="666" y="204"/>
                    </a:lnTo>
                    <a:lnTo>
                      <a:pt x="660" y="198"/>
                    </a:lnTo>
                    <a:lnTo>
                      <a:pt x="648" y="192"/>
                    </a:lnTo>
                    <a:lnTo>
                      <a:pt x="642" y="186"/>
                    </a:lnTo>
                    <a:lnTo>
                      <a:pt x="630" y="180"/>
                    </a:lnTo>
                    <a:lnTo>
                      <a:pt x="600" y="180"/>
                    </a:lnTo>
                    <a:lnTo>
                      <a:pt x="564" y="162"/>
                    </a:lnTo>
                    <a:lnTo>
                      <a:pt x="558" y="156"/>
                    </a:lnTo>
                    <a:lnTo>
                      <a:pt x="552" y="156"/>
                    </a:lnTo>
                    <a:lnTo>
                      <a:pt x="546" y="138"/>
                    </a:lnTo>
                    <a:lnTo>
                      <a:pt x="534" y="132"/>
                    </a:lnTo>
                    <a:lnTo>
                      <a:pt x="516" y="114"/>
                    </a:lnTo>
                    <a:lnTo>
                      <a:pt x="492" y="102"/>
                    </a:lnTo>
                    <a:lnTo>
                      <a:pt x="486" y="96"/>
                    </a:lnTo>
                    <a:lnTo>
                      <a:pt x="480" y="84"/>
                    </a:lnTo>
                    <a:lnTo>
                      <a:pt x="468" y="78"/>
                    </a:lnTo>
                    <a:lnTo>
                      <a:pt x="462" y="66"/>
                    </a:lnTo>
                    <a:lnTo>
                      <a:pt x="456" y="60"/>
                    </a:lnTo>
                    <a:lnTo>
                      <a:pt x="456" y="54"/>
                    </a:lnTo>
                    <a:lnTo>
                      <a:pt x="438" y="36"/>
                    </a:lnTo>
                    <a:lnTo>
                      <a:pt x="402" y="12"/>
                    </a:lnTo>
                    <a:lnTo>
                      <a:pt x="330" y="18"/>
                    </a:lnTo>
                    <a:lnTo>
                      <a:pt x="318" y="72"/>
                    </a:lnTo>
                    <a:lnTo>
                      <a:pt x="288" y="24"/>
                    </a:lnTo>
                    <a:lnTo>
                      <a:pt x="234" y="24"/>
                    </a:lnTo>
                    <a:lnTo>
                      <a:pt x="216" y="18"/>
                    </a:lnTo>
                    <a:lnTo>
                      <a:pt x="204" y="18"/>
                    </a:lnTo>
                    <a:lnTo>
                      <a:pt x="180" y="6"/>
                    </a:lnTo>
                    <a:lnTo>
                      <a:pt x="174" y="0"/>
                    </a:lnTo>
                    <a:lnTo>
                      <a:pt x="162" y="24"/>
                    </a:lnTo>
                    <a:lnTo>
                      <a:pt x="138" y="30"/>
                    </a:lnTo>
                    <a:lnTo>
                      <a:pt x="138" y="48"/>
                    </a:lnTo>
                    <a:lnTo>
                      <a:pt x="126" y="48"/>
                    </a:lnTo>
                    <a:lnTo>
                      <a:pt x="126" y="78"/>
                    </a:lnTo>
                    <a:lnTo>
                      <a:pt x="114" y="78"/>
                    </a:lnTo>
                    <a:lnTo>
                      <a:pt x="126" y="96"/>
                    </a:lnTo>
                    <a:lnTo>
                      <a:pt x="114" y="180"/>
                    </a:lnTo>
                    <a:lnTo>
                      <a:pt x="108" y="180"/>
                    </a:lnTo>
                    <a:lnTo>
                      <a:pt x="102" y="186"/>
                    </a:lnTo>
                    <a:lnTo>
                      <a:pt x="90" y="192"/>
                    </a:lnTo>
                    <a:lnTo>
                      <a:pt x="72" y="198"/>
                    </a:lnTo>
                    <a:lnTo>
                      <a:pt x="60" y="210"/>
                    </a:lnTo>
                    <a:lnTo>
                      <a:pt x="48" y="216"/>
                    </a:lnTo>
                    <a:lnTo>
                      <a:pt x="42" y="228"/>
                    </a:lnTo>
                    <a:lnTo>
                      <a:pt x="36" y="234"/>
                    </a:lnTo>
                    <a:lnTo>
                      <a:pt x="36" y="240"/>
                    </a:lnTo>
                    <a:lnTo>
                      <a:pt x="42" y="246"/>
                    </a:lnTo>
                    <a:lnTo>
                      <a:pt x="54" y="252"/>
                    </a:lnTo>
                    <a:lnTo>
                      <a:pt x="66" y="252"/>
                    </a:lnTo>
                    <a:lnTo>
                      <a:pt x="66" y="258"/>
                    </a:lnTo>
                    <a:lnTo>
                      <a:pt x="42" y="282"/>
                    </a:lnTo>
                    <a:lnTo>
                      <a:pt x="42" y="300"/>
                    </a:lnTo>
                    <a:lnTo>
                      <a:pt x="48" y="306"/>
                    </a:lnTo>
                    <a:lnTo>
                      <a:pt x="60" y="312"/>
                    </a:lnTo>
                    <a:lnTo>
                      <a:pt x="72" y="324"/>
                    </a:lnTo>
                    <a:lnTo>
                      <a:pt x="78" y="336"/>
                    </a:lnTo>
                    <a:lnTo>
                      <a:pt x="72" y="342"/>
                    </a:lnTo>
                    <a:lnTo>
                      <a:pt x="66" y="354"/>
                    </a:lnTo>
                    <a:lnTo>
                      <a:pt x="54" y="366"/>
                    </a:lnTo>
                    <a:lnTo>
                      <a:pt x="48" y="366"/>
                    </a:lnTo>
                    <a:lnTo>
                      <a:pt x="54" y="366"/>
                    </a:lnTo>
                    <a:lnTo>
                      <a:pt x="60" y="372"/>
                    </a:lnTo>
                    <a:lnTo>
                      <a:pt x="84" y="384"/>
                    </a:lnTo>
                    <a:lnTo>
                      <a:pt x="90" y="396"/>
                    </a:lnTo>
                    <a:lnTo>
                      <a:pt x="90" y="408"/>
                    </a:lnTo>
                    <a:lnTo>
                      <a:pt x="78" y="414"/>
                    </a:lnTo>
                    <a:lnTo>
                      <a:pt x="72" y="420"/>
                    </a:lnTo>
                    <a:lnTo>
                      <a:pt x="54" y="420"/>
                    </a:lnTo>
                    <a:lnTo>
                      <a:pt x="54" y="432"/>
                    </a:lnTo>
                    <a:lnTo>
                      <a:pt x="48" y="450"/>
                    </a:lnTo>
                    <a:lnTo>
                      <a:pt x="48" y="462"/>
                    </a:lnTo>
                    <a:lnTo>
                      <a:pt x="42" y="474"/>
                    </a:lnTo>
                    <a:lnTo>
                      <a:pt x="42" y="486"/>
                    </a:lnTo>
                    <a:lnTo>
                      <a:pt x="30" y="498"/>
                    </a:lnTo>
                    <a:lnTo>
                      <a:pt x="24" y="510"/>
                    </a:lnTo>
                    <a:lnTo>
                      <a:pt x="18" y="516"/>
                    </a:lnTo>
                    <a:lnTo>
                      <a:pt x="18" y="582"/>
                    </a:lnTo>
                    <a:lnTo>
                      <a:pt x="6" y="594"/>
                    </a:lnTo>
                    <a:lnTo>
                      <a:pt x="6" y="606"/>
                    </a:lnTo>
                    <a:lnTo>
                      <a:pt x="18" y="630"/>
                    </a:lnTo>
                    <a:lnTo>
                      <a:pt x="30" y="666"/>
                    </a:lnTo>
                    <a:lnTo>
                      <a:pt x="36" y="678"/>
                    </a:lnTo>
                    <a:lnTo>
                      <a:pt x="36" y="684"/>
                    </a:lnTo>
                    <a:lnTo>
                      <a:pt x="12" y="684"/>
                    </a:lnTo>
                    <a:lnTo>
                      <a:pt x="18" y="738"/>
                    </a:lnTo>
                    <a:lnTo>
                      <a:pt x="6" y="744"/>
                    </a:lnTo>
                    <a:lnTo>
                      <a:pt x="0" y="744"/>
                    </a:lnTo>
                    <a:lnTo>
                      <a:pt x="0" y="768"/>
                    </a:lnTo>
                    <a:lnTo>
                      <a:pt x="6" y="774"/>
                    </a:lnTo>
                    <a:lnTo>
                      <a:pt x="6" y="780"/>
                    </a:lnTo>
                    <a:lnTo>
                      <a:pt x="18" y="786"/>
                    </a:lnTo>
                    <a:lnTo>
                      <a:pt x="36" y="804"/>
                    </a:lnTo>
                    <a:lnTo>
                      <a:pt x="36" y="816"/>
                    </a:lnTo>
                    <a:lnTo>
                      <a:pt x="30" y="822"/>
                    </a:lnTo>
                    <a:lnTo>
                      <a:pt x="30" y="828"/>
                    </a:lnTo>
                    <a:lnTo>
                      <a:pt x="48" y="846"/>
                    </a:lnTo>
                    <a:lnTo>
                      <a:pt x="60" y="876"/>
                    </a:lnTo>
                    <a:lnTo>
                      <a:pt x="66" y="888"/>
                    </a:lnTo>
                    <a:lnTo>
                      <a:pt x="60" y="894"/>
                    </a:lnTo>
                    <a:lnTo>
                      <a:pt x="60" y="906"/>
                    </a:lnTo>
                    <a:lnTo>
                      <a:pt x="72" y="918"/>
                    </a:lnTo>
                    <a:lnTo>
                      <a:pt x="96" y="918"/>
                    </a:lnTo>
                    <a:lnTo>
                      <a:pt x="102" y="960"/>
                    </a:lnTo>
                    <a:lnTo>
                      <a:pt x="108" y="972"/>
                    </a:lnTo>
                    <a:lnTo>
                      <a:pt x="114" y="978"/>
                    </a:lnTo>
                    <a:lnTo>
                      <a:pt x="120" y="990"/>
                    </a:lnTo>
                    <a:lnTo>
                      <a:pt x="120" y="996"/>
                    </a:lnTo>
                    <a:lnTo>
                      <a:pt x="102" y="1014"/>
                    </a:lnTo>
                    <a:lnTo>
                      <a:pt x="102" y="1038"/>
                    </a:lnTo>
                    <a:lnTo>
                      <a:pt x="96" y="1056"/>
                    </a:lnTo>
                    <a:lnTo>
                      <a:pt x="96" y="1086"/>
                    </a:lnTo>
                    <a:lnTo>
                      <a:pt x="84" y="1086"/>
                    </a:lnTo>
                    <a:lnTo>
                      <a:pt x="90" y="1092"/>
                    </a:lnTo>
                    <a:lnTo>
                      <a:pt x="96" y="1104"/>
                    </a:lnTo>
                    <a:lnTo>
                      <a:pt x="102" y="1110"/>
                    </a:lnTo>
                    <a:lnTo>
                      <a:pt x="108" y="1122"/>
                    </a:lnTo>
                    <a:lnTo>
                      <a:pt x="114" y="1128"/>
                    </a:lnTo>
                    <a:lnTo>
                      <a:pt x="114" y="1140"/>
                    </a:lnTo>
                    <a:lnTo>
                      <a:pt x="108" y="1152"/>
                    </a:lnTo>
                    <a:lnTo>
                      <a:pt x="108" y="1158"/>
                    </a:lnTo>
                    <a:lnTo>
                      <a:pt x="102" y="1176"/>
                    </a:lnTo>
                    <a:lnTo>
                      <a:pt x="78" y="1182"/>
                    </a:lnTo>
                    <a:lnTo>
                      <a:pt x="78" y="1188"/>
                    </a:lnTo>
                    <a:lnTo>
                      <a:pt x="84" y="1194"/>
                    </a:lnTo>
                    <a:lnTo>
                      <a:pt x="84" y="1206"/>
                    </a:lnTo>
                    <a:lnTo>
                      <a:pt x="90" y="1224"/>
                    </a:lnTo>
                    <a:lnTo>
                      <a:pt x="96" y="1236"/>
                    </a:lnTo>
                    <a:lnTo>
                      <a:pt x="96" y="1284"/>
                    </a:lnTo>
                    <a:lnTo>
                      <a:pt x="126" y="1308"/>
                    </a:lnTo>
                    <a:lnTo>
                      <a:pt x="126" y="1326"/>
                    </a:lnTo>
                    <a:lnTo>
                      <a:pt x="132" y="1326"/>
                    </a:lnTo>
                    <a:lnTo>
                      <a:pt x="150" y="1344"/>
                    </a:lnTo>
                    <a:lnTo>
                      <a:pt x="150" y="1350"/>
                    </a:lnTo>
                    <a:lnTo>
                      <a:pt x="144" y="1362"/>
                    </a:lnTo>
                    <a:lnTo>
                      <a:pt x="132" y="1368"/>
                    </a:lnTo>
                    <a:lnTo>
                      <a:pt x="126" y="1374"/>
                    </a:lnTo>
                    <a:lnTo>
                      <a:pt x="120" y="1374"/>
                    </a:lnTo>
                    <a:lnTo>
                      <a:pt x="132" y="1416"/>
                    </a:lnTo>
                    <a:lnTo>
                      <a:pt x="114" y="1428"/>
                    </a:lnTo>
                    <a:lnTo>
                      <a:pt x="132" y="1446"/>
                    </a:lnTo>
                    <a:lnTo>
                      <a:pt x="132" y="1452"/>
                    </a:lnTo>
                    <a:lnTo>
                      <a:pt x="126" y="1464"/>
                    </a:lnTo>
                    <a:lnTo>
                      <a:pt x="126" y="1470"/>
                    </a:lnTo>
                    <a:lnTo>
                      <a:pt x="144" y="1482"/>
                    </a:lnTo>
                    <a:lnTo>
                      <a:pt x="144" y="1494"/>
                    </a:lnTo>
                    <a:lnTo>
                      <a:pt x="138" y="1500"/>
                    </a:lnTo>
                    <a:lnTo>
                      <a:pt x="138" y="1530"/>
                    </a:lnTo>
                    <a:lnTo>
                      <a:pt x="144" y="1536"/>
                    </a:lnTo>
                    <a:lnTo>
                      <a:pt x="150" y="1548"/>
                    </a:lnTo>
                    <a:lnTo>
                      <a:pt x="150" y="1572"/>
                    </a:lnTo>
                    <a:lnTo>
                      <a:pt x="156" y="1584"/>
                    </a:lnTo>
                    <a:lnTo>
                      <a:pt x="174" y="1602"/>
                    </a:lnTo>
                    <a:lnTo>
                      <a:pt x="186" y="1608"/>
                    </a:lnTo>
                    <a:lnTo>
                      <a:pt x="198" y="1620"/>
                    </a:lnTo>
                    <a:lnTo>
                      <a:pt x="192" y="1620"/>
                    </a:lnTo>
                    <a:lnTo>
                      <a:pt x="180" y="1626"/>
                    </a:lnTo>
                    <a:lnTo>
                      <a:pt x="174" y="1632"/>
                    </a:lnTo>
                    <a:lnTo>
                      <a:pt x="174" y="1644"/>
                    </a:lnTo>
                    <a:lnTo>
                      <a:pt x="180" y="1656"/>
                    </a:lnTo>
                    <a:lnTo>
                      <a:pt x="180" y="1674"/>
                    </a:lnTo>
                    <a:lnTo>
                      <a:pt x="186" y="1686"/>
                    </a:lnTo>
                    <a:lnTo>
                      <a:pt x="186" y="1698"/>
                    </a:lnTo>
                    <a:lnTo>
                      <a:pt x="192" y="1704"/>
                    </a:lnTo>
                    <a:lnTo>
                      <a:pt x="216" y="1716"/>
                    </a:lnTo>
                    <a:lnTo>
                      <a:pt x="210" y="1746"/>
                    </a:lnTo>
                    <a:lnTo>
                      <a:pt x="216" y="1746"/>
                    </a:lnTo>
                    <a:lnTo>
                      <a:pt x="228" y="1752"/>
                    </a:lnTo>
                    <a:lnTo>
                      <a:pt x="234" y="1758"/>
                    </a:lnTo>
                    <a:lnTo>
                      <a:pt x="234" y="1764"/>
                    </a:lnTo>
                    <a:lnTo>
                      <a:pt x="240" y="1776"/>
                    </a:lnTo>
                    <a:lnTo>
                      <a:pt x="240" y="1806"/>
                    </a:lnTo>
                    <a:lnTo>
                      <a:pt x="252" y="1818"/>
                    </a:lnTo>
                    <a:lnTo>
                      <a:pt x="282" y="1818"/>
                    </a:lnTo>
                    <a:lnTo>
                      <a:pt x="294" y="1824"/>
                    </a:lnTo>
                    <a:lnTo>
                      <a:pt x="294" y="1830"/>
                    </a:lnTo>
                    <a:lnTo>
                      <a:pt x="288" y="1836"/>
                    </a:lnTo>
                    <a:lnTo>
                      <a:pt x="276" y="1836"/>
                    </a:lnTo>
                    <a:lnTo>
                      <a:pt x="264" y="1842"/>
                    </a:lnTo>
                    <a:lnTo>
                      <a:pt x="246" y="1842"/>
                    </a:lnTo>
                    <a:lnTo>
                      <a:pt x="252" y="1848"/>
                    </a:lnTo>
                    <a:lnTo>
                      <a:pt x="258" y="1848"/>
                    </a:lnTo>
                    <a:lnTo>
                      <a:pt x="270" y="1854"/>
                    </a:lnTo>
                    <a:lnTo>
                      <a:pt x="276" y="1860"/>
                    </a:lnTo>
                    <a:lnTo>
                      <a:pt x="288" y="1860"/>
                    </a:lnTo>
                    <a:lnTo>
                      <a:pt x="312" y="1884"/>
                    </a:lnTo>
                    <a:lnTo>
                      <a:pt x="306" y="1890"/>
                    </a:lnTo>
                    <a:lnTo>
                      <a:pt x="300" y="1902"/>
                    </a:lnTo>
                    <a:lnTo>
                      <a:pt x="288" y="1914"/>
                    </a:lnTo>
                    <a:lnTo>
                      <a:pt x="312" y="1932"/>
                    </a:lnTo>
                    <a:lnTo>
                      <a:pt x="306" y="1956"/>
                    </a:lnTo>
                    <a:lnTo>
                      <a:pt x="330" y="1980"/>
                    </a:lnTo>
                    <a:lnTo>
                      <a:pt x="324" y="2016"/>
                    </a:lnTo>
                    <a:lnTo>
                      <a:pt x="336" y="2040"/>
                    </a:lnTo>
                    <a:lnTo>
                      <a:pt x="324" y="2046"/>
                    </a:lnTo>
                    <a:lnTo>
                      <a:pt x="318" y="2088"/>
                    </a:lnTo>
                    <a:lnTo>
                      <a:pt x="324" y="2088"/>
                    </a:lnTo>
                    <a:lnTo>
                      <a:pt x="348" y="2112"/>
                    </a:lnTo>
                    <a:lnTo>
                      <a:pt x="348" y="2118"/>
                    </a:lnTo>
                    <a:lnTo>
                      <a:pt x="342" y="2118"/>
                    </a:lnTo>
                    <a:lnTo>
                      <a:pt x="330" y="2124"/>
                    </a:lnTo>
                    <a:lnTo>
                      <a:pt x="324" y="2130"/>
                    </a:lnTo>
                    <a:lnTo>
                      <a:pt x="348" y="2154"/>
                    </a:lnTo>
                    <a:lnTo>
                      <a:pt x="348" y="2160"/>
                    </a:lnTo>
                    <a:lnTo>
                      <a:pt x="342" y="2166"/>
                    </a:lnTo>
                    <a:lnTo>
                      <a:pt x="336" y="2166"/>
                    </a:lnTo>
                    <a:lnTo>
                      <a:pt x="330" y="2172"/>
                    </a:lnTo>
                    <a:lnTo>
                      <a:pt x="324" y="2172"/>
                    </a:lnTo>
                    <a:lnTo>
                      <a:pt x="324" y="2196"/>
                    </a:lnTo>
                    <a:lnTo>
                      <a:pt x="312" y="2202"/>
                    </a:lnTo>
                    <a:lnTo>
                      <a:pt x="312" y="2214"/>
                    </a:lnTo>
                    <a:lnTo>
                      <a:pt x="318" y="2226"/>
                    </a:lnTo>
                    <a:lnTo>
                      <a:pt x="324" y="2232"/>
                    </a:lnTo>
                    <a:lnTo>
                      <a:pt x="324" y="2268"/>
                    </a:lnTo>
                    <a:lnTo>
                      <a:pt x="354" y="2274"/>
                    </a:lnTo>
                    <a:lnTo>
                      <a:pt x="354" y="2280"/>
                    </a:lnTo>
                    <a:lnTo>
                      <a:pt x="360" y="2286"/>
                    </a:lnTo>
                    <a:lnTo>
                      <a:pt x="360" y="2298"/>
                    </a:lnTo>
                    <a:lnTo>
                      <a:pt x="366" y="2304"/>
                    </a:lnTo>
                    <a:lnTo>
                      <a:pt x="378" y="2310"/>
                    </a:lnTo>
                    <a:lnTo>
                      <a:pt x="384" y="2310"/>
                    </a:lnTo>
                    <a:lnTo>
                      <a:pt x="396" y="2298"/>
                    </a:lnTo>
                    <a:lnTo>
                      <a:pt x="414" y="2298"/>
                    </a:lnTo>
                    <a:lnTo>
                      <a:pt x="426" y="2304"/>
                    </a:lnTo>
                    <a:lnTo>
                      <a:pt x="438" y="2316"/>
                    </a:lnTo>
                    <a:lnTo>
                      <a:pt x="438" y="2340"/>
                    </a:lnTo>
                    <a:lnTo>
                      <a:pt x="456" y="2364"/>
                    </a:lnTo>
                    <a:lnTo>
                      <a:pt x="468" y="2382"/>
                    </a:lnTo>
                    <a:lnTo>
                      <a:pt x="504" y="2400"/>
                    </a:lnTo>
                    <a:lnTo>
                      <a:pt x="522" y="2418"/>
                    </a:lnTo>
                    <a:lnTo>
                      <a:pt x="534" y="2418"/>
                    </a:lnTo>
                    <a:lnTo>
                      <a:pt x="546" y="2412"/>
                    </a:lnTo>
                    <a:lnTo>
                      <a:pt x="642" y="2412"/>
                    </a:lnTo>
                    <a:lnTo>
                      <a:pt x="666" y="2430"/>
                    </a:lnTo>
                    <a:lnTo>
                      <a:pt x="660" y="2442"/>
                    </a:lnTo>
                    <a:lnTo>
                      <a:pt x="666" y="2424"/>
                    </a:lnTo>
                    <a:lnTo>
                      <a:pt x="672" y="2418"/>
                    </a:lnTo>
                    <a:lnTo>
                      <a:pt x="684" y="2418"/>
                    </a:lnTo>
                    <a:lnTo>
                      <a:pt x="690" y="2424"/>
                    </a:lnTo>
                    <a:lnTo>
                      <a:pt x="702" y="2424"/>
                    </a:lnTo>
                    <a:lnTo>
                      <a:pt x="714" y="2430"/>
                    </a:lnTo>
                    <a:lnTo>
                      <a:pt x="720" y="2436"/>
                    </a:lnTo>
                    <a:lnTo>
                      <a:pt x="678" y="2382"/>
                    </a:lnTo>
                    <a:lnTo>
                      <a:pt x="660" y="2382"/>
                    </a:lnTo>
                    <a:lnTo>
                      <a:pt x="666" y="2370"/>
                    </a:lnTo>
                    <a:lnTo>
                      <a:pt x="630" y="2340"/>
                    </a:lnTo>
                    <a:lnTo>
                      <a:pt x="630" y="2310"/>
                    </a:lnTo>
                    <a:lnTo>
                      <a:pt x="618" y="2298"/>
                    </a:lnTo>
                    <a:lnTo>
                      <a:pt x="624" y="2286"/>
                    </a:lnTo>
                    <a:lnTo>
                      <a:pt x="630" y="2286"/>
                    </a:lnTo>
                    <a:lnTo>
                      <a:pt x="642" y="2274"/>
                    </a:lnTo>
                    <a:lnTo>
                      <a:pt x="642" y="2268"/>
                    </a:lnTo>
                    <a:lnTo>
                      <a:pt x="636" y="2268"/>
                    </a:lnTo>
                    <a:lnTo>
                      <a:pt x="624" y="2262"/>
                    </a:lnTo>
                    <a:lnTo>
                      <a:pt x="606" y="2262"/>
                    </a:lnTo>
                    <a:lnTo>
                      <a:pt x="618" y="2250"/>
                    </a:lnTo>
                    <a:lnTo>
                      <a:pt x="618" y="2232"/>
                    </a:lnTo>
                    <a:lnTo>
                      <a:pt x="636" y="2256"/>
                    </a:lnTo>
                    <a:lnTo>
                      <a:pt x="648" y="2262"/>
                    </a:lnTo>
                    <a:lnTo>
                      <a:pt x="666" y="2262"/>
                    </a:lnTo>
                    <a:lnTo>
                      <a:pt x="672" y="2256"/>
                    </a:lnTo>
                    <a:lnTo>
                      <a:pt x="678" y="2244"/>
                    </a:lnTo>
                    <a:lnTo>
                      <a:pt x="678" y="2226"/>
                    </a:lnTo>
                    <a:lnTo>
                      <a:pt x="672" y="2208"/>
                    </a:lnTo>
                    <a:lnTo>
                      <a:pt x="666" y="2196"/>
                    </a:lnTo>
                    <a:lnTo>
                      <a:pt x="666" y="2178"/>
                    </a:lnTo>
                    <a:lnTo>
                      <a:pt x="678" y="2154"/>
                    </a:lnTo>
                    <a:lnTo>
                      <a:pt x="690" y="2142"/>
                    </a:lnTo>
                    <a:lnTo>
                      <a:pt x="708" y="2130"/>
                    </a:lnTo>
                    <a:lnTo>
                      <a:pt x="738" y="2100"/>
                    </a:lnTo>
                    <a:lnTo>
                      <a:pt x="726" y="2088"/>
                    </a:lnTo>
                    <a:lnTo>
                      <a:pt x="702" y="2088"/>
                    </a:lnTo>
                    <a:lnTo>
                      <a:pt x="726" y="2082"/>
                    </a:lnTo>
                    <a:lnTo>
                      <a:pt x="726" y="2064"/>
                    </a:lnTo>
                    <a:lnTo>
                      <a:pt x="714" y="2040"/>
                    </a:lnTo>
                    <a:lnTo>
                      <a:pt x="708" y="2034"/>
                    </a:lnTo>
                    <a:lnTo>
                      <a:pt x="696" y="2028"/>
                    </a:lnTo>
                    <a:lnTo>
                      <a:pt x="690" y="2028"/>
                    </a:lnTo>
                    <a:lnTo>
                      <a:pt x="684" y="2034"/>
                    </a:lnTo>
                    <a:lnTo>
                      <a:pt x="672" y="2016"/>
                    </a:lnTo>
                    <a:lnTo>
                      <a:pt x="642" y="2016"/>
                    </a:lnTo>
                    <a:lnTo>
                      <a:pt x="636" y="2010"/>
                    </a:lnTo>
                    <a:lnTo>
                      <a:pt x="624" y="2004"/>
                    </a:lnTo>
                    <a:lnTo>
                      <a:pt x="606" y="1992"/>
                    </a:lnTo>
                    <a:lnTo>
                      <a:pt x="582" y="1968"/>
                    </a:lnTo>
                    <a:lnTo>
                      <a:pt x="570" y="1950"/>
                    </a:lnTo>
                    <a:lnTo>
                      <a:pt x="564" y="1938"/>
                    </a:lnTo>
                    <a:lnTo>
                      <a:pt x="564" y="1926"/>
                    </a:lnTo>
                    <a:lnTo>
                      <a:pt x="570" y="1914"/>
                    </a:lnTo>
                    <a:lnTo>
                      <a:pt x="570" y="1908"/>
                    </a:lnTo>
                    <a:lnTo>
                      <a:pt x="576" y="1908"/>
                    </a:lnTo>
                    <a:lnTo>
                      <a:pt x="582" y="1902"/>
                    </a:lnTo>
                    <a:lnTo>
                      <a:pt x="594" y="1878"/>
                    </a:lnTo>
                    <a:lnTo>
                      <a:pt x="606" y="1878"/>
                    </a:lnTo>
                    <a:lnTo>
                      <a:pt x="612" y="1860"/>
                    </a:lnTo>
                    <a:lnTo>
                      <a:pt x="666" y="1860"/>
                    </a:lnTo>
                    <a:lnTo>
                      <a:pt x="654" y="1848"/>
                    </a:lnTo>
                    <a:lnTo>
                      <a:pt x="654" y="1824"/>
                    </a:lnTo>
                    <a:lnTo>
                      <a:pt x="666" y="1824"/>
                    </a:lnTo>
                    <a:lnTo>
                      <a:pt x="666" y="1794"/>
                    </a:lnTo>
                    <a:lnTo>
                      <a:pt x="660" y="1788"/>
                    </a:lnTo>
                    <a:lnTo>
                      <a:pt x="654" y="1776"/>
                    </a:lnTo>
                    <a:lnTo>
                      <a:pt x="642" y="1764"/>
                    </a:lnTo>
                    <a:lnTo>
                      <a:pt x="642" y="1746"/>
                    </a:lnTo>
                    <a:lnTo>
                      <a:pt x="648" y="1728"/>
                    </a:lnTo>
                    <a:lnTo>
                      <a:pt x="654" y="1716"/>
                    </a:lnTo>
                    <a:lnTo>
                      <a:pt x="666" y="1710"/>
                    </a:lnTo>
                    <a:lnTo>
                      <a:pt x="672" y="1704"/>
                    </a:lnTo>
                    <a:lnTo>
                      <a:pt x="684" y="1704"/>
                    </a:lnTo>
                    <a:lnTo>
                      <a:pt x="684" y="1692"/>
                    </a:lnTo>
                    <a:lnTo>
                      <a:pt x="660" y="1692"/>
                    </a:lnTo>
                    <a:lnTo>
                      <a:pt x="648" y="1686"/>
                    </a:lnTo>
                    <a:lnTo>
                      <a:pt x="642" y="1680"/>
                    </a:lnTo>
                    <a:lnTo>
                      <a:pt x="642" y="1674"/>
                    </a:lnTo>
                    <a:lnTo>
                      <a:pt x="654" y="1668"/>
                    </a:lnTo>
                    <a:lnTo>
                      <a:pt x="666" y="1668"/>
                    </a:lnTo>
                    <a:lnTo>
                      <a:pt x="702" y="1686"/>
                    </a:lnTo>
                    <a:lnTo>
                      <a:pt x="708" y="1692"/>
                    </a:lnTo>
                    <a:lnTo>
                      <a:pt x="714" y="1692"/>
                    </a:lnTo>
                    <a:lnTo>
                      <a:pt x="720" y="1686"/>
                    </a:lnTo>
                    <a:lnTo>
                      <a:pt x="732" y="1680"/>
                    </a:lnTo>
                    <a:lnTo>
                      <a:pt x="732" y="1656"/>
                    </a:lnTo>
                    <a:lnTo>
                      <a:pt x="726" y="1644"/>
                    </a:lnTo>
                    <a:lnTo>
                      <a:pt x="708" y="1626"/>
                    </a:lnTo>
                    <a:lnTo>
                      <a:pt x="696" y="1626"/>
                    </a:lnTo>
                    <a:lnTo>
                      <a:pt x="690" y="1632"/>
                    </a:lnTo>
                    <a:lnTo>
                      <a:pt x="690" y="1650"/>
                    </a:lnTo>
                    <a:lnTo>
                      <a:pt x="684" y="1656"/>
                    </a:lnTo>
                    <a:lnTo>
                      <a:pt x="666" y="1656"/>
                    </a:lnTo>
                    <a:lnTo>
                      <a:pt x="654" y="1650"/>
                    </a:lnTo>
                    <a:lnTo>
                      <a:pt x="648" y="1644"/>
                    </a:lnTo>
                    <a:lnTo>
                      <a:pt x="648" y="1638"/>
                    </a:lnTo>
                    <a:lnTo>
                      <a:pt x="612" y="1638"/>
                    </a:lnTo>
                    <a:lnTo>
                      <a:pt x="606" y="1632"/>
                    </a:lnTo>
                    <a:lnTo>
                      <a:pt x="606" y="1572"/>
                    </a:lnTo>
                    <a:lnTo>
                      <a:pt x="600" y="1566"/>
                    </a:lnTo>
                    <a:lnTo>
                      <a:pt x="594" y="1554"/>
                    </a:lnTo>
                    <a:lnTo>
                      <a:pt x="588" y="1536"/>
                    </a:lnTo>
                    <a:lnTo>
                      <a:pt x="588" y="1524"/>
                    </a:lnTo>
                    <a:lnTo>
                      <a:pt x="594" y="1518"/>
                    </a:lnTo>
                    <a:lnTo>
                      <a:pt x="600" y="1518"/>
                    </a:lnTo>
                    <a:lnTo>
                      <a:pt x="606" y="1524"/>
                    </a:lnTo>
                    <a:lnTo>
                      <a:pt x="618" y="1524"/>
                    </a:lnTo>
                    <a:lnTo>
                      <a:pt x="624" y="1530"/>
                    </a:lnTo>
                    <a:lnTo>
                      <a:pt x="636" y="1536"/>
                    </a:lnTo>
                    <a:lnTo>
                      <a:pt x="672" y="1548"/>
                    </a:lnTo>
                    <a:lnTo>
                      <a:pt x="690" y="1560"/>
                    </a:lnTo>
                    <a:lnTo>
                      <a:pt x="708" y="1560"/>
                    </a:lnTo>
                    <a:lnTo>
                      <a:pt x="726" y="1554"/>
                    </a:lnTo>
                    <a:lnTo>
                      <a:pt x="738" y="1542"/>
                    </a:lnTo>
                    <a:lnTo>
                      <a:pt x="750" y="1536"/>
                    </a:lnTo>
                    <a:lnTo>
                      <a:pt x="768" y="1530"/>
                    </a:lnTo>
                    <a:lnTo>
                      <a:pt x="774" y="1524"/>
                    </a:lnTo>
                    <a:lnTo>
                      <a:pt x="774" y="1512"/>
                    </a:lnTo>
                    <a:lnTo>
                      <a:pt x="762" y="1506"/>
                    </a:lnTo>
                    <a:lnTo>
                      <a:pt x="750" y="1494"/>
                    </a:lnTo>
                    <a:lnTo>
                      <a:pt x="738" y="1488"/>
                    </a:lnTo>
                    <a:lnTo>
                      <a:pt x="738" y="1464"/>
                    </a:lnTo>
                    <a:lnTo>
                      <a:pt x="744" y="1452"/>
                    </a:lnTo>
                    <a:lnTo>
                      <a:pt x="750" y="1446"/>
                    </a:lnTo>
                    <a:lnTo>
                      <a:pt x="750" y="1434"/>
                    </a:lnTo>
                    <a:lnTo>
                      <a:pt x="756" y="1422"/>
                    </a:lnTo>
                    <a:lnTo>
                      <a:pt x="744" y="1410"/>
                    </a:lnTo>
                    <a:lnTo>
                      <a:pt x="726" y="1410"/>
                    </a:lnTo>
                    <a:lnTo>
                      <a:pt x="720" y="1386"/>
                    </a:lnTo>
                    <a:lnTo>
                      <a:pt x="714" y="1380"/>
                    </a:lnTo>
                    <a:lnTo>
                      <a:pt x="714" y="1368"/>
                    </a:lnTo>
                    <a:lnTo>
                      <a:pt x="720" y="1362"/>
                    </a:lnTo>
                    <a:lnTo>
                      <a:pt x="726" y="1362"/>
                    </a:lnTo>
                    <a:lnTo>
                      <a:pt x="732" y="1374"/>
                    </a:lnTo>
                    <a:lnTo>
                      <a:pt x="738" y="1380"/>
                    </a:lnTo>
                    <a:lnTo>
                      <a:pt x="738" y="1386"/>
                    </a:lnTo>
                    <a:lnTo>
                      <a:pt x="744" y="1398"/>
                    </a:lnTo>
                    <a:lnTo>
                      <a:pt x="756" y="1398"/>
                    </a:lnTo>
                    <a:lnTo>
                      <a:pt x="750" y="1380"/>
                    </a:lnTo>
                    <a:lnTo>
                      <a:pt x="828" y="1386"/>
                    </a:lnTo>
                    <a:lnTo>
                      <a:pt x="834" y="1380"/>
                    </a:lnTo>
                    <a:lnTo>
                      <a:pt x="840" y="1380"/>
                    </a:lnTo>
                    <a:lnTo>
                      <a:pt x="846" y="1374"/>
                    </a:lnTo>
                    <a:lnTo>
                      <a:pt x="864" y="1368"/>
                    </a:lnTo>
                    <a:lnTo>
                      <a:pt x="894" y="1362"/>
                    </a:lnTo>
                    <a:lnTo>
                      <a:pt x="930" y="1350"/>
                    </a:lnTo>
                    <a:lnTo>
                      <a:pt x="972" y="1338"/>
                    </a:lnTo>
                    <a:lnTo>
                      <a:pt x="1002" y="1326"/>
                    </a:lnTo>
                    <a:lnTo>
                      <a:pt x="1014" y="1320"/>
                    </a:lnTo>
                    <a:lnTo>
                      <a:pt x="1014" y="1284"/>
                    </a:lnTo>
                    <a:lnTo>
                      <a:pt x="1032" y="1272"/>
                    </a:lnTo>
                    <a:lnTo>
                      <a:pt x="1044" y="1218"/>
                    </a:lnTo>
                    <a:lnTo>
                      <a:pt x="1038" y="1194"/>
                    </a:lnTo>
                    <a:lnTo>
                      <a:pt x="1038" y="1170"/>
                    </a:lnTo>
                    <a:lnTo>
                      <a:pt x="1032" y="1170"/>
                    </a:lnTo>
                    <a:lnTo>
                      <a:pt x="1026" y="1164"/>
                    </a:lnTo>
                    <a:lnTo>
                      <a:pt x="1002" y="1152"/>
                    </a:lnTo>
                    <a:lnTo>
                      <a:pt x="990" y="1152"/>
                    </a:lnTo>
                    <a:lnTo>
                      <a:pt x="984" y="1146"/>
                    </a:lnTo>
                    <a:lnTo>
                      <a:pt x="978" y="1146"/>
                    </a:lnTo>
                    <a:lnTo>
                      <a:pt x="972" y="1140"/>
                    </a:lnTo>
                    <a:lnTo>
                      <a:pt x="990" y="1122"/>
                    </a:lnTo>
                    <a:lnTo>
                      <a:pt x="990" y="1092"/>
                    </a:lnTo>
                    <a:lnTo>
                      <a:pt x="984" y="1080"/>
                    </a:lnTo>
                    <a:lnTo>
                      <a:pt x="978" y="1074"/>
                    </a:lnTo>
                    <a:lnTo>
                      <a:pt x="954" y="1062"/>
                    </a:lnTo>
                    <a:lnTo>
                      <a:pt x="918" y="1050"/>
                    </a:lnTo>
                    <a:lnTo>
                      <a:pt x="906" y="1044"/>
                    </a:lnTo>
                    <a:lnTo>
                      <a:pt x="888" y="1032"/>
                    </a:lnTo>
                    <a:lnTo>
                      <a:pt x="876" y="1020"/>
                    </a:lnTo>
                    <a:lnTo>
                      <a:pt x="876" y="1002"/>
                    </a:lnTo>
                    <a:lnTo>
                      <a:pt x="882" y="990"/>
                    </a:lnTo>
                    <a:lnTo>
                      <a:pt x="888" y="990"/>
                    </a:lnTo>
                    <a:lnTo>
                      <a:pt x="888" y="984"/>
                    </a:lnTo>
                    <a:lnTo>
                      <a:pt x="858" y="948"/>
                    </a:lnTo>
                    <a:lnTo>
                      <a:pt x="858" y="900"/>
                    </a:lnTo>
                    <a:lnTo>
                      <a:pt x="882" y="900"/>
                    </a:lnTo>
                    <a:lnTo>
                      <a:pt x="888" y="894"/>
                    </a:lnTo>
                    <a:lnTo>
                      <a:pt x="894" y="894"/>
                    </a:lnTo>
                    <a:lnTo>
                      <a:pt x="894" y="888"/>
                    </a:lnTo>
                    <a:lnTo>
                      <a:pt x="888" y="876"/>
                    </a:lnTo>
                    <a:lnTo>
                      <a:pt x="876" y="870"/>
                    </a:lnTo>
                    <a:lnTo>
                      <a:pt x="870" y="858"/>
                    </a:lnTo>
                    <a:lnTo>
                      <a:pt x="864" y="852"/>
                    </a:lnTo>
                    <a:lnTo>
                      <a:pt x="876" y="834"/>
                    </a:lnTo>
                    <a:lnTo>
                      <a:pt x="864" y="822"/>
                    </a:lnTo>
                    <a:lnTo>
                      <a:pt x="858" y="810"/>
                    </a:lnTo>
                    <a:lnTo>
                      <a:pt x="852" y="804"/>
                    </a:lnTo>
                    <a:lnTo>
                      <a:pt x="864" y="792"/>
                    </a:lnTo>
                    <a:lnTo>
                      <a:pt x="882" y="792"/>
                    </a:lnTo>
                    <a:lnTo>
                      <a:pt x="858" y="774"/>
                    </a:lnTo>
                    <a:lnTo>
                      <a:pt x="858" y="738"/>
                    </a:lnTo>
                    <a:lnTo>
                      <a:pt x="882" y="726"/>
                    </a:lnTo>
                    <a:lnTo>
                      <a:pt x="876" y="726"/>
                    </a:lnTo>
                    <a:lnTo>
                      <a:pt x="852" y="702"/>
                    </a:lnTo>
                    <a:lnTo>
                      <a:pt x="852" y="696"/>
                    </a:lnTo>
                    <a:lnTo>
                      <a:pt x="870" y="678"/>
                    </a:lnTo>
                    <a:lnTo>
                      <a:pt x="870" y="666"/>
                    </a:lnTo>
                    <a:lnTo>
                      <a:pt x="876" y="654"/>
                    </a:lnTo>
                    <a:lnTo>
                      <a:pt x="876" y="642"/>
                    </a:lnTo>
                    <a:lnTo>
                      <a:pt x="882" y="636"/>
                    </a:lnTo>
                    <a:lnTo>
                      <a:pt x="900" y="636"/>
                    </a:lnTo>
                    <a:lnTo>
                      <a:pt x="906" y="630"/>
                    </a:lnTo>
                    <a:lnTo>
                      <a:pt x="912" y="618"/>
                    </a:lnTo>
                    <a:lnTo>
                      <a:pt x="918" y="612"/>
                    </a:lnTo>
                    <a:lnTo>
                      <a:pt x="918" y="588"/>
                    </a:lnTo>
                    <a:lnTo>
                      <a:pt x="930" y="588"/>
                    </a:lnTo>
                    <a:lnTo>
                      <a:pt x="948" y="570"/>
                    </a:lnTo>
                    <a:lnTo>
                      <a:pt x="948" y="558"/>
                    </a:lnTo>
                    <a:lnTo>
                      <a:pt x="954" y="546"/>
                    </a:lnTo>
                    <a:lnTo>
                      <a:pt x="954" y="534"/>
                    </a:lnTo>
                    <a:close/>
                    <a:moveTo>
                      <a:pt x="930" y="1020"/>
                    </a:moveTo>
                    <a:lnTo>
                      <a:pt x="942" y="1020"/>
                    </a:lnTo>
                    <a:lnTo>
                      <a:pt x="930" y="1014"/>
                    </a:lnTo>
                    <a:lnTo>
                      <a:pt x="930" y="10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177" name="Africa">
              <a:extLst>
                <a:ext uri="{FF2B5EF4-FFF2-40B4-BE49-F238E27FC236}">
                  <a16:creationId xmlns:a16="http://schemas.microsoft.com/office/drawing/2014/main" id="{6281603D-9A1A-EC4D-8E27-E27DD9CF8868}"/>
                </a:ext>
              </a:extLst>
            </p:cNvPr>
            <p:cNvGrpSpPr/>
            <p:nvPr/>
          </p:nvGrpSpPr>
          <p:grpSpPr>
            <a:xfrm>
              <a:off x="5226515" y="2877745"/>
              <a:ext cx="2024963" cy="2444092"/>
              <a:chOff x="5226515" y="2877745"/>
              <a:chExt cx="2024963" cy="2444092"/>
            </a:xfrm>
          </p:grpSpPr>
          <p:sp>
            <p:nvSpPr>
              <p:cNvPr id="271" name="Zimbabwe" descr="© INSCALE GmbH, 05.05.2010&#10;http://www.presentationload.com/">
                <a:extLst>
                  <a:ext uri="{FF2B5EF4-FFF2-40B4-BE49-F238E27FC236}">
                    <a16:creationId xmlns:a16="http://schemas.microsoft.com/office/drawing/2014/main" id="{ED0B8D93-F834-B64B-A74C-706C413DD07E}"/>
                  </a:ext>
                </a:extLst>
              </p:cNvPr>
              <p:cNvSpPr>
                <a:spLocks/>
              </p:cNvSpPr>
              <p:nvPr/>
            </p:nvSpPr>
            <p:spPr bwMode="gray">
              <a:xfrm>
                <a:off x="6472393" y="4670960"/>
                <a:ext cx="231754" cy="231754"/>
              </a:xfrm>
              <a:custGeom>
                <a:avLst/>
                <a:gdLst>
                  <a:gd name="T0" fmla="*/ 2147483647 w 552"/>
                  <a:gd name="T1" fmla="*/ 2147483647 h 552"/>
                  <a:gd name="T2" fmla="*/ 2147483647 w 552"/>
                  <a:gd name="T3" fmla="*/ 2147483647 h 552"/>
                  <a:gd name="T4" fmla="*/ 2147483647 w 552"/>
                  <a:gd name="T5" fmla="*/ 2147483647 h 552"/>
                  <a:gd name="T6" fmla="*/ 2147483647 w 552"/>
                  <a:gd name="T7" fmla="*/ 2147483647 h 552"/>
                  <a:gd name="T8" fmla="*/ 2147483647 w 552"/>
                  <a:gd name="T9" fmla="*/ 2147483647 h 552"/>
                  <a:gd name="T10" fmla="*/ 2147483647 w 552"/>
                  <a:gd name="T11" fmla="*/ 2147483647 h 552"/>
                  <a:gd name="T12" fmla="*/ 2147483647 w 552"/>
                  <a:gd name="T13" fmla="*/ 2147483647 h 552"/>
                  <a:gd name="T14" fmla="*/ 2147483647 w 552"/>
                  <a:gd name="T15" fmla="*/ 2147483647 h 552"/>
                  <a:gd name="T16" fmla="*/ 2147483647 w 552"/>
                  <a:gd name="T17" fmla="*/ 2147483647 h 552"/>
                  <a:gd name="T18" fmla="*/ 2147483647 w 552"/>
                  <a:gd name="T19" fmla="*/ 2147483647 h 552"/>
                  <a:gd name="T20" fmla="*/ 2147483647 w 552"/>
                  <a:gd name="T21" fmla="*/ 2147483647 h 552"/>
                  <a:gd name="T22" fmla="*/ 2147483647 w 552"/>
                  <a:gd name="T23" fmla="*/ 2147483647 h 552"/>
                  <a:gd name="T24" fmla="*/ 2147483647 w 552"/>
                  <a:gd name="T25" fmla="*/ 2147483647 h 552"/>
                  <a:gd name="T26" fmla="*/ 2147483647 w 552"/>
                  <a:gd name="T27" fmla="*/ 2147483647 h 552"/>
                  <a:gd name="T28" fmla="*/ 2147483647 w 552"/>
                  <a:gd name="T29" fmla="*/ 2147483647 h 552"/>
                  <a:gd name="T30" fmla="*/ 2147483647 w 552"/>
                  <a:gd name="T31" fmla="*/ 2147483647 h 552"/>
                  <a:gd name="T32" fmla="*/ 2147483647 w 552"/>
                  <a:gd name="T33" fmla="*/ 2147483647 h 552"/>
                  <a:gd name="T34" fmla="*/ 2147483647 w 552"/>
                  <a:gd name="T35" fmla="*/ 2147483647 h 552"/>
                  <a:gd name="T36" fmla="*/ 2147483647 w 552"/>
                  <a:gd name="T37" fmla="*/ 2147483647 h 552"/>
                  <a:gd name="T38" fmla="*/ 2147483647 w 552"/>
                  <a:gd name="T39" fmla="*/ 2147483647 h 552"/>
                  <a:gd name="T40" fmla="*/ 2147483647 w 552"/>
                  <a:gd name="T41" fmla="*/ 2147483647 h 552"/>
                  <a:gd name="T42" fmla="*/ 2147483647 w 552"/>
                  <a:gd name="T43" fmla="*/ 2147483647 h 552"/>
                  <a:gd name="T44" fmla="*/ 2147483647 w 552"/>
                  <a:gd name="T45" fmla="*/ 2147483647 h 552"/>
                  <a:gd name="T46" fmla="*/ 2147483647 w 552"/>
                  <a:gd name="T47" fmla="*/ 2147483647 h 552"/>
                  <a:gd name="T48" fmla="*/ 2147483647 w 552"/>
                  <a:gd name="T49" fmla="*/ 2147483647 h 552"/>
                  <a:gd name="T50" fmla="*/ 2147483647 w 552"/>
                  <a:gd name="T51" fmla="*/ 2147483647 h 552"/>
                  <a:gd name="T52" fmla="*/ 2147483647 w 552"/>
                  <a:gd name="T53" fmla="*/ 2147483647 h 552"/>
                  <a:gd name="T54" fmla="*/ 2147483647 w 552"/>
                  <a:gd name="T55" fmla="*/ 2147483647 h 552"/>
                  <a:gd name="T56" fmla="*/ 2147483647 w 552"/>
                  <a:gd name="T57" fmla="*/ 2147483647 h 552"/>
                  <a:gd name="T58" fmla="*/ 2147483647 w 552"/>
                  <a:gd name="T59" fmla="*/ 2147483647 h 552"/>
                  <a:gd name="T60" fmla="*/ 2147483647 w 552"/>
                  <a:gd name="T61" fmla="*/ 2147483647 h 552"/>
                  <a:gd name="T62" fmla="*/ 2147483647 w 552"/>
                  <a:gd name="T63" fmla="*/ 2147483647 h 552"/>
                  <a:gd name="T64" fmla="*/ 2147483647 w 552"/>
                  <a:gd name="T65" fmla="*/ 2147483647 h 552"/>
                  <a:gd name="T66" fmla="*/ 2147483647 w 552"/>
                  <a:gd name="T67" fmla="*/ 2147483647 h 552"/>
                  <a:gd name="T68" fmla="*/ 2147483647 w 552"/>
                  <a:gd name="T69" fmla="*/ 2147483647 h 552"/>
                  <a:gd name="T70" fmla="*/ 2147483647 w 552"/>
                  <a:gd name="T71" fmla="*/ 2147483647 h 552"/>
                  <a:gd name="T72" fmla="*/ 2147483647 w 552"/>
                  <a:gd name="T73" fmla="*/ 2147483647 h 552"/>
                  <a:gd name="T74" fmla="*/ 2147483647 w 552"/>
                  <a:gd name="T75" fmla="*/ 0 h 552"/>
                  <a:gd name="T76" fmla="*/ 2147483647 w 552"/>
                  <a:gd name="T77" fmla="*/ 2147483647 h 552"/>
                  <a:gd name="T78" fmla="*/ 2147483647 w 552"/>
                  <a:gd name="T79" fmla="*/ 2147483647 h 552"/>
                  <a:gd name="T80" fmla="*/ 2147483647 w 552"/>
                  <a:gd name="T81" fmla="*/ 2147483647 h 552"/>
                  <a:gd name="T82" fmla="*/ 2147483647 w 552"/>
                  <a:gd name="T83" fmla="*/ 2147483647 h 552"/>
                  <a:gd name="T84" fmla="*/ 2147483647 w 552"/>
                  <a:gd name="T85" fmla="*/ 2147483647 h 552"/>
                  <a:gd name="T86" fmla="*/ 2147483647 w 552"/>
                  <a:gd name="T87" fmla="*/ 2147483647 h 552"/>
                  <a:gd name="T88" fmla="*/ 2147483647 w 552"/>
                  <a:gd name="T89" fmla="*/ 2147483647 h 552"/>
                  <a:gd name="T90" fmla="*/ 2147483647 w 552"/>
                  <a:gd name="T91" fmla="*/ 2147483647 h 552"/>
                  <a:gd name="T92" fmla="*/ 2147483647 w 552"/>
                  <a:gd name="T93" fmla="*/ 2147483647 h 552"/>
                  <a:gd name="T94" fmla="*/ 2147483647 w 552"/>
                  <a:gd name="T95" fmla="*/ 2147483647 h 552"/>
                  <a:gd name="T96" fmla="*/ 2147483647 w 552"/>
                  <a:gd name="T97" fmla="*/ 2147483647 h 552"/>
                  <a:gd name="T98" fmla="*/ 2147483647 w 552"/>
                  <a:gd name="T99" fmla="*/ 2147483647 h 552"/>
                  <a:gd name="T100" fmla="*/ 2147483647 w 552"/>
                  <a:gd name="T101" fmla="*/ 2147483647 h 552"/>
                  <a:gd name="T102" fmla="*/ 2147483647 w 552"/>
                  <a:gd name="T103" fmla="*/ 2147483647 h 5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52"/>
                  <a:gd name="T157" fmla="*/ 0 h 552"/>
                  <a:gd name="T158" fmla="*/ 552 w 552"/>
                  <a:gd name="T159" fmla="*/ 552 h 5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52" h="552">
                    <a:moveTo>
                      <a:pt x="18" y="204"/>
                    </a:moveTo>
                    <a:lnTo>
                      <a:pt x="18" y="234"/>
                    </a:lnTo>
                    <a:lnTo>
                      <a:pt x="30" y="234"/>
                    </a:lnTo>
                    <a:lnTo>
                      <a:pt x="36" y="240"/>
                    </a:lnTo>
                    <a:lnTo>
                      <a:pt x="48" y="264"/>
                    </a:lnTo>
                    <a:lnTo>
                      <a:pt x="54" y="270"/>
                    </a:lnTo>
                    <a:lnTo>
                      <a:pt x="54" y="294"/>
                    </a:lnTo>
                    <a:lnTo>
                      <a:pt x="72" y="330"/>
                    </a:lnTo>
                    <a:lnTo>
                      <a:pt x="84" y="336"/>
                    </a:lnTo>
                    <a:lnTo>
                      <a:pt x="102" y="354"/>
                    </a:lnTo>
                    <a:lnTo>
                      <a:pt x="132" y="354"/>
                    </a:lnTo>
                    <a:lnTo>
                      <a:pt x="138" y="360"/>
                    </a:lnTo>
                    <a:lnTo>
                      <a:pt x="138" y="390"/>
                    </a:lnTo>
                    <a:lnTo>
                      <a:pt x="168" y="390"/>
                    </a:lnTo>
                    <a:lnTo>
                      <a:pt x="174" y="414"/>
                    </a:lnTo>
                    <a:lnTo>
                      <a:pt x="168" y="420"/>
                    </a:lnTo>
                    <a:lnTo>
                      <a:pt x="168" y="450"/>
                    </a:lnTo>
                    <a:lnTo>
                      <a:pt x="186" y="450"/>
                    </a:lnTo>
                    <a:lnTo>
                      <a:pt x="186" y="480"/>
                    </a:lnTo>
                    <a:lnTo>
                      <a:pt x="198" y="480"/>
                    </a:lnTo>
                    <a:lnTo>
                      <a:pt x="216" y="486"/>
                    </a:lnTo>
                    <a:lnTo>
                      <a:pt x="228" y="486"/>
                    </a:lnTo>
                    <a:lnTo>
                      <a:pt x="246" y="492"/>
                    </a:lnTo>
                    <a:lnTo>
                      <a:pt x="264" y="510"/>
                    </a:lnTo>
                    <a:lnTo>
                      <a:pt x="270" y="522"/>
                    </a:lnTo>
                    <a:lnTo>
                      <a:pt x="270" y="528"/>
                    </a:lnTo>
                    <a:lnTo>
                      <a:pt x="252" y="528"/>
                    </a:lnTo>
                    <a:lnTo>
                      <a:pt x="312" y="528"/>
                    </a:lnTo>
                    <a:lnTo>
                      <a:pt x="324" y="534"/>
                    </a:lnTo>
                    <a:lnTo>
                      <a:pt x="330" y="534"/>
                    </a:lnTo>
                    <a:lnTo>
                      <a:pt x="342" y="540"/>
                    </a:lnTo>
                    <a:lnTo>
                      <a:pt x="402" y="540"/>
                    </a:lnTo>
                    <a:lnTo>
                      <a:pt x="420" y="552"/>
                    </a:lnTo>
                    <a:lnTo>
                      <a:pt x="486" y="468"/>
                    </a:lnTo>
                    <a:lnTo>
                      <a:pt x="504" y="462"/>
                    </a:lnTo>
                    <a:lnTo>
                      <a:pt x="492" y="444"/>
                    </a:lnTo>
                    <a:lnTo>
                      <a:pt x="504" y="432"/>
                    </a:lnTo>
                    <a:lnTo>
                      <a:pt x="504" y="402"/>
                    </a:lnTo>
                    <a:lnTo>
                      <a:pt x="516" y="396"/>
                    </a:lnTo>
                    <a:lnTo>
                      <a:pt x="528" y="384"/>
                    </a:lnTo>
                    <a:lnTo>
                      <a:pt x="528" y="372"/>
                    </a:lnTo>
                    <a:lnTo>
                      <a:pt x="540" y="360"/>
                    </a:lnTo>
                    <a:lnTo>
                      <a:pt x="546" y="348"/>
                    </a:lnTo>
                    <a:lnTo>
                      <a:pt x="546" y="342"/>
                    </a:lnTo>
                    <a:lnTo>
                      <a:pt x="522" y="318"/>
                    </a:lnTo>
                    <a:lnTo>
                      <a:pt x="522" y="306"/>
                    </a:lnTo>
                    <a:lnTo>
                      <a:pt x="540" y="288"/>
                    </a:lnTo>
                    <a:lnTo>
                      <a:pt x="522" y="264"/>
                    </a:lnTo>
                    <a:lnTo>
                      <a:pt x="540" y="252"/>
                    </a:lnTo>
                    <a:lnTo>
                      <a:pt x="540" y="240"/>
                    </a:lnTo>
                    <a:lnTo>
                      <a:pt x="546" y="240"/>
                    </a:lnTo>
                    <a:lnTo>
                      <a:pt x="546" y="234"/>
                    </a:lnTo>
                    <a:lnTo>
                      <a:pt x="552" y="228"/>
                    </a:lnTo>
                    <a:lnTo>
                      <a:pt x="552" y="216"/>
                    </a:lnTo>
                    <a:lnTo>
                      <a:pt x="540" y="192"/>
                    </a:lnTo>
                    <a:lnTo>
                      <a:pt x="540" y="180"/>
                    </a:lnTo>
                    <a:lnTo>
                      <a:pt x="546" y="174"/>
                    </a:lnTo>
                    <a:lnTo>
                      <a:pt x="546" y="168"/>
                    </a:lnTo>
                    <a:lnTo>
                      <a:pt x="552" y="162"/>
                    </a:lnTo>
                    <a:lnTo>
                      <a:pt x="540" y="150"/>
                    </a:lnTo>
                    <a:lnTo>
                      <a:pt x="552" y="138"/>
                    </a:lnTo>
                    <a:lnTo>
                      <a:pt x="540" y="120"/>
                    </a:lnTo>
                    <a:lnTo>
                      <a:pt x="546" y="114"/>
                    </a:lnTo>
                    <a:lnTo>
                      <a:pt x="552" y="102"/>
                    </a:lnTo>
                    <a:lnTo>
                      <a:pt x="552" y="96"/>
                    </a:lnTo>
                    <a:lnTo>
                      <a:pt x="540" y="84"/>
                    </a:lnTo>
                    <a:lnTo>
                      <a:pt x="528" y="84"/>
                    </a:lnTo>
                    <a:lnTo>
                      <a:pt x="510" y="66"/>
                    </a:lnTo>
                    <a:lnTo>
                      <a:pt x="498" y="66"/>
                    </a:lnTo>
                    <a:lnTo>
                      <a:pt x="486" y="72"/>
                    </a:lnTo>
                    <a:lnTo>
                      <a:pt x="480" y="72"/>
                    </a:lnTo>
                    <a:lnTo>
                      <a:pt x="462" y="48"/>
                    </a:lnTo>
                    <a:lnTo>
                      <a:pt x="444" y="48"/>
                    </a:lnTo>
                    <a:lnTo>
                      <a:pt x="432" y="30"/>
                    </a:lnTo>
                    <a:lnTo>
                      <a:pt x="372" y="30"/>
                    </a:lnTo>
                    <a:lnTo>
                      <a:pt x="366" y="0"/>
                    </a:lnTo>
                    <a:lnTo>
                      <a:pt x="330" y="0"/>
                    </a:lnTo>
                    <a:lnTo>
                      <a:pt x="294" y="12"/>
                    </a:lnTo>
                    <a:lnTo>
                      <a:pt x="282" y="24"/>
                    </a:lnTo>
                    <a:lnTo>
                      <a:pt x="258" y="36"/>
                    </a:lnTo>
                    <a:lnTo>
                      <a:pt x="258" y="72"/>
                    </a:lnTo>
                    <a:lnTo>
                      <a:pt x="252" y="78"/>
                    </a:lnTo>
                    <a:lnTo>
                      <a:pt x="240" y="78"/>
                    </a:lnTo>
                    <a:lnTo>
                      <a:pt x="228" y="84"/>
                    </a:lnTo>
                    <a:lnTo>
                      <a:pt x="210" y="90"/>
                    </a:lnTo>
                    <a:lnTo>
                      <a:pt x="198" y="96"/>
                    </a:lnTo>
                    <a:lnTo>
                      <a:pt x="192" y="102"/>
                    </a:lnTo>
                    <a:lnTo>
                      <a:pt x="180" y="126"/>
                    </a:lnTo>
                    <a:lnTo>
                      <a:pt x="174" y="132"/>
                    </a:lnTo>
                    <a:lnTo>
                      <a:pt x="174" y="138"/>
                    </a:lnTo>
                    <a:lnTo>
                      <a:pt x="168" y="144"/>
                    </a:lnTo>
                    <a:lnTo>
                      <a:pt x="162" y="156"/>
                    </a:lnTo>
                    <a:lnTo>
                      <a:pt x="132" y="186"/>
                    </a:lnTo>
                    <a:lnTo>
                      <a:pt x="108" y="198"/>
                    </a:lnTo>
                    <a:lnTo>
                      <a:pt x="90" y="198"/>
                    </a:lnTo>
                    <a:lnTo>
                      <a:pt x="90" y="192"/>
                    </a:lnTo>
                    <a:lnTo>
                      <a:pt x="78" y="180"/>
                    </a:lnTo>
                    <a:lnTo>
                      <a:pt x="66" y="180"/>
                    </a:lnTo>
                    <a:lnTo>
                      <a:pt x="66" y="192"/>
                    </a:lnTo>
                    <a:lnTo>
                      <a:pt x="54" y="192"/>
                    </a:lnTo>
                    <a:lnTo>
                      <a:pt x="42" y="180"/>
                    </a:lnTo>
                    <a:lnTo>
                      <a:pt x="42" y="174"/>
                    </a:lnTo>
                    <a:lnTo>
                      <a:pt x="0" y="174"/>
                    </a:lnTo>
                    <a:lnTo>
                      <a:pt x="6" y="192"/>
                    </a:lnTo>
                    <a:lnTo>
                      <a:pt x="18" y="20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2" name="Zambia" descr="© INSCALE GmbH, 05.05.2010&#10;http://www.presentationload.com/">
                <a:extLst>
                  <a:ext uri="{FF2B5EF4-FFF2-40B4-BE49-F238E27FC236}">
                    <a16:creationId xmlns:a16="http://schemas.microsoft.com/office/drawing/2014/main" id="{BFD6035F-A3D5-614C-986D-95DDE0C25D2A}"/>
                  </a:ext>
                </a:extLst>
              </p:cNvPr>
              <p:cNvSpPr>
                <a:spLocks/>
              </p:cNvSpPr>
              <p:nvPr/>
            </p:nvSpPr>
            <p:spPr bwMode="gray">
              <a:xfrm>
                <a:off x="6378691" y="4417842"/>
                <a:ext cx="350096" cy="335304"/>
              </a:xfrm>
              <a:custGeom>
                <a:avLst/>
                <a:gdLst>
                  <a:gd name="T0" fmla="*/ 2147483647 w 834"/>
                  <a:gd name="T1" fmla="*/ 2147483647 h 798"/>
                  <a:gd name="T2" fmla="*/ 2147483647 w 834"/>
                  <a:gd name="T3" fmla="*/ 2147483647 h 798"/>
                  <a:gd name="T4" fmla="*/ 2147483647 w 834"/>
                  <a:gd name="T5" fmla="*/ 2147483647 h 798"/>
                  <a:gd name="T6" fmla="*/ 2147483647 w 834"/>
                  <a:gd name="T7" fmla="*/ 2147483647 h 798"/>
                  <a:gd name="T8" fmla="*/ 2147483647 w 834"/>
                  <a:gd name="T9" fmla="*/ 2147483647 h 798"/>
                  <a:gd name="T10" fmla="*/ 2147483647 w 834"/>
                  <a:gd name="T11" fmla="*/ 2147483647 h 798"/>
                  <a:gd name="T12" fmla="*/ 2147483647 w 834"/>
                  <a:gd name="T13" fmla="*/ 2147483647 h 798"/>
                  <a:gd name="T14" fmla="*/ 2147483647 w 834"/>
                  <a:gd name="T15" fmla="*/ 2147483647 h 798"/>
                  <a:gd name="T16" fmla="*/ 2147483647 w 834"/>
                  <a:gd name="T17" fmla="*/ 2147483647 h 798"/>
                  <a:gd name="T18" fmla="*/ 2147483647 w 834"/>
                  <a:gd name="T19" fmla="*/ 2147483647 h 798"/>
                  <a:gd name="T20" fmla="*/ 2147483647 w 834"/>
                  <a:gd name="T21" fmla="*/ 2147483647 h 798"/>
                  <a:gd name="T22" fmla="*/ 2147483647 w 834"/>
                  <a:gd name="T23" fmla="*/ 2147483647 h 798"/>
                  <a:gd name="T24" fmla="*/ 2147483647 w 834"/>
                  <a:gd name="T25" fmla="*/ 2147483647 h 798"/>
                  <a:gd name="T26" fmla="*/ 2147483647 w 834"/>
                  <a:gd name="T27" fmla="*/ 2147483647 h 798"/>
                  <a:gd name="T28" fmla="*/ 2147483647 w 834"/>
                  <a:gd name="T29" fmla="*/ 2147483647 h 798"/>
                  <a:gd name="T30" fmla="*/ 2147483647 w 834"/>
                  <a:gd name="T31" fmla="*/ 2147483647 h 798"/>
                  <a:gd name="T32" fmla="*/ 2147483647 w 834"/>
                  <a:gd name="T33" fmla="*/ 2147483647 h 798"/>
                  <a:gd name="T34" fmla="*/ 2147483647 w 834"/>
                  <a:gd name="T35" fmla="*/ 2147483647 h 798"/>
                  <a:gd name="T36" fmla="*/ 2147483647 w 834"/>
                  <a:gd name="T37" fmla="*/ 2147483647 h 798"/>
                  <a:gd name="T38" fmla="*/ 2147483647 w 834"/>
                  <a:gd name="T39" fmla="*/ 2147483647 h 798"/>
                  <a:gd name="T40" fmla="*/ 2147483647 w 834"/>
                  <a:gd name="T41" fmla="*/ 2147483647 h 798"/>
                  <a:gd name="T42" fmla="*/ 2147483647 w 834"/>
                  <a:gd name="T43" fmla="*/ 2147483647 h 798"/>
                  <a:gd name="T44" fmla="*/ 2147483647 w 834"/>
                  <a:gd name="T45" fmla="*/ 2147483647 h 798"/>
                  <a:gd name="T46" fmla="*/ 2147483647 w 834"/>
                  <a:gd name="T47" fmla="*/ 2147483647 h 798"/>
                  <a:gd name="T48" fmla="*/ 2147483647 w 834"/>
                  <a:gd name="T49" fmla="*/ 2147483647 h 798"/>
                  <a:gd name="T50" fmla="*/ 2147483647 w 834"/>
                  <a:gd name="T51" fmla="*/ 2147483647 h 798"/>
                  <a:gd name="T52" fmla="*/ 2147483647 w 834"/>
                  <a:gd name="T53" fmla="*/ 2147483647 h 798"/>
                  <a:gd name="T54" fmla="*/ 2147483647 w 834"/>
                  <a:gd name="T55" fmla="*/ 2147483647 h 798"/>
                  <a:gd name="T56" fmla="*/ 2147483647 w 834"/>
                  <a:gd name="T57" fmla="*/ 2147483647 h 798"/>
                  <a:gd name="T58" fmla="*/ 2147483647 w 834"/>
                  <a:gd name="T59" fmla="*/ 2147483647 h 798"/>
                  <a:gd name="T60" fmla="*/ 2147483647 w 834"/>
                  <a:gd name="T61" fmla="*/ 2147483647 h 798"/>
                  <a:gd name="T62" fmla="*/ 2147483647 w 834"/>
                  <a:gd name="T63" fmla="*/ 2147483647 h 798"/>
                  <a:gd name="T64" fmla="*/ 2147483647 w 834"/>
                  <a:gd name="T65" fmla="*/ 2147483647 h 798"/>
                  <a:gd name="T66" fmla="*/ 2147483647 w 834"/>
                  <a:gd name="T67" fmla="*/ 2147483647 h 798"/>
                  <a:gd name="T68" fmla="*/ 2147483647 w 834"/>
                  <a:gd name="T69" fmla="*/ 2147483647 h 798"/>
                  <a:gd name="T70" fmla="*/ 2147483647 w 834"/>
                  <a:gd name="T71" fmla="*/ 2147483647 h 798"/>
                  <a:gd name="T72" fmla="*/ 2147483647 w 834"/>
                  <a:gd name="T73" fmla="*/ 2147483647 h 798"/>
                  <a:gd name="T74" fmla="*/ 2147483647 w 834"/>
                  <a:gd name="T75" fmla="*/ 2147483647 h 798"/>
                  <a:gd name="T76" fmla="*/ 2147483647 w 834"/>
                  <a:gd name="T77" fmla="*/ 2147483647 h 798"/>
                  <a:gd name="T78" fmla="*/ 2147483647 w 834"/>
                  <a:gd name="T79" fmla="*/ 2147483647 h 798"/>
                  <a:gd name="T80" fmla="*/ 2147483647 w 834"/>
                  <a:gd name="T81" fmla="*/ 2147483647 h 798"/>
                  <a:gd name="T82" fmla="*/ 2147483647 w 834"/>
                  <a:gd name="T83" fmla="*/ 2147483647 h 798"/>
                  <a:gd name="T84" fmla="*/ 2147483647 w 834"/>
                  <a:gd name="T85" fmla="*/ 2147483647 h 798"/>
                  <a:gd name="T86" fmla="*/ 2147483647 w 834"/>
                  <a:gd name="T87" fmla="*/ 2147483647 h 798"/>
                  <a:gd name="T88" fmla="*/ 2147483647 w 834"/>
                  <a:gd name="T89" fmla="*/ 2147483647 h 798"/>
                  <a:gd name="T90" fmla="*/ 2147483647 w 834"/>
                  <a:gd name="T91" fmla="*/ 2147483647 h 798"/>
                  <a:gd name="T92" fmla="*/ 2147483647 w 834"/>
                  <a:gd name="T93" fmla="*/ 2147483647 h 798"/>
                  <a:gd name="T94" fmla="*/ 2147483647 w 834"/>
                  <a:gd name="T95" fmla="*/ 2147483647 h 798"/>
                  <a:gd name="T96" fmla="*/ 2147483647 w 834"/>
                  <a:gd name="T97" fmla="*/ 2147483647 h 798"/>
                  <a:gd name="T98" fmla="*/ 2147483647 w 834"/>
                  <a:gd name="T99" fmla="*/ 2147483647 h 798"/>
                  <a:gd name="T100" fmla="*/ 2147483647 w 834"/>
                  <a:gd name="T101" fmla="*/ 2147483647 h 798"/>
                  <a:gd name="T102" fmla="*/ 2147483647 w 834"/>
                  <a:gd name="T103" fmla="*/ 2147483647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834"/>
                  <a:gd name="T157" fmla="*/ 0 h 798"/>
                  <a:gd name="T158" fmla="*/ 834 w 83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834" h="798">
                    <a:moveTo>
                      <a:pt x="822" y="186"/>
                    </a:moveTo>
                    <a:lnTo>
                      <a:pt x="822" y="162"/>
                    </a:lnTo>
                    <a:lnTo>
                      <a:pt x="816" y="168"/>
                    </a:lnTo>
                    <a:lnTo>
                      <a:pt x="810" y="168"/>
                    </a:lnTo>
                    <a:lnTo>
                      <a:pt x="810" y="126"/>
                    </a:lnTo>
                    <a:lnTo>
                      <a:pt x="798" y="114"/>
                    </a:lnTo>
                    <a:lnTo>
                      <a:pt x="786" y="114"/>
                    </a:lnTo>
                    <a:lnTo>
                      <a:pt x="786" y="102"/>
                    </a:lnTo>
                    <a:lnTo>
                      <a:pt x="768" y="90"/>
                    </a:lnTo>
                    <a:lnTo>
                      <a:pt x="750" y="90"/>
                    </a:lnTo>
                    <a:lnTo>
                      <a:pt x="750" y="72"/>
                    </a:lnTo>
                    <a:lnTo>
                      <a:pt x="738" y="78"/>
                    </a:lnTo>
                    <a:lnTo>
                      <a:pt x="726" y="78"/>
                    </a:lnTo>
                    <a:lnTo>
                      <a:pt x="708" y="60"/>
                    </a:lnTo>
                    <a:lnTo>
                      <a:pt x="690" y="60"/>
                    </a:lnTo>
                    <a:lnTo>
                      <a:pt x="684" y="54"/>
                    </a:lnTo>
                    <a:lnTo>
                      <a:pt x="684" y="36"/>
                    </a:lnTo>
                    <a:lnTo>
                      <a:pt x="672" y="42"/>
                    </a:lnTo>
                    <a:lnTo>
                      <a:pt x="654" y="42"/>
                    </a:lnTo>
                    <a:lnTo>
                      <a:pt x="648" y="54"/>
                    </a:lnTo>
                    <a:lnTo>
                      <a:pt x="642" y="60"/>
                    </a:lnTo>
                    <a:lnTo>
                      <a:pt x="636" y="60"/>
                    </a:lnTo>
                    <a:lnTo>
                      <a:pt x="624" y="48"/>
                    </a:lnTo>
                    <a:lnTo>
                      <a:pt x="624" y="36"/>
                    </a:lnTo>
                    <a:lnTo>
                      <a:pt x="618" y="30"/>
                    </a:lnTo>
                    <a:lnTo>
                      <a:pt x="606" y="30"/>
                    </a:lnTo>
                    <a:lnTo>
                      <a:pt x="600" y="24"/>
                    </a:lnTo>
                    <a:lnTo>
                      <a:pt x="594" y="24"/>
                    </a:lnTo>
                    <a:lnTo>
                      <a:pt x="594" y="6"/>
                    </a:lnTo>
                    <a:lnTo>
                      <a:pt x="600" y="0"/>
                    </a:lnTo>
                    <a:lnTo>
                      <a:pt x="576" y="12"/>
                    </a:lnTo>
                    <a:lnTo>
                      <a:pt x="558" y="12"/>
                    </a:lnTo>
                    <a:lnTo>
                      <a:pt x="546" y="18"/>
                    </a:lnTo>
                    <a:lnTo>
                      <a:pt x="528" y="18"/>
                    </a:lnTo>
                    <a:lnTo>
                      <a:pt x="510" y="24"/>
                    </a:lnTo>
                    <a:lnTo>
                      <a:pt x="498" y="24"/>
                    </a:lnTo>
                    <a:lnTo>
                      <a:pt x="498" y="54"/>
                    </a:lnTo>
                    <a:lnTo>
                      <a:pt x="480" y="72"/>
                    </a:lnTo>
                    <a:lnTo>
                      <a:pt x="468" y="78"/>
                    </a:lnTo>
                    <a:lnTo>
                      <a:pt x="462" y="84"/>
                    </a:lnTo>
                    <a:lnTo>
                      <a:pt x="456" y="84"/>
                    </a:lnTo>
                    <a:lnTo>
                      <a:pt x="468" y="96"/>
                    </a:lnTo>
                    <a:lnTo>
                      <a:pt x="468" y="102"/>
                    </a:lnTo>
                    <a:lnTo>
                      <a:pt x="474" y="108"/>
                    </a:lnTo>
                    <a:lnTo>
                      <a:pt x="474" y="114"/>
                    </a:lnTo>
                    <a:lnTo>
                      <a:pt x="480" y="120"/>
                    </a:lnTo>
                    <a:lnTo>
                      <a:pt x="480" y="144"/>
                    </a:lnTo>
                    <a:lnTo>
                      <a:pt x="486" y="162"/>
                    </a:lnTo>
                    <a:lnTo>
                      <a:pt x="486" y="216"/>
                    </a:lnTo>
                    <a:lnTo>
                      <a:pt x="474" y="228"/>
                    </a:lnTo>
                    <a:lnTo>
                      <a:pt x="468" y="240"/>
                    </a:lnTo>
                    <a:lnTo>
                      <a:pt x="462" y="258"/>
                    </a:lnTo>
                    <a:lnTo>
                      <a:pt x="456" y="270"/>
                    </a:lnTo>
                    <a:lnTo>
                      <a:pt x="456" y="294"/>
                    </a:lnTo>
                    <a:lnTo>
                      <a:pt x="468" y="306"/>
                    </a:lnTo>
                    <a:lnTo>
                      <a:pt x="474" y="306"/>
                    </a:lnTo>
                    <a:lnTo>
                      <a:pt x="474" y="312"/>
                    </a:lnTo>
                    <a:lnTo>
                      <a:pt x="480" y="312"/>
                    </a:lnTo>
                    <a:lnTo>
                      <a:pt x="510" y="342"/>
                    </a:lnTo>
                    <a:lnTo>
                      <a:pt x="522" y="348"/>
                    </a:lnTo>
                    <a:lnTo>
                      <a:pt x="528" y="348"/>
                    </a:lnTo>
                    <a:lnTo>
                      <a:pt x="534" y="342"/>
                    </a:lnTo>
                    <a:lnTo>
                      <a:pt x="534" y="324"/>
                    </a:lnTo>
                    <a:lnTo>
                      <a:pt x="558" y="324"/>
                    </a:lnTo>
                    <a:lnTo>
                      <a:pt x="558" y="372"/>
                    </a:lnTo>
                    <a:lnTo>
                      <a:pt x="552" y="408"/>
                    </a:lnTo>
                    <a:lnTo>
                      <a:pt x="546" y="426"/>
                    </a:lnTo>
                    <a:lnTo>
                      <a:pt x="540" y="426"/>
                    </a:lnTo>
                    <a:lnTo>
                      <a:pt x="540" y="420"/>
                    </a:lnTo>
                    <a:lnTo>
                      <a:pt x="534" y="408"/>
                    </a:lnTo>
                    <a:lnTo>
                      <a:pt x="516" y="420"/>
                    </a:lnTo>
                    <a:lnTo>
                      <a:pt x="498" y="420"/>
                    </a:lnTo>
                    <a:lnTo>
                      <a:pt x="498" y="408"/>
                    </a:lnTo>
                    <a:lnTo>
                      <a:pt x="492" y="396"/>
                    </a:lnTo>
                    <a:lnTo>
                      <a:pt x="492" y="384"/>
                    </a:lnTo>
                    <a:lnTo>
                      <a:pt x="480" y="372"/>
                    </a:lnTo>
                    <a:lnTo>
                      <a:pt x="468" y="372"/>
                    </a:lnTo>
                    <a:lnTo>
                      <a:pt x="462" y="360"/>
                    </a:lnTo>
                    <a:lnTo>
                      <a:pt x="462" y="354"/>
                    </a:lnTo>
                    <a:lnTo>
                      <a:pt x="456" y="342"/>
                    </a:lnTo>
                    <a:lnTo>
                      <a:pt x="450" y="336"/>
                    </a:lnTo>
                    <a:lnTo>
                      <a:pt x="444" y="336"/>
                    </a:lnTo>
                    <a:lnTo>
                      <a:pt x="438" y="342"/>
                    </a:lnTo>
                    <a:lnTo>
                      <a:pt x="426" y="342"/>
                    </a:lnTo>
                    <a:lnTo>
                      <a:pt x="426" y="330"/>
                    </a:lnTo>
                    <a:lnTo>
                      <a:pt x="420" y="324"/>
                    </a:lnTo>
                    <a:lnTo>
                      <a:pt x="390" y="324"/>
                    </a:lnTo>
                    <a:lnTo>
                      <a:pt x="390" y="312"/>
                    </a:lnTo>
                    <a:lnTo>
                      <a:pt x="396" y="312"/>
                    </a:lnTo>
                    <a:lnTo>
                      <a:pt x="396" y="300"/>
                    </a:lnTo>
                    <a:lnTo>
                      <a:pt x="384" y="300"/>
                    </a:lnTo>
                    <a:lnTo>
                      <a:pt x="378" y="294"/>
                    </a:lnTo>
                    <a:lnTo>
                      <a:pt x="378" y="282"/>
                    </a:lnTo>
                    <a:lnTo>
                      <a:pt x="366" y="270"/>
                    </a:lnTo>
                    <a:lnTo>
                      <a:pt x="360" y="270"/>
                    </a:lnTo>
                    <a:lnTo>
                      <a:pt x="354" y="276"/>
                    </a:lnTo>
                    <a:lnTo>
                      <a:pt x="354" y="294"/>
                    </a:lnTo>
                    <a:lnTo>
                      <a:pt x="348" y="300"/>
                    </a:lnTo>
                    <a:lnTo>
                      <a:pt x="348" y="306"/>
                    </a:lnTo>
                    <a:lnTo>
                      <a:pt x="330" y="306"/>
                    </a:lnTo>
                    <a:lnTo>
                      <a:pt x="300" y="300"/>
                    </a:lnTo>
                    <a:lnTo>
                      <a:pt x="264" y="294"/>
                    </a:lnTo>
                    <a:lnTo>
                      <a:pt x="246" y="282"/>
                    </a:lnTo>
                    <a:lnTo>
                      <a:pt x="240" y="276"/>
                    </a:lnTo>
                    <a:lnTo>
                      <a:pt x="234" y="264"/>
                    </a:lnTo>
                    <a:lnTo>
                      <a:pt x="234" y="246"/>
                    </a:lnTo>
                    <a:lnTo>
                      <a:pt x="192" y="252"/>
                    </a:lnTo>
                    <a:lnTo>
                      <a:pt x="198" y="258"/>
                    </a:lnTo>
                    <a:lnTo>
                      <a:pt x="198" y="264"/>
                    </a:lnTo>
                    <a:lnTo>
                      <a:pt x="180" y="264"/>
                    </a:lnTo>
                    <a:lnTo>
                      <a:pt x="174" y="258"/>
                    </a:lnTo>
                    <a:lnTo>
                      <a:pt x="174" y="228"/>
                    </a:lnTo>
                    <a:lnTo>
                      <a:pt x="156" y="228"/>
                    </a:lnTo>
                    <a:lnTo>
                      <a:pt x="150" y="216"/>
                    </a:lnTo>
                    <a:lnTo>
                      <a:pt x="144" y="234"/>
                    </a:lnTo>
                    <a:lnTo>
                      <a:pt x="144" y="240"/>
                    </a:lnTo>
                    <a:lnTo>
                      <a:pt x="156" y="252"/>
                    </a:lnTo>
                    <a:lnTo>
                      <a:pt x="156" y="270"/>
                    </a:lnTo>
                    <a:lnTo>
                      <a:pt x="150" y="276"/>
                    </a:lnTo>
                    <a:lnTo>
                      <a:pt x="144" y="276"/>
                    </a:lnTo>
                    <a:lnTo>
                      <a:pt x="144" y="330"/>
                    </a:lnTo>
                    <a:lnTo>
                      <a:pt x="156" y="342"/>
                    </a:lnTo>
                    <a:lnTo>
                      <a:pt x="138" y="348"/>
                    </a:lnTo>
                    <a:lnTo>
                      <a:pt x="138" y="354"/>
                    </a:lnTo>
                    <a:lnTo>
                      <a:pt x="144" y="360"/>
                    </a:lnTo>
                    <a:lnTo>
                      <a:pt x="144" y="384"/>
                    </a:lnTo>
                    <a:lnTo>
                      <a:pt x="132" y="396"/>
                    </a:lnTo>
                    <a:lnTo>
                      <a:pt x="126" y="396"/>
                    </a:lnTo>
                    <a:lnTo>
                      <a:pt x="0" y="390"/>
                    </a:lnTo>
                    <a:lnTo>
                      <a:pt x="0" y="642"/>
                    </a:lnTo>
                    <a:lnTo>
                      <a:pt x="6" y="654"/>
                    </a:lnTo>
                    <a:lnTo>
                      <a:pt x="6" y="672"/>
                    </a:lnTo>
                    <a:lnTo>
                      <a:pt x="96" y="762"/>
                    </a:lnTo>
                    <a:lnTo>
                      <a:pt x="114" y="768"/>
                    </a:lnTo>
                    <a:lnTo>
                      <a:pt x="138" y="756"/>
                    </a:lnTo>
                    <a:lnTo>
                      <a:pt x="144" y="756"/>
                    </a:lnTo>
                    <a:lnTo>
                      <a:pt x="150" y="750"/>
                    </a:lnTo>
                    <a:lnTo>
                      <a:pt x="168" y="750"/>
                    </a:lnTo>
                    <a:lnTo>
                      <a:pt x="174" y="756"/>
                    </a:lnTo>
                    <a:lnTo>
                      <a:pt x="174" y="762"/>
                    </a:lnTo>
                    <a:lnTo>
                      <a:pt x="204" y="756"/>
                    </a:lnTo>
                    <a:lnTo>
                      <a:pt x="222" y="774"/>
                    </a:lnTo>
                    <a:lnTo>
                      <a:pt x="264" y="774"/>
                    </a:lnTo>
                    <a:lnTo>
                      <a:pt x="264" y="780"/>
                    </a:lnTo>
                    <a:lnTo>
                      <a:pt x="276" y="792"/>
                    </a:lnTo>
                    <a:lnTo>
                      <a:pt x="288" y="792"/>
                    </a:lnTo>
                    <a:lnTo>
                      <a:pt x="288" y="780"/>
                    </a:lnTo>
                    <a:lnTo>
                      <a:pt x="300" y="780"/>
                    </a:lnTo>
                    <a:lnTo>
                      <a:pt x="312" y="792"/>
                    </a:lnTo>
                    <a:lnTo>
                      <a:pt x="312" y="798"/>
                    </a:lnTo>
                    <a:lnTo>
                      <a:pt x="330" y="798"/>
                    </a:lnTo>
                    <a:lnTo>
                      <a:pt x="354" y="786"/>
                    </a:lnTo>
                    <a:lnTo>
                      <a:pt x="384" y="756"/>
                    </a:lnTo>
                    <a:lnTo>
                      <a:pt x="390" y="744"/>
                    </a:lnTo>
                    <a:lnTo>
                      <a:pt x="396" y="738"/>
                    </a:lnTo>
                    <a:lnTo>
                      <a:pt x="396" y="732"/>
                    </a:lnTo>
                    <a:lnTo>
                      <a:pt x="402" y="726"/>
                    </a:lnTo>
                    <a:lnTo>
                      <a:pt x="414" y="702"/>
                    </a:lnTo>
                    <a:lnTo>
                      <a:pt x="420" y="696"/>
                    </a:lnTo>
                    <a:lnTo>
                      <a:pt x="432" y="690"/>
                    </a:lnTo>
                    <a:lnTo>
                      <a:pt x="450" y="684"/>
                    </a:lnTo>
                    <a:lnTo>
                      <a:pt x="462" y="678"/>
                    </a:lnTo>
                    <a:lnTo>
                      <a:pt x="474" y="678"/>
                    </a:lnTo>
                    <a:lnTo>
                      <a:pt x="480" y="672"/>
                    </a:lnTo>
                    <a:lnTo>
                      <a:pt x="480" y="636"/>
                    </a:lnTo>
                    <a:lnTo>
                      <a:pt x="504" y="624"/>
                    </a:lnTo>
                    <a:lnTo>
                      <a:pt x="516" y="612"/>
                    </a:lnTo>
                    <a:lnTo>
                      <a:pt x="552" y="600"/>
                    </a:lnTo>
                    <a:lnTo>
                      <a:pt x="588" y="600"/>
                    </a:lnTo>
                    <a:lnTo>
                      <a:pt x="588" y="576"/>
                    </a:lnTo>
                    <a:lnTo>
                      <a:pt x="570" y="558"/>
                    </a:lnTo>
                    <a:lnTo>
                      <a:pt x="582" y="546"/>
                    </a:lnTo>
                    <a:lnTo>
                      <a:pt x="612" y="546"/>
                    </a:lnTo>
                    <a:lnTo>
                      <a:pt x="630" y="528"/>
                    </a:lnTo>
                    <a:lnTo>
                      <a:pt x="642" y="528"/>
                    </a:lnTo>
                    <a:lnTo>
                      <a:pt x="654" y="522"/>
                    </a:lnTo>
                    <a:lnTo>
                      <a:pt x="672" y="522"/>
                    </a:lnTo>
                    <a:lnTo>
                      <a:pt x="690" y="516"/>
                    </a:lnTo>
                    <a:lnTo>
                      <a:pt x="702" y="510"/>
                    </a:lnTo>
                    <a:lnTo>
                      <a:pt x="708" y="510"/>
                    </a:lnTo>
                    <a:lnTo>
                      <a:pt x="732" y="498"/>
                    </a:lnTo>
                    <a:lnTo>
                      <a:pt x="750" y="486"/>
                    </a:lnTo>
                    <a:lnTo>
                      <a:pt x="762" y="480"/>
                    </a:lnTo>
                    <a:lnTo>
                      <a:pt x="780" y="474"/>
                    </a:lnTo>
                    <a:lnTo>
                      <a:pt x="786" y="468"/>
                    </a:lnTo>
                    <a:lnTo>
                      <a:pt x="792" y="468"/>
                    </a:lnTo>
                    <a:lnTo>
                      <a:pt x="780" y="462"/>
                    </a:lnTo>
                    <a:lnTo>
                      <a:pt x="768" y="450"/>
                    </a:lnTo>
                    <a:lnTo>
                      <a:pt x="756" y="444"/>
                    </a:lnTo>
                    <a:lnTo>
                      <a:pt x="756" y="438"/>
                    </a:lnTo>
                    <a:lnTo>
                      <a:pt x="762" y="432"/>
                    </a:lnTo>
                    <a:lnTo>
                      <a:pt x="768" y="420"/>
                    </a:lnTo>
                    <a:lnTo>
                      <a:pt x="774" y="414"/>
                    </a:lnTo>
                    <a:lnTo>
                      <a:pt x="780" y="402"/>
                    </a:lnTo>
                    <a:lnTo>
                      <a:pt x="774" y="366"/>
                    </a:lnTo>
                    <a:lnTo>
                      <a:pt x="780" y="366"/>
                    </a:lnTo>
                    <a:lnTo>
                      <a:pt x="786" y="360"/>
                    </a:lnTo>
                    <a:lnTo>
                      <a:pt x="798" y="354"/>
                    </a:lnTo>
                    <a:lnTo>
                      <a:pt x="816" y="336"/>
                    </a:lnTo>
                    <a:lnTo>
                      <a:pt x="816" y="330"/>
                    </a:lnTo>
                    <a:lnTo>
                      <a:pt x="804" y="330"/>
                    </a:lnTo>
                    <a:lnTo>
                      <a:pt x="804" y="258"/>
                    </a:lnTo>
                    <a:lnTo>
                      <a:pt x="810" y="240"/>
                    </a:lnTo>
                    <a:lnTo>
                      <a:pt x="798" y="234"/>
                    </a:lnTo>
                    <a:lnTo>
                      <a:pt x="798" y="216"/>
                    </a:lnTo>
                    <a:lnTo>
                      <a:pt x="804" y="216"/>
                    </a:lnTo>
                    <a:lnTo>
                      <a:pt x="810" y="210"/>
                    </a:lnTo>
                    <a:lnTo>
                      <a:pt x="834" y="198"/>
                    </a:lnTo>
                    <a:lnTo>
                      <a:pt x="834" y="186"/>
                    </a:lnTo>
                    <a:lnTo>
                      <a:pt x="822" y="18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3" name="Western Sahara" descr="© INSCALE GmbH, 05.05.2010&#10;http://www.presentationload.com/">
                <a:extLst>
                  <a:ext uri="{FF2B5EF4-FFF2-40B4-BE49-F238E27FC236}">
                    <a16:creationId xmlns:a16="http://schemas.microsoft.com/office/drawing/2014/main" id="{D54849BD-1592-B94D-8A6F-E34969F168F2}"/>
                  </a:ext>
                </a:extLst>
              </p:cNvPr>
              <p:cNvSpPr>
                <a:spLocks/>
              </p:cNvSpPr>
              <p:nvPr/>
            </p:nvSpPr>
            <p:spPr bwMode="gray">
              <a:xfrm>
                <a:off x="5231444" y="3204832"/>
                <a:ext cx="251477" cy="215317"/>
              </a:xfrm>
              <a:custGeom>
                <a:avLst/>
                <a:gdLst>
                  <a:gd name="T0" fmla="*/ 2147483647 w 600"/>
                  <a:gd name="T1" fmla="*/ 0 h 510"/>
                  <a:gd name="T2" fmla="*/ 2147483647 w 600"/>
                  <a:gd name="T3" fmla="*/ 0 h 510"/>
                  <a:gd name="T4" fmla="*/ 2147483647 w 600"/>
                  <a:gd name="T5" fmla="*/ 2147483647 h 510"/>
                  <a:gd name="T6" fmla="*/ 2147483647 w 600"/>
                  <a:gd name="T7" fmla="*/ 2147483647 h 510"/>
                  <a:gd name="T8" fmla="*/ 2147483647 w 600"/>
                  <a:gd name="T9" fmla="*/ 2147483647 h 510"/>
                  <a:gd name="T10" fmla="*/ 2147483647 w 600"/>
                  <a:gd name="T11" fmla="*/ 2147483647 h 510"/>
                  <a:gd name="T12" fmla="*/ 2147483647 w 600"/>
                  <a:gd name="T13" fmla="*/ 2147483647 h 510"/>
                  <a:gd name="T14" fmla="*/ 2147483647 w 600"/>
                  <a:gd name="T15" fmla="*/ 2147483647 h 510"/>
                  <a:gd name="T16" fmla="*/ 2147483647 w 600"/>
                  <a:gd name="T17" fmla="*/ 2147483647 h 510"/>
                  <a:gd name="T18" fmla="*/ 2147483647 w 600"/>
                  <a:gd name="T19" fmla="*/ 2147483647 h 510"/>
                  <a:gd name="T20" fmla="*/ 2147483647 w 600"/>
                  <a:gd name="T21" fmla="*/ 2147483647 h 510"/>
                  <a:gd name="T22" fmla="*/ 2147483647 w 600"/>
                  <a:gd name="T23" fmla="*/ 2147483647 h 510"/>
                  <a:gd name="T24" fmla="*/ 2147483647 w 600"/>
                  <a:gd name="T25" fmla="*/ 2147483647 h 510"/>
                  <a:gd name="T26" fmla="*/ 2147483647 w 600"/>
                  <a:gd name="T27" fmla="*/ 2147483647 h 510"/>
                  <a:gd name="T28" fmla="*/ 2147483647 w 600"/>
                  <a:gd name="T29" fmla="*/ 2147483647 h 510"/>
                  <a:gd name="T30" fmla="*/ 2147483647 w 600"/>
                  <a:gd name="T31" fmla="*/ 2147483647 h 510"/>
                  <a:gd name="T32" fmla="*/ 2147483647 w 600"/>
                  <a:gd name="T33" fmla="*/ 2147483647 h 510"/>
                  <a:gd name="T34" fmla="*/ 2147483647 w 600"/>
                  <a:gd name="T35" fmla="*/ 2147483647 h 510"/>
                  <a:gd name="T36" fmla="*/ 2147483647 w 600"/>
                  <a:gd name="T37" fmla="*/ 2147483647 h 510"/>
                  <a:gd name="T38" fmla="*/ 2147483647 w 600"/>
                  <a:gd name="T39" fmla="*/ 2147483647 h 510"/>
                  <a:gd name="T40" fmla="*/ 2147483647 w 600"/>
                  <a:gd name="T41" fmla="*/ 2147483647 h 510"/>
                  <a:gd name="T42" fmla="*/ 2147483647 w 600"/>
                  <a:gd name="T43" fmla="*/ 2147483647 h 510"/>
                  <a:gd name="T44" fmla="*/ 2147483647 w 600"/>
                  <a:gd name="T45" fmla="*/ 2147483647 h 510"/>
                  <a:gd name="T46" fmla="*/ 2147483647 w 600"/>
                  <a:gd name="T47" fmla="*/ 2147483647 h 510"/>
                  <a:gd name="T48" fmla="*/ 2147483647 w 600"/>
                  <a:gd name="T49" fmla="*/ 2147483647 h 510"/>
                  <a:gd name="T50" fmla="*/ 2147483647 w 600"/>
                  <a:gd name="T51" fmla="*/ 2147483647 h 510"/>
                  <a:gd name="T52" fmla="*/ 2147483647 w 600"/>
                  <a:gd name="T53" fmla="*/ 2147483647 h 510"/>
                  <a:gd name="T54" fmla="*/ 2147483647 w 600"/>
                  <a:gd name="T55" fmla="*/ 2147483647 h 510"/>
                  <a:gd name="T56" fmla="*/ 2147483647 w 600"/>
                  <a:gd name="T57" fmla="*/ 2147483647 h 510"/>
                  <a:gd name="T58" fmla="*/ 2147483647 w 600"/>
                  <a:gd name="T59" fmla="*/ 2147483647 h 510"/>
                  <a:gd name="T60" fmla="*/ 2147483647 w 600"/>
                  <a:gd name="T61" fmla="*/ 2147483647 h 510"/>
                  <a:gd name="T62" fmla="*/ 2147483647 w 600"/>
                  <a:gd name="T63" fmla="*/ 2147483647 h 510"/>
                  <a:gd name="T64" fmla="*/ 2147483647 w 600"/>
                  <a:gd name="T65" fmla="*/ 2147483647 h 510"/>
                  <a:gd name="T66" fmla="*/ 2147483647 w 600"/>
                  <a:gd name="T67" fmla="*/ 2147483647 h 510"/>
                  <a:gd name="T68" fmla="*/ 2147483647 w 600"/>
                  <a:gd name="T69" fmla="*/ 2147483647 h 510"/>
                  <a:gd name="T70" fmla="*/ 2147483647 w 600"/>
                  <a:gd name="T71" fmla="*/ 2147483647 h 510"/>
                  <a:gd name="T72" fmla="*/ 2147483647 w 600"/>
                  <a:gd name="T73" fmla="*/ 2147483647 h 510"/>
                  <a:gd name="T74" fmla="*/ 2147483647 w 600"/>
                  <a:gd name="T75" fmla="*/ 2147483647 h 510"/>
                  <a:gd name="T76" fmla="*/ 2147483647 w 600"/>
                  <a:gd name="T77" fmla="*/ 2147483647 h 510"/>
                  <a:gd name="T78" fmla="*/ 0 w 600"/>
                  <a:gd name="T79" fmla="*/ 2147483647 h 510"/>
                  <a:gd name="T80" fmla="*/ 0 w 600"/>
                  <a:gd name="T81" fmla="*/ 2147483647 h 510"/>
                  <a:gd name="T82" fmla="*/ 2147483647 w 600"/>
                  <a:gd name="T83" fmla="*/ 2147483647 h 510"/>
                  <a:gd name="T84" fmla="*/ 2147483647 w 600"/>
                  <a:gd name="T85" fmla="*/ 2147483647 h 510"/>
                  <a:gd name="T86" fmla="*/ 2147483647 w 600"/>
                  <a:gd name="T87" fmla="*/ 2147483647 h 510"/>
                  <a:gd name="T88" fmla="*/ 2147483647 w 600"/>
                  <a:gd name="T89" fmla="*/ 2147483647 h 510"/>
                  <a:gd name="T90" fmla="*/ 2147483647 w 600"/>
                  <a:gd name="T91" fmla="*/ 2147483647 h 510"/>
                  <a:gd name="T92" fmla="*/ 2147483647 w 600"/>
                  <a:gd name="T93" fmla="*/ 2147483647 h 510"/>
                  <a:gd name="T94" fmla="*/ 2147483647 w 600"/>
                  <a:gd name="T95" fmla="*/ 2147483647 h 510"/>
                  <a:gd name="T96" fmla="*/ 2147483647 w 600"/>
                  <a:gd name="T97" fmla="*/ 2147483647 h 510"/>
                  <a:gd name="T98" fmla="*/ 2147483647 w 600"/>
                  <a:gd name="T99" fmla="*/ 2147483647 h 510"/>
                  <a:gd name="T100" fmla="*/ 2147483647 w 600"/>
                  <a:gd name="T101" fmla="*/ 2147483647 h 510"/>
                  <a:gd name="T102" fmla="*/ 2147483647 w 600"/>
                  <a:gd name="T103" fmla="*/ 2147483647 h 510"/>
                  <a:gd name="T104" fmla="*/ 2147483647 w 600"/>
                  <a:gd name="T105" fmla="*/ 2147483647 h 510"/>
                  <a:gd name="T106" fmla="*/ 2147483647 w 600"/>
                  <a:gd name="T107" fmla="*/ 2147483647 h 510"/>
                  <a:gd name="T108" fmla="*/ 2147483647 w 600"/>
                  <a:gd name="T109" fmla="*/ 2147483647 h 510"/>
                  <a:gd name="T110" fmla="*/ 2147483647 w 600"/>
                  <a:gd name="T111" fmla="*/ 2147483647 h 510"/>
                  <a:gd name="T112" fmla="*/ 2147483647 w 600"/>
                  <a:gd name="T113" fmla="*/ 0 h 510"/>
                  <a:gd name="T114" fmla="*/ 2147483647 w 600"/>
                  <a:gd name="T115" fmla="*/ 0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00"/>
                  <a:gd name="T175" fmla="*/ 0 h 510"/>
                  <a:gd name="T176" fmla="*/ 600 w 600"/>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00" h="510">
                    <a:moveTo>
                      <a:pt x="546" y="0"/>
                    </a:moveTo>
                    <a:lnTo>
                      <a:pt x="288" y="0"/>
                    </a:lnTo>
                    <a:lnTo>
                      <a:pt x="282" y="6"/>
                    </a:lnTo>
                    <a:lnTo>
                      <a:pt x="270" y="30"/>
                    </a:lnTo>
                    <a:lnTo>
                      <a:pt x="270" y="42"/>
                    </a:lnTo>
                    <a:lnTo>
                      <a:pt x="264" y="54"/>
                    </a:lnTo>
                    <a:lnTo>
                      <a:pt x="264" y="66"/>
                    </a:lnTo>
                    <a:lnTo>
                      <a:pt x="234" y="96"/>
                    </a:lnTo>
                    <a:lnTo>
                      <a:pt x="198" y="96"/>
                    </a:lnTo>
                    <a:lnTo>
                      <a:pt x="186" y="108"/>
                    </a:lnTo>
                    <a:lnTo>
                      <a:pt x="186" y="144"/>
                    </a:lnTo>
                    <a:lnTo>
                      <a:pt x="156" y="174"/>
                    </a:lnTo>
                    <a:lnTo>
                      <a:pt x="156" y="186"/>
                    </a:lnTo>
                    <a:lnTo>
                      <a:pt x="168" y="210"/>
                    </a:lnTo>
                    <a:lnTo>
                      <a:pt x="168" y="222"/>
                    </a:lnTo>
                    <a:lnTo>
                      <a:pt x="156" y="246"/>
                    </a:lnTo>
                    <a:lnTo>
                      <a:pt x="144" y="252"/>
                    </a:lnTo>
                    <a:lnTo>
                      <a:pt x="138" y="252"/>
                    </a:lnTo>
                    <a:lnTo>
                      <a:pt x="132" y="258"/>
                    </a:lnTo>
                    <a:lnTo>
                      <a:pt x="126" y="270"/>
                    </a:lnTo>
                    <a:lnTo>
                      <a:pt x="114" y="282"/>
                    </a:lnTo>
                    <a:lnTo>
                      <a:pt x="102" y="288"/>
                    </a:lnTo>
                    <a:lnTo>
                      <a:pt x="96" y="294"/>
                    </a:lnTo>
                    <a:lnTo>
                      <a:pt x="84" y="300"/>
                    </a:lnTo>
                    <a:lnTo>
                      <a:pt x="78" y="306"/>
                    </a:lnTo>
                    <a:lnTo>
                      <a:pt x="78" y="318"/>
                    </a:lnTo>
                    <a:lnTo>
                      <a:pt x="90" y="324"/>
                    </a:lnTo>
                    <a:lnTo>
                      <a:pt x="78" y="330"/>
                    </a:lnTo>
                    <a:lnTo>
                      <a:pt x="60" y="366"/>
                    </a:lnTo>
                    <a:lnTo>
                      <a:pt x="60" y="384"/>
                    </a:lnTo>
                    <a:lnTo>
                      <a:pt x="48" y="384"/>
                    </a:lnTo>
                    <a:lnTo>
                      <a:pt x="48" y="390"/>
                    </a:lnTo>
                    <a:lnTo>
                      <a:pt x="54" y="396"/>
                    </a:lnTo>
                    <a:lnTo>
                      <a:pt x="54" y="408"/>
                    </a:lnTo>
                    <a:lnTo>
                      <a:pt x="48" y="420"/>
                    </a:lnTo>
                    <a:lnTo>
                      <a:pt x="36" y="426"/>
                    </a:lnTo>
                    <a:lnTo>
                      <a:pt x="24" y="426"/>
                    </a:lnTo>
                    <a:lnTo>
                      <a:pt x="18" y="432"/>
                    </a:lnTo>
                    <a:lnTo>
                      <a:pt x="6" y="456"/>
                    </a:lnTo>
                    <a:lnTo>
                      <a:pt x="0" y="462"/>
                    </a:lnTo>
                    <a:lnTo>
                      <a:pt x="0" y="510"/>
                    </a:lnTo>
                    <a:lnTo>
                      <a:pt x="276" y="510"/>
                    </a:lnTo>
                    <a:lnTo>
                      <a:pt x="282" y="408"/>
                    </a:lnTo>
                    <a:lnTo>
                      <a:pt x="276" y="396"/>
                    </a:lnTo>
                    <a:lnTo>
                      <a:pt x="276" y="378"/>
                    </a:lnTo>
                    <a:lnTo>
                      <a:pt x="282" y="366"/>
                    </a:lnTo>
                    <a:lnTo>
                      <a:pt x="306" y="354"/>
                    </a:lnTo>
                    <a:lnTo>
                      <a:pt x="336" y="354"/>
                    </a:lnTo>
                    <a:lnTo>
                      <a:pt x="348" y="348"/>
                    </a:lnTo>
                    <a:lnTo>
                      <a:pt x="354" y="342"/>
                    </a:lnTo>
                    <a:lnTo>
                      <a:pt x="354" y="150"/>
                    </a:lnTo>
                    <a:lnTo>
                      <a:pt x="366" y="144"/>
                    </a:lnTo>
                    <a:lnTo>
                      <a:pt x="366" y="132"/>
                    </a:lnTo>
                    <a:lnTo>
                      <a:pt x="588" y="126"/>
                    </a:lnTo>
                    <a:lnTo>
                      <a:pt x="588" y="90"/>
                    </a:lnTo>
                    <a:lnTo>
                      <a:pt x="594" y="84"/>
                    </a:lnTo>
                    <a:lnTo>
                      <a:pt x="600" y="0"/>
                    </a:lnTo>
                    <a:lnTo>
                      <a:pt x="546"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4" name="Uganda" descr="© INSCALE GmbH, 05.05.2010&#10;http://www.presentationload.com/">
                <a:extLst>
                  <a:ext uri="{FF2B5EF4-FFF2-40B4-BE49-F238E27FC236}">
                    <a16:creationId xmlns:a16="http://schemas.microsoft.com/office/drawing/2014/main" id="{8F8C3815-6AA9-2144-B92C-AACBE378C759}"/>
                  </a:ext>
                </a:extLst>
              </p:cNvPr>
              <p:cNvSpPr>
                <a:spLocks noEditPoints="1"/>
              </p:cNvSpPr>
              <p:nvPr/>
            </p:nvSpPr>
            <p:spPr bwMode="gray">
              <a:xfrm>
                <a:off x="6610459" y="4000349"/>
                <a:ext cx="164363" cy="193949"/>
              </a:xfrm>
              <a:custGeom>
                <a:avLst/>
                <a:gdLst>
                  <a:gd name="T0" fmla="*/ 2147483647 w 390"/>
                  <a:gd name="T1" fmla="*/ 2147483647 h 462"/>
                  <a:gd name="T2" fmla="*/ 2147483647 w 390"/>
                  <a:gd name="T3" fmla="*/ 2147483647 h 462"/>
                  <a:gd name="T4" fmla="*/ 2147483647 w 390"/>
                  <a:gd name="T5" fmla="*/ 2147483647 h 462"/>
                  <a:gd name="T6" fmla="*/ 2147483647 w 390"/>
                  <a:gd name="T7" fmla="*/ 2147483647 h 462"/>
                  <a:gd name="T8" fmla="*/ 2147483647 w 390"/>
                  <a:gd name="T9" fmla="*/ 2147483647 h 462"/>
                  <a:gd name="T10" fmla="*/ 2147483647 w 390"/>
                  <a:gd name="T11" fmla="*/ 2147483647 h 462"/>
                  <a:gd name="T12" fmla="*/ 2147483647 w 390"/>
                  <a:gd name="T13" fmla="*/ 2147483647 h 462"/>
                  <a:gd name="T14" fmla="*/ 2147483647 w 390"/>
                  <a:gd name="T15" fmla="*/ 2147483647 h 462"/>
                  <a:gd name="T16" fmla="*/ 2147483647 w 390"/>
                  <a:gd name="T17" fmla="*/ 2147483647 h 462"/>
                  <a:gd name="T18" fmla="*/ 2147483647 w 390"/>
                  <a:gd name="T19" fmla="*/ 2147483647 h 462"/>
                  <a:gd name="T20" fmla="*/ 2147483647 w 390"/>
                  <a:gd name="T21" fmla="*/ 2147483647 h 462"/>
                  <a:gd name="T22" fmla="*/ 2147483647 w 390"/>
                  <a:gd name="T23" fmla="*/ 2147483647 h 462"/>
                  <a:gd name="T24" fmla="*/ 2147483647 w 390"/>
                  <a:gd name="T25" fmla="*/ 0 h 462"/>
                  <a:gd name="T26" fmla="*/ 2147483647 w 390"/>
                  <a:gd name="T27" fmla="*/ 2147483647 h 462"/>
                  <a:gd name="T28" fmla="*/ 2147483647 w 390"/>
                  <a:gd name="T29" fmla="*/ 2147483647 h 462"/>
                  <a:gd name="T30" fmla="*/ 2147483647 w 390"/>
                  <a:gd name="T31" fmla="*/ 2147483647 h 462"/>
                  <a:gd name="T32" fmla="*/ 2147483647 w 390"/>
                  <a:gd name="T33" fmla="*/ 2147483647 h 462"/>
                  <a:gd name="T34" fmla="*/ 2147483647 w 390"/>
                  <a:gd name="T35" fmla="*/ 2147483647 h 462"/>
                  <a:gd name="T36" fmla="*/ 2147483647 w 390"/>
                  <a:gd name="T37" fmla="*/ 2147483647 h 462"/>
                  <a:gd name="T38" fmla="*/ 2147483647 w 390"/>
                  <a:gd name="T39" fmla="*/ 2147483647 h 462"/>
                  <a:gd name="T40" fmla="*/ 2147483647 w 390"/>
                  <a:gd name="T41" fmla="*/ 2147483647 h 462"/>
                  <a:gd name="T42" fmla="*/ 2147483647 w 390"/>
                  <a:gd name="T43" fmla="*/ 2147483647 h 462"/>
                  <a:gd name="T44" fmla="*/ 2147483647 w 390"/>
                  <a:gd name="T45" fmla="*/ 2147483647 h 462"/>
                  <a:gd name="T46" fmla="*/ 2147483647 w 390"/>
                  <a:gd name="T47" fmla="*/ 2147483647 h 462"/>
                  <a:gd name="T48" fmla="*/ 2147483647 w 390"/>
                  <a:gd name="T49" fmla="*/ 2147483647 h 462"/>
                  <a:gd name="T50" fmla="*/ 2147483647 w 390"/>
                  <a:gd name="T51" fmla="*/ 2147483647 h 462"/>
                  <a:gd name="T52" fmla="*/ 2147483647 w 390"/>
                  <a:gd name="T53" fmla="*/ 2147483647 h 462"/>
                  <a:gd name="T54" fmla="*/ 2147483647 w 390"/>
                  <a:gd name="T55" fmla="*/ 2147483647 h 462"/>
                  <a:gd name="T56" fmla="*/ 2147483647 w 390"/>
                  <a:gd name="T57" fmla="*/ 2147483647 h 462"/>
                  <a:gd name="T58" fmla="*/ 2147483647 w 390"/>
                  <a:gd name="T59" fmla="*/ 2147483647 h 462"/>
                  <a:gd name="T60" fmla="*/ 2147483647 w 390"/>
                  <a:gd name="T61" fmla="*/ 2147483647 h 462"/>
                  <a:gd name="T62" fmla="*/ 2147483647 w 390"/>
                  <a:gd name="T63" fmla="*/ 2147483647 h 462"/>
                  <a:gd name="T64" fmla="*/ 2147483647 w 390"/>
                  <a:gd name="T65" fmla="*/ 2147483647 h 462"/>
                  <a:gd name="T66" fmla="*/ 2147483647 w 390"/>
                  <a:gd name="T67" fmla="*/ 2147483647 h 462"/>
                  <a:gd name="T68" fmla="*/ 2147483647 w 390"/>
                  <a:gd name="T69" fmla="*/ 2147483647 h 462"/>
                  <a:gd name="T70" fmla="*/ 2147483647 w 390"/>
                  <a:gd name="T71" fmla="*/ 2147483647 h 462"/>
                  <a:gd name="T72" fmla="*/ 2147483647 w 390"/>
                  <a:gd name="T73" fmla="*/ 2147483647 h 462"/>
                  <a:gd name="T74" fmla="*/ 2147483647 w 390"/>
                  <a:gd name="T75" fmla="*/ 2147483647 h 462"/>
                  <a:gd name="T76" fmla="*/ 2147483647 w 390"/>
                  <a:gd name="T77" fmla="*/ 2147483647 h 462"/>
                  <a:gd name="T78" fmla="*/ 2147483647 w 390"/>
                  <a:gd name="T79" fmla="*/ 2147483647 h 462"/>
                  <a:gd name="T80" fmla="*/ 2147483647 w 390"/>
                  <a:gd name="T81" fmla="*/ 2147483647 h 462"/>
                  <a:gd name="T82" fmla="*/ 2147483647 w 390"/>
                  <a:gd name="T83" fmla="*/ 2147483647 h 462"/>
                  <a:gd name="T84" fmla="*/ 2147483647 w 390"/>
                  <a:gd name="T85" fmla="*/ 2147483647 h 462"/>
                  <a:gd name="T86" fmla="*/ 2147483647 w 390"/>
                  <a:gd name="T87" fmla="*/ 2147483647 h 462"/>
                  <a:gd name="T88" fmla="*/ 2147483647 w 390"/>
                  <a:gd name="T89" fmla="*/ 2147483647 h 462"/>
                  <a:gd name="T90" fmla="*/ 2147483647 w 390"/>
                  <a:gd name="T91" fmla="*/ 2147483647 h 462"/>
                  <a:gd name="T92" fmla="*/ 2147483647 w 390"/>
                  <a:gd name="T93" fmla="*/ 2147483647 h 462"/>
                  <a:gd name="T94" fmla="*/ 2147483647 w 390"/>
                  <a:gd name="T95" fmla="*/ 2147483647 h 462"/>
                  <a:gd name="T96" fmla="*/ 2147483647 w 390"/>
                  <a:gd name="T97" fmla="*/ 2147483647 h 462"/>
                  <a:gd name="T98" fmla="*/ 2147483647 w 390"/>
                  <a:gd name="T99" fmla="*/ 2147483647 h 462"/>
                  <a:gd name="T100" fmla="*/ 2147483647 w 390"/>
                  <a:gd name="T101" fmla="*/ 2147483647 h 462"/>
                  <a:gd name="T102" fmla="*/ 2147483647 w 390"/>
                  <a:gd name="T103" fmla="*/ 2147483647 h 462"/>
                  <a:gd name="T104" fmla="*/ 2147483647 w 390"/>
                  <a:gd name="T105" fmla="*/ 2147483647 h 462"/>
                  <a:gd name="T106" fmla="*/ 2147483647 w 390"/>
                  <a:gd name="T107" fmla="*/ 2147483647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0"/>
                  <a:gd name="T163" fmla="*/ 0 h 462"/>
                  <a:gd name="T164" fmla="*/ 390 w 390"/>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0" h="462">
                    <a:moveTo>
                      <a:pt x="306" y="426"/>
                    </a:moveTo>
                    <a:lnTo>
                      <a:pt x="318" y="426"/>
                    </a:lnTo>
                    <a:lnTo>
                      <a:pt x="318" y="420"/>
                    </a:lnTo>
                    <a:lnTo>
                      <a:pt x="306" y="420"/>
                    </a:lnTo>
                    <a:lnTo>
                      <a:pt x="306" y="426"/>
                    </a:lnTo>
                    <a:close/>
                    <a:moveTo>
                      <a:pt x="390" y="192"/>
                    </a:moveTo>
                    <a:lnTo>
                      <a:pt x="384" y="180"/>
                    </a:lnTo>
                    <a:lnTo>
                      <a:pt x="378" y="174"/>
                    </a:lnTo>
                    <a:lnTo>
                      <a:pt x="366" y="150"/>
                    </a:lnTo>
                    <a:lnTo>
                      <a:pt x="366" y="144"/>
                    </a:lnTo>
                    <a:lnTo>
                      <a:pt x="372" y="138"/>
                    </a:lnTo>
                    <a:lnTo>
                      <a:pt x="378" y="138"/>
                    </a:lnTo>
                    <a:lnTo>
                      <a:pt x="384" y="132"/>
                    </a:lnTo>
                    <a:lnTo>
                      <a:pt x="348" y="90"/>
                    </a:lnTo>
                    <a:lnTo>
                      <a:pt x="354" y="84"/>
                    </a:lnTo>
                    <a:lnTo>
                      <a:pt x="336" y="66"/>
                    </a:lnTo>
                    <a:lnTo>
                      <a:pt x="336" y="60"/>
                    </a:lnTo>
                    <a:lnTo>
                      <a:pt x="342" y="54"/>
                    </a:lnTo>
                    <a:lnTo>
                      <a:pt x="342" y="42"/>
                    </a:lnTo>
                    <a:lnTo>
                      <a:pt x="336" y="42"/>
                    </a:lnTo>
                    <a:lnTo>
                      <a:pt x="336" y="48"/>
                    </a:lnTo>
                    <a:lnTo>
                      <a:pt x="330" y="42"/>
                    </a:lnTo>
                    <a:lnTo>
                      <a:pt x="324" y="42"/>
                    </a:lnTo>
                    <a:lnTo>
                      <a:pt x="324" y="18"/>
                    </a:lnTo>
                    <a:lnTo>
                      <a:pt x="318" y="6"/>
                    </a:lnTo>
                    <a:lnTo>
                      <a:pt x="312" y="0"/>
                    </a:lnTo>
                    <a:lnTo>
                      <a:pt x="300" y="0"/>
                    </a:lnTo>
                    <a:lnTo>
                      <a:pt x="300" y="6"/>
                    </a:lnTo>
                    <a:lnTo>
                      <a:pt x="294" y="12"/>
                    </a:lnTo>
                    <a:lnTo>
                      <a:pt x="294" y="18"/>
                    </a:lnTo>
                    <a:lnTo>
                      <a:pt x="276" y="36"/>
                    </a:lnTo>
                    <a:lnTo>
                      <a:pt x="252" y="36"/>
                    </a:lnTo>
                    <a:lnTo>
                      <a:pt x="246" y="30"/>
                    </a:lnTo>
                    <a:lnTo>
                      <a:pt x="246" y="24"/>
                    </a:lnTo>
                    <a:lnTo>
                      <a:pt x="234" y="24"/>
                    </a:lnTo>
                    <a:lnTo>
                      <a:pt x="222" y="36"/>
                    </a:lnTo>
                    <a:lnTo>
                      <a:pt x="198" y="36"/>
                    </a:lnTo>
                    <a:lnTo>
                      <a:pt x="180" y="60"/>
                    </a:lnTo>
                    <a:lnTo>
                      <a:pt x="156" y="30"/>
                    </a:lnTo>
                    <a:lnTo>
                      <a:pt x="150" y="30"/>
                    </a:lnTo>
                    <a:lnTo>
                      <a:pt x="144" y="36"/>
                    </a:lnTo>
                    <a:lnTo>
                      <a:pt x="144" y="42"/>
                    </a:lnTo>
                    <a:lnTo>
                      <a:pt x="132" y="42"/>
                    </a:lnTo>
                    <a:lnTo>
                      <a:pt x="120" y="36"/>
                    </a:lnTo>
                    <a:lnTo>
                      <a:pt x="114" y="30"/>
                    </a:lnTo>
                    <a:lnTo>
                      <a:pt x="102" y="30"/>
                    </a:lnTo>
                    <a:lnTo>
                      <a:pt x="84" y="48"/>
                    </a:lnTo>
                    <a:lnTo>
                      <a:pt x="90" y="72"/>
                    </a:lnTo>
                    <a:lnTo>
                      <a:pt x="72" y="90"/>
                    </a:lnTo>
                    <a:lnTo>
                      <a:pt x="84" y="96"/>
                    </a:lnTo>
                    <a:lnTo>
                      <a:pt x="90" y="102"/>
                    </a:lnTo>
                    <a:lnTo>
                      <a:pt x="90" y="108"/>
                    </a:lnTo>
                    <a:lnTo>
                      <a:pt x="84" y="114"/>
                    </a:lnTo>
                    <a:lnTo>
                      <a:pt x="78" y="126"/>
                    </a:lnTo>
                    <a:lnTo>
                      <a:pt x="78" y="138"/>
                    </a:lnTo>
                    <a:lnTo>
                      <a:pt x="84" y="144"/>
                    </a:lnTo>
                    <a:lnTo>
                      <a:pt x="96" y="144"/>
                    </a:lnTo>
                    <a:lnTo>
                      <a:pt x="108" y="150"/>
                    </a:lnTo>
                    <a:lnTo>
                      <a:pt x="114" y="156"/>
                    </a:lnTo>
                    <a:lnTo>
                      <a:pt x="114" y="168"/>
                    </a:lnTo>
                    <a:lnTo>
                      <a:pt x="108" y="180"/>
                    </a:lnTo>
                    <a:lnTo>
                      <a:pt x="96" y="192"/>
                    </a:lnTo>
                    <a:lnTo>
                      <a:pt x="84" y="216"/>
                    </a:lnTo>
                    <a:lnTo>
                      <a:pt x="72" y="222"/>
                    </a:lnTo>
                    <a:lnTo>
                      <a:pt x="66" y="234"/>
                    </a:lnTo>
                    <a:lnTo>
                      <a:pt x="42" y="246"/>
                    </a:lnTo>
                    <a:lnTo>
                      <a:pt x="42" y="258"/>
                    </a:lnTo>
                    <a:lnTo>
                      <a:pt x="24" y="270"/>
                    </a:lnTo>
                    <a:lnTo>
                      <a:pt x="6" y="342"/>
                    </a:lnTo>
                    <a:lnTo>
                      <a:pt x="6" y="372"/>
                    </a:lnTo>
                    <a:lnTo>
                      <a:pt x="0" y="450"/>
                    </a:lnTo>
                    <a:lnTo>
                      <a:pt x="12" y="450"/>
                    </a:lnTo>
                    <a:lnTo>
                      <a:pt x="24" y="462"/>
                    </a:lnTo>
                    <a:lnTo>
                      <a:pt x="30" y="462"/>
                    </a:lnTo>
                    <a:lnTo>
                      <a:pt x="42" y="438"/>
                    </a:lnTo>
                    <a:lnTo>
                      <a:pt x="48" y="432"/>
                    </a:lnTo>
                    <a:lnTo>
                      <a:pt x="48" y="426"/>
                    </a:lnTo>
                    <a:lnTo>
                      <a:pt x="72" y="420"/>
                    </a:lnTo>
                    <a:lnTo>
                      <a:pt x="162" y="426"/>
                    </a:lnTo>
                    <a:lnTo>
                      <a:pt x="162" y="414"/>
                    </a:lnTo>
                    <a:lnTo>
                      <a:pt x="156" y="408"/>
                    </a:lnTo>
                    <a:lnTo>
                      <a:pt x="150" y="396"/>
                    </a:lnTo>
                    <a:lnTo>
                      <a:pt x="162" y="372"/>
                    </a:lnTo>
                    <a:lnTo>
                      <a:pt x="168" y="366"/>
                    </a:lnTo>
                    <a:lnTo>
                      <a:pt x="168" y="342"/>
                    </a:lnTo>
                    <a:lnTo>
                      <a:pt x="174" y="336"/>
                    </a:lnTo>
                    <a:lnTo>
                      <a:pt x="186" y="330"/>
                    </a:lnTo>
                    <a:lnTo>
                      <a:pt x="204" y="324"/>
                    </a:lnTo>
                    <a:lnTo>
                      <a:pt x="240" y="324"/>
                    </a:lnTo>
                    <a:lnTo>
                      <a:pt x="252" y="312"/>
                    </a:lnTo>
                    <a:lnTo>
                      <a:pt x="258" y="300"/>
                    </a:lnTo>
                    <a:lnTo>
                      <a:pt x="264" y="300"/>
                    </a:lnTo>
                    <a:lnTo>
                      <a:pt x="264" y="306"/>
                    </a:lnTo>
                    <a:lnTo>
                      <a:pt x="270" y="312"/>
                    </a:lnTo>
                    <a:lnTo>
                      <a:pt x="270" y="330"/>
                    </a:lnTo>
                    <a:lnTo>
                      <a:pt x="276" y="324"/>
                    </a:lnTo>
                    <a:lnTo>
                      <a:pt x="312" y="324"/>
                    </a:lnTo>
                    <a:lnTo>
                      <a:pt x="312" y="330"/>
                    </a:lnTo>
                    <a:lnTo>
                      <a:pt x="312" y="318"/>
                    </a:lnTo>
                    <a:lnTo>
                      <a:pt x="318" y="306"/>
                    </a:lnTo>
                    <a:lnTo>
                      <a:pt x="324" y="300"/>
                    </a:lnTo>
                    <a:lnTo>
                      <a:pt x="330" y="282"/>
                    </a:lnTo>
                    <a:lnTo>
                      <a:pt x="348" y="270"/>
                    </a:lnTo>
                    <a:lnTo>
                      <a:pt x="348" y="246"/>
                    </a:lnTo>
                    <a:lnTo>
                      <a:pt x="354" y="240"/>
                    </a:lnTo>
                    <a:lnTo>
                      <a:pt x="372" y="240"/>
                    </a:lnTo>
                    <a:lnTo>
                      <a:pt x="378" y="216"/>
                    </a:lnTo>
                    <a:lnTo>
                      <a:pt x="390" y="204"/>
                    </a:lnTo>
                    <a:lnTo>
                      <a:pt x="390" y="19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5" name="Tunisia" descr="© INSCALE GmbH, 05.05.2010&#10;http://www.presentationload.com/">
                <a:extLst>
                  <a:ext uri="{FF2B5EF4-FFF2-40B4-BE49-F238E27FC236}">
                    <a16:creationId xmlns:a16="http://schemas.microsoft.com/office/drawing/2014/main" id="{3B4F7673-F304-8647-B965-F49C60C4B76D}"/>
                  </a:ext>
                </a:extLst>
              </p:cNvPr>
              <p:cNvSpPr>
                <a:spLocks/>
              </p:cNvSpPr>
              <p:nvPr/>
            </p:nvSpPr>
            <p:spPr bwMode="gray">
              <a:xfrm>
                <a:off x="5953003" y="2877745"/>
                <a:ext cx="115055" cy="239972"/>
              </a:xfrm>
              <a:custGeom>
                <a:avLst/>
                <a:gdLst>
                  <a:gd name="T0" fmla="*/ 2147483647 w 276"/>
                  <a:gd name="T1" fmla="*/ 2147483647 h 570"/>
                  <a:gd name="T2" fmla="*/ 2147483647 w 276"/>
                  <a:gd name="T3" fmla="*/ 2147483647 h 570"/>
                  <a:gd name="T4" fmla="*/ 2147483647 w 276"/>
                  <a:gd name="T5" fmla="*/ 2147483647 h 570"/>
                  <a:gd name="T6" fmla="*/ 2147483647 w 276"/>
                  <a:gd name="T7" fmla="*/ 2147483647 h 570"/>
                  <a:gd name="T8" fmla="*/ 2147483647 w 276"/>
                  <a:gd name="T9" fmla="*/ 2147483647 h 570"/>
                  <a:gd name="T10" fmla="*/ 2147483647 w 276"/>
                  <a:gd name="T11" fmla="*/ 2147483647 h 570"/>
                  <a:gd name="T12" fmla="*/ 0 w 276"/>
                  <a:gd name="T13" fmla="*/ 2147483647 h 570"/>
                  <a:gd name="T14" fmla="*/ 2147483647 w 276"/>
                  <a:gd name="T15" fmla="*/ 2147483647 h 570"/>
                  <a:gd name="T16" fmla="*/ 2147483647 w 276"/>
                  <a:gd name="T17" fmla="*/ 2147483647 h 570"/>
                  <a:gd name="T18" fmla="*/ 2147483647 w 276"/>
                  <a:gd name="T19" fmla="*/ 2147483647 h 570"/>
                  <a:gd name="T20" fmla="*/ 2147483647 w 276"/>
                  <a:gd name="T21" fmla="*/ 2147483647 h 570"/>
                  <a:gd name="T22" fmla="*/ 2147483647 w 276"/>
                  <a:gd name="T23" fmla="*/ 2147483647 h 570"/>
                  <a:gd name="T24" fmla="*/ 2147483647 w 276"/>
                  <a:gd name="T25" fmla="*/ 2147483647 h 570"/>
                  <a:gd name="T26" fmla="*/ 2147483647 w 276"/>
                  <a:gd name="T27" fmla="*/ 2147483647 h 570"/>
                  <a:gd name="T28" fmla="*/ 2147483647 w 276"/>
                  <a:gd name="T29" fmla="*/ 2147483647 h 570"/>
                  <a:gd name="T30" fmla="*/ 2147483647 w 276"/>
                  <a:gd name="T31" fmla="*/ 2147483647 h 570"/>
                  <a:gd name="T32" fmla="*/ 2147483647 w 276"/>
                  <a:gd name="T33" fmla="*/ 2147483647 h 570"/>
                  <a:gd name="T34" fmla="*/ 2147483647 w 276"/>
                  <a:gd name="T35" fmla="*/ 2147483647 h 570"/>
                  <a:gd name="T36" fmla="*/ 2147483647 w 276"/>
                  <a:gd name="T37" fmla="*/ 2147483647 h 570"/>
                  <a:gd name="T38" fmla="*/ 2147483647 w 276"/>
                  <a:gd name="T39" fmla="*/ 2147483647 h 570"/>
                  <a:gd name="T40" fmla="*/ 2147483647 w 276"/>
                  <a:gd name="T41" fmla="*/ 2147483647 h 570"/>
                  <a:gd name="T42" fmla="*/ 2147483647 w 276"/>
                  <a:gd name="T43" fmla="*/ 2147483647 h 570"/>
                  <a:gd name="T44" fmla="*/ 2147483647 w 276"/>
                  <a:gd name="T45" fmla="*/ 2147483647 h 570"/>
                  <a:gd name="T46" fmla="*/ 2147483647 w 276"/>
                  <a:gd name="T47" fmla="*/ 2147483647 h 570"/>
                  <a:gd name="T48" fmla="*/ 2147483647 w 276"/>
                  <a:gd name="T49" fmla="*/ 2147483647 h 570"/>
                  <a:gd name="T50" fmla="*/ 2147483647 w 276"/>
                  <a:gd name="T51" fmla="*/ 2147483647 h 570"/>
                  <a:gd name="T52" fmla="*/ 2147483647 w 276"/>
                  <a:gd name="T53" fmla="*/ 2147483647 h 570"/>
                  <a:gd name="T54" fmla="*/ 2147483647 w 276"/>
                  <a:gd name="T55" fmla="*/ 2147483647 h 570"/>
                  <a:gd name="T56" fmla="*/ 2147483647 w 276"/>
                  <a:gd name="T57" fmla="*/ 2147483647 h 570"/>
                  <a:gd name="T58" fmla="*/ 2147483647 w 276"/>
                  <a:gd name="T59" fmla="*/ 2147483647 h 570"/>
                  <a:gd name="T60" fmla="*/ 2147483647 w 276"/>
                  <a:gd name="T61" fmla="*/ 2147483647 h 570"/>
                  <a:gd name="T62" fmla="*/ 2147483647 w 276"/>
                  <a:gd name="T63" fmla="*/ 2147483647 h 570"/>
                  <a:gd name="T64" fmla="*/ 2147483647 w 276"/>
                  <a:gd name="T65" fmla="*/ 2147483647 h 570"/>
                  <a:gd name="T66" fmla="*/ 2147483647 w 276"/>
                  <a:gd name="T67" fmla="*/ 2147483647 h 570"/>
                  <a:gd name="T68" fmla="*/ 2147483647 w 276"/>
                  <a:gd name="T69" fmla="*/ 2147483647 h 570"/>
                  <a:gd name="T70" fmla="*/ 2147483647 w 276"/>
                  <a:gd name="T71" fmla="*/ 2147483647 h 570"/>
                  <a:gd name="T72" fmla="*/ 2147483647 w 276"/>
                  <a:gd name="T73" fmla="*/ 2147483647 h 570"/>
                  <a:gd name="T74" fmla="*/ 2147483647 w 276"/>
                  <a:gd name="T75" fmla="*/ 2147483647 h 570"/>
                  <a:gd name="T76" fmla="*/ 2147483647 w 276"/>
                  <a:gd name="T77" fmla="*/ 2147483647 h 570"/>
                  <a:gd name="T78" fmla="*/ 2147483647 w 276"/>
                  <a:gd name="T79" fmla="*/ 2147483647 h 570"/>
                  <a:gd name="T80" fmla="*/ 2147483647 w 276"/>
                  <a:gd name="T81" fmla="*/ 2147483647 h 570"/>
                  <a:gd name="T82" fmla="*/ 2147483647 w 276"/>
                  <a:gd name="T83" fmla="*/ 2147483647 h 570"/>
                  <a:gd name="T84" fmla="*/ 2147483647 w 276"/>
                  <a:gd name="T85" fmla="*/ 2147483647 h 570"/>
                  <a:gd name="T86" fmla="*/ 2147483647 w 276"/>
                  <a:gd name="T87" fmla="*/ 2147483647 h 570"/>
                  <a:gd name="T88" fmla="*/ 2147483647 w 276"/>
                  <a:gd name="T89" fmla="*/ 0 h 570"/>
                  <a:gd name="T90" fmla="*/ 2147483647 w 276"/>
                  <a:gd name="T91" fmla="*/ 2147483647 h 570"/>
                  <a:gd name="T92" fmla="*/ 2147483647 w 276"/>
                  <a:gd name="T93" fmla="*/ 2147483647 h 570"/>
                  <a:gd name="T94" fmla="*/ 2147483647 w 276"/>
                  <a:gd name="T95" fmla="*/ 2147483647 h 5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76"/>
                  <a:gd name="T145" fmla="*/ 0 h 570"/>
                  <a:gd name="T146" fmla="*/ 276 w 276"/>
                  <a:gd name="T147" fmla="*/ 570 h 57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76" h="570">
                    <a:moveTo>
                      <a:pt x="42" y="60"/>
                    </a:moveTo>
                    <a:lnTo>
                      <a:pt x="60" y="66"/>
                    </a:lnTo>
                    <a:lnTo>
                      <a:pt x="60" y="78"/>
                    </a:lnTo>
                    <a:lnTo>
                      <a:pt x="54" y="90"/>
                    </a:lnTo>
                    <a:lnTo>
                      <a:pt x="54" y="126"/>
                    </a:lnTo>
                    <a:lnTo>
                      <a:pt x="60" y="138"/>
                    </a:lnTo>
                    <a:lnTo>
                      <a:pt x="60" y="180"/>
                    </a:lnTo>
                    <a:lnTo>
                      <a:pt x="54" y="192"/>
                    </a:lnTo>
                    <a:lnTo>
                      <a:pt x="54" y="204"/>
                    </a:lnTo>
                    <a:lnTo>
                      <a:pt x="48" y="210"/>
                    </a:lnTo>
                    <a:lnTo>
                      <a:pt x="48" y="216"/>
                    </a:lnTo>
                    <a:lnTo>
                      <a:pt x="24" y="234"/>
                    </a:lnTo>
                    <a:lnTo>
                      <a:pt x="0" y="258"/>
                    </a:lnTo>
                    <a:lnTo>
                      <a:pt x="0" y="300"/>
                    </a:lnTo>
                    <a:lnTo>
                      <a:pt x="12" y="300"/>
                    </a:lnTo>
                    <a:lnTo>
                      <a:pt x="12" y="330"/>
                    </a:lnTo>
                    <a:lnTo>
                      <a:pt x="24" y="330"/>
                    </a:lnTo>
                    <a:lnTo>
                      <a:pt x="42" y="336"/>
                    </a:lnTo>
                    <a:lnTo>
                      <a:pt x="54" y="348"/>
                    </a:lnTo>
                    <a:lnTo>
                      <a:pt x="54" y="390"/>
                    </a:lnTo>
                    <a:lnTo>
                      <a:pt x="60" y="390"/>
                    </a:lnTo>
                    <a:lnTo>
                      <a:pt x="66" y="396"/>
                    </a:lnTo>
                    <a:lnTo>
                      <a:pt x="90" y="408"/>
                    </a:lnTo>
                    <a:lnTo>
                      <a:pt x="96" y="420"/>
                    </a:lnTo>
                    <a:lnTo>
                      <a:pt x="102" y="426"/>
                    </a:lnTo>
                    <a:lnTo>
                      <a:pt x="108" y="450"/>
                    </a:lnTo>
                    <a:lnTo>
                      <a:pt x="114" y="492"/>
                    </a:lnTo>
                    <a:lnTo>
                      <a:pt x="126" y="540"/>
                    </a:lnTo>
                    <a:lnTo>
                      <a:pt x="138" y="570"/>
                    </a:lnTo>
                    <a:lnTo>
                      <a:pt x="144" y="564"/>
                    </a:lnTo>
                    <a:lnTo>
                      <a:pt x="156" y="564"/>
                    </a:lnTo>
                    <a:lnTo>
                      <a:pt x="186" y="534"/>
                    </a:lnTo>
                    <a:lnTo>
                      <a:pt x="186" y="510"/>
                    </a:lnTo>
                    <a:lnTo>
                      <a:pt x="174" y="486"/>
                    </a:lnTo>
                    <a:lnTo>
                      <a:pt x="174" y="468"/>
                    </a:lnTo>
                    <a:lnTo>
                      <a:pt x="192" y="450"/>
                    </a:lnTo>
                    <a:lnTo>
                      <a:pt x="198" y="450"/>
                    </a:lnTo>
                    <a:lnTo>
                      <a:pt x="204" y="438"/>
                    </a:lnTo>
                    <a:lnTo>
                      <a:pt x="210" y="432"/>
                    </a:lnTo>
                    <a:lnTo>
                      <a:pt x="216" y="420"/>
                    </a:lnTo>
                    <a:lnTo>
                      <a:pt x="222" y="414"/>
                    </a:lnTo>
                    <a:lnTo>
                      <a:pt x="234" y="408"/>
                    </a:lnTo>
                    <a:lnTo>
                      <a:pt x="246" y="408"/>
                    </a:lnTo>
                    <a:lnTo>
                      <a:pt x="270" y="396"/>
                    </a:lnTo>
                    <a:lnTo>
                      <a:pt x="276" y="390"/>
                    </a:lnTo>
                    <a:lnTo>
                      <a:pt x="276" y="384"/>
                    </a:lnTo>
                    <a:lnTo>
                      <a:pt x="264" y="372"/>
                    </a:lnTo>
                    <a:lnTo>
                      <a:pt x="258" y="372"/>
                    </a:lnTo>
                    <a:lnTo>
                      <a:pt x="264" y="330"/>
                    </a:lnTo>
                    <a:lnTo>
                      <a:pt x="252" y="330"/>
                    </a:lnTo>
                    <a:lnTo>
                      <a:pt x="240" y="300"/>
                    </a:lnTo>
                    <a:lnTo>
                      <a:pt x="228" y="294"/>
                    </a:lnTo>
                    <a:lnTo>
                      <a:pt x="222" y="306"/>
                    </a:lnTo>
                    <a:lnTo>
                      <a:pt x="216" y="294"/>
                    </a:lnTo>
                    <a:lnTo>
                      <a:pt x="198" y="294"/>
                    </a:lnTo>
                    <a:lnTo>
                      <a:pt x="186" y="288"/>
                    </a:lnTo>
                    <a:lnTo>
                      <a:pt x="180" y="282"/>
                    </a:lnTo>
                    <a:lnTo>
                      <a:pt x="168" y="276"/>
                    </a:lnTo>
                    <a:lnTo>
                      <a:pt x="168" y="246"/>
                    </a:lnTo>
                    <a:lnTo>
                      <a:pt x="174" y="240"/>
                    </a:lnTo>
                    <a:lnTo>
                      <a:pt x="180" y="240"/>
                    </a:lnTo>
                    <a:lnTo>
                      <a:pt x="234" y="186"/>
                    </a:lnTo>
                    <a:lnTo>
                      <a:pt x="240" y="174"/>
                    </a:lnTo>
                    <a:lnTo>
                      <a:pt x="240" y="156"/>
                    </a:lnTo>
                    <a:lnTo>
                      <a:pt x="234" y="144"/>
                    </a:lnTo>
                    <a:lnTo>
                      <a:pt x="216" y="126"/>
                    </a:lnTo>
                    <a:lnTo>
                      <a:pt x="204" y="120"/>
                    </a:lnTo>
                    <a:lnTo>
                      <a:pt x="198" y="120"/>
                    </a:lnTo>
                    <a:lnTo>
                      <a:pt x="198" y="102"/>
                    </a:lnTo>
                    <a:lnTo>
                      <a:pt x="204" y="90"/>
                    </a:lnTo>
                    <a:lnTo>
                      <a:pt x="204" y="78"/>
                    </a:lnTo>
                    <a:lnTo>
                      <a:pt x="210" y="72"/>
                    </a:lnTo>
                    <a:lnTo>
                      <a:pt x="222" y="66"/>
                    </a:lnTo>
                    <a:lnTo>
                      <a:pt x="228" y="60"/>
                    </a:lnTo>
                    <a:lnTo>
                      <a:pt x="234" y="48"/>
                    </a:lnTo>
                    <a:lnTo>
                      <a:pt x="234" y="36"/>
                    </a:lnTo>
                    <a:lnTo>
                      <a:pt x="240" y="30"/>
                    </a:lnTo>
                    <a:lnTo>
                      <a:pt x="240" y="18"/>
                    </a:lnTo>
                    <a:lnTo>
                      <a:pt x="228" y="18"/>
                    </a:lnTo>
                    <a:lnTo>
                      <a:pt x="222" y="30"/>
                    </a:lnTo>
                    <a:lnTo>
                      <a:pt x="210" y="36"/>
                    </a:lnTo>
                    <a:lnTo>
                      <a:pt x="204" y="48"/>
                    </a:lnTo>
                    <a:lnTo>
                      <a:pt x="192" y="60"/>
                    </a:lnTo>
                    <a:lnTo>
                      <a:pt x="186" y="60"/>
                    </a:lnTo>
                    <a:lnTo>
                      <a:pt x="174" y="54"/>
                    </a:lnTo>
                    <a:lnTo>
                      <a:pt x="162" y="42"/>
                    </a:lnTo>
                    <a:lnTo>
                      <a:pt x="174" y="30"/>
                    </a:lnTo>
                    <a:lnTo>
                      <a:pt x="174" y="24"/>
                    </a:lnTo>
                    <a:lnTo>
                      <a:pt x="180" y="12"/>
                    </a:lnTo>
                    <a:lnTo>
                      <a:pt x="168" y="0"/>
                    </a:lnTo>
                    <a:lnTo>
                      <a:pt x="138" y="0"/>
                    </a:lnTo>
                    <a:lnTo>
                      <a:pt x="126" y="6"/>
                    </a:lnTo>
                    <a:lnTo>
                      <a:pt x="108" y="12"/>
                    </a:lnTo>
                    <a:lnTo>
                      <a:pt x="96" y="18"/>
                    </a:lnTo>
                    <a:lnTo>
                      <a:pt x="84" y="30"/>
                    </a:lnTo>
                    <a:lnTo>
                      <a:pt x="84" y="42"/>
                    </a:lnTo>
                    <a:lnTo>
                      <a:pt x="42"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6" name="Togo" descr="© INSCALE GmbH, 05.05.2010&#10;http://www.presentationload.com/">
                <a:extLst>
                  <a:ext uri="{FF2B5EF4-FFF2-40B4-BE49-F238E27FC236}">
                    <a16:creationId xmlns:a16="http://schemas.microsoft.com/office/drawing/2014/main" id="{5A759544-94F0-4B4F-BFF6-21C77C141451}"/>
                  </a:ext>
                </a:extLst>
              </p:cNvPr>
              <p:cNvSpPr>
                <a:spLocks/>
              </p:cNvSpPr>
              <p:nvPr/>
            </p:nvSpPr>
            <p:spPr bwMode="gray">
              <a:xfrm>
                <a:off x="5719606" y="3766955"/>
                <a:ext cx="59171" cy="169296"/>
              </a:xfrm>
              <a:custGeom>
                <a:avLst/>
                <a:gdLst>
                  <a:gd name="T0" fmla="*/ 2147483647 w 138"/>
                  <a:gd name="T1" fmla="*/ 2147483647 h 402"/>
                  <a:gd name="T2" fmla="*/ 2147483647 w 138"/>
                  <a:gd name="T3" fmla="*/ 2147483647 h 402"/>
                  <a:gd name="T4" fmla="*/ 2147483647 w 138"/>
                  <a:gd name="T5" fmla="*/ 2147483647 h 402"/>
                  <a:gd name="T6" fmla="*/ 2147483647 w 138"/>
                  <a:gd name="T7" fmla="*/ 2147483647 h 402"/>
                  <a:gd name="T8" fmla="*/ 2147483647 w 138"/>
                  <a:gd name="T9" fmla="*/ 2147483647 h 402"/>
                  <a:gd name="T10" fmla="*/ 2147483647 w 138"/>
                  <a:gd name="T11" fmla="*/ 2147483647 h 402"/>
                  <a:gd name="T12" fmla="*/ 2147483647 w 138"/>
                  <a:gd name="T13" fmla="*/ 2147483647 h 402"/>
                  <a:gd name="T14" fmla="*/ 2147483647 w 138"/>
                  <a:gd name="T15" fmla="*/ 2147483647 h 402"/>
                  <a:gd name="T16" fmla="*/ 2147483647 w 138"/>
                  <a:gd name="T17" fmla="*/ 2147483647 h 402"/>
                  <a:gd name="T18" fmla="*/ 2147483647 w 138"/>
                  <a:gd name="T19" fmla="*/ 2147483647 h 402"/>
                  <a:gd name="T20" fmla="*/ 2147483647 w 138"/>
                  <a:gd name="T21" fmla="*/ 2147483647 h 402"/>
                  <a:gd name="T22" fmla="*/ 2147483647 w 138"/>
                  <a:gd name="T23" fmla="*/ 2147483647 h 402"/>
                  <a:gd name="T24" fmla="*/ 2147483647 w 138"/>
                  <a:gd name="T25" fmla="*/ 2147483647 h 402"/>
                  <a:gd name="T26" fmla="*/ 2147483647 w 138"/>
                  <a:gd name="T27" fmla="*/ 2147483647 h 402"/>
                  <a:gd name="T28" fmla="*/ 2147483647 w 138"/>
                  <a:gd name="T29" fmla="*/ 2147483647 h 402"/>
                  <a:gd name="T30" fmla="*/ 2147483647 w 138"/>
                  <a:gd name="T31" fmla="*/ 2147483647 h 402"/>
                  <a:gd name="T32" fmla="*/ 2147483647 w 138"/>
                  <a:gd name="T33" fmla="*/ 0 h 402"/>
                  <a:gd name="T34" fmla="*/ 2147483647 w 138"/>
                  <a:gd name="T35" fmla="*/ 0 h 402"/>
                  <a:gd name="T36" fmla="*/ 2147483647 w 138"/>
                  <a:gd name="T37" fmla="*/ 2147483647 h 402"/>
                  <a:gd name="T38" fmla="*/ 0 w 138"/>
                  <a:gd name="T39" fmla="*/ 2147483647 h 402"/>
                  <a:gd name="T40" fmla="*/ 2147483647 w 138"/>
                  <a:gd name="T41" fmla="*/ 2147483647 h 402"/>
                  <a:gd name="T42" fmla="*/ 2147483647 w 138"/>
                  <a:gd name="T43" fmla="*/ 2147483647 h 402"/>
                  <a:gd name="T44" fmla="*/ 2147483647 w 138"/>
                  <a:gd name="T45" fmla="*/ 2147483647 h 402"/>
                  <a:gd name="T46" fmla="*/ 2147483647 w 138"/>
                  <a:gd name="T47" fmla="*/ 2147483647 h 402"/>
                  <a:gd name="T48" fmla="*/ 2147483647 w 138"/>
                  <a:gd name="T49" fmla="*/ 2147483647 h 402"/>
                  <a:gd name="T50" fmla="*/ 2147483647 w 138"/>
                  <a:gd name="T51" fmla="*/ 2147483647 h 402"/>
                  <a:gd name="T52" fmla="*/ 2147483647 w 138"/>
                  <a:gd name="T53" fmla="*/ 2147483647 h 402"/>
                  <a:gd name="T54" fmla="*/ 2147483647 w 138"/>
                  <a:gd name="T55" fmla="*/ 2147483647 h 402"/>
                  <a:gd name="T56" fmla="*/ 2147483647 w 138"/>
                  <a:gd name="T57" fmla="*/ 2147483647 h 402"/>
                  <a:gd name="T58" fmla="*/ 2147483647 w 138"/>
                  <a:gd name="T59" fmla="*/ 2147483647 h 402"/>
                  <a:gd name="T60" fmla="*/ 2147483647 w 138"/>
                  <a:gd name="T61" fmla="*/ 2147483647 h 402"/>
                  <a:gd name="T62" fmla="*/ 2147483647 w 138"/>
                  <a:gd name="T63" fmla="*/ 2147483647 h 402"/>
                  <a:gd name="T64" fmla="*/ 2147483647 w 138"/>
                  <a:gd name="T65" fmla="*/ 2147483647 h 402"/>
                  <a:gd name="T66" fmla="*/ 2147483647 w 138"/>
                  <a:gd name="T67" fmla="*/ 2147483647 h 402"/>
                  <a:gd name="T68" fmla="*/ 2147483647 w 138"/>
                  <a:gd name="T69" fmla="*/ 2147483647 h 402"/>
                  <a:gd name="T70" fmla="*/ 2147483647 w 138"/>
                  <a:gd name="T71" fmla="*/ 2147483647 h 402"/>
                  <a:gd name="T72" fmla="*/ 2147483647 w 138"/>
                  <a:gd name="T73" fmla="*/ 2147483647 h 402"/>
                  <a:gd name="T74" fmla="*/ 2147483647 w 138"/>
                  <a:gd name="T75" fmla="*/ 2147483647 h 402"/>
                  <a:gd name="T76" fmla="*/ 2147483647 w 138"/>
                  <a:gd name="T77" fmla="*/ 2147483647 h 402"/>
                  <a:gd name="T78" fmla="*/ 2147483647 w 138"/>
                  <a:gd name="T79" fmla="*/ 2147483647 h 402"/>
                  <a:gd name="T80" fmla="*/ 2147483647 w 138"/>
                  <a:gd name="T81" fmla="*/ 2147483647 h 402"/>
                  <a:gd name="T82" fmla="*/ 2147483647 w 138"/>
                  <a:gd name="T83" fmla="*/ 2147483647 h 402"/>
                  <a:gd name="T84" fmla="*/ 2147483647 w 138"/>
                  <a:gd name="T85" fmla="*/ 2147483647 h 402"/>
                  <a:gd name="T86" fmla="*/ 2147483647 w 138"/>
                  <a:gd name="T87" fmla="*/ 2147483647 h 402"/>
                  <a:gd name="T88" fmla="*/ 2147483647 w 138"/>
                  <a:gd name="T89" fmla="*/ 2147483647 h 402"/>
                  <a:gd name="T90" fmla="*/ 2147483647 w 138"/>
                  <a:gd name="T91" fmla="*/ 2147483647 h 402"/>
                  <a:gd name="T92" fmla="*/ 2147483647 w 138"/>
                  <a:gd name="T93" fmla="*/ 2147483647 h 402"/>
                  <a:gd name="T94" fmla="*/ 2147483647 w 138"/>
                  <a:gd name="T95" fmla="*/ 2147483647 h 402"/>
                  <a:gd name="T96" fmla="*/ 2147483647 w 138"/>
                  <a:gd name="T97" fmla="*/ 2147483647 h 402"/>
                  <a:gd name="T98" fmla="*/ 2147483647 w 138"/>
                  <a:gd name="T99" fmla="*/ 2147483647 h 402"/>
                  <a:gd name="T100" fmla="*/ 2147483647 w 138"/>
                  <a:gd name="T101" fmla="*/ 2147483647 h 402"/>
                  <a:gd name="T102" fmla="*/ 2147483647 w 138"/>
                  <a:gd name="T103" fmla="*/ 2147483647 h 4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8"/>
                  <a:gd name="T157" fmla="*/ 0 h 402"/>
                  <a:gd name="T158" fmla="*/ 138 w 138"/>
                  <a:gd name="T159" fmla="*/ 402 h 4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8" h="402">
                    <a:moveTo>
                      <a:pt x="126" y="354"/>
                    </a:moveTo>
                    <a:lnTo>
                      <a:pt x="120" y="288"/>
                    </a:lnTo>
                    <a:lnTo>
                      <a:pt x="132" y="282"/>
                    </a:lnTo>
                    <a:lnTo>
                      <a:pt x="120" y="270"/>
                    </a:lnTo>
                    <a:lnTo>
                      <a:pt x="120" y="210"/>
                    </a:lnTo>
                    <a:lnTo>
                      <a:pt x="132" y="198"/>
                    </a:lnTo>
                    <a:lnTo>
                      <a:pt x="126" y="186"/>
                    </a:lnTo>
                    <a:lnTo>
                      <a:pt x="126" y="156"/>
                    </a:lnTo>
                    <a:lnTo>
                      <a:pt x="120" y="144"/>
                    </a:lnTo>
                    <a:lnTo>
                      <a:pt x="108" y="132"/>
                    </a:lnTo>
                    <a:lnTo>
                      <a:pt x="108" y="90"/>
                    </a:lnTo>
                    <a:lnTo>
                      <a:pt x="78" y="60"/>
                    </a:lnTo>
                    <a:lnTo>
                      <a:pt x="66" y="54"/>
                    </a:lnTo>
                    <a:lnTo>
                      <a:pt x="66" y="24"/>
                    </a:lnTo>
                    <a:lnTo>
                      <a:pt x="72" y="6"/>
                    </a:lnTo>
                    <a:lnTo>
                      <a:pt x="54" y="6"/>
                    </a:lnTo>
                    <a:lnTo>
                      <a:pt x="30" y="0"/>
                    </a:lnTo>
                    <a:lnTo>
                      <a:pt x="12" y="0"/>
                    </a:lnTo>
                    <a:lnTo>
                      <a:pt x="12" y="18"/>
                    </a:lnTo>
                    <a:lnTo>
                      <a:pt x="0" y="30"/>
                    </a:lnTo>
                    <a:lnTo>
                      <a:pt x="36" y="54"/>
                    </a:lnTo>
                    <a:lnTo>
                      <a:pt x="24" y="132"/>
                    </a:lnTo>
                    <a:lnTo>
                      <a:pt x="36" y="120"/>
                    </a:lnTo>
                    <a:lnTo>
                      <a:pt x="42" y="120"/>
                    </a:lnTo>
                    <a:lnTo>
                      <a:pt x="48" y="126"/>
                    </a:lnTo>
                    <a:lnTo>
                      <a:pt x="48" y="150"/>
                    </a:lnTo>
                    <a:lnTo>
                      <a:pt x="42" y="162"/>
                    </a:lnTo>
                    <a:lnTo>
                      <a:pt x="54" y="174"/>
                    </a:lnTo>
                    <a:lnTo>
                      <a:pt x="54" y="180"/>
                    </a:lnTo>
                    <a:lnTo>
                      <a:pt x="48" y="180"/>
                    </a:lnTo>
                    <a:lnTo>
                      <a:pt x="36" y="192"/>
                    </a:lnTo>
                    <a:lnTo>
                      <a:pt x="42" y="198"/>
                    </a:lnTo>
                    <a:lnTo>
                      <a:pt x="54" y="204"/>
                    </a:lnTo>
                    <a:lnTo>
                      <a:pt x="60" y="210"/>
                    </a:lnTo>
                    <a:lnTo>
                      <a:pt x="60" y="222"/>
                    </a:lnTo>
                    <a:lnTo>
                      <a:pt x="54" y="228"/>
                    </a:lnTo>
                    <a:lnTo>
                      <a:pt x="54" y="270"/>
                    </a:lnTo>
                    <a:lnTo>
                      <a:pt x="48" y="276"/>
                    </a:lnTo>
                    <a:lnTo>
                      <a:pt x="48" y="294"/>
                    </a:lnTo>
                    <a:lnTo>
                      <a:pt x="54" y="294"/>
                    </a:lnTo>
                    <a:lnTo>
                      <a:pt x="60" y="300"/>
                    </a:lnTo>
                    <a:lnTo>
                      <a:pt x="60" y="312"/>
                    </a:lnTo>
                    <a:lnTo>
                      <a:pt x="54" y="324"/>
                    </a:lnTo>
                    <a:lnTo>
                      <a:pt x="54" y="336"/>
                    </a:lnTo>
                    <a:lnTo>
                      <a:pt x="66" y="378"/>
                    </a:lnTo>
                    <a:lnTo>
                      <a:pt x="96" y="402"/>
                    </a:lnTo>
                    <a:lnTo>
                      <a:pt x="108" y="396"/>
                    </a:lnTo>
                    <a:lnTo>
                      <a:pt x="120" y="384"/>
                    </a:lnTo>
                    <a:lnTo>
                      <a:pt x="138" y="384"/>
                    </a:lnTo>
                    <a:lnTo>
                      <a:pt x="138" y="372"/>
                    </a:lnTo>
                    <a:lnTo>
                      <a:pt x="126" y="360"/>
                    </a:lnTo>
                    <a:lnTo>
                      <a:pt x="126" y="3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7" name="Tanzania" descr="© INSCALE GmbH, 05.05.2010&#10;http://www.presentationload.com/">
                <a:extLst>
                  <a:ext uri="{FF2B5EF4-FFF2-40B4-BE49-F238E27FC236}">
                    <a16:creationId xmlns:a16="http://schemas.microsoft.com/office/drawing/2014/main" id="{E94F2F7C-C2DB-1C4A-B2B0-33E0532D5CD4}"/>
                  </a:ext>
                </a:extLst>
              </p:cNvPr>
              <p:cNvSpPr>
                <a:spLocks noEditPoints="1"/>
              </p:cNvSpPr>
              <p:nvPr/>
            </p:nvSpPr>
            <p:spPr bwMode="gray">
              <a:xfrm>
                <a:off x="6608815" y="4176220"/>
                <a:ext cx="322153" cy="364887"/>
              </a:xfrm>
              <a:custGeom>
                <a:avLst/>
                <a:gdLst>
                  <a:gd name="T0" fmla="*/ 2147483647 w 768"/>
                  <a:gd name="T1" fmla="*/ 2147483647 h 870"/>
                  <a:gd name="T2" fmla="*/ 2147483647 w 768"/>
                  <a:gd name="T3" fmla="*/ 2147483647 h 870"/>
                  <a:gd name="T4" fmla="*/ 2147483647 w 768"/>
                  <a:gd name="T5" fmla="*/ 2147483647 h 870"/>
                  <a:gd name="T6" fmla="*/ 2147483647 w 768"/>
                  <a:gd name="T7" fmla="*/ 2147483647 h 870"/>
                  <a:gd name="T8" fmla="*/ 2147483647 w 768"/>
                  <a:gd name="T9" fmla="*/ 2147483647 h 870"/>
                  <a:gd name="T10" fmla="*/ 2147483647 w 768"/>
                  <a:gd name="T11" fmla="*/ 2147483647 h 870"/>
                  <a:gd name="T12" fmla="*/ 2147483647 w 768"/>
                  <a:gd name="T13" fmla="*/ 2147483647 h 870"/>
                  <a:gd name="T14" fmla="*/ 2147483647 w 768"/>
                  <a:gd name="T15" fmla="*/ 2147483647 h 870"/>
                  <a:gd name="T16" fmla="*/ 2147483647 w 768"/>
                  <a:gd name="T17" fmla="*/ 2147483647 h 870"/>
                  <a:gd name="T18" fmla="*/ 2147483647 w 768"/>
                  <a:gd name="T19" fmla="*/ 2147483647 h 870"/>
                  <a:gd name="T20" fmla="*/ 2147483647 w 768"/>
                  <a:gd name="T21" fmla="*/ 2147483647 h 870"/>
                  <a:gd name="T22" fmla="*/ 2147483647 w 768"/>
                  <a:gd name="T23" fmla="*/ 2147483647 h 870"/>
                  <a:gd name="T24" fmla="*/ 2147483647 w 768"/>
                  <a:gd name="T25" fmla="*/ 2147483647 h 870"/>
                  <a:gd name="T26" fmla="*/ 2147483647 w 768"/>
                  <a:gd name="T27" fmla="*/ 2147483647 h 870"/>
                  <a:gd name="T28" fmla="*/ 2147483647 w 768"/>
                  <a:gd name="T29" fmla="*/ 2147483647 h 870"/>
                  <a:gd name="T30" fmla="*/ 2147483647 w 768"/>
                  <a:gd name="T31" fmla="*/ 2147483647 h 870"/>
                  <a:gd name="T32" fmla="*/ 2147483647 w 768"/>
                  <a:gd name="T33" fmla="*/ 2147483647 h 870"/>
                  <a:gd name="T34" fmla="*/ 2147483647 w 768"/>
                  <a:gd name="T35" fmla="*/ 2147483647 h 870"/>
                  <a:gd name="T36" fmla="*/ 2147483647 w 768"/>
                  <a:gd name="T37" fmla="*/ 2147483647 h 870"/>
                  <a:gd name="T38" fmla="*/ 2147483647 w 768"/>
                  <a:gd name="T39" fmla="*/ 2147483647 h 870"/>
                  <a:gd name="T40" fmla="*/ 2147483647 w 768"/>
                  <a:gd name="T41" fmla="*/ 2147483647 h 870"/>
                  <a:gd name="T42" fmla="*/ 2147483647 w 768"/>
                  <a:gd name="T43" fmla="*/ 2147483647 h 870"/>
                  <a:gd name="T44" fmla="*/ 2147483647 w 768"/>
                  <a:gd name="T45" fmla="*/ 2147483647 h 870"/>
                  <a:gd name="T46" fmla="*/ 2147483647 w 768"/>
                  <a:gd name="T47" fmla="*/ 2147483647 h 870"/>
                  <a:gd name="T48" fmla="*/ 2147483647 w 768"/>
                  <a:gd name="T49" fmla="*/ 2147483647 h 870"/>
                  <a:gd name="T50" fmla="*/ 2147483647 w 768"/>
                  <a:gd name="T51" fmla="*/ 2147483647 h 870"/>
                  <a:gd name="T52" fmla="*/ 2147483647 w 768"/>
                  <a:gd name="T53" fmla="*/ 2147483647 h 870"/>
                  <a:gd name="T54" fmla="*/ 2147483647 w 768"/>
                  <a:gd name="T55" fmla="*/ 2147483647 h 870"/>
                  <a:gd name="T56" fmla="*/ 2147483647 w 768"/>
                  <a:gd name="T57" fmla="*/ 2147483647 h 870"/>
                  <a:gd name="T58" fmla="*/ 2147483647 w 768"/>
                  <a:gd name="T59" fmla="*/ 2147483647 h 870"/>
                  <a:gd name="T60" fmla="*/ 2147483647 w 768"/>
                  <a:gd name="T61" fmla="*/ 2147483647 h 870"/>
                  <a:gd name="T62" fmla="*/ 2147483647 w 768"/>
                  <a:gd name="T63" fmla="*/ 2147483647 h 870"/>
                  <a:gd name="T64" fmla="*/ 2147483647 w 768"/>
                  <a:gd name="T65" fmla="*/ 2147483647 h 870"/>
                  <a:gd name="T66" fmla="*/ 2147483647 w 768"/>
                  <a:gd name="T67" fmla="*/ 2147483647 h 870"/>
                  <a:gd name="T68" fmla="*/ 2147483647 w 768"/>
                  <a:gd name="T69" fmla="*/ 2147483647 h 870"/>
                  <a:gd name="T70" fmla="*/ 2147483647 w 768"/>
                  <a:gd name="T71" fmla="*/ 2147483647 h 870"/>
                  <a:gd name="T72" fmla="*/ 2147483647 w 768"/>
                  <a:gd name="T73" fmla="*/ 2147483647 h 870"/>
                  <a:gd name="T74" fmla="*/ 2147483647 w 768"/>
                  <a:gd name="T75" fmla="*/ 2147483647 h 870"/>
                  <a:gd name="T76" fmla="*/ 2147483647 w 768"/>
                  <a:gd name="T77" fmla="*/ 2147483647 h 870"/>
                  <a:gd name="T78" fmla="*/ 2147483647 w 768"/>
                  <a:gd name="T79" fmla="*/ 2147483647 h 870"/>
                  <a:gd name="T80" fmla="*/ 2147483647 w 768"/>
                  <a:gd name="T81" fmla="*/ 2147483647 h 870"/>
                  <a:gd name="T82" fmla="*/ 2147483647 w 768"/>
                  <a:gd name="T83" fmla="*/ 2147483647 h 870"/>
                  <a:gd name="T84" fmla="*/ 2147483647 w 768"/>
                  <a:gd name="T85" fmla="*/ 2147483647 h 870"/>
                  <a:gd name="T86" fmla="*/ 2147483647 w 768"/>
                  <a:gd name="T87" fmla="*/ 2147483647 h 870"/>
                  <a:gd name="T88" fmla="*/ 2147483647 w 768"/>
                  <a:gd name="T89" fmla="*/ 2147483647 h 870"/>
                  <a:gd name="T90" fmla="*/ 2147483647 w 768"/>
                  <a:gd name="T91" fmla="*/ 2147483647 h 870"/>
                  <a:gd name="T92" fmla="*/ 2147483647 w 768"/>
                  <a:gd name="T93" fmla="*/ 2147483647 h 870"/>
                  <a:gd name="T94" fmla="*/ 2147483647 w 768"/>
                  <a:gd name="T95" fmla="*/ 2147483647 h 870"/>
                  <a:gd name="T96" fmla="*/ 2147483647 w 768"/>
                  <a:gd name="T97" fmla="*/ 2147483647 h 870"/>
                  <a:gd name="T98" fmla="*/ 2147483647 w 768"/>
                  <a:gd name="T99" fmla="*/ 2147483647 h 870"/>
                  <a:gd name="T100" fmla="*/ 2147483647 w 768"/>
                  <a:gd name="T101" fmla="*/ 2147483647 h 870"/>
                  <a:gd name="T102" fmla="*/ 2147483647 w 768"/>
                  <a:gd name="T103" fmla="*/ 2147483647 h 87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68"/>
                  <a:gd name="T157" fmla="*/ 0 h 870"/>
                  <a:gd name="T158" fmla="*/ 768 w 768"/>
                  <a:gd name="T159" fmla="*/ 870 h 87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68" h="870">
                    <a:moveTo>
                      <a:pt x="762" y="744"/>
                    </a:moveTo>
                    <a:lnTo>
                      <a:pt x="750" y="744"/>
                    </a:lnTo>
                    <a:lnTo>
                      <a:pt x="744" y="738"/>
                    </a:lnTo>
                    <a:lnTo>
                      <a:pt x="732" y="732"/>
                    </a:lnTo>
                    <a:lnTo>
                      <a:pt x="720" y="720"/>
                    </a:lnTo>
                    <a:lnTo>
                      <a:pt x="720" y="708"/>
                    </a:lnTo>
                    <a:lnTo>
                      <a:pt x="714" y="690"/>
                    </a:lnTo>
                    <a:lnTo>
                      <a:pt x="714" y="654"/>
                    </a:lnTo>
                    <a:lnTo>
                      <a:pt x="690" y="612"/>
                    </a:lnTo>
                    <a:lnTo>
                      <a:pt x="702" y="564"/>
                    </a:lnTo>
                    <a:lnTo>
                      <a:pt x="684" y="540"/>
                    </a:lnTo>
                    <a:lnTo>
                      <a:pt x="690" y="528"/>
                    </a:lnTo>
                    <a:lnTo>
                      <a:pt x="696" y="522"/>
                    </a:lnTo>
                    <a:lnTo>
                      <a:pt x="708" y="498"/>
                    </a:lnTo>
                    <a:lnTo>
                      <a:pt x="708" y="480"/>
                    </a:lnTo>
                    <a:lnTo>
                      <a:pt x="702" y="474"/>
                    </a:lnTo>
                    <a:lnTo>
                      <a:pt x="690" y="468"/>
                    </a:lnTo>
                    <a:lnTo>
                      <a:pt x="672" y="456"/>
                    </a:lnTo>
                    <a:lnTo>
                      <a:pt x="660" y="450"/>
                    </a:lnTo>
                    <a:lnTo>
                      <a:pt x="654" y="438"/>
                    </a:lnTo>
                    <a:lnTo>
                      <a:pt x="654" y="426"/>
                    </a:lnTo>
                    <a:lnTo>
                      <a:pt x="660" y="414"/>
                    </a:lnTo>
                    <a:lnTo>
                      <a:pt x="666" y="396"/>
                    </a:lnTo>
                    <a:lnTo>
                      <a:pt x="666" y="384"/>
                    </a:lnTo>
                    <a:lnTo>
                      <a:pt x="672" y="366"/>
                    </a:lnTo>
                    <a:lnTo>
                      <a:pt x="678" y="354"/>
                    </a:lnTo>
                    <a:lnTo>
                      <a:pt x="678" y="330"/>
                    </a:lnTo>
                    <a:lnTo>
                      <a:pt x="684" y="318"/>
                    </a:lnTo>
                    <a:lnTo>
                      <a:pt x="684" y="300"/>
                    </a:lnTo>
                    <a:lnTo>
                      <a:pt x="570" y="192"/>
                    </a:lnTo>
                    <a:lnTo>
                      <a:pt x="576" y="186"/>
                    </a:lnTo>
                    <a:lnTo>
                      <a:pt x="582" y="186"/>
                    </a:lnTo>
                    <a:lnTo>
                      <a:pt x="588" y="180"/>
                    </a:lnTo>
                    <a:lnTo>
                      <a:pt x="588" y="174"/>
                    </a:lnTo>
                    <a:lnTo>
                      <a:pt x="576" y="162"/>
                    </a:lnTo>
                    <a:lnTo>
                      <a:pt x="324" y="6"/>
                    </a:lnTo>
                    <a:lnTo>
                      <a:pt x="312" y="6"/>
                    </a:lnTo>
                    <a:lnTo>
                      <a:pt x="312" y="18"/>
                    </a:lnTo>
                    <a:lnTo>
                      <a:pt x="318" y="24"/>
                    </a:lnTo>
                    <a:lnTo>
                      <a:pt x="318" y="36"/>
                    </a:lnTo>
                    <a:lnTo>
                      <a:pt x="294" y="48"/>
                    </a:lnTo>
                    <a:lnTo>
                      <a:pt x="276" y="66"/>
                    </a:lnTo>
                    <a:lnTo>
                      <a:pt x="264" y="84"/>
                    </a:lnTo>
                    <a:lnTo>
                      <a:pt x="264" y="90"/>
                    </a:lnTo>
                    <a:lnTo>
                      <a:pt x="270" y="96"/>
                    </a:lnTo>
                    <a:lnTo>
                      <a:pt x="294" y="96"/>
                    </a:lnTo>
                    <a:lnTo>
                      <a:pt x="306" y="90"/>
                    </a:lnTo>
                    <a:lnTo>
                      <a:pt x="312" y="90"/>
                    </a:lnTo>
                    <a:lnTo>
                      <a:pt x="306" y="96"/>
                    </a:lnTo>
                    <a:lnTo>
                      <a:pt x="294" y="102"/>
                    </a:lnTo>
                    <a:lnTo>
                      <a:pt x="276" y="120"/>
                    </a:lnTo>
                    <a:lnTo>
                      <a:pt x="270" y="120"/>
                    </a:lnTo>
                    <a:lnTo>
                      <a:pt x="264" y="114"/>
                    </a:lnTo>
                    <a:lnTo>
                      <a:pt x="252" y="108"/>
                    </a:lnTo>
                    <a:lnTo>
                      <a:pt x="246" y="108"/>
                    </a:lnTo>
                    <a:lnTo>
                      <a:pt x="234" y="120"/>
                    </a:lnTo>
                    <a:lnTo>
                      <a:pt x="234" y="138"/>
                    </a:lnTo>
                    <a:lnTo>
                      <a:pt x="246" y="150"/>
                    </a:lnTo>
                    <a:lnTo>
                      <a:pt x="216" y="150"/>
                    </a:lnTo>
                    <a:lnTo>
                      <a:pt x="216" y="138"/>
                    </a:lnTo>
                    <a:lnTo>
                      <a:pt x="222" y="132"/>
                    </a:lnTo>
                    <a:lnTo>
                      <a:pt x="222" y="126"/>
                    </a:lnTo>
                    <a:lnTo>
                      <a:pt x="228" y="114"/>
                    </a:lnTo>
                    <a:lnTo>
                      <a:pt x="210" y="120"/>
                    </a:lnTo>
                    <a:lnTo>
                      <a:pt x="192" y="102"/>
                    </a:lnTo>
                    <a:lnTo>
                      <a:pt x="186" y="102"/>
                    </a:lnTo>
                    <a:lnTo>
                      <a:pt x="174" y="114"/>
                    </a:lnTo>
                    <a:lnTo>
                      <a:pt x="174" y="132"/>
                    </a:lnTo>
                    <a:lnTo>
                      <a:pt x="168" y="138"/>
                    </a:lnTo>
                    <a:lnTo>
                      <a:pt x="162" y="138"/>
                    </a:lnTo>
                    <a:lnTo>
                      <a:pt x="156" y="132"/>
                    </a:lnTo>
                    <a:lnTo>
                      <a:pt x="156" y="48"/>
                    </a:lnTo>
                    <a:lnTo>
                      <a:pt x="162" y="36"/>
                    </a:lnTo>
                    <a:lnTo>
                      <a:pt x="162" y="24"/>
                    </a:lnTo>
                    <a:lnTo>
                      <a:pt x="168" y="12"/>
                    </a:lnTo>
                    <a:lnTo>
                      <a:pt x="168" y="6"/>
                    </a:lnTo>
                    <a:lnTo>
                      <a:pt x="78" y="0"/>
                    </a:lnTo>
                    <a:lnTo>
                      <a:pt x="72" y="24"/>
                    </a:lnTo>
                    <a:lnTo>
                      <a:pt x="78" y="30"/>
                    </a:lnTo>
                    <a:lnTo>
                      <a:pt x="84" y="42"/>
                    </a:lnTo>
                    <a:lnTo>
                      <a:pt x="90" y="48"/>
                    </a:lnTo>
                    <a:lnTo>
                      <a:pt x="90" y="66"/>
                    </a:lnTo>
                    <a:lnTo>
                      <a:pt x="96" y="72"/>
                    </a:lnTo>
                    <a:lnTo>
                      <a:pt x="96" y="96"/>
                    </a:lnTo>
                    <a:lnTo>
                      <a:pt x="78" y="114"/>
                    </a:lnTo>
                    <a:lnTo>
                      <a:pt x="66" y="114"/>
                    </a:lnTo>
                    <a:lnTo>
                      <a:pt x="66" y="126"/>
                    </a:lnTo>
                    <a:lnTo>
                      <a:pt x="60" y="138"/>
                    </a:lnTo>
                    <a:lnTo>
                      <a:pt x="60" y="156"/>
                    </a:lnTo>
                    <a:lnTo>
                      <a:pt x="66" y="156"/>
                    </a:lnTo>
                    <a:lnTo>
                      <a:pt x="72" y="162"/>
                    </a:lnTo>
                    <a:lnTo>
                      <a:pt x="90" y="162"/>
                    </a:lnTo>
                    <a:lnTo>
                      <a:pt x="90" y="180"/>
                    </a:lnTo>
                    <a:lnTo>
                      <a:pt x="78" y="186"/>
                    </a:lnTo>
                    <a:lnTo>
                      <a:pt x="84" y="198"/>
                    </a:lnTo>
                    <a:lnTo>
                      <a:pt x="72" y="198"/>
                    </a:lnTo>
                    <a:lnTo>
                      <a:pt x="54" y="216"/>
                    </a:lnTo>
                    <a:lnTo>
                      <a:pt x="48" y="228"/>
                    </a:lnTo>
                    <a:lnTo>
                      <a:pt x="48" y="246"/>
                    </a:lnTo>
                    <a:lnTo>
                      <a:pt x="42" y="258"/>
                    </a:lnTo>
                    <a:lnTo>
                      <a:pt x="30" y="270"/>
                    </a:lnTo>
                    <a:lnTo>
                      <a:pt x="6" y="282"/>
                    </a:lnTo>
                    <a:lnTo>
                      <a:pt x="0" y="294"/>
                    </a:lnTo>
                    <a:lnTo>
                      <a:pt x="6" y="306"/>
                    </a:lnTo>
                    <a:lnTo>
                      <a:pt x="18" y="318"/>
                    </a:lnTo>
                    <a:lnTo>
                      <a:pt x="18" y="330"/>
                    </a:lnTo>
                    <a:lnTo>
                      <a:pt x="12" y="342"/>
                    </a:lnTo>
                    <a:lnTo>
                      <a:pt x="12" y="348"/>
                    </a:lnTo>
                    <a:lnTo>
                      <a:pt x="18" y="354"/>
                    </a:lnTo>
                    <a:lnTo>
                      <a:pt x="18" y="366"/>
                    </a:lnTo>
                    <a:lnTo>
                      <a:pt x="24" y="378"/>
                    </a:lnTo>
                    <a:lnTo>
                      <a:pt x="24" y="396"/>
                    </a:lnTo>
                    <a:lnTo>
                      <a:pt x="18" y="402"/>
                    </a:lnTo>
                    <a:lnTo>
                      <a:pt x="18" y="432"/>
                    </a:lnTo>
                    <a:lnTo>
                      <a:pt x="30" y="444"/>
                    </a:lnTo>
                    <a:lnTo>
                      <a:pt x="36" y="444"/>
                    </a:lnTo>
                    <a:lnTo>
                      <a:pt x="48" y="450"/>
                    </a:lnTo>
                    <a:lnTo>
                      <a:pt x="72" y="474"/>
                    </a:lnTo>
                    <a:lnTo>
                      <a:pt x="78" y="486"/>
                    </a:lnTo>
                    <a:lnTo>
                      <a:pt x="78" y="546"/>
                    </a:lnTo>
                    <a:lnTo>
                      <a:pt x="84" y="558"/>
                    </a:lnTo>
                    <a:lnTo>
                      <a:pt x="114" y="594"/>
                    </a:lnTo>
                    <a:lnTo>
                      <a:pt x="114" y="600"/>
                    </a:lnTo>
                    <a:lnTo>
                      <a:pt x="108" y="612"/>
                    </a:lnTo>
                    <a:lnTo>
                      <a:pt x="108" y="618"/>
                    </a:lnTo>
                    <a:lnTo>
                      <a:pt x="126" y="618"/>
                    </a:lnTo>
                    <a:lnTo>
                      <a:pt x="138" y="612"/>
                    </a:lnTo>
                    <a:lnTo>
                      <a:pt x="138" y="630"/>
                    </a:lnTo>
                    <a:lnTo>
                      <a:pt x="144" y="636"/>
                    </a:lnTo>
                    <a:lnTo>
                      <a:pt x="162" y="636"/>
                    </a:lnTo>
                    <a:lnTo>
                      <a:pt x="180" y="654"/>
                    </a:lnTo>
                    <a:lnTo>
                      <a:pt x="192" y="654"/>
                    </a:lnTo>
                    <a:lnTo>
                      <a:pt x="204" y="648"/>
                    </a:lnTo>
                    <a:lnTo>
                      <a:pt x="204" y="666"/>
                    </a:lnTo>
                    <a:lnTo>
                      <a:pt x="222" y="666"/>
                    </a:lnTo>
                    <a:lnTo>
                      <a:pt x="240" y="678"/>
                    </a:lnTo>
                    <a:lnTo>
                      <a:pt x="264" y="678"/>
                    </a:lnTo>
                    <a:lnTo>
                      <a:pt x="270" y="696"/>
                    </a:lnTo>
                    <a:lnTo>
                      <a:pt x="300" y="696"/>
                    </a:lnTo>
                    <a:lnTo>
                      <a:pt x="300" y="690"/>
                    </a:lnTo>
                    <a:lnTo>
                      <a:pt x="312" y="678"/>
                    </a:lnTo>
                    <a:lnTo>
                      <a:pt x="318" y="684"/>
                    </a:lnTo>
                    <a:lnTo>
                      <a:pt x="330" y="690"/>
                    </a:lnTo>
                    <a:lnTo>
                      <a:pt x="336" y="702"/>
                    </a:lnTo>
                    <a:lnTo>
                      <a:pt x="348" y="714"/>
                    </a:lnTo>
                    <a:lnTo>
                      <a:pt x="348" y="774"/>
                    </a:lnTo>
                    <a:lnTo>
                      <a:pt x="354" y="774"/>
                    </a:lnTo>
                    <a:lnTo>
                      <a:pt x="360" y="780"/>
                    </a:lnTo>
                    <a:lnTo>
                      <a:pt x="360" y="792"/>
                    </a:lnTo>
                    <a:lnTo>
                      <a:pt x="354" y="798"/>
                    </a:lnTo>
                    <a:lnTo>
                      <a:pt x="354" y="804"/>
                    </a:lnTo>
                    <a:lnTo>
                      <a:pt x="348" y="810"/>
                    </a:lnTo>
                    <a:lnTo>
                      <a:pt x="348" y="816"/>
                    </a:lnTo>
                    <a:lnTo>
                      <a:pt x="366" y="834"/>
                    </a:lnTo>
                    <a:lnTo>
                      <a:pt x="378" y="840"/>
                    </a:lnTo>
                    <a:lnTo>
                      <a:pt x="372" y="858"/>
                    </a:lnTo>
                    <a:lnTo>
                      <a:pt x="408" y="858"/>
                    </a:lnTo>
                    <a:lnTo>
                      <a:pt x="414" y="852"/>
                    </a:lnTo>
                    <a:lnTo>
                      <a:pt x="420" y="852"/>
                    </a:lnTo>
                    <a:lnTo>
                      <a:pt x="432" y="840"/>
                    </a:lnTo>
                    <a:lnTo>
                      <a:pt x="444" y="840"/>
                    </a:lnTo>
                    <a:lnTo>
                      <a:pt x="456" y="846"/>
                    </a:lnTo>
                    <a:lnTo>
                      <a:pt x="462" y="858"/>
                    </a:lnTo>
                    <a:lnTo>
                      <a:pt x="474" y="864"/>
                    </a:lnTo>
                    <a:lnTo>
                      <a:pt x="480" y="870"/>
                    </a:lnTo>
                    <a:lnTo>
                      <a:pt x="492" y="870"/>
                    </a:lnTo>
                    <a:lnTo>
                      <a:pt x="510" y="852"/>
                    </a:lnTo>
                    <a:lnTo>
                      <a:pt x="516" y="852"/>
                    </a:lnTo>
                    <a:lnTo>
                      <a:pt x="522" y="858"/>
                    </a:lnTo>
                    <a:lnTo>
                      <a:pt x="534" y="864"/>
                    </a:lnTo>
                    <a:lnTo>
                      <a:pt x="552" y="864"/>
                    </a:lnTo>
                    <a:lnTo>
                      <a:pt x="564" y="852"/>
                    </a:lnTo>
                    <a:lnTo>
                      <a:pt x="576" y="846"/>
                    </a:lnTo>
                    <a:lnTo>
                      <a:pt x="582" y="834"/>
                    </a:lnTo>
                    <a:lnTo>
                      <a:pt x="588" y="828"/>
                    </a:lnTo>
                    <a:lnTo>
                      <a:pt x="612" y="828"/>
                    </a:lnTo>
                    <a:lnTo>
                      <a:pt x="618" y="834"/>
                    </a:lnTo>
                    <a:lnTo>
                      <a:pt x="618" y="840"/>
                    </a:lnTo>
                    <a:lnTo>
                      <a:pt x="630" y="840"/>
                    </a:lnTo>
                    <a:lnTo>
                      <a:pt x="642" y="834"/>
                    </a:lnTo>
                    <a:lnTo>
                      <a:pt x="654" y="822"/>
                    </a:lnTo>
                    <a:lnTo>
                      <a:pt x="660" y="822"/>
                    </a:lnTo>
                    <a:lnTo>
                      <a:pt x="690" y="816"/>
                    </a:lnTo>
                    <a:lnTo>
                      <a:pt x="768" y="762"/>
                    </a:lnTo>
                    <a:lnTo>
                      <a:pt x="762" y="744"/>
                    </a:lnTo>
                    <a:close/>
                    <a:moveTo>
                      <a:pt x="726" y="360"/>
                    </a:moveTo>
                    <a:lnTo>
                      <a:pt x="732" y="354"/>
                    </a:lnTo>
                    <a:lnTo>
                      <a:pt x="732" y="324"/>
                    </a:lnTo>
                    <a:lnTo>
                      <a:pt x="720" y="312"/>
                    </a:lnTo>
                    <a:lnTo>
                      <a:pt x="714" y="312"/>
                    </a:lnTo>
                    <a:lnTo>
                      <a:pt x="708" y="318"/>
                    </a:lnTo>
                    <a:lnTo>
                      <a:pt x="708" y="348"/>
                    </a:lnTo>
                    <a:lnTo>
                      <a:pt x="714" y="354"/>
                    </a:lnTo>
                    <a:lnTo>
                      <a:pt x="726" y="360"/>
                    </a:lnTo>
                    <a:close/>
                    <a:moveTo>
                      <a:pt x="678" y="420"/>
                    </a:moveTo>
                    <a:lnTo>
                      <a:pt x="690" y="426"/>
                    </a:lnTo>
                    <a:lnTo>
                      <a:pt x="696" y="438"/>
                    </a:lnTo>
                    <a:lnTo>
                      <a:pt x="708" y="444"/>
                    </a:lnTo>
                    <a:lnTo>
                      <a:pt x="720" y="444"/>
                    </a:lnTo>
                    <a:lnTo>
                      <a:pt x="726" y="438"/>
                    </a:lnTo>
                    <a:lnTo>
                      <a:pt x="720" y="432"/>
                    </a:lnTo>
                    <a:lnTo>
                      <a:pt x="720" y="426"/>
                    </a:lnTo>
                    <a:lnTo>
                      <a:pt x="708" y="414"/>
                    </a:lnTo>
                    <a:lnTo>
                      <a:pt x="708" y="390"/>
                    </a:lnTo>
                    <a:lnTo>
                      <a:pt x="702" y="378"/>
                    </a:lnTo>
                    <a:lnTo>
                      <a:pt x="684" y="378"/>
                    </a:lnTo>
                    <a:lnTo>
                      <a:pt x="678" y="384"/>
                    </a:lnTo>
                    <a:lnTo>
                      <a:pt x="678" y="4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8" name="Swaziland" descr="© INSCALE GmbH, 05.05.2010&#10;http://www.presentationload.com/">
                <a:extLst>
                  <a:ext uri="{FF2B5EF4-FFF2-40B4-BE49-F238E27FC236}">
                    <a16:creationId xmlns:a16="http://schemas.microsoft.com/office/drawing/2014/main" id="{61B7CC9C-6603-224A-B1D5-016E06B0E5FE}"/>
                  </a:ext>
                </a:extLst>
              </p:cNvPr>
              <p:cNvSpPr>
                <a:spLocks/>
              </p:cNvSpPr>
              <p:nvPr/>
            </p:nvSpPr>
            <p:spPr bwMode="gray">
              <a:xfrm>
                <a:off x="6628538" y="5012834"/>
                <a:ext cx="42735" cy="55884"/>
              </a:xfrm>
              <a:custGeom>
                <a:avLst/>
                <a:gdLst>
                  <a:gd name="T0" fmla="*/ 2147483647 w 102"/>
                  <a:gd name="T1" fmla="*/ 2147483647 h 132"/>
                  <a:gd name="T2" fmla="*/ 2147483647 w 102"/>
                  <a:gd name="T3" fmla="*/ 2147483647 h 132"/>
                  <a:gd name="T4" fmla="*/ 2147483647 w 102"/>
                  <a:gd name="T5" fmla="*/ 2147483647 h 132"/>
                  <a:gd name="T6" fmla="*/ 2147483647 w 102"/>
                  <a:gd name="T7" fmla="*/ 2147483647 h 132"/>
                  <a:gd name="T8" fmla="*/ 2147483647 w 102"/>
                  <a:gd name="T9" fmla="*/ 2147483647 h 132"/>
                  <a:gd name="T10" fmla="*/ 2147483647 w 102"/>
                  <a:gd name="T11" fmla="*/ 0 h 132"/>
                  <a:gd name="T12" fmla="*/ 2147483647 w 102"/>
                  <a:gd name="T13" fmla="*/ 0 h 132"/>
                  <a:gd name="T14" fmla="*/ 2147483647 w 102"/>
                  <a:gd name="T15" fmla="*/ 2147483647 h 132"/>
                  <a:gd name="T16" fmla="*/ 2147483647 w 102"/>
                  <a:gd name="T17" fmla="*/ 2147483647 h 132"/>
                  <a:gd name="T18" fmla="*/ 2147483647 w 102"/>
                  <a:gd name="T19" fmla="*/ 2147483647 h 132"/>
                  <a:gd name="T20" fmla="*/ 2147483647 w 102"/>
                  <a:gd name="T21" fmla="*/ 2147483647 h 132"/>
                  <a:gd name="T22" fmla="*/ 0 w 102"/>
                  <a:gd name="T23" fmla="*/ 2147483647 h 132"/>
                  <a:gd name="T24" fmla="*/ 0 w 102"/>
                  <a:gd name="T25" fmla="*/ 2147483647 h 132"/>
                  <a:gd name="T26" fmla="*/ 2147483647 w 102"/>
                  <a:gd name="T27" fmla="*/ 2147483647 h 132"/>
                  <a:gd name="T28" fmla="*/ 2147483647 w 102"/>
                  <a:gd name="T29" fmla="*/ 2147483647 h 132"/>
                  <a:gd name="T30" fmla="*/ 2147483647 w 102"/>
                  <a:gd name="T31" fmla="*/ 2147483647 h 132"/>
                  <a:gd name="T32" fmla="*/ 2147483647 w 102"/>
                  <a:gd name="T33" fmla="*/ 2147483647 h 132"/>
                  <a:gd name="T34" fmla="*/ 2147483647 w 102"/>
                  <a:gd name="T35" fmla="*/ 2147483647 h 132"/>
                  <a:gd name="T36" fmla="*/ 2147483647 w 102"/>
                  <a:gd name="T37" fmla="*/ 2147483647 h 132"/>
                  <a:gd name="T38" fmla="*/ 2147483647 w 102"/>
                  <a:gd name="T39" fmla="*/ 2147483647 h 132"/>
                  <a:gd name="T40" fmla="*/ 2147483647 w 102"/>
                  <a:gd name="T41" fmla="*/ 2147483647 h 132"/>
                  <a:gd name="T42" fmla="*/ 2147483647 w 102"/>
                  <a:gd name="T43" fmla="*/ 2147483647 h 132"/>
                  <a:gd name="T44" fmla="*/ 2147483647 w 102"/>
                  <a:gd name="T45" fmla="*/ 2147483647 h 132"/>
                  <a:gd name="T46" fmla="*/ 2147483647 w 102"/>
                  <a:gd name="T47" fmla="*/ 2147483647 h 132"/>
                  <a:gd name="T48" fmla="*/ 2147483647 w 102"/>
                  <a:gd name="T49" fmla="*/ 2147483647 h 1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2"/>
                  <a:gd name="T76" fmla="*/ 0 h 132"/>
                  <a:gd name="T77" fmla="*/ 102 w 102"/>
                  <a:gd name="T78" fmla="*/ 132 h 1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2" h="132">
                    <a:moveTo>
                      <a:pt x="84" y="54"/>
                    </a:moveTo>
                    <a:lnTo>
                      <a:pt x="84" y="30"/>
                    </a:lnTo>
                    <a:lnTo>
                      <a:pt x="90" y="18"/>
                    </a:lnTo>
                    <a:lnTo>
                      <a:pt x="66" y="18"/>
                    </a:lnTo>
                    <a:lnTo>
                      <a:pt x="54" y="6"/>
                    </a:lnTo>
                    <a:lnTo>
                      <a:pt x="42" y="0"/>
                    </a:lnTo>
                    <a:lnTo>
                      <a:pt x="36" y="0"/>
                    </a:lnTo>
                    <a:lnTo>
                      <a:pt x="24" y="12"/>
                    </a:lnTo>
                    <a:lnTo>
                      <a:pt x="18" y="24"/>
                    </a:lnTo>
                    <a:lnTo>
                      <a:pt x="18" y="36"/>
                    </a:lnTo>
                    <a:lnTo>
                      <a:pt x="6" y="48"/>
                    </a:lnTo>
                    <a:lnTo>
                      <a:pt x="0" y="60"/>
                    </a:lnTo>
                    <a:lnTo>
                      <a:pt x="0" y="84"/>
                    </a:lnTo>
                    <a:lnTo>
                      <a:pt x="12" y="108"/>
                    </a:lnTo>
                    <a:lnTo>
                      <a:pt x="24" y="114"/>
                    </a:lnTo>
                    <a:lnTo>
                      <a:pt x="36" y="126"/>
                    </a:lnTo>
                    <a:lnTo>
                      <a:pt x="54" y="126"/>
                    </a:lnTo>
                    <a:lnTo>
                      <a:pt x="66" y="132"/>
                    </a:lnTo>
                    <a:lnTo>
                      <a:pt x="78" y="132"/>
                    </a:lnTo>
                    <a:lnTo>
                      <a:pt x="90" y="90"/>
                    </a:lnTo>
                    <a:lnTo>
                      <a:pt x="96" y="90"/>
                    </a:lnTo>
                    <a:lnTo>
                      <a:pt x="102" y="84"/>
                    </a:lnTo>
                    <a:lnTo>
                      <a:pt x="96" y="60"/>
                    </a:lnTo>
                    <a:lnTo>
                      <a:pt x="90" y="60"/>
                    </a:lnTo>
                    <a:lnTo>
                      <a:pt x="84" y="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9" name="Sudan">
                <a:extLst>
                  <a:ext uri="{FF2B5EF4-FFF2-40B4-BE49-F238E27FC236}">
                    <a16:creationId xmlns:a16="http://schemas.microsoft.com/office/drawing/2014/main" id="{C26C832D-C98F-CB46-8137-B431582E80CD}"/>
                  </a:ext>
                </a:extLst>
              </p:cNvPr>
              <p:cNvSpPr>
                <a:spLocks/>
              </p:cNvSpPr>
              <p:nvPr/>
            </p:nvSpPr>
            <p:spPr bwMode="auto">
              <a:xfrm>
                <a:off x="6367111" y="3356448"/>
                <a:ext cx="502220" cy="492702"/>
              </a:xfrm>
              <a:custGeom>
                <a:avLst/>
                <a:gdLst/>
                <a:ahLst/>
                <a:cxnLst>
                  <a:cxn ang="0">
                    <a:pos x="442" y="199"/>
                  </a:cxn>
                  <a:cxn ang="0">
                    <a:pos x="446" y="187"/>
                  </a:cxn>
                  <a:cxn ang="0">
                    <a:pos x="475" y="170"/>
                  </a:cxn>
                  <a:cxn ang="0">
                    <a:pos x="458" y="149"/>
                  </a:cxn>
                  <a:cxn ang="0">
                    <a:pos x="439" y="137"/>
                  </a:cxn>
                  <a:cxn ang="0">
                    <a:pos x="434" y="114"/>
                  </a:cxn>
                  <a:cxn ang="0">
                    <a:pos x="430" y="90"/>
                  </a:cxn>
                  <a:cxn ang="0">
                    <a:pos x="423" y="55"/>
                  </a:cxn>
                  <a:cxn ang="0">
                    <a:pos x="413" y="29"/>
                  </a:cxn>
                  <a:cxn ang="0">
                    <a:pos x="387" y="0"/>
                  </a:cxn>
                  <a:cxn ang="0">
                    <a:pos x="361" y="26"/>
                  </a:cxn>
                  <a:cxn ang="0">
                    <a:pos x="345" y="31"/>
                  </a:cxn>
                  <a:cxn ang="0">
                    <a:pos x="326" y="47"/>
                  </a:cxn>
                  <a:cxn ang="0">
                    <a:pos x="269" y="36"/>
                  </a:cxn>
                  <a:cxn ang="0">
                    <a:pos x="87" y="36"/>
                  </a:cxn>
                  <a:cxn ang="0">
                    <a:pos x="54" y="241"/>
                  </a:cxn>
                  <a:cxn ang="0">
                    <a:pos x="30" y="246"/>
                  </a:cxn>
                  <a:cxn ang="0">
                    <a:pos x="30" y="258"/>
                  </a:cxn>
                  <a:cxn ang="0">
                    <a:pos x="16" y="272"/>
                  </a:cxn>
                  <a:cxn ang="0">
                    <a:pos x="7" y="300"/>
                  </a:cxn>
                  <a:cxn ang="0">
                    <a:pos x="9" y="322"/>
                  </a:cxn>
                  <a:cxn ang="0">
                    <a:pos x="4" y="338"/>
                  </a:cxn>
                  <a:cxn ang="0">
                    <a:pos x="19" y="338"/>
                  </a:cxn>
                  <a:cxn ang="0">
                    <a:pos x="21" y="373"/>
                  </a:cxn>
                  <a:cxn ang="0">
                    <a:pos x="35" y="385"/>
                  </a:cxn>
                  <a:cxn ang="0">
                    <a:pos x="42" y="409"/>
                  </a:cxn>
                  <a:cxn ang="0">
                    <a:pos x="54" y="430"/>
                  </a:cxn>
                  <a:cxn ang="0">
                    <a:pos x="47" y="451"/>
                  </a:cxn>
                  <a:cxn ang="0">
                    <a:pos x="49" y="463"/>
                  </a:cxn>
                  <a:cxn ang="0">
                    <a:pos x="73" y="456"/>
                  </a:cxn>
                  <a:cxn ang="0">
                    <a:pos x="78" y="447"/>
                  </a:cxn>
                  <a:cxn ang="0">
                    <a:pos x="89" y="418"/>
                  </a:cxn>
                  <a:cxn ang="0">
                    <a:pos x="115" y="416"/>
                  </a:cxn>
                  <a:cxn ang="0">
                    <a:pos x="125" y="430"/>
                  </a:cxn>
                  <a:cxn ang="0">
                    <a:pos x="170" y="433"/>
                  </a:cxn>
                  <a:cxn ang="0">
                    <a:pos x="196" y="442"/>
                  </a:cxn>
                  <a:cxn ang="0">
                    <a:pos x="234" y="411"/>
                  </a:cxn>
                  <a:cxn ang="0">
                    <a:pos x="290" y="409"/>
                  </a:cxn>
                  <a:cxn ang="0">
                    <a:pos x="307" y="364"/>
                  </a:cxn>
                  <a:cxn ang="0">
                    <a:pos x="331" y="347"/>
                  </a:cxn>
                  <a:cxn ang="0">
                    <a:pos x="328" y="378"/>
                  </a:cxn>
                  <a:cxn ang="0">
                    <a:pos x="335" y="399"/>
                  </a:cxn>
                  <a:cxn ang="0">
                    <a:pos x="357" y="423"/>
                  </a:cxn>
                  <a:cxn ang="0">
                    <a:pos x="359" y="409"/>
                  </a:cxn>
                  <a:cxn ang="0">
                    <a:pos x="368" y="399"/>
                  </a:cxn>
                  <a:cxn ang="0">
                    <a:pos x="380" y="385"/>
                  </a:cxn>
                  <a:cxn ang="0">
                    <a:pos x="382" y="364"/>
                  </a:cxn>
                  <a:cxn ang="0">
                    <a:pos x="392" y="343"/>
                  </a:cxn>
                  <a:cxn ang="0">
                    <a:pos x="411" y="333"/>
                  </a:cxn>
                  <a:cxn ang="0">
                    <a:pos x="418" y="303"/>
                  </a:cxn>
                  <a:cxn ang="0">
                    <a:pos x="416" y="262"/>
                  </a:cxn>
                  <a:cxn ang="0">
                    <a:pos x="423" y="239"/>
                  </a:cxn>
                  <a:cxn ang="0">
                    <a:pos x="430" y="215"/>
                  </a:cxn>
                </a:cxnLst>
                <a:rect l="0" t="0" r="r" b="b"/>
                <a:pathLst>
                  <a:path w="475" h="466">
                    <a:moveTo>
                      <a:pt x="432" y="208"/>
                    </a:moveTo>
                    <a:lnTo>
                      <a:pt x="434" y="206"/>
                    </a:lnTo>
                    <a:lnTo>
                      <a:pt x="434" y="199"/>
                    </a:lnTo>
                    <a:lnTo>
                      <a:pt x="442" y="199"/>
                    </a:lnTo>
                    <a:lnTo>
                      <a:pt x="444" y="196"/>
                    </a:lnTo>
                    <a:lnTo>
                      <a:pt x="444" y="194"/>
                    </a:lnTo>
                    <a:lnTo>
                      <a:pt x="446" y="192"/>
                    </a:lnTo>
                    <a:lnTo>
                      <a:pt x="446" y="187"/>
                    </a:lnTo>
                    <a:lnTo>
                      <a:pt x="451" y="187"/>
                    </a:lnTo>
                    <a:lnTo>
                      <a:pt x="460" y="184"/>
                    </a:lnTo>
                    <a:lnTo>
                      <a:pt x="470" y="180"/>
                    </a:lnTo>
                    <a:lnTo>
                      <a:pt x="475" y="170"/>
                    </a:lnTo>
                    <a:lnTo>
                      <a:pt x="475" y="166"/>
                    </a:lnTo>
                    <a:lnTo>
                      <a:pt x="460" y="154"/>
                    </a:lnTo>
                    <a:lnTo>
                      <a:pt x="460" y="151"/>
                    </a:lnTo>
                    <a:lnTo>
                      <a:pt x="458" y="149"/>
                    </a:lnTo>
                    <a:lnTo>
                      <a:pt x="458" y="144"/>
                    </a:lnTo>
                    <a:lnTo>
                      <a:pt x="453" y="142"/>
                    </a:lnTo>
                    <a:lnTo>
                      <a:pt x="444" y="142"/>
                    </a:lnTo>
                    <a:lnTo>
                      <a:pt x="439" y="137"/>
                    </a:lnTo>
                    <a:lnTo>
                      <a:pt x="439" y="132"/>
                    </a:lnTo>
                    <a:lnTo>
                      <a:pt x="437" y="125"/>
                    </a:lnTo>
                    <a:lnTo>
                      <a:pt x="437" y="118"/>
                    </a:lnTo>
                    <a:lnTo>
                      <a:pt x="434" y="114"/>
                    </a:lnTo>
                    <a:lnTo>
                      <a:pt x="434" y="107"/>
                    </a:lnTo>
                    <a:lnTo>
                      <a:pt x="432" y="107"/>
                    </a:lnTo>
                    <a:lnTo>
                      <a:pt x="432" y="97"/>
                    </a:lnTo>
                    <a:lnTo>
                      <a:pt x="430" y="90"/>
                    </a:lnTo>
                    <a:lnTo>
                      <a:pt x="430" y="73"/>
                    </a:lnTo>
                    <a:lnTo>
                      <a:pt x="427" y="69"/>
                    </a:lnTo>
                    <a:lnTo>
                      <a:pt x="434" y="66"/>
                    </a:lnTo>
                    <a:lnTo>
                      <a:pt x="423" y="55"/>
                    </a:lnTo>
                    <a:lnTo>
                      <a:pt x="423" y="38"/>
                    </a:lnTo>
                    <a:lnTo>
                      <a:pt x="420" y="33"/>
                    </a:lnTo>
                    <a:lnTo>
                      <a:pt x="418" y="31"/>
                    </a:lnTo>
                    <a:lnTo>
                      <a:pt x="413" y="29"/>
                    </a:lnTo>
                    <a:lnTo>
                      <a:pt x="401" y="17"/>
                    </a:lnTo>
                    <a:lnTo>
                      <a:pt x="397" y="17"/>
                    </a:lnTo>
                    <a:lnTo>
                      <a:pt x="390" y="10"/>
                    </a:lnTo>
                    <a:lnTo>
                      <a:pt x="387" y="0"/>
                    </a:lnTo>
                    <a:lnTo>
                      <a:pt x="378" y="12"/>
                    </a:lnTo>
                    <a:lnTo>
                      <a:pt x="364" y="12"/>
                    </a:lnTo>
                    <a:lnTo>
                      <a:pt x="364" y="21"/>
                    </a:lnTo>
                    <a:lnTo>
                      <a:pt x="361" y="26"/>
                    </a:lnTo>
                    <a:lnTo>
                      <a:pt x="359" y="29"/>
                    </a:lnTo>
                    <a:lnTo>
                      <a:pt x="352" y="29"/>
                    </a:lnTo>
                    <a:lnTo>
                      <a:pt x="349" y="31"/>
                    </a:lnTo>
                    <a:lnTo>
                      <a:pt x="345" y="31"/>
                    </a:lnTo>
                    <a:lnTo>
                      <a:pt x="340" y="36"/>
                    </a:lnTo>
                    <a:lnTo>
                      <a:pt x="335" y="45"/>
                    </a:lnTo>
                    <a:lnTo>
                      <a:pt x="333" y="47"/>
                    </a:lnTo>
                    <a:lnTo>
                      <a:pt x="326" y="47"/>
                    </a:lnTo>
                    <a:lnTo>
                      <a:pt x="323" y="45"/>
                    </a:lnTo>
                    <a:lnTo>
                      <a:pt x="321" y="40"/>
                    </a:lnTo>
                    <a:lnTo>
                      <a:pt x="319" y="38"/>
                    </a:lnTo>
                    <a:lnTo>
                      <a:pt x="269" y="36"/>
                    </a:lnTo>
                    <a:lnTo>
                      <a:pt x="269" y="31"/>
                    </a:lnTo>
                    <a:lnTo>
                      <a:pt x="267" y="31"/>
                    </a:lnTo>
                    <a:lnTo>
                      <a:pt x="260" y="38"/>
                    </a:lnTo>
                    <a:lnTo>
                      <a:pt x="87" y="36"/>
                    </a:lnTo>
                    <a:lnTo>
                      <a:pt x="87" y="99"/>
                    </a:lnTo>
                    <a:lnTo>
                      <a:pt x="56" y="99"/>
                    </a:lnTo>
                    <a:lnTo>
                      <a:pt x="59" y="241"/>
                    </a:lnTo>
                    <a:lnTo>
                      <a:pt x="54" y="241"/>
                    </a:lnTo>
                    <a:lnTo>
                      <a:pt x="49" y="239"/>
                    </a:lnTo>
                    <a:lnTo>
                      <a:pt x="33" y="239"/>
                    </a:lnTo>
                    <a:lnTo>
                      <a:pt x="28" y="244"/>
                    </a:lnTo>
                    <a:lnTo>
                      <a:pt x="30" y="246"/>
                    </a:lnTo>
                    <a:lnTo>
                      <a:pt x="30" y="251"/>
                    </a:lnTo>
                    <a:lnTo>
                      <a:pt x="33" y="253"/>
                    </a:lnTo>
                    <a:lnTo>
                      <a:pt x="33" y="255"/>
                    </a:lnTo>
                    <a:lnTo>
                      <a:pt x="30" y="258"/>
                    </a:lnTo>
                    <a:lnTo>
                      <a:pt x="26" y="260"/>
                    </a:lnTo>
                    <a:lnTo>
                      <a:pt x="21" y="265"/>
                    </a:lnTo>
                    <a:lnTo>
                      <a:pt x="21" y="272"/>
                    </a:lnTo>
                    <a:lnTo>
                      <a:pt x="16" y="272"/>
                    </a:lnTo>
                    <a:lnTo>
                      <a:pt x="19" y="281"/>
                    </a:lnTo>
                    <a:lnTo>
                      <a:pt x="21" y="288"/>
                    </a:lnTo>
                    <a:lnTo>
                      <a:pt x="14" y="293"/>
                    </a:lnTo>
                    <a:lnTo>
                      <a:pt x="7" y="300"/>
                    </a:lnTo>
                    <a:lnTo>
                      <a:pt x="9" y="303"/>
                    </a:lnTo>
                    <a:lnTo>
                      <a:pt x="14" y="312"/>
                    </a:lnTo>
                    <a:lnTo>
                      <a:pt x="14" y="317"/>
                    </a:lnTo>
                    <a:lnTo>
                      <a:pt x="9" y="322"/>
                    </a:lnTo>
                    <a:lnTo>
                      <a:pt x="4" y="324"/>
                    </a:lnTo>
                    <a:lnTo>
                      <a:pt x="0" y="329"/>
                    </a:lnTo>
                    <a:lnTo>
                      <a:pt x="0" y="336"/>
                    </a:lnTo>
                    <a:lnTo>
                      <a:pt x="4" y="338"/>
                    </a:lnTo>
                    <a:lnTo>
                      <a:pt x="9" y="338"/>
                    </a:lnTo>
                    <a:lnTo>
                      <a:pt x="12" y="336"/>
                    </a:lnTo>
                    <a:lnTo>
                      <a:pt x="16" y="336"/>
                    </a:lnTo>
                    <a:lnTo>
                      <a:pt x="19" y="338"/>
                    </a:lnTo>
                    <a:lnTo>
                      <a:pt x="19" y="355"/>
                    </a:lnTo>
                    <a:lnTo>
                      <a:pt x="26" y="362"/>
                    </a:lnTo>
                    <a:lnTo>
                      <a:pt x="19" y="364"/>
                    </a:lnTo>
                    <a:lnTo>
                      <a:pt x="21" y="373"/>
                    </a:lnTo>
                    <a:lnTo>
                      <a:pt x="23" y="373"/>
                    </a:lnTo>
                    <a:lnTo>
                      <a:pt x="28" y="376"/>
                    </a:lnTo>
                    <a:lnTo>
                      <a:pt x="33" y="383"/>
                    </a:lnTo>
                    <a:lnTo>
                      <a:pt x="35" y="385"/>
                    </a:lnTo>
                    <a:lnTo>
                      <a:pt x="35" y="388"/>
                    </a:lnTo>
                    <a:lnTo>
                      <a:pt x="30" y="388"/>
                    </a:lnTo>
                    <a:lnTo>
                      <a:pt x="30" y="397"/>
                    </a:lnTo>
                    <a:lnTo>
                      <a:pt x="42" y="409"/>
                    </a:lnTo>
                    <a:lnTo>
                      <a:pt x="45" y="414"/>
                    </a:lnTo>
                    <a:lnTo>
                      <a:pt x="49" y="418"/>
                    </a:lnTo>
                    <a:lnTo>
                      <a:pt x="52" y="425"/>
                    </a:lnTo>
                    <a:lnTo>
                      <a:pt x="54" y="430"/>
                    </a:lnTo>
                    <a:lnTo>
                      <a:pt x="54" y="442"/>
                    </a:lnTo>
                    <a:lnTo>
                      <a:pt x="52" y="444"/>
                    </a:lnTo>
                    <a:lnTo>
                      <a:pt x="49" y="449"/>
                    </a:lnTo>
                    <a:lnTo>
                      <a:pt x="47" y="451"/>
                    </a:lnTo>
                    <a:lnTo>
                      <a:pt x="47" y="454"/>
                    </a:lnTo>
                    <a:lnTo>
                      <a:pt x="49" y="456"/>
                    </a:lnTo>
                    <a:lnTo>
                      <a:pt x="52" y="456"/>
                    </a:lnTo>
                    <a:lnTo>
                      <a:pt x="49" y="463"/>
                    </a:lnTo>
                    <a:lnTo>
                      <a:pt x="66" y="466"/>
                    </a:lnTo>
                    <a:lnTo>
                      <a:pt x="66" y="461"/>
                    </a:lnTo>
                    <a:lnTo>
                      <a:pt x="68" y="459"/>
                    </a:lnTo>
                    <a:lnTo>
                      <a:pt x="73" y="456"/>
                    </a:lnTo>
                    <a:lnTo>
                      <a:pt x="73" y="456"/>
                    </a:lnTo>
                    <a:lnTo>
                      <a:pt x="73" y="454"/>
                    </a:lnTo>
                    <a:lnTo>
                      <a:pt x="73" y="451"/>
                    </a:lnTo>
                    <a:lnTo>
                      <a:pt x="78" y="447"/>
                    </a:lnTo>
                    <a:lnTo>
                      <a:pt x="78" y="437"/>
                    </a:lnTo>
                    <a:lnTo>
                      <a:pt x="82" y="437"/>
                    </a:lnTo>
                    <a:lnTo>
                      <a:pt x="82" y="428"/>
                    </a:lnTo>
                    <a:lnTo>
                      <a:pt x="89" y="418"/>
                    </a:lnTo>
                    <a:lnTo>
                      <a:pt x="92" y="411"/>
                    </a:lnTo>
                    <a:lnTo>
                      <a:pt x="101" y="409"/>
                    </a:lnTo>
                    <a:lnTo>
                      <a:pt x="113" y="407"/>
                    </a:lnTo>
                    <a:lnTo>
                      <a:pt x="115" y="416"/>
                    </a:lnTo>
                    <a:lnTo>
                      <a:pt x="118" y="418"/>
                    </a:lnTo>
                    <a:lnTo>
                      <a:pt x="123" y="421"/>
                    </a:lnTo>
                    <a:lnTo>
                      <a:pt x="123" y="423"/>
                    </a:lnTo>
                    <a:lnTo>
                      <a:pt x="125" y="430"/>
                    </a:lnTo>
                    <a:lnTo>
                      <a:pt x="127" y="433"/>
                    </a:lnTo>
                    <a:lnTo>
                      <a:pt x="137" y="440"/>
                    </a:lnTo>
                    <a:lnTo>
                      <a:pt x="146" y="435"/>
                    </a:lnTo>
                    <a:lnTo>
                      <a:pt x="170" y="433"/>
                    </a:lnTo>
                    <a:lnTo>
                      <a:pt x="175" y="435"/>
                    </a:lnTo>
                    <a:lnTo>
                      <a:pt x="177" y="442"/>
                    </a:lnTo>
                    <a:lnTo>
                      <a:pt x="177" y="442"/>
                    </a:lnTo>
                    <a:lnTo>
                      <a:pt x="196" y="442"/>
                    </a:lnTo>
                    <a:lnTo>
                      <a:pt x="205" y="430"/>
                    </a:lnTo>
                    <a:lnTo>
                      <a:pt x="219" y="430"/>
                    </a:lnTo>
                    <a:lnTo>
                      <a:pt x="222" y="418"/>
                    </a:lnTo>
                    <a:lnTo>
                      <a:pt x="234" y="411"/>
                    </a:lnTo>
                    <a:lnTo>
                      <a:pt x="250" y="421"/>
                    </a:lnTo>
                    <a:lnTo>
                      <a:pt x="260" y="430"/>
                    </a:lnTo>
                    <a:lnTo>
                      <a:pt x="274" y="430"/>
                    </a:lnTo>
                    <a:lnTo>
                      <a:pt x="290" y="409"/>
                    </a:lnTo>
                    <a:lnTo>
                      <a:pt x="295" y="397"/>
                    </a:lnTo>
                    <a:lnTo>
                      <a:pt x="309" y="388"/>
                    </a:lnTo>
                    <a:lnTo>
                      <a:pt x="307" y="381"/>
                    </a:lnTo>
                    <a:lnTo>
                      <a:pt x="307" y="364"/>
                    </a:lnTo>
                    <a:lnTo>
                      <a:pt x="300" y="357"/>
                    </a:lnTo>
                    <a:lnTo>
                      <a:pt x="319" y="357"/>
                    </a:lnTo>
                    <a:lnTo>
                      <a:pt x="319" y="350"/>
                    </a:lnTo>
                    <a:lnTo>
                      <a:pt x="331" y="347"/>
                    </a:lnTo>
                    <a:lnTo>
                      <a:pt x="328" y="357"/>
                    </a:lnTo>
                    <a:lnTo>
                      <a:pt x="328" y="366"/>
                    </a:lnTo>
                    <a:lnTo>
                      <a:pt x="326" y="369"/>
                    </a:lnTo>
                    <a:lnTo>
                      <a:pt x="328" y="378"/>
                    </a:lnTo>
                    <a:lnTo>
                      <a:pt x="331" y="385"/>
                    </a:lnTo>
                    <a:lnTo>
                      <a:pt x="331" y="390"/>
                    </a:lnTo>
                    <a:lnTo>
                      <a:pt x="328" y="395"/>
                    </a:lnTo>
                    <a:lnTo>
                      <a:pt x="335" y="399"/>
                    </a:lnTo>
                    <a:lnTo>
                      <a:pt x="345" y="407"/>
                    </a:lnTo>
                    <a:lnTo>
                      <a:pt x="352" y="414"/>
                    </a:lnTo>
                    <a:lnTo>
                      <a:pt x="354" y="418"/>
                    </a:lnTo>
                    <a:lnTo>
                      <a:pt x="357" y="423"/>
                    </a:lnTo>
                    <a:lnTo>
                      <a:pt x="359" y="423"/>
                    </a:lnTo>
                    <a:lnTo>
                      <a:pt x="361" y="421"/>
                    </a:lnTo>
                    <a:lnTo>
                      <a:pt x="361" y="414"/>
                    </a:lnTo>
                    <a:lnTo>
                      <a:pt x="359" y="409"/>
                    </a:lnTo>
                    <a:lnTo>
                      <a:pt x="359" y="402"/>
                    </a:lnTo>
                    <a:lnTo>
                      <a:pt x="366" y="395"/>
                    </a:lnTo>
                    <a:lnTo>
                      <a:pt x="368" y="395"/>
                    </a:lnTo>
                    <a:lnTo>
                      <a:pt x="368" y="399"/>
                    </a:lnTo>
                    <a:lnTo>
                      <a:pt x="371" y="402"/>
                    </a:lnTo>
                    <a:lnTo>
                      <a:pt x="378" y="402"/>
                    </a:lnTo>
                    <a:lnTo>
                      <a:pt x="380" y="399"/>
                    </a:lnTo>
                    <a:lnTo>
                      <a:pt x="380" y="385"/>
                    </a:lnTo>
                    <a:lnTo>
                      <a:pt x="378" y="383"/>
                    </a:lnTo>
                    <a:lnTo>
                      <a:pt x="378" y="381"/>
                    </a:lnTo>
                    <a:lnTo>
                      <a:pt x="382" y="373"/>
                    </a:lnTo>
                    <a:lnTo>
                      <a:pt x="382" y="364"/>
                    </a:lnTo>
                    <a:lnTo>
                      <a:pt x="385" y="362"/>
                    </a:lnTo>
                    <a:lnTo>
                      <a:pt x="390" y="362"/>
                    </a:lnTo>
                    <a:lnTo>
                      <a:pt x="392" y="357"/>
                    </a:lnTo>
                    <a:lnTo>
                      <a:pt x="392" y="343"/>
                    </a:lnTo>
                    <a:lnTo>
                      <a:pt x="394" y="340"/>
                    </a:lnTo>
                    <a:lnTo>
                      <a:pt x="397" y="336"/>
                    </a:lnTo>
                    <a:lnTo>
                      <a:pt x="399" y="333"/>
                    </a:lnTo>
                    <a:lnTo>
                      <a:pt x="411" y="333"/>
                    </a:lnTo>
                    <a:lnTo>
                      <a:pt x="411" y="314"/>
                    </a:lnTo>
                    <a:lnTo>
                      <a:pt x="413" y="310"/>
                    </a:lnTo>
                    <a:lnTo>
                      <a:pt x="416" y="307"/>
                    </a:lnTo>
                    <a:lnTo>
                      <a:pt x="418" y="303"/>
                    </a:lnTo>
                    <a:lnTo>
                      <a:pt x="420" y="300"/>
                    </a:lnTo>
                    <a:lnTo>
                      <a:pt x="420" y="284"/>
                    </a:lnTo>
                    <a:lnTo>
                      <a:pt x="418" y="265"/>
                    </a:lnTo>
                    <a:lnTo>
                      <a:pt x="416" y="262"/>
                    </a:lnTo>
                    <a:lnTo>
                      <a:pt x="416" y="255"/>
                    </a:lnTo>
                    <a:lnTo>
                      <a:pt x="420" y="253"/>
                    </a:lnTo>
                    <a:lnTo>
                      <a:pt x="423" y="253"/>
                    </a:lnTo>
                    <a:lnTo>
                      <a:pt x="423" y="239"/>
                    </a:lnTo>
                    <a:lnTo>
                      <a:pt x="425" y="239"/>
                    </a:lnTo>
                    <a:lnTo>
                      <a:pt x="427" y="236"/>
                    </a:lnTo>
                    <a:lnTo>
                      <a:pt x="430" y="232"/>
                    </a:lnTo>
                    <a:lnTo>
                      <a:pt x="430" y="215"/>
                    </a:lnTo>
                    <a:lnTo>
                      <a:pt x="427" y="213"/>
                    </a:lnTo>
                    <a:lnTo>
                      <a:pt x="427" y="208"/>
                    </a:lnTo>
                    <a:lnTo>
                      <a:pt x="432" y="2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0" name="South Sudan">
                <a:extLst>
                  <a:ext uri="{FF2B5EF4-FFF2-40B4-BE49-F238E27FC236}">
                    <a16:creationId xmlns:a16="http://schemas.microsoft.com/office/drawing/2014/main" id="{095DC57F-B9DC-C34A-951F-7287A9A9A9EC}"/>
                  </a:ext>
                </a:extLst>
              </p:cNvPr>
              <p:cNvSpPr>
                <a:spLocks/>
              </p:cNvSpPr>
              <p:nvPr/>
            </p:nvSpPr>
            <p:spPr bwMode="auto">
              <a:xfrm>
                <a:off x="6436894" y="3723331"/>
                <a:ext cx="361600" cy="302390"/>
              </a:xfrm>
              <a:custGeom>
                <a:avLst/>
                <a:gdLst/>
                <a:ahLst/>
                <a:cxnLst>
                  <a:cxn ang="0">
                    <a:pos x="269" y="52"/>
                  </a:cxn>
                  <a:cxn ang="0">
                    <a:pos x="265" y="38"/>
                  </a:cxn>
                  <a:cxn ang="0">
                    <a:pos x="262" y="19"/>
                  </a:cxn>
                  <a:cxn ang="0">
                    <a:pos x="253" y="3"/>
                  </a:cxn>
                  <a:cxn ang="0">
                    <a:pos x="241" y="17"/>
                  </a:cxn>
                  <a:cxn ang="0">
                    <a:pos x="229" y="50"/>
                  </a:cxn>
                  <a:cxn ang="0">
                    <a:pos x="194" y="83"/>
                  </a:cxn>
                  <a:cxn ang="0">
                    <a:pos x="156" y="71"/>
                  </a:cxn>
                  <a:cxn ang="0">
                    <a:pos x="130" y="95"/>
                  </a:cxn>
                  <a:cxn ang="0">
                    <a:pos x="109" y="88"/>
                  </a:cxn>
                  <a:cxn ang="0">
                    <a:pos x="71" y="93"/>
                  </a:cxn>
                  <a:cxn ang="0">
                    <a:pos x="57" y="76"/>
                  </a:cxn>
                  <a:cxn ang="0">
                    <a:pos x="49" y="69"/>
                  </a:cxn>
                  <a:cxn ang="0">
                    <a:pos x="26" y="64"/>
                  </a:cxn>
                  <a:cxn ang="0">
                    <a:pos x="16" y="90"/>
                  </a:cxn>
                  <a:cxn ang="0">
                    <a:pos x="7" y="104"/>
                  </a:cxn>
                  <a:cxn ang="0">
                    <a:pos x="7" y="109"/>
                  </a:cxn>
                  <a:cxn ang="0">
                    <a:pos x="0" y="119"/>
                  </a:cxn>
                  <a:cxn ang="0">
                    <a:pos x="12" y="135"/>
                  </a:cxn>
                  <a:cxn ang="0">
                    <a:pos x="28" y="142"/>
                  </a:cxn>
                  <a:cxn ang="0">
                    <a:pos x="38" y="152"/>
                  </a:cxn>
                  <a:cxn ang="0">
                    <a:pos x="33" y="154"/>
                  </a:cxn>
                  <a:cxn ang="0">
                    <a:pos x="42" y="164"/>
                  </a:cxn>
                  <a:cxn ang="0">
                    <a:pos x="54" y="173"/>
                  </a:cxn>
                  <a:cxn ang="0">
                    <a:pos x="59" y="182"/>
                  </a:cxn>
                  <a:cxn ang="0">
                    <a:pos x="68" y="190"/>
                  </a:cxn>
                  <a:cxn ang="0">
                    <a:pos x="68" y="197"/>
                  </a:cxn>
                  <a:cxn ang="0">
                    <a:pos x="83" y="208"/>
                  </a:cxn>
                  <a:cxn ang="0">
                    <a:pos x="92" y="218"/>
                  </a:cxn>
                  <a:cxn ang="0">
                    <a:pos x="106" y="241"/>
                  </a:cxn>
                  <a:cxn ang="0">
                    <a:pos x="127" y="258"/>
                  </a:cxn>
                  <a:cxn ang="0">
                    <a:pos x="137" y="251"/>
                  </a:cxn>
                  <a:cxn ang="0">
                    <a:pos x="146" y="258"/>
                  </a:cxn>
                  <a:cxn ang="0">
                    <a:pos x="156" y="251"/>
                  </a:cxn>
                  <a:cxn ang="0">
                    <a:pos x="168" y="251"/>
                  </a:cxn>
                  <a:cxn ang="0">
                    <a:pos x="177" y="267"/>
                  </a:cxn>
                  <a:cxn ang="0">
                    <a:pos x="187" y="272"/>
                  </a:cxn>
                  <a:cxn ang="0">
                    <a:pos x="203" y="275"/>
                  </a:cxn>
                  <a:cxn ang="0">
                    <a:pos x="215" y="279"/>
                  </a:cxn>
                  <a:cxn ang="0">
                    <a:pos x="222" y="275"/>
                  </a:cxn>
                  <a:cxn ang="0">
                    <a:pos x="243" y="277"/>
                  </a:cxn>
                  <a:cxn ang="0">
                    <a:pos x="262" y="272"/>
                  </a:cxn>
                  <a:cxn ang="0">
                    <a:pos x="274" y="277"/>
                  </a:cxn>
                  <a:cxn ang="0">
                    <a:pos x="283" y="265"/>
                  </a:cxn>
                  <a:cxn ang="0">
                    <a:pos x="295" y="251"/>
                  </a:cxn>
                  <a:cxn ang="0">
                    <a:pos x="340" y="239"/>
                  </a:cxn>
                  <a:cxn ang="0">
                    <a:pos x="335" y="225"/>
                  </a:cxn>
                  <a:cxn ang="0">
                    <a:pos x="316" y="208"/>
                  </a:cxn>
                  <a:cxn ang="0">
                    <a:pos x="312" y="185"/>
                  </a:cxn>
                  <a:cxn ang="0">
                    <a:pos x="293" y="175"/>
                  </a:cxn>
                  <a:cxn ang="0">
                    <a:pos x="286" y="159"/>
                  </a:cxn>
                  <a:cxn ang="0">
                    <a:pos x="276" y="149"/>
                  </a:cxn>
                  <a:cxn ang="0">
                    <a:pos x="260" y="147"/>
                  </a:cxn>
                  <a:cxn ang="0">
                    <a:pos x="265" y="135"/>
                  </a:cxn>
                  <a:cxn ang="0">
                    <a:pos x="279" y="128"/>
                  </a:cxn>
                  <a:cxn ang="0">
                    <a:pos x="288" y="123"/>
                  </a:cxn>
                  <a:cxn ang="0">
                    <a:pos x="291" y="100"/>
                  </a:cxn>
                  <a:cxn ang="0">
                    <a:pos x="286" y="88"/>
                  </a:cxn>
                  <a:cxn ang="0">
                    <a:pos x="291" y="76"/>
                  </a:cxn>
                </a:cxnLst>
                <a:rect l="0" t="0" r="r" b="b"/>
                <a:pathLst>
                  <a:path w="342" h="286">
                    <a:moveTo>
                      <a:pt x="286" y="67"/>
                    </a:moveTo>
                    <a:lnTo>
                      <a:pt x="279" y="60"/>
                    </a:lnTo>
                    <a:lnTo>
                      <a:pt x="269" y="52"/>
                    </a:lnTo>
                    <a:lnTo>
                      <a:pt x="262" y="48"/>
                    </a:lnTo>
                    <a:lnTo>
                      <a:pt x="265" y="43"/>
                    </a:lnTo>
                    <a:lnTo>
                      <a:pt x="265" y="38"/>
                    </a:lnTo>
                    <a:lnTo>
                      <a:pt x="262" y="31"/>
                    </a:lnTo>
                    <a:lnTo>
                      <a:pt x="260" y="22"/>
                    </a:lnTo>
                    <a:lnTo>
                      <a:pt x="262" y="19"/>
                    </a:lnTo>
                    <a:lnTo>
                      <a:pt x="262" y="10"/>
                    </a:lnTo>
                    <a:lnTo>
                      <a:pt x="265" y="0"/>
                    </a:lnTo>
                    <a:lnTo>
                      <a:pt x="253" y="3"/>
                    </a:lnTo>
                    <a:lnTo>
                      <a:pt x="253" y="10"/>
                    </a:lnTo>
                    <a:lnTo>
                      <a:pt x="234" y="10"/>
                    </a:lnTo>
                    <a:lnTo>
                      <a:pt x="241" y="17"/>
                    </a:lnTo>
                    <a:lnTo>
                      <a:pt x="241" y="34"/>
                    </a:lnTo>
                    <a:lnTo>
                      <a:pt x="243" y="41"/>
                    </a:lnTo>
                    <a:lnTo>
                      <a:pt x="229" y="50"/>
                    </a:lnTo>
                    <a:lnTo>
                      <a:pt x="224" y="62"/>
                    </a:lnTo>
                    <a:lnTo>
                      <a:pt x="208" y="83"/>
                    </a:lnTo>
                    <a:lnTo>
                      <a:pt x="194" y="83"/>
                    </a:lnTo>
                    <a:lnTo>
                      <a:pt x="184" y="74"/>
                    </a:lnTo>
                    <a:lnTo>
                      <a:pt x="168" y="64"/>
                    </a:lnTo>
                    <a:lnTo>
                      <a:pt x="156" y="71"/>
                    </a:lnTo>
                    <a:lnTo>
                      <a:pt x="153" y="83"/>
                    </a:lnTo>
                    <a:lnTo>
                      <a:pt x="139" y="83"/>
                    </a:lnTo>
                    <a:lnTo>
                      <a:pt x="130" y="95"/>
                    </a:lnTo>
                    <a:lnTo>
                      <a:pt x="111" y="95"/>
                    </a:lnTo>
                    <a:lnTo>
                      <a:pt x="111" y="95"/>
                    </a:lnTo>
                    <a:lnTo>
                      <a:pt x="109" y="88"/>
                    </a:lnTo>
                    <a:lnTo>
                      <a:pt x="104" y="86"/>
                    </a:lnTo>
                    <a:lnTo>
                      <a:pt x="80" y="88"/>
                    </a:lnTo>
                    <a:lnTo>
                      <a:pt x="71" y="93"/>
                    </a:lnTo>
                    <a:lnTo>
                      <a:pt x="61" y="86"/>
                    </a:lnTo>
                    <a:lnTo>
                      <a:pt x="59" y="83"/>
                    </a:lnTo>
                    <a:lnTo>
                      <a:pt x="57" y="76"/>
                    </a:lnTo>
                    <a:lnTo>
                      <a:pt x="57" y="74"/>
                    </a:lnTo>
                    <a:lnTo>
                      <a:pt x="52" y="71"/>
                    </a:lnTo>
                    <a:lnTo>
                      <a:pt x="49" y="69"/>
                    </a:lnTo>
                    <a:lnTo>
                      <a:pt x="47" y="60"/>
                    </a:lnTo>
                    <a:lnTo>
                      <a:pt x="35" y="62"/>
                    </a:lnTo>
                    <a:lnTo>
                      <a:pt x="26" y="64"/>
                    </a:lnTo>
                    <a:lnTo>
                      <a:pt x="23" y="71"/>
                    </a:lnTo>
                    <a:lnTo>
                      <a:pt x="16" y="81"/>
                    </a:lnTo>
                    <a:lnTo>
                      <a:pt x="16" y="90"/>
                    </a:lnTo>
                    <a:lnTo>
                      <a:pt x="12" y="90"/>
                    </a:lnTo>
                    <a:lnTo>
                      <a:pt x="12" y="100"/>
                    </a:lnTo>
                    <a:lnTo>
                      <a:pt x="7" y="104"/>
                    </a:lnTo>
                    <a:lnTo>
                      <a:pt x="7" y="107"/>
                    </a:lnTo>
                    <a:lnTo>
                      <a:pt x="7" y="109"/>
                    </a:lnTo>
                    <a:lnTo>
                      <a:pt x="7" y="109"/>
                    </a:lnTo>
                    <a:lnTo>
                      <a:pt x="2" y="112"/>
                    </a:lnTo>
                    <a:lnTo>
                      <a:pt x="0" y="114"/>
                    </a:lnTo>
                    <a:lnTo>
                      <a:pt x="0" y="119"/>
                    </a:lnTo>
                    <a:lnTo>
                      <a:pt x="2" y="119"/>
                    </a:lnTo>
                    <a:lnTo>
                      <a:pt x="2" y="130"/>
                    </a:lnTo>
                    <a:lnTo>
                      <a:pt x="12" y="135"/>
                    </a:lnTo>
                    <a:lnTo>
                      <a:pt x="26" y="135"/>
                    </a:lnTo>
                    <a:lnTo>
                      <a:pt x="26" y="142"/>
                    </a:lnTo>
                    <a:lnTo>
                      <a:pt x="28" y="142"/>
                    </a:lnTo>
                    <a:lnTo>
                      <a:pt x="33" y="145"/>
                    </a:lnTo>
                    <a:lnTo>
                      <a:pt x="38" y="149"/>
                    </a:lnTo>
                    <a:lnTo>
                      <a:pt x="38" y="152"/>
                    </a:lnTo>
                    <a:lnTo>
                      <a:pt x="35" y="152"/>
                    </a:lnTo>
                    <a:lnTo>
                      <a:pt x="35" y="154"/>
                    </a:lnTo>
                    <a:lnTo>
                      <a:pt x="33" y="154"/>
                    </a:lnTo>
                    <a:lnTo>
                      <a:pt x="33" y="156"/>
                    </a:lnTo>
                    <a:lnTo>
                      <a:pt x="38" y="161"/>
                    </a:lnTo>
                    <a:lnTo>
                      <a:pt x="42" y="164"/>
                    </a:lnTo>
                    <a:lnTo>
                      <a:pt x="45" y="164"/>
                    </a:lnTo>
                    <a:lnTo>
                      <a:pt x="49" y="166"/>
                    </a:lnTo>
                    <a:lnTo>
                      <a:pt x="54" y="173"/>
                    </a:lnTo>
                    <a:lnTo>
                      <a:pt x="57" y="178"/>
                    </a:lnTo>
                    <a:lnTo>
                      <a:pt x="59" y="180"/>
                    </a:lnTo>
                    <a:lnTo>
                      <a:pt x="59" y="182"/>
                    </a:lnTo>
                    <a:lnTo>
                      <a:pt x="66" y="182"/>
                    </a:lnTo>
                    <a:lnTo>
                      <a:pt x="68" y="185"/>
                    </a:lnTo>
                    <a:lnTo>
                      <a:pt x="68" y="190"/>
                    </a:lnTo>
                    <a:lnTo>
                      <a:pt x="64" y="190"/>
                    </a:lnTo>
                    <a:lnTo>
                      <a:pt x="64" y="192"/>
                    </a:lnTo>
                    <a:lnTo>
                      <a:pt x="68" y="197"/>
                    </a:lnTo>
                    <a:lnTo>
                      <a:pt x="68" y="204"/>
                    </a:lnTo>
                    <a:lnTo>
                      <a:pt x="80" y="206"/>
                    </a:lnTo>
                    <a:lnTo>
                      <a:pt x="83" y="208"/>
                    </a:lnTo>
                    <a:lnTo>
                      <a:pt x="87" y="211"/>
                    </a:lnTo>
                    <a:lnTo>
                      <a:pt x="90" y="213"/>
                    </a:lnTo>
                    <a:lnTo>
                      <a:pt x="92" y="218"/>
                    </a:lnTo>
                    <a:lnTo>
                      <a:pt x="92" y="227"/>
                    </a:lnTo>
                    <a:lnTo>
                      <a:pt x="94" y="232"/>
                    </a:lnTo>
                    <a:lnTo>
                      <a:pt x="106" y="241"/>
                    </a:lnTo>
                    <a:lnTo>
                      <a:pt x="106" y="251"/>
                    </a:lnTo>
                    <a:lnTo>
                      <a:pt x="125" y="260"/>
                    </a:lnTo>
                    <a:lnTo>
                      <a:pt x="127" y="258"/>
                    </a:lnTo>
                    <a:lnTo>
                      <a:pt x="130" y="253"/>
                    </a:lnTo>
                    <a:lnTo>
                      <a:pt x="132" y="251"/>
                    </a:lnTo>
                    <a:lnTo>
                      <a:pt x="137" y="251"/>
                    </a:lnTo>
                    <a:lnTo>
                      <a:pt x="142" y="253"/>
                    </a:lnTo>
                    <a:lnTo>
                      <a:pt x="142" y="256"/>
                    </a:lnTo>
                    <a:lnTo>
                      <a:pt x="146" y="258"/>
                    </a:lnTo>
                    <a:lnTo>
                      <a:pt x="149" y="258"/>
                    </a:lnTo>
                    <a:lnTo>
                      <a:pt x="156" y="253"/>
                    </a:lnTo>
                    <a:lnTo>
                      <a:pt x="156" y="251"/>
                    </a:lnTo>
                    <a:lnTo>
                      <a:pt x="161" y="246"/>
                    </a:lnTo>
                    <a:lnTo>
                      <a:pt x="163" y="249"/>
                    </a:lnTo>
                    <a:lnTo>
                      <a:pt x="168" y="251"/>
                    </a:lnTo>
                    <a:lnTo>
                      <a:pt x="170" y="258"/>
                    </a:lnTo>
                    <a:lnTo>
                      <a:pt x="172" y="263"/>
                    </a:lnTo>
                    <a:lnTo>
                      <a:pt x="177" y="267"/>
                    </a:lnTo>
                    <a:lnTo>
                      <a:pt x="182" y="270"/>
                    </a:lnTo>
                    <a:lnTo>
                      <a:pt x="184" y="272"/>
                    </a:lnTo>
                    <a:lnTo>
                      <a:pt x="187" y="272"/>
                    </a:lnTo>
                    <a:lnTo>
                      <a:pt x="189" y="282"/>
                    </a:lnTo>
                    <a:lnTo>
                      <a:pt x="196" y="282"/>
                    </a:lnTo>
                    <a:lnTo>
                      <a:pt x="203" y="275"/>
                    </a:lnTo>
                    <a:lnTo>
                      <a:pt x="208" y="275"/>
                    </a:lnTo>
                    <a:lnTo>
                      <a:pt x="210" y="277"/>
                    </a:lnTo>
                    <a:lnTo>
                      <a:pt x="215" y="279"/>
                    </a:lnTo>
                    <a:lnTo>
                      <a:pt x="220" y="279"/>
                    </a:lnTo>
                    <a:lnTo>
                      <a:pt x="220" y="277"/>
                    </a:lnTo>
                    <a:lnTo>
                      <a:pt x="222" y="275"/>
                    </a:lnTo>
                    <a:lnTo>
                      <a:pt x="224" y="275"/>
                    </a:lnTo>
                    <a:lnTo>
                      <a:pt x="236" y="286"/>
                    </a:lnTo>
                    <a:lnTo>
                      <a:pt x="243" y="277"/>
                    </a:lnTo>
                    <a:lnTo>
                      <a:pt x="253" y="277"/>
                    </a:lnTo>
                    <a:lnTo>
                      <a:pt x="257" y="272"/>
                    </a:lnTo>
                    <a:lnTo>
                      <a:pt x="262" y="272"/>
                    </a:lnTo>
                    <a:lnTo>
                      <a:pt x="262" y="275"/>
                    </a:lnTo>
                    <a:lnTo>
                      <a:pt x="265" y="277"/>
                    </a:lnTo>
                    <a:lnTo>
                      <a:pt x="274" y="277"/>
                    </a:lnTo>
                    <a:lnTo>
                      <a:pt x="281" y="270"/>
                    </a:lnTo>
                    <a:lnTo>
                      <a:pt x="281" y="267"/>
                    </a:lnTo>
                    <a:lnTo>
                      <a:pt x="283" y="265"/>
                    </a:lnTo>
                    <a:lnTo>
                      <a:pt x="283" y="263"/>
                    </a:lnTo>
                    <a:lnTo>
                      <a:pt x="288" y="263"/>
                    </a:lnTo>
                    <a:lnTo>
                      <a:pt x="295" y="251"/>
                    </a:lnTo>
                    <a:lnTo>
                      <a:pt x="333" y="251"/>
                    </a:lnTo>
                    <a:lnTo>
                      <a:pt x="342" y="246"/>
                    </a:lnTo>
                    <a:lnTo>
                      <a:pt x="340" y="239"/>
                    </a:lnTo>
                    <a:lnTo>
                      <a:pt x="340" y="232"/>
                    </a:lnTo>
                    <a:lnTo>
                      <a:pt x="338" y="227"/>
                    </a:lnTo>
                    <a:lnTo>
                      <a:pt x="335" y="225"/>
                    </a:lnTo>
                    <a:lnTo>
                      <a:pt x="328" y="225"/>
                    </a:lnTo>
                    <a:lnTo>
                      <a:pt x="324" y="223"/>
                    </a:lnTo>
                    <a:lnTo>
                      <a:pt x="316" y="208"/>
                    </a:lnTo>
                    <a:lnTo>
                      <a:pt x="316" y="201"/>
                    </a:lnTo>
                    <a:lnTo>
                      <a:pt x="312" y="199"/>
                    </a:lnTo>
                    <a:lnTo>
                      <a:pt x="312" y="185"/>
                    </a:lnTo>
                    <a:lnTo>
                      <a:pt x="305" y="185"/>
                    </a:lnTo>
                    <a:lnTo>
                      <a:pt x="302" y="175"/>
                    </a:lnTo>
                    <a:lnTo>
                      <a:pt x="293" y="175"/>
                    </a:lnTo>
                    <a:lnTo>
                      <a:pt x="291" y="168"/>
                    </a:lnTo>
                    <a:lnTo>
                      <a:pt x="291" y="161"/>
                    </a:lnTo>
                    <a:lnTo>
                      <a:pt x="286" y="159"/>
                    </a:lnTo>
                    <a:lnTo>
                      <a:pt x="283" y="154"/>
                    </a:lnTo>
                    <a:lnTo>
                      <a:pt x="279" y="152"/>
                    </a:lnTo>
                    <a:lnTo>
                      <a:pt x="276" y="149"/>
                    </a:lnTo>
                    <a:lnTo>
                      <a:pt x="267" y="149"/>
                    </a:lnTo>
                    <a:lnTo>
                      <a:pt x="262" y="147"/>
                    </a:lnTo>
                    <a:lnTo>
                      <a:pt x="260" y="147"/>
                    </a:lnTo>
                    <a:lnTo>
                      <a:pt x="260" y="142"/>
                    </a:lnTo>
                    <a:lnTo>
                      <a:pt x="262" y="138"/>
                    </a:lnTo>
                    <a:lnTo>
                      <a:pt x="265" y="135"/>
                    </a:lnTo>
                    <a:lnTo>
                      <a:pt x="262" y="126"/>
                    </a:lnTo>
                    <a:lnTo>
                      <a:pt x="276" y="126"/>
                    </a:lnTo>
                    <a:lnTo>
                      <a:pt x="279" y="128"/>
                    </a:lnTo>
                    <a:lnTo>
                      <a:pt x="281" y="126"/>
                    </a:lnTo>
                    <a:lnTo>
                      <a:pt x="286" y="126"/>
                    </a:lnTo>
                    <a:lnTo>
                      <a:pt x="288" y="123"/>
                    </a:lnTo>
                    <a:lnTo>
                      <a:pt x="288" y="119"/>
                    </a:lnTo>
                    <a:lnTo>
                      <a:pt x="291" y="114"/>
                    </a:lnTo>
                    <a:lnTo>
                      <a:pt x="291" y="100"/>
                    </a:lnTo>
                    <a:lnTo>
                      <a:pt x="288" y="97"/>
                    </a:lnTo>
                    <a:lnTo>
                      <a:pt x="288" y="93"/>
                    </a:lnTo>
                    <a:lnTo>
                      <a:pt x="286" y="88"/>
                    </a:lnTo>
                    <a:lnTo>
                      <a:pt x="286" y="83"/>
                    </a:lnTo>
                    <a:lnTo>
                      <a:pt x="288" y="78"/>
                    </a:lnTo>
                    <a:lnTo>
                      <a:pt x="291" y="76"/>
                    </a:lnTo>
                    <a:lnTo>
                      <a:pt x="288" y="71"/>
                    </a:lnTo>
                    <a:lnTo>
                      <a:pt x="286" y="67"/>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1" name="South Africa" descr="© INSCALE GmbH, 05.05.2010&#10;http://www.presentationload.com/">
                <a:extLst>
                  <a:ext uri="{FF2B5EF4-FFF2-40B4-BE49-F238E27FC236}">
                    <a16:creationId xmlns:a16="http://schemas.microsoft.com/office/drawing/2014/main" id="{D732FC6E-107D-BA47-8939-36C73491E8F4}"/>
                  </a:ext>
                </a:extLst>
              </p:cNvPr>
              <p:cNvSpPr>
                <a:spLocks noEditPoints="1"/>
              </p:cNvSpPr>
              <p:nvPr/>
            </p:nvSpPr>
            <p:spPr bwMode="gray">
              <a:xfrm>
                <a:off x="6209411" y="4892847"/>
                <a:ext cx="476657" cy="428990"/>
              </a:xfrm>
              <a:custGeom>
                <a:avLst/>
                <a:gdLst>
                  <a:gd name="T0" fmla="*/ 2147483647 w 1134"/>
                  <a:gd name="T1" fmla="*/ 2147483647 h 1020"/>
                  <a:gd name="T2" fmla="*/ 2147483647 w 1134"/>
                  <a:gd name="T3" fmla="*/ 2147483647 h 1020"/>
                  <a:gd name="T4" fmla="*/ 2147483647 w 1134"/>
                  <a:gd name="T5" fmla="*/ 2147483647 h 1020"/>
                  <a:gd name="T6" fmla="*/ 2147483647 w 1134"/>
                  <a:gd name="T7" fmla="*/ 2147483647 h 1020"/>
                  <a:gd name="T8" fmla="*/ 2147483647 w 1134"/>
                  <a:gd name="T9" fmla="*/ 2147483647 h 1020"/>
                  <a:gd name="T10" fmla="*/ 2147483647 w 1134"/>
                  <a:gd name="T11" fmla="*/ 2147483647 h 1020"/>
                  <a:gd name="T12" fmla="*/ 2147483647 w 1134"/>
                  <a:gd name="T13" fmla="*/ 2147483647 h 1020"/>
                  <a:gd name="T14" fmla="*/ 2147483647 w 1134"/>
                  <a:gd name="T15" fmla="*/ 2147483647 h 1020"/>
                  <a:gd name="T16" fmla="*/ 2147483647 w 1134"/>
                  <a:gd name="T17" fmla="*/ 2147483647 h 1020"/>
                  <a:gd name="T18" fmla="*/ 2147483647 w 1134"/>
                  <a:gd name="T19" fmla="*/ 2147483647 h 1020"/>
                  <a:gd name="T20" fmla="*/ 2147483647 w 1134"/>
                  <a:gd name="T21" fmla="*/ 2147483647 h 1020"/>
                  <a:gd name="T22" fmla="*/ 2147483647 w 1134"/>
                  <a:gd name="T23" fmla="*/ 2147483647 h 1020"/>
                  <a:gd name="T24" fmla="*/ 2147483647 w 1134"/>
                  <a:gd name="T25" fmla="*/ 2147483647 h 1020"/>
                  <a:gd name="T26" fmla="*/ 2147483647 w 1134"/>
                  <a:gd name="T27" fmla="*/ 2147483647 h 1020"/>
                  <a:gd name="T28" fmla="*/ 2147483647 w 1134"/>
                  <a:gd name="T29" fmla="*/ 2147483647 h 1020"/>
                  <a:gd name="T30" fmla="*/ 2147483647 w 1134"/>
                  <a:gd name="T31" fmla="*/ 2147483647 h 1020"/>
                  <a:gd name="T32" fmla="*/ 2147483647 w 1134"/>
                  <a:gd name="T33" fmla="*/ 2147483647 h 1020"/>
                  <a:gd name="T34" fmla="*/ 2147483647 w 1134"/>
                  <a:gd name="T35" fmla="*/ 2147483647 h 1020"/>
                  <a:gd name="T36" fmla="*/ 2147483647 w 1134"/>
                  <a:gd name="T37" fmla="*/ 2147483647 h 1020"/>
                  <a:gd name="T38" fmla="*/ 2147483647 w 1134"/>
                  <a:gd name="T39" fmla="*/ 2147483647 h 1020"/>
                  <a:gd name="T40" fmla="*/ 2147483647 w 1134"/>
                  <a:gd name="T41" fmla="*/ 2147483647 h 1020"/>
                  <a:gd name="T42" fmla="*/ 2147483647 w 1134"/>
                  <a:gd name="T43" fmla="*/ 2147483647 h 1020"/>
                  <a:gd name="T44" fmla="*/ 2147483647 w 1134"/>
                  <a:gd name="T45" fmla="*/ 2147483647 h 1020"/>
                  <a:gd name="T46" fmla="*/ 2147483647 w 1134"/>
                  <a:gd name="T47" fmla="*/ 2147483647 h 1020"/>
                  <a:gd name="T48" fmla="*/ 2147483647 w 1134"/>
                  <a:gd name="T49" fmla="*/ 2147483647 h 1020"/>
                  <a:gd name="T50" fmla="*/ 2147483647 w 1134"/>
                  <a:gd name="T51" fmla="*/ 2147483647 h 1020"/>
                  <a:gd name="T52" fmla="*/ 2147483647 w 1134"/>
                  <a:gd name="T53" fmla="*/ 2147483647 h 1020"/>
                  <a:gd name="T54" fmla="*/ 2147483647 w 1134"/>
                  <a:gd name="T55" fmla="*/ 2147483647 h 1020"/>
                  <a:gd name="T56" fmla="*/ 2147483647 w 1134"/>
                  <a:gd name="T57" fmla="*/ 2147483647 h 1020"/>
                  <a:gd name="T58" fmla="*/ 2147483647 w 1134"/>
                  <a:gd name="T59" fmla="*/ 2147483647 h 1020"/>
                  <a:gd name="T60" fmla="*/ 2147483647 w 1134"/>
                  <a:gd name="T61" fmla="*/ 2147483647 h 1020"/>
                  <a:gd name="T62" fmla="*/ 0 w 1134"/>
                  <a:gd name="T63" fmla="*/ 2147483647 h 1020"/>
                  <a:gd name="T64" fmla="*/ 2147483647 w 1134"/>
                  <a:gd name="T65" fmla="*/ 2147483647 h 1020"/>
                  <a:gd name="T66" fmla="*/ 2147483647 w 1134"/>
                  <a:gd name="T67" fmla="*/ 2147483647 h 1020"/>
                  <a:gd name="T68" fmla="*/ 2147483647 w 1134"/>
                  <a:gd name="T69" fmla="*/ 2147483647 h 1020"/>
                  <a:gd name="T70" fmla="*/ 2147483647 w 1134"/>
                  <a:gd name="T71" fmla="*/ 2147483647 h 1020"/>
                  <a:gd name="T72" fmla="*/ 2147483647 w 1134"/>
                  <a:gd name="T73" fmla="*/ 2147483647 h 1020"/>
                  <a:gd name="T74" fmla="*/ 2147483647 w 1134"/>
                  <a:gd name="T75" fmla="*/ 2147483647 h 1020"/>
                  <a:gd name="T76" fmla="*/ 2147483647 w 1134"/>
                  <a:gd name="T77" fmla="*/ 2147483647 h 1020"/>
                  <a:gd name="T78" fmla="*/ 2147483647 w 1134"/>
                  <a:gd name="T79" fmla="*/ 2147483647 h 1020"/>
                  <a:gd name="T80" fmla="*/ 2147483647 w 1134"/>
                  <a:gd name="T81" fmla="*/ 2147483647 h 1020"/>
                  <a:gd name="T82" fmla="*/ 2147483647 w 1134"/>
                  <a:gd name="T83" fmla="*/ 2147483647 h 1020"/>
                  <a:gd name="T84" fmla="*/ 2147483647 w 1134"/>
                  <a:gd name="T85" fmla="*/ 2147483647 h 1020"/>
                  <a:gd name="T86" fmla="*/ 2147483647 w 1134"/>
                  <a:gd name="T87" fmla="*/ 2147483647 h 1020"/>
                  <a:gd name="T88" fmla="*/ 2147483647 w 1134"/>
                  <a:gd name="T89" fmla="*/ 2147483647 h 1020"/>
                  <a:gd name="T90" fmla="*/ 2147483647 w 1134"/>
                  <a:gd name="T91" fmla="*/ 2147483647 h 1020"/>
                  <a:gd name="T92" fmla="*/ 2147483647 w 1134"/>
                  <a:gd name="T93" fmla="*/ 2147483647 h 1020"/>
                  <a:gd name="T94" fmla="*/ 2147483647 w 1134"/>
                  <a:gd name="T95" fmla="*/ 2147483647 h 1020"/>
                  <a:gd name="T96" fmla="*/ 2147483647 w 1134"/>
                  <a:gd name="T97" fmla="*/ 2147483647 h 1020"/>
                  <a:gd name="T98" fmla="*/ 2147483647 w 1134"/>
                  <a:gd name="T99" fmla="*/ 2147483647 h 1020"/>
                  <a:gd name="T100" fmla="*/ 2147483647 w 1134"/>
                  <a:gd name="T101" fmla="*/ 2147483647 h 1020"/>
                  <a:gd name="T102" fmla="*/ 2147483647 w 1134"/>
                  <a:gd name="T103" fmla="*/ 2147483647 h 1020"/>
                  <a:gd name="T104" fmla="*/ 2147483647 w 1134"/>
                  <a:gd name="T105" fmla="*/ 2147483647 h 1020"/>
                  <a:gd name="T106" fmla="*/ 2147483647 w 1134"/>
                  <a:gd name="T107" fmla="*/ 2147483647 h 1020"/>
                  <a:gd name="T108" fmla="*/ 2147483647 w 1134"/>
                  <a:gd name="T109" fmla="*/ 2147483647 h 1020"/>
                  <a:gd name="T110" fmla="*/ 2147483647 w 1134"/>
                  <a:gd name="T111" fmla="*/ 2147483647 h 1020"/>
                  <a:gd name="T112" fmla="*/ 2147483647 w 1134"/>
                  <a:gd name="T113" fmla="*/ 2147483647 h 1020"/>
                  <a:gd name="T114" fmla="*/ 2147483647 w 1134"/>
                  <a:gd name="T115" fmla="*/ 2147483647 h 1020"/>
                  <a:gd name="T116" fmla="*/ 2147483647 w 1134"/>
                  <a:gd name="T117" fmla="*/ 2147483647 h 1020"/>
                  <a:gd name="T118" fmla="*/ 2147483647 w 1134"/>
                  <a:gd name="T119" fmla="*/ 2147483647 h 1020"/>
                  <a:gd name="T120" fmla="*/ 2147483647 w 1134"/>
                  <a:gd name="T121" fmla="*/ 2147483647 h 1020"/>
                  <a:gd name="T122" fmla="*/ 2147483647 w 1134"/>
                  <a:gd name="T123" fmla="*/ 2147483647 h 1020"/>
                  <a:gd name="T124" fmla="*/ 2147483647 w 1134"/>
                  <a:gd name="T125" fmla="*/ 2147483647 h 10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4"/>
                  <a:gd name="T190" fmla="*/ 0 h 1020"/>
                  <a:gd name="T191" fmla="*/ 1134 w 1134"/>
                  <a:gd name="T192" fmla="*/ 1020 h 10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4" h="1020">
                    <a:moveTo>
                      <a:pt x="1116" y="372"/>
                    </a:moveTo>
                    <a:lnTo>
                      <a:pt x="1098" y="372"/>
                    </a:lnTo>
                    <a:lnTo>
                      <a:pt x="1092" y="378"/>
                    </a:lnTo>
                    <a:lnTo>
                      <a:pt x="1086" y="378"/>
                    </a:lnTo>
                    <a:lnTo>
                      <a:pt x="1074" y="420"/>
                    </a:lnTo>
                    <a:lnTo>
                      <a:pt x="1062" y="420"/>
                    </a:lnTo>
                    <a:lnTo>
                      <a:pt x="1050" y="414"/>
                    </a:lnTo>
                    <a:lnTo>
                      <a:pt x="1032" y="414"/>
                    </a:lnTo>
                    <a:lnTo>
                      <a:pt x="1020" y="402"/>
                    </a:lnTo>
                    <a:lnTo>
                      <a:pt x="1008" y="396"/>
                    </a:lnTo>
                    <a:lnTo>
                      <a:pt x="996" y="372"/>
                    </a:lnTo>
                    <a:lnTo>
                      <a:pt x="996" y="348"/>
                    </a:lnTo>
                    <a:lnTo>
                      <a:pt x="1002" y="336"/>
                    </a:lnTo>
                    <a:lnTo>
                      <a:pt x="1014" y="324"/>
                    </a:lnTo>
                    <a:lnTo>
                      <a:pt x="1014" y="312"/>
                    </a:lnTo>
                    <a:lnTo>
                      <a:pt x="1020" y="300"/>
                    </a:lnTo>
                    <a:lnTo>
                      <a:pt x="1032" y="288"/>
                    </a:lnTo>
                    <a:lnTo>
                      <a:pt x="1038" y="288"/>
                    </a:lnTo>
                    <a:lnTo>
                      <a:pt x="1050" y="294"/>
                    </a:lnTo>
                    <a:lnTo>
                      <a:pt x="1062" y="306"/>
                    </a:lnTo>
                    <a:lnTo>
                      <a:pt x="1086" y="270"/>
                    </a:lnTo>
                    <a:lnTo>
                      <a:pt x="1086" y="180"/>
                    </a:lnTo>
                    <a:lnTo>
                      <a:pt x="1056" y="120"/>
                    </a:lnTo>
                    <a:lnTo>
                      <a:pt x="1056" y="102"/>
                    </a:lnTo>
                    <a:lnTo>
                      <a:pt x="1050" y="90"/>
                    </a:lnTo>
                    <a:lnTo>
                      <a:pt x="1050" y="72"/>
                    </a:lnTo>
                    <a:lnTo>
                      <a:pt x="1044" y="54"/>
                    </a:lnTo>
                    <a:lnTo>
                      <a:pt x="1044" y="24"/>
                    </a:lnTo>
                    <a:lnTo>
                      <a:pt x="1026" y="12"/>
                    </a:lnTo>
                    <a:lnTo>
                      <a:pt x="966" y="12"/>
                    </a:lnTo>
                    <a:lnTo>
                      <a:pt x="954" y="6"/>
                    </a:lnTo>
                    <a:lnTo>
                      <a:pt x="948" y="6"/>
                    </a:lnTo>
                    <a:lnTo>
                      <a:pt x="936" y="0"/>
                    </a:lnTo>
                    <a:lnTo>
                      <a:pt x="876" y="0"/>
                    </a:lnTo>
                    <a:lnTo>
                      <a:pt x="864" y="24"/>
                    </a:lnTo>
                    <a:lnTo>
                      <a:pt x="852" y="24"/>
                    </a:lnTo>
                    <a:lnTo>
                      <a:pt x="840" y="30"/>
                    </a:lnTo>
                    <a:lnTo>
                      <a:pt x="828" y="30"/>
                    </a:lnTo>
                    <a:lnTo>
                      <a:pt x="822" y="36"/>
                    </a:lnTo>
                    <a:lnTo>
                      <a:pt x="810" y="60"/>
                    </a:lnTo>
                    <a:lnTo>
                      <a:pt x="768" y="102"/>
                    </a:lnTo>
                    <a:lnTo>
                      <a:pt x="756" y="108"/>
                    </a:lnTo>
                    <a:lnTo>
                      <a:pt x="750" y="108"/>
                    </a:lnTo>
                    <a:lnTo>
                      <a:pt x="738" y="114"/>
                    </a:lnTo>
                    <a:lnTo>
                      <a:pt x="726" y="138"/>
                    </a:lnTo>
                    <a:lnTo>
                      <a:pt x="726" y="174"/>
                    </a:lnTo>
                    <a:lnTo>
                      <a:pt x="714" y="180"/>
                    </a:lnTo>
                    <a:lnTo>
                      <a:pt x="708" y="192"/>
                    </a:lnTo>
                    <a:lnTo>
                      <a:pt x="702" y="198"/>
                    </a:lnTo>
                    <a:lnTo>
                      <a:pt x="690" y="204"/>
                    </a:lnTo>
                    <a:lnTo>
                      <a:pt x="672" y="210"/>
                    </a:lnTo>
                    <a:lnTo>
                      <a:pt x="654" y="228"/>
                    </a:lnTo>
                    <a:lnTo>
                      <a:pt x="654" y="240"/>
                    </a:lnTo>
                    <a:lnTo>
                      <a:pt x="648" y="252"/>
                    </a:lnTo>
                    <a:lnTo>
                      <a:pt x="642" y="270"/>
                    </a:lnTo>
                    <a:lnTo>
                      <a:pt x="636" y="282"/>
                    </a:lnTo>
                    <a:lnTo>
                      <a:pt x="630" y="288"/>
                    </a:lnTo>
                    <a:lnTo>
                      <a:pt x="618" y="294"/>
                    </a:lnTo>
                    <a:lnTo>
                      <a:pt x="606" y="294"/>
                    </a:lnTo>
                    <a:lnTo>
                      <a:pt x="600" y="288"/>
                    </a:lnTo>
                    <a:lnTo>
                      <a:pt x="594" y="294"/>
                    </a:lnTo>
                    <a:lnTo>
                      <a:pt x="582" y="300"/>
                    </a:lnTo>
                    <a:lnTo>
                      <a:pt x="570" y="300"/>
                    </a:lnTo>
                    <a:lnTo>
                      <a:pt x="564" y="294"/>
                    </a:lnTo>
                    <a:lnTo>
                      <a:pt x="552" y="288"/>
                    </a:lnTo>
                    <a:lnTo>
                      <a:pt x="546" y="282"/>
                    </a:lnTo>
                    <a:lnTo>
                      <a:pt x="516" y="282"/>
                    </a:lnTo>
                    <a:lnTo>
                      <a:pt x="504" y="270"/>
                    </a:lnTo>
                    <a:lnTo>
                      <a:pt x="492" y="264"/>
                    </a:lnTo>
                    <a:lnTo>
                      <a:pt x="486" y="258"/>
                    </a:lnTo>
                    <a:lnTo>
                      <a:pt x="474" y="252"/>
                    </a:lnTo>
                    <a:lnTo>
                      <a:pt x="462" y="252"/>
                    </a:lnTo>
                    <a:lnTo>
                      <a:pt x="450" y="258"/>
                    </a:lnTo>
                    <a:lnTo>
                      <a:pt x="444" y="264"/>
                    </a:lnTo>
                    <a:lnTo>
                      <a:pt x="438" y="276"/>
                    </a:lnTo>
                    <a:lnTo>
                      <a:pt x="438" y="288"/>
                    </a:lnTo>
                    <a:lnTo>
                      <a:pt x="432" y="300"/>
                    </a:lnTo>
                    <a:lnTo>
                      <a:pt x="432" y="324"/>
                    </a:lnTo>
                    <a:lnTo>
                      <a:pt x="420" y="324"/>
                    </a:lnTo>
                    <a:lnTo>
                      <a:pt x="414" y="330"/>
                    </a:lnTo>
                    <a:lnTo>
                      <a:pt x="408" y="330"/>
                    </a:lnTo>
                    <a:lnTo>
                      <a:pt x="402" y="336"/>
                    </a:lnTo>
                    <a:lnTo>
                      <a:pt x="396" y="348"/>
                    </a:lnTo>
                    <a:lnTo>
                      <a:pt x="390" y="354"/>
                    </a:lnTo>
                    <a:lnTo>
                      <a:pt x="390" y="360"/>
                    </a:lnTo>
                    <a:lnTo>
                      <a:pt x="366" y="360"/>
                    </a:lnTo>
                    <a:lnTo>
                      <a:pt x="366" y="378"/>
                    </a:lnTo>
                    <a:lnTo>
                      <a:pt x="288" y="378"/>
                    </a:lnTo>
                    <a:lnTo>
                      <a:pt x="288" y="348"/>
                    </a:lnTo>
                    <a:lnTo>
                      <a:pt x="294" y="336"/>
                    </a:lnTo>
                    <a:lnTo>
                      <a:pt x="294" y="330"/>
                    </a:lnTo>
                    <a:lnTo>
                      <a:pt x="300" y="318"/>
                    </a:lnTo>
                    <a:lnTo>
                      <a:pt x="300" y="294"/>
                    </a:lnTo>
                    <a:lnTo>
                      <a:pt x="294" y="288"/>
                    </a:lnTo>
                    <a:lnTo>
                      <a:pt x="294" y="270"/>
                    </a:lnTo>
                    <a:lnTo>
                      <a:pt x="288" y="258"/>
                    </a:lnTo>
                    <a:lnTo>
                      <a:pt x="282" y="240"/>
                    </a:lnTo>
                    <a:lnTo>
                      <a:pt x="276" y="234"/>
                    </a:lnTo>
                    <a:lnTo>
                      <a:pt x="264" y="228"/>
                    </a:lnTo>
                    <a:lnTo>
                      <a:pt x="258" y="222"/>
                    </a:lnTo>
                    <a:lnTo>
                      <a:pt x="246" y="216"/>
                    </a:lnTo>
                    <a:lnTo>
                      <a:pt x="240" y="510"/>
                    </a:lnTo>
                    <a:lnTo>
                      <a:pt x="222" y="510"/>
                    </a:lnTo>
                    <a:lnTo>
                      <a:pt x="210" y="516"/>
                    </a:lnTo>
                    <a:lnTo>
                      <a:pt x="204" y="522"/>
                    </a:lnTo>
                    <a:lnTo>
                      <a:pt x="204" y="528"/>
                    </a:lnTo>
                    <a:lnTo>
                      <a:pt x="192" y="528"/>
                    </a:lnTo>
                    <a:lnTo>
                      <a:pt x="192" y="552"/>
                    </a:lnTo>
                    <a:lnTo>
                      <a:pt x="168" y="552"/>
                    </a:lnTo>
                    <a:lnTo>
                      <a:pt x="156" y="540"/>
                    </a:lnTo>
                    <a:lnTo>
                      <a:pt x="144" y="540"/>
                    </a:lnTo>
                    <a:lnTo>
                      <a:pt x="132" y="552"/>
                    </a:lnTo>
                    <a:lnTo>
                      <a:pt x="108" y="552"/>
                    </a:lnTo>
                    <a:lnTo>
                      <a:pt x="102" y="546"/>
                    </a:lnTo>
                    <a:lnTo>
                      <a:pt x="102" y="540"/>
                    </a:lnTo>
                    <a:lnTo>
                      <a:pt x="96" y="534"/>
                    </a:lnTo>
                    <a:lnTo>
                      <a:pt x="72" y="534"/>
                    </a:lnTo>
                    <a:lnTo>
                      <a:pt x="66" y="528"/>
                    </a:lnTo>
                    <a:lnTo>
                      <a:pt x="60" y="516"/>
                    </a:lnTo>
                    <a:lnTo>
                      <a:pt x="60" y="492"/>
                    </a:lnTo>
                    <a:lnTo>
                      <a:pt x="42" y="474"/>
                    </a:lnTo>
                    <a:lnTo>
                      <a:pt x="36" y="474"/>
                    </a:lnTo>
                    <a:lnTo>
                      <a:pt x="30" y="480"/>
                    </a:lnTo>
                    <a:lnTo>
                      <a:pt x="30" y="486"/>
                    </a:lnTo>
                    <a:lnTo>
                      <a:pt x="24" y="498"/>
                    </a:lnTo>
                    <a:lnTo>
                      <a:pt x="18" y="504"/>
                    </a:lnTo>
                    <a:lnTo>
                      <a:pt x="18" y="510"/>
                    </a:lnTo>
                    <a:lnTo>
                      <a:pt x="0" y="522"/>
                    </a:lnTo>
                    <a:lnTo>
                      <a:pt x="0" y="516"/>
                    </a:lnTo>
                    <a:lnTo>
                      <a:pt x="0" y="528"/>
                    </a:lnTo>
                    <a:lnTo>
                      <a:pt x="6" y="540"/>
                    </a:lnTo>
                    <a:lnTo>
                      <a:pt x="6" y="552"/>
                    </a:lnTo>
                    <a:lnTo>
                      <a:pt x="36" y="582"/>
                    </a:lnTo>
                    <a:lnTo>
                      <a:pt x="42" y="600"/>
                    </a:lnTo>
                    <a:lnTo>
                      <a:pt x="42" y="648"/>
                    </a:lnTo>
                    <a:lnTo>
                      <a:pt x="48" y="672"/>
                    </a:lnTo>
                    <a:lnTo>
                      <a:pt x="54" y="690"/>
                    </a:lnTo>
                    <a:lnTo>
                      <a:pt x="72" y="714"/>
                    </a:lnTo>
                    <a:lnTo>
                      <a:pt x="96" y="738"/>
                    </a:lnTo>
                    <a:lnTo>
                      <a:pt x="114" y="762"/>
                    </a:lnTo>
                    <a:lnTo>
                      <a:pt x="120" y="786"/>
                    </a:lnTo>
                    <a:lnTo>
                      <a:pt x="120" y="834"/>
                    </a:lnTo>
                    <a:lnTo>
                      <a:pt x="114" y="846"/>
                    </a:lnTo>
                    <a:lnTo>
                      <a:pt x="114" y="852"/>
                    </a:lnTo>
                    <a:lnTo>
                      <a:pt x="90" y="852"/>
                    </a:lnTo>
                    <a:lnTo>
                      <a:pt x="90" y="876"/>
                    </a:lnTo>
                    <a:lnTo>
                      <a:pt x="96" y="888"/>
                    </a:lnTo>
                    <a:lnTo>
                      <a:pt x="108" y="906"/>
                    </a:lnTo>
                    <a:lnTo>
                      <a:pt x="114" y="918"/>
                    </a:lnTo>
                    <a:lnTo>
                      <a:pt x="114" y="960"/>
                    </a:lnTo>
                    <a:lnTo>
                      <a:pt x="120" y="972"/>
                    </a:lnTo>
                    <a:lnTo>
                      <a:pt x="120" y="978"/>
                    </a:lnTo>
                    <a:lnTo>
                      <a:pt x="126" y="978"/>
                    </a:lnTo>
                    <a:lnTo>
                      <a:pt x="126" y="972"/>
                    </a:lnTo>
                    <a:lnTo>
                      <a:pt x="132" y="966"/>
                    </a:lnTo>
                    <a:lnTo>
                      <a:pt x="144" y="966"/>
                    </a:lnTo>
                    <a:lnTo>
                      <a:pt x="150" y="972"/>
                    </a:lnTo>
                    <a:lnTo>
                      <a:pt x="180" y="984"/>
                    </a:lnTo>
                    <a:lnTo>
                      <a:pt x="180" y="996"/>
                    </a:lnTo>
                    <a:lnTo>
                      <a:pt x="204" y="1020"/>
                    </a:lnTo>
                    <a:lnTo>
                      <a:pt x="216" y="1020"/>
                    </a:lnTo>
                    <a:lnTo>
                      <a:pt x="240" y="1008"/>
                    </a:lnTo>
                    <a:lnTo>
                      <a:pt x="246" y="996"/>
                    </a:lnTo>
                    <a:lnTo>
                      <a:pt x="252" y="990"/>
                    </a:lnTo>
                    <a:lnTo>
                      <a:pt x="264" y="984"/>
                    </a:lnTo>
                    <a:lnTo>
                      <a:pt x="294" y="984"/>
                    </a:lnTo>
                    <a:lnTo>
                      <a:pt x="306" y="990"/>
                    </a:lnTo>
                    <a:lnTo>
                      <a:pt x="354" y="990"/>
                    </a:lnTo>
                    <a:lnTo>
                      <a:pt x="354" y="984"/>
                    </a:lnTo>
                    <a:lnTo>
                      <a:pt x="360" y="978"/>
                    </a:lnTo>
                    <a:lnTo>
                      <a:pt x="360" y="966"/>
                    </a:lnTo>
                    <a:lnTo>
                      <a:pt x="366" y="960"/>
                    </a:lnTo>
                    <a:lnTo>
                      <a:pt x="378" y="954"/>
                    </a:lnTo>
                    <a:lnTo>
                      <a:pt x="408" y="954"/>
                    </a:lnTo>
                    <a:lnTo>
                      <a:pt x="420" y="960"/>
                    </a:lnTo>
                    <a:lnTo>
                      <a:pt x="432" y="960"/>
                    </a:lnTo>
                    <a:lnTo>
                      <a:pt x="438" y="966"/>
                    </a:lnTo>
                    <a:lnTo>
                      <a:pt x="444" y="960"/>
                    </a:lnTo>
                    <a:lnTo>
                      <a:pt x="456" y="960"/>
                    </a:lnTo>
                    <a:lnTo>
                      <a:pt x="468" y="954"/>
                    </a:lnTo>
                    <a:lnTo>
                      <a:pt x="504" y="954"/>
                    </a:lnTo>
                    <a:lnTo>
                      <a:pt x="522" y="960"/>
                    </a:lnTo>
                    <a:lnTo>
                      <a:pt x="534" y="966"/>
                    </a:lnTo>
                    <a:lnTo>
                      <a:pt x="552" y="966"/>
                    </a:lnTo>
                    <a:lnTo>
                      <a:pt x="558" y="960"/>
                    </a:lnTo>
                    <a:lnTo>
                      <a:pt x="570" y="954"/>
                    </a:lnTo>
                    <a:lnTo>
                      <a:pt x="606" y="954"/>
                    </a:lnTo>
                    <a:lnTo>
                      <a:pt x="618" y="948"/>
                    </a:lnTo>
                    <a:lnTo>
                      <a:pt x="624" y="942"/>
                    </a:lnTo>
                    <a:lnTo>
                      <a:pt x="636" y="936"/>
                    </a:lnTo>
                    <a:lnTo>
                      <a:pt x="684" y="936"/>
                    </a:lnTo>
                    <a:lnTo>
                      <a:pt x="708" y="924"/>
                    </a:lnTo>
                    <a:lnTo>
                      <a:pt x="720" y="912"/>
                    </a:lnTo>
                    <a:lnTo>
                      <a:pt x="738" y="900"/>
                    </a:lnTo>
                    <a:lnTo>
                      <a:pt x="774" y="864"/>
                    </a:lnTo>
                    <a:lnTo>
                      <a:pt x="786" y="858"/>
                    </a:lnTo>
                    <a:lnTo>
                      <a:pt x="804" y="846"/>
                    </a:lnTo>
                    <a:lnTo>
                      <a:pt x="900" y="750"/>
                    </a:lnTo>
                    <a:lnTo>
                      <a:pt x="918" y="750"/>
                    </a:lnTo>
                    <a:lnTo>
                      <a:pt x="924" y="744"/>
                    </a:lnTo>
                    <a:lnTo>
                      <a:pt x="960" y="696"/>
                    </a:lnTo>
                    <a:lnTo>
                      <a:pt x="972" y="672"/>
                    </a:lnTo>
                    <a:lnTo>
                      <a:pt x="984" y="654"/>
                    </a:lnTo>
                    <a:lnTo>
                      <a:pt x="990" y="642"/>
                    </a:lnTo>
                    <a:lnTo>
                      <a:pt x="1002" y="606"/>
                    </a:lnTo>
                    <a:lnTo>
                      <a:pt x="1014" y="588"/>
                    </a:lnTo>
                    <a:lnTo>
                      <a:pt x="1020" y="576"/>
                    </a:lnTo>
                    <a:lnTo>
                      <a:pt x="1026" y="570"/>
                    </a:lnTo>
                    <a:lnTo>
                      <a:pt x="1038" y="564"/>
                    </a:lnTo>
                    <a:lnTo>
                      <a:pt x="1050" y="552"/>
                    </a:lnTo>
                    <a:lnTo>
                      <a:pt x="1068" y="546"/>
                    </a:lnTo>
                    <a:lnTo>
                      <a:pt x="1086" y="534"/>
                    </a:lnTo>
                    <a:lnTo>
                      <a:pt x="1098" y="510"/>
                    </a:lnTo>
                    <a:lnTo>
                      <a:pt x="1098" y="498"/>
                    </a:lnTo>
                    <a:lnTo>
                      <a:pt x="1104" y="486"/>
                    </a:lnTo>
                    <a:lnTo>
                      <a:pt x="1110" y="468"/>
                    </a:lnTo>
                    <a:lnTo>
                      <a:pt x="1116" y="456"/>
                    </a:lnTo>
                    <a:lnTo>
                      <a:pt x="1122" y="450"/>
                    </a:lnTo>
                    <a:lnTo>
                      <a:pt x="1122" y="438"/>
                    </a:lnTo>
                    <a:lnTo>
                      <a:pt x="1128" y="432"/>
                    </a:lnTo>
                    <a:lnTo>
                      <a:pt x="1128" y="414"/>
                    </a:lnTo>
                    <a:lnTo>
                      <a:pt x="1134" y="396"/>
                    </a:lnTo>
                    <a:lnTo>
                      <a:pt x="1128" y="384"/>
                    </a:lnTo>
                    <a:lnTo>
                      <a:pt x="1116" y="372"/>
                    </a:lnTo>
                    <a:close/>
                    <a:moveTo>
                      <a:pt x="870" y="624"/>
                    </a:moveTo>
                    <a:lnTo>
                      <a:pt x="858" y="630"/>
                    </a:lnTo>
                    <a:lnTo>
                      <a:pt x="852" y="636"/>
                    </a:lnTo>
                    <a:lnTo>
                      <a:pt x="840" y="642"/>
                    </a:lnTo>
                    <a:lnTo>
                      <a:pt x="822" y="642"/>
                    </a:lnTo>
                    <a:lnTo>
                      <a:pt x="810" y="648"/>
                    </a:lnTo>
                    <a:lnTo>
                      <a:pt x="804" y="654"/>
                    </a:lnTo>
                    <a:lnTo>
                      <a:pt x="798" y="666"/>
                    </a:lnTo>
                    <a:lnTo>
                      <a:pt x="792" y="672"/>
                    </a:lnTo>
                    <a:lnTo>
                      <a:pt x="792" y="684"/>
                    </a:lnTo>
                    <a:lnTo>
                      <a:pt x="774" y="684"/>
                    </a:lnTo>
                    <a:lnTo>
                      <a:pt x="744" y="654"/>
                    </a:lnTo>
                    <a:lnTo>
                      <a:pt x="744" y="636"/>
                    </a:lnTo>
                    <a:lnTo>
                      <a:pt x="720" y="600"/>
                    </a:lnTo>
                    <a:lnTo>
                      <a:pt x="744" y="600"/>
                    </a:lnTo>
                    <a:lnTo>
                      <a:pt x="750" y="582"/>
                    </a:lnTo>
                    <a:lnTo>
                      <a:pt x="768" y="564"/>
                    </a:lnTo>
                    <a:lnTo>
                      <a:pt x="768" y="546"/>
                    </a:lnTo>
                    <a:lnTo>
                      <a:pt x="774" y="540"/>
                    </a:lnTo>
                    <a:lnTo>
                      <a:pt x="798" y="540"/>
                    </a:lnTo>
                    <a:lnTo>
                      <a:pt x="798" y="528"/>
                    </a:lnTo>
                    <a:lnTo>
                      <a:pt x="810" y="522"/>
                    </a:lnTo>
                    <a:lnTo>
                      <a:pt x="846" y="522"/>
                    </a:lnTo>
                    <a:lnTo>
                      <a:pt x="852" y="528"/>
                    </a:lnTo>
                    <a:lnTo>
                      <a:pt x="858" y="540"/>
                    </a:lnTo>
                    <a:lnTo>
                      <a:pt x="864" y="546"/>
                    </a:lnTo>
                    <a:lnTo>
                      <a:pt x="870" y="558"/>
                    </a:lnTo>
                    <a:lnTo>
                      <a:pt x="882" y="564"/>
                    </a:lnTo>
                    <a:lnTo>
                      <a:pt x="888" y="588"/>
                    </a:lnTo>
                    <a:lnTo>
                      <a:pt x="864" y="606"/>
                    </a:lnTo>
                    <a:lnTo>
                      <a:pt x="870" y="6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2" name="Somalia" descr="© INSCALE GmbH, 05.05.2010&#10;http://www.presentationload.com/">
                <a:extLst>
                  <a:ext uri="{FF2B5EF4-FFF2-40B4-BE49-F238E27FC236}">
                    <a16:creationId xmlns:a16="http://schemas.microsoft.com/office/drawing/2014/main" id="{60875908-816C-844A-805A-4260F5C3311C}"/>
                  </a:ext>
                </a:extLst>
              </p:cNvPr>
              <p:cNvSpPr>
                <a:spLocks/>
              </p:cNvSpPr>
              <p:nvPr/>
            </p:nvSpPr>
            <p:spPr bwMode="gray">
              <a:xfrm>
                <a:off x="6950691" y="3734083"/>
                <a:ext cx="300787" cy="465151"/>
              </a:xfrm>
              <a:custGeom>
                <a:avLst/>
                <a:gdLst>
                  <a:gd name="T0" fmla="*/ 2147483647 w 714"/>
                  <a:gd name="T1" fmla="*/ 2147483647 h 1104"/>
                  <a:gd name="T2" fmla="*/ 2147483647 w 714"/>
                  <a:gd name="T3" fmla="*/ 2147483647 h 1104"/>
                  <a:gd name="T4" fmla="*/ 2147483647 w 714"/>
                  <a:gd name="T5" fmla="*/ 2147483647 h 1104"/>
                  <a:gd name="T6" fmla="*/ 2147483647 w 714"/>
                  <a:gd name="T7" fmla="*/ 2147483647 h 1104"/>
                  <a:gd name="T8" fmla="*/ 2147483647 w 714"/>
                  <a:gd name="T9" fmla="*/ 2147483647 h 1104"/>
                  <a:gd name="T10" fmla="*/ 2147483647 w 714"/>
                  <a:gd name="T11" fmla="*/ 2147483647 h 1104"/>
                  <a:gd name="T12" fmla="*/ 2147483647 w 714"/>
                  <a:gd name="T13" fmla="*/ 2147483647 h 1104"/>
                  <a:gd name="T14" fmla="*/ 2147483647 w 714"/>
                  <a:gd name="T15" fmla="*/ 2147483647 h 1104"/>
                  <a:gd name="T16" fmla="*/ 2147483647 w 714"/>
                  <a:gd name="T17" fmla="*/ 2147483647 h 1104"/>
                  <a:gd name="T18" fmla="*/ 2147483647 w 714"/>
                  <a:gd name="T19" fmla="*/ 2147483647 h 1104"/>
                  <a:gd name="T20" fmla="*/ 2147483647 w 714"/>
                  <a:gd name="T21" fmla="*/ 2147483647 h 1104"/>
                  <a:gd name="T22" fmla="*/ 2147483647 w 714"/>
                  <a:gd name="T23" fmla="*/ 2147483647 h 1104"/>
                  <a:gd name="T24" fmla="*/ 0 w 714"/>
                  <a:gd name="T25" fmla="*/ 2147483647 h 1104"/>
                  <a:gd name="T26" fmla="*/ 2147483647 w 714"/>
                  <a:gd name="T27" fmla="*/ 2147483647 h 1104"/>
                  <a:gd name="T28" fmla="*/ 2147483647 w 714"/>
                  <a:gd name="T29" fmla="*/ 2147483647 h 1104"/>
                  <a:gd name="T30" fmla="*/ 2147483647 w 714"/>
                  <a:gd name="T31" fmla="*/ 2147483647 h 1104"/>
                  <a:gd name="T32" fmla="*/ 2147483647 w 714"/>
                  <a:gd name="T33" fmla="*/ 2147483647 h 1104"/>
                  <a:gd name="T34" fmla="*/ 2147483647 w 714"/>
                  <a:gd name="T35" fmla="*/ 2147483647 h 1104"/>
                  <a:gd name="T36" fmla="*/ 2147483647 w 714"/>
                  <a:gd name="T37" fmla="*/ 2147483647 h 1104"/>
                  <a:gd name="T38" fmla="*/ 2147483647 w 714"/>
                  <a:gd name="T39" fmla="*/ 2147483647 h 1104"/>
                  <a:gd name="T40" fmla="*/ 2147483647 w 714"/>
                  <a:gd name="T41" fmla="*/ 2147483647 h 1104"/>
                  <a:gd name="T42" fmla="*/ 2147483647 w 714"/>
                  <a:gd name="T43" fmla="*/ 2147483647 h 1104"/>
                  <a:gd name="T44" fmla="*/ 2147483647 w 714"/>
                  <a:gd name="T45" fmla="*/ 2147483647 h 1104"/>
                  <a:gd name="T46" fmla="*/ 2147483647 w 714"/>
                  <a:gd name="T47" fmla="*/ 2147483647 h 1104"/>
                  <a:gd name="T48" fmla="*/ 2147483647 w 714"/>
                  <a:gd name="T49" fmla="*/ 2147483647 h 1104"/>
                  <a:gd name="T50" fmla="*/ 2147483647 w 714"/>
                  <a:gd name="T51" fmla="*/ 2147483647 h 1104"/>
                  <a:gd name="T52" fmla="*/ 2147483647 w 714"/>
                  <a:gd name="T53" fmla="*/ 2147483647 h 1104"/>
                  <a:gd name="T54" fmla="*/ 2147483647 w 714"/>
                  <a:gd name="T55" fmla="*/ 2147483647 h 1104"/>
                  <a:gd name="T56" fmla="*/ 2147483647 w 714"/>
                  <a:gd name="T57" fmla="*/ 2147483647 h 1104"/>
                  <a:gd name="T58" fmla="*/ 2147483647 w 714"/>
                  <a:gd name="T59" fmla="*/ 2147483647 h 1104"/>
                  <a:gd name="T60" fmla="*/ 2147483647 w 714"/>
                  <a:gd name="T61" fmla="*/ 2147483647 h 1104"/>
                  <a:gd name="T62" fmla="*/ 2147483647 w 714"/>
                  <a:gd name="T63" fmla="*/ 2147483647 h 1104"/>
                  <a:gd name="T64" fmla="*/ 2147483647 w 714"/>
                  <a:gd name="T65" fmla="*/ 2147483647 h 1104"/>
                  <a:gd name="T66" fmla="*/ 2147483647 w 714"/>
                  <a:gd name="T67" fmla="*/ 2147483647 h 1104"/>
                  <a:gd name="T68" fmla="*/ 2147483647 w 714"/>
                  <a:gd name="T69" fmla="*/ 2147483647 h 1104"/>
                  <a:gd name="T70" fmla="*/ 2147483647 w 714"/>
                  <a:gd name="T71" fmla="*/ 2147483647 h 1104"/>
                  <a:gd name="T72" fmla="*/ 2147483647 w 714"/>
                  <a:gd name="T73" fmla="*/ 2147483647 h 1104"/>
                  <a:gd name="T74" fmla="*/ 2147483647 w 714"/>
                  <a:gd name="T75" fmla="*/ 2147483647 h 1104"/>
                  <a:gd name="T76" fmla="*/ 2147483647 w 714"/>
                  <a:gd name="T77" fmla="*/ 2147483647 h 1104"/>
                  <a:gd name="T78" fmla="*/ 2147483647 w 714"/>
                  <a:gd name="T79" fmla="*/ 2147483647 h 1104"/>
                  <a:gd name="T80" fmla="*/ 2147483647 w 714"/>
                  <a:gd name="T81" fmla="*/ 2147483647 h 1104"/>
                  <a:gd name="T82" fmla="*/ 2147483647 w 714"/>
                  <a:gd name="T83" fmla="*/ 2147483647 h 1104"/>
                  <a:gd name="T84" fmla="*/ 2147483647 w 714"/>
                  <a:gd name="T85" fmla="*/ 2147483647 h 1104"/>
                  <a:gd name="T86" fmla="*/ 2147483647 w 714"/>
                  <a:gd name="T87" fmla="*/ 2147483647 h 110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4"/>
                  <a:gd name="T133" fmla="*/ 0 h 1104"/>
                  <a:gd name="T134" fmla="*/ 714 w 714"/>
                  <a:gd name="T135" fmla="*/ 1104 h 110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4" h="1104">
                    <a:moveTo>
                      <a:pt x="108" y="114"/>
                    </a:moveTo>
                    <a:lnTo>
                      <a:pt x="120" y="126"/>
                    </a:lnTo>
                    <a:lnTo>
                      <a:pt x="120" y="138"/>
                    </a:lnTo>
                    <a:lnTo>
                      <a:pt x="126" y="150"/>
                    </a:lnTo>
                    <a:lnTo>
                      <a:pt x="132" y="156"/>
                    </a:lnTo>
                    <a:lnTo>
                      <a:pt x="138" y="168"/>
                    </a:lnTo>
                    <a:lnTo>
                      <a:pt x="144" y="174"/>
                    </a:lnTo>
                    <a:lnTo>
                      <a:pt x="156" y="198"/>
                    </a:lnTo>
                    <a:lnTo>
                      <a:pt x="162" y="204"/>
                    </a:lnTo>
                    <a:lnTo>
                      <a:pt x="162" y="210"/>
                    </a:lnTo>
                    <a:lnTo>
                      <a:pt x="186" y="210"/>
                    </a:lnTo>
                    <a:lnTo>
                      <a:pt x="192" y="222"/>
                    </a:lnTo>
                    <a:lnTo>
                      <a:pt x="198" y="228"/>
                    </a:lnTo>
                    <a:lnTo>
                      <a:pt x="204" y="240"/>
                    </a:lnTo>
                    <a:lnTo>
                      <a:pt x="240" y="258"/>
                    </a:lnTo>
                    <a:lnTo>
                      <a:pt x="312" y="282"/>
                    </a:lnTo>
                    <a:lnTo>
                      <a:pt x="336" y="288"/>
                    </a:lnTo>
                    <a:lnTo>
                      <a:pt x="348" y="294"/>
                    </a:lnTo>
                    <a:lnTo>
                      <a:pt x="366" y="300"/>
                    </a:lnTo>
                    <a:lnTo>
                      <a:pt x="378" y="312"/>
                    </a:lnTo>
                    <a:lnTo>
                      <a:pt x="414" y="330"/>
                    </a:lnTo>
                    <a:lnTo>
                      <a:pt x="486" y="324"/>
                    </a:lnTo>
                    <a:lnTo>
                      <a:pt x="276" y="570"/>
                    </a:lnTo>
                    <a:lnTo>
                      <a:pt x="192" y="570"/>
                    </a:lnTo>
                    <a:lnTo>
                      <a:pt x="186" y="576"/>
                    </a:lnTo>
                    <a:lnTo>
                      <a:pt x="174" y="576"/>
                    </a:lnTo>
                    <a:lnTo>
                      <a:pt x="162" y="582"/>
                    </a:lnTo>
                    <a:lnTo>
                      <a:pt x="156" y="588"/>
                    </a:lnTo>
                    <a:lnTo>
                      <a:pt x="144" y="594"/>
                    </a:lnTo>
                    <a:lnTo>
                      <a:pt x="144" y="606"/>
                    </a:lnTo>
                    <a:lnTo>
                      <a:pt x="126" y="624"/>
                    </a:lnTo>
                    <a:lnTo>
                      <a:pt x="102" y="624"/>
                    </a:lnTo>
                    <a:lnTo>
                      <a:pt x="90" y="630"/>
                    </a:lnTo>
                    <a:lnTo>
                      <a:pt x="78" y="630"/>
                    </a:lnTo>
                    <a:lnTo>
                      <a:pt x="66" y="642"/>
                    </a:lnTo>
                    <a:lnTo>
                      <a:pt x="66" y="654"/>
                    </a:lnTo>
                    <a:lnTo>
                      <a:pt x="60" y="660"/>
                    </a:lnTo>
                    <a:lnTo>
                      <a:pt x="42" y="696"/>
                    </a:lnTo>
                    <a:lnTo>
                      <a:pt x="0" y="738"/>
                    </a:lnTo>
                    <a:lnTo>
                      <a:pt x="0" y="1038"/>
                    </a:lnTo>
                    <a:lnTo>
                      <a:pt x="42" y="1104"/>
                    </a:lnTo>
                    <a:lnTo>
                      <a:pt x="48" y="1086"/>
                    </a:lnTo>
                    <a:lnTo>
                      <a:pt x="84" y="1032"/>
                    </a:lnTo>
                    <a:lnTo>
                      <a:pt x="96" y="1008"/>
                    </a:lnTo>
                    <a:lnTo>
                      <a:pt x="114" y="996"/>
                    </a:lnTo>
                    <a:lnTo>
                      <a:pt x="144" y="966"/>
                    </a:lnTo>
                    <a:lnTo>
                      <a:pt x="150" y="954"/>
                    </a:lnTo>
                    <a:lnTo>
                      <a:pt x="162" y="936"/>
                    </a:lnTo>
                    <a:lnTo>
                      <a:pt x="192" y="906"/>
                    </a:lnTo>
                    <a:lnTo>
                      <a:pt x="216" y="876"/>
                    </a:lnTo>
                    <a:lnTo>
                      <a:pt x="246" y="846"/>
                    </a:lnTo>
                    <a:lnTo>
                      <a:pt x="264" y="840"/>
                    </a:lnTo>
                    <a:lnTo>
                      <a:pt x="276" y="828"/>
                    </a:lnTo>
                    <a:lnTo>
                      <a:pt x="294" y="816"/>
                    </a:lnTo>
                    <a:lnTo>
                      <a:pt x="318" y="804"/>
                    </a:lnTo>
                    <a:lnTo>
                      <a:pt x="336" y="786"/>
                    </a:lnTo>
                    <a:lnTo>
                      <a:pt x="372" y="756"/>
                    </a:lnTo>
                    <a:lnTo>
                      <a:pt x="420" y="708"/>
                    </a:lnTo>
                    <a:lnTo>
                      <a:pt x="438" y="684"/>
                    </a:lnTo>
                    <a:lnTo>
                      <a:pt x="462" y="654"/>
                    </a:lnTo>
                    <a:lnTo>
                      <a:pt x="492" y="618"/>
                    </a:lnTo>
                    <a:lnTo>
                      <a:pt x="516" y="570"/>
                    </a:lnTo>
                    <a:lnTo>
                      <a:pt x="528" y="540"/>
                    </a:lnTo>
                    <a:lnTo>
                      <a:pt x="546" y="516"/>
                    </a:lnTo>
                    <a:lnTo>
                      <a:pt x="558" y="498"/>
                    </a:lnTo>
                    <a:lnTo>
                      <a:pt x="564" y="492"/>
                    </a:lnTo>
                    <a:lnTo>
                      <a:pt x="570" y="480"/>
                    </a:lnTo>
                    <a:lnTo>
                      <a:pt x="576" y="474"/>
                    </a:lnTo>
                    <a:lnTo>
                      <a:pt x="576" y="450"/>
                    </a:lnTo>
                    <a:lnTo>
                      <a:pt x="582" y="432"/>
                    </a:lnTo>
                    <a:lnTo>
                      <a:pt x="588" y="420"/>
                    </a:lnTo>
                    <a:lnTo>
                      <a:pt x="588" y="402"/>
                    </a:lnTo>
                    <a:lnTo>
                      <a:pt x="594" y="390"/>
                    </a:lnTo>
                    <a:lnTo>
                      <a:pt x="606" y="378"/>
                    </a:lnTo>
                    <a:lnTo>
                      <a:pt x="612" y="366"/>
                    </a:lnTo>
                    <a:lnTo>
                      <a:pt x="624" y="354"/>
                    </a:lnTo>
                    <a:lnTo>
                      <a:pt x="624" y="324"/>
                    </a:lnTo>
                    <a:lnTo>
                      <a:pt x="636" y="318"/>
                    </a:lnTo>
                    <a:lnTo>
                      <a:pt x="642" y="306"/>
                    </a:lnTo>
                    <a:lnTo>
                      <a:pt x="660" y="252"/>
                    </a:lnTo>
                    <a:lnTo>
                      <a:pt x="672" y="252"/>
                    </a:lnTo>
                    <a:lnTo>
                      <a:pt x="672" y="246"/>
                    </a:lnTo>
                    <a:lnTo>
                      <a:pt x="684" y="234"/>
                    </a:lnTo>
                    <a:lnTo>
                      <a:pt x="684" y="138"/>
                    </a:lnTo>
                    <a:lnTo>
                      <a:pt x="708" y="126"/>
                    </a:lnTo>
                    <a:lnTo>
                      <a:pt x="702" y="54"/>
                    </a:lnTo>
                    <a:lnTo>
                      <a:pt x="708" y="42"/>
                    </a:lnTo>
                    <a:lnTo>
                      <a:pt x="708" y="36"/>
                    </a:lnTo>
                    <a:lnTo>
                      <a:pt x="714" y="24"/>
                    </a:lnTo>
                    <a:lnTo>
                      <a:pt x="714" y="12"/>
                    </a:lnTo>
                    <a:lnTo>
                      <a:pt x="690" y="0"/>
                    </a:lnTo>
                    <a:lnTo>
                      <a:pt x="672" y="0"/>
                    </a:lnTo>
                    <a:lnTo>
                      <a:pt x="666" y="12"/>
                    </a:lnTo>
                    <a:lnTo>
                      <a:pt x="654" y="18"/>
                    </a:lnTo>
                    <a:lnTo>
                      <a:pt x="648" y="30"/>
                    </a:lnTo>
                    <a:lnTo>
                      <a:pt x="624" y="42"/>
                    </a:lnTo>
                    <a:lnTo>
                      <a:pt x="612" y="42"/>
                    </a:lnTo>
                    <a:lnTo>
                      <a:pt x="594" y="48"/>
                    </a:lnTo>
                    <a:lnTo>
                      <a:pt x="582" y="54"/>
                    </a:lnTo>
                    <a:lnTo>
                      <a:pt x="564" y="54"/>
                    </a:lnTo>
                    <a:lnTo>
                      <a:pt x="546" y="48"/>
                    </a:lnTo>
                    <a:lnTo>
                      <a:pt x="534" y="42"/>
                    </a:lnTo>
                    <a:lnTo>
                      <a:pt x="516" y="48"/>
                    </a:lnTo>
                    <a:lnTo>
                      <a:pt x="510" y="54"/>
                    </a:lnTo>
                    <a:lnTo>
                      <a:pt x="498" y="60"/>
                    </a:lnTo>
                    <a:lnTo>
                      <a:pt x="492" y="72"/>
                    </a:lnTo>
                    <a:lnTo>
                      <a:pt x="486" y="78"/>
                    </a:lnTo>
                    <a:lnTo>
                      <a:pt x="474" y="78"/>
                    </a:lnTo>
                    <a:lnTo>
                      <a:pt x="462" y="72"/>
                    </a:lnTo>
                    <a:lnTo>
                      <a:pt x="456" y="60"/>
                    </a:lnTo>
                    <a:lnTo>
                      <a:pt x="444" y="60"/>
                    </a:lnTo>
                    <a:lnTo>
                      <a:pt x="438" y="66"/>
                    </a:lnTo>
                    <a:lnTo>
                      <a:pt x="426" y="72"/>
                    </a:lnTo>
                    <a:lnTo>
                      <a:pt x="396" y="102"/>
                    </a:lnTo>
                    <a:lnTo>
                      <a:pt x="384" y="108"/>
                    </a:lnTo>
                    <a:lnTo>
                      <a:pt x="372" y="108"/>
                    </a:lnTo>
                    <a:lnTo>
                      <a:pt x="360" y="102"/>
                    </a:lnTo>
                    <a:lnTo>
                      <a:pt x="354" y="96"/>
                    </a:lnTo>
                    <a:lnTo>
                      <a:pt x="342" y="90"/>
                    </a:lnTo>
                    <a:lnTo>
                      <a:pt x="330" y="90"/>
                    </a:lnTo>
                    <a:lnTo>
                      <a:pt x="306" y="102"/>
                    </a:lnTo>
                    <a:lnTo>
                      <a:pt x="294" y="114"/>
                    </a:lnTo>
                    <a:lnTo>
                      <a:pt x="270" y="126"/>
                    </a:lnTo>
                    <a:lnTo>
                      <a:pt x="210" y="126"/>
                    </a:lnTo>
                    <a:lnTo>
                      <a:pt x="192" y="108"/>
                    </a:lnTo>
                    <a:lnTo>
                      <a:pt x="186" y="96"/>
                    </a:lnTo>
                    <a:lnTo>
                      <a:pt x="174" y="90"/>
                    </a:lnTo>
                    <a:lnTo>
                      <a:pt x="168" y="78"/>
                    </a:lnTo>
                    <a:lnTo>
                      <a:pt x="168" y="66"/>
                    </a:lnTo>
                    <a:lnTo>
                      <a:pt x="156" y="54"/>
                    </a:lnTo>
                    <a:lnTo>
                      <a:pt x="150" y="54"/>
                    </a:lnTo>
                    <a:lnTo>
                      <a:pt x="126" y="78"/>
                    </a:lnTo>
                    <a:lnTo>
                      <a:pt x="108" y="1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3" name="Sierra Leone" descr="© INSCALE GmbH, 05.05.2010&#10;http://www.presentationload.com/">
                <a:extLst>
                  <a:ext uri="{FF2B5EF4-FFF2-40B4-BE49-F238E27FC236}">
                    <a16:creationId xmlns:a16="http://schemas.microsoft.com/office/drawing/2014/main" id="{6ABBCD1F-182B-3844-8C52-30C46BE875DD}"/>
                  </a:ext>
                </a:extLst>
              </p:cNvPr>
              <p:cNvSpPr>
                <a:spLocks/>
              </p:cNvSpPr>
              <p:nvPr/>
            </p:nvSpPr>
            <p:spPr bwMode="gray">
              <a:xfrm>
                <a:off x="5330063" y="3799827"/>
                <a:ext cx="87113" cy="113411"/>
              </a:xfrm>
              <a:custGeom>
                <a:avLst/>
                <a:gdLst>
                  <a:gd name="T0" fmla="*/ 2147483647 w 210"/>
                  <a:gd name="T1" fmla="*/ 2147483647 h 270"/>
                  <a:gd name="T2" fmla="*/ 2147483647 w 210"/>
                  <a:gd name="T3" fmla="*/ 2147483647 h 270"/>
                  <a:gd name="T4" fmla="*/ 2147483647 w 210"/>
                  <a:gd name="T5" fmla="*/ 2147483647 h 270"/>
                  <a:gd name="T6" fmla="*/ 2147483647 w 210"/>
                  <a:gd name="T7" fmla="*/ 2147483647 h 270"/>
                  <a:gd name="T8" fmla="*/ 2147483647 w 210"/>
                  <a:gd name="T9" fmla="*/ 2147483647 h 270"/>
                  <a:gd name="T10" fmla="*/ 2147483647 w 210"/>
                  <a:gd name="T11" fmla="*/ 2147483647 h 270"/>
                  <a:gd name="T12" fmla="*/ 2147483647 w 210"/>
                  <a:gd name="T13" fmla="*/ 2147483647 h 270"/>
                  <a:gd name="T14" fmla="*/ 2147483647 w 210"/>
                  <a:gd name="T15" fmla="*/ 2147483647 h 270"/>
                  <a:gd name="T16" fmla="*/ 2147483647 w 210"/>
                  <a:gd name="T17" fmla="*/ 2147483647 h 270"/>
                  <a:gd name="T18" fmla="*/ 2147483647 w 210"/>
                  <a:gd name="T19" fmla="*/ 2147483647 h 270"/>
                  <a:gd name="T20" fmla="*/ 2147483647 w 210"/>
                  <a:gd name="T21" fmla="*/ 2147483647 h 270"/>
                  <a:gd name="T22" fmla="*/ 2147483647 w 210"/>
                  <a:gd name="T23" fmla="*/ 0 h 270"/>
                  <a:gd name="T24" fmla="*/ 2147483647 w 210"/>
                  <a:gd name="T25" fmla="*/ 0 h 270"/>
                  <a:gd name="T26" fmla="*/ 2147483647 w 210"/>
                  <a:gd name="T27" fmla="*/ 2147483647 h 270"/>
                  <a:gd name="T28" fmla="*/ 2147483647 w 210"/>
                  <a:gd name="T29" fmla="*/ 2147483647 h 270"/>
                  <a:gd name="T30" fmla="*/ 2147483647 w 210"/>
                  <a:gd name="T31" fmla="*/ 2147483647 h 270"/>
                  <a:gd name="T32" fmla="*/ 2147483647 w 210"/>
                  <a:gd name="T33" fmla="*/ 2147483647 h 270"/>
                  <a:gd name="T34" fmla="*/ 2147483647 w 210"/>
                  <a:gd name="T35" fmla="*/ 2147483647 h 270"/>
                  <a:gd name="T36" fmla="*/ 2147483647 w 210"/>
                  <a:gd name="T37" fmla="*/ 2147483647 h 270"/>
                  <a:gd name="T38" fmla="*/ 2147483647 w 210"/>
                  <a:gd name="T39" fmla="*/ 2147483647 h 270"/>
                  <a:gd name="T40" fmla="*/ 2147483647 w 210"/>
                  <a:gd name="T41" fmla="*/ 2147483647 h 270"/>
                  <a:gd name="T42" fmla="*/ 2147483647 w 210"/>
                  <a:gd name="T43" fmla="*/ 2147483647 h 270"/>
                  <a:gd name="T44" fmla="*/ 0 w 210"/>
                  <a:gd name="T45" fmla="*/ 2147483647 h 270"/>
                  <a:gd name="T46" fmla="*/ 2147483647 w 210"/>
                  <a:gd name="T47" fmla="*/ 2147483647 h 270"/>
                  <a:gd name="T48" fmla="*/ 2147483647 w 210"/>
                  <a:gd name="T49" fmla="*/ 2147483647 h 270"/>
                  <a:gd name="T50" fmla="*/ 0 w 210"/>
                  <a:gd name="T51" fmla="*/ 2147483647 h 270"/>
                  <a:gd name="T52" fmla="*/ 0 w 210"/>
                  <a:gd name="T53" fmla="*/ 2147483647 h 270"/>
                  <a:gd name="T54" fmla="*/ 2147483647 w 210"/>
                  <a:gd name="T55" fmla="*/ 2147483647 h 270"/>
                  <a:gd name="T56" fmla="*/ 2147483647 w 210"/>
                  <a:gd name="T57" fmla="*/ 2147483647 h 270"/>
                  <a:gd name="T58" fmla="*/ 2147483647 w 210"/>
                  <a:gd name="T59" fmla="*/ 2147483647 h 270"/>
                  <a:gd name="T60" fmla="*/ 2147483647 w 210"/>
                  <a:gd name="T61" fmla="*/ 2147483647 h 270"/>
                  <a:gd name="T62" fmla="*/ 2147483647 w 210"/>
                  <a:gd name="T63" fmla="*/ 2147483647 h 270"/>
                  <a:gd name="T64" fmla="*/ 2147483647 w 210"/>
                  <a:gd name="T65" fmla="*/ 2147483647 h 270"/>
                  <a:gd name="T66" fmla="*/ 2147483647 w 210"/>
                  <a:gd name="T67" fmla="*/ 2147483647 h 270"/>
                  <a:gd name="T68" fmla="*/ 2147483647 w 210"/>
                  <a:gd name="T69" fmla="*/ 2147483647 h 270"/>
                  <a:gd name="T70" fmla="*/ 2147483647 w 210"/>
                  <a:gd name="T71" fmla="*/ 2147483647 h 270"/>
                  <a:gd name="T72" fmla="*/ 2147483647 w 210"/>
                  <a:gd name="T73" fmla="*/ 2147483647 h 270"/>
                  <a:gd name="T74" fmla="*/ 2147483647 w 210"/>
                  <a:gd name="T75" fmla="*/ 2147483647 h 270"/>
                  <a:gd name="T76" fmla="*/ 2147483647 w 210"/>
                  <a:gd name="T77" fmla="*/ 2147483647 h 270"/>
                  <a:gd name="T78" fmla="*/ 2147483647 w 210"/>
                  <a:gd name="T79" fmla="*/ 2147483647 h 270"/>
                  <a:gd name="T80" fmla="*/ 2147483647 w 210"/>
                  <a:gd name="T81" fmla="*/ 2147483647 h 270"/>
                  <a:gd name="T82" fmla="*/ 2147483647 w 210"/>
                  <a:gd name="T83" fmla="*/ 2147483647 h 270"/>
                  <a:gd name="T84" fmla="*/ 2147483647 w 210"/>
                  <a:gd name="T85" fmla="*/ 2147483647 h 270"/>
                  <a:gd name="T86" fmla="*/ 2147483647 w 210"/>
                  <a:gd name="T87" fmla="*/ 2147483647 h 27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270"/>
                  <a:gd name="T134" fmla="*/ 210 w 210"/>
                  <a:gd name="T135" fmla="*/ 270 h 27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270">
                    <a:moveTo>
                      <a:pt x="186" y="180"/>
                    </a:moveTo>
                    <a:lnTo>
                      <a:pt x="186" y="162"/>
                    </a:lnTo>
                    <a:lnTo>
                      <a:pt x="210" y="156"/>
                    </a:lnTo>
                    <a:lnTo>
                      <a:pt x="204" y="132"/>
                    </a:lnTo>
                    <a:lnTo>
                      <a:pt x="174" y="144"/>
                    </a:lnTo>
                    <a:lnTo>
                      <a:pt x="180" y="126"/>
                    </a:lnTo>
                    <a:lnTo>
                      <a:pt x="186" y="120"/>
                    </a:lnTo>
                    <a:lnTo>
                      <a:pt x="192" y="108"/>
                    </a:lnTo>
                    <a:lnTo>
                      <a:pt x="192" y="90"/>
                    </a:lnTo>
                    <a:lnTo>
                      <a:pt x="180" y="78"/>
                    </a:lnTo>
                    <a:lnTo>
                      <a:pt x="180" y="60"/>
                    </a:lnTo>
                    <a:lnTo>
                      <a:pt x="138" y="0"/>
                    </a:lnTo>
                    <a:lnTo>
                      <a:pt x="102" y="0"/>
                    </a:lnTo>
                    <a:lnTo>
                      <a:pt x="96" y="18"/>
                    </a:lnTo>
                    <a:lnTo>
                      <a:pt x="60" y="18"/>
                    </a:lnTo>
                    <a:lnTo>
                      <a:pt x="60" y="24"/>
                    </a:lnTo>
                    <a:lnTo>
                      <a:pt x="54" y="30"/>
                    </a:lnTo>
                    <a:lnTo>
                      <a:pt x="48" y="42"/>
                    </a:lnTo>
                    <a:lnTo>
                      <a:pt x="36" y="54"/>
                    </a:lnTo>
                    <a:lnTo>
                      <a:pt x="30" y="66"/>
                    </a:lnTo>
                    <a:lnTo>
                      <a:pt x="18" y="72"/>
                    </a:lnTo>
                    <a:lnTo>
                      <a:pt x="12" y="78"/>
                    </a:lnTo>
                    <a:lnTo>
                      <a:pt x="0" y="84"/>
                    </a:lnTo>
                    <a:lnTo>
                      <a:pt x="12" y="96"/>
                    </a:lnTo>
                    <a:lnTo>
                      <a:pt x="6" y="102"/>
                    </a:lnTo>
                    <a:lnTo>
                      <a:pt x="0" y="114"/>
                    </a:lnTo>
                    <a:lnTo>
                      <a:pt x="0" y="132"/>
                    </a:lnTo>
                    <a:lnTo>
                      <a:pt x="6" y="138"/>
                    </a:lnTo>
                    <a:lnTo>
                      <a:pt x="18" y="144"/>
                    </a:lnTo>
                    <a:lnTo>
                      <a:pt x="24" y="150"/>
                    </a:lnTo>
                    <a:lnTo>
                      <a:pt x="18" y="180"/>
                    </a:lnTo>
                    <a:lnTo>
                      <a:pt x="42" y="198"/>
                    </a:lnTo>
                    <a:lnTo>
                      <a:pt x="42" y="204"/>
                    </a:lnTo>
                    <a:lnTo>
                      <a:pt x="48" y="210"/>
                    </a:lnTo>
                    <a:lnTo>
                      <a:pt x="54" y="222"/>
                    </a:lnTo>
                    <a:lnTo>
                      <a:pt x="78" y="234"/>
                    </a:lnTo>
                    <a:lnTo>
                      <a:pt x="96" y="234"/>
                    </a:lnTo>
                    <a:lnTo>
                      <a:pt x="126" y="270"/>
                    </a:lnTo>
                    <a:lnTo>
                      <a:pt x="126" y="234"/>
                    </a:lnTo>
                    <a:lnTo>
                      <a:pt x="144" y="216"/>
                    </a:lnTo>
                    <a:lnTo>
                      <a:pt x="156" y="210"/>
                    </a:lnTo>
                    <a:lnTo>
                      <a:pt x="168" y="198"/>
                    </a:lnTo>
                    <a:lnTo>
                      <a:pt x="180" y="192"/>
                    </a:lnTo>
                    <a:lnTo>
                      <a:pt x="186" y="18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4" name="Senegal" descr="© INSCALE GmbH, 05.05.2010&#10;http://www.presentationload.com/">
                <a:extLst>
                  <a:ext uri="{FF2B5EF4-FFF2-40B4-BE49-F238E27FC236}">
                    <a16:creationId xmlns:a16="http://schemas.microsoft.com/office/drawing/2014/main" id="{23AE7436-B5FC-1F4E-8E87-4D25ECE28305}"/>
                  </a:ext>
                </a:extLst>
              </p:cNvPr>
              <p:cNvSpPr>
                <a:spLocks/>
              </p:cNvSpPr>
              <p:nvPr/>
            </p:nvSpPr>
            <p:spPr bwMode="gray">
              <a:xfrm>
                <a:off x="5242951" y="3571362"/>
                <a:ext cx="174226" cy="154500"/>
              </a:xfrm>
              <a:custGeom>
                <a:avLst/>
                <a:gdLst>
                  <a:gd name="T0" fmla="*/ 2147483647 w 414"/>
                  <a:gd name="T1" fmla="*/ 2147483647 h 366"/>
                  <a:gd name="T2" fmla="*/ 2147483647 w 414"/>
                  <a:gd name="T3" fmla="*/ 2147483647 h 366"/>
                  <a:gd name="T4" fmla="*/ 2147483647 w 414"/>
                  <a:gd name="T5" fmla="*/ 2147483647 h 366"/>
                  <a:gd name="T6" fmla="*/ 2147483647 w 414"/>
                  <a:gd name="T7" fmla="*/ 2147483647 h 366"/>
                  <a:gd name="T8" fmla="*/ 2147483647 w 414"/>
                  <a:gd name="T9" fmla="*/ 2147483647 h 366"/>
                  <a:gd name="T10" fmla="*/ 2147483647 w 414"/>
                  <a:gd name="T11" fmla="*/ 2147483647 h 366"/>
                  <a:gd name="T12" fmla="*/ 2147483647 w 414"/>
                  <a:gd name="T13" fmla="*/ 2147483647 h 366"/>
                  <a:gd name="T14" fmla="*/ 2147483647 w 414"/>
                  <a:gd name="T15" fmla="*/ 2147483647 h 366"/>
                  <a:gd name="T16" fmla="*/ 2147483647 w 414"/>
                  <a:gd name="T17" fmla="*/ 2147483647 h 366"/>
                  <a:gd name="T18" fmla="*/ 2147483647 w 414"/>
                  <a:gd name="T19" fmla="*/ 2147483647 h 366"/>
                  <a:gd name="T20" fmla="*/ 2147483647 w 414"/>
                  <a:gd name="T21" fmla="*/ 2147483647 h 366"/>
                  <a:gd name="T22" fmla="*/ 2147483647 w 414"/>
                  <a:gd name="T23" fmla="*/ 2147483647 h 366"/>
                  <a:gd name="T24" fmla="*/ 2147483647 w 414"/>
                  <a:gd name="T25" fmla="*/ 2147483647 h 366"/>
                  <a:gd name="T26" fmla="*/ 2147483647 w 414"/>
                  <a:gd name="T27" fmla="*/ 2147483647 h 366"/>
                  <a:gd name="T28" fmla="*/ 2147483647 w 414"/>
                  <a:gd name="T29" fmla="*/ 0 h 366"/>
                  <a:gd name="T30" fmla="*/ 2147483647 w 414"/>
                  <a:gd name="T31" fmla="*/ 2147483647 h 366"/>
                  <a:gd name="T32" fmla="*/ 2147483647 w 414"/>
                  <a:gd name="T33" fmla="*/ 2147483647 h 366"/>
                  <a:gd name="T34" fmla="*/ 2147483647 w 414"/>
                  <a:gd name="T35" fmla="*/ 2147483647 h 366"/>
                  <a:gd name="T36" fmla="*/ 2147483647 w 414"/>
                  <a:gd name="T37" fmla="*/ 2147483647 h 366"/>
                  <a:gd name="T38" fmla="*/ 2147483647 w 414"/>
                  <a:gd name="T39" fmla="*/ 2147483647 h 366"/>
                  <a:gd name="T40" fmla="*/ 2147483647 w 414"/>
                  <a:gd name="T41" fmla="*/ 2147483647 h 366"/>
                  <a:gd name="T42" fmla="*/ 0 w 414"/>
                  <a:gd name="T43" fmla="*/ 2147483647 h 366"/>
                  <a:gd name="T44" fmla="*/ 2147483647 w 414"/>
                  <a:gd name="T45" fmla="*/ 2147483647 h 366"/>
                  <a:gd name="T46" fmla="*/ 2147483647 w 414"/>
                  <a:gd name="T47" fmla="*/ 2147483647 h 366"/>
                  <a:gd name="T48" fmla="*/ 2147483647 w 414"/>
                  <a:gd name="T49" fmla="*/ 2147483647 h 366"/>
                  <a:gd name="T50" fmla="*/ 2147483647 w 414"/>
                  <a:gd name="T51" fmla="*/ 2147483647 h 366"/>
                  <a:gd name="T52" fmla="*/ 2147483647 w 414"/>
                  <a:gd name="T53" fmla="*/ 2147483647 h 366"/>
                  <a:gd name="T54" fmla="*/ 2147483647 w 414"/>
                  <a:gd name="T55" fmla="*/ 2147483647 h 366"/>
                  <a:gd name="T56" fmla="*/ 2147483647 w 414"/>
                  <a:gd name="T57" fmla="*/ 2147483647 h 366"/>
                  <a:gd name="T58" fmla="*/ 2147483647 w 414"/>
                  <a:gd name="T59" fmla="*/ 2147483647 h 366"/>
                  <a:gd name="T60" fmla="*/ 2147483647 w 414"/>
                  <a:gd name="T61" fmla="*/ 2147483647 h 366"/>
                  <a:gd name="T62" fmla="*/ 2147483647 w 414"/>
                  <a:gd name="T63" fmla="*/ 2147483647 h 366"/>
                  <a:gd name="T64" fmla="*/ 2147483647 w 414"/>
                  <a:gd name="T65" fmla="*/ 2147483647 h 366"/>
                  <a:gd name="T66" fmla="*/ 2147483647 w 414"/>
                  <a:gd name="T67" fmla="*/ 2147483647 h 366"/>
                  <a:gd name="T68" fmla="*/ 2147483647 w 414"/>
                  <a:gd name="T69" fmla="*/ 2147483647 h 366"/>
                  <a:gd name="T70" fmla="*/ 2147483647 w 414"/>
                  <a:gd name="T71" fmla="*/ 2147483647 h 366"/>
                  <a:gd name="T72" fmla="*/ 2147483647 w 414"/>
                  <a:gd name="T73" fmla="*/ 2147483647 h 366"/>
                  <a:gd name="T74" fmla="*/ 2147483647 w 414"/>
                  <a:gd name="T75" fmla="*/ 2147483647 h 366"/>
                  <a:gd name="T76" fmla="*/ 2147483647 w 414"/>
                  <a:gd name="T77" fmla="*/ 2147483647 h 366"/>
                  <a:gd name="T78" fmla="*/ 2147483647 w 414"/>
                  <a:gd name="T79" fmla="*/ 2147483647 h 366"/>
                  <a:gd name="T80" fmla="*/ 2147483647 w 414"/>
                  <a:gd name="T81" fmla="*/ 2147483647 h 366"/>
                  <a:gd name="T82" fmla="*/ 2147483647 w 414"/>
                  <a:gd name="T83" fmla="*/ 2147483647 h 366"/>
                  <a:gd name="T84" fmla="*/ 2147483647 w 414"/>
                  <a:gd name="T85" fmla="*/ 2147483647 h 366"/>
                  <a:gd name="T86" fmla="*/ 2147483647 w 414"/>
                  <a:gd name="T87" fmla="*/ 2147483647 h 366"/>
                  <a:gd name="T88" fmla="*/ 2147483647 w 414"/>
                  <a:gd name="T89" fmla="*/ 2147483647 h 366"/>
                  <a:gd name="T90" fmla="*/ 2147483647 w 414"/>
                  <a:gd name="T91" fmla="*/ 2147483647 h 366"/>
                  <a:gd name="T92" fmla="*/ 2147483647 w 414"/>
                  <a:gd name="T93" fmla="*/ 2147483647 h 366"/>
                  <a:gd name="T94" fmla="*/ 2147483647 w 414"/>
                  <a:gd name="T95" fmla="*/ 2147483647 h 366"/>
                  <a:gd name="T96" fmla="*/ 2147483647 w 414"/>
                  <a:gd name="T97" fmla="*/ 2147483647 h 366"/>
                  <a:gd name="T98" fmla="*/ 2147483647 w 414"/>
                  <a:gd name="T99" fmla="*/ 2147483647 h 366"/>
                  <a:gd name="T100" fmla="*/ 2147483647 w 414"/>
                  <a:gd name="T101" fmla="*/ 2147483647 h 366"/>
                  <a:gd name="T102" fmla="*/ 2147483647 w 414"/>
                  <a:gd name="T103" fmla="*/ 2147483647 h 366"/>
                  <a:gd name="T104" fmla="*/ 2147483647 w 414"/>
                  <a:gd name="T105" fmla="*/ 2147483647 h 3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4"/>
                  <a:gd name="T160" fmla="*/ 0 h 366"/>
                  <a:gd name="T161" fmla="*/ 414 w 414"/>
                  <a:gd name="T162" fmla="*/ 366 h 3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4" h="366">
                    <a:moveTo>
                      <a:pt x="402" y="270"/>
                    </a:moveTo>
                    <a:lnTo>
                      <a:pt x="396" y="270"/>
                    </a:lnTo>
                    <a:lnTo>
                      <a:pt x="396" y="276"/>
                    </a:lnTo>
                    <a:lnTo>
                      <a:pt x="384" y="276"/>
                    </a:lnTo>
                    <a:lnTo>
                      <a:pt x="378" y="270"/>
                    </a:lnTo>
                    <a:lnTo>
                      <a:pt x="378" y="246"/>
                    </a:lnTo>
                    <a:lnTo>
                      <a:pt x="384" y="240"/>
                    </a:lnTo>
                    <a:lnTo>
                      <a:pt x="384" y="222"/>
                    </a:lnTo>
                    <a:lnTo>
                      <a:pt x="372" y="210"/>
                    </a:lnTo>
                    <a:lnTo>
                      <a:pt x="372" y="204"/>
                    </a:lnTo>
                    <a:lnTo>
                      <a:pt x="360" y="186"/>
                    </a:lnTo>
                    <a:lnTo>
                      <a:pt x="360" y="162"/>
                    </a:lnTo>
                    <a:lnTo>
                      <a:pt x="348" y="138"/>
                    </a:lnTo>
                    <a:lnTo>
                      <a:pt x="318" y="132"/>
                    </a:lnTo>
                    <a:lnTo>
                      <a:pt x="318" y="108"/>
                    </a:lnTo>
                    <a:lnTo>
                      <a:pt x="312" y="102"/>
                    </a:lnTo>
                    <a:lnTo>
                      <a:pt x="294" y="102"/>
                    </a:lnTo>
                    <a:lnTo>
                      <a:pt x="294" y="72"/>
                    </a:lnTo>
                    <a:lnTo>
                      <a:pt x="288" y="60"/>
                    </a:lnTo>
                    <a:lnTo>
                      <a:pt x="288" y="54"/>
                    </a:lnTo>
                    <a:lnTo>
                      <a:pt x="282" y="48"/>
                    </a:lnTo>
                    <a:lnTo>
                      <a:pt x="264" y="48"/>
                    </a:lnTo>
                    <a:lnTo>
                      <a:pt x="252" y="54"/>
                    </a:lnTo>
                    <a:lnTo>
                      <a:pt x="246" y="42"/>
                    </a:lnTo>
                    <a:lnTo>
                      <a:pt x="234" y="30"/>
                    </a:lnTo>
                    <a:lnTo>
                      <a:pt x="228" y="18"/>
                    </a:lnTo>
                    <a:lnTo>
                      <a:pt x="222" y="18"/>
                    </a:lnTo>
                    <a:lnTo>
                      <a:pt x="210" y="12"/>
                    </a:lnTo>
                    <a:lnTo>
                      <a:pt x="186" y="12"/>
                    </a:lnTo>
                    <a:lnTo>
                      <a:pt x="162" y="0"/>
                    </a:lnTo>
                    <a:lnTo>
                      <a:pt x="162" y="18"/>
                    </a:lnTo>
                    <a:lnTo>
                      <a:pt x="132" y="12"/>
                    </a:lnTo>
                    <a:lnTo>
                      <a:pt x="120" y="18"/>
                    </a:lnTo>
                    <a:lnTo>
                      <a:pt x="114" y="18"/>
                    </a:lnTo>
                    <a:lnTo>
                      <a:pt x="108" y="12"/>
                    </a:lnTo>
                    <a:lnTo>
                      <a:pt x="102" y="12"/>
                    </a:lnTo>
                    <a:lnTo>
                      <a:pt x="90" y="18"/>
                    </a:lnTo>
                    <a:lnTo>
                      <a:pt x="84" y="24"/>
                    </a:lnTo>
                    <a:lnTo>
                      <a:pt x="66" y="60"/>
                    </a:lnTo>
                    <a:lnTo>
                      <a:pt x="60" y="66"/>
                    </a:lnTo>
                    <a:lnTo>
                      <a:pt x="60" y="90"/>
                    </a:lnTo>
                    <a:lnTo>
                      <a:pt x="48" y="96"/>
                    </a:lnTo>
                    <a:lnTo>
                      <a:pt x="30" y="132"/>
                    </a:lnTo>
                    <a:lnTo>
                      <a:pt x="0" y="162"/>
                    </a:lnTo>
                    <a:lnTo>
                      <a:pt x="6" y="168"/>
                    </a:lnTo>
                    <a:lnTo>
                      <a:pt x="12" y="168"/>
                    </a:lnTo>
                    <a:lnTo>
                      <a:pt x="18" y="174"/>
                    </a:lnTo>
                    <a:lnTo>
                      <a:pt x="24" y="186"/>
                    </a:lnTo>
                    <a:lnTo>
                      <a:pt x="24" y="204"/>
                    </a:lnTo>
                    <a:lnTo>
                      <a:pt x="42" y="222"/>
                    </a:lnTo>
                    <a:lnTo>
                      <a:pt x="42" y="246"/>
                    </a:lnTo>
                    <a:lnTo>
                      <a:pt x="48" y="252"/>
                    </a:lnTo>
                    <a:lnTo>
                      <a:pt x="126" y="252"/>
                    </a:lnTo>
                    <a:lnTo>
                      <a:pt x="126" y="240"/>
                    </a:lnTo>
                    <a:lnTo>
                      <a:pt x="180" y="240"/>
                    </a:lnTo>
                    <a:lnTo>
                      <a:pt x="180" y="252"/>
                    </a:lnTo>
                    <a:lnTo>
                      <a:pt x="192" y="246"/>
                    </a:lnTo>
                    <a:lnTo>
                      <a:pt x="198" y="252"/>
                    </a:lnTo>
                    <a:lnTo>
                      <a:pt x="204" y="264"/>
                    </a:lnTo>
                    <a:lnTo>
                      <a:pt x="216" y="264"/>
                    </a:lnTo>
                    <a:lnTo>
                      <a:pt x="222" y="258"/>
                    </a:lnTo>
                    <a:lnTo>
                      <a:pt x="246" y="258"/>
                    </a:lnTo>
                    <a:lnTo>
                      <a:pt x="252" y="264"/>
                    </a:lnTo>
                    <a:lnTo>
                      <a:pt x="252" y="270"/>
                    </a:lnTo>
                    <a:lnTo>
                      <a:pt x="246" y="276"/>
                    </a:lnTo>
                    <a:lnTo>
                      <a:pt x="234" y="282"/>
                    </a:lnTo>
                    <a:lnTo>
                      <a:pt x="228" y="288"/>
                    </a:lnTo>
                    <a:lnTo>
                      <a:pt x="204" y="288"/>
                    </a:lnTo>
                    <a:lnTo>
                      <a:pt x="186" y="282"/>
                    </a:lnTo>
                    <a:lnTo>
                      <a:pt x="180" y="270"/>
                    </a:lnTo>
                    <a:lnTo>
                      <a:pt x="168" y="264"/>
                    </a:lnTo>
                    <a:lnTo>
                      <a:pt x="162" y="258"/>
                    </a:lnTo>
                    <a:lnTo>
                      <a:pt x="156" y="264"/>
                    </a:lnTo>
                    <a:lnTo>
                      <a:pt x="150" y="276"/>
                    </a:lnTo>
                    <a:lnTo>
                      <a:pt x="126" y="276"/>
                    </a:lnTo>
                    <a:lnTo>
                      <a:pt x="120" y="282"/>
                    </a:lnTo>
                    <a:lnTo>
                      <a:pt x="108" y="282"/>
                    </a:lnTo>
                    <a:lnTo>
                      <a:pt x="108" y="294"/>
                    </a:lnTo>
                    <a:lnTo>
                      <a:pt x="36" y="294"/>
                    </a:lnTo>
                    <a:lnTo>
                      <a:pt x="36" y="318"/>
                    </a:lnTo>
                    <a:lnTo>
                      <a:pt x="30" y="324"/>
                    </a:lnTo>
                    <a:lnTo>
                      <a:pt x="30" y="336"/>
                    </a:lnTo>
                    <a:lnTo>
                      <a:pt x="36" y="342"/>
                    </a:lnTo>
                    <a:lnTo>
                      <a:pt x="42" y="354"/>
                    </a:lnTo>
                    <a:lnTo>
                      <a:pt x="48" y="360"/>
                    </a:lnTo>
                    <a:lnTo>
                      <a:pt x="60" y="366"/>
                    </a:lnTo>
                    <a:lnTo>
                      <a:pt x="66" y="366"/>
                    </a:lnTo>
                    <a:lnTo>
                      <a:pt x="72" y="360"/>
                    </a:lnTo>
                    <a:lnTo>
                      <a:pt x="78" y="360"/>
                    </a:lnTo>
                    <a:lnTo>
                      <a:pt x="90" y="348"/>
                    </a:lnTo>
                    <a:lnTo>
                      <a:pt x="126" y="348"/>
                    </a:lnTo>
                    <a:lnTo>
                      <a:pt x="156" y="324"/>
                    </a:lnTo>
                    <a:lnTo>
                      <a:pt x="294" y="330"/>
                    </a:lnTo>
                    <a:lnTo>
                      <a:pt x="294" y="336"/>
                    </a:lnTo>
                    <a:lnTo>
                      <a:pt x="300" y="348"/>
                    </a:lnTo>
                    <a:lnTo>
                      <a:pt x="318" y="348"/>
                    </a:lnTo>
                    <a:lnTo>
                      <a:pt x="324" y="342"/>
                    </a:lnTo>
                    <a:lnTo>
                      <a:pt x="330" y="348"/>
                    </a:lnTo>
                    <a:lnTo>
                      <a:pt x="336" y="360"/>
                    </a:lnTo>
                    <a:lnTo>
                      <a:pt x="342" y="366"/>
                    </a:lnTo>
                    <a:lnTo>
                      <a:pt x="354" y="366"/>
                    </a:lnTo>
                    <a:lnTo>
                      <a:pt x="366" y="360"/>
                    </a:lnTo>
                    <a:lnTo>
                      <a:pt x="372" y="354"/>
                    </a:lnTo>
                    <a:lnTo>
                      <a:pt x="414" y="354"/>
                    </a:lnTo>
                    <a:lnTo>
                      <a:pt x="414" y="288"/>
                    </a:lnTo>
                    <a:lnTo>
                      <a:pt x="408" y="276"/>
                    </a:lnTo>
                    <a:lnTo>
                      <a:pt x="402" y="2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5" name="Rwanda" descr="© INSCALE GmbH, 05.05.2010&#10;http://www.presentationload.com/">
                <a:extLst>
                  <a:ext uri="{FF2B5EF4-FFF2-40B4-BE49-F238E27FC236}">
                    <a16:creationId xmlns:a16="http://schemas.microsoft.com/office/drawing/2014/main" id="{C36F7D89-693C-1649-B0CB-A74DFFE2A7E3}"/>
                  </a:ext>
                </a:extLst>
              </p:cNvPr>
              <p:cNvSpPr>
                <a:spLocks/>
              </p:cNvSpPr>
              <p:nvPr/>
            </p:nvSpPr>
            <p:spPr bwMode="gray">
              <a:xfrm>
                <a:off x="6585804" y="4176220"/>
                <a:ext cx="62458" cy="62458"/>
              </a:xfrm>
              <a:custGeom>
                <a:avLst/>
                <a:gdLst>
                  <a:gd name="T0" fmla="*/ 2147483647 w 150"/>
                  <a:gd name="T1" fmla="*/ 2147483647 h 150"/>
                  <a:gd name="T2" fmla="*/ 2147483647 w 150"/>
                  <a:gd name="T3" fmla="*/ 2147483647 h 150"/>
                  <a:gd name="T4" fmla="*/ 2147483647 w 150"/>
                  <a:gd name="T5" fmla="*/ 2147483647 h 150"/>
                  <a:gd name="T6" fmla="*/ 2147483647 w 150"/>
                  <a:gd name="T7" fmla="*/ 2147483647 h 150"/>
                  <a:gd name="T8" fmla="*/ 2147483647 w 150"/>
                  <a:gd name="T9" fmla="*/ 2147483647 h 150"/>
                  <a:gd name="T10" fmla="*/ 2147483647 w 150"/>
                  <a:gd name="T11" fmla="*/ 2147483647 h 150"/>
                  <a:gd name="T12" fmla="*/ 2147483647 w 150"/>
                  <a:gd name="T13" fmla="*/ 2147483647 h 150"/>
                  <a:gd name="T14" fmla="*/ 2147483647 w 150"/>
                  <a:gd name="T15" fmla="*/ 2147483647 h 150"/>
                  <a:gd name="T16" fmla="*/ 2147483647 w 150"/>
                  <a:gd name="T17" fmla="*/ 2147483647 h 150"/>
                  <a:gd name="T18" fmla="*/ 2147483647 w 150"/>
                  <a:gd name="T19" fmla="*/ 2147483647 h 150"/>
                  <a:gd name="T20" fmla="*/ 2147483647 w 150"/>
                  <a:gd name="T21" fmla="*/ 2147483647 h 150"/>
                  <a:gd name="T22" fmla="*/ 2147483647 w 150"/>
                  <a:gd name="T23" fmla="*/ 2147483647 h 150"/>
                  <a:gd name="T24" fmla="*/ 2147483647 w 150"/>
                  <a:gd name="T25" fmla="*/ 2147483647 h 150"/>
                  <a:gd name="T26" fmla="*/ 2147483647 w 150"/>
                  <a:gd name="T27" fmla="*/ 0 h 150"/>
                  <a:gd name="T28" fmla="*/ 2147483647 w 150"/>
                  <a:gd name="T29" fmla="*/ 2147483647 h 150"/>
                  <a:gd name="T30" fmla="*/ 2147483647 w 150"/>
                  <a:gd name="T31" fmla="*/ 2147483647 h 150"/>
                  <a:gd name="T32" fmla="*/ 2147483647 w 150"/>
                  <a:gd name="T33" fmla="*/ 2147483647 h 150"/>
                  <a:gd name="T34" fmla="*/ 2147483647 w 150"/>
                  <a:gd name="T35" fmla="*/ 2147483647 h 150"/>
                  <a:gd name="T36" fmla="*/ 2147483647 w 150"/>
                  <a:gd name="T37" fmla="*/ 2147483647 h 150"/>
                  <a:gd name="T38" fmla="*/ 2147483647 w 150"/>
                  <a:gd name="T39" fmla="*/ 2147483647 h 150"/>
                  <a:gd name="T40" fmla="*/ 2147483647 w 150"/>
                  <a:gd name="T41" fmla="*/ 2147483647 h 150"/>
                  <a:gd name="T42" fmla="*/ 2147483647 w 150"/>
                  <a:gd name="T43" fmla="*/ 2147483647 h 150"/>
                  <a:gd name="T44" fmla="*/ 2147483647 w 150"/>
                  <a:gd name="T45" fmla="*/ 2147483647 h 150"/>
                  <a:gd name="T46" fmla="*/ 2147483647 w 150"/>
                  <a:gd name="T47" fmla="*/ 2147483647 h 150"/>
                  <a:gd name="T48" fmla="*/ 2147483647 w 150"/>
                  <a:gd name="T49" fmla="*/ 2147483647 h 150"/>
                  <a:gd name="T50" fmla="*/ 2147483647 w 150"/>
                  <a:gd name="T51" fmla="*/ 2147483647 h 150"/>
                  <a:gd name="T52" fmla="*/ 2147483647 w 150"/>
                  <a:gd name="T53" fmla="*/ 2147483647 h 150"/>
                  <a:gd name="T54" fmla="*/ 2147483647 w 150"/>
                  <a:gd name="T55" fmla="*/ 2147483647 h 150"/>
                  <a:gd name="T56" fmla="*/ 2147483647 w 150"/>
                  <a:gd name="T57" fmla="*/ 2147483647 h 150"/>
                  <a:gd name="T58" fmla="*/ 2147483647 w 150"/>
                  <a:gd name="T59" fmla="*/ 2147483647 h 150"/>
                  <a:gd name="T60" fmla="*/ 0 w 150"/>
                  <a:gd name="T61" fmla="*/ 2147483647 h 150"/>
                  <a:gd name="T62" fmla="*/ 0 w 150"/>
                  <a:gd name="T63" fmla="*/ 2147483647 h 150"/>
                  <a:gd name="T64" fmla="*/ 2147483647 w 150"/>
                  <a:gd name="T65" fmla="*/ 2147483647 h 150"/>
                  <a:gd name="T66" fmla="*/ 2147483647 w 150"/>
                  <a:gd name="T67" fmla="*/ 2147483647 h 150"/>
                  <a:gd name="T68" fmla="*/ 2147483647 w 150"/>
                  <a:gd name="T69" fmla="*/ 2147483647 h 150"/>
                  <a:gd name="T70" fmla="*/ 2147483647 w 150"/>
                  <a:gd name="T71" fmla="*/ 2147483647 h 150"/>
                  <a:gd name="T72" fmla="*/ 2147483647 w 150"/>
                  <a:gd name="T73" fmla="*/ 2147483647 h 1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0"/>
                  <a:gd name="T112" fmla="*/ 0 h 150"/>
                  <a:gd name="T113" fmla="*/ 150 w 150"/>
                  <a:gd name="T114" fmla="*/ 150 h 1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0" h="150">
                    <a:moveTo>
                      <a:pt x="48" y="150"/>
                    </a:moveTo>
                    <a:lnTo>
                      <a:pt x="54" y="150"/>
                    </a:lnTo>
                    <a:lnTo>
                      <a:pt x="60" y="144"/>
                    </a:lnTo>
                    <a:lnTo>
                      <a:pt x="72" y="138"/>
                    </a:lnTo>
                    <a:lnTo>
                      <a:pt x="78" y="114"/>
                    </a:lnTo>
                    <a:lnTo>
                      <a:pt x="138" y="114"/>
                    </a:lnTo>
                    <a:lnTo>
                      <a:pt x="150" y="102"/>
                    </a:lnTo>
                    <a:lnTo>
                      <a:pt x="150" y="72"/>
                    </a:lnTo>
                    <a:lnTo>
                      <a:pt x="144" y="66"/>
                    </a:lnTo>
                    <a:lnTo>
                      <a:pt x="144" y="48"/>
                    </a:lnTo>
                    <a:lnTo>
                      <a:pt x="138" y="42"/>
                    </a:lnTo>
                    <a:lnTo>
                      <a:pt x="132" y="30"/>
                    </a:lnTo>
                    <a:lnTo>
                      <a:pt x="126" y="24"/>
                    </a:lnTo>
                    <a:lnTo>
                      <a:pt x="132" y="0"/>
                    </a:lnTo>
                    <a:lnTo>
                      <a:pt x="108" y="6"/>
                    </a:lnTo>
                    <a:lnTo>
                      <a:pt x="108" y="12"/>
                    </a:lnTo>
                    <a:lnTo>
                      <a:pt x="102" y="18"/>
                    </a:lnTo>
                    <a:lnTo>
                      <a:pt x="90" y="42"/>
                    </a:lnTo>
                    <a:lnTo>
                      <a:pt x="84" y="42"/>
                    </a:lnTo>
                    <a:lnTo>
                      <a:pt x="72" y="30"/>
                    </a:lnTo>
                    <a:lnTo>
                      <a:pt x="54" y="30"/>
                    </a:lnTo>
                    <a:lnTo>
                      <a:pt x="48" y="36"/>
                    </a:lnTo>
                    <a:lnTo>
                      <a:pt x="24" y="48"/>
                    </a:lnTo>
                    <a:lnTo>
                      <a:pt x="18" y="54"/>
                    </a:lnTo>
                    <a:lnTo>
                      <a:pt x="18" y="60"/>
                    </a:lnTo>
                    <a:lnTo>
                      <a:pt x="24" y="72"/>
                    </a:lnTo>
                    <a:lnTo>
                      <a:pt x="30" y="78"/>
                    </a:lnTo>
                    <a:lnTo>
                      <a:pt x="30" y="90"/>
                    </a:lnTo>
                    <a:lnTo>
                      <a:pt x="18" y="102"/>
                    </a:lnTo>
                    <a:lnTo>
                      <a:pt x="6" y="108"/>
                    </a:lnTo>
                    <a:lnTo>
                      <a:pt x="0" y="120"/>
                    </a:lnTo>
                    <a:lnTo>
                      <a:pt x="0" y="126"/>
                    </a:lnTo>
                    <a:lnTo>
                      <a:pt x="6" y="132"/>
                    </a:lnTo>
                    <a:lnTo>
                      <a:pt x="30" y="132"/>
                    </a:lnTo>
                    <a:lnTo>
                      <a:pt x="36" y="144"/>
                    </a:lnTo>
                    <a:lnTo>
                      <a:pt x="42" y="150"/>
                    </a:lnTo>
                    <a:lnTo>
                      <a:pt x="48"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6" name="Nigeria" descr="© INSCALE GmbH, 05.05.2010&#10;http://www.presentationload.com/">
                <a:extLst>
                  <a:ext uri="{FF2B5EF4-FFF2-40B4-BE49-F238E27FC236}">
                    <a16:creationId xmlns:a16="http://schemas.microsoft.com/office/drawing/2014/main" id="{B2D97A7E-3825-9F48-9E0A-BBFD449A15C5}"/>
                  </a:ext>
                </a:extLst>
              </p:cNvPr>
              <p:cNvSpPr>
                <a:spLocks/>
              </p:cNvSpPr>
              <p:nvPr/>
            </p:nvSpPr>
            <p:spPr bwMode="gray">
              <a:xfrm>
                <a:off x="5806719" y="3671621"/>
                <a:ext cx="351739" cy="323797"/>
              </a:xfrm>
              <a:custGeom>
                <a:avLst/>
                <a:gdLst>
                  <a:gd name="T0" fmla="*/ 2147483647 w 840"/>
                  <a:gd name="T1" fmla="*/ 2147483647 h 768"/>
                  <a:gd name="T2" fmla="*/ 2147483647 w 840"/>
                  <a:gd name="T3" fmla="*/ 2147483647 h 768"/>
                  <a:gd name="T4" fmla="*/ 2147483647 w 840"/>
                  <a:gd name="T5" fmla="*/ 2147483647 h 768"/>
                  <a:gd name="T6" fmla="*/ 2147483647 w 840"/>
                  <a:gd name="T7" fmla="*/ 2147483647 h 768"/>
                  <a:gd name="T8" fmla="*/ 2147483647 w 840"/>
                  <a:gd name="T9" fmla="*/ 2147483647 h 768"/>
                  <a:gd name="T10" fmla="*/ 2147483647 w 840"/>
                  <a:gd name="T11" fmla="*/ 2147483647 h 768"/>
                  <a:gd name="T12" fmla="*/ 2147483647 w 840"/>
                  <a:gd name="T13" fmla="*/ 2147483647 h 768"/>
                  <a:gd name="T14" fmla="*/ 2147483647 w 840"/>
                  <a:gd name="T15" fmla="*/ 2147483647 h 768"/>
                  <a:gd name="T16" fmla="*/ 2147483647 w 840"/>
                  <a:gd name="T17" fmla="*/ 2147483647 h 768"/>
                  <a:gd name="T18" fmla="*/ 2147483647 w 840"/>
                  <a:gd name="T19" fmla="*/ 2147483647 h 768"/>
                  <a:gd name="T20" fmla="*/ 2147483647 w 840"/>
                  <a:gd name="T21" fmla="*/ 2147483647 h 768"/>
                  <a:gd name="T22" fmla="*/ 2147483647 w 840"/>
                  <a:gd name="T23" fmla="*/ 2147483647 h 768"/>
                  <a:gd name="T24" fmla="*/ 2147483647 w 840"/>
                  <a:gd name="T25" fmla="*/ 2147483647 h 768"/>
                  <a:gd name="T26" fmla="*/ 2147483647 w 840"/>
                  <a:gd name="T27" fmla="*/ 2147483647 h 768"/>
                  <a:gd name="T28" fmla="*/ 2147483647 w 840"/>
                  <a:gd name="T29" fmla="*/ 2147483647 h 768"/>
                  <a:gd name="T30" fmla="*/ 2147483647 w 840"/>
                  <a:gd name="T31" fmla="*/ 2147483647 h 768"/>
                  <a:gd name="T32" fmla="*/ 2147483647 w 840"/>
                  <a:gd name="T33" fmla="*/ 2147483647 h 768"/>
                  <a:gd name="T34" fmla="*/ 2147483647 w 840"/>
                  <a:gd name="T35" fmla="*/ 2147483647 h 768"/>
                  <a:gd name="T36" fmla="*/ 2147483647 w 840"/>
                  <a:gd name="T37" fmla="*/ 2147483647 h 768"/>
                  <a:gd name="T38" fmla="*/ 2147483647 w 840"/>
                  <a:gd name="T39" fmla="*/ 2147483647 h 768"/>
                  <a:gd name="T40" fmla="*/ 2147483647 w 840"/>
                  <a:gd name="T41" fmla="*/ 2147483647 h 768"/>
                  <a:gd name="T42" fmla="*/ 2147483647 w 840"/>
                  <a:gd name="T43" fmla="*/ 2147483647 h 768"/>
                  <a:gd name="T44" fmla="*/ 2147483647 w 840"/>
                  <a:gd name="T45" fmla="*/ 2147483647 h 768"/>
                  <a:gd name="T46" fmla="*/ 2147483647 w 840"/>
                  <a:gd name="T47" fmla="*/ 2147483647 h 768"/>
                  <a:gd name="T48" fmla="*/ 2147483647 w 840"/>
                  <a:gd name="T49" fmla="*/ 2147483647 h 768"/>
                  <a:gd name="T50" fmla="*/ 2147483647 w 840"/>
                  <a:gd name="T51" fmla="*/ 2147483647 h 768"/>
                  <a:gd name="T52" fmla="*/ 2147483647 w 840"/>
                  <a:gd name="T53" fmla="*/ 2147483647 h 768"/>
                  <a:gd name="T54" fmla="*/ 2147483647 w 840"/>
                  <a:gd name="T55" fmla="*/ 2147483647 h 768"/>
                  <a:gd name="T56" fmla="*/ 2147483647 w 840"/>
                  <a:gd name="T57" fmla="*/ 2147483647 h 768"/>
                  <a:gd name="T58" fmla="*/ 2147483647 w 840"/>
                  <a:gd name="T59" fmla="*/ 2147483647 h 768"/>
                  <a:gd name="T60" fmla="*/ 2147483647 w 840"/>
                  <a:gd name="T61" fmla="*/ 2147483647 h 768"/>
                  <a:gd name="T62" fmla="*/ 2147483647 w 840"/>
                  <a:gd name="T63" fmla="*/ 2147483647 h 768"/>
                  <a:gd name="T64" fmla="*/ 2147483647 w 840"/>
                  <a:gd name="T65" fmla="*/ 2147483647 h 768"/>
                  <a:gd name="T66" fmla="*/ 2147483647 w 840"/>
                  <a:gd name="T67" fmla="*/ 2147483647 h 768"/>
                  <a:gd name="T68" fmla="*/ 2147483647 w 840"/>
                  <a:gd name="T69" fmla="*/ 2147483647 h 768"/>
                  <a:gd name="T70" fmla="*/ 2147483647 w 840"/>
                  <a:gd name="T71" fmla="*/ 2147483647 h 768"/>
                  <a:gd name="T72" fmla="*/ 2147483647 w 840"/>
                  <a:gd name="T73" fmla="*/ 2147483647 h 768"/>
                  <a:gd name="T74" fmla="*/ 2147483647 w 840"/>
                  <a:gd name="T75" fmla="*/ 2147483647 h 768"/>
                  <a:gd name="T76" fmla="*/ 2147483647 w 840"/>
                  <a:gd name="T77" fmla="*/ 2147483647 h 768"/>
                  <a:gd name="T78" fmla="*/ 2147483647 w 840"/>
                  <a:gd name="T79" fmla="*/ 2147483647 h 768"/>
                  <a:gd name="T80" fmla="*/ 2147483647 w 840"/>
                  <a:gd name="T81" fmla="*/ 2147483647 h 768"/>
                  <a:gd name="T82" fmla="*/ 2147483647 w 840"/>
                  <a:gd name="T83" fmla="*/ 2147483647 h 768"/>
                  <a:gd name="T84" fmla="*/ 2147483647 w 840"/>
                  <a:gd name="T85" fmla="*/ 2147483647 h 768"/>
                  <a:gd name="T86" fmla="*/ 2147483647 w 840"/>
                  <a:gd name="T87" fmla="*/ 2147483647 h 768"/>
                  <a:gd name="T88" fmla="*/ 2147483647 w 840"/>
                  <a:gd name="T89" fmla="*/ 2147483647 h 768"/>
                  <a:gd name="T90" fmla="*/ 2147483647 w 840"/>
                  <a:gd name="T91" fmla="*/ 2147483647 h 768"/>
                  <a:gd name="T92" fmla="*/ 2147483647 w 840"/>
                  <a:gd name="T93" fmla="*/ 2147483647 h 768"/>
                  <a:gd name="T94" fmla="*/ 2147483647 w 840"/>
                  <a:gd name="T95" fmla="*/ 2147483647 h 768"/>
                  <a:gd name="T96" fmla="*/ 2147483647 w 840"/>
                  <a:gd name="T97" fmla="*/ 2147483647 h 768"/>
                  <a:gd name="T98" fmla="*/ 2147483647 w 840"/>
                  <a:gd name="T99" fmla="*/ 2147483647 h 768"/>
                  <a:gd name="T100" fmla="*/ 2147483647 w 840"/>
                  <a:gd name="T101" fmla="*/ 2147483647 h 768"/>
                  <a:gd name="T102" fmla="*/ 2147483647 w 840"/>
                  <a:gd name="T103" fmla="*/ 2147483647 h 768"/>
                  <a:gd name="T104" fmla="*/ 2147483647 w 840"/>
                  <a:gd name="T105" fmla="*/ 2147483647 h 768"/>
                  <a:gd name="T106" fmla="*/ 2147483647 w 840"/>
                  <a:gd name="T107" fmla="*/ 2147483647 h 768"/>
                  <a:gd name="T108" fmla="*/ 2147483647 w 840"/>
                  <a:gd name="T109" fmla="*/ 2147483647 h 768"/>
                  <a:gd name="T110" fmla="*/ 2147483647 w 840"/>
                  <a:gd name="T111" fmla="*/ 2147483647 h 768"/>
                  <a:gd name="T112" fmla="*/ 2147483647 w 840"/>
                  <a:gd name="T113" fmla="*/ 2147483647 h 768"/>
                  <a:gd name="T114" fmla="*/ 2147483647 w 840"/>
                  <a:gd name="T115" fmla="*/ 2147483647 h 768"/>
                  <a:gd name="T116" fmla="*/ 2147483647 w 840"/>
                  <a:gd name="T117" fmla="*/ 2147483647 h 768"/>
                  <a:gd name="T118" fmla="*/ 2147483647 w 840"/>
                  <a:gd name="T119" fmla="*/ 2147483647 h 7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40"/>
                  <a:gd name="T181" fmla="*/ 0 h 768"/>
                  <a:gd name="T182" fmla="*/ 840 w 840"/>
                  <a:gd name="T183" fmla="*/ 768 h 76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40" h="768">
                    <a:moveTo>
                      <a:pt x="420" y="738"/>
                    </a:moveTo>
                    <a:lnTo>
                      <a:pt x="420" y="732"/>
                    </a:lnTo>
                    <a:lnTo>
                      <a:pt x="426" y="726"/>
                    </a:lnTo>
                    <a:lnTo>
                      <a:pt x="426" y="714"/>
                    </a:lnTo>
                    <a:lnTo>
                      <a:pt x="432" y="702"/>
                    </a:lnTo>
                    <a:lnTo>
                      <a:pt x="432" y="648"/>
                    </a:lnTo>
                    <a:lnTo>
                      <a:pt x="498" y="594"/>
                    </a:lnTo>
                    <a:lnTo>
                      <a:pt x="498" y="588"/>
                    </a:lnTo>
                    <a:lnTo>
                      <a:pt x="504" y="582"/>
                    </a:lnTo>
                    <a:lnTo>
                      <a:pt x="516" y="558"/>
                    </a:lnTo>
                    <a:lnTo>
                      <a:pt x="522" y="552"/>
                    </a:lnTo>
                    <a:lnTo>
                      <a:pt x="528" y="552"/>
                    </a:lnTo>
                    <a:lnTo>
                      <a:pt x="534" y="558"/>
                    </a:lnTo>
                    <a:lnTo>
                      <a:pt x="546" y="564"/>
                    </a:lnTo>
                    <a:lnTo>
                      <a:pt x="552" y="564"/>
                    </a:lnTo>
                    <a:lnTo>
                      <a:pt x="558" y="558"/>
                    </a:lnTo>
                    <a:lnTo>
                      <a:pt x="558" y="546"/>
                    </a:lnTo>
                    <a:lnTo>
                      <a:pt x="552" y="540"/>
                    </a:lnTo>
                    <a:lnTo>
                      <a:pt x="564" y="540"/>
                    </a:lnTo>
                    <a:lnTo>
                      <a:pt x="570" y="552"/>
                    </a:lnTo>
                    <a:lnTo>
                      <a:pt x="582" y="564"/>
                    </a:lnTo>
                    <a:lnTo>
                      <a:pt x="588" y="576"/>
                    </a:lnTo>
                    <a:lnTo>
                      <a:pt x="588" y="582"/>
                    </a:lnTo>
                    <a:lnTo>
                      <a:pt x="594" y="594"/>
                    </a:lnTo>
                    <a:lnTo>
                      <a:pt x="600" y="600"/>
                    </a:lnTo>
                    <a:lnTo>
                      <a:pt x="606" y="600"/>
                    </a:lnTo>
                    <a:lnTo>
                      <a:pt x="624" y="582"/>
                    </a:lnTo>
                    <a:lnTo>
                      <a:pt x="624" y="570"/>
                    </a:lnTo>
                    <a:lnTo>
                      <a:pt x="630" y="558"/>
                    </a:lnTo>
                    <a:lnTo>
                      <a:pt x="642" y="552"/>
                    </a:lnTo>
                    <a:lnTo>
                      <a:pt x="648" y="546"/>
                    </a:lnTo>
                    <a:lnTo>
                      <a:pt x="648" y="516"/>
                    </a:lnTo>
                    <a:lnTo>
                      <a:pt x="672" y="486"/>
                    </a:lnTo>
                    <a:lnTo>
                      <a:pt x="684" y="438"/>
                    </a:lnTo>
                    <a:lnTo>
                      <a:pt x="696" y="432"/>
                    </a:lnTo>
                    <a:lnTo>
                      <a:pt x="702" y="426"/>
                    </a:lnTo>
                    <a:lnTo>
                      <a:pt x="714" y="420"/>
                    </a:lnTo>
                    <a:lnTo>
                      <a:pt x="720" y="414"/>
                    </a:lnTo>
                    <a:lnTo>
                      <a:pt x="720" y="402"/>
                    </a:lnTo>
                    <a:lnTo>
                      <a:pt x="726" y="384"/>
                    </a:lnTo>
                    <a:lnTo>
                      <a:pt x="726" y="354"/>
                    </a:lnTo>
                    <a:lnTo>
                      <a:pt x="744" y="354"/>
                    </a:lnTo>
                    <a:lnTo>
                      <a:pt x="750" y="348"/>
                    </a:lnTo>
                    <a:lnTo>
                      <a:pt x="756" y="330"/>
                    </a:lnTo>
                    <a:lnTo>
                      <a:pt x="756" y="300"/>
                    </a:lnTo>
                    <a:lnTo>
                      <a:pt x="762" y="294"/>
                    </a:lnTo>
                    <a:lnTo>
                      <a:pt x="768" y="264"/>
                    </a:lnTo>
                    <a:lnTo>
                      <a:pt x="774" y="252"/>
                    </a:lnTo>
                    <a:lnTo>
                      <a:pt x="786" y="240"/>
                    </a:lnTo>
                    <a:lnTo>
                      <a:pt x="786" y="234"/>
                    </a:lnTo>
                    <a:lnTo>
                      <a:pt x="792" y="228"/>
                    </a:lnTo>
                    <a:lnTo>
                      <a:pt x="792" y="222"/>
                    </a:lnTo>
                    <a:lnTo>
                      <a:pt x="798" y="216"/>
                    </a:lnTo>
                    <a:lnTo>
                      <a:pt x="798" y="210"/>
                    </a:lnTo>
                    <a:lnTo>
                      <a:pt x="810" y="210"/>
                    </a:lnTo>
                    <a:lnTo>
                      <a:pt x="822" y="204"/>
                    </a:lnTo>
                    <a:lnTo>
                      <a:pt x="840" y="186"/>
                    </a:lnTo>
                    <a:lnTo>
                      <a:pt x="840" y="174"/>
                    </a:lnTo>
                    <a:lnTo>
                      <a:pt x="834" y="168"/>
                    </a:lnTo>
                    <a:lnTo>
                      <a:pt x="834" y="162"/>
                    </a:lnTo>
                    <a:lnTo>
                      <a:pt x="840" y="156"/>
                    </a:lnTo>
                    <a:lnTo>
                      <a:pt x="840" y="126"/>
                    </a:lnTo>
                    <a:lnTo>
                      <a:pt x="810" y="126"/>
                    </a:lnTo>
                    <a:lnTo>
                      <a:pt x="810" y="120"/>
                    </a:lnTo>
                    <a:lnTo>
                      <a:pt x="804" y="108"/>
                    </a:lnTo>
                    <a:lnTo>
                      <a:pt x="804" y="60"/>
                    </a:lnTo>
                    <a:lnTo>
                      <a:pt x="774" y="12"/>
                    </a:lnTo>
                    <a:lnTo>
                      <a:pt x="756" y="12"/>
                    </a:lnTo>
                    <a:lnTo>
                      <a:pt x="750" y="18"/>
                    </a:lnTo>
                    <a:lnTo>
                      <a:pt x="750" y="24"/>
                    </a:lnTo>
                    <a:lnTo>
                      <a:pt x="744" y="30"/>
                    </a:lnTo>
                    <a:lnTo>
                      <a:pt x="744" y="36"/>
                    </a:lnTo>
                    <a:lnTo>
                      <a:pt x="720" y="36"/>
                    </a:lnTo>
                    <a:lnTo>
                      <a:pt x="714" y="42"/>
                    </a:lnTo>
                    <a:lnTo>
                      <a:pt x="702" y="48"/>
                    </a:lnTo>
                    <a:lnTo>
                      <a:pt x="696" y="54"/>
                    </a:lnTo>
                    <a:lnTo>
                      <a:pt x="684" y="60"/>
                    </a:lnTo>
                    <a:lnTo>
                      <a:pt x="654" y="60"/>
                    </a:lnTo>
                    <a:lnTo>
                      <a:pt x="648" y="54"/>
                    </a:lnTo>
                    <a:lnTo>
                      <a:pt x="636" y="48"/>
                    </a:lnTo>
                    <a:lnTo>
                      <a:pt x="600" y="36"/>
                    </a:lnTo>
                    <a:lnTo>
                      <a:pt x="546" y="36"/>
                    </a:lnTo>
                    <a:lnTo>
                      <a:pt x="528" y="42"/>
                    </a:lnTo>
                    <a:lnTo>
                      <a:pt x="516" y="54"/>
                    </a:lnTo>
                    <a:lnTo>
                      <a:pt x="504" y="60"/>
                    </a:lnTo>
                    <a:lnTo>
                      <a:pt x="492" y="84"/>
                    </a:lnTo>
                    <a:lnTo>
                      <a:pt x="486" y="90"/>
                    </a:lnTo>
                    <a:lnTo>
                      <a:pt x="480" y="90"/>
                    </a:lnTo>
                    <a:lnTo>
                      <a:pt x="468" y="84"/>
                    </a:lnTo>
                    <a:lnTo>
                      <a:pt x="438" y="84"/>
                    </a:lnTo>
                    <a:lnTo>
                      <a:pt x="414" y="72"/>
                    </a:lnTo>
                    <a:lnTo>
                      <a:pt x="402" y="60"/>
                    </a:lnTo>
                    <a:lnTo>
                      <a:pt x="390" y="54"/>
                    </a:lnTo>
                    <a:lnTo>
                      <a:pt x="384" y="48"/>
                    </a:lnTo>
                    <a:lnTo>
                      <a:pt x="372" y="42"/>
                    </a:lnTo>
                    <a:lnTo>
                      <a:pt x="360" y="42"/>
                    </a:lnTo>
                    <a:lnTo>
                      <a:pt x="336" y="54"/>
                    </a:lnTo>
                    <a:lnTo>
                      <a:pt x="324" y="66"/>
                    </a:lnTo>
                    <a:lnTo>
                      <a:pt x="312" y="72"/>
                    </a:lnTo>
                    <a:lnTo>
                      <a:pt x="306" y="72"/>
                    </a:lnTo>
                    <a:lnTo>
                      <a:pt x="294" y="66"/>
                    </a:lnTo>
                    <a:lnTo>
                      <a:pt x="288" y="60"/>
                    </a:lnTo>
                    <a:lnTo>
                      <a:pt x="288" y="54"/>
                    </a:lnTo>
                    <a:lnTo>
                      <a:pt x="282" y="48"/>
                    </a:lnTo>
                    <a:lnTo>
                      <a:pt x="282" y="42"/>
                    </a:lnTo>
                    <a:lnTo>
                      <a:pt x="258" y="18"/>
                    </a:lnTo>
                    <a:lnTo>
                      <a:pt x="222" y="18"/>
                    </a:lnTo>
                    <a:lnTo>
                      <a:pt x="222" y="12"/>
                    </a:lnTo>
                    <a:lnTo>
                      <a:pt x="210" y="0"/>
                    </a:lnTo>
                    <a:lnTo>
                      <a:pt x="198" y="0"/>
                    </a:lnTo>
                    <a:lnTo>
                      <a:pt x="186" y="6"/>
                    </a:lnTo>
                    <a:lnTo>
                      <a:pt x="180" y="6"/>
                    </a:lnTo>
                    <a:lnTo>
                      <a:pt x="180" y="12"/>
                    </a:lnTo>
                    <a:lnTo>
                      <a:pt x="126" y="12"/>
                    </a:lnTo>
                    <a:lnTo>
                      <a:pt x="102" y="36"/>
                    </a:lnTo>
                    <a:lnTo>
                      <a:pt x="102" y="60"/>
                    </a:lnTo>
                    <a:lnTo>
                      <a:pt x="96" y="78"/>
                    </a:lnTo>
                    <a:lnTo>
                      <a:pt x="90" y="90"/>
                    </a:lnTo>
                    <a:lnTo>
                      <a:pt x="84" y="96"/>
                    </a:lnTo>
                    <a:lnTo>
                      <a:pt x="78" y="108"/>
                    </a:lnTo>
                    <a:lnTo>
                      <a:pt x="72" y="114"/>
                    </a:lnTo>
                    <a:lnTo>
                      <a:pt x="66" y="114"/>
                    </a:lnTo>
                    <a:lnTo>
                      <a:pt x="66" y="168"/>
                    </a:lnTo>
                    <a:lnTo>
                      <a:pt x="60" y="180"/>
                    </a:lnTo>
                    <a:lnTo>
                      <a:pt x="60" y="186"/>
                    </a:lnTo>
                    <a:lnTo>
                      <a:pt x="54" y="192"/>
                    </a:lnTo>
                    <a:lnTo>
                      <a:pt x="66" y="216"/>
                    </a:lnTo>
                    <a:lnTo>
                      <a:pt x="72" y="222"/>
                    </a:lnTo>
                    <a:lnTo>
                      <a:pt x="78" y="234"/>
                    </a:lnTo>
                    <a:lnTo>
                      <a:pt x="78" y="246"/>
                    </a:lnTo>
                    <a:lnTo>
                      <a:pt x="84" y="252"/>
                    </a:lnTo>
                    <a:lnTo>
                      <a:pt x="84" y="264"/>
                    </a:lnTo>
                    <a:lnTo>
                      <a:pt x="78" y="270"/>
                    </a:lnTo>
                    <a:lnTo>
                      <a:pt x="72" y="270"/>
                    </a:lnTo>
                    <a:lnTo>
                      <a:pt x="60" y="276"/>
                    </a:lnTo>
                    <a:lnTo>
                      <a:pt x="60" y="318"/>
                    </a:lnTo>
                    <a:lnTo>
                      <a:pt x="48" y="324"/>
                    </a:lnTo>
                    <a:lnTo>
                      <a:pt x="42" y="336"/>
                    </a:lnTo>
                    <a:lnTo>
                      <a:pt x="36" y="342"/>
                    </a:lnTo>
                    <a:lnTo>
                      <a:pt x="36" y="372"/>
                    </a:lnTo>
                    <a:lnTo>
                      <a:pt x="24" y="396"/>
                    </a:lnTo>
                    <a:lnTo>
                      <a:pt x="6" y="396"/>
                    </a:lnTo>
                    <a:lnTo>
                      <a:pt x="0" y="426"/>
                    </a:lnTo>
                    <a:lnTo>
                      <a:pt x="6" y="462"/>
                    </a:lnTo>
                    <a:lnTo>
                      <a:pt x="0" y="492"/>
                    </a:lnTo>
                    <a:lnTo>
                      <a:pt x="0" y="606"/>
                    </a:lnTo>
                    <a:lnTo>
                      <a:pt x="6" y="612"/>
                    </a:lnTo>
                    <a:lnTo>
                      <a:pt x="30" y="612"/>
                    </a:lnTo>
                    <a:lnTo>
                      <a:pt x="54" y="600"/>
                    </a:lnTo>
                    <a:lnTo>
                      <a:pt x="60" y="594"/>
                    </a:lnTo>
                    <a:lnTo>
                      <a:pt x="66" y="600"/>
                    </a:lnTo>
                    <a:lnTo>
                      <a:pt x="108" y="600"/>
                    </a:lnTo>
                    <a:lnTo>
                      <a:pt x="126" y="606"/>
                    </a:lnTo>
                    <a:lnTo>
                      <a:pt x="138" y="618"/>
                    </a:lnTo>
                    <a:lnTo>
                      <a:pt x="150" y="636"/>
                    </a:lnTo>
                    <a:lnTo>
                      <a:pt x="156" y="648"/>
                    </a:lnTo>
                    <a:lnTo>
                      <a:pt x="168" y="660"/>
                    </a:lnTo>
                    <a:lnTo>
                      <a:pt x="186" y="660"/>
                    </a:lnTo>
                    <a:lnTo>
                      <a:pt x="180" y="666"/>
                    </a:lnTo>
                    <a:lnTo>
                      <a:pt x="180" y="678"/>
                    </a:lnTo>
                    <a:lnTo>
                      <a:pt x="174" y="684"/>
                    </a:lnTo>
                    <a:lnTo>
                      <a:pt x="186" y="684"/>
                    </a:lnTo>
                    <a:lnTo>
                      <a:pt x="198" y="678"/>
                    </a:lnTo>
                    <a:lnTo>
                      <a:pt x="198" y="684"/>
                    </a:lnTo>
                    <a:lnTo>
                      <a:pt x="192" y="690"/>
                    </a:lnTo>
                    <a:lnTo>
                      <a:pt x="186" y="702"/>
                    </a:lnTo>
                    <a:lnTo>
                      <a:pt x="186" y="714"/>
                    </a:lnTo>
                    <a:lnTo>
                      <a:pt x="204" y="750"/>
                    </a:lnTo>
                    <a:lnTo>
                      <a:pt x="216" y="762"/>
                    </a:lnTo>
                    <a:lnTo>
                      <a:pt x="234" y="768"/>
                    </a:lnTo>
                    <a:lnTo>
                      <a:pt x="270" y="768"/>
                    </a:lnTo>
                    <a:lnTo>
                      <a:pt x="276" y="762"/>
                    </a:lnTo>
                    <a:lnTo>
                      <a:pt x="282" y="762"/>
                    </a:lnTo>
                    <a:lnTo>
                      <a:pt x="288" y="738"/>
                    </a:lnTo>
                    <a:lnTo>
                      <a:pt x="312" y="750"/>
                    </a:lnTo>
                    <a:lnTo>
                      <a:pt x="336" y="744"/>
                    </a:lnTo>
                    <a:lnTo>
                      <a:pt x="354" y="756"/>
                    </a:lnTo>
                    <a:lnTo>
                      <a:pt x="396" y="756"/>
                    </a:lnTo>
                    <a:lnTo>
                      <a:pt x="396" y="732"/>
                    </a:lnTo>
                    <a:lnTo>
                      <a:pt x="420" y="732"/>
                    </a:lnTo>
                    <a:lnTo>
                      <a:pt x="420" y="73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7" name="Niger" descr="© INSCALE GmbH, 05.05.2010&#10;http://www.presentationload.com/">
                <a:extLst>
                  <a:ext uri="{FF2B5EF4-FFF2-40B4-BE49-F238E27FC236}">
                    <a16:creationId xmlns:a16="http://schemas.microsoft.com/office/drawing/2014/main" id="{8A6089E8-83C0-9E45-962E-4F93E4E3D19D}"/>
                  </a:ext>
                </a:extLst>
              </p:cNvPr>
              <p:cNvSpPr>
                <a:spLocks/>
              </p:cNvSpPr>
              <p:nvPr/>
            </p:nvSpPr>
            <p:spPr bwMode="gray">
              <a:xfrm>
                <a:off x="5732755" y="3346180"/>
                <a:ext cx="466793" cy="396118"/>
              </a:xfrm>
              <a:custGeom>
                <a:avLst/>
                <a:gdLst>
                  <a:gd name="T0" fmla="*/ 2147483647 w 1110"/>
                  <a:gd name="T1" fmla="*/ 2147483647 h 942"/>
                  <a:gd name="T2" fmla="*/ 2147483647 w 1110"/>
                  <a:gd name="T3" fmla="*/ 2147483647 h 942"/>
                  <a:gd name="T4" fmla="*/ 2147483647 w 1110"/>
                  <a:gd name="T5" fmla="*/ 2147483647 h 942"/>
                  <a:gd name="T6" fmla="*/ 2147483647 w 1110"/>
                  <a:gd name="T7" fmla="*/ 2147483647 h 942"/>
                  <a:gd name="T8" fmla="*/ 2147483647 w 1110"/>
                  <a:gd name="T9" fmla="*/ 2147483647 h 942"/>
                  <a:gd name="T10" fmla="*/ 2147483647 w 1110"/>
                  <a:gd name="T11" fmla="*/ 2147483647 h 942"/>
                  <a:gd name="T12" fmla="*/ 2147483647 w 1110"/>
                  <a:gd name="T13" fmla="*/ 2147483647 h 942"/>
                  <a:gd name="T14" fmla="*/ 2147483647 w 1110"/>
                  <a:gd name="T15" fmla="*/ 2147483647 h 942"/>
                  <a:gd name="T16" fmla="*/ 2147483647 w 1110"/>
                  <a:gd name="T17" fmla="*/ 2147483647 h 942"/>
                  <a:gd name="T18" fmla="*/ 2147483647 w 1110"/>
                  <a:gd name="T19" fmla="*/ 2147483647 h 942"/>
                  <a:gd name="T20" fmla="*/ 2147483647 w 1110"/>
                  <a:gd name="T21" fmla="*/ 2147483647 h 942"/>
                  <a:gd name="T22" fmla="*/ 2147483647 w 1110"/>
                  <a:gd name="T23" fmla="*/ 2147483647 h 942"/>
                  <a:gd name="T24" fmla="*/ 2147483647 w 1110"/>
                  <a:gd name="T25" fmla="*/ 2147483647 h 942"/>
                  <a:gd name="T26" fmla="*/ 2147483647 w 1110"/>
                  <a:gd name="T27" fmla="*/ 2147483647 h 942"/>
                  <a:gd name="T28" fmla="*/ 2147483647 w 1110"/>
                  <a:gd name="T29" fmla="*/ 2147483647 h 942"/>
                  <a:gd name="T30" fmla="*/ 2147483647 w 1110"/>
                  <a:gd name="T31" fmla="*/ 2147483647 h 942"/>
                  <a:gd name="T32" fmla="*/ 2147483647 w 1110"/>
                  <a:gd name="T33" fmla="*/ 2147483647 h 942"/>
                  <a:gd name="T34" fmla="*/ 2147483647 w 1110"/>
                  <a:gd name="T35" fmla="*/ 2147483647 h 942"/>
                  <a:gd name="T36" fmla="*/ 2147483647 w 1110"/>
                  <a:gd name="T37" fmla="*/ 2147483647 h 942"/>
                  <a:gd name="T38" fmla="*/ 2147483647 w 1110"/>
                  <a:gd name="T39" fmla="*/ 2147483647 h 942"/>
                  <a:gd name="T40" fmla="*/ 2147483647 w 1110"/>
                  <a:gd name="T41" fmla="*/ 2147483647 h 942"/>
                  <a:gd name="T42" fmla="*/ 2147483647 w 1110"/>
                  <a:gd name="T43" fmla="*/ 2147483647 h 942"/>
                  <a:gd name="T44" fmla="*/ 2147483647 w 1110"/>
                  <a:gd name="T45" fmla="*/ 2147483647 h 942"/>
                  <a:gd name="T46" fmla="*/ 2147483647 w 1110"/>
                  <a:gd name="T47" fmla="*/ 2147483647 h 942"/>
                  <a:gd name="T48" fmla="*/ 2147483647 w 1110"/>
                  <a:gd name="T49" fmla="*/ 2147483647 h 942"/>
                  <a:gd name="T50" fmla="*/ 2147483647 w 1110"/>
                  <a:gd name="T51" fmla="*/ 2147483647 h 942"/>
                  <a:gd name="T52" fmla="*/ 2147483647 w 1110"/>
                  <a:gd name="T53" fmla="*/ 2147483647 h 942"/>
                  <a:gd name="T54" fmla="*/ 2147483647 w 1110"/>
                  <a:gd name="T55" fmla="*/ 2147483647 h 942"/>
                  <a:gd name="T56" fmla="*/ 2147483647 w 1110"/>
                  <a:gd name="T57" fmla="*/ 2147483647 h 942"/>
                  <a:gd name="T58" fmla="*/ 2147483647 w 1110"/>
                  <a:gd name="T59" fmla="*/ 2147483647 h 942"/>
                  <a:gd name="T60" fmla="*/ 2147483647 w 1110"/>
                  <a:gd name="T61" fmla="*/ 2147483647 h 942"/>
                  <a:gd name="T62" fmla="*/ 2147483647 w 1110"/>
                  <a:gd name="T63" fmla="*/ 2147483647 h 942"/>
                  <a:gd name="T64" fmla="*/ 2147483647 w 1110"/>
                  <a:gd name="T65" fmla="*/ 2147483647 h 942"/>
                  <a:gd name="T66" fmla="*/ 2147483647 w 1110"/>
                  <a:gd name="T67" fmla="*/ 2147483647 h 942"/>
                  <a:gd name="T68" fmla="*/ 2147483647 w 1110"/>
                  <a:gd name="T69" fmla="*/ 2147483647 h 942"/>
                  <a:gd name="T70" fmla="*/ 2147483647 w 1110"/>
                  <a:gd name="T71" fmla="*/ 2147483647 h 942"/>
                  <a:gd name="T72" fmla="*/ 2147483647 w 1110"/>
                  <a:gd name="T73" fmla="*/ 2147483647 h 942"/>
                  <a:gd name="T74" fmla="*/ 2147483647 w 1110"/>
                  <a:gd name="T75" fmla="*/ 2147483647 h 942"/>
                  <a:gd name="T76" fmla="*/ 2147483647 w 1110"/>
                  <a:gd name="T77" fmla="*/ 2147483647 h 942"/>
                  <a:gd name="T78" fmla="*/ 2147483647 w 1110"/>
                  <a:gd name="T79" fmla="*/ 2147483647 h 942"/>
                  <a:gd name="T80" fmla="*/ 2147483647 w 1110"/>
                  <a:gd name="T81" fmla="*/ 2147483647 h 942"/>
                  <a:gd name="T82" fmla="*/ 2147483647 w 1110"/>
                  <a:gd name="T83" fmla="*/ 2147483647 h 942"/>
                  <a:gd name="T84" fmla="*/ 2147483647 w 1110"/>
                  <a:gd name="T85" fmla="*/ 2147483647 h 942"/>
                  <a:gd name="T86" fmla="*/ 2147483647 w 1110"/>
                  <a:gd name="T87" fmla="*/ 2147483647 h 942"/>
                  <a:gd name="T88" fmla="*/ 2147483647 w 1110"/>
                  <a:gd name="T89" fmla="*/ 2147483647 h 942"/>
                  <a:gd name="T90" fmla="*/ 2147483647 w 1110"/>
                  <a:gd name="T91" fmla="*/ 2147483647 h 942"/>
                  <a:gd name="T92" fmla="*/ 2147483647 w 1110"/>
                  <a:gd name="T93" fmla="*/ 2147483647 h 942"/>
                  <a:gd name="T94" fmla="*/ 2147483647 w 1110"/>
                  <a:gd name="T95" fmla="*/ 2147483647 h 942"/>
                  <a:gd name="T96" fmla="*/ 2147483647 w 1110"/>
                  <a:gd name="T97" fmla="*/ 2147483647 h 942"/>
                  <a:gd name="T98" fmla="*/ 0 w 1110"/>
                  <a:gd name="T99" fmla="*/ 2147483647 h 942"/>
                  <a:gd name="T100" fmla="*/ 2147483647 w 1110"/>
                  <a:gd name="T101" fmla="*/ 2147483647 h 9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10"/>
                  <a:gd name="T154" fmla="*/ 0 h 942"/>
                  <a:gd name="T155" fmla="*/ 1110 w 1110"/>
                  <a:gd name="T156" fmla="*/ 942 h 9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10" h="942">
                    <a:moveTo>
                      <a:pt x="54" y="792"/>
                    </a:moveTo>
                    <a:lnTo>
                      <a:pt x="54" y="810"/>
                    </a:lnTo>
                    <a:lnTo>
                      <a:pt x="66" y="810"/>
                    </a:lnTo>
                    <a:lnTo>
                      <a:pt x="48" y="828"/>
                    </a:lnTo>
                    <a:lnTo>
                      <a:pt x="48" y="834"/>
                    </a:lnTo>
                    <a:lnTo>
                      <a:pt x="72" y="858"/>
                    </a:lnTo>
                    <a:lnTo>
                      <a:pt x="84" y="864"/>
                    </a:lnTo>
                    <a:lnTo>
                      <a:pt x="90" y="876"/>
                    </a:lnTo>
                    <a:lnTo>
                      <a:pt x="108" y="876"/>
                    </a:lnTo>
                    <a:lnTo>
                      <a:pt x="120" y="864"/>
                    </a:lnTo>
                    <a:lnTo>
                      <a:pt x="132" y="864"/>
                    </a:lnTo>
                    <a:lnTo>
                      <a:pt x="144" y="876"/>
                    </a:lnTo>
                    <a:lnTo>
                      <a:pt x="150" y="888"/>
                    </a:lnTo>
                    <a:lnTo>
                      <a:pt x="126" y="894"/>
                    </a:lnTo>
                    <a:lnTo>
                      <a:pt x="150" y="930"/>
                    </a:lnTo>
                    <a:lnTo>
                      <a:pt x="150" y="906"/>
                    </a:lnTo>
                    <a:lnTo>
                      <a:pt x="180" y="894"/>
                    </a:lnTo>
                    <a:lnTo>
                      <a:pt x="192" y="906"/>
                    </a:lnTo>
                    <a:lnTo>
                      <a:pt x="198" y="918"/>
                    </a:lnTo>
                    <a:lnTo>
                      <a:pt x="204" y="924"/>
                    </a:lnTo>
                    <a:lnTo>
                      <a:pt x="210" y="924"/>
                    </a:lnTo>
                    <a:lnTo>
                      <a:pt x="216" y="930"/>
                    </a:lnTo>
                    <a:lnTo>
                      <a:pt x="222" y="930"/>
                    </a:lnTo>
                    <a:lnTo>
                      <a:pt x="234" y="936"/>
                    </a:lnTo>
                    <a:lnTo>
                      <a:pt x="240" y="942"/>
                    </a:lnTo>
                    <a:lnTo>
                      <a:pt x="240" y="888"/>
                    </a:lnTo>
                    <a:lnTo>
                      <a:pt x="246" y="888"/>
                    </a:lnTo>
                    <a:lnTo>
                      <a:pt x="252" y="882"/>
                    </a:lnTo>
                    <a:lnTo>
                      <a:pt x="258" y="870"/>
                    </a:lnTo>
                    <a:lnTo>
                      <a:pt x="264" y="864"/>
                    </a:lnTo>
                    <a:lnTo>
                      <a:pt x="270" y="852"/>
                    </a:lnTo>
                    <a:lnTo>
                      <a:pt x="276" y="834"/>
                    </a:lnTo>
                    <a:lnTo>
                      <a:pt x="276" y="810"/>
                    </a:lnTo>
                    <a:lnTo>
                      <a:pt x="300" y="786"/>
                    </a:lnTo>
                    <a:lnTo>
                      <a:pt x="354" y="786"/>
                    </a:lnTo>
                    <a:lnTo>
                      <a:pt x="354" y="780"/>
                    </a:lnTo>
                    <a:lnTo>
                      <a:pt x="360" y="780"/>
                    </a:lnTo>
                    <a:lnTo>
                      <a:pt x="372" y="774"/>
                    </a:lnTo>
                    <a:lnTo>
                      <a:pt x="384" y="774"/>
                    </a:lnTo>
                    <a:lnTo>
                      <a:pt x="396" y="786"/>
                    </a:lnTo>
                    <a:lnTo>
                      <a:pt x="396" y="792"/>
                    </a:lnTo>
                    <a:lnTo>
                      <a:pt x="432" y="792"/>
                    </a:lnTo>
                    <a:lnTo>
                      <a:pt x="456" y="816"/>
                    </a:lnTo>
                    <a:lnTo>
                      <a:pt x="456" y="822"/>
                    </a:lnTo>
                    <a:lnTo>
                      <a:pt x="462" y="828"/>
                    </a:lnTo>
                    <a:lnTo>
                      <a:pt x="462" y="834"/>
                    </a:lnTo>
                    <a:lnTo>
                      <a:pt x="468" y="840"/>
                    </a:lnTo>
                    <a:lnTo>
                      <a:pt x="480" y="846"/>
                    </a:lnTo>
                    <a:lnTo>
                      <a:pt x="486" y="846"/>
                    </a:lnTo>
                    <a:lnTo>
                      <a:pt x="498" y="840"/>
                    </a:lnTo>
                    <a:lnTo>
                      <a:pt x="510" y="828"/>
                    </a:lnTo>
                    <a:lnTo>
                      <a:pt x="534" y="816"/>
                    </a:lnTo>
                    <a:lnTo>
                      <a:pt x="546" y="816"/>
                    </a:lnTo>
                    <a:lnTo>
                      <a:pt x="558" y="822"/>
                    </a:lnTo>
                    <a:lnTo>
                      <a:pt x="564" y="828"/>
                    </a:lnTo>
                    <a:lnTo>
                      <a:pt x="576" y="834"/>
                    </a:lnTo>
                    <a:lnTo>
                      <a:pt x="588" y="846"/>
                    </a:lnTo>
                    <a:lnTo>
                      <a:pt x="612" y="858"/>
                    </a:lnTo>
                    <a:lnTo>
                      <a:pt x="642" y="858"/>
                    </a:lnTo>
                    <a:lnTo>
                      <a:pt x="654" y="864"/>
                    </a:lnTo>
                    <a:lnTo>
                      <a:pt x="660" y="864"/>
                    </a:lnTo>
                    <a:lnTo>
                      <a:pt x="666" y="858"/>
                    </a:lnTo>
                    <a:lnTo>
                      <a:pt x="678" y="834"/>
                    </a:lnTo>
                    <a:lnTo>
                      <a:pt x="690" y="828"/>
                    </a:lnTo>
                    <a:lnTo>
                      <a:pt x="702" y="816"/>
                    </a:lnTo>
                    <a:lnTo>
                      <a:pt x="720" y="810"/>
                    </a:lnTo>
                    <a:lnTo>
                      <a:pt x="774" y="810"/>
                    </a:lnTo>
                    <a:lnTo>
                      <a:pt x="810" y="822"/>
                    </a:lnTo>
                    <a:lnTo>
                      <a:pt x="822" y="828"/>
                    </a:lnTo>
                    <a:lnTo>
                      <a:pt x="828" y="834"/>
                    </a:lnTo>
                    <a:lnTo>
                      <a:pt x="858" y="834"/>
                    </a:lnTo>
                    <a:lnTo>
                      <a:pt x="870" y="828"/>
                    </a:lnTo>
                    <a:lnTo>
                      <a:pt x="876" y="822"/>
                    </a:lnTo>
                    <a:lnTo>
                      <a:pt x="888" y="816"/>
                    </a:lnTo>
                    <a:lnTo>
                      <a:pt x="894" y="810"/>
                    </a:lnTo>
                    <a:lnTo>
                      <a:pt x="918" y="810"/>
                    </a:lnTo>
                    <a:lnTo>
                      <a:pt x="918" y="804"/>
                    </a:lnTo>
                    <a:lnTo>
                      <a:pt x="924" y="798"/>
                    </a:lnTo>
                    <a:lnTo>
                      <a:pt x="924" y="792"/>
                    </a:lnTo>
                    <a:lnTo>
                      <a:pt x="930" y="786"/>
                    </a:lnTo>
                    <a:lnTo>
                      <a:pt x="936" y="786"/>
                    </a:lnTo>
                    <a:lnTo>
                      <a:pt x="930" y="726"/>
                    </a:lnTo>
                    <a:lnTo>
                      <a:pt x="948" y="720"/>
                    </a:lnTo>
                    <a:lnTo>
                      <a:pt x="948" y="714"/>
                    </a:lnTo>
                    <a:lnTo>
                      <a:pt x="954" y="708"/>
                    </a:lnTo>
                    <a:lnTo>
                      <a:pt x="954" y="696"/>
                    </a:lnTo>
                    <a:lnTo>
                      <a:pt x="960" y="678"/>
                    </a:lnTo>
                    <a:lnTo>
                      <a:pt x="966" y="666"/>
                    </a:lnTo>
                    <a:lnTo>
                      <a:pt x="978" y="648"/>
                    </a:lnTo>
                    <a:lnTo>
                      <a:pt x="984" y="636"/>
                    </a:lnTo>
                    <a:lnTo>
                      <a:pt x="1002" y="618"/>
                    </a:lnTo>
                    <a:lnTo>
                      <a:pt x="1026" y="588"/>
                    </a:lnTo>
                    <a:lnTo>
                      <a:pt x="1050" y="564"/>
                    </a:lnTo>
                    <a:lnTo>
                      <a:pt x="1068" y="540"/>
                    </a:lnTo>
                    <a:lnTo>
                      <a:pt x="1074" y="534"/>
                    </a:lnTo>
                    <a:lnTo>
                      <a:pt x="1092" y="288"/>
                    </a:lnTo>
                    <a:lnTo>
                      <a:pt x="1110" y="252"/>
                    </a:lnTo>
                    <a:lnTo>
                      <a:pt x="1080" y="216"/>
                    </a:lnTo>
                    <a:lnTo>
                      <a:pt x="1074" y="192"/>
                    </a:lnTo>
                    <a:lnTo>
                      <a:pt x="1044" y="156"/>
                    </a:lnTo>
                    <a:lnTo>
                      <a:pt x="1056" y="108"/>
                    </a:lnTo>
                    <a:lnTo>
                      <a:pt x="1038" y="42"/>
                    </a:lnTo>
                    <a:lnTo>
                      <a:pt x="1020" y="48"/>
                    </a:lnTo>
                    <a:lnTo>
                      <a:pt x="1002" y="60"/>
                    </a:lnTo>
                    <a:lnTo>
                      <a:pt x="990" y="66"/>
                    </a:lnTo>
                    <a:lnTo>
                      <a:pt x="984" y="66"/>
                    </a:lnTo>
                    <a:lnTo>
                      <a:pt x="978" y="60"/>
                    </a:lnTo>
                    <a:lnTo>
                      <a:pt x="966" y="54"/>
                    </a:lnTo>
                    <a:lnTo>
                      <a:pt x="960" y="42"/>
                    </a:lnTo>
                    <a:lnTo>
                      <a:pt x="954" y="36"/>
                    </a:lnTo>
                    <a:lnTo>
                      <a:pt x="942" y="30"/>
                    </a:lnTo>
                    <a:lnTo>
                      <a:pt x="936" y="24"/>
                    </a:lnTo>
                    <a:lnTo>
                      <a:pt x="930" y="24"/>
                    </a:lnTo>
                    <a:lnTo>
                      <a:pt x="918" y="18"/>
                    </a:lnTo>
                    <a:lnTo>
                      <a:pt x="900" y="12"/>
                    </a:lnTo>
                    <a:lnTo>
                      <a:pt x="888" y="12"/>
                    </a:lnTo>
                    <a:lnTo>
                      <a:pt x="876" y="6"/>
                    </a:lnTo>
                    <a:lnTo>
                      <a:pt x="864" y="6"/>
                    </a:lnTo>
                    <a:lnTo>
                      <a:pt x="828" y="0"/>
                    </a:lnTo>
                    <a:lnTo>
                      <a:pt x="816" y="6"/>
                    </a:lnTo>
                    <a:lnTo>
                      <a:pt x="786" y="30"/>
                    </a:lnTo>
                    <a:lnTo>
                      <a:pt x="738" y="66"/>
                    </a:lnTo>
                    <a:lnTo>
                      <a:pt x="684" y="102"/>
                    </a:lnTo>
                    <a:lnTo>
                      <a:pt x="624" y="144"/>
                    </a:lnTo>
                    <a:lnTo>
                      <a:pt x="576" y="180"/>
                    </a:lnTo>
                    <a:lnTo>
                      <a:pt x="534" y="210"/>
                    </a:lnTo>
                    <a:lnTo>
                      <a:pt x="510" y="222"/>
                    </a:lnTo>
                    <a:lnTo>
                      <a:pt x="480" y="246"/>
                    </a:lnTo>
                    <a:lnTo>
                      <a:pt x="450" y="282"/>
                    </a:lnTo>
                    <a:lnTo>
                      <a:pt x="414" y="312"/>
                    </a:lnTo>
                    <a:lnTo>
                      <a:pt x="390" y="330"/>
                    </a:lnTo>
                    <a:lnTo>
                      <a:pt x="366" y="336"/>
                    </a:lnTo>
                    <a:lnTo>
                      <a:pt x="324" y="342"/>
                    </a:lnTo>
                    <a:lnTo>
                      <a:pt x="282" y="354"/>
                    </a:lnTo>
                    <a:lnTo>
                      <a:pt x="282" y="558"/>
                    </a:lnTo>
                    <a:lnTo>
                      <a:pt x="264" y="582"/>
                    </a:lnTo>
                    <a:lnTo>
                      <a:pt x="264" y="594"/>
                    </a:lnTo>
                    <a:lnTo>
                      <a:pt x="258" y="606"/>
                    </a:lnTo>
                    <a:lnTo>
                      <a:pt x="258" y="624"/>
                    </a:lnTo>
                    <a:lnTo>
                      <a:pt x="252" y="636"/>
                    </a:lnTo>
                    <a:lnTo>
                      <a:pt x="240" y="642"/>
                    </a:lnTo>
                    <a:lnTo>
                      <a:pt x="222" y="648"/>
                    </a:lnTo>
                    <a:lnTo>
                      <a:pt x="198" y="648"/>
                    </a:lnTo>
                    <a:lnTo>
                      <a:pt x="186" y="654"/>
                    </a:lnTo>
                    <a:lnTo>
                      <a:pt x="138" y="648"/>
                    </a:lnTo>
                    <a:lnTo>
                      <a:pt x="138" y="666"/>
                    </a:lnTo>
                    <a:lnTo>
                      <a:pt x="72" y="660"/>
                    </a:lnTo>
                    <a:lnTo>
                      <a:pt x="48" y="678"/>
                    </a:lnTo>
                    <a:lnTo>
                      <a:pt x="0" y="690"/>
                    </a:lnTo>
                    <a:lnTo>
                      <a:pt x="0" y="726"/>
                    </a:lnTo>
                    <a:lnTo>
                      <a:pt x="6" y="738"/>
                    </a:lnTo>
                    <a:lnTo>
                      <a:pt x="6" y="762"/>
                    </a:lnTo>
                    <a:lnTo>
                      <a:pt x="18" y="786"/>
                    </a:lnTo>
                    <a:lnTo>
                      <a:pt x="30" y="792"/>
                    </a:lnTo>
                    <a:lnTo>
                      <a:pt x="54" y="79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8" name="Namibia" descr="© INSCALE GmbH, 05.05.2010&#10;http://www.presentationload.com/">
                <a:extLst>
                  <a:ext uri="{FF2B5EF4-FFF2-40B4-BE49-F238E27FC236}">
                    <a16:creationId xmlns:a16="http://schemas.microsoft.com/office/drawing/2014/main" id="{518C7542-D810-5E4A-88B9-764FAED9A703}"/>
                  </a:ext>
                </a:extLst>
              </p:cNvPr>
              <p:cNvSpPr>
                <a:spLocks/>
              </p:cNvSpPr>
              <p:nvPr/>
            </p:nvSpPr>
            <p:spPr bwMode="gray">
              <a:xfrm>
                <a:off x="6071345" y="4715335"/>
                <a:ext cx="401047" cy="409267"/>
              </a:xfrm>
              <a:custGeom>
                <a:avLst/>
                <a:gdLst>
                  <a:gd name="T0" fmla="*/ 2147483647 w 954"/>
                  <a:gd name="T1" fmla="*/ 2147483647 h 972"/>
                  <a:gd name="T2" fmla="*/ 2147483647 w 954"/>
                  <a:gd name="T3" fmla="*/ 2147483647 h 972"/>
                  <a:gd name="T4" fmla="*/ 2147483647 w 954"/>
                  <a:gd name="T5" fmla="*/ 2147483647 h 972"/>
                  <a:gd name="T6" fmla="*/ 2147483647 w 954"/>
                  <a:gd name="T7" fmla="*/ 2147483647 h 972"/>
                  <a:gd name="T8" fmla="*/ 2147483647 w 954"/>
                  <a:gd name="T9" fmla="*/ 2147483647 h 972"/>
                  <a:gd name="T10" fmla="*/ 2147483647 w 954"/>
                  <a:gd name="T11" fmla="*/ 2147483647 h 972"/>
                  <a:gd name="T12" fmla="*/ 2147483647 w 954"/>
                  <a:gd name="T13" fmla="*/ 2147483647 h 972"/>
                  <a:gd name="T14" fmla="*/ 2147483647 w 954"/>
                  <a:gd name="T15" fmla="*/ 2147483647 h 972"/>
                  <a:gd name="T16" fmla="*/ 2147483647 w 954"/>
                  <a:gd name="T17" fmla="*/ 2147483647 h 972"/>
                  <a:gd name="T18" fmla="*/ 2147483647 w 954"/>
                  <a:gd name="T19" fmla="*/ 2147483647 h 972"/>
                  <a:gd name="T20" fmla="*/ 2147483647 w 954"/>
                  <a:gd name="T21" fmla="*/ 2147483647 h 972"/>
                  <a:gd name="T22" fmla="*/ 2147483647 w 954"/>
                  <a:gd name="T23" fmla="*/ 2147483647 h 972"/>
                  <a:gd name="T24" fmla="*/ 2147483647 w 954"/>
                  <a:gd name="T25" fmla="*/ 2147483647 h 972"/>
                  <a:gd name="T26" fmla="*/ 2147483647 w 954"/>
                  <a:gd name="T27" fmla="*/ 2147483647 h 972"/>
                  <a:gd name="T28" fmla="*/ 2147483647 w 954"/>
                  <a:gd name="T29" fmla="*/ 2147483647 h 972"/>
                  <a:gd name="T30" fmla="*/ 2147483647 w 954"/>
                  <a:gd name="T31" fmla="*/ 2147483647 h 972"/>
                  <a:gd name="T32" fmla="*/ 2147483647 w 954"/>
                  <a:gd name="T33" fmla="*/ 2147483647 h 972"/>
                  <a:gd name="T34" fmla="*/ 2147483647 w 954"/>
                  <a:gd name="T35" fmla="*/ 2147483647 h 972"/>
                  <a:gd name="T36" fmla="*/ 2147483647 w 954"/>
                  <a:gd name="T37" fmla="*/ 2147483647 h 972"/>
                  <a:gd name="T38" fmla="*/ 2147483647 w 954"/>
                  <a:gd name="T39" fmla="*/ 2147483647 h 972"/>
                  <a:gd name="T40" fmla="*/ 2147483647 w 954"/>
                  <a:gd name="T41" fmla="*/ 2147483647 h 972"/>
                  <a:gd name="T42" fmla="*/ 2147483647 w 954"/>
                  <a:gd name="T43" fmla="*/ 2147483647 h 972"/>
                  <a:gd name="T44" fmla="*/ 2147483647 w 954"/>
                  <a:gd name="T45" fmla="*/ 2147483647 h 972"/>
                  <a:gd name="T46" fmla="*/ 2147483647 w 954"/>
                  <a:gd name="T47" fmla="*/ 2147483647 h 972"/>
                  <a:gd name="T48" fmla="*/ 2147483647 w 954"/>
                  <a:gd name="T49" fmla="*/ 2147483647 h 972"/>
                  <a:gd name="T50" fmla="*/ 2147483647 w 954"/>
                  <a:gd name="T51" fmla="*/ 2147483647 h 972"/>
                  <a:gd name="T52" fmla="*/ 2147483647 w 954"/>
                  <a:gd name="T53" fmla="*/ 2147483647 h 972"/>
                  <a:gd name="T54" fmla="*/ 2147483647 w 954"/>
                  <a:gd name="T55" fmla="*/ 2147483647 h 972"/>
                  <a:gd name="T56" fmla="*/ 2147483647 w 954"/>
                  <a:gd name="T57" fmla="*/ 2147483647 h 972"/>
                  <a:gd name="T58" fmla="*/ 2147483647 w 954"/>
                  <a:gd name="T59" fmla="*/ 2147483647 h 972"/>
                  <a:gd name="T60" fmla="*/ 2147483647 w 954"/>
                  <a:gd name="T61" fmla="*/ 2147483647 h 972"/>
                  <a:gd name="T62" fmla="*/ 2147483647 w 954"/>
                  <a:gd name="T63" fmla="*/ 2147483647 h 972"/>
                  <a:gd name="T64" fmla="*/ 2147483647 w 954"/>
                  <a:gd name="T65" fmla="*/ 2147483647 h 972"/>
                  <a:gd name="T66" fmla="*/ 2147483647 w 954"/>
                  <a:gd name="T67" fmla="*/ 0 h 972"/>
                  <a:gd name="T68" fmla="*/ 2147483647 w 954"/>
                  <a:gd name="T69" fmla="*/ 2147483647 h 972"/>
                  <a:gd name="T70" fmla="*/ 2147483647 w 954"/>
                  <a:gd name="T71" fmla="*/ 2147483647 h 972"/>
                  <a:gd name="T72" fmla="*/ 0 w 954"/>
                  <a:gd name="T73" fmla="*/ 2147483647 h 972"/>
                  <a:gd name="T74" fmla="*/ 2147483647 w 954"/>
                  <a:gd name="T75" fmla="*/ 2147483647 h 972"/>
                  <a:gd name="T76" fmla="*/ 2147483647 w 954"/>
                  <a:gd name="T77" fmla="*/ 2147483647 h 972"/>
                  <a:gd name="T78" fmla="*/ 2147483647 w 954"/>
                  <a:gd name="T79" fmla="*/ 2147483647 h 972"/>
                  <a:gd name="T80" fmla="*/ 2147483647 w 954"/>
                  <a:gd name="T81" fmla="*/ 2147483647 h 972"/>
                  <a:gd name="T82" fmla="*/ 2147483647 w 954"/>
                  <a:gd name="T83" fmla="*/ 2147483647 h 972"/>
                  <a:gd name="T84" fmla="*/ 2147483647 w 954"/>
                  <a:gd name="T85" fmla="*/ 2147483647 h 972"/>
                  <a:gd name="T86" fmla="*/ 2147483647 w 954"/>
                  <a:gd name="T87" fmla="*/ 2147483647 h 972"/>
                  <a:gd name="T88" fmla="*/ 2147483647 w 954"/>
                  <a:gd name="T89" fmla="*/ 2147483647 h 972"/>
                  <a:gd name="T90" fmla="*/ 2147483647 w 954"/>
                  <a:gd name="T91" fmla="*/ 2147483647 h 972"/>
                  <a:gd name="T92" fmla="*/ 2147483647 w 954"/>
                  <a:gd name="T93" fmla="*/ 2147483647 h 972"/>
                  <a:gd name="T94" fmla="*/ 2147483647 w 954"/>
                  <a:gd name="T95" fmla="*/ 2147483647 h 972"/>
                  <a:gd name="T96" fmla="*/ 2147483647 w 954"/>
                  <a:gd name="T97" fmla="*/ 2147483647 h 972"/>
                  <a:gd name="T98" fmla="*/ 2147483647 w 954"/>
                  <a:gd name="T99" fmla="*/ 2147483647 h 972"/>
                  <a:gd name="T100" fmla="*/ 2147483647 w 954"/>
                  <a:gd name="T101" fmla="*/ 2147483647 h 972"/>
                  <a:gd name="T102" fmla="*/ 2147483647 w 954"/>
                  <a:gd name="T103" fmla="*/ 2147483647 h 972"/>
                  <a:gd name="T104" fmla="*/ 2147483647 w 954"/>
                  <a:gd name="T105" fmla="*/ 2147483647 h 972"/>
                  <a:gd name="T106" fmla="*/ 2147483647 w 954"/>
                  <a:gd name="T107" fmla="*/ 2147483647 h 972"/>
                  <a:gd name="T108" fmla="*/ 2147483647 w 954"/>
                  <a:gd name="T109" fmla="*/ 2147483647 h 972"/>
                  <a:gd name="T110" fmla="*/ 2147483647 w 954"/>
                  <a:gd name="T111" fmla="*/ 2147483647 h 972"/>
                  <a:gd name="T112" fmla="*/ 2147483647 w 954"/>
                  <a:gd name="T113" fmla="*/ 2147483647 h 972"/>
                  <a:gd name="T114" fmla="*/ 2147483647 w 954"/>
                  <a:gd name="T115" fmla="*/ 2147483647 h 972"/>
                  <a:gd name="T116" fmla="*/ 2147483647 w 954"/>
                  <a:gd name="T117" fmla="*/ 2147483647 h 972"/>
                  <a:gd name="T118" fmla="*/ 2147483647 w 954"/>
                  <a:gd name="T119" fmla="*/ 2147483647 h 9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72"/>
                  <a:gd name="T182" fmla="*/ 954 w 954"/>
                  <a:gd name="T183" fmla="*/ 972 h 97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72">
                    <a:moveTo>
                      <a:pt x="366" y="894"/>
                    </a:moveTo>
                    <a:lnTo>
                      <a:pt x="372" y="894"/>
                    </a:lnTo>
                    <a:lnTo>
                      <a:pt x="390" y="912"/>
                    </a:lnTo>
                    <a:lnTo>
                      <a:pt x="390" y="936"/>
                    </a:lnTo>
                    <a:lnTo>
                      <a:pt x="396" y="948"/>
                    </a:lnTo>
                    <a:lnTo>
                      <a:pt x="402" y="954"/>
                    </a:lnTo>
                    <a:lnTo>
                      <a:pt x="426" y="954"/>
                    </a:lnTo>
                    <a:lnTo>
                      <a:pt x="432" y="960"/>
                    </a:lnTo>
                    <a:lnTo>
                      <a:pt x="432" y="966"/>
                    </a:lnTo>
                    <a:lnTo>
                      <a:pt x="438" y="972"/>
                    </a:lnTo>
                    <a:lnTo>
                      <a:pt x="462" y="972"/>
                    </a:lnTo>
                    <a:lnTo>
                      <a:pt x="474" y="960"/>
                    </a:lnTo>
                    <a:lnTo>
                      <a:pt x="486" y="960"/>
                    </a:lnTo>
                    <a:lnTo>
                      <a:pt x="498" y="972"/>
                    </a:lnTo>
                    <a:lnTo>
                      <a:pt x="522" y="972"/>
                    </a:lnTo>
                    <a:lnTo>
                      <a:pt x="522" y="948"/>
                    </a:lnTo>
                    <a:lnTo>
                      <a:pt x="534" y="948"/>
                    </a:lnTo>
                    <a:lnTo>
                      <a:pt x="534" y="942"/>
                    </a:lnTo>
                    <a:lnTo>
                      <a:pt x="540" y="936"/>
                    </a:lnTo>
                    <a:lnTo>
                      <a:pt x="552" y="930"/>
                    </a:lnTo>
                    <a:lnTo>
                      <a:pt x="570" y="930"/>
                    </a:lnTo>
                    <a:lnTo>
                      <a:pt x="582" y="414"/>
                    </a:lnTo>
                    <a:lnTo>
                      <a:pt x="654" y="414"/>
                    </a:lnTo>
                    <a:lnTo>
                      <a:pt x="648" y="288"/>
                    </a:lnTo>
                    <a:lnTo>
                      <a:pt x="654" y="282"/>
                    </a:lnTo>
                    <a:lnTo>
                      <a:pt x="654" y="108"/>
                    </a:lnTo>
                    <a:lnTo>
                      <a:pt x="690" y="108"/>
                    </a:lnTo>
                    <a:lnTo>
                      <a:pt x="708" y="102"/>
                    </a:lnTo>
                    <a:lnTo>
                      <a:pt x="744" y="102"/>
                    </a:lnTo>
                    <a:lnTo>
                      <a:pt x="792" y="90"/>
                    </a:lnTo>
                    <a:lnTo>
                      <a:pt x="804" y="84"/>
                    </a:lnTo>
                    <a:lnTo>
                      <a:pt x="822" y="84"/>
                    </a:lnTo>
                    <a:lnTo>
                      <a:pt x="828" y="90"/>
                    </a:lnTo>
                    <a:lnTo>
                      <a:pt x="828" y="108"/>
                    </a:lnTo>
                    <a:lnTo>
                      <a:pt x="834" y="108"/>
                    </a:lnTo>
                    <a:lnTo>
                      <a:pt x="834" y="126"/>
                    </a:lnTo>
                    <a:lnTo>
                      <a:pt x="840" y="126"/>
                    </a:lnTo>
                    <a:lnTo>
                      <a:pt x="882" y="84"/>
                    </a:lnTo>
                    <a:lnTo>
                      <a:pt x="906" y="84"/>
                    </a:lnTo>
                    <a:lnTo>
                      <a:pt x="918" y="72"/>
                    </a:lnTo>
                    <a:lnTo>
                      <a:pt x="954" y="66"/>
                    </a:lnTo>
                    <a:lnTo>
                      <a:pt x="936" y="48"/>
                    </a:lnTo>
                    <a:lnTo>
                      <a:pt x="906" y="54"/>
                    </a:lnTo>
                    <a:lnTo>
                      <a:pt x="906" y="48"/>
                    </a:lnTo>
                    <a:lnTo>
                      <a:pt x="900" y="42"/>
                    </a:lnTo>
                    <a:lnTo>
                      <a:pt x="882" y="42"/>
                    </a:lnTo>
                    <a:lnTo>
                      <a:pt x="876" y="48"/>
                    </a:lnTo>
                    <a:lnTo>
                      <a:pt x="870" y="48"/>
                    </a:lnTo>
                    <a:lnTo>
                      <a:pt x="846" y="60"/>
                    </a:lnTo>
                    <a:lnTo>
                      <a:pt x="828" y="54"/>
                    </a:lnTo>
                    <a:lnTo>
                      <a:pt x="816" y="60"/>
                    </a:lnTo>
                    <a:lnTo>
                      <a:pt x="780" y="72"/>
                    </a:lnTo>
                    <a:lnTo>
                      <a:pt x="732" y="78"/>
                    </a:lnTo>
                    <a:lnTo>
                      <a:pt x="696" y="84"/>
                    </a:lnTo>
                    <a:lnTo>
                      <a:pt x="624" y="84"/>
                    </a:lnTo>
                    <a:lnTo>
                      <a:pt x="618" y="72"/>
                    </a:lnTo>
                    <a:lnTo>
                      <a:pt x="546" y="78"/>
                    </a:lnTo>
                    <a:lnTo>
                      <a:pt x="540" y="66"/>
                    </a:lnTo>
                    <a:lnTo>
                      <a:pt x="504" y="66"/>
                    </a:lnTo>
                    <a:lnTo>
                      <a:pt x="480" y="42"/>
                    </a:lnTo>
                    <a:lnTo>
                      <a:pt x="480" y="36"/>
                    </a:lnTo>
                    <a:lnTo>
                      <a:pt x="174" y="36"/>
                    </a:lnTo>
                    <a:lnTo>
                      <a:pt x="168" y="30"/>
                    </a:lnTo>
                    <a:lnTo>
                      <a:pt x="156" y="30"/>
                    </a:lnTo>
                    <a:lnTo>
                      <a:pt x="132" y="18"/>
                    </a:lnTo>
                    <a:lnTo>
                      <a:pt x="126" y="6"/>
                    </a:lnTo>
                    <a:lnTo>
                      <a:pt x="120" y="0"/>
                    </a:lnTo>
                    <a:lnTo>
                      <a:pt x="90" y="0"/>
                    </a:lnTo>
                    <a:lnTo>
                      <a:pt x="90" y="6"/>
                    </a:lnTo>
                    <a:lnTo>
                      <a:pt x="72" y="24"/>
                    </a:lnTo>
                    <a:lnTo>
                      <a:pt x="42" y="24"/>
                    </a:lnTo>
                    <a:lnTo>
                      <a:pt x="36" y="18"/>
                    </a:lnTo>
                    <a:lnTo>
                      <a:pt x="18" y="24"/>
                    </a:lnTo>
                    <a:lnTo>
                      <a:pt x="0" y="24"/>
                    </a:lnTo>
                    <a:lnTo>
                      <a:pt x="6" y="96"/>
                    </a:lnTo>
                    <a:lnTo>
                      <a:pt x="12" y="108"/>
                    </a:lnTo>
                    <a:lnTo>
                      <a:pt x="30" y="126"/>
                    </a:lnTo>
                    <a:lnTo>
                      <a:pt x="36" y="138"/>
                    </a:lnTo>
                    <a:lnTo>
                      <a:pt x="54" y="162"/>
                    </a:lnTo>
                    <a:lnTo>
                      <a:pt x="72" y="192"/>
                    </a:lnTo>
                    <a:lnTo>
                      <a:pt x="96" y="228"/>
                    </a:lnTo>
                    <a:lnTo>
                      <a:pt x="102" y="258"/>
                    </a:lnTo>
                    <a:lnTo>
                      <a:pt x="102" y="276"/>
                    </a:lnTo>
                    <a:lnTo>
                      <a:pt x="114" y="294"/>
                    </a:lnTo>
                    <a:lnTo>
                      <a:pt x="120" y="312"/>
                    </a:lnTo>
                    <a:lnTo>
                      <a:pt x="138" y="348"/>
                    </a:lnTo>
                    <a:lnTo>
                      <a:pt x="156" y="366"/>
                    </a:lnTo>
                    <a:lnTo>
                      <a:pt x="156" y="390"/>
                    </a:lnTo>
                    <a:lnTo>
                      <a:pt x="162" y="396"/>
                    </a:lnTo>
                    <a:lnTo>
                      <a:pt x="174" y="402"/>
                    </a:lnTo>
                    <a:lnTo>
                      <a:pt x="180" y="414"/>
                    </a:lnTo>
                    <a:lnTo>
                      <a:pt x="192" y="420"/>
                    </a:lnTo>
                    <a:lnTo>
                      <a:pt x="198" y="432"/>
                    </a:lnTo>
                    <a:lnTo>
                      <a:pt x="198" y="582"/>
                    </a:lnTo>
                    <a:lnTo>
                      <a:pt x="222" y="630"/>
                    </a:lnTo>
                    <a:lnTo>
                      <a:pt x="222" y="678"/>
                    </a:lnTo>
                    <a:lnTo>
                      <a:pt x="216" y="678"/>
                    </a:lnTo>
                    <a:lnTo>
                      <a:pt x="228" y="726"/>
                    </a:lnTo>
                    <a:lnTo>
                      <a:pt x="228" y="762"/>
                    </a:lnTo>
                    <a:lnTo>
                      <a:pt x="240" y="762"/>
                    </a:lnTo>
                    <a:lnTo>
                      <a:pt x="240" y="804"/>
                    </a:lnTo>
                    <a:lnTo>
                      <a:pt x="252" y="810"/>
                    </a:lnTo>
                    <a:lnTo>
                      <a:pt x="258" y="816"/>
                    </a:lnTo>
                    <a:lnTo>
                      <a:pt x="258" y="846"/>
                    </a:lnTo>
                    <a:lnTo>
                      <a:pt x="264" y="858"/>
                    </a:lnTo>
                    <a:lnTo>
                      <a:pt x="270" y="864"/>
                    </a:lnTo>
                    <a:lnTo>
                      <a:pt x="276" y="876"/>
                    </a:lnTo>
                    <a:lnTo>
                      <a:pt x="282" y="894"/>
                    </a:lnTo>
                    <a:lnTo>
                      <a:pt x="282" y="900"/>
                    </a:lnTo>
                    <a:lnTo>
                      <a:pt x="288" y="912"/>
                    </a:lnTo>
                    <a:lnTo>
                      <a:pt x="294" y="918"/>
                    </a:lnTo>
                    <a:lnTo>
                      <a:pt x="318" y="930"/>
                    </a:lnTo>
                    <a:lnTo>
                      <a:pt x="324" y="936"/>
                    </a:lnTo>
                    <a:lnTo>
                      <a:pt x="330" y="936"/>
                    </a:lnTo>
                    <a:lnTo>
                      <a:pt x="330" y="942"/>
                    </a:lnTo>
                    <a:lnTo>
                      <a:pt x="348" y="930"/>
                    </a:lnTo>
                    <a:lnTo>
                      <a:pt x="348" y="924"/>
                    </a:lnTo>
                    <a:lnTo>
                      <a:pt x="354" y="918"/>
                    </a:lnTo>
                    <a:lnTo>
                      <a:pt x="360" y="906"/>
                    </a:lnTo>
                    <a:lnTo>
                      <a:pt x="360" y="900"/>
                    </a:lnTo>
                    <a:lnTo>
                      <a:pt x="366" y="89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89" name="Mozambique" descr="© INSCALE GmbH, 05.05.2010&#10;http://www.presentationload.com/">
                <a:extLst>
                  <a:ext uri="{FF2B5EF4-FFF2-40B4-BE49-F238E27FC236}">
                    <a16:creationId xmlns:a16="http://schemas.microsoft.com/office/drawing/2014/main" id="{A25E7F42-687C-8F49-BE10-F624FC0D7C3C}"/>
                  </a:ext>
                </a:extLst>
              </p:cNvPr>
              <p:cNvSpPr>
                <a:spLocks/>
              </p:cNvSpPr>
              <p:nvPr/>
            </p:nvSpPr>
            <p:spPr bwMode="gray">
              <a:xfrm>
                <a:off x="6618678" y="4496730"/>
                <a:ext cx="320510" cy="562125"/>
              </a:xfrm>
              <a:custGeom>
                <a:avLst/>
                <a:gdLst>
                  <a:gd name="T0" fmla="*/ 2147483647 w 762"/>
                  <a:gd name="T1" fmla="*/ 2147483647 h 1338"/>
                  <a:gd name="T2" fmla="*/ 2147483647 w 762"/>
                  <a:gd name="T3" fmla="*/ 2147483647 h 1338"/>
                  <a:gd name="T4" fmla="*/ 2147483647 w 762"/>
                  <a:gd name="T5" fmla="*/ 2147483647 h 1338"/>
                  <a:gd name="T6" fmla="*/ 2147483647 w 762"/>
                  <a:gd name="T7" fmla="*/ 2147483647 h 1338"/>
                  <a:gd name="T8" fmla="*/ 2147483647 w 762"/>
                  <a:gd name="T9" fmla="*/ 2147483647 h 1338"/>
                  <a:gd name="T10" fmla="*/ 2147483647 w 762"/>
                  <a:gd name="T11" fmla="*/ 2147483647 h 1338"/>
                  <a:gd name="T12" fmla="*/ 2147483647 w 762"/>
                  <a:gd name="T13" fmla="*/ 2147483647 h 1338"/>
                  <a:gd name="T14" fmla="*/ 2147483647 w 762"/>
                  <a:gd name="T15" fmla="*/ 2147483647 h 1338"/>
                  <a:gd name="T16" fmla="*/ 2147483647 w 762"/>
                  <a:gd name="T17" fmla="*/ 2147483647 h 1338"/>
                  <a:gd name="T18" fmla="*/ 2147483647 w 762"/>
                  <a:gd name="T19" fmla="*/ 2147483647 h 1338"/>
                  <a:gd name="T20" fmla="*/ 2147483647 w 762"/>
                  <a:gd name="T21" fmla="*/ 2147483647 h 1338"/>
                  <a:gd name="T22" fmla="*/ 2147483647 w 762"/>
                  <a:gd name="T23" fmla="*/ 2147483647 h 1338"/>
                  <a:gd name="T24" fmla="*/ 2147483647 w 762"/>
                  <a:gd name="T25" fmla="*/ 2147483647 h 1338"/>
                  <a:gd name="T26" fmla="*/ 2147483647 w 762"/>
                  <a:gd name="T27" fmla="*/ 2147483647 h 1338"/>
                  <a:gd name="T28" fmla="*/ 2147483647 w 762"/>
                  <a:gd name="T29" fmla="*/ 2147483647 h 1338"/>
                  <a:gd name="T30" fmla="*/ 2147483647 w 762"/>
                  <a:gd name="T31" fmla="*/ 2147483647 h 1338"/>
                  <a:gd name="T32" fmla="*/ 2147483647 w 762"/>
                  <a:gd name="T33" fmla="*/ 2147483647 h 1338"/>
                  <a:gd name="T34" fmla="*/ 2147483647 w 762"/>
                  <a:gd name="T35" fmla="*/ 2147483647 h 1338"/>
                  <a:gd name="T36" fmla="*/ 2147483647 w 762"/>
                  <a:gd name="T37" fmla="*/ 2147483647 h 1338"/>
                  <a:gd name="T38" fmla="*/ 2147483647 w 762"/>
                  <a:gd name="T39" fmla="*/ 2147483647 h 1338"/>
                  <a:gd name="T40" fmla="*/ 2147483647 w 762"/>
                  <a:gd name="T41" fmla="*/ 2147483647 h 1338"/>
                  <a:gd name="T42" fmla="*/ 2147483647 w 762"/>
                  <a:gd name="T43" fmla="*/ 2147483647 h 1338"/>
                  <a:gd name="T44" fmla="*/ 2147483647 w 762"/>
                  <a:gd name="T45" fmla="*/ 2147483647 h 1338"/>
                  <a:gd name="T46" fmla="*/ 2147483647 w 762"/>
                  <a:gd name="T47" fmla="*/ 2147483647 h 1338"/>
                  <a:gd name="T48" fmla="*/ 2147483647 w 762"/>
                  <a:gd name="T49" fmla="*/ 2147483647 h 1338"/>
                  <a:gd name="T50" fmla="*/ 2147483647 w 762"/>
                  <a:gd name="T51" fmla="*/ 2147483647 h 1338"/>
                  <a:gd name="T52" fmla="*/ 2147483647 w 762"/>
                  <a:gd name="T53" fmla="*/ 2147483647 h 1338"/>
                  <a:gd name="T54" fmla="*/ 2147483647 w 762"/>
                  <a:gd name="T55" fmla="*/ 2147483647 h 1338"/>
                  <a:gd name="T56" fmla="*/ 0 w 762"/>
                  <a:gd name="T57" fmla="*/ 2147483647 h 1338"/>
                  <a:gd name="T58" fmla="*/ 2147483647 w 762"/>
                  <a:gd name="T59" fmla="*/ 2147483647 h 1338"/>
                  <a:gd name="T60" fmla="*/ 2147483647 w 762"/>
                  <a:gd name="T61" fmla="*/ 2147483647 h 1338"/>
                  <a:gd name="T62" fmla="*/ 2147483647 w 762"/>
                  <a:gd name="T63" fmla="*/ 2147483647 h 1338"/>
                  <a:gd name="T64" fmla="*/ 2147483647 w 762"/>
                  <a:gd name="T65" fmla="*/ 2147483647 h 1338"/>
                  <a:gd name="T66" fmla="*/ 2147483647 w 762"/>
                  <a:gd name="T67" fmla="*/ 2147483647 h 1338"/>
                  <a:gd name="T68" fmla="*/ 2147483647 w 762"/>
                  <a:gd name="T69" fmla="*/ 2147483647 h 1338"/>
                  <a:gd name="T70" fmla="*/ 2147483647 w 762"/>
                  <a:gd name="T71" fmla="*/ 2147483647 h 1338"/>
                  <a:gd name="T72" fmla="*/ 2147483647 w 762"/>
                  <a:gd name="T73" fmla="*/ 2147483647 h 1338"/>
                  <a:gd name="T74" fmla="*/ 2147483647 w 762"/>
                  <a:gd name="T75" fmla="*/ 2147483647 h 1338"/>
                  <a:gd name="T76" fmla="*/ 2147483647 w 762"/>
                  <a:gd name="T77" fmla="*/ 2147483647 h 1338"/>
                  <a:gd name="T78" fmla="*/ 2147483647 w 762"/>
                  <a:gd name="T79" fmla="*/ 2147483647 h 1338"/>
                  <a:gd name="T80" fmla="*/ 2147483647 w 762"/>
                  <a:gd name="T81" fmla="*/ 2147483647 h 1338"/>
                  <a:gd name="T82" fmla="*/ 2147483647 w 762"/>
                  <a:gd name="T83" fmla="*/ 2147483647 h 1338"/>
                  <a:gd name="T84" fmla="*/ 2147483647 w 762"/>
                  <a:gd name="T85" fmla="*/ 2147483647 h 1338"/>
                  <a:gd name="T86" fmla="*/ 2147483647 w 762"/>
                  <a:gd name="T87" fmla="*/ 2147483647 h 1338"/>
                  <a:gd name="T88" fmla="*/ 2147483647 w 762"/>
                  <a:gd name="T89" fmla="*/ 2147483647 h 1338"/>
                  <a:gd name="T90" fmla="*/ 2147483647 w 762"/>
                  <a:gd name="T91" fmla="*/ 2147483647 h 1338"/>
                  <a:gd name="T92" fmla="*/ 2147483647 w 762"/>
                  <a:gd name="T93" fmla="*/ 2147483647 h 1338"/>
                  <a:gd name="T94" fmla="*/ 2147483647 w 762"/>
                  <a:gd name="T95" fmla="*/ 2147483647 h 1338"/>
                  <a:gd name="T96" fmla="*/ 2147483647 w 762"/>
                  <a:gd name="T97" fmla="*/ 2147483647 h 1338"/>
                  <a:gd name="T98" fmla="*/ 2147483647 w 762"/>
                  <a:gd name="T99" fmla="*/ 2147483647 h 1338"/>
                  <a:gd name="T100" fmla="*/ 2147483647 w 762"/>
                  <a:gd name="T101" fmla="*/ 2147483647 h 1338"/>
                  <a:gd name="T102" fmla="*/ 2147483647 w 762"/>
                  <a:gd name="T103" fmla="*/ 2147483647 h 1338"/>
                  <a:gd name="T104" fmla="*/ 2147483647 w 762"/>
                  <a:gd name="T105" fmla="*/ 2147483647 h 1338"/>
                  <a:gd name="T106" fmla="*/ 2147483647 w 762"/>
                  <a:gd name="T107" fmla="*/ 2147483647 h 1338"/>
                  <a:gd name="T108" fmla="*/ 2147483647 w 762"/>
                  <a:gd name="T109" fmla="*/ 2147483647 h 1338"/>
                  <a:gd name="T110" fmla="*/ 2147483647 w 762"/>
                  <a:gd name="T111" fmla="*/ 2147483647 h 1338"/>
                  <a:gd name="T112" fmla="*/ 2147483647 w 762"/>
                  <a:gd name="T113" fmla="*/ 2147483647 h 1338"/>
                  <a:gd name="T114" fmla="*/ 2147483647 w 762"/>
                  <a:gd name="T115" fmla="*/ 2147483647 h 1338"/>
                  <a:gd name="T116" fmla="*/ 2147483647 w 762"/>
                  <a:gd name="T117" fmla="*/ 2147483647 h 1338"/>
                  <a:gd name="T118" fmla="*/ 2147483647 w 762"/>
                  <a:gd name="T119" fmla="*/ 2147483647 h 1338"/>
                  <a:gd name="T120" fmla="*/ 2147483647 w 762"/>
                  <a:gd name="T121" fmla="*/ 2147483647 h 1338"/>
                  <a:gd name="T122" fmla="*/ 2147483647 w 762"/>
                  <a:gd name="T123" fmla="*/ 2147483647 h 13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62"/>
                  <a:gd name="T187" fmla="*/ 0 h 1338"/>
                  <a:gd name="T188" fmla="*/ 762 w 762"/>
                  <a:gd name="T189" fmla="*/ 1338 h 13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62" h="1338">
                    <a:moveTo>
                      <a:pt x="762" y="342"/>
                    </a:moveTo>
                    <a:lnTo>
                      <a:pt x="762" y="324"/>
                    </a:lnTo>
                    <a:lnTo>
                      <a:pt x="756" y="318"/>
                    </a:lnTo>
                    <a:lnTo>
                      <a:pt x="744" y="318"/>
                    </a:lnTo>
                    <a:lnTo>
                      <a:pt x="744" y="258"/>
                    </a:lnTo>
                    <a:lnTo>
                      <a:pt x="732" y="246"/>
                    </a:lnTo>
                    <a:lnTo>
                      <a:pt x="750" y="234"/>
                    </a:lnTo>
                    <a:lnTo>
                      <a:pt x="738" y="186"/>
                    </a:lnTo>
                    <a:lnTo>
                      <a:pt x="750" y="156"/>
                    </a:lnTo>
                    <a:lnTo>
                      <a:pt x="738" y="120"/>
                    </a:lnTo>
                    <a:lnTo>
                      <a:pt x="738" y="108"/>
                    </a:lnTo>
                    <a:lnTo>
                      <a:pt x="750" y="72"/>
                    </a:lnTo>
                    <a:lnTo>
                      <a:pt x="756" y="42"/>
                    </a:lnTo>
                    <a:lnTo>
                      <a:pt x="756" y="12"/>
                    </a:lnTo>
                    <a:lnTo>
                      <a:pt x="744" y="0"/>
                    </a:lnTo>
                    <a:lnTo>
                      <a:pt x="666" y="54"/>
                    </a:lnTo>
                    <a:lnTo>
                      <a:pt x="636" y="60"/>
                    </a:lnTo>
                    <a:lnTo>
                      <a:pt x="630" y="60"/>
                    </a:lnTo>
                    <a:lnTo>
                      <a:pt x="618" y="72"/>
                    </a:lnTo>
                    <a:lnTo>
                      <a:pt x="606" y="78"/>
                    </a:lnTo>
                    <a:lnTo>
                      <a:pt x="594" y="78"/>
                    </a:lnTo>
                    <a:lnTo>
                      <a:pt x="594" y="72"/>
                    </a:lnTo>
                    <a:lnTo>
                      <a:pt x="588" y="66"/>
                    </a:lnTo>
                    <a:lnTo>
                      <a:pt x="564" y="66"/>
                    </a:lnTo>
                    <a:lnTo>
                      <a:pt x="558" y="72"/>
                    </a:lnTo>
                    <a:lnTo>
                      <a:pt x="552" y="84"/>
                    </a:lnTo>
                    <a:lnTo>
                      <a:pt x="540" y="90"/>
                    </a:lnTo>
                    <a:lnTo>
                      <a:pt x="528" y="102"/>
                    </a:lnTo>
                    <a:lnTo>
                      <a:pt x="510" y="102"/>
                    </a:lnTo>
                    <a:lnTo>
                      <a:pt x="498" y="96"/>
                    </a:lnTo>
                    <a:lnTo>
                      <a:pt x="492" y="90"/>
                    </a:lnTo>
                    <a:lnTo>
                      <a:pt x="486" y="90"/>
                    </a:lnTo>
                    <a:lnTo>
                      <a:pt x="468" y="108"/>
                    </a:lnTo>
                    <a:lnTo>
                      <a:pt x="456" y="108"/>
                    </a:lnTo>
                    <a:lnTo>
                      <a:pt x="450" y="102"/>
                    </a:lnTo>
                    <a:lnTo>
                      <a:pt x="438" y="96"/>
                    </a:lnTo>
                    <a:lnTo>
                      <a:pt x="432" y="84"/>
                    </a:lnTo>
                    <a:lnTo>
                      <a:pt x="420" y="78"/>
                    </a:lnTo>
                    <a:lnTo>
                      <a:pt x="408" y="78"/>
                    </a:lnTo>
                    <a:lnTo>
                      <a:pt x="396" y="90"/>
                    </a:lnTo>
                    <a:lnTo>
                      <a:pt x="390" y="90"/>
                    </a:lnTo>
                    <a:lnTo>
                      <a:pt x="384" y="96"/>
                    </a:lnTo>
                    <a:lnTo>
                      <a:pt x="354" y="96"/>
                    </a:lnTo>
                    <a:lnTo>
                      <a:pt x="354" y="114"/>
                    </a:lnTo>
                    <a:lnTo>
                      <a:pt x="330" y="138"/>
                    </a:lnTo>
                    <a:lnTo>
                      <a:pt x="330" y="150"/>
                    </a:lnTo>
                    <a:lnTo>
                      <a:pt x="342" y="162"/>
                    </a:lnTo>
                    <a:lnTo>
                      <a:pt x="348" y="174"/>
                    </a:lnTo>
                    <a:lnTo>
                      <a:pt x="348" y="204"/>
                    </a:lnTo>
                    <a:lnTo>
                      <a:pt x="342" y="216"/>
                    </a:lnTo>
                    <a:lnTo>
                      <a:pt x="336" y="234"/>
                    </a:lnTo>
                    <a:lnTo>
                      <a:pt x="336" y="246"/>
                    </a:lnTo>
                    <a:lnTo>
                      <a:pt x="342" y="246"/>
                    </a:lnTo>
                    <a:lnTo>
                      <a:pt x="342" y="252"/>
                    </a:lnTo>
                    <a:lnTo>
                      <a:pt x="348" y="252"/>
                    </a:lnTo>
                    <a:lnTo>
                      <a:pt x="372" y="276"/>
                    </a:lnTo>
                    <a:lnTo>
                      <a:pt x="384" y="300"/>
                    </a:lnTo>
                    <a:lnTo>
                      <a:pt x="390" y="306"/>
                    </a:lnTo>
                    <a:lnTo>
                      <a:pt x="396" y="318"/>
                    </a:lnTo>
                    <a:lnTo>
                      <a:pt x="408" y="336"/>
                    </a:lnTo>
                    <a:lnTo>
                      <a:pt x="420" y="348"/>
                    </a:lnTo>
                    <a:lnTo>
                      <a:pt x="420" y="366"/>
                    </a:lnTo>
                    <a:lnTo>
                      <a:pt x="414" y="372"/>
                    </a:lnTo>
                    <a:lnTo>
                      <a:pt x="408" y="384"/>
                    </a:lnTo>
                    <a:lnTo>
                      <a:pt x="402" y="390"/>
                    </a:lnTo>
                    <a:lnTo>
                      <a:pt x="402" y="450"/>
                    </a:lnTo>
                    <a:lnTo>
                      <a:pt x="396" y="456"/>
                    </a:lnTo>
                    <a:lnTo>
                      <a:pt x="372" y="456"/>
                    </a:lnTo>
                    <a:lnTo>
                      <a:pt x="360" y="462"/>
                    </a:lnTo>
                    <a:lnTo>
                      <a:pt x="354" y="474"/>
                    </a:lnTo>
                    <a:lnTo>
                      <a:pt x="354" y="492"/>
                    </a:lnTo>
                    <a:lnTo>
                      <a:pt x="360" y="492"/>
                    </a:lnTo>
                    <a:lnTo>
                      <a:pt x="366" y="498"/>
                    </a:lnTo>
                    <a:lnTo>
                      <a:pt x="366" y="528"/>
                    </a:lnTo>
                    <a:lnTo>
                      <a:pt x="354" y="534"/>
                    </a:lnTo>
                    <a:lnTo>
                      <a:pt x="348" y="540"/>
                    </a:lnTo>
                    <a:lnTo>
                      <a:pt x="342" y="534"/>
                    </a:lnTo>
                    <a:lnTo>
                      <a:pt x="342" y="522"/>
                    </a:lnTo>
                    <a:lnTo>
                      <a:pt x="348" y="516"/>
                    </a:lnTo>
                    <a:lnTo>
                      <a:pt x="348" y="504"/>
                    </a:lnTo>
                    <a:lnTo>
                      <a:pt x="336" y="498"/>
                    </a:lnTo>
                    <a:lnTo>
                      <a:pt x="330" y="492"/>
                    </a:lnTo>
                    <a:lnTo>
                      <a:pt x="318" y="486"/>
                    </a:lnTo>
                    <a:lnTo>
                      <a:pt x="312" y="480"/>
                    </a:lnTo>
                    <a:lnTo>
                      <a:pt x="300" y="474"/>
                    </a:lnTo>
                    <a:lnTo>
                      <a:pt x="300" y="444"/>
                    </a:lnTo>
                    <a:lnTo>
                      <a:pt x="288" y="444"/>
                    </a:lnTo>
                    <a:lnTo>
                      <a:pt x="288" y="438"/>
                    </a:lnTo>
                    <a:lnTo>
                      <a:pt x="294" y="432"/>
                    </a:lnTo>
                    <a:lnTo>
                      <a:pt x="306" y="426"/>
                    </a:lnTo>
                    <a:lnTo>
                      <a:pt x="312" y="420"/>
                    </a:lnTo>
                    <a:lnTo>
                      <a:pt x="300" y="402"/>
                    </a:lnTo>
                    <a:lnTo>
                      <a:pt x="312" y="396"/>
                    </a:lnTo>
                    <a:lnTo>
                      <a:pt x="318" y="366"/>
                    </a:lnTo>
                    <a:lnTo>
                      <a:pt x="312" y="366"/>
                    </a:lnTo>
                    <a:lnTo>
                      <a:pt x="312" y="330"/>
                    </a:lnTo>
                    <a:lnTo>
                      <a:pt x="306" y="324"/>
                    </a:lnTo>
                    <a:lnTo>
                      <a:pt x="288" y="324"/>
                    </a:lnTo>
                    <a:lnTo>
                      <a:pt x="282" y="330"/>
                    </a:lnTo>
                    <a:lnTo>
                      <a:pt x="252" y="330"/>
                    </a:lnTo>
                    <a:lnTo>
                      <a:pt x="222" y="282"/>
                    </a:lnTo>
                    <a:lnTo>
                      <a:pt x="216" y="282"/>
                    </a:lnTo>
                    <a:lnTo>
                      <a:pt x="210" y="288"/>
                    </a:lnTo>
                    <a:lnTo>
                      <a:pt x="192" y="294"/>
                    </a:lnTo>
                    <a:lnTo>
                      <a:pt x="180" y="300"/>
                    </a:lnTo>
                    <a:lnTo>
                      <a:pt x="162" y="312"/>
                    </a:lnTo>
                    <a:lnTo>
                      <a:pt x="138" y="324"/>
                    </a:lnTo>
                    <a:lnTo>
                      <a:pt x="132" y="324"/>
                    </a:lnTo>
                    <a:lnTo>
                      <a:pt x="120" y="330"/>
                    </a:lnTo>
                    <a:lnTo>
                      <a:pt x="102" y="336"/>
                    </a:lnTo>
                    <a:lnTo>
                      <a:pt x="84" y="336"/>
                    </a:lnTo>
                    <a:lnTo>
                      <a:pt x="72" y="342"/>
                    </a:lnTo>
                    <a:lnTo>
                      <a:pt x="60" y="342"/>
                    </a:lnTo>
                    <a:lnTo>
                      <a:pt x="42" y="360"/>
                    </a:lnTo>
                    <a:lnTo>
                      <a:pt x="12" y="360"/>
                    </a:lnTo>
                    <a:lnTo>
                      <a:pt x="0" y="372"/>
                    </a:lnTo>
                    <a:lnTo>
                      <a:pt x="18" y="390"/>
                    </a:lnTo>
                    <a:lnTo>
                      <a:pt x="24" y="444"/>
                    </a:lnTo>
                    <a:lnTo>
                      <a:pt x="84" y="444"/>
                    </a:lnTo>
                    <a:lnTo>
                      <a:pt x="96" y="462"/>
                    </a:lnTo>
                    <a:lnTo>
                      <a:pt x="114" y="462"/>
                    </a:lnTo>
                    <a:lnTo>
                      <a:pt x="132" y="486"/>
                    </a:lnTo>
                    <a:lnTo>
                      <a:pt x="138" y="486"/>
                    </a:lnTo>
                    <a:lnTo>
                      <a:pt x="150" y="480"/>
                    </a:lnTo>
                    <a:lnTo>
                      <a:pt x="162" y="480"/>
                    </a:lnTo>
                    <a:lnTo>
                      <a:pt x="180" y="498"/>
                    </a:lnTo>
                    <a:lnTo>
                      <a:pt x="192" y="498"/>
                    </a:lnTo>
                    <a:lnTo>
                      <a:pt x="204" y="510"/>
                    </a:lnTo>
                    <a:lnTo>
                      <a:pt x="204" y="516"/>
                    </a:lnTo>
                    <a:lnTo>
                      <a:pt x="198" y="528"/>
                    </a:lnTo>
                    <a:lnTo>
                      <a:pt x="192" y="534"/>
                    </a:lnTo>
                    <a:lnTo>
                      <a:pt x="204" y="552"/>
                    </a:lnTo>
                    <a:lnTo>
                      <a:pt x="192" y="564"/>
                    </a:lnTo>
                    <a:lnTo>
                      <a:pt x="204" y="576"/>
                    </a:lnTo>
                    <a:lnTo>
                      <a:pt x="198" y="582"/>
                    </a:lnTo>
                    <a:lnTo>
                      <a:pt x="198" y="588"/>
                    </a:lnTo>
                    <a:lnTo>
                      <a:pt x="192" y="594"/>
                    </a:lnTo>
                    <a:lnTo>
                      <a:pt x="192" y="606"/>
                    </a:lnTo>
                    <a:lnTo>
                      <a:pt x="204" y="630"/>
                    </a:lnTo>
                    <a:lnTo>
                      <a:pt x="204" y="642"/>
                    </a:lnTo>
                    <a:lnTo>
                      <a:pt x="198" y="648"/>
                    </a:lnTo>
                    <a:lnTo>
                      <a:pt x="198" y="654"/>
                    </a:lnTo>
                    <a:lnTo>
                      <a:pt x="192" y="654"/>
                    </a:lnTo>
                    <a:lnTo>
                      <a:pt x="192" y="666"/>
                    </a:lnTo>
                    <a:lnTo>
                      <a:pt x="174" y="678"/>
                    </a:lnTo>
                    <a:lnTo>
                      <a:pt x="192" y="702"/>
                    </a:lnTo>
                    <a:lnTo>
                      <a:pt x="174" y="720"/>
                    </a:lnTo>
                    <a:lnTo>
                      <a:pt x="174" y="732"/>
                    </a:lnTo>
                    <a:lnTo>
                      <a:pt x="198" y="756"/>
                    </a:lnTo>
                    <a:lnTo>
                      <a:pt x="198" y="762"/>
                    </a:lnTo>
                    <a:lnTo>
                      <a:pt x="192" y="774"/>
                    </a:lnTo>
                    <a:lnTo>
                      <a:pt x="180" y="786"/>
                    </a:lnTo>
                    <a:lnTo>
                      <a:pt x="180" y="798"/>
                    </a:lnTo>
                    <a:lnTo>
                      <a:pt x="168" y="810"/>
                    </a:lnTo>
                    <a:lnTo>
                      <a:pt x="156" y="816"/>
                    </a:lnTo>
                    <a:lnTo>
                      <a:pt x="156" y="846"/>
                    </a:lnTo>
                    <a:lnTo>
                      <a:pt x="144" y="858"/>
                    </a:lnTo>
                    <a:lnTo>
                      <a:pt x="156" y="876"/>
                    </a:lnTo>
                    <a:lnTo>
                      <a:pt x="138" y="882"/>
                    </a:lnTo>
                    <a:lnTo>
                      <a:pt x="72" y="966"/>
                    </a:lnTo>
                    <a:lnTo>
                      <a:pt x="72" y="996"/>
                    </a:lnTo>
                    <a:lnTo>
                      <a:pt x="78" y="1014"/>
                    </a:lnTo>
                    <a:lnTo>
                      <a:pt x="78" y="1032"/>
                    </a:lnTo>
                    <a:lnTo>
                      <a:pt x="84" y="1044"/>
                    </a:lnTo>
                    <a:lnTo>
                      <a:pt x="84" y="1062"/>
                    </a:lnTo>
                    <a:lnTo>
                      <a:pt x="114" y="1122"/>
                    </a:lnTo>
                    <a:lnTo>
                      <a:pt x="114" y="1212"/>
                    </a:lnTo>
                    <a:lnTo>
                      <a:pt x="90" y="1248"/>
                    </a:lnTo>
                    <a:lnTo>
                      <a:pt x="114" y="1248"/>
                    </a:lnTo>
                    <a:lnTo>
                      <a:pt x="108" y="1260"/>
                    </a:lnTo>
                    <a:lnTo>
                      <a:pt x="108" y="1284"/>
                    </a:lnTo>
                    <a:lnTo>
                      <a:pt x="114" y="1290"/>
                    </a:lnTo>
                    <a:lnTo>
                      <a:pt x="120" y="1290"/>
                    </a:lnTo>
                    <a:lnTo>
                      <a:pt x="126" y="1314"/>
                    </a:lnTo>
                    <a:lnTo>
                      <a:pt x="144" y="1314"/>
                    </a:lnTo>
                    <a:lnTo>
                      <a:pt x="156" y="1326"/>
                    </a:lnTo>
                    <a:lnTo>
                      <a:pt x="162" y="1338"/>
                    </a:lnTo>
                    <a:lnTo>
                      <a:pt x="168" y="1320"/>
                    </a:lnTo>
                    <a:lnTo>
                      <a:pt x="168" y="1284"/>
                    </a:lnTo>
                    <a:lnTo>
                      <a:pt x="162" y="1272"/>
                    </a:lnTo>
                    <a:lnTo>
                      <a:pt x="156" y="1266"/>
                    </a:lnTo>
                    <a:lnTo>
                      <a:pt x="150" y="1266"/>
                    </a:lnTo>
                    <a:lnTo>
                      <a:pt x="150" y="1242"/>
                    </a:lnTo>
                    <a:lnTo>
                      <a:pt x="162" y="1230"/>
                    </a:lnTo>
                    <a:lnTo>
                      <a:pt x="222" y="1188"/>
                    </a:lnTo>
                    <a:lnTo>
                      <a:pt x="276" y="1158"/>
                    </a:lnTo>
                    <a:lnTo>
                      <a:pt x="294" y="1146"/>
                    </a:lnTo>
                    <a:lnTo>
                      <a:pt x="312" y="1140"/>
                    </a:lnTo>
                    <a:lnTo>
                      <a:pt x="330" y="1128"/>
                    </a:lnTo>
                    <a:lnTo>
                      <a:pt x="342" y="1122"/>
                    </a:lnTo>
                    <a:lnTo>
                      <a:pt x="360" y="1104"/>
                    </a:lnTo>
                    <a:lnTo>
                      <a:pt x="360" y="1080"/>
                    </a:lnTo>
                    <a:lnTo>
                      <a:pt x="354" y="1080"/>
                    </a:lnTo>
                    <a:lnTo>
                      <a:pt x="354" y="1086"/>
                    </a:lnTo>
                    <a:lnTo>
                      <a:pt x="348" y="1080"/>
                    </a:lnTo>
                    <a:lnTo>
                      <a:pt x="342" y="1080"/>
                    </a:lnTo>
                    <a:lnTo>
                      <a:pt x="342" y="1068"/>
                    </a:lnTo>
                    <a:lnTo>
                      <a:pt x="366" y="1020"/>
                    </a:lnTo>
                    <a:lnTo>
                      <a:pt x="366" y="990"/>
                    </a:lnTo>
                    <a:lnTo>
                      <a:pt x="360" y="984"/>
                    </a:lnTo>
                    <a:lnTo>
                      <a:pt x="360" y="978"/>
                    </a:lnTo>
                    <a:lnTo>
                      <a:pt x="372" y="948"/>
                    </a:lnTo>
                    <a:lnTo>
                      <a:pt x="366" y="942"/>
                    </a:lnTo>
                    <a:lnTo>
                      <a:pt x="348" y="960"/>
                    </a:lnTo>
                    <a:lnTo>
                      <a:pt x="354" y="918"/>
                    </a:lnTo>
                    <a:lnTo>
                      <a:pt x="348" y="906"/>
                    </a:lnTo>
                    <a:lnTo>
                      <a:pt x="336" y="900"/>
                    </a:lnTo>
                    <a:lnTo>
                      <a:pt x="330" y="888"/>
                    </a:lnTo>
                    <a:lnTo>
                      <a:pt x="330" y="870"/>
                    </a:lnTo>
                    <a:lnTo>
                      <a:pt x="336" y="858"/>
                    </a:lnTo>
                    <a:lnTo>
                      <a:pt x="336" y="834"/>
                    </a:lnTo>
                    <a:lnTo>
                      <a:pt x="324" y="822"/>
                    </a:lnTo>
                    <a:lnTo>
                      <a:pt x="318" y="822"/>
                    </a:lnTo>
                    <a:lnTo>
                      <a:pt x="312" y="816"/>
                    </a:lnTo>
                    <a:lnTo>
                      <a:pt x="312" y="792"/>
                    </a:lnTo>
                    <a:lnTo>
                      <a:pt x="318" y="780"/>
                    </a:lnTo>
                    <a:lnTo>
                      <a:pt x="324" y="762"/>
                    </a:lnTo>
                    <a:lnTo>
                      <a:pt x="336" y="750"/>
                    </a:lnTo>
                    <a:lnTo>
                      <a:pt x="372" y="732"/>
                    </a:lnTo>
                    <a:lnTo>
                      <a:pt x="378" y="726"/>
                    </a:lnTo>
                    <a:lnTo>
                      <a:pt x="378" y="714"/>
                    </a:lnTo>
                    <a:lnTo>
                      <a:pt x="390" y="690"/>
                    </a:lnTo>
                    <a:lnTo>
                      <a:pt x="396" y="684"/>
                    </a:lnTo>
                    <a:lnTo>
                      <a:pt x="402" y="684"/>
                    </a:lnTo>
                    <a:lnTo>
                      <a:pt x="414" y="678"/>
                    </a:lnTo>
                    <a:lnTo>
                      <a:pt x="420" y="678"/>
                    </a:lnTo>
                    <a:lnTo>
                      <a:pt x="426" y="672"/>
                    </a:lnTo>
                    <a:lnTo>
                      <a:pt x="450" y="660"/>
                    </a:lnTo>
                    <a:lnTo>
                      <a:pt x="462" y="648"/>
                    </a:lnTo>
                    <a:lnTo>
                      <a:pt x="474" y="612"/>
                    </a:lnTo>
                    <a:lnTo>
                      <a:pt x="498" y="576"/>
                    </a:lnTo>
                    <a:lnTo>
                      <a:pt x="522" y="564"/>
                    </a:lnTo>
                    <a:lnTo>
                      <a:pt x="558" y="552"/>
                    </a:lnTo>
                    <a:lnTo>
                      <a:pt x="600" y="534"/>
                    </a:lnTo>
                    <a:lnTo>
                      <a:pt x="624" y="522"/>
                    </a:lnTo>
                    <a:lnTo>
                      <a:pt x="630" y="516"/>
                    </a:lnTo>
                    <a:lnTo>
                      <a:pt x="666" y="498"/>
                    </a:lnTo>
                    <a:lnTo>
                      <a:pt x="672" y="492"/>
                    </a:lnTo>
                    <a:lnTo>
                      <a:pt x="684" y="486"/>
                    </a:lnTo>
                    <a:lnTo>
                      <a:pt x="684" y="474"/>
                    </a:lnTo>
                    <a:lnTo>
                      <a:pt x="714" y="444"/>
                    </a:lnTo>
                    <a:lnTo>
                      <a:pt x="714" y="432"/>
                    </a:lnTo>
                    <a:lnTo>
                      <a:pt x="720" y="420"/>
                    </a:lnTo>
                    <a:lnTo>
                      <a:pt x="732" y="414"/>
                    </a:lnTo>
                    <a:lnTo>
                      <a:pt x="738" y="402"/>
                    </a:lnTo>
                    <a:lnTo>
                      <a:pt x="744" y="396"/>
                    </a:lnTo>
                    <a:lnTo>
                      <a:pt x="744" y="378"/>
                    </a:lnTo>
                    <a:lnTo>
                      <a:pt x="750" y="372"/>
                    </a:lnTo>
                    <a:lnTo>
                      <a:pt x="762" y="348"/>
                    </a:lnTo>
                    <a:lnTo>
                      <a:pt x="762" y="3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0" name="Morocco" descr="© INSCALE GmbH, 05.05.2010&#10;http://www.presentationload.com/">
                <a:extLst>
                  <a:ext uri="{FF2B5EF4-FFF2-40B4-BE49-F238E27FC236}">
                    <a16:creationId xmlns:a16="http://schemas.microsoft.com/office/drawing/2014/main" id="{059461D0-B52C-5640-8C97-8CCC2F3E991C}"/>
                  </a:ext>
                </a:extLst>
              </p:cNvPr>
              <p:cNvSpPr>
                <a:spLocks/>
              </p:cNvSpPr>
              <p:nvPr/>
            </p:nvSpPr>
            <p:spPr bwMode="gray">
              <a:xfrm>
                <a:off x="5351430" y="2927055"/>
                <a:ext cx="356671" cy="277775"/>
              </a:xfrm>
              <a:custGeom>
                <a:avLst/>
                <a:gdLst>
                  <a:gd name="T0" fmla="*/ 2147483647 w 846"/>
                  <a:gd name="T1" fmla="*/ 2147483647 h 660"/>
                  <a:gd name="T2" fmla="*/ 2147483647 w 846"/>
                  <a:gd name="T3" fmla="*/ 2147483647 h 660"/>
                  <a:gd name="T4" fmla="*/ 2147483647 w 846"/>
                  <a:gd name="T5" fmla="*/ 2147483647 h 660"/>
                  <a:gd name="T6" fmla="*/ 2147483647 w 846"/>
                  <a:gd name="T7" fmla="*/ 2147483647 h 660"/>
                  <a:gd name="T8" fmla="*/ 2147483647 w 846"/>
                  <a:gd name="T9" fmla="*/ 2147483647 h 660"/>
                  <a:gd name="T10" fmla="*/ 2147483647 w 846"/>
                  <a:gd name="T11" fmla="*/ 2147483647 h 660"/>
                  <a:gd name="T12" fmla="*/ 2147483647 w 846"/>
                  <a:gd name="T13" fmla="*/ 2147483647 h 660"/>
                  <a:gd name="T14" fmla="*/ 2147483647 w 846"/>
                  <a:gd name="T15" fmla="*/ 2147483647 h 660"/>
                  <a:gd name="T16" fmla="*/ 2147483647 w 846"/>
                  <a:gd name="T17" fmla="*/ 2147483647 h 660"/>
                  <a:gd name="T18" fmla="*/ 2147483647 w 846"/>
                  <a:gd name="T19" fmla="*/ 0 h 660"/>
                  <a:gd name="T20" fmla="*/ 2147483647 w 846"/>
                  <a:gd name="T21" fmla="*/ 2147483647 h 660"/>
                  <a:gd name="T22" fmla="*/ 2147483647 w 846"/>
                  <a:gd name="T23" fmla="*/ 2147483647 h 660"/>
                  <a:gd name="T24" fmla="*/ 2147483647 w 846"/>
                  <a:gd name="T25" fmla="*/ 2147483647 h 660"/>
                  <a:gd name="T26" fmla="*/ 2147483647 w 846"/>
                  <a:gd name="T27" fmla="*/ 2147483647 h 660"/>
                  <a:gd name="T28" fmla="*/ 2147483647 w 846"/>
                  <a:gd name="T29" fmla="*/ 2147483647 h 660"/>
                  <a:gd name="T30" fmla="*/ 2147483647 w 846"/>
                  <a:gd name="T31" fmla="*/ 2147483647 h 660"/>
                  <a:gd name="T32" fmla="*/ 2147483647 w 846"/>
                  <a:gd name="T33" fmla="*/ 2147483647 h 660"/>
                  <a:gd name="T34" fmla="*/ 2147483647 w 846"/>
                  <a:gd name="T35" fmla="*/ 2147483647 h 660"/>
                  <a:gd name="T36" fmla="*/ 2147483647 w 846"/>
                  <a:gd name="T37" fmla="*/ 2147483647 h 660"/>
                  <a:gd name="T38" fmla="*/ 2147483647 w 846"/>
                  <a:gd name="T39" fmla="*/ 2147483647 h 660"/>
                  <a:gd name="T40" fmla="*/ 2147483647 w 846"/>
                  <a:gd name="T41" fmla="*/ 2147483647 h 660"/>
                  <a:gd name="T42" fmla="*/ 2147483647 w 846"/>
                  <a:gd name="T43" fmla="*/ 2147483647 h 660"/>
                  <a:gd name="T44" fmla="*/ 2147483647 w 846"/>
                  <a:gd name="T45" fmla="*/ 2147483647 h 660"/>
                  <a:gd name="T46" fmla="*/ 2147483647 w 846"/>
                  <a:gd name="T47" fmla="*/ 2147483647 h 660"/>
                  <a:gd name="T48" fmla="*/ 2147483647 w 846"/>
                  <a:gd name="T49" fmla="*/ 2147483647 h 660"/>
                  <a:gd name="T50" fmla="*/ 2147483647 w 846"/>
                  <a:gd name="T51" fmla="*/ 2147483647 h 660"/>
                  <a:gd name="T52" fmla="*/ 2147483647 w 846"/>
                  <a:gd name="T53" fmla="*/ 2147483647 h 660"/>
                  <a:gd name="T54" fmla="*/ 2147483647 w 846"/>
                  <a:gd name="T55" fmla="*/ 2147483647 h 660"/>
                  <a:gd name="T56" fmla="*/ 2147483647 w 846"/>
                  <a:gd name="T57" fmla="*/ 2147483647 h 660"/>
                  <a:gd name="T58" fmla="*/ 2147483647 w 846"/>
                  <a:gd name="T59" fmla="*/ 2147483647 h 660"/>
                  <a:gd name="T60" fmla="*/ 2147483647 w 846"/>
                  <a:gd name="T61" fmla="*/ 2147483647 h 660"/>
                  <a:gd name="T62" fmla="*/ 2147483647 w 846"/>
                  <a:gd name="T63" fmla="*/ 2147483647 h 660"/>
                  <a:gd name="T64" fmla="*/ 2147483647 w 846"/>
                  <a:gd name="T65" fmla="*/ 2147483647 h 660"/>
                  <a:gd name="T66" fmla="*/ 2147483647 w 846"/>
                  <a:gd name="T67" fmla="*/ 2147483647 h 660"/>
                  <a:gd name="T68" fmla="*/ 2147483647 w 846"/>
                  <a:gd name="T69" fmla="*/ 2147483647 h 660"/>
                  <a:gd name="T70" fmla="*/ 2147483647 w 846"/>
                  <a:gd name="T71" fmla="*/ 2147483647 h 660"/>
                  <a:gd name="T72" fmla="*/ 2147483647 w 846"/>
                  <a:gd name="T73" fmla="*/ 2147483647 h 660"/>
                  <a:gd name="T74" fmla="*/ 2147483647 w 846"/>
                  <a:gd name="T75" fmla="*/ 2147483647 h 660"/>
                  <a:gd name="T76" fmla="*/ 2147483647 w 846"/>
                  <a:gd name="T77" fmla="*/ 2147483647 h 660"/>
                  <a:gd name="T78" fmla="*/ 2147483647 w 846"/>
                  <a:gd name="T79" fmla="*/ 2147483647 h 660"/>
                  <a:gd name="T80" fmla="*/ 2147483647 w 846"/>
                  <a:gd name="T81" fmla="*/ 2147483647 h 660"/>
                  <a:gd name="T82" fmla="*/ 2147483647 w 846"/>
                  <a:gd name="T83" fmla="*/ 2147483647 h 660"/>
                  <a:gd name="T84" fmla="*/ 2147483647 w 846"/>
                  <a:gd name="T85" fmla="*/ 2147483647 h 660"/>
                  <a:gd name="T86" fmla="*/ 2147483647 w 846"/>
                  <a:gd name="T87" fmla="*/ 2147483647 h 660"/>
                  <a:gd name="T88" fmla="*/ 2147483647 w 846"/>
                  <a:gd name="T89" fmla="*/ 2147483647 h 6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6"/>
                  <a:gd name="T136" fmla="*/ 0 h 660"/>
                  <a:gd name="T137" fmla="*/ 846 w 846"/>
                  <a:gd name="T138" fmla="*/ 660 h 66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6" h="660">
                    <a:moveTo>
                      <a:pt x="822" y="246"/>
                    </a:moveTo>
                    <a:lnTo>
                      <a:pt x="822" y="216"/>
                    </a:lnTo>
                    <a:lnTo>
                      <a:pt x="804" y="216"/>
                    </a:lnTo>
                    <a:lnTo>
                      <a:pt x="816" y="186"/>
                    </a:lnTo>
                    <a:lnTo>
                      <a:pt x="804" y="168"/>
                    </a:lnTo>
                    <a:lnTo>
                      <a:pt x="810" y="102"/>
                    </a:lnTo>
                    <a:lnTo>
                      <a:pt x="798" y="102"/>
                    </a:lnTo>
                    <a:lnTo>
                      <a:pt x="798" y="90"/>
                    </a:lnTo>
                    <a:lnTo>
                      <a:pt x="804" y="84"/>
                    </a:lnTo>
                    <a:lnTo>
                      <a:pt x="792" y="78"/>
                    </a:lnTo>
                    <a:lnTo>
                      <a:pt x="786" y="66"/>
                    </a:lnTo>
                    <a:lnTo>
                      <a:pt x="780" y="60"/>
                    </a:lnTo>
                    <a:lnTo>
                      <a:pt x="744" y="42"/>
                    </a:lnTo>
                    <a:lnTo>
                      <a:pt x="720" y="42"/>
                    </a:lnTo>
                    <a:lnTo>
                      <a:pt x="708" y="48"/>
                    </a:lnTo>
                    <a:lnTo>
                      <a:pt x="702" y="54"/>
                    </a:lnTo>
                    <a:lnTo>
                      <a:pt x="696" y="54"/>
                    </a:lnTo>
                    <a:lnTo>
                      <a:pt x="690" y="48"/>
                    </a:lnTo>
                    <a:lnTo>
                      <a:pt x="678" y="48"/>
                    </a:lnTo>
                    <a:lnTo>
                      <a:pt x="666" y="42"/>
                    </a:lnTo>
                    <a:lnTo>
                      <a:pt x="654" y="42"/>
                    </a:lnTo>
                    <a:lnTo>
                      <a:pt x="642" y="48"/>
                    </a:lnTo>
                    <a:lnTo>
                      <a:pt x="636" y="54"/>
                    </a:lnTo>
                    <a:lnTo>
                      <a:pt x="624" y="54"/>
                    </a:lnTo>
                    <a:lnTo>
                      <a:pt x="588" y="36"/>
                    </a:lnTo>
                    <a:lnTo>
                      <a:pt x="570" y="18"/>
                    </a:lnTo>
                    <a:lnTo>
                      <a:pt x="564" y="6"/>
                    </a:lnTo>
                    <a:lnTo>
                      <a:pt x="558" y="6"/>
                    </a:lnTo>
                    <a:lnTo>
                      <a:pt x="552" y="0"/>
                    </a:lnTo>
                    <a:lnTo>
                      <a:pt x="528" y="0"/>
                    </a:lnTo>
                    <a:lnTo>
                      <a:pt x="528" y="6"/>
                    </a:lnTo>
                    <a:lnTo>
                      <a:pt x="522" y="12"/>
                    </a:lnTo>
                    <a:lnTo>
                      <a:pt x="522" y="30"/>
                    </a:lnTo>
                    <a:lnTo>
                      <a:pt x="516" y="48"/>
                    </a:lnTo>
                    <a:lnTo>
                      <a:pt x="498" y="84"/>
                    </a:lnTo>
                    <a:lnTo>
                      <a:pt x="492" y="102"/>
                    </a:lnTo>
                    <a:lnTo>
                      <a:pt x="468" y="138"/>
                    </a:lnTo>
                    <a:lnTo>
                      <a:pt x="462" y="150"/>
                    </a:lnTo>
                    <a:lnTo>
                      <a:pt x="450" y="162"/>
                    </a:lnTo>
                    <a:lnTo>
                      <a:pt x="438" y="168"/>
                    </a:lnTo>
                    <a:lnTo>
                      <a:pt x="420" y="168"/>
                    </a:lnTo>
                    <a:lnTo>
                      <a:pt x="408" y="174"/>
                    </a:lnTo>
                    <a:lnTo>
                      <a:pt x="402" y="174"/>
                    </a:lnTo>
                    <a:lnTo>
                      <a:pt x="396" y="180"/>
                    </a:lnTo>
                    <a:lnTo>
                      <a:pt x="384" y="186"/>
                    </a:lnTo>
                    <a:lnTo>
                      <a:pt x="378" y="198"/>
                    </a:lnTo>
                    <a:lnTo>
                      <a:pt x="360" y="192"/>
                    </a:lnTo>
                    <a:lnTo>
                      <a:pt x="330" y="204"/>
                    </a:lnTo>
                    <a:lnTo>
                      <a:pt x="330" y="210"/>
                    </a:lnTo>
                    <a:lnTo>
                      <a:pt x="324" y="216"/>
                    </a:lnTo>
                    <a:lnTo>
                      <a:pt x="324" y="228"/>
                    </a:lnTo>
                    <a:lnTo>
                      <a:pt x="318" y="240"/>
                    </a:lnTo>
                    <a:lnTo>
                      <a:pt x="312" y="240"/>
                    </a:lnTo>
                    <a:lnTo>
                      <a:pt x="288" y="264"/>
                    </a:lnTo>
                    <a:lnTo>
                      <a:pt x="288" y="288"/>
                    </a:lnTo>
                    <a:lnTo>
                      <a:pt x="276" y="312"/>
                    </a:lnTo>
                    <a:lnTo>
                      <a:pt x="264" y="324"/>
                    </a:lnTo>
                    <a:lnTo>
                      <a:pt x="258" y="336"/>
                    </a:lnTo>
                    <a:lnTo>
                      <a:pt x="246" y="354"/>
                    </a:lnTo>
                    <a:lnTo>
                      <a:pt x="246" y="402"/>
                    </a:lnTo>
                    <a:lnTo>
                      <a:pt x="240" y="408"/>
                    </a:lnTo>
                    <a:lnTo>
                      <a:pt x="234" y="408"/>
                    </a:lnTo>
                    <a:lnTo>
                      <a:pt x="234" y="414"/>
                    </a:lnTo>
                    <a:lnTo>
                      <a:pt x="240" y="420"/>
                    </a:lnTo>
                    <a:lnTo>
                      <a:pt x="252" y="420"/>
                    </a:lnTo>
                    <a:lnTo>
                      <a:pt x="252" y="474"/>
                    </a:lnTo>
                    <a:lnTo>
                      <a:pt x="240" y="474"/>
                    </a:lnTo>
                    <a:lnTo>
                      <a:pt x="228" y="480"/>
                    </a:lnTo>
                    <a:lnTo>
                      <a:pt x="192" y="540"/>
                    </a:lnTo>
                    <a:lnTo>
                      <a:pt x="180" y="552"/>
                    </a:lnTo>
                    <a:lnTo>
                      <a:pt x="168" y="552"/>
                    </a:lnTo>
                    <a:lnTo>
                      <a:pt x="162" y="558"/>
                    </a:lnTo>
                    <a:lnTo>
                      <a:pt x="150" y="564"/>
                    </a:lnTo>
                    <a:lnTo>
                      <a:pt x="144" y="576"/>
                    </a:lnTo>
                    <a:lnTo>
                      <a:pt x="132" y="588"/>
                    </a:lnTo>
                    <a:lnTo>
                      <a:pt x="126" y="600"/>
                    </a:lnTo>
                    <a:lnTo>
                      <a:pt x="120" y="606"/>
                    </a:lnTo>
                    <a:lnTo>
                      <a:pt x="84" y="624"/>
                    </a:lnTo>
                    <a:lnTo>
                      <a:pt x="66" y="624"/>
                    </a:lnTo>
                    <a:lnTo>
                      <a:pt x="54" y="630"/>
                    </a:lnTo>
                    <a:lnTo>
                      <a:pt x="48" y="630"/>
                    </a:lnTo>
                    <a:lnTo>
                      <a:pt x="42" y="636"/>
                    </a:lnTo>
                    <a:lnTo>
                      <a:pt x="12" y="636"/>
                    </a:lnTo>
                    <a:lnTo>
                      <a:pt x="6" y="642"/>
                    </a:lnTo>
                    <a:lnTo>
                      <a:pt x="6" y="654"/>
                    </a:lnTo>
                    <a:lnTo>
                      <a:pt x="0" y="660"/>
                    </a:lnTo>
                    <a:lnTo>
                      <a:pt x="312" y="660"/>
                    </a:lnTo>
                    <a:lnTo>
                      <a:pt x="312" y="600"/>
                    </a:lnTo>
                    <a:lnTo>
                      <a:pt x="318" y="570"/>
                    </a:lnTo>
                    <a:lnTo>
                      <a:pt x="330" y="564"/>
                    </a:lnTo>
                    <a:lnTo>
                      <a:pt x="336" y="558"/>
                    </a:lnTo>
                    <a:lnTo>
                      <a:pt x="348" y="552"/>
                    </a:lnTo>
                    <a:lnTo>
                      <a:pt x="378" y="522"/>
                    </a:lnTo>
                    <a:lnTo>
                      <a:pt x="378" y="516"/>
                    </a:lnTo>
                    <a:lnTo>
                      <a:pt x="396" y="516"/>
                    </a:lnTo>
                    <a:lnTo>
                      <a:pt x="426" y="498"/>
                    </a:lnTo>
                    <a:lnTo>
                      <a:pt x="438" y="504"/>
                    </a:lnTo>
                    <a:lnTo>
                      <a:pt x="444" y="510"/>
                    </a:lnTo>
                    <a:lnTo>
                      <a:pt x="456" y="510"/>
                    </a:lnTo>
                    <a:lnTo>
                      <a:pt x="462" y="498"/>
                    </a:lnTo>
                    <a:lnTo>
                      <a:pt x="462" y="492"/>
                    </a:lnTo>
                    <a:lnTo>
                      <a:pt x="486" y="486"/>
                    </a:lnTo>
                    <a:lnTo>
                      <a:pt x="492" y="474"/>
                    </a:lnTo>
                    <a:lnTo>
                      <a:pt x="504" y="474"/>
                    </a:lnTo>
                    <a:lnTo>
                      <a:pt x="516" y="480"/>
                    </a:lnTo>
                    <a:lnTo>
                      <a:pt x="540" y="480"/>
                    </a:lnTo>
                    <a:lnTo>
                      <a:pt x="552" y="468"/>
                    </a:lnTo>
                    <a:lnTo>
                      <a:pt x="564" y="444"/>
                    </a:lnTo>
                    <a:lnTo>
                      <a:pt x="570" y="438"/>
                    </a:lnTo>
                    <a:lnTo>
                      <a:pt x="576" y="426"/>
                    </a:lnTo>
                    <a:lnTo>
                      <a:pt x="618" y="426"/>
                    </a:lnTo>
                    <a:lnTo>
                      <a:pt x="624" y="420"/>
                    </a:lnTo>
                    <a:lnTo>
                      <a:pt x="636" y="414"/>
                    </a:lnTo>
                    <a:lnTo>
                      <a:pt x="648" y="402"/>
                    </a:lnTo>
                    <a:lnTo>
                      <a:pt x="648" y="396"/>
                    </a:lnTo>
                    <a:lnTo>
                      <a:pt x="672" y="384"/>
                    </a:lnTo>
                    <a:lnTo>
                      <a:pt x="660" y="366"/>
                    </a:lnTo>
                    <a:lnTo>
                      <a:pt x="654" y="354"/>
                    </a:lnTo>
                    <a:lnTo>
                      <a:pt x="648" y="348"/>
                    </a:lnTo>
                    <a:lnTo>
                      <a:pt x="648" y="336"/>
                    </a:lnTo>
                    <a:lnTo>
                      <a:pt x="654" y="330"/>
                    </a:lnTo>
                    <a:lnTo>
                      <a:pt x="678" y="330"/>
                    </a:lnTo>
                    <a:lnTo>
                      <a:pt x="690" y="324"/>
                    </a:lnTo>
                    <a:lnTo>
                      <a:pt x="714" y="324"/>
                    </a:lnTo>
                    <a:lnTo>
                      <a:pt x="714" y="312"/>
                    </a:lnTo>
                    <a:lnTo>
                      <a:pt x="720" y="306"/>
                    </a:lnTo>
                    <a:lnTo>
                      <a:pt x="720" y="300"/>
                    </a:lnTo>
                    <a:lnTo>
                      <a:pt x="732" y="300"/>
                    </a:lnTo>
                    <a:lnTo>
                      <a:pt x="738" y="306"/>
                    </a:lnTo>
                    <a:lnTo>
                      <a:pt x="744" y="300"/>
                    </a:lnTo>
                    <a:lnTo>
                      <a:pt x="744" y="294"/>
                    </a:lnTo>
                    <a:lnTo>
                      <a:pt x="762" y="294"/>
                    </a:lnTo>
                    <a:lnTo>
                      <a:pt x="774" y="300"/>
                    </a:lnTo>
                    <a:lnTo>
                      <a:pt x="828" y="294"/>
                    </a:lnTo>
                    <a:lnTo>
                      <a:pt x="828" y="282"/>
                    </a:lnTo>
                    <a:lnTo>
                      <a:pt x="846" y="264"/>
                    </a:lnTo>
                    <a:lnTo>
                      <a:pt x="822" y="2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1" name="Mauritania" descr="© INSCALE GmbH, 05.05.2010&#10;http://www.presentationload.com/">
                <a:extLst>
                  <a:ext uri="{FF2B5EF4-FFF2-40B4-BE49-F238E27FC236}">
                    <a16:creationId xmlns:a16="http://schemas.microsoft.com/office/drawing/2014/main" id="{292CFDC1-D989-004A-BB16-C6ECA7B08798}"/>
                  </a:ext>
                </a:extLst>
              </p:cNvPr>
              <p:cNvSpPr>
                <a:spLocks/>
              </p:cNvSpPr>
              <p:nvPr/>
            </p:nvSpPr>
            <p:spPr bwMode="gray">
              <a:xfrm>
                <a:off x="5231445" y="3219623"/>
                <a:ext cx="359959" cy="422416"/>
              </a:xfrm>
              <a:custGeom>
                <a:avLst/>
                <a:gdLst>
                  <a:gd name="T0" fmla="*/ 2147483647 w 858"/>
                  <a:gd name="T1" fmla="*/ 2147483647 h 1002"/>
                  <a:gd name="T2" fmla="*/ 2147483647 w 858"/>
                  <a:gd name="T3" fmla="*/ 2147483647 h 1002"/>
                  <a:gd name="T4" fmla="*/ 2147483647 w 858"/>
                  <a:gd name="T5" fmla="*/ 2147483647 h 1002"/>
                  <a:gd name="T6" fmla="*/ 2147483647 w 858"/>
                  <a:gd name="T7" fmla="*/ 2147483647 h 1002"/>
                  <a:gd name="T8" fmla="*/ 2147483647 w 858"/>
                  <a:gd name="T9" fmla="*/ 2147483647 h 1002"/>
                  <a:gd name="T10" fmla="*/ 2147483647 w 858"/>
                  <a:gd name="T11" fmla="*/ 2147483647 h 1002"/>
                  <a:gd name="T12" fmla="*/ 2147483647 w 858"/>
                  <a:gd name="T13" fmla="*/ 2147483647 h 1002"/>
                  <a:gd name="T14" fmla="*/ 2147483647 w 858"/>
                  <a:gd name="T15" fmla="*/ 2147483647 h 1002"/>
                  <a:gd name="T16" fmla="*/ 2147483647 w 858"/>
                  <a:gd name="T17" fmla="*/ 2147483647 h 1002"/>
                  <a:gd name="T18" fmla="*/ 2147483647 w 858"/>
                  <a:gd name="T19" fmla="*/ 2147483647 h 1002"/>
                  <a:gd name="T20" fmla="*/ 2147483647 w 858"/>
                  <a:gd name="T21" fmla="*/ 2147483647 h 1002"/>
                  <a:gd name="T22" fmla="*/ 2147483647 w 858"/>
                  <a:gd name="T23" fmla="*/ 2147483647 h 1002"/>
                  <a:gd name="T24" fmla="*/ 2147483647 w 858"/>
                  <a:gd name="T25" fmla="*/ 2147483647 h 1002"/>
                  <a:gd name="T26" fmla="*/ 2147483647 w 858"/>
                  <a:gd name="T27" fmla="*/ 2147483647 h 1002"/>
                  <a:gd name="T28" fmla="*/ 2147483647 w 858"/>
                  <a:gd name="T29" fmla="*/ 2147483647 h 1002"/>
                  <a:gd name="T30" fmla="*/ 2147483647 w 858"/>
                  <a:gd name="T31" fmla="*/ 2147483647 h 1002"/>
                  <a:gd name="T32" fmla="*/ 2147483647 w 858"/>
                  <a:gd name="T33" fmla="*/ 2147483647 h 1002"/>
                  <a:gd name="T34" fmla="*/ 2147483647 w 858"/>
                  <a:gd name="T35" fmla="*/ 2147483647 h 1002"/>
                  <a:gd name="T36" fmla="*/ 2147483647 w 858"/>
                  <a:gd name="T37" fmla="*/ 2147483647 h 1002"/>
                  <a:gd name="T38" fmla="*/ 2147483647 w 858"/>
                  <a:gd name="T39" fmla="*/ 2147483647 h 1002"/>
                  <a:gd name="T40" fmla="*/ 2147483647 w 858"/>
                  <a:gd name="T41" fmla="*/ 2147483647 h 1002"/>
                  <a:gd name="T42" fmla="*/ 2147483647 w 858"/>
                  <a:gd name="T43" fmla="*/ 2147483647 h 1002"/>
                  <a:gd name="T44" fmla="*/ 2147483647 w 858"/>
                  <a:gd name="T45" fmla="*/ 2147483647 h 1002"/>
                  <a:gd name="T46" fmla="*/ 2147483647 w 858"/>
                  <a:gd name="T47" fmla="*/ 2147483647 h 1002"/>
                  <a:gd name="T48" fmla="*/ 2147483647 w 858"/>
                  <a:gd name="T49" fmla="*/ 2147483647 h 1002"/>
                  <a:gd name="T50" fmla="*/ 2147483647 w 858"/>
                  <a:gd name="T51" fmla="*/ 2147483647 h 1002"/>
                  <a:gd name="T52" fmla="*/ 2147483647 w 858"/>
                  <a:gd name="T53" fmla="*/ 2147483647 h 1002"/>
                  <a:gd name="T54" fmla="*/ 2147483647 w 858"/>
                  <a:gd name="T55" fmla="*/ 2147483647 h 1002"/>
                  <a:gd name="T56" fmla="*/ 2147483647 w 858"/>
                  <a:gd name="T57" fmla="*/ 2147483647 h 1002"/>
                  <a:gd name="T58" fmla="*/ 2147483647 w 858"/>
                  <a:gd name="T59" fmla="*/ 2147483647 h 1002"/>
                  <a:gd name="T60" fmla="*/ 2147483647 w 858"/>
                  <a:gd name="T61" fmla="*/ 2147483647 h 1002"/>
                  <a:gd name="T62" fmla="*/ 2147483647 w 858"/>
                  <a:gd name="T63" fmla="*/ 2147483647 h 1002"/>
                  <a:gd name="T64" fmla="*/ 2147483647 w 858"/>
                  <a:gd name="T65" fmla="*/ 2147483647 h 1002"/>
                  <a:gd name="T66" fmla="*/ 2147483647 w 858"/>
                  <a:gd name="T67" fmla="*/ 2147483647 h 1002"/>
                  <a:gd name="T68" fmla="*/ 2147483647 w 858"/>
                  <a:gd name="T69" fmla="*/ 2147483647 h 1002"/>
                  <a:gd name="T70" fmla="*/ 2147483647 w 858"/>
                  <a:gd name="T71" fmla="*/ 2147483647 h 1002"/>
                  <a:gd name="T72" fmla="*/ 2147483647 w 858"/>
                  <a:gd name="T73" fmla="*/ 2147483647 h 1002"/>
                  <a:gd name="T74" fmla="*/ 2147483647 w 858"/>
                  <a:gd name="T75" fmla="*/ 2147483647 h 1002"/>
                  <a:gd name="T76" fmla="*/ 2147483647 w 858"/>
                  <a:gd name="T77" fmla="*/ 2147483647 h 1002"/>
                  <a:gd name="T78" fmla="*/ 2147483647 w 858"/>
                  <a:gd name="T79" fmla="*/ 2147483647 h 1002"/>
                  <a:gd name="T80" fmla="*/ 2147483647 w 858"/>
                  <a:gd name="T81" fmla="*/ 2147483647 h 1002"/>
                  <a:gd name="T82" fmla="*/ 2147483647 w 858"/>
                  <a:gd name="T83" fmla="*/ 2147483647 h 1002"/>
                  <a:gd name="T84" fmla="*/ 2147483647 w 858"/>
                  <a:gd name="T85" fmla="*/ 2147483647 h 1002"/>
                  <a:gd name="T86" fmla="*/ 2147483647 w 858"/>
                  <a:gd name="T87" fmla="*/ 2147483647 h 1002"/>
                  <a:gd name="T88" fmla="*/ 2147483647 w 858"/>
                  <a:gd name="T89" fmla="*/ 2147483647 h 1002"/>
                  <a:gd name="T90" fmla="*/ 2147483647 w 858"/>
                  <a:gd name="T91" fmla="*/ 2147483647 h 1002"/>
                  <a:gd name="T92" fmla="*/ 2147483647 w 858"/>
                  <a:gd name="T93" fmla="*/ 2147483647 h 1002"/>
                  <a:gd name="T94" fmla="*/ 2147483647 w 858"/>
                  <a:gd name="T95" fmla="*/ 2147483647 h 1002"/>
                  <a:gd name="T96" fmla="*/ 2147483647 w 858"/>
                  <a:gd name="T97" fmla="*/ 2147483647 h 1002"/>
                  <a:gd name="T98" fmla="*/ 0 w 858"/>
                  <a:gd name="T99" fmla="*/ 2147483647 h 100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8"/>
                  <a:gd name="T151" fmla="*/ 0 h 1002"/>
                  <a:gd name="T152" fmla="*/ 858 w 858"/>
                  <a:gd name="T153" fmla="*/ 1002 h 100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8" h="1002">
                    <a:moveTo>
                      <a:pt x="0" y="498"/>
                    </a:moveTo>
                    <a:lnTo>
                      <a:pt x="18" y="498"/>
                    </a:lnTo>
                    <a:lnTo>
                      <a:pt x="18" y="528"/>
                    </a:lnTo>
                    <a:lnTo>
                      <a:pt x="24" y="534"/>
                    </a:lnTo>
                    <a:lnTo>
                      <a:pt x="30" y="534"/>
                    </a:lnTo>
                    <a:lnTo>
                      <a:pt x="30" y="528"/>
                    </a:lnTo>
                    <a:lnTo>
                      <a:pt x="36" y="522"/>
                    </a:lnTo>
                    <a:lnTo>
                      <a:pt x="48" y="558"/>
                    </a:lnTo>
                    <a:lnTo>
                      <a:pt x="42" y="600"/>
                    </a:lnTo>
                    <a:lnTo>
                      <a:pt x="30" y="600"/>
                    </a:lnTo>
                    <a:lnTo>
                      <a:pt x="36" y="624"/>
                    </a:lnTo>
                    <a:lnTo>
                      <a:pt x="24" y="630"/>
                    </a:lnTo>
                    <a:lnTo>
                      <a:pt x="30" y="642"/>
                    </a:lnTo>
                    <a:lnTo>
                      <a:pt x="36" y="648"/>
                    </a:lnTo>
                    <a:lnTo>
                      <a:pt x="48" y="666"/>
                    </a:lnTo>
                    <a:lnTo>
                      <a:pt x="60" y="690"/>
                    </a:lnTo>
                    <a:lnTo>
                      <a:pt x="60" y="720"/>
                    </a:lnTo>
                    <a:lnTo>
                      <a:pt x="54" y="738"/>
                    </a:lnTo>
                    <a:lnTo>
                      <a:pt x="54" y="750"/>
                    </a:lnTo>
                    <a:lnTo>
                      <a:pt x="48" y="756"/>
                    </a:lnTo>
                    <a:lnTo>
                      <a:pt x="48" y="804"/>
                    </a:lnTo>
                    <a:lnTo>
                      <a:pt x="42" y="816"/>
                    </a:lnTo>
                    <a:lnTo>
                      <a:pt x="30" y="822"/>
                    </a:lnTo>
                    <a:lnTo>
                      <a:pt x="24" y="840"/>
                    </a:lnTo>
                    <a:lnTo>
                      <a:pt x="18" y="852"/>
                    </a:lnTo>
                    <a:lnTo>
                      <a:pt x="18" y="864"/>
                    </a:lnTo>
                    <a:lnTo>
                      <a:pt x="12" y="876"/>
                    </a:lnTo>
                    <a:lnTo>
                      <a:pt x="12" y="906"/>
                    </a:lnTo>
                    <a:lnTo>
                      <a:pt x="18" y="900"/>
                    </a:lnTo>
                    <a:lnTo>
                      <a:pt x="36" y="864"/>
                    </a:lnTo>
                    <a:lnTo>
                      <a:pt x="42" y="858"/>
                    </a:lnTo>
                    <a:lnTo>
                      <a:pt x="54" y="852"/>
                    </a:lnTo>
                    <a:lnTo>
                      <a:pt x="60" y="852"/>
                    </a:lnTo>
                    <a:lnTo>
                      <a:pt x="66" y="858"/>
                    </a:lnTo>
                    <a:lnTo>
                      <a:pt x="72" y="858"/>
                    </a:lnTo>
                    <a:lnTo>
                      <a:pt x="84" y="852"/>
                    </a:lnTo>
                    <a:lnTo>
                      <a:pt x="114" y="858"/>
                    </a:lnTo>
                    <a:lnTo>
                      <a:pt x="114" y="840"/>
                    </a:lnTo>
                    <a:lnTo>
                      <a:pt x="138" y="852"/>
                    </a:lnTo>
                    <a:lnTo>
                      <a:pt x="162" y="852"/>
                    </a:lnTo>
                    <a:lnTo>
                      <a:pt x="174" y="858"/>
                    </a:lnTo>
                    <a:lnTo>
                      <a:pt x="180" y="858"/>
                    </a:lnTo>
                    <a:lnTo>
                      <a:pt x="186" y="870"/>
                    </a:lnTo>
                    <a:lnTo>
                      <a:pt x="198" y="882"/>
                    </a:lnTo>
                    <a:lnTo>
                      <a:pt x="204" y="894"/>
                    </a:lnTo>
                    <a:lnTo>
                      <a:pt x="216" y="888"/>
                    </a:lnTo>
                    <a:lnTo>
                      <a:pt x="234" y="888"/>
                    </a:lnTo>
                    <a:lnTo>
                      <a:pt x="240" y="894"/>
                    </a:lnTo>
                    <a:lnTo>
                      <a:pt x="240" y="900"/>
                    </a:lnTo>
                    <a:lnTo>
                      <a:pt x="246" y="912"/>
                    </a:lnTo>
                    <a:lnTo>
                      <a:pt x="246" y="942"/>
                    </a:lnTo>
                    <a:lnTo>
                      <a:pt x="264" y="942"/>
                    </a:lnTo>
                    <a:lnTo>
                      <a:pt x="270" y="948"/>
                    </a:lnTo>
                    <a:lnTo>
                      <a:pt x="270" y="972"/>
                    </a:lnTo>
                    <a:lnTo>
                      <a:pt x="300" y="978"/>
                    </a:lnTo>
                    <a:lnTo>
                      <a:pt x="312" y="1002"/>
                    </a:lnTo>
                    <a:lnTo>
                      <a:pt x="330" y="1002"/>
                    </a:lnTo>
                    <a:lnTo>
                      <a:pt x="342" y="996"/>
                    </a:lnTo>
                    <a:lnTo>
                      <a:pt x="348" y="996"/>
                    </a:lnTo>
                    <a:lnTo>
                      <a:pt x="348" y="948"/>
                    </a:lnTo>
                    <a:lnTo>
                      <a:pt x="360" y="936"/>
                    </a:lnTo>
                    <a:lnTo>
                      <a:pt x="378" y="936"/>
                    </a:lnTo>
                    <a:lnTo>
                      <a:pt x="402" y="960"/>
                    </a:lnTo>
                    <a:lnTo>
                      <a:pt x="408" y="972"/>
                    </a:lnTo>
                    <a:lnTo>
                      <a:pt x="420" y="948"/>
                    </a:lnTo>
                    <a:lnTo>
                      <a:pt x="456" y="948"/>
                    </a:lnTo>
                    <a:lnTo>
                      <a:pt x="462" y="954"/>
                    </a:lnTo>
                    <a:lnTo>
                      <a:pt x="492" y="954"/>
                    </a:lnTo>
                    <a:lnTo>
                      <a:pt x="504" y="948"/>
                    </a:lnTo>
                    <a:lnTo>
                      <a:pt x="510" y="948"/>
                    </a:lnTo>
                    <a:lnTo>
                      <a:pt x="510" y="936"/>
                    </a:lnTo>
                    <a:lnTo>
                      <a:pt x="516" y="930"/>
                    </a:lnTo>
                    <a:lnTo>
                      <a:pt x="522" y="930"/>
                    </a:lnTo>
                    <a:lnTo>
                      <a:pt x="522" y="942"/>
                    </a:lnTo>
                    <a:lnTo>
                      <a:pt x="786" y="942"/>
                    </a:lnTo>
                    <a:lnTo>
                      <a:pt x="798" y="900"/>
                    </a:lnTo>
                    <a:lnTo>
                      <a:pt x="804" y="894"/>
                    </a:lnTo>
                    <a:lnTo>
                      <a:pt x="804" y="882"/>
                    </a:lnTo>
                    <a:lnTo>
                      <a:pt x="786" y="864"/>
                    </a:lnTo>
                    <a:lnTo>
                      <a:pt x="780" y="864"/>
                    </a:lnTo>
                    <a:lnTo>
                      <a:pt x="738" y="174"/>
                    </a:lnTo>
                    <a:lnTo>
                      <a:pt x="858" y="180"/>
                    </a:lnTo>
                    <a:lnTo>
                      <a:pt x="600" y="0"/>
                    </a:lnTo>
                    <a:lnTo>
                      <a:pt x="594" y="48"/>
                    </a:lnTo>
                    <a:lnTo>
                      <a:pt x="588" y="54"/>
                    </a:lnTo>
                    <a:lnTo>
                      <a:pt x="588" y="90"/>
                    </a:lnTo>
                    <a:lnTo>
                      <a:pt x="366" y="96"/>
                    </a:lnTo>
                    <a:lnTo>
                      <a:pt x="366" y="108"/>
                    </a:lnTo>
                    <a:lnTo>
                      <a:pt x="354" y="114"/>
                    </a:lnTo>
                    <a:lnTo>
                      <a:pt x="354" y="306"/>
                    </a:lnTo>
                    <a:lnTo>
                      <a:pt x="348" y="312"/>
                    </a:lnTo>
                    <a:lnTo>
                      <a:pt x="336" y="318"/>
                    </a:lnTo>
                    <a:lnTo>
                      <a:pt x="306" y="318"/>
                    </a:lnTo>
                    <a:lnTo>
                      <a:pt x="282" y="330"/>
                    </a:lnTo>
                    <a:lnTo>
                      <a:pt x="276" y="342"/>
                    </a:lnTo>
                    <a:lnTo>
                      <a:pt x="276" y="360"/>
                    </a:lnTo>
                    <a:lnTo>
                      <a:pt x="282" y="372"/>
                    </a:lnTo>
                    <a:lnTo>
                      <a:pt x="276" y="474"/>
                    </a:lnTo>
                    <a:lnTo>
                      <a:pt x="0" y="474"/>
                    </a:lnTo>
                    <a:lnTo>
                      <a:pt x="0" y="49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2" name="Mali" descr="© INSCALE GmbH, 05.05.2010&#10;http://www.presentationload.com/">
                <a:extLst>
                  <a:ext uri="{FF2B5EF4-FFF2-40B4-BE49-F238E27FC236}">
                    <a16:creationId xmlns:a16="http://schemas.microsoft.com/office/drawing/2014/main" id="{4A57A652-494C-194A-87A9-1C2D20CF86BE}"/>
                  </a:ext>
                </a:extLst>
              </p:cNvPr>
              <p:cNvSpPr>
                <a:spLocks/>
              </p:cNvSpPr>
              <p:nvPr/>
            </p:nvSpPr>
            <p:spPr bwMode="gray">
              <a:xfrm>
                <a:off x="5362937" y="3293586"/>
                <a:ext cx="488161" cy="504598"/>
              </a:xfrm>
              <a:custGeom>
                <a:avLst/>
                <a:gdLst>
                  <a:gd name="T0" fmla="*/ 2147483647 w 1164"/>
                  <a:gd name="T1" fmla="*/ 2147483647 h 1200"/>
                  <a:gd name="T2" fmla="*/ 2147483647 w 1164"/>
                  <a:gd name="T3" fmla="*/ 2147483647 h 1200"/>
                  <a:gd name="T4" fmla="*/ 2147483647 w 1164"/>
                  <a:gd name="T5" fmla="*/ 2147483647 h 1200"/>
                  <a:gd name="T6" fmla="*/ 2147483647 w 1164"/>
                  <a:gd name="T7" fmla="*/ 2147483647 h 1200"/>
                  <a:gd name="T8" fmla="*/ 2147483647 w 1164"/>
                  <a:gd name="T9" fmla="*/ 2147483647 h 1200"/>
                  <a:gd name="T10" fmla="*/ 2147483647 w 1164"/>
                  <a:gd name="T11" fmla="*/ 2147483647 h 1200"/>
                  <a:gd name="T12" fmla="*/ 2147483647 w 1164"/>
                  <a:gd name="T13" fmla="*/ 2147483647 h 1200"/>
                  <a:gd name="T14" fmla="*/ 2147483647 w 1164"/>
                  <a:gd name="T15" fmla="*/ 2147483647 h 1200"/>
                  <a:gd name="T16" fmla="*/ 2147483647 w 1164"/>
                  <a:gd name="T17" fmla="*/ 2147483647 h 1200"/>
                  <a:gd name="T18" fmla="*/ 2147483647 w 1164"/>
                  <a:gd name="T19" fmla="*/ 2147483647 h 1200"/>
                  <a:gd name="T20" fmla="*/ 2147483647 w 1164"/>
                  <a:gd name="T21" fmla="*/ 2147483647 h 1200"/>
                  <a:gd name="T22" fmla="*/ 2147483647 w 1164"/>
                  <a:gd name="T23" fmla="*/ 2147483647 h 1200"/>
                  <a:gd name="T24" fmla="*/ 2147483647 w 1164"/>
                  <a:gd name="T25" fmla="*/ 2147483647 h 1200"/>
                  <a:gd name="T26" fmla="*/ 2147483647 w 1164"/>
                  <a:gd name="T27" fmla="*/ 2147483647 h 1200"/>
                  <a:gd name="T28" fmla="*/ 2147483647 w 1164"/>
                  <a:gd name="T29" fmla="*/ 2147483647 h 1200"/>
                  <a:gd name="T30" fmla="*/ 2147483647 w 1164"/>
                  <a:gd name="T31" fmla="*/ 2147483647 h 1200"/>
                  <a:gd name="T32" fmla="*/ 2147483647 w 1164"/>
                  <a:gd name="T33" fmla="*/ 2147483647 h 1200"/>
                  <a:gd name="T34" fmla="*/ 2147483647 w 1164"/>
                  <a:gd name="T35" fmla="*/ 2147483647 h 1200"/>
                  <a:gd name="T36" fmla="*/ 2147483647 w 1164"/>
                  <a:gd name="T37" fmla="*/ 2147483647 h 1200"/>
                  <a:gd name="T38" fmla="*/ 2147483647 w 1164"/>
                  <a:gd name="T39" fmla="*/ 2147483647 h 1200"/>
                  <a:gd name="T40" fmla="*/ 2147483647 w 1164"/>
                  <a:gd name="T41" fmla="*/ 2147483647 h 1200"/>
                  <a:gd name="T42" fmla="*/ 2147483647 w 1164"/>
                  <a:gd name="T43" fmla="*/ 2147483647 h 1200"/>
                  <a:gd name="T44" fmla="*/ 2147483647 w 1164"/>
                  <a:gd name="T45" fmla="*/ 2147483647 h 1200"/>
                  <a:gd name="T46" fmla="*/ 2147483647 w 1164"/>
                  <a:gd name="T47" fmla="*/ 2147483647 h 1200"/>
                  <a:gd name="T48" fmla="*/ 2147483647 w 1164"/>
                  <a:gd name="T49" fmla="*/ 2147483647 h 1200"/>
                  <a:gd name="T50" fmla="*/ 2147483647 w 1164"/>
                  <a:gd name="T51" fmla="*/ 2147483647 h 1200"/>
                  <a:gd name="T52" fmla="*/ 2147483647 w 1164"/>
                  <a:gd name="T53" fmla="*/ 2147483647 h 1200"/>
                  <a:gd name="T54" fmla="*/ 0 w 1164"/>
                  <a:gd name="T55" fmla="*/ 2147483647 h 1200"/>
                  <a:gd name="T56" fmla="*/ 2147483647 w 1164"/>
                  <a:gd name="T57" fmla="*/ 2147483647 h 1200"/>
                  <a:gd name="T58" fmla="*/ 2147483647 w 1164"/>
                  <a:gd name="T59" fmla="*/ 2147483647 h 1200"/>
                  <a:gd name="T60" fmla="*/ 2147483647 w 1164"/>
                  <a:gd name="T61" fmla="*/ 2147483647 h 1200"/>
                  <a:gd name="T62" fmla="*/ 2147483647 w 1164"/>
                  <a:gd name="T63" fmla="*/ 2147483647 h 1200"/>
                  <a:gd name="T64" fmla="*/ 2147483647 w 1164"/>
                  <a:gd name="T65" fmla="*/ 2147483647 h 1200"/>
                  <a:gd name="T66" fmla="*/ 2147483647 w 1164"/>
                  <a:gd name="T67" fmla="*/ 2147483647 h 1200"/>
                  <a:gd name="T68" fmla="*/ 2147483647 w 1164"/>
                  <a:gd name="T69" fmla="*/ 2147483647 h 1200"/>
                  <a:gd name="T70" fmla="*/ 2147483647 w 1164"/>
                  <a:gd name="T71" fmla="*/ 2147483647 h 1200"/>
                  <a:gd name="T72" fmla="*/ 2147483647 w 1164"/>
                  <a:gd name="T73" fmla="*/ 2147483647 h 1200"/>
                  <a:gd name="T74" fmla="*/ 2147483647 w 1164"/>
                  <a:gd name="T75" fmla="*/ 2147483647 h 1200"/>
                  <a:gd name="T76" fmla="*/ 2147483647 w 1164"/>
                  <a:gd name="T77" fmla="*/ 2147483647 h 1200"/>
                  <a:gd name="T78" fmla="*/ 2147483647 w 1164"/>
                  <a:gd name="T79" fmla="*/ 2147483647 h 1200"/>
                  <a:gd name="T80" fmla="*/ 2147483647 w 1164"/>
                  <a:gd name="T81" fmla="*/ 2147483647 h 1200"/>
                  <a:gd name="T82" fmla="*/ 2147483647 w 1164"/>
                  <a:gd name="T83" fmla="*/ 2147483647 h 1200"/>
                  <a:gd name="T84" fmla="*/ 2147483647 w 1164"/>
                  <a:gd name="T85" fmla="*/ 2147483647 h 1200"/>
                  <a:gd name="T86" fmla="*/ 2147483647 w 1164"/>
                  <a:gd name="T87" fmla="*/ 2147483647 h 1200"/>
                  <a:gd name="T88" fmla="*/ 2147483647 w 1164"/>
                  <a:gd name="T89" fmla="*/ 2147483647 h 1200"/>
                  <a:gd name="T90" fmla="*/ 2147483647 w 1164"/>
                  <a:gd name="T91" fmla="*/ 2147483647 h 1200"/>
                  <a:gd name="T92" fmla="*/ 2147483647 w 1164"/>
                  <a:gd name="T93" fmla="*/ 2147483647 h 1200"/>
                  <a:gd name="T94" fmla="*/ 2147483647 w 1164"/>
                  <a:gd name="T95" fmla="*/ 2147483647 h 1200"/>
                  <a:gd name="T96" fmla="*/ 2147483647 w 1164"/>
                  <a:gd name="T97" fmla="*/ 2147483647 h 1200"/>
                  <a:gd name="T98" fmla="*/ 2147483647 w 1164"/>
                  <a:gd name="T99" fmla="*/ 2147483647 h 1200"/>
                  <a:gd name="T100" fmla="*/ 2147483647 w 1164"/>
                  <a:gd name="T101" fmla="*/ 2147483647 h 1200"/>
                  <a:gd name="T102" fmla="*/ 2147483647 w 1164"/>
                  <a:gd name="T103" fmla="*/ 2147483647 h 1200"/>
                  <a:gd name="T104" fmla="*/ 2147483647 w 1164"/>
                  <a:gd name="T105" fmla="*/ 2147483647 h 1200"/>
                  <a:gd name="T106" fmla="*/ 2147483647 w 1164"/>
                  <a:gd name="T107" fmla="*/ 2147483647 h 1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64"/>
                  <a:gd name="T163" fmla="*/ 0 h 1200"/>
                  <a:gd name="T164" fmla="*/ 1164 w 1164"/>
                  <a:gd name="T165" fmla="*/ 1200 h 12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64" h="1200">
                    <a:moveTo>
                      <a:pt x="612" y="954"/>
                    </a:moveTo>
                    <a:lnTo>
                      <a:pt x="636" y="948"/>
                    </a:lnTo>
                    <a:lnTo>
                      <a:pt x="636" y="912"/>
                    </a:lnTo>
                    <a:lnTo>
                      <a:pt x="654" y="912"/>
                    </a:lnTo>
                    <a:lnTo>
                      <a:pt x="654" y="906"/>
                    </a:lnTo>
                    <a:lnTo>
                      <a:pt x="660" y="900"/>
                    </a:lnTo>
                    <a:lnTo>
                      <a:pt x="666" y="888"/>
                    </a:lnTo>
                    <a:lnTo>
                      <a:pt x="678" y="882"/>
                    </a:lnTo>
                    <a:lnTo>
                      <a:pt x="684" y="870"/>
                    </a:lnTo>
                    <a:lnTo>
                      <a:pt x="690" y="864"/>
                    </a:lnTo>
                    <a:lnTo>
                      <a:pt x="696" y="864"/>
                    </a:lnTo>
                    <a:lnTo>
                      <a:pt x="708" y="876"/>
                    </a:lnTo>
                    <a:lnTo>
                      <a:pt x="720" y="876"/>
                    </a:lnTo>
                    <a:lnTo>
                      <a:pt x="720" y="870"/>
                    </a:lnTo>
                    <a:lnTo>
                      <a:pt x="726" y="864"/>
                    </a:lnTo>
                    <a:lnTo>
                      <a:pt x="726" y="846"/>
                    </a:lnTo>
                    <a:lnTo>
                      <a:pt x="750" y="846"/>
                    </a:lnTo>
                    <a:lnTo>
                      <a:pt x="768" y="822"/>
                    </a:lnTo>
                    <a:lnTo>
                      <a:pt x="792" y="822"/>
                    </a:lnTo>
                    <a:lnTo>
                      <a:pt x="810" y="804"/>
                    </a:lnTo>
                    <a:lnTo>
                      <a:pt x="858" y="804"/>
                    </a:lnTo>
                    <a:lnTo>
                      <a:pt x="882" y="816"/>
                    </a:lnTo>
                    <a:lnTo>
                      <a:pt x="930" y="804"/>
                    </a:lnTo>
                    <a:lnTo>
                      <a:pt x="954" y="786"/>
                    </a:lnTo>
                    <a:lnTo>
                      <a:pt x="1020" y="792"/>
                    </a:lnTo>
                    <a:lnTo>
                      <a:pt x="1020" y="774"/>
                    </a:lnTo>
                    <a:lnTo>
                      <a:pt x="1068" y="780"/>
                    </a:lnTo>
                    <a:lnTo>
                      <a:pt x="1080" y="774"/>
                    </a:lnTo>
                    <a:lnTo>
                      <a:pt x="1104" y="774"/>
                    </a:lnTo>
                    <a:lnTo>
                      <a:pt x="1122" y="768"/>
                    </a:lnTo>
                    <a:lnTo>
                      <a:pt x="1134" y="762"/>
                    </a:lnTo>
                    <a:lnTo>
                      <a:pt x="1140" y="750"/>
                    </a:lnTo>
                    <a:lnTo>
                      <a:pt x="1140" y="732"/>
                    </a:lnTo>
                    <a:lnTo>
                      <a:pt x="1146" y="720"/>
                    </a:lnTo>
                    <a:lnTo>
                      <a:pt x="1146" y="708"/>
                    </a:lnTo>
                    <a:lnTo>
                      <a:pt x="1164" y="684"/>
                    </a:lnTo>
                    <a:lnTo>
                      <a:pt x="1164" y="480"/>
                    </a:lnTo>
                    <a:lnTo>
                      <a:pt x="1140" y="480"/>
                    </a:lnTo>
                    <a:lnTo>
                      <a:pt x="1134" y="486"/>
                    </a:lnTo>
                    <a:lnTo>
                      <a:pt x="1104" y="486"/>
                    </a:lnTo>
                    <a:lnTo>
                      <a:pt x="1092" y="480"/>
                    </a:lnTo>
                    <a:lnTo>
                      <a:pt x="1086" y="474"/>
                    </a:lnTo>
                    <a:lnTo>
                      <a:pt x="1086" y="468"/>
                    </a:lnTo>
                    <a:lnTo>
                      <a:pt x="1104" y="450"/>
                    </a:lnTo>
                    <a:lnTo>
                      <a:pt x="1104" y="432"/>
                    </a:lnTo>
                    <a:lnTo>
                      <a:pt x="1092" y="408"/>
                    </a:lnTo>
                    <a:lnTo>
                      <a:pt x="1080" y="402"/>
                    </a:lnTo>
                    <a:lnTo>
                      <a:pt x="1050" y="402"/>
                    </a:lnTo>
                    <a:lnTo>
                      <a:pt x="1044" y="408"/>
                    </a:lnTo>
                    <a:lnTo>
                      <a:pt x="1038" y="408"/>
                    </a:lnTo>
                    <a:lnTo>
                      <a:pt x="1032" y="378"/>
                    </a:lnTo>
                    <a:lnTo>
                      <a:pt x="996" y="378"/>
                    </a:lnTo>
                    <a:lnTo>
                      <a:pt x="984" y="366"/>
                    </a:lnTo>
                    <a:lnTo>
                      <a:pt x="984" y="348"/>
                    </a:lnTo>
                    <a:lnTo>
                      <a:pt x="978" y="342"/>
                    </a:lnTo>
                    <a:lnTo>
                      <a:pt x="954" y="342"/>
                    </a:lnTo>
                    <a:lnTo>
                      <a:pt x="954" y="318"/>
                    </a:lnTo>
                    <a:lnTo>
                      <a:pt x="546" y="6"/>
                    </a:lnTo>
                    <a:lnTo>
                      <a:pt x="426" y="0"/>
                    </a:lnTo>
                    <a:lnTo>
                      <a:pt x="468" y="690"/>
                    </a:lnTo>
                    <a:lnTo>
                      <a:pt x="474" y="690"/>
                    </a:lnTo>
                    <a:lnTo>
                      <a:pt x="492" y="708"/>
                    </a:lnTo>
                    <a:lnTo>
                      <a:pt x="492" y="720"/>
                    </a:lnTo>
                    <a:lnTo>
                      <a:pt x="486" y="726"/>
                    </a:lnTo>
                    <a:lnTo>
                      <a:pt x="474" y="768"/>
                    </a:lnTo>
                    <a:lnTo>
                      <a:pt x="210" y="768"/>
                    </a:lnTo>
                    <a:lnTo>
                      <a:pt x="210" y="756"/>
                    </a:lnTo>
                    <a:lnTo>
                      <a:pt x="204" y="756"/>
                    </a:lnTo>
                    <a:lnTo>
                      <a:pt x="198" y="762"/>
                    </a:lnTo>
                    <a:lnTo>
                      <a:pt x="198" y="774"/>
                    </a:lnTo>
                    <a:lnTo>
                      <a:pt x="192" y="774"/>
                    </a:lnTo>
                    <a:lnTo>
                      <a:pt x="180" y="780"/>
                    </a:lnTo>
                    <a:lnTo>
                      <a:pt x="150" y="780"/>
                    </a:lnTo>
                    <a:lnTo>
                      <a:pt x="144" y="774"/>
                    </a:lnTo>
                    <a:lnTo>
                      <a:pt x="108" y="774"/>
                    </a:lnTo>
                    <a:lnTo>
                      <a:pt x="96" y="798"/>
                    </a:lnTo>
                    <a:lnTo>
                      <a:pt x="90" y="786"/>
                    </a:lnTo>
                    <a:lnTo>
                      <a:pt x="66" y="762"/>
                    </a:lnTo>
                    <a:lnTo>
                      <a:pt x="48" y="762"/>
                    </a:lnTo>
                    <a:lnTo>
                      <a:pt x="36" y="774"/>
                    </a:lnTo>
                    <a:lnTo>
                      <a:pt x="36" y="822"/>
                    </a:lnTo>
                    <a:lnTo>
                      <a:pt x="30" y="822"/>
                    </a:lnTo>
                    <a:lnTo>
                      <a:pt x="18" y="828"/>
                    </a:lnTo>
                    <a:lnTo>
                      <a:pt x="0" y="828"/>
                    </a:lnTo>
                    <a:lnTo>
                      <a:pt x="0" y="852"/>
                    </a:lnTo>
                    <a:lnTo>
                      <a:pt x="12" y="870"/>
                    </a:lnTo>
                    <a:lnTo>
                      <a:pt x="12" y="876"/>
                    </a:lnTo>
                    <a:lnTo>
                      <a:pt x="24" y="888"/>
                    </a:lnTo>
                    <a:lnTo>
                      <a:pt x="24" y="906"/>
                    </a:lnTo>
                    <a:lnTo>
                      <a:pt x="18" y="912"/>
                    </a:lnTo>
                    <a:lnTo>
                      <a:pt x="18" y="936"/>
                    </a:lnTo>
                    <a:lnTo>
                      <a:pt x="24" y="942"/>
                    </a:lnTo>
                    <a:lnTo>
                      <a:pt x="36" y="942"/>
                    </a:lnTo>
                    <a:lnTo>
                      <a:pt x="36" y="936"/>
                    </a:lnTo>
                    <a:lnTo>
                      <a:pt x="42" y="936"/>
                    </a:lnTo>
                    <a:lnTo>
                      <a:pt x="48" y="942"/>
                    </a:lnTo>
                    <a:lnTo>
                      <a:pt x="54" y="954"/>
                    </a:lnTo>
                    <a:lnTo>
                      <a:pt x="54" y="1032"/>
                    </a:lnTo>
                    <a:lnTo>
                      <a:pt x="60" y="1044"/>
                    </a:lnTo>
                    <a:lnTo>
                      <a:pt x="60" y="1050"/>
                    </a:lnTo>
                    <a:lnTo>
                      <a:pt x="66" y="1056"/>
                    </a:lnTo>
                    <a:lnTo>
                      <a:pt x="72" y="1050"/>
                    </a:lnTo>
                    <a:lnTo>
                      <a:pt x="78" y="1038"/>
                    </a:lnTo>
                    <a:lnTo>
                      <a:pt x="90" y="1026"/>
                    </a:lnTo>
                    <a:lnTo>
                      <a:pt x="102" y="1038"/>
                    </a:lnTo>
                    <a:lnTo>
                      <a:pt x="108" y="1050"/>
                    </a:lnTo>
                    <a:lnTo>
                      <a:pt x="108" y="1062"/>
                    </a:lnTo>
                    <a:lnTo>
                      <a:pt x="114" y="1050"/>
                    </a:lnTo>
                    <a:lnTo>
                      <a:pt x="126" y="1038"/>
                    </a:lnTo>
                    <a:lnTo>
                      <a:pt x="132" y="1026"/>
                    </a:lnTo>
                    <a:lnTo>
                      <a:pt x="138" y="1026"/>
                    </a:lnTo>
                    <a:lnTo>
                      <a:pt x="144" y="1032"/>
                    </a:lnTo>
                    <a:lnTo>
                      <a:pt x="150" y="1032"/>
                    </a:lnTo>
                    <a:lnTo>
                      <a:pt x="162" y="1038"/>
                    </a:lnTo>
                    <a:lnTo>
                      <a:pt x="168" y="1044"/>
                    </a:lnTo>
                    <a:lnTo>
                      <a:pt x="180" y="1050"/>
                    </a:lnTo>
                    <a:lnTo>
                      <a:pt x="198" y="1032"/>
                    </a:lnTo>
                    <a:lnTo>
                      <a:pt x="198" y="1014"/>
                    </a:lnTo>
                    <a:lnTo>
                      <a:pt x="204" y="1008"/>
                    </a:lnTo>
                    <a:lnTo>
                      <a:pt x="216" y="1008"/>
                    </a:lnTo>
                    <a:lnTo>
                      <a:pt x="228" y="1014"/>
                    </a:lnTo>
                    <a:lnTo>
                      <a:pt x="228" y="1032"/>
                    </a:lnTo>
                    <a:lnTo>
                      <a:pt x="246" y="1044"/>
                    </a:lnTo>
                    <a:lnTo>
                      <a:pt x="234" y="1074"/>
                    </a:lnTo>
                    <a:lnTo>
                      <a:pt x="270" y="1092"/>
                    </a:lnTo>
                    <a:lnTo>
                      <a:pt x="246" y="1128"/>
                    </a:lnTo>
                    <a:lnTo>
                      <a:pt x="270" y="1128"/>
                    </a:lnTo>
                    <a:lnTo>
                      <a:pt x="270" y="1164"/>
                    </a:lnTo>
                    <a:lnTo>
                      <a:pt x="300" y="1194"/>
                    </a:lnTo>
                    <a:lnTo>
                      <a:pt x="312" y="1200"/>
                    </a:lnTo>
                    <a:lnTo>
                      <a:pt x="312" y="1182"/>
                    </a:lnTo>
                    <a:lnTo>
                      <a:pt x="318" y="1176"/>
                    </a:lnTo>
                    <a:lnTo>
                      <a:pt x="330" y="1176"/>
                    </a:lnTo>
                    <a:lnTo>
                      <a:pt x="348" y="1182"/>
                    </a:lnTo>
                    <a:lnTo>
                      <a:pt x="366" y="1200"/>
                    </a:lnTo>
                    <a:lnTo>
                      <a:pt x="372" y="1182"/>
                    </a:lnTo>
                    <a:lnTo>
                      <a:pt x="390" y="1182"/>
                    </a:lnTo>
                    <a:lnTo>
                      <a:pt x="396" y="1158"/>
                    </a:lnTo>
                    <a:lnTo>
                      <a:pt x="408" y="1176"/>
                    </a:lnTo>
                    <a:lnTo>
                      <a:pt x="420" y="1152"/>
                    </a:lnTo>
                    <a:lnTo>
                      <a:pt x="420" y="1188"/>
                    </a:lnTo>
                    <a:lnTo>
                      <a:pt x="444" y="1194"/>
                    </a:lnTo>
                    <a:lnTo>
                      <a:pt x="450" y="1188"/>
                    </a:lnTo>
                    <a:lnTo>
                      <a:pt x="456" y="1176"/>
                    </a:lnTo>
                    <a:lnTo>
                      <a:pt x="462" y="1170"/>
                    </a:lnTo>
                    <a:lnTo>
                      <a:pt x="474" y="1170"/>
                    </a:lnTo>
                    <a:lnTo>
                      <a:pt x="468" y="1116"/>
                    </a:lnTo>
                    <a:lnTo>
                      <a:pt x="492" y="1116"/>
                    </a:lnTo>
                    <a:lnTo>
                      <a:pt x="504" y="1092"/>
                    </a:lnTo>
                    <a:lnTo>
                      <a:pt x="480" y="1062"/>
                    </a:lnTo>
                    <a:lnTo>
                      <a:pt x="498" y="1050"/>
                    </a:lnTo>
                    <a:lnTo>
                      <a:pt x="504" y="1050"/>
                    </a:lnTo>
                    <a:lnTo>
                      <a:pt x="510" y="1044"/>
                    </a:lnTo>
                    <a:lnTo>
                      <a:pt x="546" y="1044"/>
                    </a:lnTo>
                    <a:lnTo>
                      <a:pt x="546" y="1032"/>
                    </a:lnTo>
                    <a:lnTo>
                      <a:pt x="540" y="1026"/>
                    </a:lnTo>
                    <a:lnTo>
                      <a:pt x="546" y="1026"/>
                    </a:lnTo>
                    <a:lnTo>
                      <a:pt x="552" y="1020"/>
                    </a:lnTo>
                    <a:lnTo>
                      <a:pt x="552" y="990"/>
                    </a:lnTo>
                    <a:lnTo>
                      <a:pt x="570" y="990"/>
                    </a:lnTo>
                    <a:lnTo>
                      <a:pt x="570" y="960"/>
                    </a:lnTo>
                    <a:lnTo>
                      <a:pt x="564" y="954"/>
                    </a:lnTo>
                    <a:lnTo>
                      <a:pt x="582" y="924"/>
                    </a:lnTo>
                    <a:lnTo>
                      <a:pt x="612" y="9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3" name="Malawi" descr="© INSCALE GmbH, 05.05.2010&#10;http://www.presentationload.com/">
                <a:extLst>
                  <a:ext uri="{FF2B5EF4-FFF2-40B4-BE49-F238E27FC236}">
                    <a16:creationId xmlns:a16="http://schemas.microsoft.com/office/drawing/2014/main" id="{B6E142B0-0E16-FA41-B0DB-509CC1538342}"/>
                  </a:ext>
                </a:extLst>
              </p:cNvPr>
              <p:cNvSpPr>
                <a:spLocks/>
              </p:cNvSpPr>
              <p:nvPr/>
            </p:nvSpPr>
            <p:spPr bwMode="gray">
              <a:xfrm>
                <a:off x="6695929" y="4460568"/>
                <a:ext cx="98618" cy="262983"/>
              </a:xfrm>
              <a:custGeom>
                <a:avLst/>
                <a:gdLst>
                  <a:gd name="T0" fmla="*/ 2147483647 w 234"/>
                  <a:gd name="T1" fmla="*/ 2147483647 h 624"/>
                  <a:gd name="T2" fmla="*/ 2147483647 w 234"/>
                  <a:gd name="T3" fmla="*/ 2147483647 h 624"/>
                  <a:gd name="T4" fmla="*/ 2147483647 w 234"/>
                  <a:gd name="T5" fmla="*/ 2147483647 h 624"/>
                  <a:gd name="T6" fmla="*/ 2147483647 w 234"/>
                  <a:gd name="T7" fmla="*/ 2147483647 h 624"/>
                  <a:gd name="T8" fmla="*/ 2147483647 w 234"/>
                  <a:gd name="T9" fmla="*/ 2147483647 h 624"/>
                  <a:gd name="T10" fmla="*/ 2147483647 w 234"/>
                  <a:gd name="T11" fmla="*/ 2147483647 h 624"/>
                  <a:gd name="T12" fmla="*/ 2147483647 w 234"/>
                  <a:gd name="T13" fmla="*/ 2147483647 h 624"/>
                  <a:gd name="T14" fmla="*/ 2147483647 w 234"/>
                  <a:gd name="T15" fmla="*/ 2147483647 h 624"/>
                  <a:gd name="T16" fmla="*/ 2147483647 w 234"/>
                  <a:gd name="T17" fmla="*/ 2147483647 h 624"/>
                  <a:gd name="T18" fmla="*/ 2147483647 w 234"/>
                  <a:gd name="T19" fmla="*/ 2147483647 h 624"/>
                  <a:gd name="T20" fmla="*/ 2147483647 w 234"/>
                  <a:gd name="T21" fmla="*/ 2147483647 h 624"/>
                  <a:gd name="T22" fmla="*/ 2147483647 w 234"/>
                  <a:gd name="T23" fmla="*/ 2147483647 h 624"/>
                  <a:gd name="T24" fmla="*/ 2147483647 w 234"/>
                  <a:gd name="T25" fmla="*/ 2147483647 h 624"/>
                  <a:gd name="T26" fmla="*/ 2147483647 w 234"/>
                  <a:gd name="T27" fmla="*/ 2147483647 h 624"/>
                  <a:gd name="T28" fmla="*/ 2147483647 w 234"/>
                  <a:gd name="T29" fmla="*/ 2147483647 h 624"/>
                  <a:gd name="T30" fmla="*/ 2147483647 w 234"/>
                  <a:gd name="T31" fmla="*/ 2147483647 h 624"/>
                  <a:gd name="T32" fmla="*/ 2147483647 w 234"/>
                  <a:gd name="T33" fmla="*/ 2147483647 h 624"/>
                  <a:gd name="T34" fmla="*/ 2147483647 w 234"/>
                  <a:gd name="T35" fmla="*/ 2147483647 h 624"/>
                  <a:gd name="T36" fmla="*/ 2147483647 w 234"/>
                  <a:gd name="T37" fmla="*/ 2147483647 h 624"/>
                  <a:gd name="T38" fmla="*/ 2147483647 w 234"/>
                  <a:gd name="T39" fmla="*/ 2147483647 h 624"/>
                  <a:gd name="T40" fmla="*/ 2147483647 w 234"/>
                  <a:gd name="T41" fmla="*/ 2147483647 h 624"/>
                  <a:gd name="T42" fmla="*/ 2147483647 w 234"/>
                  <a:gd name="T43" fmla="*/ 2147483647 h 624"/>
                  <a:gd name="T44" fmla="*/ 2147483647 w 234"/>
                  <a:gd name="T45" fmla="*/ 2147483647 h 624"/>
                  <a:gd name="T46" fmla="*/ 2147483647 w 234"/>
                  <a:gd name="T47" fmla="*/ 0 h 624"/>
                  <a:gd name="T48" fmla="*/ 2147483647 w 234"/>
                  <a:gd name="T49" fmla="*/ 2147483647 h 624"/>
                  <a:gd name="T50" fmla="*/ 2147483647 w 234"/>
                  <a:gd name="T51" fmla="*/ 2147483647 h 624"/>
                  <a:gd name="T52" fmla="*/ 2147483647 w 234"/>
                  <a:gd name="T53" fmla="*/ 2147483647 h 624"/>
                  <a:gd name="T54" fmla="*/ 2147483647 w 234"/>
                  <a:gd name="T55" fmla="*/ 2147483647 h 624"/>
                  <a:gd name="T56" fmla="*/ 2147483647 w 234"/>
                  <a:gd name="T57" fmla="*/ 2147483647 h 624"/>
                  <a:gd name="T58" fmla="*/ 2147483647 w 234"/>
                  <a:gd name="T59" fmla="*/ 2147483647 h 624"/>
                  <a:gd name="T60" fmla="*/ 2147483647 w 234"/>
                  <a:gd name="T61" fmla="*/ 2147483647 h 624"/>
                  <a:gd name="T62" fmla="*/ 2147483647 w 234"/>
                  <a:gd name="T63" fmla="*/ 2147483647 h 624"/>
                  <a:gd name="T64" fmla="*/ 2147483647 w 234"/>
                  <a:gd name="T65" fmla="*/ 2147483647 h 624"/>
                  <a:gd name="T66" fmla="*/ 2147483647 w 234"/>
                  <a:gd name="T67" fmla="*/ 2147483647 h 624"/>
                  <a:gd name="T68" fmla="*/ 2147483647 w 234"/>
                  <a:gd name="T69" fmla="*/ 2147483647 h 624"/>
                  <a:gd name="T70" fmla="*/ 2147483647 w 234"/>
                  <a:gd name="T71" fmla="*/ 2147483647 h 624"/>
                  <a:gd name="T72" fmla="*/ 2147483647 w 234"/>
                  <a:gd name="T73" fmla="*/ 2147483647 h 624"/>
                  <a:gd name="T74" fmla="*/ 0 w 234"/>
                  <a:gd name="T75" fmla="*/ 2147483647 h 624"/>
                  <a:gd name="T76" fmla="*/ 2147483647 w 234"/>
                  <a:gd name="T77" fmla="*/ 2147483647 h 624"/>
                  <a:gd name="T78" fmla="*/ 2147483647 w 234"/>
                  <a:gd name="T79" fmla="*/ 2147483647 h 624"/>
                  <a:gd name="T80" fmla="*/ 2147483647 w 234"/>
                  <a:gd name="T81" fmla="*/ 2147483647 h 624"/>
                  <a:gd name="T82" fmla="*/ 2147483647 w 234"/>
                  <a:gd name="T83" fmla="*/ 2147483647 h 624"/>
                  <a:gd name="T84" fmla="*/ 2147483647 w 234"/>
                  <a:gd name="T85" fmla="*/ 2147483647 h 624"/>
                  <a:gd name="T86" fmla="*/ 2147483647 w 234"/>
                  <a:gd name="T87" fmla="*/ 2147483647 h 624"/>
                  <a:gd name="T88" fmla="*/ 2147483647 w 234"/>
                  <a:gd name="T89" fmla="*/ 2147483647 h 624"/>
                  <a:gd name="T90" fmla="*/ 2147483647 w 234"/>
                  <a:gd name="T91" fmla="*/ 2147483647 h 624"/>
                  <a:gd name="T92" fmla="*/ 2147483647 w 234"/>
                  <a:gd name="T93" fmla="*/ 2147483647 h 624"/>
                  <a:gd name="T94" fmla="*/ 2147483647 w 234"/>
                  <a:gd name="T95" fmla="*/ 2147483647 h 624"/>
                  <a:gd name="T96" fmla="*/ 2147483647 w 234"/>
                  <a:gd name="T97" fmla="*/ 2147483647 h 624"/>
                  <a:gd name="T98" fmla="*/ 2147483647 w 234"/>
                  <a:gd name="T99" fmla="*/ 2147483647 h 624"/>
                  <a:gd name="T100" fmla="*/ 2147483647 w 234"/>
                  <a:gd name="T101" fmla="*/ 2147483647 h 624"/>
                  <a:gd name="T102" fmla="*/ 2147483647 w 234"/>
                  <a:gd name="T103" fmla="*/ 2147483647 h 624"/>
                  <a:gd name="T104" fmla="*/ 2147483647 w 234"/>
                  <a:gd name="T105" fmla="*/ 2147483647 h 624"/>
                  <a:gd name="T106" fmla="*/ 2147483647 w 234"/>
                  <a:gd name="T107" fmla="*/ 2147483647 h 624"/>
                  <a:gd name="T108" fmla="*/ 2147483647 w 234"/>
                  <a:gd name="T109" fmla="*/ 2147483647 h 624"/>
                  <a:gd name="T110" fmla="*/ 2147483647 w 234"/>
                  <a:gd name="T111" fmla="*/ 2147483647 h 624"/>
                  <a:gd name="T112" fmla="*/ 2147483647 w 234"/>
                  <a:gd name="T113" fmla="*/ 2147483647 h 624"/>
                  <a:gd name="T114" fmla="*/ 2147483647 w 234"/>
                  <a:gd name="T115" fmla="*/ 2147483647 h 624"/>
                  <a:gd name="T116" fmla="*/ 2147483647 w 234"/>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34"/>
                  <a:gd name="T178" fmla="*/ 0 h 624"/>
                  <a:gd name="T179" fmla="*/ 234 w 234"/>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34" h="624">
                    <a:moveTo>
                      <a:pt x="234" y="432"/>
                    </a:moveTo>
                    <a:lnTo>
                      <a:pt x="222" y="420"/>
                    </a:lnTo>
                    <a:lnTo>
                      <a:pt x="210" y="402"/>
                    </a:lnTo>
                    <a:lnTo>
                      <a:pt x="204" y="390"/>
                    </a:lnTo>
                    <a:lnTo>
                      <a:pt x="198" y="384"/>
                    </a:lnTo>
                    <a:lnTo>
                      <a:pt x="186" y="360"/>
                    </a:lnTo>
                    <a:lnTo>
                      <a:pt x="162" y="336"/>
                    </a:lnTo>
                    <a:lnTo>
                      <a:pt x="156" y="336"/>
                    </a:lnTo>
                    <a:lnTo>
                      <a:pt x="156" y="330"/>
                    </a:lnTo>
                    <a:lnTo>
                      <a:pt x="150" y="330"/>
                    </a:lnTo>
                    <a:lnTo>
                      <a:pt x="150" y="342"/>
                    </a:lnTo>
                    <a:lnTo>
                      <a:pt x="156" y="342"/>
                    </a:lnTo>
                    <a:lnTo>
                      <a:pt x="168" y="354"/>
                    </a:lnTo>
                    <a:lnTo>
                      <a:pt x="168" y="366"/>
                    </a:lnTo>
                    <a:lnTo>
                      <a:pt x="174" y="378"/>
                    </a:lnTo>
                    <a:lnTo>
                      <a:pt x="174" y="390"/>
                    </a:lnTo>
                    <a:lnTo>
                      <a:pt x="168" y="396"/>
                    </a:lnTo>
                    <a:lnTo>
                      <a:pt x="162" y="396"/>
                    </a:lnTo>
                    <a:lnTo>
                      <a:pt x="162" y="390"/>
                    </a:lnTo>
                    <a:lnTo>
                      <a:pt x="156" y="384"/>
                    </a:lnTo>
                    <a:lnTo>
                      <a:pt x="156" y="378"/>
                    </a:lnTo>
                    <a:lnTo>
                      <a:pt x="144" y="384"/>
                    </a:lnTo>
                    <a:lnTo>
                      <a:pt x="132" y="384"/>
                    </a:lnTo>
                    <a:lnTo>
                      <a:pt x="132" y="360"/>
                    </a:lnTo>
                    <a:lnTo>
                      <a:pt x="126" y="354"/>
                    </a:lnTo>
                    <a:lnTo>
                      <a:pt x="126" y="342"/>
                    </a:lnTo>
                    <a:lnTo>
                      <a:pt x="120" y="330"/>
                    </a:lnTo>
                    <a:lnTo>
                      <a:pt x="120" y="282"/>
                    </a:lnTo>
                    <a:lnTo>
                      <a:pt x="84" y="246"/>
                    </a:lnTo>
                    <a:lnTo>
                      <a:pt x="90" y="240"/>
                    </a:lnTo>
                    <a:lnTo>
                      <a:pt x="90" y="222"/>
                    </a:lnTo>
                    <a:lnTo>
                      <a:pt x="96" y="210"/>
                    </a:lnTo>
                    <a:lnTo>
                      <a:pt x="114" y="192"/>
                    </a:lnTo>
                    <a:lnTo>
                      <a:pt x="120" y="180"/>
                    </a:lnTo>
                    <a:lnTo>
                      <a:pt x="126" y="174"/>
                    </a:lnTo>
                    <a:lnTo>
                      <a:pt x="126" y="156"/>
                    </a:lnTo>
                    <a:lnTo>
                      <a:pt x="120" y="150"/>
                    </a:lnTo>
                    <a:lnTo>
                      <a:pt x="120" y="102"/>
                    </a:lnTo>
                    <a:lnTo>
                      <a:pt x="114" y="78"/>
                    </a:lnTo>
                    <a:lnTo>
                      <a:pt x="114" y="60"/>
                    </a:lnTo>
                    <a:lnTo>
                      <a:pt x="102" y="60"/>
                    </a:lnTo>
                    <a:lnTo>
                      <a:pt x="84" y="42"/>
                    </a:lnTo>
                    <a:lnTo>
                      <a:pt x="84" y="36"/>
                    </a:lnTo>
                    <a:lnTo>
                      <a:pt x="90" y="24"/>
                    </a:lnTo>
                    <a:lnTo>
                      <a:pt x="90" y="18"/>
                    </a:lnTo>
                    <a:lnTo>
                      <a:pt x="60" y="18"/>
                    </a:lnTo>
                    <a:lnTo>
                      <a:pt x="54" y="0"/>
                    </a:lnTo>
                    <a:lnTo>
                      <a:pt x="30" y="0"/>
                    </a:lnTo>
                    <a:lnTo>
                      <a:pt x="30" y="12"/>
                    </a:lnTo>
                    <a:lnTo>
                      <a:pt x="42" y="12"/>
                    </a:lnTo>
                    <a:lnTo>
                      <a:pt x="54" y="24"/>
                    </a:lnTo>
                    <a:lnTo>
                      <a:pt x="54" y="66"/>
                    </a:lnTo>
                    <a:lnTo>
                      <a:pt x="60" y="66"/>
                    </a:lnTo>
                    <a:lnTo>
                      <a:pt x="66" y="60"/>
                    </a:lnTo>
                    <a:lnTo>
                      <a:pt x="66" y="84"/>
                    </a:lnTo>
                    <a:lnTo>
                      <a:pt x="78" y="84"/>
                    </a:lnTo>
                    <a:lnTo>
                      <a:pt x="78" y="96"/>
                    </a:lnTo>
                    <a:lnTo>
                      <a:pt x="54" y="108"/>
                    </a:lnTo>
                    <a:lnTo>
                      <a:pt x="48" y="114"/>
                    </a:lnTo>
                    <a:lnTo>
                      <a:pt x="42" y="114"/>
                    </a:lnTo>
                    <a:lnTo>
                      <a:pt x="42" y="132"/>
                    </a:lnTo>
                    <a:lnTo>
                      <a:pt x="54" y="138"/>
                    </a:lnTo>
                    <a:lnTo>
                      <a:pt x="48" y="156"/>
                    </a:lnTo>
                    <a:lnTo>
                      <a:pt x="48" y="228"/>
                    </a:lnTo>
                    <a:lnTo>
                      <a:pt x="60" y="228"/>
                    </a:lnTo>
                    <a:lnTo>
                      <a:pt x="60" y="234"/>
                    </a:lnTo>
                    <a:lnTo>
                      <a:pt x="42" y="252"/>
                    </a:lnTo>
                    <a:lnTo>
                      <a:pt x="30" y="258"/>
                    </a:lnTo>
                    <a:lnTo>
                      <a:pt x="24" y="264"/>
                    </a:lnTo>
                    <a:lnTo>
                      <a:pt x="18" y="264"/>
                    </a:lnTo>
                    <a:lnTo>
                      <a:pt x="24" y="300"/>
                    </a:lnTo>
                    <a:lnTo>
                      <a:pt x="18" y="312"/>
                    </a:lnTo>
                    <a:lnTo>
                      <a:pt x="12" y="318"/>
                    </a:lnTo>
                    <a:lnTo>
                      <a:pt x="6" y="330"/>
                    </a:lnTo>
                    <a:lnTo>
                      <a:pt x="0" y="336"/>
                    </a:lnTo>
                    <a:lnTo>
                      <a:pt x="0" y="342"/>
                    </a:lnTo>
                    <a:lnTo>
                      <a:pt x="12" y="348"/>
                    </a:lnTo>
                    <a:lnTo>
                      <a:pt x="24" y="360"/>
                    </a:lnTo>
                    <a:lnTo>
                      <a:pt x="36" y="366"/>
                    </a:lnTo>
                    <a:lnTo>
                      <a:pt x="66" y="414"/>
                    </a:lnTo>
                    <a:lnTo>
                      <a:pt x="96" y="414"/>
                    </a:lnTo>
                    <a:lnTo>
                      <a:pt x="102" y="408"/>
                    </a:lnTo>
                    <a:lnTo>
                      <a:pt x="120" y="408"/>
                    </a:lnTo>
                    <a:lnTo>
                      <a:pt x="126" y="414"/>
                    </a:lnTo>
                    <a:lnTo>
                      <a:pt x="126" y="450"/>
                    </a:lnTo>
                    <a:lnTo>
                      <a:pt x="132" y="450"/>
                    </a:lnTo>
                    <a:lnTo>
                      <a:pt x="126" y="480"/>
                    </a:lnTo>
                    <a:lnTo>
                      <a:pt x="114" y="486"/>
                    </a:lnTo>
                    <a:lnTo>
                      <a:pt x="126" y="504"/>
                    </a:lnTo>
                    <a:lnTo>
                      <a:pt x="120" y="510"/>
                    </a:lnTo>
                    <a:lnTo>
                      <a:pt x="108" y="516"/>
                    </a:lnTo>
                    <a:lnTo>
                      <a:pt x="102" y="522"/>
                    </a:lnTo>
                    <a:lnTo>
                      <a:pt x="102" y="528"/>
                    </a:lnTo>
                    <a:lnTo>
                      <a:pt x="114" y="528"/>
                    </a:lnTo>
                    <a:lnTo>
                      <a:pt x="114" y="558"/>
                    </a:lnTo>
                    <a:lnTo>
                      <a:pt x="126" y="564"/>
                    </a:lnTo>
                    <a:lnTo>
                      <a:pt x="132" y="570"/>
                    </a:lnTo>
                    <a:lnTo>
                      <a:pt x="144" y="576"/>
                    </a:lnTo>
                    <a:lnTo>
                      <a:pt x="150" y="582"/>
                    </a:lnTo>
                    <a:lnTo>
                      <a:pt x="162" y="588"/>
                    </a:lnTo>
                    <a:lnTo>
                      <a:pt x="162" y="600"/>
                    </a:lnTo>
                    <a:lnTo>
                      <a:pt x="156" y="606"/>
                    </a:lnTo>
                    <a:lnTo>
                      <a:pt x="156" y="618"/>
                    </a:lnTo>
                    <a:lnTo>
                      <a:pt x="162" y="624"/>
                    </a:lnTo>
                    <a:lnTo>
                      <a:pt x="168" y="618"/>
                    </a:lnTo>
                    <a:lnTo>
                      <a:pt x="180" y="612"/>
                    </a:lnTo>
                    <a:lnTo>
                      <a:pt x="180" y="582"/>
                    </a:lnTo>
                    <a:lnTo>
                      <a:pt x="174" y="576"/>
                    </a:lnTo>
                    <a:lnTo>
                      <a:pt x="168" y="576"/>
                    </a:lnTo>
                    <a:lnTo>
                      <a:pt x="168" y="558"/>
                    </a:lnTo>
                    <a:lnTo>
                      <a:pt x="174" y="546"/>
                    </a:lnTo>
                    <a:lnTo>
                      <a:pt x="186" y="540"/>
                    </a:lnTo>
                    <a:lnTo>
                      <a:pt x="210" y="540"/>
                    </a:lnTo>
                    <a:lnTo>
                      <a:pt x="216" y="534"/>
                    </a:lnTo>
                    <a:lnTo>
                      <a:pt x="216" y="474"/>
                    </a:lnTo>
                    <a:lnTo>
                      <a:pt x="222" y="468"/>
                    </a:lnTo>
                    <a:lnTo>
                      <a:pt x="228" y="456"/>
                    </a:lnTo>
                    <a:lnTo>
                      <a:pt x="234" y="450"/>
                    </a:lnTo>
                    <a:lnTo>
                      <a:pt x="234" y="4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4" name="Madagascar" descr="© INSCALE GmbH, 05.05.2010&#10;http://www.presentationload.com/">
                <a:extLst>
                  <a:ext uri="{FF2B5EF4-FFF2-40B4-BE49-F238E27FC236}">
                    <a16:creationId xmlns:a16="http://schemas.microsoft.com/office/drawing/2014/main" id="{85212A0C-D0BF-5645-B422-34802C798217}"/>
                  </a:ext>
                </a:extLst>
              </p:cNvPr>
              <p:cNvSpPr>
                <a:spLocks/>
              </p:cNvSpPr>
              <p:nvPr/>
            </p:nvSpPr>
            <p:spPr bwMode="gray">
              <a:xfrm>
                <a:off x="6983565" y="4557546"/>
                <a:ext cx="249834" cy="458576"/>
              </a:xfrm>
              <a:custGeom>
                <a:avLst/>
                <a:gdLst>
                  <a:gd name="T0" fmla="*/ 2147483647 w 594"/>
                  <a:gd name="T1" fmla="*/ 2147483647 h 1092"/>
                  <a:gd name="T2" fmla="*/ 2147483647 w 594"/>
                  <a:gd name="T3" fmla="*/ 2147483647 h 1092"/>
                  <a:gd name="T4" fmla="*/ 2147483647 w 594"/>
                  <a:gd name="T5" fmla="*/ 2147483647 h 1092"/>
                  <a:gd name="T6" fmla="*/ 2147483647 w 594"/>
                  <a:gd name="T7" fmla="*/ 2147483647 h 1092"/>
                  <a:gd name="T8" fmla="*/ 2147483647 w 594"/>
                  <a:gd name="T9" fmla="*/ 2147483647 h 1092"/>
                  <a:gd name="T10" fmla="*/ 2147483647 w 594"/>
                  <a:gd name="T11" fmla="*/ 2147483647 h 1092"/>
                  <a:gd name="T12" fmla="*/ 2147483647 w 594"/>
                  <a:gd name="T13" fmla="*/ 2147483647 h 1092"/>
                  <a:gd name="T14" fmla="*/ 2147483647 w 594"/>
                  <a:gd name="T15" fmla="*/ 2147483647 h 1092"/>
                  <a:gd name="T16" fmla="*/ 2147483647 w 594"/>
                  <a:gd name="T17" fmla="*/ 2147483647 h 1092"/>
                  <a:gd name="T18" fmla="*/ 2147483647 w 594"/>
                  <a:gd name="T19" fmla="*/ 2147483647 h 1092"/>
                  <a:gd name="T20" fmla="*/ 2147483647 w 594"/>
                  <a:gd name="T21" fmla="*/ 2147483647 h 1092"/>
                  <a:gd name="T22" fmla="*/ 2147483647 w 594"/>
                  <a:gd name="T23" fmla="*/ 2147483647 h 1092"/>
                  <a:gd name="T24" fmla="*/ 2147483647 w 594"/>
                  <a:gd name="T25" fmla="*/ 2147483647 h 1092"/>
                  <a:gd name="T26" fmla="*/ 2147483647 w 594"/>
                  <a:gd name="T27" fmla="*/ 2147483647 h 1092"/>
                  <a:gd name="T28" fmla="*/ 2147483647 w 594"/>
                  <a:gd name="T29" fmla="*/ 2147483647 h 1092"/>
                  <a:gd name="T30" fmla="*/ 2147483647 w 594"/>
                  <a:gd name="T31" fmla="*/ 2147483647 h 1092"/>
                  <a:gd name="T32" fmla="*/ 2147483647 w 594"/>
                  <a:gd name="T33" fmla="*/ 0 h 1092"/>
                  <a:gd name="T34" fmla="*/ 2147483647 w 594"/>
                  <a:gd name="T35" fmla="*/ 2147483647 h 1092"/>
                  <a:gd name="T36" fmla="*/ 2147483647 w 594"/>
                  <a:gd name="T37" fmla="*/ 2147483647 h 1092"/>
                  <a:gd name="T38" fmla="*/ 2147483647 w 594"/>
                  <a:gd name="T39" fmla="*/ 2147483647 h 1092"/>
                  <a:gd name="T40" fmla="*/ 2147483647 w 594"/>
                  <a:gd name="T41" fmla="*/ 2147483647 h 1092"/>
                  <a:gd name="T42" fmla="*/ 2147483647 w 594"/>
                  <a:gd name="T43" fmla="*/ 2147483647 h 1092"/>
                  <a:gd name="T44" fmla="*/ 2147483647 w 594"/>
                  <a:gd name="T45" fmla="*/ 2147483647 h 1092"/>
                  <a:gd name="T46" fmla="*/ 2147483647 w 594"/>
                  <a:gd name="T47" fmla="*/ 2147483647 h 1092"/>
                  <a:gd name="T48" fmla="*/ 2147483647 w 594"/>
                  <a:gd name="T49" fmla="*/ 2147483647 h 1092"/>
                  <a:gd name="T50" fmla="*/ 2147483647 w 594"/>
                  <a:gd name="T51" fmla="*/ 2147483647 h 1092"/>
                  <a:gd name="T52" fmla="*/ 2147483647 w 594"/>
                  <a:gd name="T53" fmla="*/ 2147483647 h 1092"/>
                  <a:gd name="T54" fmla="*/ 2147483647 w 594"/>
                  <a:gd name="T55" fmla="*/ 2147483647 h 1092"/>
                  <a:gd name="T56" fmla="*/ 2147483647 w 594"/>
                  <a:gd name="T57" fmla="*/ 2147483647 h 1092"/>
                  <a:gd name="T58" fmla="*/ 2147483647 w 594"/>
                  <a:gd name="T59" fmla="*/ 2147483647 h 1092"/>
                  <a:gd name="T60" fmla="*/ 2147483647 w 594"/>
                  <a:gd name="T61" fmla="*/ 2147483647 h 1092"/>
                  <a:gd name="T62" fmla="*/ 2147483647 w 594"/>
                  <a:gd name="T63" fmla="*/ 2147483647 h 1092"/>
                  <a:gd name="T64" fmla="*/ 2147483647 w 594"/>
                  <a:gd name="T65" fmla="*/ 2147483647 h 1092"/>
                  <a:gd name="T66" fmla="*/ 2147483647 w 594"/>
                  <a:gd name="T67" fmla="*/ 2147483647 h 1092"/>
                  <a:gd name="T68" fmla="*/ 2147483647 w 594"/>
                  <a:gd name="T69" fmla="*/ 2147483647 h 1092"/>
                  <a:gd name="T70" fmla="*/ 2147483647 w 594"/>
                  <a:gd name="T71" fmla="*/ 2147483647 h 1092"/>
                  <a:gd name="T72" fmla="*/ 2147483647 w 594"/>
                  <a:gd name="T73" fmla="*/ 2147483647 h 1092"/>
                  <a:gd name="T74" fmla="*/ 2147483647 w 594"/>
                  <a:gd name="T75" fmla="*/ 2147483647 h 1092"/>
                  <a:gd name="T76" fmla="*/ 2147483647 w 594"/>
                  <a:gd name="T77" fmla="*/ 2147483647 h 1092"/>
                  <a:gd name="T78" fmla="*/ 2147483647 w 594"/>
                  <a:gd name="T79" fmla="*/ 2147483647 h 1092"/>
                  <a:gd name="T80" fmla="*/ 2147483647 w 594"/>
                  <a:gd name="T81" fmla="*/ 2147483647 h 1092"/>
                  <a:gd name="T82" fmla="*/ 2147483647 w 594"/>
                  <a:gd name="T83" fmla="*/ 2147483647 h 1092"/>
                  <a:gd name="T84" fmla="*/ 2147483647 w 594"/>
                  <a:gd name="T85" fmla="*/ 2147483647 h 1092"/>
                  <a:gd name="T86" fmla="*/ 0 w 594"/>
                  <a:gd name="T87" fmla="*/ 2147483647 h 1092"/>
                  <a:gd name="T88" fmla="*/ 2147483647 w 594"/>
                  <a:gd name="T89" fmla="*/ 2147483647 h 1092"/>
                  <a:gd name="T90" fmla="*/ 2147483647 w 594"/>
                  <a:gd name="T91" fmla="*/ 2147483647 h 1092"/>
                  <a:gd name="T92" fmla="*/ 2147483647 w 594"/>
                  <a:gd name="T93" fmla="*/ 2147483647 h 1092"/>
                  <a:gd name="T94" fmla="*/ 2147483647 w 594"/>
                  <a:gd name="T95" fmla="*/ 2147483647 h 1092"/>
                  <a:gd name="T96" fmla="*/ 2147483647 w 594"/>
                  <a:gd name="T97" fmla="*/ 2147483647 h 1092"/>
                  <a:gd name="T98" fmla="*/ 2147483647 w 594"/>
                  <a:gd name="T99" fmla="*/ 2147483647 h 1092"/>
                  <a:gd name="T100" fmla="*/ 2147483647 w 594"/>
                  <a:gd name="T101" fmla="*/ 2147483647 h 1092"/>
                  <a:gd name="T102" fmla="*/ 2147483647 w 594"/>
                  <a:gd name="T103" fmla="*/ 2147483647 h 109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94"/>
                  <a:gd name="T157" fmla="*/ 0 h 1092"/>
                  <a:gd name="T158" fmla="*/ 594 w 594"/>
                  <a:gd name="T159" fmla="*/ 1092 h 109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94" h="1092">
                    <a:moveTo>
                      <a:pt x="120" y="330"/>
                    </a:moveTo>
                    <a:lnTo>
                      <a:pt x="144" y="324"/>
                    </a:lnTo>
                    <a:lnTo>
                      <a:pt x="192" y="324"/>
                    </a:lnTo>
                    <a:lnTo>
                      <a:pt x="192" y="300"/>
                    </a:lnTo>
                    <a:lnTo>
                      <a:pt x="252" y="312"/>
                    </a:lnTo>
                    <a:lnTo>
                      <a:pt x="270" y="282"/>
                    </a:lnTo>
                    <a:lnTo>
                      <a:pt x="312" y="288"/>
                    </a:lnTo>
                    <a:lnTo>
                      <a:pt x="312" y="258"/>
                    </a:lnTo>
                    <a:lnTo>
                      <a:pt x="324" y="228"/>
                    </a:lnTo>
                    <a:lnTo>
                      <a:pt x="324" y="258"/>
                    </a:lnTo>
                    <a:lnTo>
                      <a:pt x="336" y="276"/>
                    </a:lnTo>
                    <a:lnTo>
                      <a:pt x="348" y="240"/>
                    </a:lnTo>
                    <a:lnTo>
                      <a:pt x="348" y="210"/>
                    </a:lnTo>
                    <a:lnTo>
                      <a:pt x="354" y="192"/>
                    </a:lnTo>
                    <a:lnTo>
                      <a:pt x="354" y="186"/>
                    </a:lnTo>
                    <a:lnTo>
                      <a:pt x="360" y="186"/>
                    </a:lnTo>
                    <a:lnTo>
                      <a:pt x="372" y="198"/>
                    </a:lnTo>
                    <a:lnTo>
                      <a:pt x="372" y="204"/>
                    </a:lnTo>
                    <a:lnTo>
                      <a:pt x="378" y="204"/>
                    </a:lnTo>
                    <a:lnTo>
                      <a:pt x="402" y="180"/>
                    </a:lnTo>
                    <a:lnTo>
                      <a:pt x="396" y="168"/>
                    </a:lnTo>
                    <a:lnTo>
                      <a:pt x="396" y="150"/>
                    </a:lnTo>
                    <a:lnTo>
                      <a:pt x="390" y="138"/>
                    </a:lnTo>
                    <a:lnTo>
                      <a:pt x="402" y="126"/>
                    </a:lnTo>
                    <a:lnTo>
                      <a:pt x="414" y="126"/>
                    </a:lnTo>
                    <a:lnTo>
                      <a:pt x="420" y="132"/>
                    </a:lnTo>
                    <a:lnTo>
                      <a:pt x="426" y="132"/>
                    </a:lnTo>
                    <a:lnTo>
                      <a:pt x="432" y="126"/>
                    </a:lnTo>
                    <a:lnTo>
                      <a:pt x="438" y="114"/>
                    </a:lnTo>
                    <a:lnTo>
                      <a:pt x="450" y="102"/>
                    </a:lnTo>
                    <a:lnTo>
                      <a:pt x="456" y="90"/>
                    </a:lnTo>
                    <a:lnTo>
                      <a:pt x="462" y="72"/>
                    </a:lnTo>
                    <a:lnTo>
                      <a:pt x="462" y="42"/>
                    </a:lnTo>
                    <a:lnTo>
                      <a:pt x="492" y="0"/>
                    </a:lnTo>
                    <a:lnTo>
                      <a:pt x="546" y="60"/>
                    </a:lnTo>
                    <a:lnTo>
                      <a:pt x="546" y="90"/>
                    </a:lnTo>
                    <a:lnTo>
                      <a:pt x="552" y="96"/>
                    </a:lnTo>
                    <a:lnTo>
                      <a:pt x="558" y="114"/>
                    </a:lnTo>
                    <a:lnTo>
                      <a:pt x="576" y="150"/>
                    </a:lnTo>
                    <a:lnTo>
                      <a:pt x="582" y="156"/>
                    </a:lnTo>
                    <a:lnTo>
                      <a:pt x="582" y="162"/>
                    </a:lnTo>
                    <a:lnTo>
                      <a:pt x="564" y="216"/>
                    </a:lnTo>
                    <a:lnTo>
                      <a:pt x="594" y="276"/>
                    </a:lnTo>
                    <a:lnTo>
                      <a:pt x="594" y="288"/>
                    </a:lnTo>
                    <a:lnTo>
                      <a:pt x="588" y="294"/>
                    </a:lnTo>
                    <a:lnTo>
                      <a:pt x="576" y="294"/>
                    </a:lnTo>
                    <a:lnTo>
                      <a:pt x="564" y="288"/>
                    </a:lnTo>
                    <a:lnTo>
                      <a:pt x="558" y="282"/>
                    </a:lnTo>
                    <a:lnTo>
                      <a:pt x="552" y="282"/>
                    </a:lnTo>
                    <a:lnTo>
                      <a:pt x="522" y="288"/>
                    </a:lnTo>
                    <a:lnTo>
                      <a:pt x="528" y="330"/>
                    </a:lnTo>
                    <a:lnTo>
                      <a:pt x="522" y="336"/>
                    </a:lnTo>
                    <a:lnTo>
                      <a:pt x="516" y="348"/>
                    </a:lnTo>
                    <a:lnTo>
                      <a:pt x="504" y="354"/>
                    </a:lnTo>
                    <a:lnTo>
                      <a:pt x="486" y="390"/>
                    </a:lnTo>
                    <a:lnTo>
                      <a:pt x="486" y="402"/>
                    </a:lnTo>
                    <a:lnTo>
                      <a:pt x="492" y="414"/>
                    </a:lnTo>
                    <a:lnTo>
                      <a:pt x="504" y="450"/>
                    </a:lnTo>
                    <a:lnTo>
                      <a:pt x="498" y="468"/>
                    </a:lnTo>
                    <a:lnTo>
                      <a:pt x="486" y="510"/>
                    </a:lnTo>
                    <a:lnTo>
                      <a:pt x="462" y="570"/>
                    </a:lnTo>
                    <a:lnTo>
                      <a:pt x="432" y="642"/>
                    </a:lnTo>
                    <a:lnTo>
                      <a:pt x="390" y="720"/>
                    </a:lnTo>
                    <a:lnTo>
                      <a:pt x="324" y="852"/>
                    </a:lnTo>
                    <a:lnTo>
                      <a:pt x="312" y="894"/>
                    </a:lnTo>
                    <a:lnTo>
                      <a:pt x="306" y="912"/>
                    </a:lnTo>
                    <a:lnTo>
                      <a:pt x="306" y="948"/>
                    </a:lnTo>
                    <a:lnTo>
                      <a:pt x="294" y="984"/>
                    </a:lnTo>
                    <a:lnTo>
                      <a:pt x="276" y="1014"/>
                    </a:lnTo>
                    <a:lnTo>
                      <a:pt x="258" y="1032"/>
                    </a:lnTo>
                    <a:lnTo>
                      <a:pt x="240" y="1044"/>
                    </a:lnTo>
                    <a:lnTo>
                      <a:pt x="222" y="1062"/>
                    </a:lnTo>
                    <a:lnTo>
                      <a:pt x="216" y="1062"/>
                    </a:lnTo>
                    <a:lnTo>
                      <a:pt x="210" y="1068"/>
                    </a:lnTo>
                    <a:lnTo>
                      <a:pt x="186" y="1068"/>
                    </a:lnTo>
                    <a:lnTo>
                      <a:pt x="150" y="1086"/>
                    </a:lnTo>
                    <a:lnTo>
                      <a:pt x="114" y="1092"/>
                    </a:lnTo>
                    <a:lnTo>
                      <a:pt x="78" y="1074"/>
                    </a:lnTo>
                    <a:lnTo>
                      <a:pt x="60" y="1056"/>
                    </a:lnTo>
                    <a:lnTo>
                      <a:pt x="48" y="1038"/>
                    </a:lnTo>
                    <a:lnTo>
                      <a:pt x="36" y="1026"/>
                    </a:lnTo>
                    <a:lnTo>
                      <a:pt x="36" y="1020"/>
                    </a:lnTo>
                    <a:lnTo>
                      <a:pt x="30" y="1014"/>
                    </a:lnTo>
                    <a:lnTo>
                      <a:pt x="48" y="990"/>
                    </a:lnTo>
                    <a:lnTo>
                      <a:pt x="42" y="978"/>
                    </a:lnTo>
                    <a:lnTo>
                      <a:pt x="24" y="948"/>
                    </a:lnTo>
                    <a:lnTo>
                      <a:pt x="12" y="900"/>
                    </a:lnTo>
                    <a:lnTo>
                      <a:pt x="0" y="834"/>
                    </a:lnTo>
                    <a:lnTo>
                      <a:pt x="0" y="786"/>
                    </a:lnTo>
                    <a:lnTo>
                      <a:pt x="6" y="756"/>
                    </a:lnTo>
                    <a:lnTo>
                      <a:pt x="18" y="738"/>
                    </a:lnTo>
                    <a:lnTo>
                      <a:pt x="60" y="696"/>
                    </a:lnTo>
                    <a:lnTo>
                      <a:pt x="72" y="678"/>
                    </a:lnTo>
                    <a:lnTo>
                      <a:pt x="90" y="672"/>
                    </a:lnTo>
                    <a:lnTo>
                      <a:pt x="96" y="660"/>
                    </a:lnTo>
                    <a:lnTo>
                      <a:pt x="108" y="654"/>
                    </a:lnTo>
                    <a:lnTo>
                      <a:pt x="108" y="636"/>
                    </a:lnTo>
                    <a:lnTo>
                      <a:pt x="102" y="600"/>
                    </a:lnTo>
                    <a:lnTo>
                      <a:pt x="96" y="558"/>
                    </a:lnTo>
                    <a:lnTo>
                      <a:pt x="96" y="522"/>
                    </a:lnTo>
                    <a:lnTo>
                      <a:pt x="78" y="432"/>
                    </a:lnTo>
                    <a:lnTo>
                      <a:pt x="90" y="408"/>
                    </a:lnTo>
                    <a:lnTo>
                      <a:pt x="132" y="366"/>
                    </a:lnTo>
                    <a:lnTo>
                      <a:pt x="132" y="360"/>
                    </a:lnTo>
                    <a:lnTo>
                      <a:pt x="120" y="3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5" name="Libya" descr="© INSCALE GmbH, 05.05.2010&#10;http://www.presentationload.com/">
                <a:extLst>
                  <a:ext uri="{FF2B5EF4-FFF2-40B4-BE49-F238E27FC236}">
                    <a16:creationId xmlns:a16="http://schemas.microsoft.com/office/drawing/2014/main" id="{BDD0E4D7-925E-BB43-80BF-8EA158A09FFB}"/>
                  </a:ext>
                </a:extLst>
              </p:cNvPr>
              <p:cNvSpPr>
                <a:spLocks/>
              </p:cNvSpPr>
              <p:nvPr/>
            </p:nvSpPr>
            <p:spPr bwMode="gray">
              <a:xfrm>
                <a:off x="6002313" y="3015810"/>
                <a:ext cx="461863" cy="466793"/>
              </a:xfrm>
              <a:custGeom>
                <a:avLst/>
                <a:gdLst>
                  <a:gd name="T0" fmla="*/ 2147483647 w 1098"/>
                  <a:gd name="T1" fmla="*/ 2147483647 h 1110"/>
                  <a:gd name="T2" fmla="*/ 2147483647 w 1098"/>
                  <a:gd name="T3" fmla="*/ 2147483647 h 1110"/>
                  <a:gd name="T4" fmla="*/ 2147483647 w 1098"/>
                  <a:gd name="T5" fmla="*/ 2147483647 h 1110"/>
                  <a:gd name="T6" fmla="*/ 2147483647 w 1098"/>
                  <a:gd name="T7" fmla="*/ 2147483647 h 1110"/>
                  <a:gd name="T8" fmla="*/ 2147483647 w 1098"/>
                  <a:gd name="T9" fmla="*/ 2147483647 h 1110"/>
                  <a:gd name="T10" fmla="*/ 2147483647 w 1098"/>
                  <a:gd name="T11" fmla="*/ 2147483647 h 1110"/>
                  <a:gd name="T12" fmla="*/ 2147483647 w 1098"/>
                  <a:gd name="T13" fmla="*/ 2147483647 h 1110"/>
                  <a:gd name="T14" fmla="*/ 2147483647 w 1098"/>
                  <a:gd name="T15" fmla="*/ 2147483647 h 1110"/>
                  <a:gd name="T16" fmla="*/ 2147483647 w 1098"/>
                  <a:gd name="T17" fmla="*/ 2147483647 h 1110"/>
                  <a:gd name="T18" fmla="*/ 2147483647 w 1098"/>
                  <a:gd name="T19" fmla="*/ 2147483647 h 1110"/>
                  <a:gd name="T20" fmla="*/ 2147483647 w 1098"/>
                  <a:gd name="T21" fmla="*/ 2147483647 h 1110"/>
                  <a:gd name="T22" fmla="*/ 2147483647 w 1098"/>
                  <a:gd name="T23" fmla="*/ 2147483647 h 1110"/>
                  <a:gd name="T24" fmla="*/ 0 w 1098"/>
                  <a:gd name="T25" fmla="*/ 2147483647 h 1110"/>
                  <a:gd name="T26" fmla="*/ 2147483647 w 1098"/>
                  <a:gd name="T27" fmla="*/ 2147483647 h 1110"/>
                  <a:gd name="T28" fmla="*/ 2147483647 w 1098"/>
                  <a:gd name="T29" fmla="*/ 2147483647 h 1110"/>
                  <a:gd name="T30" fmla="*/ 2147483647 w 1098"/>
                  <a:gd name="T31" fmla="*/ 2147483647 h 1110"/>
                  <a:gd name="T32" fmla="*/ 2147483647 w 1098"/>
                  <a:gd name="T33" fmla="*/ 2147483647 h 1110"/>
                  <a:gd name="T34" fmla="*/ 2147483647 w 1098"/>
                  <a:gd name="T35" fmla="*/ 2147483647 h 1110"/>
                  <a:gd name="T36" fmla="*/ 2147483647 w 1098"/>
                  <a:gd name="T37" fmla="*/ 2147483647 h 1110"/>
                  <a:gd name="T38" fmla="*/ 2147483647 w 1098"/>
                  <a:gd name="T39" fmla="*/ 2147483647 h 1110"/>
                  <a:gd name="T40" fmla="*/ 2147483647 w 1098"/>
                  <a:gd name="T41" fmla="*/ 2147483647 h 1110"/>
                  <a:gd name="T42" fmla="*/ 2147483647 w 1098"/>
                  <a:gd name="T43" fmla="*/ 2147483647 h 1110"/>
                  <a:gd name="T44" fmla="*/ 2147483647 w 1098"/>
                  <a:gd name="T45" fmla="*/ 2147483647 h 1110"/>
                  <a:gd name="T46" fmla="*/ 2147483647 w 1098"/>
                  <a:gd name="T47" fmla="*/ 2147483647 h 1110"/>
                  <a:gd name="T48" fmla="*/ 2147483647 w 1098"/>
                  <a:gd name="T49" fmla="*/ 2147483647 h 1110"/>
                  <a:gd name="T50" fmla="*/ 2147483647 w 1098"/>
                  <a:gd name="T51" fmla="*/ 2147483647 h 1110"/>
                  <a:gd name="T52" fmla="*/ 2147483647 w 1098"/>
                  <a:gd name="T53" fmla="*/ 2147483647 h 1110"/>
                  <a:gd name="T54" fmla="*/ 2147483647 w 1098"/>
                  <a:gd name="T55" fmla="*/ 2147483647 h 1110"/>
                  <a:gd name="T56" fmla="*/ 2147483647 w 1098"/>
                  <a:gd name="T57" fmla="*/ 2147483647 h 1110"/>
                  <a:gd name="T58" fmla="*/ 2147483647 w 1098"/>
                  <a:gd name="T59" fmla="*/ 2147483647 h 1110"/>
                  <a:gd name="T60" fmla="*/ 2147483647 w 1098"/>
                  <a:gd name="T61" fmla="*/ 2147483647 h 1110"/>
                  <a:gd name="T62" fmla="*/ 2147483647 w 1098"/>
                  <a:gd name="T63" fmla="*/ 2147483647 h 1110"/>
                  <a:gd name="T64" fmla="*/ 2147483647 w 1098"/>
                  <a:gd name="T65" fmla="*/ 2147483647 h 1110"/>
                  <a:gd name="T66" fmla="*/ 2147483647 w 1098"/>
                  <a:gd name="T67" fmla="*/ 2147483647 h 1110"/>
                  <a:gd name="T68" fmla="*/ 2147483647 w 1098"/>
                  <a:gd name="T69" fmla="*/ 2147483647 h 1110"/>
                  <a:gd name="T70" fmla="*/ 2147483647 w 1098"/>
                  <a:gd name="T71" fmla="*/ 2147483647 h 1110"/>
                  <a:gd name="T72" fmla="*/ 2147483647 w 1098"/>
                  <a:gd name="T73" fmla="*/ 2147483647 h 1110"/>
                  <a:gd name="T74" fmla="*/ 2147483647 w 1098"/>
                  <a:gd name="T75" fmla="*/ 2147483647 h 1110"/>
                  <a:gd name="T76" fmla="*/ 2147483647 w 1098"/>
                  <a:gd name="T77" fmla="*/ 2147483647 h 1110"/>
                  <a:gd name="T78" fmla="*/ 2147483647 w 1098"/>
                  <a:gd name="T79" fmla="*/ 2147483647 h 1110"/>
                  <a:gd name="T80" fmla="*/ 2147483647 w 1098"/>
                  <a:gd name="T81" fmla="*/ 2147483647 h 1110"/>
                  <a:gd name="T82" fmla="*/ 2147483647 w 1098"/>
                  <a:gd name="T83" fmla="*/ 2147483647 h 1110"/>
                  <a:gd name="T84" fmla="*/ 2147483647 w 1098"/>
                  <a:gd name="T85" fmla="*/ 2147483647 h 1110"/>
                  <a:gd name="T86" fmla="*/ 2147483647 w 1098"/>
                  <a:gd name="T87" fmla="*/ 2147483647 h 1110"/>
                  <a:gd name="T88" fmla="*/ 2147483647 w 1098"/>
                  <a:gd name="T89" fmla="*/ 2147483647 h 1110"/>
                  <a:gd name="T90" fmla="*/ 2147483647 w 1098"/>
                  <a:gd name="T91" fmla="*/ 2147483647 h 1110"/>
                  <a:gd name="T92" fmla="*/ 2147483647 w 1098"/>
                  <a:gd name="T93" fmla="*/ 2147483647 h 1110"/>
                  <a:gd name="T94" fmla="*/ 2147483647 w 1098"/>
                  <a:gd name="T95" fmla="*/ 2147483647 h 1110"/>
                  <a:gd name="T96" fmla="*/ 2147483647 w 1098"/>
                  <a:gd name="T97" fmla="*/ 2147483647 h 1110"/>
                  <a:gd name="T98" fmla="*/ 2147483647 w 1098"/>
                  <a:gd name="T99" fmla="*/ 2147483647 h 1110"/>
                  <a:gd name="T100" fmla="*/ 2147483647 w 1098"/>
                  <a:gd name="T101" fmla="*/ 2147483647 h 1110"/>
                  <a:gd name="T102" fmla="*/ 2147483647 w 1098"/>
                  <a:gd name="T103" fmla="*/ 2147483647 h 1110"/>
                  <a:gd name="T104" fmla="*/ 2147483647 w 1098"/>
                  <a:gd name="T105" fmla="*/ 2147483647 h 1110"/>
                  <a:gd name="T106" fmla="*/ 2147483647 w 1098"/>
                  <a:gd name="T107" fmla="*/ 2147483647 h 1110"/>
                  <a:gd name="T108" fmla="*/ 2147483647 w 1098"/>
                  <a:gd name="T109" fmla="*/ 2147483647 h 1110"/>
                  <a:gd name="T110" fmla="*/ 2147483647 w 1098"/>
                  <a:gd name="T111" fmla="*/ 2147483647 h 1110"/>
                  <a:gd name="T112" fmla="*/ 2147483647 w 1098"/>
                  <a:gd name="T113" fmla="*/ 2147483647 h 1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8"/>
                  <a:gd name="T172" fmla="*/ 0 h 1110"/>
                  <a:gd name="T173" fmla="*/ 1098 w 1098"/>
                  <a:gd name="T174" fmla="*/ 1110 h 111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8" h="1110">
                    <a:moveTo>
                      <a:pt x="156" y="60"/>
                    </a:moveTo>
                    <a:lnTo>
                      <a:pt x="150" y="66"/>
                    </a:lnTo>
                    <a:lnTo>
                      <a:pt x="126" y="78"/>
                    </a:lnTo>
                    <a:lnTo>
                      <a:pt x="114" y="78"/>
                    </a:lnTo>
                    <a:lnTo>
                      <a:pt x="102" y="84"/>
                    </a:lnTo>
                    <a:lnTo>
                      <a:pt x="96" y="90"/>
                    </a:lnTo>
                    <a:lnTo>
                      <a:pt x="90" y="102"/>
                    </a:lnTo>
                    <a:lnTo>
                      <a:pt x="84" y="108"/>
                    </a:lnTo>
                    <a:lnTo>
                      <a:pt x="78" y="120"/>
                    </a:lnTo>
                    <a:lnTo>
                      <a:pt x="72" y="120"/>
                    </a:lnTo>
                    <a:lnTo>
                      <a:pt x="54" y="138"/>
                    </a:lnTo>
                    <a:lnTo>
                      <a:pt x="54" y="156"/>
                    </a:lnTo>
                    <a:lnTo>
                      <a:pt x="66" y="180"/>
                    </a:lnTo>
                    <a:lnTo>
                      <a:pt x="66" y="204"/>
                    </a:lnTo>
                    <a:lnTo>
                      <a:pt x="36" y="234"/>
                    </a:lnTo>
                    <a:lnTo>
                      <a:pt x="30" y="234"/>
                    </a:lnTo>
                    <a:lnTo>
                      <a:pt x="24" y="240"/>
                    </a:lnTo>
                    <a:lnTo>
                      <a:pt x="12" y="246"/>
                    </a:lnTo>
                    <a:lnTo>
                      <a:pt x="6" y="246"/>
                    </a:lnTo>
                    <a:lnTo>
                      <a:pt x="0" y="252"/>
                    </a:lnTo>
                    <a:lnTo>
                      <a:pt x="12" y="270"/>
                    </a:lnTo>
                    <a:lnTo>
                      <a:pt x="36" y="330"/>
                    </a:lnTo>
                    <a:lnTo>
                      <a:pt x="48" y="354"/>
                    </a:lnTo>
                    <a:lnTo>
                      <a:pt x="48" y="360"/>
                    </a:lnTo>
                    <a:lnTo>
                      <a:pt x="42" y="372"/>
                    </a:lnTo>
                    <a:lnTo>
                      <a:pt x="42" y="402"/>
                    </a:lnTo>
                    <a:lnTo>
                      <a:pt x="36" y="408"/>
                    </a:lnTo>
                    <a:lnTo>
                      <a:pt x="36" y="414"/>
                    </a:lnTo>
                    <a:lnTo>
                      <a:pt x="42" y="432"/>
                    </a:lnTo>
                    <a:lnTo>
                      <a:pt x="30" y="456"/>
                    </a:lnTo>
                    <a:lnTo>
                      <a:pt x="36" y="510"/>
                    </a:lnTo>
                    <a:lnTo>
                      <a:pt x="36" y="516"/>
                    </a:lnTo>
                    <a:lnTo>
                      <a:pt x="42" y="522"/>
                    </a:lnTo>
                    <a:lnTo>
                      <a:pt x="42" y="534"/>
                    </a:lnTo>
                    <a:lnTo>
                      <a:pt x="36" y="546"/>
                    </a:lnTo>
                    <a:lnTo>
                      <a:pt x="30" y="552"/>
                    </a:lnTo>
                    <a:lnTo>
                      <a:pt x="18" y="558"/>
                    </a:lnTo>
                    <a:lnTo>
                      <a:pt x="6" y="558"/>
                    </a:lnTo>
                    <a:lnTo>
                      <a:pt x="0" y="564"/>
                    </a:lnTo>
                    <a:lnTo>
                      <a:pt x="0" y="570"/>
                    </a:lnTo>
                    <a:lnTo>
                      <a:pt x="6" y="582"/>
                    </a:lnTo>
                    <a:lnTo>
                      <a:pt x="18" y="594"/>
                    </a:lnTo>
                    <a:lnTo>
                      <a:pt x="24" y="612"/>
                    </a:lnTo>
                    <a:lnTo>
                      <a:pt x="36" y="624"/>
                    </a:lnTo>
                    <a:lnTo>
                      <a:pt x="42" y="636"/>
                    </a:lnTo>
                    <a:lnTo>
                      <a:pt x="48" y="642"/>
                    </a:lnTo>
                    <a:lnTo>
                      <a:pt x="48" y="684"/>
                    </a:lnTo>
                    <a:lnTo>
                      <a:pt x="72" y="708"/>
                    </a:lnTo>
                    <a:lnTo>
                      <a:pt x="96" y="696"/>
                    </a:lnTo>
                    <a:lnTo>
                      <a:pt x="102" y="696"/>
                    </a:lnTo>
                    <a:lnTo>
                      <a:pt x="138" y="714"/>
                    </a:lnTo>
                    <a:lnTo>
                      <a:pt x="150" y="714"/>
                    </a:lnTo>
                    <a:lnTo>
                      <a:pt x="162" y="726"/>
                    </a:lnTo>
                    <a:lnTo>
                      <a:pt x="162" y="732"/>
                    </a:lnTo>
                    <a:lnTo>
                      <a:pt x="168" y="744"/>
                    </a:lnTo>
                    <a:lnTo>
                      <a:pt x="174" y="762"/>
                    </a:lnTo>
                    <a:lnTo>
                      <a:pt x="180" y="774"/>
                    </a:lnTo>
                    <a:lnTo>
                      <a:pt x="186" y="780"/>
                    </a:lnTo>
                    <a:lnTo>
                      <a:pt x="186" y="786"/>
                    </a:lnTo>
                    <a:lnTo>
                      <a:pt x="222" y="792"/>
                    </a:lnTo>
                    <a:lnTo>
                      <a:pt x="234" y="792"/>
                    </a:lnTo>
                    <a:lnTo>
                      <a:pt x="246" y="798"/>
                    </a:lnTo>
                    <a:lnTo>
                      <a:pt x="258" y="798"/>
                    </a:lnTo>
                    <a:lnTo>
                      <a:pt x="276" y="804"/>
                    </a:lnTo>
                    <a:lnTo>
                      <a:pt x="288" y="810"/>
                    </a:lnTo>
                    <a:lnTo>
                      <a:pt x="294" y="810"/>
                    </a:lnTo>
                    <a:lnTo>
                      <a:pt x="300" y="816"/>
                    </a:lnTo>
                    <a:lnTo>
                      <a:pt x="312" y="822"/>
                    </a:lnTo>
                    <a:lnTo>
                      <a:pt x="318" y="828"/>
                    </a:lnTo>
                    <a:lnTo>
                      <a:pt x="324" y="840"/>
                    </a:lnTo>
                    <a:lnTo>
                      <a:pt x="336" y="846"/>
                    </a:lnTo>
                    <a:lnTo>
                      <a:pt x="342" y="852"/>
                    </a:lnTo>
                    <a:lnTo>
                      <a:pt x="360" y="846"/>
                    </a:lnTo>
                    <a:lnTo>
                      <a:pt x="396" y="828"/>
                    </a:lnTo>
                    <a:lnTo>
                      <a:pt x="456" y="792"/>
                    </a:lnTo>
                    <a:lnTo>
                      <a:pt x="468" y="786"/>
                    </a:lnTo>
                    <a:lnTo>
                      <a:pt x="1026" y="1110"/>
                    </a:lnTo>
                    <a:lnTo>
                      <a:pt x="1026" y="1062"/>
                    </a:lnTo>
                    <a:lnTo>
                      <a:pt x="1098" y="1062"/>
                    </a:lnTo>
                    <a:lnTo>
                      <a:pt x="1098" y="828"/>
                    </a:lnTo>
                    <a:lnTo>
                      <a:pt x="1092" y="750"/>
                    </a:lnTo>
                    <a:lnTo>
                      <a:pt x="1092" y="660"/>
                    </a:lnTo>
                    <a:lnTo>
                      <a:pt x="1086" y="564"/>
                    </a:lnTo>
                    <a:lnTo>
                      <a:pt x="1086" y="468"/>
                    </a:lnTo>
                    <a:lnTo>
                      <a:pt x="1080" y="390"/>
                    </a:lnTo>
                    <a:lnTo>
                      <a:pt x="1080" y="306"/>
                    </a:lnTo>
                    <a:lnTo>
                      <a:pt x="1068" y="270"/>
                    </a:lnTo>
                    <a:lnTo>
                      <a:pt x="1056" y="258"/>
                    </a:lnTo>
                    <a:lnTo>
                      <a:pt x="1050" y="246"/>
                    </a:lnTo>
                    <a:lnTo>
                      <a:pt x="1050" y="240"/>
                    </a:lnTo>
                    <a:lnTo>
                      <a:pt x="1056" y="228"/>
                    </a:lnTo>
                    <a:lnTo>
                      <a:pt x="1062" y="222"/>
                    </a:lnTo>
                    <a:lnTo>
                      <a:pt x="1068" y="210"/>
                    </a:lnTo>
                    <a:lnTo>
                      <a:pt x="1074" y="204"/>
                    </a:lnTo>
                    <a:lnTo>
                      <a:pt x="1074" y="198"/>
                    </a:lnTo>
                    <a:lnTo>
                      <a:pt x="1068" y="186"/>
                    </a:lnTo>
                    <a:lnTo>
                      <a:pt x="1056" y="180"/>
                    </a:lnTo>
                    <a:lnTo>
                      <a:pt x="1056" y="150"/>
                    </a:lnTo>
                    <a:lnTo>
                      <a:pt x="1080" y="126"/>
                    </a:lnTo>
                    <a:lnTo>
                      <a:pt x="1074" y="114"/>
                    </a:lnTo>
                    <a:lnTo>
                      <a:pt x="1074" y="96"/>
                    </a:lnTo>
                    <a:lnTo>
                      <a:pt x="1056" y="102"/>
                    </a:lnTo>
                    <a:lnTo>
                      <a:pt x="1044" y="90"/>
                    </a:lnTo>
                    <a:lnTo>
                      <a:pt x="1032" y="102"/>
                    </a:lnTo>
                    <a:lnTo>
                      <a:pt x="1026" y="102"/>
                    </a:lnTo>
                    <a:lnTo>
                      <a:pt x="1020" y="96"/>
                    </a:lnTo>
                    <a:lnTo>
                      <a:pt x="1008" y="90"/>
                    </a:lnTo>
                    <a:lnTo>
                      <a:pt x="1002" y="84"/>
                    </a:lnTo>
                    <a:lnTo>
                      <a:pt x="990" y="78"/>
                    </a:lnTo>
                    <a:lnTo>
                      <a:pt x="978" y="78"/>
                    </a:lnTo>
                    <a:lnTo>
                      <a:pt x="966" y="84"/>
                    </a:lnTo>
                    <a:lnTo>
                      <a:pt x="954" y="84"/>
                    </a:lnTo>
                    <a:lnTo>
                      <a:pt x="942" y="78"/>
                    </a:lnTo>
                    <a:lnTo>
                      <a:pt x="936" y="72"/>
                    </a:lnTo>
                    <a:lnTo>
                      <a:pt x="936" y="48"/>
                    </a:lnTo>
                    <a:lnTo>
                      <a:pt x="930" y="42"/>
                    </a:lnTo>
                    <a:lnTo>
                      <a:pt x="918" y="36"/>
                    </a:lnTo>
                    <a:lnTo>
                      <a:pt x="882" y="36"/>
                    </a:lnTo>
                    <a:lnTo>
                      <a:pt x="876" y="30"/>
                    </a:lnTo>
                    <a:lnTo>
                      <a:pt x="864" y="30"/>
                    </a:lnTo>
                    <a:lnTo>
                      <a:pt x="852" y="24"/>
                    </a:lnTo>
                    <a:lnTo>
                      <a:pt x="840" y="24"/>
                    </a:lnTo>
                    <a:lnTo>
                      <a:pt x="834" y="30"/>
                    </a:lnTo>
                    <a:lnTo>
                      <a:pt x="834" y="36"/>
                    </a:lnTo>
                    <a:lnTo>
                      <a:pt x="798" y="36"/>
                    </a:lnTo>
                    <a:lnTo>
                      <a:pt x="780" y="42"/>
                    </a:lnTo>
                    <a:lnTo>
                      <a:pt x="768" y="48"/>
                    </a:lnTo>
                    <a:lnTo>
                      <a:pt x="732" y="84"/>
                    </a:lnTo>
                    <a:lnTo>
                      <a:pt x="720" y="108"/>
                    </a:lnTo>
                    <a:lnTo>
                      <a:pt x="720" y="120"/>
                    </a:lnTo>
                    <a:lnTo>
                      <a:pt x="726" y="138"/>
                    </a:lnTo>
                    <a:lnTo>
                      <a:pt x="738" y="150"/>
                    </a:lnTo>
                    <a:lnTo>
                      <a:pt x="744" y="162"/>
                    </a:lnTo>
                    <a:lnTo>
                      <a:pt x="744" y="180"/>
                    </a:lnTo>
                    <a:lnTo>
                      <a:pt x="738" y="192"/>
                    </a:lnTo>
                    <a:lnTo>
                      <a:pt x="714" y="216"/>
                    </a:lnTo>
                    <a:lnTo>
                      <a:pt x="708" y="228"/>
                    </a:lnTo>
                    <a:lnTo>
                      <a:pt x="696" y="234"/>
                    </a:lnTo>
                    <a:lnTo>
                      <a:pt x="666" y="234"/>
                    </a:lnTo>
                    <a:lnTo>
                      <a:pt x="648" y="228"/>
                    </a:lnTo>
                    <a:lnTo>
                      <a:pt x="630" y="216"/>
                    </a:lnTo>
                    <a:lnTo>
                      <a:pt x="612" y="198"/>
                    </a:lnTo>
                    <a:lnTo>
                      <a:pt x="582" y="180"/>
                    </a:lnTo>
                    <a:lnTo>
                      <a:pt x="552" y="168"/>
                    </a:lnTo>
                    <a:lnTo>
                      <a:pt x="528" y="162"/>
                    </a:lnTo>
                    <a:lnTo>
                      <a:pt x="462" y="162"/>
                    </a:lnTo>
                    <a:lnTo>
                      <a:pt x="438" y="150"/>
                    </a:lnTo>
                    <a:lnTo>
                      <a:pt x="426" y="138"/>
                    </a:lnTo>
                    <a:lnTo>
                      <a:pt x="420" y="126"/>
                    </a:lnTo>
                    <a:lnTo>
                      <a:pt x="414" y="108"/>
                    </a:lnTo>
                    <a:lnTo>
                      <a:pt x="414" y="96"/>
                    </a:lnTo>
                    <a:lnTo>
                      <a:pt x="402" y="72"/>
                    </a:lnTo>
                    <a:lnTo>
                      <a:pt x="378" y="60"/>
                    </a:lnTo>
                    <a:lnTo>
                      <a:pt x="366" y="60"/>
                    </a:lnTo>
                    <a:lnTo>
                      <a:pt x="354" y="54"/>
                    </a:lnTo>
                    <a:lnTo>
                      <a:pt x="348" y="48"/>
                    </a:lnTo>
                    <a:lnTo>
                      <a:pt x="324" y="36"/>
                    </a:lnTo>
                    <a:lnTo>
                      <a:pt x="318" y="36"/>
                    </a:lnTo>
                    <a:lnTo>
                      <a:pt x="306" y="30"/>
                    </a:lnTo>
                    <a:lnTo>
                      <a:pt x="264" y="30"/>
                    </a:lnTo>
                    <a:lnTo>
                      <a:pt x="252" y="36"/>
                    </a:lnTo>
                    <a:lnTo>
                      <a:pt x="216" y="36"/>
                    </a:lnTo>
                    <a:lnTo>
                      <a:pt x="192" y="24"/>
                    </a:lnTo>
                    <a:lnTo>
                      <a:pt x="180" y="12"/>
                    </a:lnTo>
                    <a:lnTo>
                      <a:pt x="168" y="6"/>
                    </a:lnTo>
                    <a:lnTo>
                      <a:pt x="150" y="6"/>
                    </a:lnTo>
                    <a:lnTo>
                      <a:pt x="144" y="0"/>
                    </a:lnTo>
                    <a:lnTo>
                      <a:pt x="138" y="42"/>
                    </a:lnTo>
                    <a:lnTo>
                      <a:pt x="144" y="42"/>
                    </a:lnTo>
                    <a:lnTo>
                      <a:pt x="156" y="54"/>
                    </a:lnTo>
                    <a:lnTo>
                      <a:pt x="156"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6" name="Liberia" descr="© INSCALE GmbH, 05.05.2010&#10;http://www.presentationload.com/">
                <a:extLst>
                  <a:ext uri="{FF2B5EF4-FFF2-40B4-BE49-F238E27FC236}">
                    <a16:creationId xmlns:a16="http://schemas.microsoft.com/office/drawing/2014/main" id="{C15BAB1E-F1CC-934D-9547-DB49FBB79648}"/>
                  </a:ext>
                </a:extLst>
              </p:cNvPr>
              <p:cNvSpPr>
                <a:spLocks/>
              </p:cNvSpPr>
              <p:nvPr/>
            </p:nvSpPr>
            <p:spPr bwMode="gray">
              <a:xfrm>
                <a:off x="5372798" y="3850780"/>
                <a:ext cx="129848" cy="144640"/>
              </a:xfrm>
              <a:custGeom>
                <a:avLst/>
                <a:gdLst>
                  <a:gd name="T0" fmla="*/ 2147483647 w 312"/>
                  <a:gd name="T1" fmla="*/ 2147483647 h 342"/>
                  <a:gd name="T2" fmla="*/ 2147483647 w 312"/>
                  <a:gd name="T3" fmla="*/ 2147483647 h 342"/>
                  <a:gd name="T4" fmla="*/ 2147483647 w 312"/>
                  <a:gd name="T5" fmla="*/ 2147483647 h 342"/>
                  <a:gd name="T6" fmla="*/ 2147483647 w 312"/>
                  <a:gd name="T7" fmla="*/ 2147483647 h 342"/>
                  <a:gd name="T8" fmla="*/ 2147483647 w 312"/>
                  <a:gd name="T9" fmla="*/ 2147483647 h 342"/>
                  <a:gd name="T10" fmla="*/ 2147483647 w 312"/>
                  <a:gd name="T11" fmla="*/ 2147483647 h 342"/>
                  <a:gd name="T12" fmla="*/ 2147483647 w 312"/>
                  <a:gd name="T13" fmla="*/ 2147483647 h 342"/>
                  <a:gd name="T14" fmla="*/ 2147483647 w 312"/>
                  <a:gd name="T15" fmla="*/ 2147483647 h 342"/>
                  <a:gd name="T16" fmla="*/ 2147483647 w 312"/>
                  <a:gd name="T17" fmla="*/ 2147483647 h 342"/>
                  <a:gd name="T18" fmla="*/ 2147483647 w 312"/>
                  <a:gd name="T19" fmla="*/ 2147483647 h 342"/>
                  <a:gd name="T20" fmla="*/ 2147483647 w 312"/>
                  <a:gd name="T21" fmla="*/ 2147483647 h 342"/>
                  <a:gd name="T22" fmla="*/ 2147483647 w 312"/>
                  <a:gd name="T23" fmla="*/ 2147483647 h 342"/>
                  <a:gd name="T24" fmla="*/ 2147483647 w 312"/>
                  <a:gd name="T25" fmla="*/ 2147483647 h 342"/>
                  <a:gd name="T26" fmla="*/ 2147483647 w 312"/>
                  <a:gd name="T27" fmla="*/ 2147483647 h 342"/>
                  <a:gd name="T28" fmla="*/ 2147483647 w 312"/>
                  <a:gd name="T29" fmla="*/ 2147483647 h 342"/>
                  <a:gd name="T30" fmla="*/ 2147483647 w 312"/>
                  <a:gd name="T31" fmla="*/ 2147483647 h 342"/>
                  <a:gd name="T32" fmla="*/ 2147483647 w 312"/>
                  <a:gd name="T33" fmla="*/ 2147483647 h 342"/>
                  <a:gd name="T34" fmla="*/ 2147483647 w 312"/>
                  <a:gd name="T35" fmla="*/ 2147483647 h 342"/>
                  <a:gd name="T36" fmla="*/ 2147483647 w 312"/>
                  <a:gd name="T37" fmla="*/ 2147483647 h 342"/>
                  <a:gd name="T38" fmla="*/ 2147483647 w 312"/>
                  <a:gd name="T39" fmla="*/ 2147483647 h 342"/>
                  <a:gd name="T40" fmla="*/ 2147483647 w 312"/>
                  <a:gd name="T41" fmla="*/ 2147483647 h 342"/>
                  <a:gd name="T42" fmla="*/ 2147483647 w 312"/>
                  <a:gd name="T43" fmla="*/ 2147483647 h 342"/>
                  <a:gd name="T44" fmla="*/ 2147483647 w 312"/>
                  <a:gd name="T45" fmla="*/ 2147483647 h 342"/>
                  <a:gd name="T46" fmla="*/ 2147483647 w 312"/>
                  <a:gd name="T47" fmla="*/ 2147483647 h 342"/>
                  <a:gd name="T48" fmla="*/ 2147483647 w 312"/>
                  <a:gd name="T49" fmla="*/ 2147483647 h 342"/>
                  <a:gd name="T50" fmla="*/ 2147483647 w 312"/>
                  <a:gd name="T51" fmla="*/ 0 h 342"/>
                  <a:gd name="T52" fmla="*/ 2147483647 w 312"/>
                  <a:gd name="T53" fmla="*/ 0 h 342"/>
                  <a:gd name="T54" fmla="*/ 2147483647 w 312"/>
                  <a:gd name="T55" fmla="*/ 2147483647 h 342"/>
                  <a:gd name="T56" fmla="*/ 2147483647 w 312"/>
                  <a:gd name="T57" fmla="*/ 2147483647 h 342"/>
                  <a:gd name="T58" fmla="*/ 2147483647 w 312"/>
                  <a:gd name="T59" fmla="*/ 2147483647 h 342"/>
                  <a:gd name="T60" fmla="*/ 2147483647 w 312"/>
                  <a:gd name="T61" fmla="*/ 2147483647 h 342"/>
                  <a:gd name="T62" fmla="*/ 2147483647 w 312"/>
                  <a:gd name="T63" fmla="*/ 2147483647 h 342"/>
                  <a:gd name="T64" fmla="*/ 2147483647 w 312"/>
                  <a:gd name="T65" fmla="*/ 2147483647 h 342"/>
                  <a:gd name="T66" fmla="*/ 2147483647 w 312"/>
                  <a:gd name="T67" fmla="*/ 2147483647 h 342"/>
                  <a:gd name="T68" fmla="*/ 2147483647 w 312"/>
                  <a:gd name="T69" fmla="*/ 2147483647 h 342"/>
                  <a:gd name="T70" fmla="*/ 2147483647 w 312"/>
                  <a:gd name="T71" fmla="*/ 2147483647 h 342"/>
                  <a:gd name="T72" fmla="*/ 2147483647 w 312"/>
                  <a:gd name="T73" fmla="*/ 2147483647 h 342"/>
                  <a:gd name="T74" fmla="*/ 2147483647 w 312"/>
                  <a:gd name="T75" fmla="*/ 2147483647 h 342"/>
                  <a:gd name="T76" fmla="*/ 2147483647 w 312"/>
                  <a:gd name="T77" fmla="*/ 2147483647 h 342"/>
                  <a:gd name="T78" fmla="*/ 0 w 312"/>
                  <a:gd name="T79" fmla="*/ 2147483647 h 342"/>
                  <a:gd name="T80" fmla="*/ 2147483647 w 312"/>
                  <a:gd name="T81" fmla="*/ 2147483647 h 342"/>
                  <a:gd name="T82" fmla="*/ 2147483647 w 312"/>
                  <a:gd name="T83" fmla="*/ 2147483647 h 342"/>
                  <a:gd name="T84" fmla="*/ 2147483647 w 312"/>
                  <a:gd name="T85" fmla="*/ 2147483647 h 342"/>
                  <a:gd name="T86" fmla="*/ 2147483647 w 312"/>
                  <a:gd name="T87" fmla="*/ 2147483647 h 342"/>
                  <a:gd name="T88" fmla="*/ 2147483647 w 312"/>
                  <a:gd name="T89" fmla="*/ 2147483647 h 342"/>
                  <a:gd name="T90" fmla="*/ 2147483647 w 312"/>
                  <a:gd name="T91" fmla="*/ 2147483647 h 342"/>
                  <a:gd name="T92" fmla="*/ 2147483647 w 312"/>
                  <a:gd name="T93" fmla="*/ 2147483647 h 342"/>
                  <a:gd name="T94" fmla="*/ 2147483647 w 312"/>
                  <a:gd name="T95" fmla="*/ 2147483647 h 342"/>
                  <a:gd name="T96" fmla="*/ 2147483647 w 312"/>
                  <a:gd name="T97" fmla="*/ 2147483647 h 342"/>
                  <a:gd name="T98" fmla="*/ 2147483647 w 312"/>
                  <a:gd name="T99" fmla="*/ 2147483647 h 342"/>
                  <a:gd name="T100" fmla="*/ 2147483647 w 312"/>
                  <a:gd name="T101" fmla="*/ 2147483647 h 342"/>
                  <a:gd name="T102" fmla="*/ 2147483647 w 312"/>
                  <a:gd name="T103" fmla="*/ 2147483647 h 342"/>
                  <a:gd name="T104" fmla="*/ 2147483647 w 312"/>
                  <a:gd name="T105" fmla="*/ 2147483647 h 342"/>
                  <a:gd name="T106" fmla="*/ 2147483647 w 312"/>
                  <a:gd name="T107" fmla="*/ 2147483647 h 342"/>
                  <a:gd name="T108" fmla="*/ 2147483647 w 312"/>
                  <a:gd name="T109" fmla="*/ 2147483647 h 342"/>
                  <a:gd name="T110" fmla="*/ 2147483647 w 312"/>
                  <a:gd name="T111" fmla="*/ 2147483647 h 342"/>
                  <a:gd name="T112" fmla="*/ 2147483647 w 312"/>
                  <a:gd name="T113" fmla="*/ 2147483647 h 342"/>
                  <a:gd name="T114" fmla="*/ 2147483647 w 312"/>
                  <a:gd name="T115" fmla="*/ 2147483647 h 342"/>
                  <a:gd name="T116" fmla="*/ 2147483647 w 312"/>
                  <a:gd name="T117" fmla="*/ 2147483647 h 342"/>
                  <a:gd name="T118" fmla="*/ 2147483647 w 312"/>
                  <a:gd name="T119" fmla="*/ 2147483647 h 342"/>
                  <a:gd name="T120" fmla="*/ 2147483647 w 312"/>
                  <a:gd name="T121" fmla="*/ 2147483647 h 34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12"/>
                  <a:gd name="T184" fmla="*/ 0 h 342"/>
                  <a:gd name="T185" fmla="*/ 312 w 312"/>
                  <a:gd name="T186" fmla="*/ 342 h 34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12" h="342">
                    <a:moveTo>
                      <a:pt x="312" y="252"/>
                    </a:moveTo>
                    <a:lnTo>
                      <a:pt x="312" y="240"/>
                    </a:lnTo>
                    <a:lnTo>
                      <a:pt x="282" y="210"/>
                    </a:lnTo>
                    <a:lnTo>
                      <a:pt x="282" y="180"/>
                    </a:lnTo>
                    <a:lnTo>
                      <a:pt x="246" y="186"/>
                    </a:lnTo>
                    <a:lnTo>
                      <a:pt x="246" y="174"/>
                    </a:lnTo>
                    <a:lnTo>
                      <a:pt x="228" y="174"/>
                    </a:lnTo>
                    <a:lnTo>
                      <a:pt x="222" y="168"/>
                    </a:lnTo>
                    <a:lnTo>
                      <a:pt x="228" y="156"/>
                    </a:lnTo>
                    <a:lnTo>
                      <a:pt x="240" y="150"/>
                    </a:lnTo>
                    <a:lnTo>
                      <a:pt x="246" y="132"/>
                    </a:lnTo>
                    <a:lnTo>
                      <a:pt x="246" y="108"/>
                    </a:lnTo>
                    <a:lnTo>
                      <a:pt x="228" y="72"/>
                    </a:lnTo>
                    <a:lnTo>
                      <a:pt x="222" y="72"/>
                    </a:lnTo>
                    <a:lnTo>
                      <a:pt x="216" y="78"/>
                    </a:lnTo>
                    <a:lnTo>
                      <a:pt x="210" y="90"/>
                    </a:lnTo>
                    <a:lnTo>
                      <a:pt x="210" y="102"/>
                    </a:lnTo>
                    <a:lnTo>
                      <a:pt x="198" y="114"/>
                    </a:lnTo>
                    <a:lnTo>
                      <a:pt x="192" y="114"/>
                    </a:lnTo>
                    <a:lnTo>
                      <a:pt x="180" y="102"/>
                    </a:lnTo>
                    <a:lnTo>
                      <a:pt x="180" y="96"/>
                    </a:lnTo>
                    <a:lnTo>
                      <a:pt x="168" y="96"/>
                    </a:lnTo>
                    <a:lnTo>
                      <a:pt x="168" y="36"/>
                    </a:lnTo>
                    <a:lnTo>
                      <a:pt x="162" y="18"/>
                    </a:lnTo>
                    <a:lnTo>
                      <a:pt x="150" y="6"/>
                    </a:lnTo>
                    <a:lnTo>
                      <a:pt x="138" y="0"/>
                    </a:lnTo>
                    <a:lnTo>
                      <a:pt x="132" y="0"/>
                    </a:lnTo>
                    <a:lnTo>
                      <a:pt x="126" y="6"/>
                    </a:lnTo>
                    <a:lnTo>
                      <a:pt x="126" y="18"/>
                    </a:lnTo>
                    <a:lnTo>
                      <a:pt x="102" y="12"/>
                    </a:lnTo>
                    <a:lnTo>
                      <a:pt x="108" y="36"/>
                    </a:lnTo>
                    <a:lnTo>
                      <a:pt x="84" y="42"/>
                    </a:lnTo>
                    <a:lnTo>
                      <a:pt x="84" y="60"/>
                    </a:lnTo>
                    <a:lnTo>
                      <a:pt x="78" y="72"/>
                    </a:lnTo>
                    <a:lnTo>
                      <a:pt x="66" y="78"/>
                    </a:lnTo>
                    <a:lnTo>
                      <a:pt x="54" y="90"/>
                    </a:lnTo>
                    <a:lnTo>
                      <a:pt x="42" y="96"/>
                    </a:lnTo>
                    <a:lnTo>
                      <a:pt x="24" y="114"/>
                    </a:lnTo>
                    <a:lnTo>
                      <a:pt x="24" y="150"/>
                    </a:lnTo>
                    <a:lnTo>
                      <a:pt x="0" y="126"/>
                    </a:lnTo>
                    <a:lnTo>
                      <a:pt x="36" y="162"/>
                    </a:lnTo>
                    <a:lnTo>
                      <a:pt x="60" y="162"/>
                    </a:lnTo>
                    <a:lnTo>
                      <a:pt x="72" y="192"/>
                    </a:lnTo>
                    <a:lnTo>
                      <a:pt x="102" y="192"/>
                    </a:lnTo>
                    <a:lnTo>
                      <a:pt x="108" y="198"/>
                    </a:lnTo>
                    <a:lnTo>
                      <a:pt x="120" y="222"/>
                    </a:lnTo>
                    <a:lnTo>
                      <a:pt x="132" y="240"/>
                    </a:lnTo>
                    <a:lnTo>
                      <a:pt x="150" y="252"/>
                    </a:lnTo>
                    <a:lnTo>
                      <a:pt x="162" y="270"/>
                    </a:lnTo>
                    <a:lnTo>
                      <a:pt x="180" y="282"/>
                    </a:lnTo>
                    <a:lnTo>
                      <a:pt x="198" y="288"/>
                    </a:lnTo>
                    <a:lnTo>
                      <a:pt x="210" y="294"/>
                    </a:lnTo>
                    <a:lnTo>
                      <a:pt x="228" y="300"/>
                    </a:lnTo>
                    <a:lnTo>
                      <a:pt x="258" y="330"/>
                    </a:lnTo>
                    <a:lnTo>
                      <a:pt x="294" y="342"/>
                    </a:lnTo>
                    <a:lnTo>
                      <a:pt x="300" y="342"/>
                    </a:lnTo>
                    <a:lnTo>
                      <a:pt x="300" y="294"/>
                    </a:lnTo>
                    <a:lnTo>
                      <a:pt x="306" y="288"/>
                    </a:lnTo>
                    <a:lnTo>
                      <a:pt x="306" y="276"/>
                    </a:lnTo>
                    <a:lnTo>
                      <a:pt x="312" y="264"/>
                    </a:lnTo>
                    <a:lnTo>
                      <a:pt x="312" y="25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7" name="Lesotho" descr="© INSCALE GmbH, 05.05.2010&#10;http://www.presentationload.com/">
                <a:extLst>
                  <a:ext uri="{FF2B5EF4-FFF2-40B4-BE49-F238E27FC236}">
                    <a16:creationId xmlns:a16="http://schemas.microsoft.com/office/drawing/2014/main" id="{06F2EE03-3DDF-F749-B4AE-AC79C9613B38}"/>
                  </a:ext>
                </a:extLst>
              </p:cNvPr>
              <p:cNvSpPr>
                <a:spLocks/>
              </p:cNvSpPr>
              <p:nvPr/>
            </p:nvSpPr>
            <p:spPr bwMode="gray">
              <a:xfrm>
                <a:off x="6511841" y="5111451"/>
                <a:ext cx="70678" cy="69033"/>
              </a:xfrm>
              <a:custGeom>
                <a:avLst/>
                <a:gdLst>
                  <a:gd name="T0" fmla="*/ 0 w 168"/>
                  <a:gd name="T1" fmla="*/ 2147483647 h 162"/>
                  <a:gd name="T2" fmla="*/ 2147483647 w 168"/>
                  <a:gd name="T3" fmla="*/ 2147483647 h 162"/>
                  <a:gd name="T4" fmla="*/ 2147483647 w 168"/>
                  <a:gd name="T5" fmla="*/ 2147483647 h 162"/>
                  <a:gd name="T6" fmla="*/ 2147483647 w 168"/>
                  <a:gd name="T7" fmla="*/ 2147483647 h 162"/>
                  <a:gd name="T8" fmla="*/ 2147483647 w 168"/>
                  <a:gd name="T9" fmla="*/ 2147483647 h 162"/>
                  <a:gd name="T10" fmla="*/ 2147483647 w 168"/>
                  <a:gd name="T11" fmla="*/ 2147483647 h 162"/>
                  <a:gd name="T12" fmla="*/ 2147483647 w 168"/>
                  <a:gd name="T13" fmla="*/ 2147483647 h 162"/>
                  <a:gd name="T14" fmla="*/ 2147483647 w 168"/>
                  <a:gd name="T15" fmla="*/ 2147483647 h 162"/>
                  <a:gd name="T16" fmla="*/ 2147483647 w 168"/>
                  <a:gd name="T17" fmla="*/ 2147483647 h 162"/>
                  <a:gd name="T18" fmla="*/ 2147483647 w 168"/>
                  <a:gd name="T19" fmla="*/ 2147483647 h 162"/>
                  <a:gd name="T20" fmla="*/ 2147483647 w 168"/>
                  <a:gd name="T21" fmla="*/ 2147483647 h 162"/>
                  <a:gd name="T22" fmla="*/ 2147483647 w 168"/>
                  <a:gd name="T23" fmla="*/ 2147483647 h 162"/>
                  <a:gd name="T24" fmla="*/ 2147483647 w 168"/>
                  <a:gd name="T25" fmla="*/ 2147483647 h 162"/>
                  <a:gd name="T26" fmla="*/ 2147483647 w 168"/>
                  <a:gd name="T27" fmla="*/ 2147483647 h 162"/>
                  <a:gd name="T28" fmla="*/ 2147483647 w 168"/>
                  <a:gd name="T29" fmla="*/ 2147483647 h 162"/>
                  <a:gd name="T30" fmla="*/ 2147483647 w 168"/>
                  <a:gd name="T31" fmla="*/ 2147483647 h 162"/>
                  <a:gd name="T32" fmla="*/ 2147483647 w 168"/>
                  <a:gd name="T33" fmla="*/ 2147483647 h 162"/>
                  <a:gd name="T34" fmla="*/ 2147483647 w 168"/>
                  <a:gd name="T35" fmla="*/ 2147483647 h 162"/>
                  <a:gd name="T36" fmla="*/ 2147483647 w 168"/>
                  <a:gd name="T37" fmla="*/ 2147483647 h 162"/>
                  <a:gd name="T38" fmla="*/ 2147483647 w 168"/>
                  <a:gd name="T39" fmla="*/ 2147483647 h 162"/>
                  <a:gd name="T40" fmla="*/ 2147483647 w 168"/>
                  <a:gd name="T41" fmla="*/ 2147483647 h 162"/>
                  <a:gd name="T42" fmla="*/ 2147483647 w 168"/>
                  <a:gd name="T43" fmla="*/ 0 h 162"/>
                  <a:gd name="T44" fmla="*/ 2147483647 w 168"/>
                  <a:gd name="T45" fmla="*/ 0 h 162"/>
                  <a:gd name="T46" fmla="*/ 2147483647 w 168"/>
                  <a:gd name="T47" fmla="*/ 2147483647 h 162"/>
                  <a:gd name="T48" fmla="*/ 2147483647 w 168"/>
                  <a:gd name="T49" fmla="*/ 2147483647 h 162"/>
                  <a:gd name="T50" fmla="*/ 2147483647 w 168"/>
                  <a:gd name="T51" fmla="*/ 2147483647 h 162"/>
                  <a:gd name="T52" fmla="*/ 2147483647 w 168"/>
                  <a:gd name="T53" fmla="*/ 2147483647 h 162"/>
                  <a:gd name="T54" fmla="*/ 2147483647 w 168"/>
                  <a:gd name="T55" fmla="*/ 2147483647 h 162"/>
                  <a:gd name="T56" fmla="*/ 2147483647 w 168"/>
                  <a:gd name="T57" fmla="*/ 2147483647 h 162"/>
                  <a:gd name="T58" fmla="*/ 2147483647 w 168"/>
                  <a:gd name="T59" fmla="*/ 2147483647 h 162"/>
                  <a:gd name="T60" fmla="*/ 0 w 168"/>
                  <a:gd name="T61" fmla="*/ 2147483647 h 1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8"/>
                  <a:gd name="T94" fmla="*/ 0 h 162"/>
                  <a:gd name="T95" fmla="*/ 168 w 168"/>
                  <a:gd name="T96" fmla="*/ 162 h 16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8" h="162">
                    <a:moveTo>
                      <a:pt x="0" y="78"/>
                    </a:moveTo>
                    <a:lnTo>
                      <a:pt x="24" y="114"/>
                    </a:lnTo>
                    <a:lnTo>
                      <a:pt x="24" y="132"/>
                    </a:lnTo>
                    <a:lnTo>
                      <a:pt x="54" y="162"/>
                    </a:lnTo>
                    <a:lnTo>
                      <a:pt x="72" y="162"/>
                    </a:lnTo>
                    <a:lnTo>
                      <a:pt x="72" y="150"/>
                    </a:lnTo>
                    <a:lnTo>
                      <a:pt x="78" y="144"/>
                    </a:lnTo>
                    <a:lnTo>
                      <a:pt x="84" y="132"/>
                    </a:lnTo>
                    <a:lnTo>
                      <a:pt x="90" y="126"/>
                    </a:lnTo>
                    <a:lnTo>
                      <a:pt x="102" y="120"/>
                    </a:lnTo>
                    <a:lnTo>
                      <a:pt x="120" y="120"/>
                    </a:lnTo>
                    <a:lnTo>
                      <a:pt x="132" y="114"/>
                    </a:lnTo>
                    <a:lnTo>
                      <a:pt x="138" y="108"/>
                    </a:lnTo>
                    <a:lnTo>
                      <a:pt x="150" y="102"/>
                    </a:lnTo>
                    <a:lnTo>
                      <a:pt x="144" y="84"/>
                    </a:lnTo>
                    <a:lnTo>
                      <a:pt x="168" y="66"/>
                    </a:lnTo>
                    <a:lnTo>
                      <a:pt x="162" y="42"/>
                    </a:lnTo>
                    <a:lnTo>
                      <a:pt x="150" y="36"/>
                    </a:lnTo>
                    <a:lnTo>
                      <a:pt x="144" y="24"/>
                    </a:lnTo>
                    <a:lnTo>
                      <a:pt x="138" y="18"/>
                    </a:lnTo>
                    <a:lnTo>
                      <a:pt x="132" y="6"/>
                    </a:lnTo>
                    <a:lnTo>
                      <a:pt x="126" y="0"/>
                    </a:lnTo>
                    <a:lnTo>
                      <a:pt x="90" y="0"/>
                    </a:lnTo>
                    <a:lnTo>
                      <a:pt x="78" y="6"/>
                    </a:lnTo>
                    <a:lnTo>
                      <a:pt x="78" y="18"/>
                    </a:lnTo>
                    <a:lnTo>
                      <a:pt x="54" y="18"/>
                    </a:lnTo>
                    <a:lnTo>
                      <a:pt x="48" y="24"/>
                    </a:lnTo>
                    <a:lnTo>
                      <a:pt x="48" y="42"/>
                    </a:lnTo>
                    <a:lnTo>
                      <a:pt x="30" y="60"/>
                    </a:lnTo>
                    <a:lnTo>
                      <a:pt x="24" y="78"/>
                    </a:lnTo>
                    <a:lnTo>
                      <a:pt x="0" y="7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8" name="Kenya" descr="© INSCALE GmbH, 05.05.2010&#10;http://www.presentationload.com/">
                <a:extLst>
                  <a:ext uri="{FF2B5EF4-FFF2-40B4-BE49-F238E27FC236}">
                    <a16:creationId xmlns:a16="http://schemas.microsoft.com/office/drawing/2014/main" id="{E1BFB712-CE91-EE47-A976-B1FA7EAB109F}"/>
                  </a:ext>
                </a:extLst>
              </p:cNvPr>
              <p:cNvSpPr>
                <a:spLocks/>
              </p:cNvSpPr>
              <p:nvPr/>
            </p:nvSpPr>
            <p:spPr bwMode="gray">
              <a:xfrm>
                <a:off x="6741949" y="3982272"/>
                <a:ext cx="236686" cy="320510"/>
              </a:xfrm>
              <a:custGeom>
                <a:avLst/>
                <a:gdLst>
                  <a:gd name="T0" fmla="*/ 2147483647 w 564"/>
                  <a:gd name="T1" fmla="*/ 2147483647 h 762"/>
                  <a:gd name="T2" fmla="*/ 2147483647 w 564"/>
                  <a:gd name="T3" fmla="*/ 2147483647 h 762"/>
                  <a:gd name="T4" fmla="*/ 2147483647 w 564"/>
                  <a:gd name="T5" fmla="*/ 2147483647 h 762"/>
                  <a:gd name="T6" fmla="*/ 2147483647 w 564"/>
                  <a:gd name="T7" fmla="*/ 2147483647 h 762"/>
                  <a:gd name="T8" fmla="*/ 2147483647 w 564"/>
                  <a:gd name="T9" fmla="*/ 2147483647 h 762"/>
                  <a:gd name="T10" fmla="*/ 2147483647 w 564"/>
                  <a:gd name="T11" fmla="*/ 2147483647 h 762"/>
                  <a:gd name="T12" fmla="*/ 2147483647 w 564"/>
                  <a:gd name="T13" fmla="*/ 2147483647 h 762"/>
                  <a:gd name="T14" fmla="*/ 2147483647 w 564"/>
                  <a:gd name="T15" fmla="*/ 2147483647 h 762"/>
                  <a:gd name="T16" fmla="*/ 2147483647 w 564"/>
                  <a:gd name="T17" fmla="*/ 2147483647 h 762"/>
                  <a:gd name="T18" fmla="*/ 2147483647 w 564"/>
                  <a:gd name="T19" fmla="*/ 2147483647 h 762"/>
                  <a:gd name="T20" fmla="*/ 2147483647 w 564"/>
                  <a:gd name="T21" fmla="*/ 2147483647 h 762"/>
                  <a:gd name="T22" fmla="*/ 2147483647 w 564"/>
                  <a:gd name="T23" fmla="*/ 2147483647 h 762"/>
                  <a:gd name="T24" fmla="*/ 2147483647 w 564"/>
                  <a:gd name="T25" fmla="*/ 0 h 762"/>
                  <a:gd name="T26" fmla="*/ 2147483647 w 564"/>
                  <a:gd name="T27" fmla="*/ 2147483647 h 762"/>
                  <a:gd name="T28" fmla="*/ 2147483647 w 564"/>
                  <a:gd name="T29" fmla="*/ 2147483647 h 762"/>
                  <a:gd name="T30" fmla="*/ 2147483647 w 564"/>
                  <a:gd name="T31" fmla="*/ 2147483647 h 762"/>
                  <a:gd name="T32" fmla="*/ 2147483647 w 564"/>
                  <a:gd name="T33" fmla="*/ 2147483647 h 762"/>
                  <a:gd name="T34" fmla="*/ 2147483647 w 564"/>
                  <a:gd name="T35" fmla="*/ 2147483647 h 762"/>
                  <a:gd name="T36" fmla="*/ 2147483647 w 564"/>
                  <a:gd name="T37" fmla="*/ 2147483647 h 762"/>
                  <a:gd name="T38" fmla="*/ 2147483647 w 564"/>
                  <a:gd name="T39" fmla="*/ 2147483647 h 762"/>
                  <a:gd name="T40" fmla="*/ 2147483647 w 564"/>
                  <a:gd name="T41" fmla="*/ 2147483647 h 762"/>
                  <a:gd name="T42" fmla="*/ 2147483647 w 564"/>
                  <a:gd name="T43" fmla="*/ 2147483647 h 762"/>
                  <a:gd name="T44" fmla="*/ 2147483647 w 564"/>
                  <a:gd name="T45" fmla="*/ 2147483647 h 762"/>
                  <a:gd name="T46" fmla="*/ 2147483647 w 564"/>
                  <a:gd name="T47" fmla="*/ 2147483647 h 762"/>
                  <a:gd name="T48" fmla="*/ 2147483647 w 564"/>
                  <a:gd name="T49" fmla="*/ 2147483647 h 762"/>
                  <a:gd name="T50" fmla="*/ 2147483647 w 564"/>
                  <a:gd name="T51" fmla="*/ 2147483647 h 762"/>
                  <a:gd name="T52" fmla="*/ 2147483647 w 564"/>
                  <a:gd name="T53" fmla="*/ 2147483647 h 762"/>
                  <a:gd name="T54" fmla="*/ 2147483647 w 564"/>
                  <a:gd name="T55" fmla="*/ 2147483647 h 762"/>
                  <a:gd name="T56" fmla="*/ 2147483647 w 564"/>
                  <a:gd name="T57" fmla="*/ 2147483647 h 762"/>
                  <a:gd name="T58" fmla="*/ 0 w 564"/>
                  <a:gd name="T59" fmla="*/ 2147483647 h 762"/>
                  <a:gd name="T60" fmla="*/ 2147483647 w 564"/>
                  <a:gd name="T61" fmla="*/ 2147483647 h 762"/>
                  <a:gd name="T62" fmla="*/ 2147483647 w 564"/>
                  <a:gd name="T63" fmla="*/ 2147483647 h 762"/>
                  <a:gd name="T64" fmla="*/ 2147483647 w 564"/>
                  <a:gd name="T65" fmla="*/ 2147483647 h 762"/>
                  <a:gd name="T66" fmla="*/ 2147483647 w 564"/>
                  <a:gd name="T67" fmla="*/ 2147483647 h 762"/>
                  <a:gd name="T68" fmla="*/ 2147483647 w 564"/>
                  <a:gd name="T69" fmla="*/ 2147483647 h 762"/>
                  <a:gd name="T70" fmla="*/ 0 w 564"/>
                  <a:gd name="T71" fmla="*/ 2147483647 h 762"/>
                  <a:gd name="T72" fmla="*/ 2147483647 w 564"/>
                  <a:gd name="T73" fmla="*/ 2147483647 h 762"/>
                  <a:gd name="T74" fmla="*/ 2147483647 w 564"/>
                  <a:gd name="T75" fmla="*/ 2147483647 h 762"/>
                  <a:gd name="T76" fmla="*/ 2147483647 w 564"/>
                  <a:gd name="T77" fmla="*/ 2147483647 h 762"/>
                  <a:gd name="T78" fmla="*/ 2147483647 w 564"/>
                  <a:gd name="T79" fmla="*/ 2147483647 h 762"/>
                  <a:gd name="T80" fmla="*/ 2147483647 w 564"/>
                  <a:gd name="T81" fmla="*/ 2147483647 h 762"/>
                  <a:gd name="T82" fmla="*/ 2147483647 w 564"/>
                  <a:gd name="T83" fmla="*/ 2147483647 h 762"/>
                  <a:gd name="T84" fmla="*/ 2147483647 w 564"/>
                  <a:gd name="T85" fmla="*/ 2147483647 h 762"/>
                  <a:gd name="T86" fmla="*/ 2147483647 w 564"/>
                  <a:gd name="T87" fmla="*/ 2147483647 h 762"/>
                  <a:gd name="T88" fmla="*/ 2147483647 w 564"/>
                  <a:gd name="T89" fmla="*/ 2147483647 h 762"/>
                  <a:gd name="T90" fmla="*/ 2147483647 w 564"/>
                  <a:gd name="T91" fmla="*/ 2147483647 h 762"/>
                  <a:gd name="T92" fmla="*/ 2147483647 w 564"/>
                  <a:gd name="T93" fmla="*/ 2147483647 h 762"/>
                  <a:gd name="T94" fmla="*/ 2147483647 w 564"/>
                  <a:gd name="T95" fmla="*/ 2147483647 h 762"/>
                  <a:gd name="T96" fmla="*/ 2147483647 w 564"/>
                  <a:gd name="T97" fmla="*/ 2147483647 h 762"/>
                  <a:gd name="T98" fmla="*/ 2147483647 w 564"/>
                  <a:gd name="T99" fmla="*/ 2147483647 h 762"/>
                  <a:gd name="T100" fmla="*/ 2147483647 w 564"/>
                  <a:gd name="T101" fmla="*/ 2147483647 h 76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64"/>
                  <a:gd name="T154" fmla="*/ 0 h 762"/>
                  <a:gd name="T155" fmla="*/ 564 w 564"/>
                  <a:gd name="T156" fmla="*/ 762 h 76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64" h="762">
                    <a:moveTo>
                      <a:pt x="498" y="150"/>
                    </a:moveTo>
                    <a:lnTo>
                      <a:pt x="540" y="108"/>
                    </a:lnTo>
                    <a:lnTo>
                      <a:pt x="558" y="72"/>
                    </a:lnTo>
                    <a:lnTo>
                      <a:pt x="564" y="66"/>
                    </a:lnTo>
                    <a:lnTo>
                      <a:pt x="564" y="60"/>
                    </a:lnTo>
                    <a:lnTo>
                      <a:pt x="540" y="54"/>
                    </a:lnTo>
                    <a:lnTo>
                      <a:pt x="534" y="60"/>
                    </a:lnTo>
                    <a:lnTo>
                      <a:pt x="504" y="60"/>
                    </a:lnTo>
                    <a:lnTo>
                      <a:pt x="480" y="30"/>
                    </a:lnTo>
                    <a:lnTo>
                      <a:pt x="462" y="48"/>
                    </a:lnTo>
                    <a:lnTo>
                      <a:pt x="456" y="48"/>
                    </a:lnTo>
                    <a:lnTo>
                      <a:pt x="450" y="54"/>
                    </a:lnTo>
                    <a:lnTo>
                      <a:pt x="438" y="60"/>
                    </a:lnTo>
                    <a:lnTo>
                      <a:pt x="426" y="60"/>
                    </a:lnTo>
                    <a:lnTo>
                      <a:pt x="414" y="72"/>
                    </a:lnTo>
                    <a:lnTo>
                      <a:pt x="414" y="84"/>
                    </a:lnTo>
                    <a:lnTo>
                      <a:pt x="390" y="102"/>
                    </a:lnTo>
                    <a:lnTo>
                      <a:pt x="378" y="96"/>
                    </a:lnTo>
                    <a:lnTo>
                      <a:pt x="372" y="96"/>
                    </a:lnTo>
                    <a:lnTo>
                      <a:pt x="360" y="90"/>
                    </a:lnTo>
                    <a:lnTo>
                      <a:pt x="330" y="90"/>
                    </a:lnTo>
                    <a:lnTo>
                      <a:pt x="318" y="84"/>
                    </a:lnTo>
                    <a:lnTo>
                      <a:pt x="288" y="84"/>
                    </a:lnTo>
                    <a:lnTo>
                      <a:pt x="210" y="24"/>
                    </a:lnTo>
                    <a:lnTo>
                      <a:pt x="138" y="18"/>
                    </a:lnTo>
                    <a:lnTo>
                      <a:pt x="132" y="0"/>
                    </a:lnTo>
                    <a:lnTo>
                      <a:pt x="108" y="12"/>
                    </a:lnTo>
                    <a:lnTo>
                      <a:pt x="18" y="12"/>
                    </a:lnTo>
                    <a:lnTo>
                      <a:pt x="0" y="42"/>
                    </a:lnTo>
                    <a:lnTo>
                      <a:pt x="6" y="48"/>
                    </a:lnTo>
                    <a:lnTo>
                      <a:pt x="12" y="60"/>
                    </a:lnTo>
                    <a:lnTo>
                      <a:pt x="12" y="84"/>
                    </a:lnTo>
                    <a:lnTo>
                      <a:pt x="18" y="84"/>
                    </a:lnTo>
                    <a:lnTo>
                      <a:pt x="24" y="90"/>
                    </a:lnTo>
                    <a:lnTo>
                      <a:pt x="24" y="84"/>
                    </a:lnTo>
                    <a:lnTo>
                      <a:pt x="30" y="84"/>
                    </a:lnTo>
                    <a:lnTo>
                      <a:pt x="30" y="96"/>
                    </a:lnTo>
                    <a:lnTo>
                      <a:pt x="24" y="102"/>
                    </a:lnTo>
                    <a:lnTo>
                      <a:pt x="24" y="108"/>
                    </a:lnTo>
                    <a:lnTo>
                      <a:pt x="42" y="126"/>
                    </a:lnTo>
                    <a:lnTo>
                      <a:pt x="36" y="132"/>
                    </a:lnTo>
                    <a:lnTo>
                      <a:pt x="72" y="174"/>
                    </a:lnTo>
                    <a:lnTo>
                      <a:pt x="66" y="180"/>
                    </a:lnTo>
                    <a:lnTo>
                      <a:pt x="60" y="180"/>
                    </a:lnTo>
                    <a:lnTo>
                      <a:pt x="54" y="186"/>
                    </a:lnTo>
                    <a:lnTo>
                      <a:pt x="54" y="192"/>
                    </a:lnTo>
                    <a:lnTo>
                      <a:pt x="66" y="216"/>
                    </a:lnTo>
                    <a:lnTo>
                      <a:pt x="72" y="222"/>
                    </a:lnTo>
                    <a:lnTo>
                      <a:pt x="78" y="234"/>
                    </a:lnTo>
                    <a:lnTo>
                      <a:pt x="78" y="246"/>
                    </a:lnTo>
                    <a:lnTo>
                      <a:pt x="66" y="258"/>
                    </a:lnTo>
                    <a:lnTo>
                      <a:pt x="60" y="282"/>
                    </a:lnTo>
                    <a:lnTo>
                      <a:pt x="42" y="282"/>
                    </a:lnTo>
                    <a:lnTo>
                      <a:pt x="36" y="288"/>
                    </a:lnTo>
                    <a:lnTo>
                      <a:pt x="36" y="312"/>
                    </a:lnTo>
                    <a:lnTo>
                      <a:pt x="18" y="324"/>
                    </a:lnTo>
                    <a:lnTo>
                      <a:pt x="12" y="342"/>
                    </a:lnTo>
                    <a:lnTo>
                      <a:pt x="6" y="348"/>
                    </a:lnTo>
                    <a:lnTo>
                      <a:pt x="0" y="360"/>
                    </a:lnTo>
                    <a:lnTo>
                      <a:pt x="0" y="384"/>
                    </a:lnTo>
                    <a:lnTo>
                      <a:pt x="18" y="402"/>
                    </a:lnTo>
                    <a:lnTo>
                      <a:pt x="30" y="402"/>
                    </a:lnTo>
                    <a:lnTo>
                      <a:pt x="30" y="390"/>
                    </a:lnTo>
                    <a:lnTo>
                      <a:pt x="54" y="390"/>
                    </a:lnTo>
                    <a:lnTo>
                      <a:pt x="60" y="408"/>
                    </a:lnTo>
                    <a:lnTo>
                      <a:pt x="42" y="408"/>
                    </a:lnTo>
                    <a:lnTo>
                      <a:pt x="30" y="420"/>
                    </a:lnTo>
                    <a:lnTo>
                      <a:pt x="24" y="414"/>
                    </a:lnTo>
                    <a:lnTo>
                      <a:pt x="18" y="414"/>
                    </a:lnTo>
                    <a:lnTo>
                      <a:pt x="6" y="420"/>
                    </a:lnTo>
                    <a:lnTo>
                      <a:pt x="0" y="432"/>
                    </a:lnTo>
                    <a:lnTo>
                      <a:pt x="0" y="438"/>
                    </a:lnTo>
                    <a:lnTo>
                      <a:pt x="12" y="450"/>
                    </a:lnTo>
                    <a:lnTo>
                      <a:pt x="6" y="468"/>
                    </a:lnTo>
                    <a:lnTo>
                      <a:pt x="258" y="624"/>
                    </a:lnTo>
                    <a:lnTo>
                      <a:pt x="270" y="636"/>
                    </a:lnTo>
                    <a:lnTo>
                      <a:pt x="270" y="642"/>
                    </a:lnTo>
                    <a:lnTo>
                      <a:pt x="264" y="648"/>
                    </a:lnTo>
                    <a:lnTo>
                      <a:pt x="258" y="648"/>
                    </a:lnTo>
                    <a:lnTo>
                      <a:pt x="252" y="654"/>
                    </a:lnTo>
                    <a:lnTo>
                      <a:pt x="366" y="762"/>
                    </a:lnTo>
                    <a:lnTo>
                      <a:pt x="384" y="756"/>
                    </a:lnTo>
                    <a:lnTo>
                      <a:pt x="414" y="690"/>
                    </a:lnTo>
                    <a:lnTo>
                      <a:pt x="414" y="660"/>
                    </a:lnTo>
                    <a:lnTo>
                      <a:pt x="426" y="648"/>
                    </a:lnTo>
                    <a:lnTo>
                      <a:pt x="432" y="648"/>
                    </a:lnTo>
                    <a:lnTo>
                      <a:pt x="444" y="636"/>
                    </a:lnTo>
                    <a:lnTo>
                      <a:pt x="444" y="624"/>
                    </a:lnTo>
                    <a:lnTo>
                      <a:pt x="438" y="618"/>
                    </a:lnTo>
                    <a:lnTo>
                      <a:pt x="438" y="600"/>
                    </a:lnTo>
                    <a:lnTo>
                      <a:pt x="444" y="594"/>
                    </a:lnTo>
                    <a:lnTo>
                      <a:pt x="456" y="588"/>
                    </a:lnTo>
                    <a:lnTo>
                      <a:pt x="468" y="588"/>
                    </a:lnTo>
                    <a:lnTo>
                      <a:pt x="474" y="582"/>
                    </a:lnTo>
                    <a:lnTo>
                      <a:pt x="480" y="582"/>
                    </a:lnTo>
                    <a:lnTo>
                      <a:pt x="486" y="540"/>
                    </a:lnTo>
                    <a:lnTo>
                      <a:pt x="516" y="540"/>
                    </a:lnTo>
                    <a:lnTo>
                      <a:pt x="528" y="534"/>
                    </a:lnTo>
                    <a:lnTo>
                      <a:pt x="534" y="522"/>
                    </a:lnTo>
                    <a:lnTo>
                      <a:pt x="540" y="516"/>
                    </a:lnTo>
                    <a:lnTo>
                      <a:pt x="498" y="450"/>
                    </a:lnTo>
                    <a:lnTo>
                      <a:pt x="498"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99" name="Guinea-Bissau" descr="© INSCALE GmbH, 05.05.2010&#10;http://www.presentationload.com/">
                <a:extLst>
                  <a:ext uri="{FF2B5EF4-FFF2-40B4-BE49-F238E27FC236}">
                    <a16:creationId xmlns:a16="http://schemas.microsoft.com/office/drawing/2014/main" id="{A26B2222-5C4D-9C48-B5EA-5B51D1725968}"/>
                  </a:ext>
                </a:extLst>
              </p:cNvPr>
              <p:cNvSpPr>
                <a:spLocks/>
              </p:cNvSpPr>
              <p:nvPr/>
            </p:nvSpPr>
            <p:spPr bwMode="gray">
              <a:xfrm>
                <a:off x="5241307" y="3709428"/>
                <a:ext cx="77252" cy="65745"/>
              </a:xfrm>
              <a:custGeom>
                <a:avLst/>
                <a:gdLst>
                  <a:gd name="T0" fmla="*/ 2147483647 w 186"/>
                  <a:gd name="T1" fmla="*/ 2147483647 h 156"/>
                  <a:gd name="T2" fmla="*/ 2147483647 w 186"/>
                  <a:gd name="T3" fmla="*/ 2147483647 h 156"/>
                  <a:gd name="T4" fmla="*/ 2147483647 w 186"/>
                  <a:gd name="T5" fmla="*/ 2147483647 h 156"/>
                  <a:gd name="T6" fmla="*/ 2147483647 w 186"/>
                  <a:gd name="T7" fmla="*/ 2147483647 h 156"/>
                  <a:gd name="T8" fmla="*/ 2147483647 w 186"/>
                  <a:gd name="T9" fmla="*/ 2147483647 h 156"/>
                  <a:gd name="T10" fmla="*/ 2147483647 w 186"/>
                  <a:gd name="T11" fmla="*/ 2147483647 h 156"/>
                  <a:gd name="T12" fmla="*/ 2147483647 w 186"/>
                  <a:gd name="T13" fmla="*/ 2147483647 h 156"/>
                  <a:gd name="T14" fmla="*/ 2147483647 w 186"/>
                  <a:gd name="T15" fmla="*/ 2147483647 h 156"/>
                  <a:gd name="T16" fmla="*/ 2147483647 w 186"/>
                  <a:gd name="T17" fmla="*/ 2147483647 h 156"/>
                  <a:gd name="T18" fmla="*/ 2147483647 w 186"/>
                  <a:gd name="T19" fmla="*/ 2147483647 h 156"/>
                  <a:gd name="T20" fmla="*/ 2147483647 w 186"/>
                  <a:gd name="T21" fmla="*/ 2147483647 h 156"/>
                  <a:gd name="T22" fmla="*/ 2147483647 w 186"/>
                  <a:gd name="T23" fmla="*/ 2147483647 h 156"/>
                  <a:gd name="T24" fmla="*/ 2147483647 w 186"/>
                  <a:gd name="T25" fmla="*/ 2147483647 h 156"/>
                  <a:gd name="T26" fmla="*/ 2147483647 w 186"/>
                  <a:gd name="T27" fmla="*/ 2147483647 h 156"/>
                  <a:gd name="T28" fmla="*/ 2147483647 w 186"/>
                  <a:gd name="T29" fmla="*/ 0 h 156"/>
                  <a:gd name="T30" fmla="*/ 2147483647 w 186"/>
                  <a:gd name="T31" fmla="*/ 2147483647 h 156"/>
                  <a:gd name="T32" fmla="*/ 2147483647 w 186"/>
                  <a:gd name="T33" fmla="*/ 2147483647 h 156"/>
                  <a:gd name="T34" fmla="*/ 2147483647 w 186"/>
                  <a:gd name="T35" fmla="*/ 2147483647 h 156"/>
                  <a:gd name="T36" fmla="*/ 0 w 186"/>
                  <a:gd name="T37" fmla="*/ 2147483647 h 156"/>
                  <a:gd name="T38" fmla="*/ 2147483647 w 186"/>
                  <a:gd name="T39" fmla="*/ 2147483647 h 156"/>
                  <a:gd name="T40" fmla="*/ 2147483647 w 186"/>
                  <a:gd name="T41" fmla="*/ 2147483647 h 156"/>
                  <a:gd name="T42" fmla="*/ 2147483647 w 186"/>
                  <a:gd name="T43" fmla="*/ 2147483647 h 156"/>
                  <a:gd name="T44" fmla="*/ 2147483647 w 186"/>
                  <a:gd name="T45" fmla="*/ 2147483647 h 156"/>
                  <a:gd name="T46" fmla="*/ 2147483647 w 186"/>
                  <a:gd name="T47" fmla="*/ 2147483647 h 156"/>
                  <a:gd name="T48" fmla="*/ 2147483647 w 186"/>
                  <a:gd name="T49" fmla="*/ 2147483647 h 156"/>
                  <a:gd name="T50" fmla="*/ 2147483647 w 186"/>
                  <a:gd name="T51" fmla="*/ 2147483647 h 156"/>
                  <a:gd name="T52" fmla="*/ 2147483647 w 186"/>
                  <a:gd name="T53" fmla="*/ 2147483647 h 156"/>
                  <a:gd name="T54" fmla="*/ 2147483647 w 186"/>
                  <a:gd name="T55" fmla="*/ 2147483647 h 156"/>
                  <a:gd name="T56" fmla="*/ 2147483647 w 186"/>
                  <a:gd name="T57" fmla="*/ 2147483647 h 156"/>
                  <a:gd name="T58" fmla="*/ 2147483647 w 186"/>
                  <a:gd name="T59" fmla="*/ 2147483647 h 156"/>
                  <a:gd name="T60" fmla="*/ 2147483647 w 186"/>
                  <a:gd name="T61" fmla="*/ 2147483647 h 156"/>
                  <a:gd name="T62" fmla="*/ 2147483647 w 186"/>
                  <a:gd name="T63" fmla="*/ 2147483647 h 156"/>
                  <a:gd name="T64" fmla="*/ 2147483647 w 186"/>
                  <a:gd name="T65" fmla="*/ 2147483647 h 156"/>
                  <a:gd name="T66" fmla="*/ 2147483647 w 186"/>
                  <a:gd name="T67" fmla="*/ 2147483647 h 156"/>
                  <a:gd name="T68" fmla="*/ 2147483647 w 186"/>
                  <a:gd name="T69" fmla="*/ 2147483647 h 156"/>
                  <a:gd name="T70" fmla="*/ 2147483647 w 186"/>
                  <a:gd name="T71" fmla="*/ 2147483647 h 156"/>
                  <a:gd name="T72" fmla="*/ 2147483647 w 186"/>
                  <a:gd name="T73" fmla="*/ 2147483647 h 1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156"/>
                  <a:gd name="T113" fmla="*/ 186 w 186"/>
                  <a:gd name="T114" fmla="*/ 156 h 1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156">
                    <a:moveTo>
                      <a:pt x="126" y="102"/>
                    </a:moveTo>
                    <a:lnTo>
                      <a:pt x="132" y="96"/>
                    </a:lnTo>
                    <a:lnTo>
                      <a:pt x="144" y="90"/>
                    </a:lnTo>
                    <a:lnTo>
                      <a:pt x="174" y="90"/>
                    </a:lnTo>
                    <a:lnTo>
                      <a:pt x="180" y="84"/>
                    </a:lnTo>
                    <a:lnTo>
                      <a:pt x="186" y="72"/>
                    </a:lnTo>
                    <a:lnTo>
                      <a:pt x="186" y="66"/>
                    </a:lnTo>
                    <a:lnTo>
                      <a:pt x="180" y="60"/>
                    </a:lnTo>
                    <a:lnTo>
                      <a:pt x="168" y="54"/>
                    </a:lnTo>
                    <a:lnTo>
                      <a:pt x="162" y="48"/>
                    </a:lnTo>
                    <a:lnTo>
                      <a:pt x="162" y="36"/>
                    </a:lnTo>
                    <a:lnTo>
                      <a:pt x="168" y="30"/>
                    </a:lnTo>
                    <a:lnTo>
                      <a:pt x="186" y="30"/>
                    </a:lnTo>
                    <a:lnTo>
                      <a:pt x="186" y="6"/>
                    </a:lnTo>
                    <a:lnTo>
                      <a:pt x="84" y="0"/>
                    </a:lnTo>
                    <a:lnTo>
                      <a:pt x="54" y="24"/>
                    </a:lnTo>
                    <a:lnTo>
                      <a:pt x="18" y="24"/>
                    </a:lnTo>
                    <a:lnTo>
                      <a:pt x="6" y="36"/>
                    </a:lnTo>
                    <a:lnTo>
                      <a:pt x="0" y="72"/>
                    </a:lnTo>
                    <a:lnTo>
                      <a:pt x="6" y="78"/>
                    </a:lnTo>
                    <a:lnTo>
                      <a:pt x="18" y="78"/>
                    </a:lnTo>
                    <a:lnTo>
                      <a:pt x="42" y="66"/>
                    </a:lnTo>
                    <a:lnTo>
                      <a:pt x="66" y="66"/>
                    </a:lnTo>
                    <a:lnTo>
                      <a:pt x="90" y="60"/>
                    </a:lnTo>
                    <a:lnTo>
                      <a:pt x="90" y="84"/>
                    </a:lnTo>
                    <a:lnTo>
                      <a:pt x="78" y="78"/>
                    </a:lnTo>
                    <a:lnTo>
                      <a:pt x="72" y="78"/>
                    </a:lnTo>
                    <a:lnTo>
                      <a:pt x="66" y="72"/>
                    </a:lnTo>
                    <a:lnTo>
                      <a:pt x="54" y="72"/>
                    </a:lnTo>
                    <a:lnTo>
                      <a:pt x="54" y="96"/>
                    </a:lnTo>
                    <a:lnTo>
                      <a:pt x="60" y="102"/>
                    </a:lnTo>
                    <a:lnTo>
                      <a:pt x="90" y="96"/>
                    </a:lnTo>
                    <a:lnTo>
                      <a:pt x="54" y="114"/>
                    </a:lnTo>
                    <a:lnTo>
                      <a:pt x="84" y="156"/>
                    </a:lnTo>
                    <a:lnTo>
                      <a:pt x="90" y="132"/>
                    </a:lnTo>
                    <a:lnTo>
                      <a:pt x="108" y="102"/>
                    </a:lnTo>
                    <a:lnTo>
                      <a:pt x="126" y="10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0" name="Guinea" descr="© INSCALE GmbH, 05.05.2010&#10;http://www.presentationload.com/">
                <a:extLst>
                  <a:ext uri="{FF2B5EF4-FFF2-40B4-BE49-F238E27FC236}">
                    <a16:creationId xmlns:a16="http://schemas.microsoft.com/office/drawing/2014/main" id="{32FCF635-BB99-2D4C-B2FC-B877EC609265}"/>
                  </a:ext>
                </a:extLst>
              </p:cNvPr>
              <p:cNvSpPr>
                <a:spLocks/>
              </p:cNvSpPr>
              <p:nvPr/>
            </p:nvSpPr>
            <p:spPr bwMode="gray">
              <a:xfrm>
                <a:off x="5279110" y="3712715"/>
                <a:ext cx="218604" cy="185732"/>
              </a:xfrm>
              <a:custGeom>
                <a:avLst/>
                <a:gdLst>
                  <a:gd name="T0" fmla="*/ 2147483647 w 522"/>
                  <a:gd name="T1" fmla="*/ 2147483647 h 444"/>
                  <a:gd name="T2" fmla="*/ 2147483647 w 522"/>
                  <a:gd name="T3" fmla="*/ 2147483647 h 444"/>
                  <a:gd name="T4" fmla="*/ 2147483647 w 522"/>
                  <a:gd name="T5" fmla="*/ 2147483647 h 444"/>
                  <a:gd name="T6" fmla="*/ 2147483647 w 522"/>
                  <a:gd name="T7" fmla="*/ 2147483647 h 444"/>
                  <a:gd name="T8" fmla="*/ 2147483647 w 522"/>
                  <a:gd name="T9" fmla="*/ 2147483647 h 444"/>
                  <a:gd name="T10" fmla="*/ 2147483647 w 522"/>
                  <a:gd name="T11" fmla="*/ 2147483647 h 444"/>
                  <a:gd name="T12" fmla="*/ 2147483647 w 522"/>
                  <a:gd name="T13" fmla="*/ 2147483647 h 444"/>
                  <a:gd name="T14" fmla="*/ 2147483647 w 522"/>
                  <a:gd name="T15" fmla="*/ 2147483647 h 444"/>
                  <a:gd name="T16" fmla="*/ 2147483647 w 522"/>
                  <a:gd name="T17" fmla="*/ 2147483647 h 444"/>
                  <a:gd name="T18" fmla="*/ 2147483647 w 522"/>
                  <a:gd name="T19" fmla="*/ 2147483647 h 444"/>
                  <a:gd name="T20" fmla="*/ 2147483647 w 522"/>
                  <a:gd name="T21" fmla="*/ 2147483647 h 444"/>
                  <a:gd name="T22" fmla="*/ 2147483647 w 522"/>
                  <a:gd name="T23" fmla="*/ 2147483647 h 444"/>
                  <a:gd name="T24" fmla="*/ 2147483647 w 522"/>
                  <a:gd name="T25" fmla="*/ 2147483647 h 444"/>
                  <a:gd name="T26" fmla="*/ 2147483647 w 522"/>
                  <a:gd name="T27" fmla="*/ 2147483647 h 444"/>
                  <a:gd name="T28" fmla="*/ 2147483647 w 522"/>
                  <a:gd name="T29" fmla="*/ 2147483647 h 444"/>
                  <a:gd name="T30" fmla="*/ 2147483647 w 522"/>
                  <a:gd name="T31" fmla="*/ 2147483647 h 444"/>
                  <a:gd name="T32" fmla="*/ 2147483647 w 522"/>
                  <a:gd name="T33" fmla="*/ 2147483647 h 444"/>
                  <a:gd name="T34" fmla="*/ 2147483647 w 522"/>
                  <a:gd name="T35" fmla="*/ 2147483647 h 444"/>
                  <a:gd name="T36" fmla="*/ 2147483647 w 522"/>
                  <a:gd name="T37" fmla="*/ 2147483647 h 444"/>
                  <a:gd name="T38" fmla="*/ 2147483647 w 522"/>
                  <a:gd name="T39" fmla="*/ 2147483647 h 444"/>
                  <a:gd name="T40" fmla="*/ 2147483647 w 522"/>
                  <a:gd name="T41" fmla="*/ 2147483647 h 444"/>
                  <a:gd name="T42" fmla="*/ 2147483647 w 522"/>
                  <a:gd name="T43" fmla="*/ 2147483647 h 444"/>
                  <a:gd name="T44" fmla="*/ 2147483647 w 522"/>
                  <a:gd name="T45" fmla="*/ 2147483647 h 444"/>
                  <a:gd name="T46" fmla="*/ 2147483647 w 522"/>
                  <a:gd name="T47" fmla="*/ 2147483647 h 444"/>
                  <a:gd name="T48" fmla="*/ 2147483647 w 522"/>
                  <a:gd name="T49" fmla="*/ 2147483647 h 444"/>
                  <a:gd name="T50" fmla="*/ 2147483647 w 522"/>
                  <a:gd name="T51" fmla="*/ 2147483647 h 444"/>
                  <a:gd name="T52" fmla="*/ 2147483647 w 522"/>
                  <a:gd name="T53" fmla="*/ 2147483647 h 444"/>
                  <a:gd name="T54" fmla="*/ 2147483647 w 522"/>
                  <a:gd name="T55" fmla="*/ 2147483647 h 444"/>
                  <a:gd name="T56" fmla="*/ 2147483647 w 522"/>
                  <a:gd name="T57" fmla="*/ 2147483647 h 444"/>
                  <a:gd name="T58" fmla="*/ 2147483647 w 522"/>
                  <a:gd name="T59" fmla="*/ 2147483647 h 444"/>
                  <a:gd name="T60" fmla="*/ 2147483647 w 522"/>
                  <a:gd name="T61" fmla="*/ 2147483647 h 444"/>
                  <a:gd name="T62" fmla="*/ 2147483647 w 522"/>
                  <a:gd name="T63" fmla="*/ 2147483647 h 444"/>
                  <a:gd name="T64" fmla="*/ 2147483647 w 522"/>
                  <a:gd name="T65" fmla="*/ 2147483647 h 444"/>
                  <a:gd name="T66" fmla="*/ 2147483647 w 522"/>
                  <a:gd name="T67" fmla="*/ 2147483647 h 444"/>
                  <a:gd name="T68" fmla="*/ 2147483647 w 522"/>
                  <a:gd name="T69" fmla="*/ 2147483647 h 444"/>
                  <a:gd name="T70" fmla="*/ 2147483647 w 522"/>
                  <a:gd name="T71" fmla="*/ 2147483647 h 444"/>
                  <a:gd name="T72" fmla="*/ 2147483647 w 522"/>
                  <a:gd name="T73" fmla="*/ 2147483647 h 444"/>
                  <a:gd name="T74" fmla="*/ 2147483647 w 522"/>
                  <a:gd name="T75" fmla="*/ 2147483647 h 444"/>
                  <a:gd name="T76" fmla="*/ 2147483647 w 522"/>
                  <a:gd name="T77" fmla="*/ 2147483647 h 444"/>
                  <a:gd name="T78" fmla="*/ 2147483647 w 522"/>
                  <a:gd name="T79" fmla="*/ 2147483647 h 444"/>
                  <a:gd name="T80" fmla="*/ 2147483647 w 522"/>
                  <a:gd name="T81" fmla="*/ 2147483647 h 444"/>
                  <a:gd name="T82" fmla="*/ 2147483647 w 522"/>
                  <a:gd name="T83" fmla="*/ 2147483647 h 444"/>
                  <a:gd name="T84" fmla="*/ 2147483647 w 522"/>
                  <a:gd name="T85" fmla="*/ 2147483647 h 444"/>
                  <a:gd name="T86" fmla="*/ 2147483647 w 522"/>
                  <a:gd name="T87" fmla="*/ 2147483647 h 444"/>
                  <a:gd name="T88" fmla="*/ 2147483647 w 522"/>
                  <a:gd name="T89" fmla="*/ 2147483647 h 444"/>
                  <a:gd name="T90" fmla="*/ 2147483647 w 522"/>
                  <a:gd name="T91" fmla="*/ 2147483647 h 444"/>
                  <a:gd name="T92" fmla="*/ 2147483647 w 522"/>
                  <a:gd name="T93" fmla="*/ 2147483647 h 4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2"/>
                  <a:gd name="T142" fmla="*/ 0 h 444"/>
                  <a:gd name="T143" fmla="*/ 522 w 522"/>
                  <a:gd name="T144" fmla="*/ 444 h 4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2" h="444">
                    <a:moveTo>
                      <a:pt x="96" y="0"/>
                    </a:moveTo>
                    <a:lnTo>
                      <a:pt x="96" y="24"/>
                    </a:lnTo>
                    <a:lnTo>
                      <a:pt x="78" y="24"/>
                    </a:lnTo>
                    <a:lnTo>
                      <a:pt x="72" y="30"/>
                    </a:lnTo>
                    <a:lnTo>
                      <a:pt x="72" y="42"/>
                    </a:lnTo>
                    <a:lnTo>
                      <a:pt x="78" y="48"/>
                    </a:lnTo>
                    <a:lnTo>
                      <a:pt x="90" y="54"/>
                    </a:lnTo>
                    <a:lnTo>
                      <a:pt x="96" y="60"/>
                    </a:lnTo>
                    <a:lnTo>
                      <a:pt x="96" y="66"/>
                    </a:lnTo>
                    <a:lnTo>
                      <a:pt x="90" y="78"/>
                    </a:lnTo>
                    <a:lnTo>
                      <a:pt x="84" y="84"/>
                    </a:lnTo>
                    <a:lnTo>
                      <a:pt x="54" y="84"/>
                    </a:lnTo>
                    <a:lnTo>
                      <a:pt x="42" y="90"/>
                    </a:lnTo>
                    <a:lnTo>
                      <a:pt x="36" y="96"/>
                    </a:lnTo>
                    <a:lnTo>
                      <a:pt x="18" y="96"/>
                    </a:lnTo>
                    <a:lnTo>
                      <a:pt x="0" y="126"/>
                    </a:lnTo>
                    <a:lnTo>
                      <a:pt x="0" y="132"/>
                    </a:lnTo>
                    <a:lnTo>
                      <a:pt x="18" y="150"/>
                    </a:lnTo>
                    <a:lnTo>
                      <a:pt x="30" y="150"/>
                    </a:lnTo>
                    <a:lnTo>
                      <a:pt x="30" y="162"/>
                    </a:lnTo>
                    <a:lnTo>
                      <a:pt x="24" y="168"/>
                    </a:lnTo>
                    <a:lnTo>
                      <a:pt x="30" y="180"/>
                    </a:lnTo>
                    <a:lnTo>
                      <a:pt x="30" y="192"/>
                    </a:lnTo>
                    <a:lnTo>
                      <a:pt x="54" y="204"/>
                    </a:lnTo>
                    <a:lnTo>
                      <a:pt x="72" y="204"/>
                    </a:lnTo>
                    <a:lnTo>
                      <a:pt x="72" y="228"/>
                    </a:lnTo>
                    <a:lnTo>
                      <a:pt x="84" y="228"/>
                    </a:lnTo>
                    <a:lnTo>
                      <a:pt x="90" y="222"/>
                    </a:lnTo>
                    <a:lnTo>
                      <a:pt x="90" y="234"/>
                    </a:lnTo>
                    <a:lnTo>
                      <a:pt x="96" y="246"/>
                    </a:lnTo>
                    <a:lnTo>
                      <a:pt x="96" y="258"/>
                    </a:lnTo>
                    <a:lnTo>
                      <a:pt x="114" y="276"/>
                    </a:lnTo>
                    <a:lnTo>
                      <a:pt x="126" y="282"/>
                    </a:lnTo>
                    <a:lnTo>
                      <a:pt x="132" y="288"/>
                    </a:lnTo>
                    <a:lnTo>
                      <a:pt x="138" y="282"/>
                    </a:lnTo>
                    <a:lnTo>
                      <a:pt x="150" y="276"/>
                    </a:lnTo>
                    <a:lnTo>
                      <a:pt x="156" y="264"/>
                    </a:lnTo>
                    <a:lnTo>
                      <a:pt x="168" y="252"/>
                    </a:lnTo>
                    <a:lnTo>
                      <a:pt x="174" y="240"/>
                    </a:lnTo>
                    <a:lnTo>
                      <a:pt x="180" y="234"/>
                    </a:lnTo>
                    <a:lnTo>
                      <a:pt x="180" y="228"/>
                    </a:lnTo>
                    <a:lnTo>
                      <a:pt x="216" y="228"/>
                    </a:lnTo>
                    <a:lnTo>
                      <a:pt x="222" y="210"/>
                    </a:lnTo>
                    <a:lnTo>
                      <a:pt x="258" y="210"/>
                    </a:lnTo>
                    <a:lnTo>
                      <a:pt x="300" y="270"/>
                    </a:lnTo>
                    <a:lnTo>
                      <a:pt x="300" y="288"/>
                    </a:lnTo>
                    <a:lnTo>
                      <a:pt x="312" y="300"/>
                    </a:lnTo>
                    <a:lnTo>
                      <a:pt x="312" y="318"/>
                    </a:lnTo>
                    <a:lnTo>
                      <a:pt x="306" y="330"/>
                    </a:lnTo>
                    <a:lnTo>
                      <a:pt x="300" y="336"/>
                    </a:lnTo>
                    <a:lnTo>
                      <a:pt x="294" y="354"/>
                    </a:lnTo>
                    <a:lnTo>
                      <a:pt x="324" y="342"/>
                    </a:lnTo>
                    <a:lnTo>
                      <a:pt x="348" y="348"/>
                    </a:lnTo>
                    <a:lnTo>
                      <a:pt x="348" y="336"/>
                    </a:lnTo>
                    <a:lnTo>
                      <a:pt x="354" y="330"/>
                    </a:lnTo>
                    <a:lnTo>
                      <a:pt x="360" y="330"/>
                    </a:lnTo>
                    <a:lnTo>
                      <a:pt x="372" y="336"/>
                    </a:lnTo>
                    <a:lnTo>
                      <a:pt x="384" y="348"/>
                    </a:lnTo>
                    <a:lnTo>
                      <a:pt x="390" y="366"/>
                    </a:lnTo>
                    <a:lnTo>
                      <a:pt x="390" y="426"/>
                    </a:lnTo>
                    <a:lnTo>
                      <a:pt x="402" y="426"/>
                    </a:lnTo>
                    <a:lnTo>
                      <a:pt x="402" y="432"/>
                    </a:lnTo>
                    <a:lnTo>
                      <a:pt x="414" y="444"/>
                    </a:lnTo>
                    <a:lnTo>
                      <a:pt x="420" y="444"/>
                    </a:lnTo>
                    <a:lnTo>
                      <a:pt x="432" y="432"/>
                    </a:lnTo>
                    <a:lnTo>
                      <a:pt x="432" y="420"/>
                    </a:lnTo>
                    <a:lnTo>
                      <a:pt x="438" y="408"/>
                    </a:lnTo>
                    <a:lnTo>
                      <a:pt x="444" y="402"/>
                    </a:lnTo>
                    <a:lnTo>
                      <a:pt x="456" y="402"/>
                    </a:lnTo>
                    <a:lnTo>
                      <a:pt x="468" y="408"/>
                    </a:lnTo>
                    <a:lnTo>
                      <a:pt x="474" y="414"/>
                    </a:lnTo>
                    <a:lnTo>
                      <a:pt x="480" y="414"/>
                    </a:lnTo>
                    <a:lnTo>
                      <a:pt x="486" y="408"/>
                    </a:lnTo>
                    <a:lnTo>
                      <a:pt x="486" y="390"/>
                    </a:lnTo>
                    <a:lnTo>
                      <a:pt x="480" y="384"/>
                    </a:lnTo>
                    <a:lnTo>
                      <a:pt x="480" y="378"/>
                    </a:lnTo>
                    <a:lnTo>
                      <a:pt x="498" y="378"/>
                    </a:lnTo>
                    <a:lnTo>
                      <a:pt x="492" y="366"/>
                    </a:lnTo>
                    <a:lnTo>
                      <a:pt x="480" y="360"/>
                    </a:lnTo>
                    <a:lnTo>
                      <a:pt x="474" y="348"/>
                    </a:lnTo>
                    <a:lnTo>
                      <a:pt x="474" y="336"/>
                    </a:lnTo>
                    <a:lnTo>
                      <a:pt x="492" y="336"/>
                    </a:lnTo>
                    <a:lnTo>
                      <a:pt x="498" y="342"/>
                    </a:lnTo>
                    <a:lnTo>
                      <a:pt x="510" y="342"/>
                    </a:lnTo>
                    <a:lnTo>
                      <a:pt x="516" y="348"/>
                    </a:lnTo>
                    <a:lnTo>
                      <a:pt x="516" y="342"/>
                    </a:lnTo>
                    <a:lnTo>
                      <a:pt x="522" y="336"/>
                    </a:lnTo>
                    <a:lnTo>
                      <a:pt x="522" y="324"/>
                    </a:lnTo>
                    <a:lnTo>
                      <a:pt x="516" y="324"/>
                    </a:lnTo>
                    <a:lnTo>
                      <a:pt x="504" y="318"/>
                    </a:lnTo>
                    <a:lnTo>
                      <a:pt x="498" y="318"/>
                    </a:lnTo>
                    <a:lnTo>
                      <a:pt x="498" y="306"/>
                    </a:lnTo>
                    <a:lnTo>
                      <a:pt x="504" y="294"/>
                    </a:lnTo>
                    <a:lnTo>
                      <a:pt x="510" y="288"/>
                    </a:lnTo>
                    <a:lnTo>
                      <a:pt x="492" y="282"/>
                    </a:lnTo>
                    <a:lnTo>
                      <a:pt x="504" y="264"/>
                    </a:lnTo>
                    <a:lnTo>
                      <a:pt x="486" y="258"/>
                    </a:lnTo>
                    <a:lnTo>
                      <a:pt x="480" y="222"/>
                    </a:lnTo>
                    <a:lnTo>
                      <a:pt x="498" y="198"/>
                    </a:lnTo>
                    <a:lnTo>
                      <a:pt x="468" y="168"/>
                    </a:lnTo>
                    <a:lnTo>
                      <a:pt x="468" y="132"/>
                    </a:lnTo>
                    <a:lnTo>
                      <a:pt x="444" y="132"/>
                    </a:lnTo>
                    <a:lnTo>
                      <a:pt x="468" y="96"/>
                    </a:lnTo>
                    <a:lnTo>
                      <a:pt x="432" y="78"/>
                    </a:lnTo>
                    <a:lnTo>
                      <a:pt x="444" y="48"/>
                    </a:lnTo>
                    <a:lnTo>
                      <a:pt x="426" y="36"/>
                    </a:lnTo>
                    <a:lnTo>
                      <a:pt x="426" y="18"/>
                    </a:lnTo>
                    <a:lnTo>
                      <a:pt x="414" y="12"/>
                    </a:lnTo>
                    <a:lnTo>
                      <a:pt x="402" y="12"/>
                    </a:lnTo>
                    <a:lnTo>
                      <a:pt x="396" y="18"/>
                    </a:lnTo>
                    <a:lnTo>
                      <a:pt x="396" y="36"/>
                    </a:lnTo>
                    <a:lnTo>
                      <a:pt x="378" y="54"/>
                    </a:lnTo>
                    <a:lnTo>
                      <a:pt x="366" y="48"/>
                    </a:lnTo>
                    <a:lnTo>
                      <a:pt x="360" y="42"/>
                    </a:lnTo>
                    <a:lnTo>
                      <a:pt x="348" y="36"/>
                    </a:lnTo>
                    <a:lnTo>
                      <a:pt x="342" y="36"/>
                    </a:lnTo>
                    <a:lnTo>
                      <a:pt x="336" y="30"/>
                    </a:lnTo>
                    <a:lnTo>
                      <a:pt x="330" y="30"/>
                    </a:lnTo>
                    <a:lnTo>
                      <a:pt x="324" y="42"/>
                    </a:lnTo>
                    <a:lnTo>
                      <a:pt x="312" y="54"/>
                    </a:lnTo>
                    <a:lnTo>
                      <a:pt x="306" y="66"/>
                    </a:lnTo>
                    <a:lnTo>
                      <a:pt x="306" y="54"/>
                    </a:lnTo>
                    <a:lnTo>
                      <a:pt x="300" y="42"/>
                    </a:lnTo>
                    <a:lnTo>
                      <a:pt x="288" y="30"/>
                    </a:lnTo>
                    <a:lnTo>
                      <a:pt x="276" y="42"/>
                    </a:lnTo>
                    <a:lnTo>
                      <a:pt x="270" y="54"/>
                    </a:lnTo>
                    <a:lnTo>
                      <a:pt x="264" y="60"/>
                    </a:lnTo>
                    <a:lnTo>
                      <a:pt x="258" y="54"/>
                    </a:lnTo>
                    <a:lnTo>
                      <a:pt x="258" y="48"/>
                    </a:lnTo>
                    <a:lnTo>
                      <a:pt x="252" y="36"/>
                    </a:lnTo>
                    <a:lnTo>
                      <a:pt x="252" y="24"/>
                    </a:lnTo>
                    <a:lnTo>
                      <a:pt x="210" y="24"/>
                    </a:lnTo>
                    <a:lnTo>
                      <a:pt x="204" y="30"/>
                    </a:lnTo>
                    <a:lnTo>
                      <a:pt x="192" y="36"/>
                    </a:lnTo>
                    <a:lnTo>
                      <a:pt x="180" y="36"/>
                    </a:lnTo>
                    <a:lnTo>
                      <a:pt x="174" y="30"/>
                    </a:lnTo>
                    <a:lnTo>
                      <a:pt x="168" y="18"/>
                    </a:lnTo>
                    <a:lnTo>
                      <a:pt x="162" y="12"/>
                    </a:lnTo>
                    <a:lnTo>
                      <a:pt x="156" y="18"/>
                    </a:lnTo>
                    <a:lnTo>
                      <a:pt x="138" y="18"/>
                    </a:lnTo>
                    <a:lnTo>
                      <a:pt x="132" y="6"/>
                    </a:lnTo>
                    <a:lnTo>
                      <a:pt x="132" y="0"/>
                    </a:lnTo>
                    <a:lnTo>
                      <a:pt x="96"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1" name="Ghana" descr="© INSCALE GmbH, 05.05.2010&#10;http://www.presentationload.com/">
                <a:extLst>
                  <a:ext uri="{FF2B5EF4-FFF2-40B4-BE49-F238E27FC236}">
                    <a16:creationId xmlns:a16="http://schemas.microsoft.com/office/drawing/2014/main" id="{02780AD4-A254-D54E-81FB-CAB6087F6206}"/>
                  </a:ext>
                </a:extLst>
              </p:cNvPr>
              <p:cNvSpPr>
                <a:spLocks/>
              </p:cNvSpPr>
              <p:nvPr/>
            </p:nvSpPr>
            <p:spPr bwMode="gray">
              <a:xfrm>
                <a:off x="5624276" y="3765311"/>
                <a:ext cx="136423" cy="216960"/>
              </a:xfrm>
              <a:custGeom>
                <a:avLst/>
                <a:gdLst>
                  <a:gd name="T0" fmla="*/ 2147483647 w 324"/>
                  <a:gd name="T1" fmla="*/ 2147483647 h 516"/>
                  <a:gd name="T2" fmla="*/ 2147483647 w 324"/>
                  <a:gd name="T3" fmla="*/ 2147483647 h 516"/>
                  <a:gd name="T4" fmla="*/ 2147483647 w 324"/>
                  <a:gd name="T5" fmla="*/ 2147483647 h 516"/>
                  <a:gd name="T6" fmla="*/ 2147483647 w 324"/>
                  <a:gd name="T7" fmla="*/ 2147483647 h 516"/>
                  <a:gd name="T8" fmla="*/ 2147483647 w 324"/>
                  <a:gd name="T9" fmla="*/ 2147483647 h 516"/>
                  <a:gd name="T10" fmla="*/ 2147483647 w 324"/>
                  <a:gd name="T11" fmla="*/ 2147483647 h 516"/>
                  <a:gd name="T12" fmla="*/ 2147483647 w 324"/>
                  <a:gd name="T13" fmla="*/ 2147483647 h 516"/>
                  <a:gd name="T14" fmla="*/ 2147483647 w 324"/>
                  <a:gd name="T15" fmla="*/ 2147483647 h 516"/>
                  <a:gd name="T16" fmla="*/ 2147483647 w 324"/>
                  <a:gd name="T17" fmla="*/ 2147483647 h 516"/>
                  <a:gd name="T18" fmla="*/ 2147483647 w 324"/>
                  <a:gd name="T19" fmla="*/ 2147483647 h 516"/>
                  <a:gd name="T20" fmla="*/ 2147483647 w 324"/>
                  <a:gd name="T21" fmla="*/ 2147483647 h 516"/>
                  <a:gd name="T22" fmla="*/ 2147483647 w 324"/>
                  <a:gd name="T23" fmla="*/ 2147483647 h 516"/>
                  <a:gd name="T24" fmla="*/ 2147483647 w 324"/>
                  <a:gd name="T25" fmla="*/ 2147483647 h 516"/>
                  <a:gd name="T26" fmla="*/ 2147483647 w 324"/>
                  <a:gd name="T27" fmla="*/ 0 h 516"/>
                  <a:gd name="T28" fmla="*/ 2147483647 w 324"/>
                  <a:gd name="T29" fmla="*/ 2147483647 h 516"/>
                  <a:gd name="T30" fmla="*/ 2147483647 w 324"/>
                  <a:gd name="T31" fmla="*/ 2147483647 h 516"/>
                  <a:gd name="T32" fmla="*/ 2147483647 w 324"/>
                  <a:gd name="T33" fmla="*/ 2147483647 h 516"/>
                  <a:gd name="T34" fmla="*/ 2147483647 w 324"/>
                  <a:gd name="T35" fmla="*/ 2147483647 h 516"/>
                  <a:gd name="T36" fmla="*/ 2147483647 w 324"/>
                  <a:gd name="T37" fmla="*/ 2147483647 h 516"/>
                  <a:gd name="T38" fmla="*/ 2147483647 w 324"/>
                  <a:gd name="T39" fmla="*/ 2147483647 h 516"/>
                  <a:gd name="T40" fmla="*/ 2147483647 w 324"/>
                  <a:gd name="T41" fmla="*/ 2147483647 h 516"/>
                  <a:gd name="T42" fmla="*/ 2147483647 w 324"/>
                  <a:gd name="T43" fmla="*/ 2147483647 h 516"/>
                  <a:gd name="T44" fmla="*/ 2147483647 w 324"/>
                  <a:gd name="T45" fmla="*/ 2147483647 h 516"/>
                  <a:gd name="T46" fmla="*/ 2147483647 w 324"/>
                  <a:gd name="T47" fmla="*/ 2147483647 h 516"/>
                  <a:gd name="T48" fmla="*/ 2147483647 w 324"/>
                  <a:gd name="T49" fmla="*/ 2147483647 h 516"/>
                  <a:gd name="T50" fmla="*/ 2147483647 w 324"/>
                  <a:gd name="T51" fmla="*/ 2147483647 h 516"/>
                  <a:gd name="T52" fmla="*/ 2147483647 w 324"/>
                  <a:gd name="T53" fmla="*/ 2147483647 h 516"/>
                  <a:gd name="T54" fmla="*/ 0 w 324"/>
                  <a:gd name="T55" fmla="*/ 2147483647 h 516"/>
                  <a:gd name="T56" fmla="*/ 2147483647 w 324"/>
                  <a:gd name="T57" fmla="*/ 2147483647 h 516"/>
                  <a:gd name="T58" fmla="*/ 2147483647 w 324"/>
                  <a:gd name="T59" fmla="*/ 2147483647 h 516"/>
                  <a:gd name="T60" fmla="*/ 2147483647 w 324"/>
                  <a:gd name="T61" fmla="*/ 2147483647 h 516"/>
                  <a:gd name="T62" fmla="*/ 2147483647 w 324"/>
                  <a:gd name="T63" fmla="*/ 2147483647 h 516"/>
                  <a:gd name="T64" fmla="*/ 2147483647 w 324"/>
                  <a:gd name="T65" fmla="*/ 2147483647 h 516"/>
                  <a:gd name="T66" fmla="*/ 2147483647 w 324"/>
                  <a:gd name="T67" fmla="*/ 2147483647 h 516"/>
                  <a:gd name="T68" fmla="*/ 2147483647 w 324"/>
                  <a:gd name="T69" fmla="*/ 2147483647 h 516"/>
                  <a:gd name="T70" fmla="*/ 2147483647 w 324"/>
                  <a:gd name="T71" fmla="*/ 2147483647 h 516"/>
                  <a:gd name="T72" fmla="*/ 2147483647 w 324"/>
                  <a:gd name="T73" fmla="*/ 2147483647 h 516"/>
                  <a:gd name="T74" fmla="*/ 2147483647 w 324"/>
                  <a:gd name="T75" fmla="*/ 2147483647 h 516"/>
                  <a:gd name="T76" fmla="*/ 2147483647 w 324"/>
                  <a:gd name="T77" fmla="*/ 2147483647 h 516"/>
                  <a:gd name="T78" fmla="*/ 2147483647 w 324"/>
                  <a:gd name="T79" fmla="*/ 2147483647 h 516"/>
                  <a:gd name="T80" fmla="*/ 2147483647 w 324"/>
                  <a:gd name="T81" fmla="*/ 2147483647 h 516"/>
                  <a:gd name="T82" fmla="*/ 2147483647 w 324"/>
                  <a:gd name="T83" fmla="*/ 2147483647 h 516"/>
                  <a:gd name="T84" fmla="*/ 2147483647 w 324"/>
                  <a:gd name="T85" fmla="*/ 2147483647 h 516"/>
                  <a:gd name="T86" fmla="*/ 2147483647 w 324"/>
                  <a:gd name="T87" fmla="*/ 2147483647 h 5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4"/>
                  <a:gd name="T133" fmla="*/ 0 h 516"/>
                  <a:gd name="T134" fmla="*/ 324 w 324"/>
                  <a:gd name="T135" fmla="*/ 516 h 5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4" h="516">
                    <a:moveTo>
                      <a:pt x="282" y="342"/>
                    </a:moveTo>
                    <a:lnTo>
                      <a:pt x="282" y="330"/>
                    </a:lnTo>
                    <a:lnTo>
                      <a:pt x="288" y="318"/>
                    </a:lnTo>
                    <a:lnTo>
                      <a:pt x="288" y="306"/>
                    </a:lnTo>
                    <a:lnTo>
                      <a:pt x="282" y="300"/>
                    </a:lnTo>
                    <a:lnTo>
                      <a:pt x="276" y="300"/>
                    </a:lnTo>
                    <a:lnTo>
                      <a:pt x="276" y="282"/>
                    </a:lnTo>
                    <a:lnTo>
                      <a:pt x="282" y="276"/>
                    </a:lnTo>
                    <a:lnTo>
                      <a:pt x="282" y="234"/>
                    </a:lnTo>
                    <a:lnTo>
                      <a:pt x="288" y="228"/>
                    </a:lnTo>
                    <a:lnTo>
                      <a:pt x="288" y="216"/>
                    </a:lnTo>
                    <a:lnTo>
                      <a:pt x="282" y="210"/>
                    </a:lnTo>
                    <a:lnTo>
                      <a:pt x="270" y="204"/>
                    </a:lnTo>
                    <a:lnTo>
                      <a:pt x="264" y="198"/>
                    </a:lnTo>
                    <a:lnTo>
                      <a:pt x="276" y="186"/>
                    </a:lnTo>
                    <a:lnTo>
                      <a:pt x="282" y="186"/>
                    </a:lnTo>
                    <a:lnTo>
                      <a:pt x="282" y="180"/>
                    </a:lnTo>
                    <a:lnTo>
                      <a:pt x="270" y="168"/>
                    </a:lnTo>
                    <a:lnTo>
                      <a:pt x="276" y="156"/>
                    </a:lnTo>
                    <a:lnTo>
                      <a:pt x="276" y="132"/>
                    </a:lnTo>
                    <a:lnTo>
                      <a:pt x="270" y="126"/>
                    </a:lnTo>
                    <a:lnTo>
                      <a:pt x="264" y="126"/>
                    </a:lnTo>
                    <a:lnTo>
                      <a:pt x="252" y="138"/>
                    </a:lnTo>
                    <a:lnTo>
                      <a:pt x="264" y="60"/>
                    </a:lnTo>
                    <a:lnTo>
                      <a:pt x="228" y="36"/>
                    </a:lnTo>
                    <a:lnTo>
                      <a:pt x="240" y="24"/>
                    </a:lnTo>
                    <a:lnTo>
                      <a:pt x="240" y="6"/>
                    </a:lnTo>
                    <a:lnTo>
                      <a:pt x="222" y="0"/>
                    </a:lnTo>
                    <a:lnTo>
                      <a:pt x="198" y="12"/>
                    </a:lnTo>
                    <a:lnTo>
                      <a:pt x="42" y="12"/>
                    </a:lnTo>
                    <a:lnTo>
                      <a:pt x="36" y="18"/>
                    </a:lnTo>
                    <a:lnTo>
                      <a:pt x="30" y="30"/>
                    </a:lnTo>
                    <a:lnTo>
                      <a:pt x="30" y="48"/>
                    </a:lnTo>
                    <a:lnTo>
                      <a:pt x="36" y="48"/>
                    </a:lnTo>
                    <a:lnTo>
                      <a:pt x="42" y="78"/>
                    </a:lnTo>
                    <a:lnTo>
                      <a:pt x="42" y="132"/>
                    </a:lnTo>
                    <a:lnTo>
                      <a:pt x="48" y="126"/>
                    </a:lnTo>
                    <a:lnTo>
                      <a:pt x="54" y="156"/>
                    </a:lnTo>
                    <a:lnTo>
                      <a:pt x="42" y="156"/>
                    </a:lnTo>
                    <a:lnTo>
                      <a:pt x="42" y="162"/>
                    </a:lnTo>
                    <a:lnTo>
                      <a:pt x="48" y="168"/>
                    </a:lnTo>
                    <a:lnTo>
                      <a:pt x="48" y="180"/>
                    </a:lnTo>
                    <a:lnTo>
                      <a:pt x="54" y="192"/>
                    </a:lnTo>
                    <a:lnTo>
                      <a:pt x="54" y="204"/>
                    </a:lnTo>
                    <a:lnTo>
                      <a:pt x="60" y="216"/>
                    </a:lnTo>
                    <a:lnTo>
                      <a:pt x="60" y="228"/>
                    </a:lnTo>
                    <a:lnTo>
                      <a:pt x="48" y="252"/>
                    </a:lnTo>
                    <a:lnTo>
                      <a:pt x="42" y="258"/>
                    </a:lnTo>
                    <a:lnTo>
                      <a:pt x="36" y="270"/>
                    </a:lnTo>
                    <a:lnTo>
                      <a:pt x="36" y="288"/>
                    </a:lnTo>
                    <a:lnTo>
                      <a:pt x="30" y="300"/>
                    </a:lnTo>
                    <a:lnTo>
                      <a:pt x="30" y="312"/>
                    </a:lnTo>
                    <a:lnTo>
                      <a:pt x="12" y="330"/>
                    </a:lnTo>
                    <a:lnTo>
                      <a:pt x="6" y="342"/>
                    </a:lnTo>
                    <a:lnTo>
                      <a:pt x="0" y="348"/>
                    </a:lnTo>
                    <a:lnTo>
                      <a:pt x="0" y="372"/>
                    </a:lnTo>
                    <a:lnTo>
                      <a:pt x="6" y="384"/>
                    </a:lnTo>
                    <a:lnTo>
                      <a:pt x="12" y="402"/>
                    </a:lnTo>
                    <a:lnTo>
                      <a:pt x="12" y="414"/>
                    </a:lnTo>
                    <a:lnTo>
                      <a:pt x="18" y="426"/>
                    </a:lnTo>
                    <a:lnTo>
                      <a:pt x="24" y="432"/>
                    </a:lnTo>
                    <a:lnTo>
                      <a:pt x="24" y="438"/>
                    </a:lnTo>
                    <a:lnTo>
                      <a:pt x="48" y="444"/>
                    </a:lnTo>
                    <a:lnTo>
                      <a:pt x="48" y="498"/>
                    </a:lnTo>
                    <a:lnTo>
                      <a:pt x="72" y="498"/>
                    </a:lnTo>
                    <a:lnTo>
                      <a:pt x="78" y="504"/>
                    </a:lnTo>
                    <a:lnTo>
                      <a:pt x="78" y="510"/>
                    </a:lnTo>
                    <a:lnTo>
                      <a:pt x="84" y="516"/>
                    </a:lnTo>
                    <a:lnTo>
                      <a:pt x="96" y="516"/>
                    </a:lnTo>
                    <a:lnTo>
                      <a:pt x="108" y="510"/>
                    </a:lnTo>
                    <a:lnTo>
                      <a:pt x="114" y="504"/>
                    </a:lnTo>
                    <a:lnTo>
                      <a:pt x="132" y="492"/>
                    </a:lnTo>
                    <a:lnTo>
                      <a:pt x="138" y="486"/>
                    </a:lnTo>
                    <a:lnTo>
                      <a:pt x="150" y="480"/>
                    </a:lnTo>
                    <a:lnTo>
                      <a:pt x="180" y="480"/>
                    </a:lnTo>
                    <a:lnTo>
                      <a:pt x="186" y="474"/>
                    </a:lnTo>
                    <a:lnTo>
                      <a:pt x="198" y="468"/>
                    </a:lnTo>
                    <a:lnTo>
                      <a:pt x="216" y="450"/>
                    </a:lnTo>
                    <a:lnTo>
                      <a:pt x="228" y="450"/>
                    </a:lnTo>
                    <a:lnTo>
                      <a:pt x="234" y="444"/>
                    </a:lnTo>
                    <a:lnTo>
                      <a:pt x="240" y="444"/>
                    </a:lnTo>
                    <a:lnTo>
                      <a:pt x="258" y="426"/>
                    </a:lnTo>
                    <a:lnTo>
                      <a:pt x="270" y="426"/>
                    </a:lnTo>
                    <a:lnTo>
                      <a:pt x="276" y="432"/>
                    </a:lnTo>
                    <a:lnTo>
                      <a:pt x="294" y="432"/>
                    </a:lnTo>
                    <a:lnTo>
                      <a:pt x="306" y="426"/>
                    </a:lnTo>
                    <a:lnTo>
                      <a:pt x="324" y="408"/>
                    </a:lnTo>
                    <a:lnTo>
                      <a:pt x="294" y="384"/>
                    </a:lnTo>
                    <a:lnTo>
                      <a:pt x="282" y="3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2" name="The Gambia" descr="© INSCALE GmbH, 05.05.2010&#10;http://www.presentationload.com/">
                <a:extLst>
                  <a:ext uri="{FF2B5EF4-FFF2-40B4-BE49-F238E27FC236}">
                    <a16:creationId xmlns:a16="http://schemas.microsoft.com/office/drawing/2014/main" id="{F84EE24F-781A-5C44-B179-C91373B89330}"/>
                  </a:ext>
                </a:extLst>
              </p:cNvPr>
              <p:cNvSpPr>
                <a:spLocks/>
              </p:cNvSpPr>
              <p:nvPr/>
            </p:nvSpPr>
            <p:spPr bwMode="gray">
              <a:xfrm>
                <a:off x="5226515" y="3674911"/>
                <a:ext cx="90401" cy="21367"/>
              </a:xfrm>
              <a:custGeom>
                <a:avLst/>
                <a:gdLst>
                  <a:gd name="T0" fmla="*/ 2147483647 w 216"/>
                  <a:gd name="T1" fmla="*/ 2147483647 h 54"/>
                  <a:gd name="T2" fmla="*/ 2147483647 w 216"/>
                  <a:gd name="T3" fmla="*/ 2147483647 h 54"/>
                  <a:gd name="T4" fmla="*/ 2147483647 w 216"/>
                  <a:gd name="T5" fmla="*/ 2147483647 h 54"/>
                  <a:gd name="T6" fmla="*/ 2147483647 w 216"/>
                  <a:gd name="T7" fmla="*/ 2147483647 h 54"/>
                  <a:gd name="T8" fmla="*/ 0 w 216"/>
                  <a:gd name="T9" fmla="*/ 2147483647 h 54"/>
                  <a:gd name="T10" fmla="*/ 0 w 216"/>
                  <a:gd name="T11" fmla="*/ 2147483647 h 54"/>
                  <a:gd name="T12" fmla="*/ 2147483647 w 216"/>
                  <a:gd name="T13" fmla="*/ 2147483647 h 54"/>
                  <a:gd name="T14" fmla="*/ 2147483647 w 216"/>
                  <a:gd name="T15" fmla="*/ 2147483647 h 54"/>
                  <a:gd name="T16" fmla="*/ 2147483647 w 216"/>
                  <a:gd name="T17" fmla="*/ 2147483647 h 54"/>
                  <a:gd name="T18" fmla="*/ 2147483647 w 216"/>
                  <a:gd name="T19" fmla="*/ 2147483647 h 54"/>
                  <a:gd name="T20" fmla="*/ 2147483647 w 216"/>
                  <a:gd name="T21" fmla="*/ 2147483647 h 54"/>
                  <a:gd name="T22" fmla="*/ 2147483647 w 216"/>
                  <a:gd name="T23" fmla="*/ 2147483647 h 54"/>
                  <a:gd name="T24" fmla="*/ 2147483647 w 216"/>
                  <a:gd name="T25" fmla="*/ 2147483647 h 54"/>
                  <a:gd name="T26" fmla="*/ 2147483647 w 216"/>
                  <a:gd name="T27" fmla="*/ 2147483647 h 54"/>
                  <a:gd name="T28" fmla="*/ 2147483647 w 216"/>
                  <a:gd name="T29" fmla="*/ 2147483647 h 54"/>
                  <a:gd name="T30" fmla="*/ 2147483647 w 216"/>
                  <a:gd name="T31" fmla="*/ 2147483647 h 54"/>
                  <a:gd name="T32" fmla="*/ 2147483647 w 216"/>
                  <a:gd name="T33" fmla="*/ 2147483647 h 54"/>
                  <a:gd name="T34" fmla="*/ 2147483647 w 216"/>
                  <a:gd name="T35" fmla="*/ 2147483647 h 54"/>
                  <a:gd name="T36" fmla="*/ 2147483647 w 216"/>
                  <a:gd name="T37" fmla="*/ 2147483647 h 54"/>
                  <a:gd name="T38" fmla="*/ 2147483647 w 216"/>
                  <a:gd name="T39" fmla="*/ 2147483647 h 54"/>
                  <a:gd name="T40" fmla="*/ 2147483647 w 216"/>
                  <a:gd name="T41" fmla="*/ 2147483647 h 54"/>
                  <a:gd name="T42" fmla="*/ 2147483647 w 216"/>
                  <a:gd name="T43" fmla="*/ 2147483647 h 54"/>
                  <a:gd name="T44" fmla="*/ 2147483647 w 216"/>
                  <a:gd name="T45" fmla="*/ 2147483647 h 54"/>
                  <a:gd name="T46" fmla="*/ 2147483647 w 216"/>
                  <a:gd name="T47" fmla="*/ 2147483647 h 54"/>
                  <a:gd name="T48" fmla="*/ 2147483647 w 216"/>
                  <a:gd name="T49" fmla="*/ 2147483647 h 54"/>
                  <a:gd name="T50" fmla="*/ 2147483647 w 216"/>
                  <a:gd name="T51" fmla="*/ 2147483647 h 54"/>
                  <a:gd name="T52" fmla="*/ 2147483647 w 216"/>
                  <a:gd name="T53" fmla="*/ 2147483647 h 54"/>
                  <a:gd name="T54" fmla="*/ 2147483647 w 216"/>
                  <a:gd name="T55" fmla="*/ 2147483647 h 54"/>
                  <a:gd name="T56" fmla="*/ 2147483647 w 216"/>
                  <a:gd name="T57" fmla="*/ 2147483647 h 54"/>
                  <a:gd name="T58" fmla="*/ 2147483647 w 216"/>
                  <a:gd name="T59" fmla="*/ 0 h 54"/>
                  <a:gd name="T60" fmla="*/ 2147483647 w 216"/>
                  <a:gd name="T61" fmla="*/ 0 h 54"/>
                  <a:gd name="T62" fmla="*/ 2147483647 w 216"/>
                  <a:gd name="T63" fmla="*/ 2147483647 h 54"/>
                  <a:gd name="T64" fmla="*/ 2147483647 w 216"/>
                  <a:gd name="T65" fmla="*/ 2147483647 h 54"/>
                  <a:gd name="T66" fmla="*/ 2147483647 w 216"/>
                  <a:gd name="T67" fmla="*/ 2147483647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54"/>
                  <a:gd name="T104" fmla="*/ 216 w 216"/>
                  <a:gd name="T105" fmla="*/ 54 h 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54">
                    <a:moveTo>
                      <a:pt x="18" y="18"/>
                    </a:moveTo>
                    <a:lnTo>
                      <a:pt x="12" y="24"/>
                    </a:lnTo>
                    <a:lnTo>
                      <a:pt x="6" y="36"/>
                    </a:lnTo>
                    <a:lnTo>
                      <a:pt x="6" y="42"/>
                    </a:lnTo>
                    <a:lnTo>
                      <a:pt x="0" y="48"/>
                    </a:lnTo>
                    <a:lnTo>
                      <a:pt x="0" y="54"/>
                    </a:lnTo>
                    <a:lnTo>
                      <a:pt x="72" y="54"/>
                    </a:lnTo>
                    <a:lnTo>
                      <a:pt x="72" y="42"/>
                    </a:lnTo>
                    <a:lnTo>
                      <a:pt x="84" y="42"/>
                    </a:lnTo>
                    <a:lnTo>
                      <a:pt x="90" y="36"/>
                    </a:lnTo>
                    <a:lnTo>
                      <a:pt x="114" y="36"/>
                    </a:lnTo>
                    <a:lnTo>
                      <a:pt x="120" y="24"/>
                    </a:lnTo>
                    <a:lnTo>
                      <a:pt x="126" y="18"/>
                    </a:lnTo>
                    <a:lnTo>
                      <a:pt x="132" y="24"/>
                    </a:lnTo>
                    <a:lnTo>
                      <a:pt x="144" y="30"/>
                    </a:lnTo>
                    <a:lnTo>
                      <a:pt x="150" y="42"/>
                    </a:lnTo>
                    <a:lnTo>
                      <a:pt x="168" y="48"/>
                    </a:lnTo>
                    <a:lnTo>
                      <a:pt x="192" y="48"/>
                    </a:lnTo>
                    <a:lnTo>
                      <a:pt x="198" y="42"/>
                    </a:lnTo>
                    <a:lnTo>
                      <a:pt x="210" y="36"/>
                    </a:lnTo>
                    <a:lnTo>
                      <a:pt x="216" y="30"/>
                    </a:lnTo>
                    <a:lnTo>
                      <a:pt x="216" y="24"/>
                    </a:lnTo>
                    <a:lnTo>
                      <a:pt x="210" y="18"/>
                    </a:lnTo>
                    <a:lnTo>
                      <a:pt x="186" y="18"/>
                    </a:lnTo>
                    <a:lnTo>
                      <a:pt x="180" y="24"/>
                    </a:lnTo>
                    <a:lnTo>
                      <a:pt x="168" y="24"/>
                    </a:lnTo>
                    <a:lnTo>
                      <a:pt x="162" y="12"/>
                    </a:lnTo>
                    <a:lnTo>
                      <a:pt x="156" y="6"/>
                    </a:lnTo>
                    <a:lnTo>
                      <a:pt x="144" y="12"/>
                    </a:lnTo>
                    <a:lnTo>
                      <a:pt x="144" y="0"/>
                    </a:lnTo>
                    <a:lnTo>
                      <a:pt x="90" y="0"/>
                    </a:lnTo>
                    <a:lnTo>
                      <a:pt x="90" y="12"/>
                    </a:lnTo>
                    <a:lnTo>
                      <a:pt x="18" y="12"/>
                    </a:lnTo>
                    <a:lnTo>
                      <a:pt x="18"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3" name="Gabon" descr="© INSCALE GmbH, 05.05.2010&#10;http://www.presentationload.com/">
                <a:extLst>
                  <a:ext uri="{FF2B5EF4-FFF2-40B4-BE49-F238E27FC236}">
                    <a16:creationId xmlns:a16="http://schemas.microsoft.com/office/drawing/2014/main" id="{5E0C87F7-CC68-0748-8C52-0A0FB384F4E5}"/>
                  </a:ext>
                </a:extLst>
              </p:cNvPr>
              <p:cNvSpPr>
                <a:spLocks/>
              </p:cNvSpPr>
              <p:nvPr/>
            </p:nvSpPr>
            <p:spPr bwMode="gray">
              <a:xfrm>
                <a:off x="5982589" y="4059523"/>
                <a:ext cx="175871" cy="215317"/>
              </a:xfrm>
              <a:custGeom>
                <a:avLst/>
                <a:gdLst>
                  <a:gd name="T0" fmla="*/ 2147483647 w 420"/>
                  <a:gd name="T1" fmla="*/ 2147483647 h 510"/>
                  <a:gd name="T2" fmla="*/ 2147483647 w 420"/>
                  <a:gd name="T3" fmla="*/ 2147483647 h 510"/>
                  <a:gd name="T4" fmla="*/ 2147483647 w 420"/>
                  <a:gd name="T5" fmla="*/ 2147483647 h 510"/>
                  <a:gd name="T6" fmla="*/ 2147483647 w 420"/>
                  <a:gd name="T7" fmla="*/ 2147483647 h 510"/>
                  <a:gd name="T8" fmla="*/ 2147483647 w 420"/>
                  <a:gd name="T9" fmla="*/ 2147483647 h 510"/>
                  <a:gd name="T10" fmla="*/ 2147483647 w 420"/>
                  <a:gd name="T11" fmla="*/ 2147483647 h 510"/>
                  <a:gd name="T12" fmla="*/ 2147483647 w 420"/>
                  <a:gd name="T13" fmla="*/ 2147483647 h 510"/>
                  <a:gd name="T14" fmla="*/ 2147483647 w 420"/>
                  <a:gd name="T15" fmla="*/ 2147483647 h 510"/>
                  <a:gd name="T16" fmla="*/ 2147483647 w 420"/>
                  <a:gd name="T17" fmla="*/ 2147483647 h 510"/>
                  <a:gd name="T18" fmla="*/ 2147483647 w 420"/>
                  <a:gd name="T19" fmla="*/ 2147483647 h 510"/>
                  <a:gd name="T20" fmla="*/ 2147483647 w 420"/>
                  <a:gd name="T21" fmla="*/ 2147483647 h 510"/>
                  <a:gd name="T22" fmla="*/ 2147483647 w 420"/>
                  <a:gd name="T23" fmla="*/ 2147483647 h 510"/>
                  <a:gd name="T24" fmla="*/ 2147483647 w 420"/>
                  <a:gd name="T25" fmla="*/ 2147483647 h 510"/>
                  <a:gd name="T26" fmla="*/ 2147483647 w 420"/>
                  <a:gd name="T27" fmla="*/ 2147483647 h 510"/>
                  <a:gd name="T28" fmla="*/ 2147483647 w 420"/>
                  <a:gd name="T29" fmla="*/ 2147483647 h 510"/>
                  <a:gd name="T30" fmla="*/ 2147483647 w 420"/>
                  <a:gd name="T31" fmla="*/ 2147483647 h 510"/>
                  <a:gd name="T32" fmla="*/ 2147483647 w 420"/>
                  <a:gd name="T33" fmla="*/ 2147483647 h 510"/>
                  <a:gd name="T34" fmla="*/ 2147483647 w 420"/>
                  <a:gd name="T35" fmla="*/ 2147483647 h 510"/>
                  <a:gd name="T36" fmla="*/ 2147483647 w 420"/>
                  <a:gd name="T37" fmla="*/ 2147483647 h 510"/>
                  <a:gd name="T38" fmla="*/ 2147483647 w 420"/>
                  <a:gd name="T39" fmla="*/ 2147483647 h 510"/>
                  <a:gd name="T40" fmla="*/ 2147483647 w 420"/>
                  <a:gd name="T41" fmla="*/ 2147483647 h 510"/>
                  <a:gd name="T42" fmla="*/ 2147483647 w 420"/>
                  <a:gd name="T43" fmla="*/ 2147483647 h 510"/>
                  <a:gd name="T44" fmla="*/ 2147483647 w 420"/>
                  <a:gd name="T45" fmla="*/ 2147483647 h 510"/>
                  <a:gd name="T46" fmla="*/ 2147483647 w 420"/>
                  <a:gd name="T47" fmla="*/ 2147483647 h 510"/>
                  <a:gd name="T48" fmla="*/ 2147483647 w 420"/>
                  <a:gd name="T49" fmla="*/ 2147483647 h 510"/>
                  <a:gd name="T50" fmla="*/ 2147483647 w 420"/>
                  <a:gd name="T51" fmla="*/ 2147483647 h 510"/>
                  <a:gd name="T52" fmla="*/ 2147483647 w 420"/>
                  <a:gd name="T53" fmla="*/ 2147483647 h 510"/>
                  <a:gd name="T54" fmla="*/ 2147483647 w 420"/>
                  <a:gd name="T55" fmla="*/ 2147483647 h 510"/>
                  <a:gd name="T56" fmla="*/ 2147483647 w 420"/>
                  <a:gd name="T57" fmla="*/ 2147483647 h 510"/>
                  <a:gd name="T58" fmla="*/ 2147483647 w 420"/>
                  <a:gd name="T59" fmla="*/ 2147483647 h 510"/>
                  <a:gd name="T60" fmla="*/ 2147483647 w 420"/>
                  <a:gd name="T61" fmla="*/ 2147483647 h 510"/>
                  <a:gd name="T62" fmla="*/ 2147483647 w 420"/>
                  <a:gd name="T63" fmla="*/ 2147483647 h 510"/>
                  <a:gd name="T64" fmla="*/ 2147483647 w 420"/>
                  <a:gd name="T65" fmla="*/ 2147483647 h 510"/>
                  <a:gd name="T66" fmla="*/ 2147483647 w 420"/>
                  <a:gd name="T67" fmla="*/ 2147483647 h 510"/>
                  <a:gd name="T68" fmla="*/ 2147483647 w 420"/>
                  <a:gd name="T69" fmla="*/ 2147483647 h 510"/>
                  <a:gd name="T70" fmla="*/ 2147483647 w 420"/>
                  <a:gd name="T71" fmla="*/ 2147483647 h 510"/>
                  <a:gd name="T72" fmla="*/ 2147483647 w 420"/>
                  <a:gd name="T73" fmla="*/ 2147483647 h 510"/>
                  <a:gd name="T74" fmla="*/ 2147483647 w 420"/>
                  <a:gd name="T75" fmla="*/ 2147483647 h 510"/>
                  <a:gd name="T76" fmla="*/ 2147483647 w 420"/>
                  <a:gd name="T77" fmla="*/ 2147483647 h 510"/>
                  <a:gd name="T78" fmla="*/ 2147483647 w 420"/>
                  <a:gd name="T79" fmla="*/ 2147483647 h 510"/>
                  <a:gd name="T80" fmla="*/ 2147483647 w 420"/>
                  <a:gd name="T81" fmla="*/ 2147483647 h 510"/>
                  <a:gd name="T82" fmla="*/ 2147483647 w 420"/>
                  <a:gd name="T83" fmla="*/ 2147483647 h 510"/>
                  <a:gd name="T84" fmla="*/ 2147483647 w 420"/>
                  <a:gd name="T85" fmla="*/ 2147483647 h 510"/>
                  <a:gd name="T86" fmla="*/ 2147483647 w 420"/>
                  <a:gd name="T87" fmla="*/ 2147483647 h 510"/>
                  <a:gd name="T88" fmla="*/ 2147483647 w 420"/>
                  <a:gd name="T89" fmla="*/ 2147483647 h 510"/>
                  <a:gd name="T90" fmla="*/ 2147483647 w 420"/>
                  <a:gd name="T91" fmla="*/ 2147483647 h 510"/>
                  <a:gd name="T92" fmla="*/ 2147483647 w 420"/>
                  <a:gd name="T93" fmla="*/ 2147483647 h 510"/>
                  <a:gd name="T94" fmla="*/ 2147483647 w 420"/>
                  <a:gd name="T95" fmla="*/ 2147483647 h 510"/>
                  <a:gd name="T96" fmla="*/ 2147483647 w 420"/>
                  <a:gd name="T97" fmla="*/ 2147483647 h 510"/>
                  <a:gd name="T98" fmla="*/ 2147483647 w 420"/>
                  <a:gd name="T99" fmla="*/ 2147483647 h 510"/>
                  <a:gd name="T100" fmla="*/ 2147483647 w 420"/>
                  <a:gd name="T101" fmla="*/ 2147483647 h 510"/>
                  <a:gd name="T102" fmla="*/ 2147483647 w 420"/>
                  <a:gd name="T103" fmla="*/ 2147483647 h 510"/>
                  <a:gd name="T104" fmla="*/ 2147483647 w 420"/>
                  <a:gd name="T105" fmla="*/ 2147483647 h 510"/>
                  <a:gd name="T106" fmla="*/ 2147483647 w 420"/>
                  <a:gd name="T107" fmla="*/ 2147483647 h 510"/>
                  <a:gd name="T108" fmla="*/ 2147483647 w 420"/>
                  <a:gd name="T109" fmla="*/ 2147483647 h 510"/>
                  <a:gd name="T110" fmla="*/ 2147483647 w 420"/>
                  <a:gd name="T111" fmla="*/ 2147483647 h 5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0"/>
                  <a:gd name="T169" fmla="*/ 0 h 510"/>
                  <a:gd name="T170" fmla="*/ 420 w 420"/>
                  <a:gd name="T171" fmla="*/ 510 h 51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0" h="510">
                    <a:moveTo>
                      <a:pt x="420" y="240"/>
                    </a:moveTo>
                    <a:lnTo>
                      <a:pt x="414" y="234"/>
                    </a:lnTo>
                    <a:lnTo>
                      <a:pt x="396" y="234"/>
                    </a:lnTo>
                    <a:lnTo>
                      <a:pt x="390" y="216"/>
                    </a:lnTo>
                    <a:lnTo>
                      <a:pt x="372" y="210"/>
                    </a:lnTo>
                    <a:lnTo>
                      <a:pt x="372" y="174"/>
                    </a:lnTo>
                    <a:lnTo>
                      <a:pt x="384" y="150"/>
                    </a:lnTo>
                    <a:lnTo>
                      <a:pt x="396" y="150"/>
                    </a:lnTo>
                    <a:lnTo>
                      <a:pt x="402" y="144"/>
                    </a:lnTo>
                    <a:lnTo>
                      <a:pt x="408" y="132"/>
                    </a:lnTo>
                    <a:lnTo>
                      <a:pt x="414" y="126"/>
                    </a:lnTo>
                    <a:lnTo>
                      <a:pt x="414" y="114"/>
                    </a:lnTo>
                    <a:lnTo>
                      <a:pt x="402" y="108"/>
                    </a:lnTo>
                    <a:lnTo>
                      <a:pt x="402" y="90"/>
                    </a:lnTo>
                    <a:lnTo>
                      <a:pt x="396" y="84"/>
                    </a:lnTo>
                    <a:lnTo>
                      <a:pt x="396" y="78"/>
                    </a:lnTo>
                    <a:lnTo>
                      <a:pt x="384" y="78"/>
                    </a:lnTo>
                    <a:lnTo>
                      <a:pt x="378" y="72"/>
                    </a:lnTo>
                    <a:lnTo>
                      <a:pt x="360" y="72"/>
                    </a:lnTo>
                    <a:lnTo>
                      <a:pt x="360" y="90"/>
                    </a:lnTo>
                    <a:lnTo>
                      <a:pt x="354" y="96"/>
                    </a:lnTo>
                    <a:lnTo>
                      <a:pt x="330" y="96"/>
                    </a:lnTo>
                    <a:lnTo>
                      <a:pt x="324" y="90"/>
                    </a:lnTo>
                    <a:lnTo>
                      <a:pt x="318" y="54"/>
                    </a:lnTo>
                    <a:lnTo>
                      <a:pt x="336" y="24"/>
                    </a:lnTo>
                    <a:lnTo>
                      <a:pt x="336" y="6"/>
                    </a:lnTo>
                    <a:lnTo>
                      <a:pt x="288" y="12"/>
                    </a:lnTo>
                    <a:lnTo>
                      <a:pt x="282" y="12"/>
                    </a:lnTo>
                    <a:lnTo>
                      <a:pt x="270" y="6"/>
                    </a:lnTo>
                    <a:lnTo>
                      <a:pt x="264" y="6"/>
                    </a:lnTo>
                    <a:lnTo>
                      <a:pt x="252" y="18"/>
                    </a:lnTo>
                    <a:lnTo>
                      <a:pt x="222" y="18"/>
                    </a:lnTo>
                    <a:lnTo>
                      <a:pt x="210" y="0"/>
                    </a:lnTo>
                    <a:lnTo>
                      <a:pt x="192" y="18"/>
                    </a:lnTo>
                    <a:lnTo>
                      <a:pt x="186" y="54"/>
                    </a:lnTo>
                    <a:lnTo>
                      <a:pt x="192" y="60"/>
                    </a:lnTo>
                    <a:lnTo>
                      <a:pt x="192" y="90"/>
                    </a:lnTo>
                    <a:lnTo>
                      <a:pt x="186" y="108"/>
                    </a:lnTo>
                    <a:lnTo>
                      <a:pt x="186" y="114"/>
                    </a:lnTo>
                    <a:lnTo>
                      <a:pt x="84" y="114"/>
                    </a:lnTo>
                    <a:lnTo>
                      <a:pt x="84" y="108"/>
                    </a:lnTo>
                    <a:lnTo>
                      <a:pt x="72" y="108"/>
                    </a:lnTo>
                    <a:lnTo>
                      <a:pt x="60" y="120"/>
                    </a:lnTo>
                    <a:lnTo>
                      <a:pt x="60" y="126"/>
                    </a:lnTo>
                    <a:lnTo>
                      <a:pt x="66" y="132"/>
                    </a:lnTo>
                    <a:lnTo>
                      <a:pt x="66" y="144"/>
                    </a:lnTo>
                    <a:lnTo>
                      <a:pt x="72" y="150"/>
                    </a:lnTo>
                    <a:lnTo>
                      <a:pt x="72" y="162"/>
                    </a:lnTo>
                    <a:lnTo>
                      <a:pt x="48" y="162"/>
                    </a:lnTo>
                    <a:lnTo>
                      <a:pt x="48" y="210"/>
                    </a:lnTo>
                    <a:lnTo>
                      <a:pt x="42" y="228"/>
                    </a:lnTo>
                    <a:lnTo>
                      <a:pt x="36" y="240"/>
                    </a:lnTo>
                    <a:lnTo>
                      <a:pt x="30" y="246"/>
                    </a:lnTo>
                    <a:lnTo>
                      <a:pt x="18" y="252"/>
                    </a:lnTo>
                    <a:lnTo>
                      <a:pt x="0" y="252"/>
                    </a:lnTo>
                    <a:lnTo>
                      <a:pt x="30" y="306"/>
                    </a:lnTo>
                    <a:lnTo>
                      <a:pt x="42" y="294"/>
                    </a:lnTo>
                    <a:lnTo>
                      <a:pt x="54" y="312"/>
                    </a:lnTo>
                    <a:lnTo>
                      <a:pt x="48" y="318"/>
                    </a:lnTo>
                    <a:lnTo>
                      <a:pt x="48" y="330"/>
                    </a:lnTo>
                    <a:lnTo>
                      <a:pt x="42" y="336"/>
                    </a:lnTo>
                    <a:lnTo>
                      <a:pt x="42" y="342"/>
                    </a:lnTo>
                    <a:lnTo>
                      <a:pt x="48" y="348"/>
                    </a:lnTo>
                    <a:lnTo>
                      <a:pt x="66" y="348"/>
                    </a:lnTo>
                    <a:lnTo>
                      <a:pt x="72" y="390"/>
                    </a:lnTo>
                    <a:lnTo>
                      <a:pt x="102" y="396"/>
                    </a:lnTo>
                    <a:lnTo>
                      <a:pt x="96" y="408"/>
                    </a:lnTo>
                    <a:lnTo>
                      <a:pt x="144" y="462"/>
                    </a:lnTo>
                    <a:lnTo>
                      <a:pt x="138" y="468"/>
                    </a:lnTo>
                    <a:lnTo>
                      <a:pt x="174" y="510"/>
                    </a:lnTo>
                    <a:lnTo>
                      <a:pt x="180" y="492"/>
                    </a:lnTo>
                    <a:lnTo>
                      <a:pt x="204" y="480"/>
                    </a:lnTo>
                    <a:lnTo>
                      <a:pt x="222" y="498"/>
                    </a:lnTo>
                    <a:lnTo>
                      <a:pt x="228" y="492"/>
                    </a:lnTo>
                    <a:lnTo>
                      <a:pt x="228" y="456"/>
                    </a:lnTo>
                    <a:lnTo>
                      <a:pt x="210" y="444"/>
                    </a:lnTo>
                    <a:lnTo>
                      <a:pt x="228" y="432"/>
                    </a:lnTo>
                    <a:lnTo>
                      <a:pt x="198" y="414"/>
                    </a:lnTo>
                    <a:lnTo>
                      <a:pt x="210" y="414"/>
                    </a:lnTo>
                    <a:lnTo>
                      <a:pt x="210" y="402"/>
                    </a:lnTo>
                    <a:lnTo>
                      <a:pt x="204" y="396"/>
                    </a:lnTo>
                    <a:lnTo>
                      <a:pt x="204" y="378"/>
                    </a:lnTo>
                    <a:lnTo>
                      <a:pt x="210" y="378"/>
                    </a:lnTo>
                    <a:lnTo>
                      <a:pt x="216" y="384"/>
                    </a:lnTo>
                    <a:lnTo>
                      <a:pt x="228" y="384"/>
                    </a:lnTo>
                    <a:lnTo>
                      <a:pt x="240" y="390"/>
                    </a:lnTo>
                    <a:lnTo>
                      <a:pt x="258" y="390"/>
                    </a:lnTo>
                    <a:lnTo>
                      <a:pt x="264" y="384"/>
                    </a:lnTo>
                    <a:lnTo>
                      <a:pt x="270" y="372"/>
                    </a:lnTo>
                    <a:lnTo>
                      <a:pt x="282" y="366"/>
                    </a:lnTo>
                    <a:lnTo>
                      <a:pt x="264" y="348"/>
                    </a:lnTo>
                    <a:lnTo>
                      <a:pt x="264" y="342"/>
                    </a:lnTo>
                    <a:lnTo>
                      <a:pt x="294" y="342"/>
                    </a:lnTo>
                    <a:lnTo>
                      <a:pt x="312" y="384"/>
                    </a:lnTo>
                    <a:lnTo>
                      <a:pt x="342" y="384"/>
                    </a:lnTo>
                    <a:lnTo>
                      <a:pt x="348" y="378"/>
                    </a:lnTo>
                    <a:lnTo>
                      <a:pt x="354" y="366"/>
                    </a:lnTo>
                    <a:lnTo>
                      <a:pt x="360" y="360"/>
                    </a:lnTo>
                    <a:lnTo>
                      <a:pt x="366" y="360"/>
                    </a:lnTo>
                    <a:lnTo>
                      <a:pt x="366" y="390"/>
                    </a:lnTo>
                    <a:lnTo>
                      <a:pt x="372" y="396"/>
                    </a:lnTo>
                    <a:lnTo>
                      <a:pt x="384" y="396"/>
                    </a:lnTo>
                    <a:lnTo>
                      <a:pt x="390" y="390"/>
                    </a:lnTo>
                    <a:lnTo>
                      <a:pt x="396" y="378"/>
                    </a:lnTo>
                    <a:lnTo>
                      <a:pt x="396" y="354"/>
                    </a:lnTo>
                    <a:lnTo>
                      <a:pt x="408" y="348"/>
                    </a:lnTo>
                    <a:lnTo>
                      <a:pt x="414" y="342"/>
                    </a:lnTo>
                    <a:lnTo>
                      <a:pt x="408" y="318"/>
                    </a:lnTo>
                    <a:lnTo>
                      <a:pt x="414" y="306"/>
                    </a:lnTo>
                    <a:lnTo>
                      <a:pt x="414" y="258"/>
                    </a:lnTo>
                    <a:lnTo>
                      <a:pt x="420" y="252"/>
                    </a:lnTo>
                    <a:lnTo>
                      <a:pt x="420" y="24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4" name="Ethiopia" descr="© INSCALE GmbH, 05.05.2010&#10;http://www.presentationload.com/">
                <a:extLst>
                  <a:ext uri="{FF2B5EF4-FFF2-40B4-BE49-F238E27FC236}">
                    <a16:creationId xmlns:a16="http://schemas.microsoft.com/office/drawing/2014/main" id="{808415F3-705B-DB48-8644-7707D6482FAC}"/>
                  </a:ext>
                </a:extLst>
              </p:cNvPr>
              <p:cNvSpPr>
                <a:spLocks/>
              </p:cNvSpPr>
              <p:nvPr/>
            </p:nvSpPr>
            <p:spPr bwMode="gray">
              <a:xfrm>
                <a:off x="6710722" y="3637108"/>
                <a:ext cx="443783" cy="387899"/>
              </a:xfrm>
              <a:custGeom>
                <a:avLst/>
                <a:gdLst>
                  <a:gd name="T0" fmla="*/ 2147483647 w 1056"/>
                  <a:gd name="T1" fmla="*/ 2147483647 h 924"/>
                  <a:gd name="T2" fmla="*/ 2147483647 w 1056"/>
                  <a:gd name="T3" fmla="*/ 2147483647 h 924"/>
                  <a:gd name="T4" fmla="*/ 2147483647 w 1056"/>
                  <a:gd name="T5" fmla="*/ 2147483647 h 924"/>
                  <a:gd name="T6" fmla="*/ 2147483647 w 1056"/>
                  <a:gd name="T7" fmla="*/ 2147483647 h 924"/>
                  <a:gd name="T8" fmla="*/ 2147483647 w 1056"/>
                  <a:gd name="T9" fmla="*/ 2147483647 h 924"/>
                  <a:gd name="T10" fmla="*/ 2147483647 w 1056"/>
                  <a:gd name="T11" fmla="*/ 2147483647 h 924"/>
                  <a:gd name="T12" fmla="*/ 2147483647 w 1056"/>
                  <a:gd name="T13" fmla="*/ 2147483647 h 924"/>
                  <a:gd name="T14" fmla="*/ 2147483647 w 1056"/>
                  <a:gd name="T15" fmla="*/ 2147483647 h 924"/>
                  <a:gd name="T16" fmla="*/ 2147483647 w 1056"/>
                  <a:gd name="T17" fmla="*/ 2147483647 h 924"/>
                  <a:gd name="T18" fmla="*/ 2147483647 w 1056"/>
                  <a:gd name="T19" fmla="*/ 2147483647 h 924"/>
                  <a:gd name="T20" fmla="*/ 2147483647 w 1056"/>
                  <a:gd name="T21" fmla="*/ 2147483647 h 924"/>
                  <a:gd name="T22" fmla="*/ 2147483647 w 1056"/>
                  <a:gd name="T23" fmla="*/ 2147483647 h 924"/>
                  <a:gd name="T24" fmla="*/ 2147483647 w 1056"/>
                  <a:gd name="T25" fmla="*/ 2147483647 h 924"/>
                  <a:gd name="T26" fmla="*/ 2147483647 w 1056"/>
                  <a:gd name="T27" fmla="*/ 2147483647 h 924"/>
                  <a:gd name="T28" fmla="*/ 2147483647 w 1056"/>
                  <a:gd name="T29" fmla="*/ 2147483647 h 924"/>
                  <a:gd name="T30" fmla="*/ 2147483647 w 1056"/>
                  <a:gd name="T31" fmla="*/ 2147483647 h 924"/>
                  <a:gd name="T32" fmla="*/ 2147483647 w 1056"/>
                  <a:gd name="T33" fmla="*/ 2147483647 h 924"/>
                  <a:gd name="T34" fmla="*/ 2147483647 w 1056"/>
                  <a:gd name="T35" fmla="*/ 2147483647 h 924"/>
                  <a:gd name="T36" fmla="*/ 2147483647 w 1056"/>
                  <a:gd name="T37" fmla="*/ 2147483647 h 924"/>
                  <a:gd name="T38" fmla="*/ 2147483647 w 1056"/>
                  <a:gd name="T39" fmla="*/ 2147483647 h 924"/>
                  <a:gd name="T40" fmla="*/ 2147483647 w 1056"/>
                  <a:gd name="T41" fmla="*/ 2147483647 h 924"/>
                  <a:gd name="T42" fmla="*/ 2147483647 w 1056"/>
                  <a:gd name="T43" fmla="*/ 2147483647 h 924"/>
                  <a:gd name="T44" fmla="*/ 2147483647 w 1056"/>
                  <a:gd name="T45" fmla="*/ 2147483647 h 924"/>
                  <a:gd name="T46" fmla="*/ 2147483647 w 1056"/>
                  <a:gd name="T47" fmla="*/ 2147483647 h 924"/>
                  <a:gd name="T48" fmla="*/ 2147483647 w 1056"/>
                  <a:gd name="T49" fmla="*/ 2147483647 h 924"/>
                  <a:gd name="T50" fmla="*/ 2147483647 w 1056"/>
                  <a:gd name="T51" fmla="*/ 2147483647 h 924"/>
                  <a:gd name="T52" fmla="*/ 2147483647 w 1056"/>
                  <a:gd name="T53" fmla="*/ 2147483647 h 924"/>
                  <a:gd name="T54" fmla="*/ 2147483647 w 1056"/>
                  <a:gd name="T55" fmla="*/ 2147483647 h 924"/>
                  <a:gd name="T56" fmla="*/ 2147483647 w 1056"/>
                  <a:gd name="T57" fmla="*/ 2147483647 h 924"/>
                  <a:gd name="T58" fmla="*/ 2147483647 w 1056"/>
                  <a:gd name="T59" fmla="*/ 2147483647 h 924"/>
                  <a:gd name="T60" fmla="*/ 2147483647 w 1056"/>
                  <a:gd name="T61" fmla="*/ 2147483647 h 924"/>
                  <a:gd name="T62" fmla="*/ 2147483647 w 1056"/>
                  <a:gd name="T63" fmla="*/ 2147483647 h 924"/>
                  <a:gd name="T64" fmla="*/ 2147483647 w 1056"/>
                  <a:gd name="T65" fmla="*/ 2147483647 h 924"/>
                  <a:gd name="T66" fmla="*/ 2147483647 w 1056"/>
                  <a:gd name="T67" fmla="*/ 2147483647 h 924"/>
                  <a:gd name="T68" fmla="*/ 2147483647 w 1056"/>
                  <a:gd name="T69" fmla="*/ 2147483647 h 924"/>
                  <a:gd name="T70" fmla="*/ 2147483647 w 1056"/>
                  <a:gd name="T71" fmla="*/ 2147483647 h 924"/>
                  <a:gd name="T72" fmla="*/ 2147483647 w 1056"/>
                  <a:gd name="T73" fmla="*/ 0 h 924"/>
                  <a:gd name="T74" fmla="*/ 2147483647 w 1056"/>
                  <a:gd name="T75" fmla="*/ 2147483647 h 924"/>
                  <a:gd name="T76" fmla="*/ 2147483647 w 1056"/>
                  <a:gd name="T77" fmla="*/ 2147483647 h 924"/>
                  <a:gd name="T78" fmla="*/ 2147483647 w 1056"/>
                  <a:gd name="T79" fmla="*/ 2147483647 h 924"/>
                  <a:gd name="T80" fmla="*/ 2147483647 w 1056"/>
                  <a:gd name="T81" fmla="*/ 2147483647 h 924"/>
                  <a:gd name="T82" fmla="*/ 2147483647 w 1056"/>
                  <a:gd name="T83" fmla="*/ 2147483647 h 924"/>
                  <a:gd name="T84" fmla="*/ 2147483647 w 1056"/>
                  <a:gd name="T85" fmla="*/ 2147483647 h 924"/>
                  <a:gd name="T86" fmla="*/ 2147483647 w 1056"/>
                  <a:gd name="T87" fmla="*/ 2147483647 h 924"/>
                  <a:gd name="T88" fmla="*/ 2147483647 w 1056"/>
                  <a:gd name="T89" fmla="*/ 2147483647 h 924"/>
                  <a:gd name="T90" fmla="*/ 2147483647 w 1056"/>
                  <a:gd name="T91" fmla="*/ 2147483647 h 924"/>
                  <a:gd name="T92" fmla="*/ 2147483647 w 1056"/>
                  <a:gd name="T93" fmla="*/ 2147483647 h 924"/>
                  <a:gd name="T94" fmla="*/ 2147483647 w 1056"/>
                  <a:gd name="T95" fmla="*/ 2147483647 h 924"/>
                  <a:gd name="T96" fmla="*/ 2147483647 w 1056"/>
                  <a:gd name="T97" fmla="*/ 2147483647 h 924"/>
                  <a:gd name="T98" fmla="*/ 2147483647 w 1056"/>
                  <a:gd name="T99" fmla="*/ 2147483647 h 924"/>
                  <a:gd name="T100" fmla="*/ 2147483647 w 1056"/>
                  <a:gd name="T101" fmla="*/ 2147483647 h 924"/>
                  <a:gd name="T102" fmla="*/ 2147483647 w 1056"/>
                  <a:gd name="T103" fmla="*/ 2147483647 h 924"/>
                  <a:gd name="T104" fmla="*/ 2147483647 w 1056"/>
                  <a:gd name="T105" fmla="*/ 2147483647 h 924"/>
                  <a:gd name="T106" fmla="*/ 2147483647 w 1056"/>
                  <a:gd name="T107" fmla="*/ 2147483647 h 924"/>
                  <a:gd name="T108" fmla="*/ 2147483647 w 1056"/>
                  <a:gd name="T109" fmla="*/ 2147483647 h 924"/>
                  <a:gd name="T110" fmla="*/ 2147483647 w 1056"/>
                  <a:gd name="T111" fmla="*/ 2147483647 h 924"/>
                  <a:gd name="T112" fmla="*/ 2147483647 w 1056"/>
                  <a:gd name="T113" fmla="*/ 2147483647 h 924"/>
                  <a:gd name="T114" fmla="*/ 2147483647 w 1056"/>
                  <a:gd name="T115" fmla="*/ 2147483647 h 924"/>
                  <a:gd name="T116" fmla="*/ 2147483647 w 1056"/>
                  <a:gd name="T117" fmla="*/ 2147483647 h 9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56"/>
                  <a:gd name="T178" fmla="*/ 0 h 924"/>
                  <a:gd name="T179" fmla="*/ 1056 w 1056"/>
                  <a:gd name="T180" fmla="*/ 924 h 9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56" h="924">
                    <a:moveTo>
                      <a:pt x="84" y="642"/>
                    </a:moveTo>
                    <a:lnTo>
                      <a:pt x="108" y="642"/>
                    </a:lnTo>
                    <a:lnTo>
                      <a:pt x="114" y="666"/>
                    </a:lnTo>
                    <a:lnTo>
                      <a:pt x="126" y="666"/>
                    </a:lnTo>
                    <a:lnTo>
                      <a:pt x="126" y="702"/>
                    </a:lnTo>
                    <a:lnTo>
                      <a:pt x="138" y="708"/>
                    </a:lnTo>
                    <a:lnTo>
                      <a:pt x="138" y="726"/>
                    </a:lnTo>
                    <a:lnTo>
                      <a:pt x="156" y="762"/>
                    </a:lnTo>
                    <a:lnTo>
                      <a:pt x="168" y="768"/>
                    </a:lnTo>
                    <a:lnTo>
                      <a:pt x="186" y="768"/>
                    </a:lnTo>
                    <a:lnTo>
                      <a:pt x="192" y="774"/>
                    </a:lnTo>
                    <a:lnTo>
                      <a:pt x="198" y="786"/>
                    </a:lnTo>
                    <a:lnTo>
                      <a:pt x="198" y="804"/>
                    </a:lnTo>
                    <a:lnTo>
                      <a:pt x="210" y="840"/>
                    </a:lnTo>
                    <a:lnTo>
                      <a:pt x="282" y="846"/>
                    </a:lnTo>
                    <a:lnTo>
                      <a:pt x="360" y="906"/>
                    </a:lnTo>
                    <a:lnTo>
                      <a:pt x="390" y="906"/>
                    </a:lnTo>
                    <a:lnTo>
                      <a:pt x="402" y="912"/>
                    </a:lnTo>
                    <a:lnTo>
                      <a:pt x="432" y="912"/>
                    </a:lnTo>
                    <a:lnTo>
                      <a:pt x="444" y="918"/>
                    </a:lnTo>
                    <a:lnTo>
                      <a:pt x="450" y="918"/>
                    </a:lnTo>
                    <a:lnTo>
                      <a:pt x="462" y="924"/>
                    </a:lnTo>
                    <a:lnTo>
                      <a:pt x="486" y="906"/>
                    </a:lnTo>
                    <a:lnTo>
                      <a:pt x="486" y="894"/>
                    </a:lnTo>
                    <a:lnTo>
                      <a:pt x="498" y="882"/>
                    </a:lnTo>
                    <a:lnTo>
                      <a:pt x="510" y="882"/>
                    </a:lnTo>
                    <a:lnTo>
                      <a:pt x="522" y="876"/>
                    </a:lnTo>
                    <a:lnTo>
                      <a:pt x="528" y="870"/>
                    </a:lnTo>
                    <a:lnTo>
                      <a:pt x="534" y="870"/>
                    </a:lnTo>
                    <a:lnTo>
                      <a:pt x="552" y="852"/>
                    </a:lnTo>
                    <a:lnTo>
                      <a:pt x="576" y="882"/>
                    </a:lnTo>
                    <a:lnTo>
                      <a:pt x="606" y="882"/>
                    </a:lnTo>
                    <a:lnTo>
                      <a:pt x="612" y="876"/>
                    </a:lnTo>
                    <a:lnTo>
                      <a:pt x="636" y="882"/>
                    </a:lnTo>
                    <a:lnTo>
                      <a:pt x="636" y="876"/>
                    </a:lnTo>
                    <a:lnTo>
                      <a:pt x="648" y="864"/>
                    </a:lnTo>
                    <a:lnTo>
                      <a:pt x="660" y="864"/>
                    </a:lnTo>
                    <a:lnTo>
                      <a:pt x="672" y="858"/>
                    </a:lnTo>
                    <a:lnTo>
                      <a:pt x="696" y="858"/>
                    </a:lnTo>
                    <a:lnTo>
                      <a:pt x="714" y="840"/>
                    </a:lnTo>
                    <a:lnTo>
                      <a:pt x="714" y="828"/>
                    </a:lnTo>
                    <a:lnTo>
                      <a:pt x="726" y="822"/>
                    </a:lnTo>
                    <a:lnTo>
                      <a:pt x="732" y="816"/>
                    </a:lnTo>
                    <a:lnTo>
                      <a:pt x="744" y="810"/>
                    </a:lnTo>
                    <a:lnTo>
                      <a:pt x="756" y="810"/>
                    </a:lnTo>
                    <a:lnTo>
                      <a:pt x="762" y="804"/>
                    </a:lnTo>
                    <a:lnTo>
                      <a:pt x="846" y="804"/>
                    </a:lnTo>
                    <a:lnTo>
                      <a:pt x="1056" y="558"/>
                    </a:lnTo>
                    <a:lnTo>
                      <a:pt x="984" y="564"/>
                    </a:lnTo>
                    <a:lnTo>
                      <a:pt x="948" y="546"/>
                    </a:lnTo>
                    <a:lnTo>
                      <a:pt x="936" y="534"/>
                    </a:lnTo>
                    <a:lnTo>
                      <a:pt x="918" y="528"/>
                    </a:lnTo>
                    <a:lnTo>
                      <a:pt x="906" y="522"/>
                    </a:lnTo>
                    <a:lnTo>
                      <a:pt x="882" y="516"/>
                    </a:lnTo>
                    <a:lnTo>
                      <a:pt x="810" y="492"/>
                    </a:lnTo>
                    <a:lnTo>
                      <a:pt x="774" y="474"/>
                    </a:lnTo>
                    <a:lnTo>
                      <a:pt x="768" y="462"/>
                    </a:lnTo>
                    <a:lnTo>
                      <a:pt x="762" y="456"/>
                    </a:lnTo>
                    <a:lnTo>
                      <a:pt x="756" y="444"/>
                    </a:lnTo>
                    <a:lnTo>
                      <a:pt x="732" y="444"/>
                    </a:lnTo>
                    <a:lnTo>
                      <a:pt x="732" y="438"/>
                    </a:lnTo>
                    <a:lnTo>
                      <a:pt x="726" y="432"/>
                    </a:lnTo>
                    <a:lnTo>
                      <a:pt x="714" y="408"/>
                    </a:lnTo>
                    <a:lnTo>
                      <a:pt x="708" y="402"/>
                    </a:lnTo>
                    <a:lnTo>
                      <a:pt x="702" y="390"/>
                    </a:lnTo>
                    <a:lnTo>
                      <a:pt x="696" y="384"/>
                    </a:lnTo>
                    <a:lnTo>
                      <a:pt x="690" y="372"/>
                    </a:lnTo>
                    <a:lnTo>
                      <a:pt x="690" y="360"/>
                    </a:lnTo>
                    <a:lnTo>
                      <a:pt x="678" y="348"/>
                    </a:lnTo>
                    <a:lnTo>
                      <a:pt x="696" y="318"/>
                    </a:lnTo>
                    <a:lnTo>
                      <a:pt x="690" y="312"/>
                    </a:lnTo>
                    <a:lnTo>
                      <a:pt x="678" y="306"/>
                    </a:lnTo>
                    <a:lnTo>
                      <a:pt x="666" y="306"/>
                    </a:lnTo>
                    <a:lnTo>
                      <a:pt x="660" y="312"/>
                    </a:lnTo>
                    <a:lnTo>
                      <a:pt x="654" y="312"/>
                    </a:lnTo>
                    <a:lnTo>
                      <a:pt x="648" y="318"/>
                    </a:lnTo>
                    <a:lnTo>
                      <a:pt x="624" y="318"/>
                    </a:lnTo>
                    <a:lnTo>
                      <a:pt x="612" y="306"/>
                    </a:lnTo>
                    <a:lnTo>
                      <a:pt x="612" y="294"/>
                    </a:lnTo>
                    <a:lnTo>
                      <a:pt x="606" y="276"/>
                    </a:lnTo>
                    <a:lnTo>
                      <a:pt x="606" y="264"/>
                    </a:lnTo>
                    <a:lnTo>
                      <a:pt x="624" y="246"/>
                    </a:lnTo>
                    <a:lnTo>
                      <a:pt x="654" y="192"/>
                    </a:lnTo>
                    <a:lnTo>
                      <a:pt x="642" y="174"/>
                    </a:lnTo>
                    <a:lnTo>
                      <a:pt x="630" y="174"/>
                    </a:lnTo>
                    <a:lnTo>
                      <a:pt x="618" y="168"/>
                    </a:lnTo>
                    <a:lnTo>
                      <a:pt x="612" y="162"/>
                    </a:lnTo>
                    <a:lnTo>
                      <a:pt x="612" y="138"/>
                    </a:lnTo>
                    <a:lnTo>
                      <a:pt x="600" y="126"/>
                    </a:lnTo>
                    <a:lnTo>
                      <a:pt x="576" y="114"/>
                    </a:lnTo>
                    <a:lnTo>
                      <a:pt x="570" y="108"/>
                    </a:lnTo>
                    <a:lnTo>
                      <a:pt x="546" y="72"/>
                    </a:lnTo>
                    <a:lnTo>
                      <a:pt x="534" y="66"/>
                    </a:lnTo>
                    <a:lnTo>
                      <a:pt x="528" y="60"/>
                    </a:lnTo>
                    <a:lnTo>
                      <a:pt x="516" y="60"/>
                    </a:lnTo>
                    <a:lnTo>
                      <a:pt x="498" y="36"/>
                    </a:lnTo>
                    <a:lnTo>
                      <a:pt x="468" y="36"/>
                    </a:lnTo>
                    <a:lnTo>
                      <a:pt x="462" y="30"/>
                    </a:lnTo>
                    <a:lnTo>
                      <a:pt x="444" y="30"/>
                    </a:lnTo>
                    <a:lnTo>
                      <a:pt x="432" y="36"/>
                    </a:lnTo>
                    <a:lnTo>
                      <a:pt x="420" y="36"/>
                    </a:lnTo>
                    <a:lnTo>
                      <a:pt x="420" y="24"/>
                    </a:lnTo>
                    <a:lnTo>
                      <a:pt x="414" y="18"/>
                    </a:lnTo>
                    <a:lnTo>
                      <a:pt x="408" y="24"/>
                    </a:lnTo>
                    <a:lnTo>
                      <a:pt x="402" y="36"/>
                    </a:lnTo>
                    <a:lnTo>
                      <a:pt x="372" y="36"/>
                    </a:lnTo>
                    <a:lnTo>
                      <a:pt x="366" y="24"/>
                    </a:lnTo>
                    <a:lnTo>
                      <a:pt x="360" y="18"/>
                    </a:lnTo>
                    <a:lnTo>
                      <a:pt x="354" y="18"/>
                    </a:lnTo>
                    <a:lnTo>
                      <a:pt x="342" y="6"/>
                    </a:lnTo>
                    <a:lnTo>
                      <a:pt x="330" y="0"/>
                    </a:lnTo>
                    <a:lnTo>
                      <a:pt x="330" y="12"/>
                    </a:lnTo>
                    <a:lnTo>
                      <a:pt x="324" y="24"/>
                    </a:lnTo>
                    <a:lnTo>
                      <a:pt x="318" y="42"/>
                    </a:lnTo>
                    <a:lnTo>
                      <a:pt x="318" y="54"/>
                    </a:lnTo>
                    <a:lnTo>
                      <a:pt x="306" y="66"/>
                    </a:lnTo>
                    <a:lnTo>
                      <a:pt x="288" y="48"/>
                    </a:lnTo>
                    <a:lnTo>
                      <a:pt x="288" y="42"/>
                    </a:lnTo>
                    <a:lnTo>
                      <a:pt x="282" y="36"/>
                    </a:lnTo>
                    <a:lnTo>
                      <a:pt x="276" y="36"/>
                    </a:lnTo>
                    <a:lnTo>
                      <a:pt x="276" y="42"/>
                    </a:lnTo>
                    <a:lnTo>
                      <a:pt x="270" y="48"/>
                    </a:lnTo>
                    <a:lnTo>
                      <a:pt x="234" y="48"/>
                    </a:lnTo>
                    <a:lnTo>
                      <a:pt x="234" y="90"/>
                    </a:lnTo>
                    <a:lnTo>
                      <a:pt x="228" y="96"/>
                    </a:lnTo>
                    <a:lnTo>
                      <a:pt x="222" y="108"/>
                    </a:lnTo>
                    <a:lnTo>
                      <a:pt x="216" y="114"/>
                    </a:lnTo>
                    <a:lnTo>
                      <a:pt x="210" y="126"/>
                    </a:lnTo>
                    <a:lnTo>
                      <a:pt x="210" y="174"/>
                    </a:lnTo>
                    <a:lnTo>
                      <a:pt x="180" y="174"/>
                    </a:lnTo>
                    <a:lnTo>
                      <a:pt x="174" y="180"/>
                    </a:lnTo>
                    <a:lnTo>
                      <a:pt x="168" y="192"/>
                    </a:lnTo>
                    <a:lnTo>
                      <a:pt x="162" y="198"/>
                    </a:lnTo>
                    <a:lnTo>
                      <a:pt x="162" y="234"/>
                    </a:lnTo>
                    <a:lnTo>
                      <a:pt x="156" y="240"/>
                    </a:lnTo>
                    <a:lnTo>
                      <a:pt x="144" y="240"/>
                    </a:lnTo>
                    <a:lnTo>
                      <a:pt x="138" y="246"/>
                    </a:lnTo>
                    <a:lnTo>
                      <a:pt x="138" y="270"/>
                    </a:lnTo>
                    <a:lnTo>
                      <a:pt x="126" y="288"/>
                    </a:lnTo>
                    <a:lnTo>
                      <a:pt x="126" y="294"/>
                    </a:lnTo>
                    <a:lnTo>
                      <a:pt x="132" y="300"/>
                    </a:lnTo>
                    <a:lnTo>
                      <a:pt x="132" y="336"/>
                    </a:lnTo>
                    <a:lnTo>
                      <a:pt x="126" y="342"/>
                    </a:lnTo>
                    <a:lnTo>
                      <a:pt x="114" y="342"/>
                    </a:lnTo>
                    <a:lnTo>
                      <a:pt x="108" y="336"/>
                    </a:lnTo>
                    <a:lnTo>
                      <a:pt x="108" y="324"/>
                    </a:lnTo>
                    <a:lnTo>
                      <a:pt x="102" y="324"/>
                    </a:lnTo>
                    <a:lnTo>
                      <a:pt x="84" y="342"/>
                    </a:lnTo>
                    <a:lnTo>
                      <a:pt x="84" y="360"/>
                    </a:lnTo>
                    <a:lnTo>
                      <a:pt x="90" y="372"/>
                    </a:lnTo>
                    <a:lnTo>
                      <a:pt x="90" y="390"/>
                    </a:lnTo>
                    <a:lnTo>
                      <a:pt x="84" y="396"/>
                    </a:lnTo>
                    <a:lnTo>
                      <a:pt x="72" y="402"/>
                    </a:lnTo>
                    <a:lnTo>
                      <a:pt x="66" y="414"/>
                    </a:lnTo>
                    <a:lnTo>
                      <a:pt x="66" y="426"/>
                    </a:lnTo>
                    <a:lnTo>
                      <a:pt x="72" y="438"/>
                    </a:lnTo>
                    <a:lnTo>
                      <a:pt x="72" y="450"/>
                    </a:lnTo>
                    <a:lnTo>
                      <a:pt x="78" y="456"/>
                    </a:lnTo>
                    <a:lnTo>
                      <a:pt x="78" y="492"/>
                    </a:lnTo>
                    <a:lnTo>
                      <a:pt x="72" y="504"/>
                    </a:lnTo>
                    <a:lnTo>
                      <a:pt x="72" y="516"/>
                    </a:lnTo>
                    <a:lnTo>
                      <a:pt x="66" y="522"/>
                    </a:lnTo>
                    <a:lnTo>
                      <a:pt x="54" y="522"/>
                    </a:lnTo>
                    <a:lnTo>
                      <a:pt x="48" y="528"/>
                    </a:lnTo>
                    <a:lnTo>
                      <a:pt x="42" y="522"/>
                    </a:lnTo>
                    <a:lnTo>
                      <a:pt x="6" y="522"/>
                    </a:lnTo>
                    <a:lnTo>
                      <a:pt x="12" y="546"/>
                    </a:lnTo>
                    <a:lnTo>
                      <a:pt x="6" y="552"/>
                    </a:lnTo>
                    <a:lnTo>
                      <a:pt x="0" y="564"/>
                    </a:lnTo>
                    <a:lnTo>
                      <a:pt x="0" y="576"/>
                    </a:lnTo>
                    <a:lnTo>
                      <a:pt x="6" y="576"/>
                    </a:lnTo>
                    <a:lnTo>
                      <a:pt x="18" y="582"/>
                    </a:lnTo>
                    <a:lnTo>
                      <a:pt x="42" y="582"/>
                    </a:lnTo>
                    <a:lnTo>
                      <a:pt x="48" y="588"/>
                    </a:lnTo>
                    <a:lnTo>
                      <a:pt x="60" y="594"/>
                    </a:lnTo>
                    <a:lnTo>
                      <a:pt x="66" y="606"/>
                    </a:lnTo>
                    <a:lnTo>
                      <a:pt x="78" y="612"/>
                    </a:lnTo>
                    <a:lnTo>
                      <a:pt x="78" y="630"/>
                    </a:lnTo>
                    <a:lnTo>
                      <a:pt x="84" y="6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5" name="Eritrea" descr="© INSCALE GmbH, 05.05.2010&#10;http://www.presentationload.com/">
                <a:extLst>
                  <a:ext uri="{FF2B5EF4-FFF2-40B4-BE49-F238E27FC236}">
                    <a16:creationId xmlns:a16="http://schemas.microsoft.com/office/drawing/2014/main" id="{9953A359-F5DF-0B42-A459-18C554023E88}"/>
                  </a:ext>
                </a:extLst>
              </p:cNvPr>
              <p:cNvSpPr>
                <a:spLocks/>
              </p:cNvSpPr>
              <p:nvPr/>
            </p:nvSpPr>
            <p:spPr bwMode="gray">
              <a:xfrm>
                <a:off x="6804408" y="3530270"/>
                <a:ext cx="202169" cy="192306"/>
              </a:xfrm>
              <a:custGeom>
                <a:avLst/>
                <a:gdLst>
                  <a:gd name="T0" fmla="*/ 2147483647 w 480"/>
                  <a:gd name="T1" fmla="*/ 2147483647 h 456"/>
                  <a:gd name="T2" fmla="*/ 2147483647 w 480"/>
                  <a:gd name="T3" fmla="*/ 2147483647 h 456"/>
                  <a:gd name="T4" fmla="*/ 2147483647 w 480"/>
                  <a:gd name="T5" fmla="*/ 2147483647 h 456"/>
                  <a:gd name="T6" fmla="*/ 2147483647 w 480"/>
                  <a:gd name="T7" fmla="*/ 2147483647 h 456"/>
                  <a:gd name="T8" fmla="*/ 2147483647 w 480"/>
                  <a:gd name="T9" fmla="*/ 2147483647 h 456"/>
                  <a:gd name="T10" fmla="*/ 2147483647 w 480"/>
                  <a:gd name="T11" fmla="*/ 2147483647 h 456"/>
                  <a:gd name="T12" fmla="*/ 2147483647 w 480"/>
                  <a:gd name="T13" fmla="*/ 2147483647 h 456"/>
                  <a:gd name="T14" fmla="*/ 2147483647 w 480"/>
                  <a:gd name="T15" fmla="*/ 2147483647 h 456"/>
                  <a:gd name="T16" fmla="*/ 0 w 480"/>
                  <a:gd name="T17" fmla="*/ 2147483647 h 456"/>
                  <a:gd name="T18" fmla="*/ 2147483647 w 480"/>
                  <a:gd name="T19" fmla="*/ 2147483647 h 456"/>
                  <a:gd name="T20" fmla="*/ 2147483647 w 480"/>
                  <a:gd name="T21" fmla="*/ 2147483647 h 456"/>
                  <a:gd name="T22" fmla="*/ 2147483647 w 480"/>
                  <a:gd name="T23" fmla="*/ 2147483647 h 456"/>
                  <a:gd name="T24" fmla="*/ 2147483647 w 480"/>
                  <a:gd name="T25" fmla="*/ 2147483647 h 456"/>
                  <a:gd name="T26" fmla="*/ 2147483647 w 480"/>
                  <a:gd name="T27" fmla="*/ 2147483647 h 456"/>
                  <a:gd name="T28" fmla="*/ 2147483647 w 480"/>
                  <a:gd name="T29" fmla="*/ 2147483647 h 456"/>
                  <a:gd name="T30" fmla="*/ 2147483647 w 480"/>
                  <a:gd name="T31" fmla="*/ 2147483647 h 456"/>
                  <a:gd name="T32" fmla="*/ 2147483647 w 480"/>
                  <a:gd name="T33" fmla="*/ 2147483647 h 456"/>
                  <a:gd name="T34" fmla="*/ 2147483647 w 480"/>
                  <a:gd name="T35" fmla="*/ 2147483647 h 456"/>
                  <a:gd name="T36" fmla="*/ 2147483647 w 480"/>
                  <a:gd name="T37" fmla="*/ 2147483647 h 456"/>
                  <a:gd name="T38" fmla="*/ 2147483647 w 480"/>
                  <a:gd name="T39" fmla="*/ 2147483647 h 456"/>
                  <a:gd name="T40" fmla="*/ 2147483647 w 480"/>
                  <a:gd name="T41" fmla="*/ 2147483647 h 456"/>
                  <a:gd name="T42" fmla="*/ 2147483647 w 480"/>
                  <a:gd name="T43" fmla="*/ 2147483647 h 456"/>
                  <a:gd name="T44" fmla="*/ 2147483647 w 480"/>
                  <a:gd name="T45" fmla="*/ 2147483647 h 456"/>
                  <a:gd name="T46" fmla="*/ 2147483647 w 480"/>
                  <a:gd name="T47" fmla="*/ 2147483647 h 456"/>
                  <a:gd name="T48" fmla="*/ 2147483647 w 480"/>
                  <a:gd name="T49" fmla="*/ 2147483647 h 456"/>
                  <a:gd name="T50" fmla="*/ 2147483647 w 480"/>
                  <a:gd name="T51" fmla="*/ 2147483647 h 456"/>
                  <a:gd name="T52" fmla="*/ 2147483647 w 480"/>
                  <a:gd name="T53" fmla="*/ 2147483647 h 456"/>
                  <a:gd name="T54" fmla="*/ 2147483647 w 480"/>
                  <a:gd name="T55" fmla="*/ 2147483647 h 456"/>
                  <a:gd name="T56" fmla="*/ 2147483647 w 480"/>
                  <a:gd name="T57" fmla="*/ 2147483647 h 456"/>
                  <a:gd name="T58" fmla="*/ 2147483647 w 480"/>
                  <a:gd name="T59" fmla="*/ 2147483647 h 456"/>
                  <a:gd name="T60" fmla="*/ 2147483647 w 480"/>
                  <a:gd name="T61" fmla="*/ 2147483647 h 456"/>
                  <a:gd name="T62" fmla="*/ 2147483647 w 480"/>
                  <a:gd name="T63" fmla="*/ 2147483647 h 456"/>
                  <a:gd name="T64" fmla="*/ 2147483647 w 480"/>
                  <a:gd name="T65" fmla="*/ 2147483647 h 456"/>
                  <a:gd name="T66" fmla="*/ 2147483647 w 480"/>
                  <a:gd name="T67" fmla="*/ 2147483647 h 456"/>
                  <a:gd name="T68" fmla="*/ 2147483647 w 480"/>
                  <a:gd name="T69" fmla="*/ 2147483647 h 456"/>
                  <a:gd name="T70" fmla="*/ 2147483647 w 480"/>
                  <a:gd name="T71" fmla="*/ 2147483647 h 456"/>
                  <a:gd name="T72" fmla="*/ 2147483647 w 480"/>
                  <a:gd name="T73" fmla="*/ 2147483647 h 456"/>
                  <a:gd name="T74" fmla="*/ 2147483647 w 480"/>
                  <a:gd name="T75" fmla="*/ 2147483647 h 456"/>
                  <a:gd name="T76" fmla="*/ 2147483647 w 480"/>
                  <a:gd name="T77" fmla="*/ 2147483647 h 456"/>
                  <a:gd name="T78" fmla="*/ 2147483647 w 480"/>
                  <a:gd name="T79" fmla="*/ 2147483647 h 456"/>
                  <a:gd name="T80" fmla="*/ 2147483647 w 480"/>
                  <a:gd name="T81" fmla="*/ 2147483647 h 456"/>
                  <a:gd name="T82" fmla="*/ 2147483647 w 480"/>
                  <a:gd name="T83" fmla="*/ 2147483647 h 456"/>
                  <a:gd name="T84" fmla="*/ 2147483647 w 480"/>
                  <a:gd name="T85" fmla="*/ 2147483647 h 456"/>
                  <a:gd name="T86" fmla="*/ 2147483647 w 480"/>
                  <a:gd name="T87" fmla="*/ 2147483647 h 456"/>
                  <a:gd name="T88" fmla="*/ 2147483647 w 480"/>
                  <a:gd name="T89" fmla="*/ 2147483647 h 456"/>
                  <a:gd name="T90" fmla="*/ 2147483647 w 480"/>
                  <a:gd name="T91" fmla="*/ 2147483647 h 456"/>
                  <a:gd name="T92" fmla="*/ 2147483647 w 480"/>
                  <a:gd name="T93" fmla="*/ 2147483647 h 456"/>
                  <a:gd name="T94" fmla="*/ 2147483647 w 480"/>
                  <a:gd name="T95" fmla="*/ 2147483647 h 456"/>
                  <a:gd name="T96" fmla="*/ 2147483647 w 480"/>
                  <a:gd name="T97" fmla="*/ 0 h 456"/>
                  <a:gd name="T98" fmla="*/ 2147483647 w 480"/>
                  <a:gd name="T99" fmla="*/ 2147483647 h 456"/>
                  <a:gd name="T100" fmla="*/ 2147483647 w 480"/>
                  <a:gd name="T101" fmla="*/ 2147483647 h 456"/>
                  <a:gd name="T102" fmla="*/ 2147483647 w 480"/>
                  <a:gd name="T103" fmla="*/ 2147483647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80"/>
                  <a:gd name="T157" fmla="*/ 0 h 456"/>
                  <a:gd name="T158" fmla="*/ 480 w 480"/>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80" h="456">
                    <a:moveTo>
                      <a:pt x="78" y="54"/>
                    </a:moveTo>
                    <a:lnTo>
                      <a:pt x="78" y="66"/>
                    </a:lnTo>
                    <a:lnTo>
                      <a:pt x="72" y="72"/>
                    </a:lnTo>
                    <a:lnTo>
                      <a:pt x="72" y="78"/>
                    </a:lnTo>
                    <a:lnTo>
                      <a:pt x="66" y="84"/>
                    </a:lnTo>
                    <a:lnTo>
                      <a:pt x="48" y="84"/>
                    </a:lnTo>
                    <a:lnTo>
                      <a:pt x="48" y="102"/>
                    </a:lnTo>
                    <a:lnTo>
                      <a:pt x="42" y="108"/>
                    </a:lnTo>
                    <a:lnTo>
                      <a:pt x="30" y="108"/>
                    </a:lnTo>
                    <a:lnTo>
                      <a:pt x="30" y="120"/>
                    </a:lnTo>
                    <a:lnTo>
                      <a:pt x="36" y="126"/>
                    </a:lnTo>
                    <a:lnTo>
                      <a:pt x="36" y="168"/>
                    </a:lnTo>
                    <a:lnTo>
                      <a:pt x="30" y="180"/>
                    </a:lnTo>
                    <a:lnTo>
                      <a:pt x="24" y="186"/>
                    </a:lnTo>
                    <a:lnTo>
                      <a:pt x="18" y="186"/>
                    </a:lnTo>
                    <a:lnTo>
                      <a:pt x="18" y="222"/>
                    </a:lnTo>
                    <a:lnTo>
                      <a:pt x="12" y="222"/>
                    </a:lnTo>
                    <a:lnTo>
                      <a:pt x="0" y="228"/>
                    </a:lnTo>
                    <a:lnTo>
                      <a:pt x="0" y="246"/>
                    </a:lnTo>
                    <a:lnTo>
                      <a:pt x="6" y="252"/>
                    </a:lnTo>
                    <a:lnTo>
                      <a:pt x="12" y="300"/>
                    </a:lnTo>
                    <a:lnTo>
                      <a:pt x="48" y="300"/>
                    </a:lnTo>
                    <a:lnTo>
                      <a:pt x="54" y="294"/>
                    </a:lnTo>
                    <a:lnTo>
                      <a:pt x="54" y="288"/>
                    </a:lnTo>
                    <a:lnTo>
                      <a:pt x="60" y="288"/>
                    </a:lnTo>
                    <a:lnTo>
                      <a:pt x="66" y="294"/>
                    </a:lnTo>
                    <a:lnTo>
                      <a:pt x="66" y="300"/>
                    </a:lnTo>
                    <a:lnTo>
                      <a:pt x="84" y="318"/>
                    </a:lnTo>
                    <a:lnTo>
                      <a:pt x="96" y="306"/>
                    </a:lnTo>
                    <a:lnTo>
                      <a:pt x="96" y="294"/>
                    </a:lnTo>
                    <a:lnTo>
                      <a:pt x="102" y="276"/>
                    </a:lnTo>
                    <a:lnTo>
                      <a:pt x="108" y="264"/>
                    </a:lnTo>
                    <a:lnTo>
                      <a:pt x="108" y="252"/>
                    </a:lnTo>
                    <a:lnTo>
                      <a:pt x="120" y="258"/>
                    </a:lnTo>
                    <a:lnTo>
                      <a:pt x="132" y="270"/>
                    </a:lnTo>
                    <a:lnTo>
                      <a:pt x="138" y="270"/>
                    </a:lnTo>
                    <a:lnTo>
                      <a:pt x="144" y="276"/>
                    </a:lnTo>
                    <a:lnTo>
                      <a:pt x="150" y="288"/>
                    </a:lnTo>
                    <a:lnTo>
                      <a:pt x="180" y="288"/>
                    </a:lnTo>
                    <a:lnTo>
                      <a:pt x="186" y="276"/>
                    </a:lnTo>
                    <a:lnTo>
                      <a:pt x="192" y="270"/>
                    </a:lnTo>
                    <a:lnTo>
                      <a:pt x="198" y="276"/>
                    </a:lnTo>
                    <a:lnTo>
                      <a:pt x="198" y="288"/>
                    </a:lnTo>
                    <a:lnTo>
                      <a:pt x="210" y="288"/>
                    </a:lnTo>
                    <a:lnTo>
                      <a:pt x="222" y="282"/>
                    </a:lnTo>
                    <a:lnTo>
                      <a:pt x="240" y="282"/>
                    </a:lnTo>
                    <a:lnTo>
                      <a:pt x="246" y="288"/>
                    </a:lnTo>
                    <a:lnTo>
                      <a:pt x="276" y="288"/>
                    </a:lnTo>
                    <a:lnTo>
                      <a:pt x="294" y="312"/>
                    </a:lnTo>
                    <a:lnTo>
                      <a:pt x="306" y="312"/>
                    </a:lnTo>
                    <a:lnTo>
                      <a:pt x="312" y="318"/>
                    </a:lnTo>
                    <a:lnTo>
                      <a:pt x="324" y="324"/>
                    </a:lnTo>
                    <a:lnTo>
                      <a:pt x="348" y="360"/>
                    </a:lnTo>
                    <a:lnTo>
                      <a:pt x="354" y="366"/>
                    </a:lnTo>
                    <a:lnTo>
                      <a:pt x="378" y="378"/>
                    </a:lnTo>
                    <a:lnTo>
                      <a:pt x="390" y="390"/>
                    </a:lnTo>
                    <a:lnTo>
                      <a:pt x="390" y="414"/>
                    </a:lnTo>
                    <a:lnTo>
                      <a:pt x="396" y="420"/>
                    </a:lnTo>
                    <a:lnTo>
                      <a:pt x="408" y="426"/>
                    </a:lnTo>
                    <a:lnTo>
                      <a:pt x="420" y="426"/>
                    </a:lnTo>
                    <a:lnTo>
                      <a:pt x="432" y="444"/>
                    </a:lnTo>
                    <a:lnTo>
                      <a:pt x="456" y="456"/>
                    </a:lnTo>
                    <a:lnTo>
                      <a:pt x="468" y="438"/>
                    </a:lnTo>
                    <a:lnTo>
                      <a:pt x="480" y="432"/>
                    </a:lnTo>
                    <a:lnTo>
                      <a:pt x="474" y="420"/>
                    </a:lnTo>
                    <a:lnTo>
                      <a:pt x="456" y="402"/>
                    </a:lnTo>
                    <a:lnTo>
                      <a:pt x="432" y="402"/>
                    </a:lnTo>
                    <a:lnTo>
                      <a:pt x="426" y="396"/>
                    </a:lnTo>
                    <a:lnTo>
                      <a:pt x="426" y="360"/>
                    </a:lnTo>
                    <a:lnTo>
                      <a:pt x="420" y="360"/>
                    </a:lnTo>
                    <a:lnTo>
                      <a:pt x="414" y="354"/>
                    </a:lnTo>
                    <a:lnTo>
                      <a:pt x="366" y="330"/>
                    </a:lnTo>
                    <a:lnTo>
                      <a:pt x="360" y="324"/>
                    </a:lnTo>
                    <a:lnTo>
                      <a:pt x="360" y="312"/>
                    </a:lnTo>
                    <a:lnTo>
                      <a:pt x="354" y="300"/>
                    </a:lnTo>
                    <a:lnTo>
                      <a:pt x="354" y="288"/>
                    </a:lnTo>
                    <a:lnTo>
                      <a:pt x="348" y="276"/>
                    </a:lnTo>
                    <a:lnTo>
                      <a:pt x="348" y="270"/>
                    </a:lnTo>
                    <a:lnTo>
                      <a:pt x="336" y="270"/>
                    </a:lnTo>
                    <a:lnTo>
                      <a:pt x="324" y="264"/>
                    </a:lnTo>
                    <a:lnTo>
                      <a:pt x="306" y="264"/>
                    </a:lnTo>
                    <a:lnTo>
                      <a:pt x="282" y="240"/>
                    </a:lnTo>
                    <a:lnTo>
                      <a:pt x="264" y="246"/>
                    </a:lnTo>
                    <a:lnTo>
                      <a:pt x="252" y="228"/>
                    </a:lnTo>
                    <a:lnTo>
                      <a:pt x="234" y="222"/>
                    </a:lnTo>
                    <a:lnTo>
                      <a:pt x="216" y="204"/>
                    </a:lnTo>
                    <a:lnTo>
                      <a:pt x="210" y="192"/>
                    </a:lnTo>
                    <a:lnTo>
                      <a:pt x="204" y="186"/>
                    </a:lnTo>
                    <a:lnTo>
                      <a:pt x="198" y="174"/>
                    </a:lnTo>
                    <a:lnTo>
                      <a:pt x="198" y="114"/>
                    </a:lnTo>
                    <a:lnTo>
                      <a:pt x="192" y="90"/>
                    </a:lnTo>
                    <a:lnTo>
                      <a:pt x="186" y="78"/>
                    </a:lnTo>
                    <a:lnTo>
                      <a:pt x="180" y="60"/>
                    </a:lnTo>
                    <a:lnTo>
                      <a:pt x="168" y="42"/>
                    </a:lnTo>
                    <a:lnTo>
                      <a:pt x="162" y="24"/>
                    </a:lnTo>
                    <a:lnTo>
                      <a:pt x="156" y="12"/>
                    </a:lnTo>
                    <a:lnTo>
                      <a:pt x="150" y="6"/>
                    </a:lnTo>
                    <a:lnTo>
                      <a:pt x="150" y="0"/>
                    </a:lnTo>
                    <a:lnTo>
                      <a:pt x="144" y="0"/>
                    </a:lnTo>
                    <a:lnTo>
                      <a:pt x="144" y="12"/>
                    </a:lnTo>
                    <a:lnTo>
                      <a:pt x="132" y="36"/>
                    </a:lnTo>
                    <a:lnTo>
                      <a:pt x="108" y="48"/>
                    </a:lnTo>
                    <a:lnTo>
                      <a:pt x="90" y="54"/>
                    </a:lnTo>
                    <a:lnTo>
                      <a:pt x="78" y="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6" name="Equatorial Guinea" descr="© INSCALE GmbH, 05.05.2010&#10;http://www.presentationload.com/">
                <a:extLst>
                  <a:ext uri="{FF2B5EF4-FFF2-40B4-BE49-F238E27FC236}">
                    <a16:creationId xmlns:a16="http://schemas.microsoft.com/office/drawing/2014/main" id="{2528EDA7-CCD1-0244-9F10-D62D4D5E93DD}"/>
                  </a:ext>
                </a:extLst>
              </p:cNvPr>
              <p:cNvSpPr>
                <a:spLocks/>
              </p:cNvSpPr>
              <p:nvPr/>
            </p:nvSpPr>
            <p:spPr bwMode="gray">
              <a:xfrm>
                <a:off x="6002313" y="4062809"/>
                <a:ext cx="60815" cy="46021"/>
              </a:xfrm>
              <a:custGeom>
                <a:avLst/>
                <a:gdLst>
                  <a:gd name="T0" fmla="*/ 2147483647 w 144"/>
                  <a:gd name="T1" fmla="*/ 2147483647 h 108"/>
                  <a:gd name="T2" fmla="*/ 2147483647 w 144"/>
                  <a:gd name="T3" fmla="*/ 2147483647 h 108"/>
                  <a:gd name="T4" fmla="*/ 2147483647 w 144"/>
                  <a:gd name="T5" fmla="*/ 2147483647 h 108"/>
                  <a:gd name="T6" fmla="*/ 2147483647 w 144"/>
                  <a:gd name="T7" fmla="*/ 0 h 108"/>
                  <a:gd name="T8" fmla="*/ 2147483647 w 144"/>
                  <a:gd name="T9" fmla="*/ 2147483647 h 108"/>
                  <a:gd name="T10" fmla="*/ 2147483647 w 144"/>
                  <a:gd name="T11" fmla="*/ 2147483647 h 108"/>
                  <a:gd name="T12" fmla="*/ 2147483647 w 144"/>
                  <a:gd name="T13" fmla="*/ 2147483647 h 108"/>
                  <a:gd name="T14" fmla="*/ 2147483647 w 144"/>
                  <a:gd name="T15" fmla="*/ 2147483647 h 108"/>
                  <a:gd name="T16" fmla="*/ 2147483647 w 144"/>
                  <a:gd name="T17" fmla="*/ 2147483647 h 108"/>
                  <a:gd name="T18" fmla="*/ 0 w 144"/>
                  <a:gd name="T19" fmla="*/ 2147483647 h 108"/>
                  <a:gd name="T20" fmla="*/ 0 w 144"/>
                  <a:gd name="T21" fmla="*/ 2147483647 h 108"/>
                  <a:gd name="T22" fmla="*/ 2147483647 w 144"/>
                  <a:gd name="T23" fmla="*/ 2147483647 h 108"/>
                  <a:gd name="T24" fmla="*/ 2147483647 w 144"/>
                  <a:gd name="T25" fmla="*/ 2147483647 h 108"/>
                  <a:gd name="T26" fmla="*/ 2147483647 w 144"/>
                  <a:gd name="T27" fmla="*/ 2147483647 h 108"/>
                  <a:gd name="T28" fmla="*/ 2147483647 w 144"/>
                  <a:gd name="T29" fmla="*/ 2147483647 h 108"/>
                  <a:gd name="T30" fmla="*/ 2147483647 w 144"/>
                  <a:gd name="T31" fmla="*/ 2147483647 h 108"/>
                  <a:gd name="T32" fmla="*/ 2147483647 w 144"/>
                  <a:gd name="T33" fmla="*/ 2147483647 h 108"/>
                  <a:gd name="T34" fmla="*/ 2147483647 w 144"/>
                  <a:gd name="T35" fmla="*/ 2147483647 h 108"/>
                  <a:gd name="T36" fmla="*/ 2147483647 w 144"/>
                  <a:gd name="T37" fmla="*/ 2147483647 h 108"/>
                  <a:gd name="T38" fmla="*/ 2147483647 w 144"/>
                  <a:gd name="T39" fmla="*/ 2147483647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
                  <a:gd name="T61" fmla="*/ 0 h 108"/>
                  <a:gd name="T62" fmla="*/ 144 w 144"/>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 h="108">
                    <a:moveTo>
                      <a:pt x="138" y="48"/>
                    </a:moveTo>
                    <a:lnTo>
                      <a:pt x="144" y="12"/>
                    </a:lnTo>
                    <a:lnTo>
                      <a:pt x="48" y="12"/>
                    </a:lnTo>
                    <a:lnTo>
                      <a:pt x="36" y="0"/>
                    </a:lnTo>
                    <a:lnTo>
                      <a:pt x="30" y="6"/>
                    </a:lnTo>
                    <a:lnTo>
                      <a:pt x="30" y="42"/>
                    </a:lnTo>
                    <a:lnTo>
                      <a:pt x="18" y="54"/>
                    </a:lnTo>
                    <a:lnTo>
                      <a:pt x="12" y="66"/>
                    </a:lnTo>
                    <a:lnTo>
                      <a:pt x="6" y="72"/>
                    </a:lnTo>
                    <a:lnTo>
                      <a:pt x="0" y="84"/>
                    </a:lnTo>
                    <a:lnTo>
                      <a:pt x="0" y="90"/>
                    </a:lnTo>
                    <a:lnTo>
                      <a:pt x="6" y="96"/>
                    </a:lnTo>
                    <a:lnTo>
                      <a:pt x="18" y="102"/>
                    </a:lnTo>
                    <a:lnTo>
                      <a:pt x="36" y="102"/>
                    </a:lnTo>
                    <a:lnTo>
                      <a:pt x="36" y="108"/>
                    </a:lnTo>
                    <a:lnTo>
                      <a:pt x="138" y="108"/>
                    </a:lnTo>
                    <a:lnTo>
                      <a:pt x="138" y="102"/>
                    </a:lnTo>
                    <a:lnTo>
                      <a:pt x="144" y="84"/>
                    </a:lnTo>
                    <a:lnTo>
                      <a:pt x="144" y="54"/>
                    </a:lnTo>
                    <a:lnTo>
                      <a:pt x="138" y="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7" name="Egypt" descr="© INSCALE GmbH, 05.05.2010&#10;http://www.presentationload.com/">
                <a:extLst>
                  <a:ext uri="{FF2B5EF4-FFF2-40B4-BE49-F238E27FC236}">
                    <a16:creationId xmlns:a16="http://schemas.microsoft.com/office/drawing/2014/main" id="{F3226612-A53B-7E4E-BA6B-85B9EE5ACFF9}"/>
                  </a:ext>
                </a:extLst>
              </p:cNvPr>
              <p:cNvSpPr>
                <a:spLocks/>
              </p:cNvSpPr>
              <p:nvPr/>
            </p:nvSpPr>
            <p:spPr bwMode="gray">
              <a:xfrm>
                <a:off x="6444451" y="3068407"/>
                <a:ext cx="332016" cy="338590"/>
              </a:xfrm>
              <a:custGeom>
                <a:avLst/>
                <a:gdLst>
                  <a:gd name="T0" fmla="*/ 2147483647 w 792"/>
                  <a:gd name="T1" fmla="*/ 2147483647 h 804"/>
                  <a:gd name="T2" fmla="*/ 2147483647 w 792"/>
                  <a:gd name="T3" fmla="*/ 2147483647 h 804"/>
                  <a:gd name="T4" fmla="*/ 2147483647 w 792"/>
                  <a:gd name="T5" fmla="*/ 2147483647 h 804"/>
                  <a:gd name="T6" fmla="*/ 2147483647 w 792"/>
                  <a:gd name="T7" fmla="*/ 2147483647 h 804"/>
                  <a:gd name="T8" fmla="*/ 2147483647 w 792"/>
                  <a:gd name="T9" fmla="*/ 2147483647 h 804"/>
                  <a:gd name="T10" fmla="*/ 2147483647 w 792"/>
                  <a:gd name="T11" fmla="*/ 2147483647 h 804"/>
                  <a:gd name="T12" fmla="*/ 2147483647 w 792"/>
                  <a:gd name="T13" fmla="*/ 2147483647 h 804"/>
                  <a:gd name="T14" fmla="*/ 2147483647 w 792"/>
                  <a:gd name="T15" fmla="*/ 2147483647 h 804"/>
                  <a:gd name="T16" fmla="*/ 2147483647 w 792"/>
                  <a:gd name="T17" fmla="*/ 2147483647 h 804"/>
                  <a:gd name="T18" fmla="*/ 2147483647 w 792"/>
                  <a:gd name="T19" fmla="*/ 2147483647 h 804"/>
                  <a:gd name="T20" fmla="*/ 2147483647 w 792"/>
                  <a:gd name="T21" fmla="*/ 2147483647 h 804"/>
                  <a:gd name="T22" fmla="*/ 2147483647 w 792"/>
                  <a:gd name="T23" fmla="*/ 2147483647 h 804"/>
                  <a:gd name="T24" fmla="*/ 2147483647 w 792"/>
                  <a:gd name="T25" fmla="*/ 2147483647 h 804"/>
                  <a:gd name="T26" fmla="*/ 2147483647 w 792"/>
                  <a:gd name="T27" fmla="*/ 2147483647 h 804"/>
                  <a:gd name="T28" fmla="*/ 2147483647 w 792"/>
                  <a:gd name="T29" fmla="*/ 2147483647 h 804"/>
                  <a:gd name="T30" fmla="*/ 2147483647 w 792"/>
                  <a:gd name="T31" fmla="*/ 2147483647 h 804"/>
                  <a:gd name="T32" fmla="*/ 2147483647 w 792"/>
                  <a:gd name="T33" fmla="*/ 2147483647 h 804"/>
                  <a:gd name="T34" fmla="*/ 2147483647 w 792"/>
                  <a:gd name="T35" fmla="*/ 2147483647 h 804"/>
                  <a:gd name="T36" fmla="*/ 2147483647 w 792"/>
                  <a:gd name="T37" fmla="*/ 2147483647 h 804"/>
                  <a:gd name="T38" fmla="*/ 2147483647 w 792"/>
                  <a:gd name="T39" fmla="*/ 2147483647 h 804"/>
                  <a:gd name="T40" fmla="*/ 2147483647 w 792"/>
                  <a:gd name="T41" fmla="*/ 2147483647 h 804"/>
                  <a:gd name="T42" fmla="*/ 2147483647 w 792"/>
                  <a:gd name="T43" fmla="*/ 2147483647 h 804"/>
                  <a:gd name="T44" fmla="*/ 2147483647 w 792"/>
                  <a:gd name="T45" fmla="*/ 2147483647 h 804"/>
                  <a:gd name="T46" fmla="*/ 2147483647 w 792"/>
                  <a:gd name="T47" fmla="*/ 2147483647 h 804"/>
                  <a:gd name="T48" fmla="*/ 2147483647 w 792"/>
                  <a:gd name="T49" fmla="*/ 2147483647 h 804"/>
                  <a:gd name="T50" fmla="*/ 2147483647 w 792"/>
                  <a:gd name="T51" fmla="*/ 2147483647 h 804"/>
                  <a:gd name="T52" fmla="*/ 2147483647 w 792"/>
                  <a:gd name="T53" fmla="*/ 2147483647 h 804"/>
                  <a:gd name="T54" fmla="*/ 2147483647 w 792"/>
                  <a:gd name="T55" fmla="*/ 2147483647 h 804"/>
                  <a:gd name="T56" fmla="*/ 2147483647 w 792"/>
                  <a:gd name="T57" fmla="*/ 2147483647 h 804"/>
                  <a:gd name="T58" fmla="*/ 2147483647 w 792"/>
                  <a:gd name="T59" fmla="*/ 2147483647 h 804"/>
                  <a:gd name="T60" fmla="*/ 2147483647 w 792"/>
                  <a:gd name="T61" fmla="*/ 2147483647 h 804"/>
                  <a:gd name="T62" fmla="*/ 2147483647 w 792"/>
                  <a:gd name="T63" fmla="*/ 2147483647 h 804"/>
                  <a:gd name="T64" fmla="*/ 2147483647 w 792"/>
                  <a:gd name="T65" fmla="*/ 2147483647 h 804"/>
                  <a:gd name="T66" fmla="*/ 2147483647 w 792"/>
                  <a:gd name="T67" fmla="*/ 2147483647 h 804"/>
                  <a:gd name="T68" fmla="*/ 2147483647 w 792"/>
                  <a:gd name="T69" fmla="*/ 2147483647 h 804"/>
                  <a:gd name="T70" fmla="*/ 2147483647 w 792"/>
                  <a:gd name="T71" fmla="*/ 2147483647 h 804"/>
                  <a:gd name="T72" fmla="*/ 2147483647 w 792"/>
                  <a:gd name="T73" fmla="*/ 2147483647 h 804"/>
                  <a:gd name="T74" fmla="*/ 2147483647 w 792"/>
                  <a:gd name="T75" fmla="*/ 2147483647 h 804"/>
                  <a:gd name="T76" fmla="*/ 2147483647 w 792"/>
                  <a:gd name="T77" fmla="*/ 2147483647 h 804"/>
                  <a:gd name="T78" fmla="*/ 2147483647 w 792"/>
                  <a:gd name="T79" fmla="*/ 2147483647 h 804"/>
                  <a:gd name="T80" fmla="*/ 2147483647 w 792"/>
                  <a:gd name="T81" fmla="*/ 2147483647 h 804"/>
                  <a:gd name="T82" fmla="*/ 2147483647 w 792"/>
                  <a:gd name="T83" fmla="*/ 2147483647 h 804"/>
                  <a:gd name="T84" fmla="*/ 2147483647 w 792"/>
                  <a:gd name="T85" fmla="*/ 2147483647 h 804"/>
                  <a:gd name="T86" fmla="*/ 2147483647 w 792"/>
                  <a:gd name="T87" fmla="*/ 2147483647 h 804"/>
                  <a:gd name="T88" fmla="*/ 2147483647 w 792"/>
                  <a:gd name="T89" fmla="*/ 2147483647 h 804"/>
                  <a:gd name="T90" fmla="*/ 2147483647 w 792"/>
                  <a:gd name="T91" fmla="*/ 0 h 804"/>
                  <a:gd name="T92" fmla="*/ 2147483647 w 792"/>
                  <a:gd name="T93" fmla="*/ 2147483647 h 804"/>
                  <a:gd name="T94" fmla="*/ 2147483647 w 792"/>
                  <a:gd name="T95" fmla="*/ 0 h 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92"/>
                  <a:gd name="T145" fmla="*/ 0 h 804"/>
                  <a:gd name="T146" fmla="*/ 792 w 792"/>
                  <a:gd name="T147" fmla="*/ 804 h 8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92" h="804">
                    <a:moveTo>
                      <a:pt x="12" y="18"/>
                    </a:moveTo>
                    <a:lnTo>
                      <a:pt x="6" y="24"/>
                    </a:lnTo>
                    <a:lnTo>
                      <a:pt x="6" y="54"/>
                    </a:lnTo>
                    <a:lnTo>
                      <a:pt x="18" y="60"/>
                    </a:lnTo>
                    <a:lnTo>
                      <a:pt x="24" y="72"/>
                    </a:lnTo>
                    <a:lnTo>
                      <a:pt x="24" y="78"/>
                    </a:lnTo>
                    <a:lnTo>
                      <a:pt x="18" y="84"/>
                    </a:lnTo>
                    <a:lnTo>
                      <a:pt x="12" y="96"/>
                    </a:lnTo>
                    <a:lnTo>
                      <a:pt x="6" y="102"/>
                    </a:lnTo>
                    <a:lnTo>
                      <a:pt x="0" y="114"/>
                    </a:lnTo>
                    <a:lnTo>
                      <a:pt x="0" y="120"/>
                    </a:lnTo>
                    <a:lnTo>
                      <a:pt x="6" y="132"/>
                    </a:lnTo>
                    <a:lnTo>
                      <a:pt x="18" y="144"/>
                    </a:lnTo>
                    <a:lnTo>
                      <a:pt x="30" y="180"/>
                    </a:lnTo>
                    <a:lnTo>
                      <a:pt x="30" y="264"/>
                    </a:lnTo>
                    <a:lnTo>
                      <a:pt x="36" y="342"/>
                    </a:lnTo>
                    <a:lnTo>
                      <a:pt x="36" y="438"/>
                    </a:lnTo>
                    <a:lnTo>
                      <a:pt x="42" y="534"/>
                    </a:lnTo>
                    <a:lnTo>
                      <a:pt x="42" y="624"/>
                    </a:lnTo>
                    <a:lnTo>
                      <a:pt x="48" y="702"/>
                    </a:lnTo>
                    <a:lnTo>
                      <a:pt x="48" y="774"/>
                    </a:lnTo>
                    <a:lnTo>
                      <a:pt x="474" y="780"/>
                    </a:lnTo>
                    <a:lnTo>
                      <a:pt x="492" y="762"/>
                    </a:lnTo>
                    <a:lnTo>
                      <a:pt x="498" y="762"/>
                    </a:lnTo>
                    <a:lnTo>
                      <a:pt x="498" y="774"/>
                    </a:lnTo>
                    <a:lnTo>
                      <a:pt x="618" y="780"/>
                    </a:lnTo>
                    <a:lnTo>
                      <a:pt x="624" y="786"/>
                    </a:lnTo>
                    <a:lnTo>
                      <a:pt x="630" y="798"/>
                    </a:lnTo>
                    <a:lnTo>
                      <a:pt x="636" y="804"/>
                    </a:lnTo>
                    <a:lnTo>
                      <a:pt x="654" y="804"/>
                    </a:lnTo>
                    <a:lnTo>
                      <a:pt x="660" y="798"/>
                    </a:lnTo>
                    <a:lnTo>
                      <a:pt x="672" y="774"/>
                    </a:lnTo>
                    <a:lnTo>
                      <a:pt x="684" y="762"/>
                    </a:lnTo>
                    <a:lnTo>
                      <a:pt x="696" y="762"/>
                    </a:lnTo>
                    <a:lnTo>
                      <a:pt x="702" y="756"/>
                    </a:lnTo>
                    <a:lnTo>
                      <a:pt x="720" y="756"/>
                    </a:lnTo>
                    <a:lnTo>
                      <a:pt x="726" y="750"/>
                    </a:lnTo>
                    <a:lnTo>
                      <a:pt x="732" y="738"/>
                    </a:lnTo>
                    <a:lnTo>
                      <a:pt x="732" y="714"/>
                    </a:lnTo>
                    <a:lnTo>
                      <a:pt x="762" y="714"/>
                    </a:lnTo>
                    <a:lnTo>
                      <a:pt x="786" y="690"/>
                    </a:lnTo>
                    <a:lnTo>
                      <a:pt x="780" y="684"/>
                    </a:lnTo>
                    <a:lnTo>
                      <a:pt x="774" y="672"/>
                    </a:lnTo>
                    <a:lnTo>
                      <a:pt x="774" y="624"/>
                    </a:lnTo>
                    <a:lnTo>
                      <a:pt x="792" y="618"/>
                    </a:lnTo>
                    <a:lnTo>
                      <a:pt x="786" y="618"/>
                    </a:lnTo>
                    <a:lnTo>
                      <a:pt x="756" y="588"/>
                    </a:lnTo>
                    <a:lnTo>
                      <a:pt x="732" y="552"/>
                    </a:lnTo>
                    <a:lnTo>
                      <a:pt x="726" y="528"/>
                    </a:lnTo>
                    <a:lnTo>
                      <a:pt x="714" y="492"/>
                    </a:lnTo>
                    <a:lnTo>
                      <a:pt x="702" y="468"/>
                    </a:lnTo>
                    <a:lnTo>
                      <a:pt x="690" y="462"/>
                    </a:lnTo>
                    <a:lnTo>
                      <a:pt x="684" y="450"/>
                    </a:lnTo>
                    <a:lnTo>
                      <a:pt x="672" y="444"/>
                    </a:lnTo>
                    <a:lnTo>
                      <a:pt x="666" y="432"/>
                    </a:lnTo>
                    <a:lnTo>
                      <a:pt x="654" y="396"/>
                    </a:lnTo>
                    <a:lnTo>
                      <a:pt x="654" y="378"/>
                    </a:lnTo>
                    <a:lnTo>
                      <a:pt x="618" y="336"/>
                    </a:lnTo>
                    <a:lnTo>
                      <a:pt x="618" y="318"/>
                    </a:lnTo>
                    <a:lnTo>
                      <a:pt x="606" y="294"/>
                    </a:lnTo>
                    <a:lnTo>
                      <a:pt x="594" y="282"/>
                    </a:lnTo>
                    <a:lnTo>
                      <a:pt x="588" y="270"/>
                    </a:lnTo>
                    <a:lnTo>
                      <a:pt x="576" y="258"/>
                    </a:lnTo>
                    <a:lnTo>
                      <a:pt x="570" y="246"/>
                    </a:lnTo>
                    <a:lnTo>
                      <a:pt x="558" y="234"/>
                    </a:lnTo>
                    <a:lnTo>
                      <a:pt x="552" y="222"/>
                    </a:lnTo>
                    <a:lnTo>
                      <a:pt x="546" y="216"/>
                    </a:lnTo>
                    <a:lnTo>
                      <a:pt x="552" y="210"/>
                    </a:lnTo>
                    <a:lnTo>
                      <a:pt x="552" y="198"/>
                    </a:lnTo>
                    <a:lnTo>
                      <a:pt x="540" y="174"/>
                    </a:lnTo>
                    <a:lnTo>
                      <a:pt x="528" y="168"/>
                    </a:lnTo>
                    <a:lnTo>
                      <a:pt x="522" y="168"/>
                    </a:lnTo>
                    <a:lnTo>
                      <a:pt x="540" y="144"/>
                    </a:lnTo>
                    <a:lnTo>
                      <a:pt x="558" y="156"/>
                    </a:lnTo>
                    <a:lnTo>
                      <a:pt x="558" y="174"/>
                    </a:lnTo>
                    <a:lnTo>
                      <a:pt x="564" y="186"/>
                    </a:lnTo>
                    <a:lnTo>
                      <a:pt x="576" y="198"/>
                    </a:lnTo>
                    <a:lnTo>
                      <a:pt x="582" y="210"/>
                    </a:lnTo>
                    <a:lnTo>
                      <a:pt x="588" y="216"/>
                    </a:lnTo>
                    <a:lnTo>
                      <a:pt x="588" y="246"/>
                    </a:lnTo>
                    <a:lnTo>
                      <a:pt x="606" y="264"/>
                    </a:lnTo>
                    <a:lnTo>
                      <a:pt x="612" y="276"/>
                    </a:lnTo>
                    <a:lnTo>
                      <a:pt x="636" y="300"/>
                    </a:lnTo>
                    <a:lnTo>
                      <a:pt x="648" y="306"/>
                    </a:lnTo>
                    <a:lnTo>
                      <a:pt x="654" y="306"/>
                    </a:lnTo>
                    <a:lnTo>
                      <a:pt x="666" y="300"/>
                    </a:lnTo>
                    <a:lnTo>
                      <a:pt x="678" y="288"/>
                    </a:lnTo>
                    <a:lnTo>
                      <a:pt x="672" y="270"/>
                    </a:lnTo>
                    <a:lnTo>
                      <a:pt x="684" y="246"/>
                    </a:lnTo>
                    <a:lnTo>
                      <a:pt x="684" y="234"/>
                    </a:lnTo>
                    <a:lnTo>
                      <a:pt x="690" y="222"/>
                    </a:lnTo>
                    <a:lnTo>
                      <a:pt x="690" y="198"/>
                    </a:lnTo>
                    <a:lnTo>
                      <a:pt x="696" y="186"/>
                    </a:lnTo>
                    <a:lnTo>
                      <a:pt x="696" y="180"/>
                    </a:lnTo>
                    <a:lnTo>
                      <a:pt x="702" y="168"/>
                    </a:lnTo>
                    <a:lnTo>
                      <a:pt x="648" y="24"/>
                    </a:lnTo>
                    <a:lnTo>
                      <a:pt x="642" y="24"/>
                    </a:lnTo>
                    <a:lnTo>
                      <a:pt x="636" y="30"/>
                    </a:lnTo>
                    <a:lnTo>
                      <a:pt x="624" y="30"/>
                    </a:lnTo>
                    <a:lnTo>
                      <a:pt x="600" y="42"/>
                    </a:lnTo>
                    <a:lnTo>
                      <a:pt x="576" y="42"/>
                    </a:lnTo>
                    <a:lnTo>
                      <a:pt x="564" y="36"/>
                    </a:lnTo>
                    <a:lnTo>
                      <a:pt x="558" y="30"/>
                    </a:lnTo>
                    <a:lnTo>
                      <a:pt x="552" y="36"/>
                    </a:lnTo>
                    <a:lnTo>
                      <a:pt x="540" y="42"/>
                    </a:lnTo>
                    <a:lnTo>
                      <a:pt x="534" y="42"/>
                    </a:lnTo>
                    <a:lnTo>
                      <a:pt x="510" y="30"/>
                    </a:lnTo>
                    <a:lnTo>
                      <a:pt x="504" y="24"/>
                    </a:lnTo>
                    <a:lnTo>
                      <a:pt x="504" y="18"/>
                    </a:lnTo>
                    <a:lnTo>
                      <a:pt x="498" y="12"/>
                    </a:lnTo>
                    <a:lnTo>
                      <a:pt x="486" y="6"/>
                    </a:lnTo>
                    <a:lnTo>
                      <a:pt x="468" y="6"/>
                    </a:lnTo>
                    <a:lnTo>
                      <a:pt x="456" y="12"/>
                    </a:lnTo>
                    <a:lnTo>
                      <a:pt x="438" y="12"/>
                    </a:lnTo>
                    <a:lnTo>
                      <a:pt x="432" y="18"/>
                    </a:lnTo>
                    <a:lnTo>
                      <a:pt x="420" y="18"/>
                    </a:lnTo>
                    <a:lnTo>
                      <a:pt x="414" y="12"/>
                    </a:lnTo>
                    <a:lnTo>
                      <a:pt x="390" y="12"/>
                    </a:lnTo>
                    <a:lnTo>
                      <a:pt x="378" y="18"/>
                    </a:lnTo>
                    <a:lnTo>
                      <a:pt x="372" y="24"/>
                    </a:lnTo>
                    <a:lnTo>
                      <a:pt x="366" y="36"/>
                    </a:lnTo>
                    <a:lnTo>
                      <a:pt x="360" y="42"/>
                    </a:lnTo>
                    <a:lnTo>
                      <a:pt x="336" y="42"/>
                    </a:lnTo>
                    <a:lnTo>
                      <a:pt x="324" y="54"/>
                    </a:lnTo>
                    <a:lnTo>
                      <a:pt x="312" y="60"/>
                    </a:lnTo>
                    <a:lnTo>
                      <a:pt x="306" y="60"/>
                    </a:lnTo>
                    <a:lnTo>
                      <a:pt x="300" y="54"/>
                    </a:lnTo>
                    <a:lnTo>
                      <a:pt x="288" y="54"/>
                    </a:lnTo>
                    <a:lnTo>
                      <a:pt x="276" y="48"/>
                    </a:lnTo>
                    <a:lnTo>
                      <a:pt x="264" y="48"/>
                    </a:lnTo>
                    <a:lnTo>
                      <a:pt x="258" y="42"/>
                    </a:lnTo>
                    <a:lnTo>
                      <a:pt x="204" y="42"/>
                    </a:lnTo>
                    <a:lnTo>
                      <a:pt x="198" y="36"/>
                    </a:lnTo>
                    <a:lnTo>
                      <a:pt x="186" y="30"/>
                    </a:lnTo>
                    <a:lnTo>
                      <a:pt x="174" y="18"/>
                    </a:lnTo>
                    <a:lnTo>
                      <a:pt x="126" y="18"/>
                    </a:lnTo>
                    <a:lnTo>
                      <a:pt x="120" y="12"/>
                    </a:lnTo>
                    <a:lnTo>
                      <a:pt x="96" y="0"/>
                    </a:lnTo>
                    <a:lnTo>
                      <a:pt x="78" y="0"/>
                    </a:lnTo>
                    <a:lnTo>
                      <a:pt x="66" y="12"/>
                    </a:lnTo>
                    <a:lnTo>
                      <a:pt x="54" y="12"/>
                    </a:lnTo>
                    <a:lnTo>
                      <a:pt x="42" y="6"/>
                    </a:lnTo>
                    <a:lnTo>
                      <a:pt x="36" y="6"/>
                    </a:lnTo>
                    <a:lnTo>
                      <a:pt x="36" y="0"/>
                    </a:lnTo>
                    <a:lnTo>
                      <a:pt x="30" y="0"/>
                    </a:lnTo>
                    <a:lnTo>
                      <a:pt x="12"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8" name="Djibouti" descr="© INSCALE GmbH, 05.05.2010&#10;http://www.presentationload.com/">
                <a:extLst>
                  <a:ext uri="{FF2B5EF4-FFF2-40B4-BE49-F238E27FC236}">
                    <a16:creationId xmlns:a16="http://schemas.microsoft.com/office/drawing/2014/main" id="{07750297-44AF-464A-B0F5-B61B46B65AD3}"/>
                  </a:ext>
                </a:extLst>
              </p:cNvPr>
              <p:cNvSpPr>
                <a:spLocks/>
              </p:cNvSpPr>
              <p:nvPr/>
            </p:nvSpPr>
            <p:spPr bwMode="gray">
              <a:xfrm>
                <a:off x="6965485" y="3712715"/>
                <a:ext cx="49309" cy="57528"/>
              </a:xfrm>
              <a:custGeom>
                <a:avLst/>
                <a:gdLst>
                  <a:gd name="T0" fmla="*/ 2147483647 w 114"/>
                  <a:gd name="T1" fmla="*/ 2147483647 h 138"/>
                  <a:gd name="T2" fmla="*/ 2147483647 w 114"/>
                  <a:gd name="T3" fmla="*/ 2147483647 h 138"/>
                  <a:gd name="T4" fmla="*/ 2147483647 w 114"/>
                  <a:gd name="T5" fmla="*/ 2147483647 h 138"/>
                  <a:gd name="T6" fmla="*/ 0 w 114"/>
                  <a:gd name="T7" fmla="*/ 2147483647 h 138"/>
                  <a:gd name="T8" fmla="*/ 0 w 114"/>
                  <a:gd name="T9" fmla="*/ 2147483647 h 138"/>
                  <a:gd name="T10" fmla="*/ 2147483647 w 114"/>
                  <a:gd name="T11" fmla="*/ 2147483647 h 138"/>
                  <a:gd name="T12" fmla="*/ 2147483647 w 114"/>
                  <a:gd name="T13" fmla="*/ 2147483647 h 138"/>
                  <a:gd name="T14" fmla="*/ 2147483647 w 114"/>
                  <a:gd name="T15" fmla="*/ 2147483647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2147483647 w 114"/>
                  <a:gd name="T29" fmla="*/ 2147483647 h 138"/>
                  <a:gd name="T30" fmla="*/ 2147483647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0 h 138"/>
                  <a:gd name="T56" fmla="*/ 2147483647 w 114"/>
                  <a:gd name="T57" fmla="*/ 2147483647 h 138"/>
                  <a:gd name="T58" fmla="*/ 2147483647 w 114"/>
                  <a:gd name="T59" fmla="*/ 2147483647 h 1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4"/>
                  <a:gd name="T91" fmla="*/ 0 h 138"/>
                  <a:gd name="T92" fmla="*/ 114 w 114"/>
                  <a:gd name="T93" fmla="*/ 138 h 1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4" h="138">
                    <a:moveTo>
                      <a:pt x="72" y="24"/>
                    </a:moveTo>
                    <a:lnTo>
                      <a:pt x="48" y="12"/>
                    </a:lnTo>
                    <a:lnTo>
                      <a:pt x="18" y="66"/>
                    </a:lnTo>
                    <a:lnTo>
                      <a:pt x="0" y="84"/>
                    </a:lnTo>
                    <a:lnTo>
                      <a:pt x="0" y="96"/>
                    </a:lnTo>
                    <a:lnTo>
                      <a:pt x="6" y="114"/>
                    </a:lnTo>
                    <a:lnTo>
                      <a:pt x="6" y="126"/>
                    </a:lnTo>
                    <a:lnTo>
                      <a:pt x="18" y="138"/>
                    </a:lnTo>
                    <a:lnTo>
                      <a:pt x="42" y="138"/>
                    </a:lnTo>
                    <a:lnTo>
                      <a:pt x="48" y="132"/>
                    </a:lnTo>
                    <a:lnTo>
                      <a:pt x="54" y="132"/>
                    </a:lnTo>
                    <a:lnTo>
                      <a:pt x="60" y="126"/>
                    </a:lnTo>
                    <a:lnTo>
                      <a:pt x="72" y="126"/>
                    </a:lnTo>
                    <a:lnTo>
                      <a:pt x="84" y="132"/>
                    </a:lnTo>
                    <a:lnTo>
                      <a:pt x="90" y="138"/>
                    </a:lnTo>
                    <a:lnTo>
                      <a:pt x="90" y="132"/>
                    </a:lnTo>
                    <a:lnTo>
                      <a:pt x="114" y="108"/>
                    </a:lnTo>
                    <a:lnTo>
                      <a:pt x="114" y="102"/>
                    </a:lnTo>
                    <a:lnTo>
                      <a:pt x="102" y="90"/>
                    </a:lnTo>
                    <a:lnTo>
                      <a:pt x="66" y="90"/>
                    </a:lnTo>
                    <a:lnTo>
                      <a:pt x="78" y="84"/>
                    </a:lnTo>
                    <a:lnTo>
                      <a:pt x="84" y="72"/>
                    </a:lnTo>
                    <a:lnTo>
                      <a:pt x="96" y="66"/>
                    </a:lnTo>
                    <a:lnTo>
                      <a:pt x="102" y="54"/>
                    </a:lnTo>
                    <a:lnTo>
                      <a:pt x="114" y="42"/>
                    </a:lnTo>
                    <a:lnTo>
                      <a:pt x="114" y="24"/>
                    </a:lnTo>
                    <a:lnTo>
                      <a:pt x="108" y="12"/>
                    </a:lnTo>
                    <a:lnTo>
                      <a:pt x="96" y="0"/>
                    </a:lnTo>
                    <a:lnTo>
                      <a:pt x="84" y="6"/>
                    </a:lnTo>
                    <a:lnTo>
                      <a:pt x="72" y="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09" name="Côte d'Ivoire" descr="© INSCALE GmbH, 05.05.2010&#10;http://www.presentationload.com/">
                <a:extLst>
                  <a:ext uri="{FF2B5EF4-FFF2-40B4-BE49-F238E27FC236}">
                    <a16:creationId xmlns:a16="http://schemas.microsoft.com/office/drawing/2014/main" id="{887E7736-959B-1D4C-B61A-CCA4306E337B}"/>
                  </a:ext>
                </a:extLst>
              </p:cNvPr>
              <p:cNvSpPr>
                <a:spLocks/>
              </p:cNvSpPr>
              <p:nvPr/>
            </p:nvSpPr>
            <p:spPr bwMode="gray">
              <a:xfrm>
                <a:off x="5464842" y="3778460"/>
                <a:ext cx="184088" cy="216960"/>
              </a:xfrm>
              <a:custGeom>
                <a:avLst/>
                <a:gdLst>
                  <a:gd name="T0" fmla="*/ 2147483647 w 438"/>
                  <a:gd name="T1" fmla="*/ 2147483647 h 516"/>
                  <a:gd name="T2" fmla="*/ 2147483647 w 438"/>
                  <a:gd name="T3" fmla="*/ 2147483647 h 516"/>
                  <a:gd name="T4" fmla="*/ 2147483647 w 438"/>
                  <a:gd name="T5" fmla="*/ 2147483647 h 516"/>
                  <a:gd name="T6" fmla="*/ 2147483647 w 438"/>
                  <a:gd name="T7" fmla="*/ 2147483647 h 516"/>
                  <a:gd name="T8" fmla="*/ 2147483647 w 438"/>
                  <a:gd name="T9" fmla="*/ 2147483647 h 516"/>
                  <a:gd name="T10" fmla="*/ 2147483647 w 438"/>
                  <a:gd name="T11" fmla="*/ 2147483647 h 516"/>
                  <a:gd name="T12" fmla="*/ 2147483647 w 438"/>
                  <a:gd name="T13" fmla="*/ 2147483647 h 516"/>
                  <a:gd name="T14" fmla="*/ 2147483647 w 438"/>
                  <a:gd name="T15" fmla="*/ 2147483647 h 516"/>
                  <a:gd name="T16" fmla="*/ 2147483647 w 438"/>
                  <a:gd name="T17" fmla="*/ 2147483647 h 516"/>
                  <a:gd name="T18" fmla="*/ 2147483647 w 438"/>
                  <a:gd name="T19" fmla="*/ 2147483647 h 516"/>
                  <a:gd name="T20" fmla="*/ 2147483647 w 438"/>
                  <a:gd name="T21" fmla="*/ 2147483647 h 516"/>
                  <a:gd name="T22" fmla="*/ 2147483647 w 438"/>
                  <a:gd name="T23" fmla="*/ 2147483647 h 516"/>
                  <a:gd name="T24" fmla="*/ 2147483647 w 438"/>
                  <a:gd name="T25" fmla="*/ 2147483647 h 516"/>
                  <a:gd name="T26" fmla="*/ 2147483647 w 438"/>
                  <a:gd name="T27" fmla="*/ 2147483647 h 516"/>
                  <a:gd name="T28" fmla="*/ 2147483647 w 438"/>
                  <a:gd name="T29" fmla="*/ 2147483647 h 516"/>
                  <a:gd name="T30" fmla="*/ 2147483647 w 438"/>
                  <a:gd name="T31" fmla="*/ 2147483647 h 516"/>
                  <a:gd name="T32" fmla="*/ 2147483647 w 438"/>
                  <a:gd name="T33" fmla="*/ 0 h 516"/>
                  <a:gd name="T34" fmla="*/ 2147483647 w 438"/>
                  <a:gd name="T35" fmla="*/ 2147483647 h 516"/>
                  <a:gd name="T36" fmla="*/ 2147483647 w 438"/>
                  <a:gd name="T37" fmla="*/ 2147483647 h 516"/>
                  <a:gd name="T38" fmla="*/ 2147483647 w 438"/>
                  <a:gd name="T39" fmla="*/ 2147483647 h 516"/>
                  <a:gd name="T40" fmla="*/ 2147483647 w 438"/>
                  <a:gd name="T41" fmla="*/ 2147483647 h 516"/>
                  <a:gd name="T42" fmla="*/ 2147483647 w 438"/>
                  <a:gd name="T43" fmla="*/ 2147483647 h 516"/>
                  <a:gd name="T44" fmla="*/ 2147483647 w 438"/>
                  <a:gd name="T45" fmla="*/ 2147483647 h 516"/>
                  <a:gd name="T46" fmla="*/ 2147483647 w 438"/>
                  <a:gd name="T47" fmla="*/ 2147483647 h 516"/>
                  <a:gd name="T48" fmla="*/ 2147483647 w 438"/>
                  <a:gd name="T49" fmla="*/ 2147483647 h 516"/>
                  <a:gd name="T50" fmla="*/ 2147483647 w 438"/>
                  <a:gd name="T51" fmla="*/ 2147483647 h 516"/>
                  <a:gd name="T52" fmla="*/ 2147483647 w 438"/>
                  <a:gd name="T53" fmla="*/ 2147483647 h 516"/>
                  <a:gd name="T54" fmla="*/ 2147483647 w 438"/>
                  <a:gd name="T55" fmla="*/ 2147483647 h 516"/>
                  <a:gd name="T56" fmla="*/ 2147483647 w 438"/>
                  <a:gd name="T57" fmla="*/ 2147483647 h 516"/>
                  <a:gd name="T58" fmla="*/ 2147483647 w 438"/>
                  <a:gd name="T59" fmla="*/ 2147483647 h 516"/>
                  <a:gd name="T60" fmla="*/ 2147483647 w 438"/>
                  <a:gd name="T61" fmla="*/ 2147483647 h 516"/>
                  <a:gd name="T62" fmla="*/ 2147483647 w 438"/>
                  <a:gd name="T63" fmla="*/ 2147483647 h 516"/>
                  <a:gd name="T64" fmla="*/ 2147483647 w 438"/>
                  <a:gd name="T65" fmla="*/ 2147483647 h 516"/>
                  <a:gd name="T66" fmla="*/ 2147483647 w 438"/>
                  <a:gd name="T67" fmla="*/ 2147483647 h 516"/>
                  <a:gd name="T68" fmla="*/ 2147483647 w 438"/>
                  <a:gd name="T69" fmla="*/ 2147483647 h 516"/>
                  <a:gd name="T70" fmla="*/ 2147483647 w 438"/>
                  <a:gd name="T71" fmla="*/ 2147483647 h 516"/>
                  <a:gd name="T72" fmla="*/ 2147483647 w 438"/>
                  <a:gd name="T73" fmla="*/ 2147483647 h 516"/>
                  <a:gd name="T74" fmla="*/ 2147483647 w 438"/>
                  <a:gd name="T75" fmla="*/ 2147483647 h 516"/>
                  <a:gd name="T76" fmla="*/ 2147483647 w 438"/>
                  <a:gd name="T77" fmla="*/ 2147483647 h 516"/>
                  <a:gd name="T78" fmla="*/ 2147483647 w 438"/>
                  <a:gd name="T79" fmla="*/ 2147483647 h 516"/>
                  <a:gd name="T80" fmla="*/ 2147483647 w 438"/>
                  <a:gd name="T81" fmla="*/ 2147483647 h 516"/>
                  <a:gd name="T82" fmla="*/ 2147483647 w 438"/>
                  <a:gd name="T83" fmla="*/ 2147483647 h 516"/>
                  <a:gd name="T84" fmla="*/ 2147483647 w 438"/>
                  <a:gd name="T85" fmla="*/ 2147483647 h 516"/>
                  <a:gd name="T86" fmla="*/ 2147483647 w 438"/>
                  <a:gd name="T87" fmla="*/ 2147483647 h 516"/>
                  <a:gd name="T88" fmla="*/ 2147483647 w 438"/>
                  <a:gd name="T89" fmla="*/ 2147483647 h 5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38"/>
                  <a:gd name="T136" fmla="*/ 0 h 516"/>
                  <a:gd name="T137" fmla="*/ 438 w 438"/>
                  <a:gd name="T138" fmla="*/ 516 h 5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38" h="516">
                    <a:moveTo>
                      <a:pt x="402" y="408"/>
                    </a:moveTo>
                    <a:lnTo>
                      <a:pt x="402" y="402"/>
                    </a:lnTo>
                    <a:lnTo>
                      <a:pt x="396" y="396"/>
                    </a:lnTo>
                    <a:lnTo>
                      <a:pt x="390" y="384"/>
                    </a:lnTo>
                    <a:lnTo>
                      <a:pt x="390" y="372"/>
                    </a:lnTo>
                    <a:lnTo>
                      <a:pt x="384" y="354"/>
                    </a:lnTo>
                    <a:lnTo>
                      <a:pt x="378" y="342"/>
                    </a:lnTo>
                    <a:lnTo>
                      <a:pt x="378" y="318"/>
                    </a:lnTo>
                    <a:lnTo>
                      <a:pt x="384" y="312"/>
                    </a:lnTo>
                    <a:lnTo>
                      <a:pt x="390" y="300"/>
                    </a:lnTo>
                    <a:lnTo>
                      <a:pt x="408" y="282"/>
                    </a:lnTo>
                    <a:lnTo>
                      <a:pt x="408" y="270"/>
                    </a:lnTo>
                    <a:lnTo>
                      <a:pt x="414" y="258"/>
                    </a:lnTo>
                    <a:lnTo>
                      <a:pt x="414" y="240"/>
                    </a:lnTo>
                    <a:lnTo>
                      <a:pt x="420" y="228"/>
                    </a:lnTo>
                    <a:lnTo>
                      <a:pt x="426" y="222"/>
                    </a:lnTo>
                    <a:lnTo>
                      <a:pt x="438" y="198"/>
                    </a:lnTo>
                    <a:lnTo>
                      <a:pt x="438" y="186"/>
                    </a:lnTo>
                    <a:lnTo>
                      <a:pt x="432" y="174"/>
                    </a:lnTo>
                    <a:lnTo>
                      <a:pt x="432" y="162"/>
                    </a:lnTo>
                    <a:lnTo>
                      <a:pt x="426" y="150"/>
                    </a:lnTo>
                    <a:lnTo>
                      <a:pt x="426" y="138"/>
                    </a:lnTo>
                    <a:lnTo>
                      <a:pt x="420" y="132"/>
                    </a:lnTo>
                    <a:lnTo>
                      <a:pt x="420" y="126"/>
                    </a:lnTo>
                    <a:lnTo>
                      <a:pt x="432" y="126"/>
                    </a:lnTo>
                    <a:lnTo>
                      <a:pt x="426" y="96"/>
                    </a:lnTo>
                    <a:lnTo>
                      <a:pt x="408" y="102"/>
                    </a:lnTo>
                    <a:lnTo>
                      <a:pt x="408" y="90"/>
                    </a:lnTo>
                    <a:lnTo>
                      <a:pt x="390" y="72"/>
                    </a:lnTo>
                    <a:lnTo>
                      <a:pt x="372" y="66"/>
                    </a:lnTo>
                    <a:lnTo>
                      <a:pt x="342" y="66"/>
                    </a:lnTo>
                    <a:lnTo>
                      <a:pt x="318" y="78"/>
                    </a:lnTo>
                    <a:lnTo>
                      <a:pt x="318" y="84"/>
                    </a:lnTo>
                    <a:lnTo>
                      <a:pt x="312" y="90"/>
                    </a:lnTo>
                    <a:lnTo>
                      <a:pt x="300" y="90"/>
                    </a:lnTo>
                    <a:lnTo>
                      <a:pt x="294" y="84"/>
                    </a:lnTo>
                    <a:lnTo>
                      <a:pt x="282" y="84"/>
                    </a:lnTo>
                    <a:lnTo>
                      <a:pt x="276" y="78"/>
                    </a:lnTo>
                    <a:lnTo>
                      <a:pt x="264" y="72"/>
                    </a:lnTo>
                    <a:lnTo>
                      <a:pt x="258" y="60"/>
                    </a:lnTo>
                    <a:lnTo>
                      <a:pt x="258" y="48"/>
                    </a:lnTo>
                    <a:lnTo>
                      <a:pt x="252" y="42"/>
                    </a:lnTo>
                    <a:lnTo>
                      <a:pt x="252" y="36"/>
                    </a:lnTo>
                    <a:lnTo>
                      <a:pt x="228" y="42"/>
                    </a:lnTo>
                    <a:lnTo>
                      <a:pt x="228" y="18"/>
                    </a:lnTo>
                    <a:lnTo>
                      <a:pt x="216" y="18"/>
                    </a:lnTo>
                    <a:lnTo>
                      <a:pt x="210" y="24"/>
                    </a:lnTo>
                    <a:lnTo>
                      <a:pt x="204" y="36"/>
                    </a:lnTo>
                    <a:lnTo>
                      <a:pt x="198" y="42"/>
                    </a:lnTo>
                    <a:lnTo>
                      <a:pt x="174" y="36"/>
                    </a:lnTo>
                    <a:lnTo>
                      <a:pt x="174" y="0"/>
                    </a:lnTo>
                    <a:lnTo>
                      <a:pt x="162" y="24"/>
                    </a:lnTo>
                    <a:lnTo>
                      <a:pt x="150" y="6"/>
                    </a:lnTo>
                    <a:lnTo>
                      <a:pt x="144" y="30"/>
                    </a:lnTo>
                    <a:lnTo>
                      <a:pt x="126" y="30"/>
                    </a:lnTo>
                    <a:lnTo>
                      <a:pt x="120" y="48"/>
                    </a:lnTo>
                    <a:lnTo>
                      <a:pt x="102" y="30"/>
                    </a:lnTo>
                    <a:lnTo>
                      <a:pt x="84" y="24"/>
                    </a:lnTo>
                    <a:lnTo>
                      <a:pt x="72" y="24"/>
                    </a:lnTo>
                    <a:lnTo>
                      <a:pt x="66" y="30"/>
                    </a:lnTo>
                    <a:lnTo>
                      <a:pt x="66" y="48"/>
                    </a:lnTo>
                    <a:lnTo>
                      <a:pt x="54" y="42"/>
                    </a:lnTo>
                    <a:lnTo>
                      <a:pt x="36" y="66"/>
                    </a:lnTo>
                    <a:lnTo>
                      <a:pt x="42" y="102"/>
                    </a:lnTo>
                    <a:lnTo>
                      <a:pt x="60" y="108"/>
                    </a:lnTo>
                    <a:lnTo>
                      <a:pt x="48" y="126"/>
                    </a:lnTo>
                    <a:lnTo>
                      <a:pt x="66" y="132"/>
                    </a:lnTo>
                    <a:lnTo>
                      <a:pt x="60" y="138"/>
                    </a:lnTo>
                    <a:lnTo>
                      <a:pt x="54" y="150"/>
                    </a:lnTo>
                    <a:lnTo>
                      <a:pt x="54" y="162"/>
                    </a:lnTo>
                    <a:lnTo>
                      <a:pt x="60" y="162"/>
                    </a:lnTo>
                    <a:lnTo>
                      <a:pt x="72" y="168"/>
                    </a:lnTo>
                    <a:lnTo>
                      <a:pt x="78" y="168"/>
                    </a:lnTo>
                    <a:lnTo>
                      <a:pt x="78" y="180"/>
                    </a:lnTo>
                    <a:lnTo>
                      <a:pt x="72" y="186"/>
                    </a:lnTo>
                    <a:lnTo>
                      <a:pt x="72" y="192"/>
                    </a:lnTo>
                    <a:lnTo>
                      <a:pt x="66" y="186"/>
                    </a:lnTo>
                    <a:lnTo>
                      <a:pt x="54" y="186"/>
                    </a:lnTo>
                    <a:lnTo>
                      <a:pt x="48" y="180"/>
                    </a:lnTo>
                    <a:lnTo>
                      <a:pt x="30" y="180"/>
                    </a:lnTo>
                    <a:lnTo>
                      <a:pt x="30" y="192"/>
                    </a:lnTo>
                    <a:lnTo>
                      <a:pt x="36" y="204"/>
                    </a:lnTo>
                    <a:lnTo>
                      <a:pt x="48" y="210"/>
                    </a:lnTo>
                    <a:lnTo>
                      <a:pt x="54" y="222"/>
                    </a:lnTo>
                    <a:lnTo>
                      <a:pt x="36" y="222"/>
                    </a:lnTo>
                    <a:lnTo>
                      <a:pt x="36" y="228"/>
                    </a:lnTo>
                    <a:lnTo>
                      <a:pt x="42" y="234"/>
                    </a:lnTo>
                    <a:lnTo>
                      <a:pt x="42" y="252"/>
                    </a:lnTo>
                    <a:lnTo>
                      <a:pt x="36" y="258"/>
                    </a:lnTo>
                    <a:lnTo>
                      <a:pt x="30" y="258"/>
                    </a:lnTo>
                    <a:lnTo>
                      <a:pt x="18" y="252"/>
                    </a:lnTo>
                    <a:lnTo>
                      <a:pt x="12" y="246"/>
                    </a:lnTo>
                    <a:lnTo>
                      <a:pt x="6" y="246"/>
                    </a:lnTo>
                    <a:lnTo>
                      <a:pt x="24" y="282"/>
                    </a:lnTo>
                    <a:lnTo>
                      <a:pt x="24" y="306"/>
                    </a:lnTo>
                    <a:lnTo>
                      <a:pt x="18" y="324"/>
                    </a:lnTo>
                    <a:lnTo>
                      <a:pt x="6" y="330"/>
                    </a:lnTo>
                    <a:lnTo>
                      <a:pt x="0" y="342"/>
                    </a:lnTo>
                    <a:lnTo>
                      <a:pt x="6" y="348"/>
                    </a:lnTo>
                    <a:lnTo>
                      <a:pt x="24" y="348"/>
                    </a:lnTo>
                    <a:lnTo>
                      <a:pt x="24" y="360"/>
                    </a:lnTo>
                    <a:lnTo>
                      <a:pt x="60" y="354"/>
                    </a:lnTo>
                    <a:lnTo>
                      <a:pt x="60" y="384"/>
                    </a:lnTo>
                    <a:lnTo>
                      <a:pt x="90" y="414"/>
                    </a:lnTo>
                    <a:lnTo>
                      <a:pt x="90" y="438"/>
                    </a:lnTo>
                    <a:lnTo>
                      <a:pt x="84" y="450"/>
                    </a:lnTo>
                    <a:lnTo>
                      <a:pt x="84" y="462"/>
                    </a:lnTo>
                    <a:lnTo>
                      <a:pt x="78" y="468"/>
                    </a:lnTo>
                    <a:lnTo>
                      <a:pt x="78" y="516"/>
                    </a:lnTo>
                    <a:lnTo>
                      <a:pt x="90" y="516"/>
                    </a:lnTo>
                    <a:lnTo>
                      <a:pt x="96" y="510"/>
                    </a:lnTo>
                    <a:lnTo>
                      <a:pt x="102" y="498"/>
                    </a:lnTo>
                    <a:lnTo>
                      <a:pt x="114" y="498"/>
                    </a:lnTo>
                    <a:lnTo>
                      <a:pt x="126" y="486"/>
                    </a:lnTo>
                    <a:lnTo>
                      <a:pt x="138" y="480"/>
                    </a:lnTo>
                    <a:lnTo>
                      <a:pt x="198" y="456"/>
                    </a:lnTo>
                    <a:lnTo>
                      <a:pt x="228" y="450"/>
                    </a:lnTo>
                    <a:lnTo>
                      <a:pt x="264" y="450"/>
                    </a:lnTo>
                    <a:lnTo>
                      <a:pt x="270" y="444"/>
                    </a:lnTo>
                    <a:lnTo>
                      <a:pt x="282" y="444"/>
                    </a:lnTo>
                    <a:lnTo>
                      <a:pt x="294" y="438"/>
                    </a:lnTo>
                    <a:lnTo>
                      <a:pt x="330" y="438"/>
                    </a:lnTo>
                    <a:lnTo>
                      <a:pt x="336" y="444"/>
                    </a:lnTo>
                    <a:lnTo>
                      <a:pt x="342" y="444"/>
                    </a:lnTo>
                    <a:lnTo>
                      <a:pt x="348" y="450"/>
                    </a:lnTo>
                    <a:lnTo>
                      <a:pt x="366" y="450"/>
                    </a:lnTo>
                    <a:lnTo>
                      <a:pt x="378" y="438"/>
                    </a:lnTo>
                    <a:lnTo>
                      <a:pt x="384" y="438"/>
                    </a:lnTo>
                    <a:lnTo>
                      <a:pt x="384" y="444"/>
                    </a:lnTo>
                    <a:lnTo>
                      <a:pt x="396" y="456"/>
                    </a:lnTo>
                    <a:lnTo>
                      <a:pt x="408" y="462"/>
                    </a:lnTo>
                    <a:lnTo>
                      <a:pt x="420" y="462"/>
                    </a:lnTo>
                    <a:lnTo>
                      <a:pt x="426" y="468"/>
                    </a:lnTo>
                    <a:lnTo>
                      <a:pt x="426" y="414"/>
                    </a:lnTo>
                    <a:lnTo>
                      <a:pt x="402" y="4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0" name="Congo" descr="© INSCALE GmbH, 05.05.2010&#10;http://www.presentationload.com/">
                <a:extLst>
                  <a:ext uri="{FF2B5EF4-FFF2-40B4-BE49-F238E27FC236}">
                    <a16:creationId xmlns:a16="http://schemas.microsoft.com/office/drawing/2014/main" id="{282FC39F-2D95-4543-9A43-525E6E3C3D79}"/>
                  </a:ext>
                </a:extLst>
              </p:cNvPr>
              <p:cNvSpPr>
                <a:spLocks/>
              </p:cNvSpPr>
              <p:nvPr/>
            </p:nvSpPr>
            <p:spPr bwMode="gray">
              <a:xfrm>
                <a:off x="6091069" y="3959261"/>
                <a:ext cx="567056" cy="637731"/>
              </a:xfrm>
              <a:custGeom>
                <a:avLst/>
                <a:gdLst>
                  <a:gd name="T0" fmla="*/ 2147483647 w 1350"/>
                  <a:gd name="T1" fmla="*/ 2147483647 h 1518"/>
                  <a:gd name="T2" fmla="*/ 2147483647 w 1350"/>
                  <a:gd name="T3" fmla="*/ 2147483647 h 1518"/>
                  <a:gd name="T4" fmla="*/ 2147483647 w 1350"/>
                  <a:gd name="T5" fmla="*/ 2147483647 h 1518"/>
                  <a:gd name="T6" fmla="*/ 2147483647 w 1350"/>
                  <a:gd name="T7" fmla="*/ 2147483647 h 1518"/>
                  <a:gd name="T8" fmla="*/ 2147483647 w 1350"/>
                  <a:gd name="T9" fmla="*/ 2147483647 h 1518"/>
                  <a:gd name="T10" fmla="*/ 2147483647 w 1350"/>
                  <a:gd name="T11" fmla="*/ 2147483647 h 1518"/>
                  <a:gd name="T12" fmla="*/ 2147483647 w 1350"/>
                  <a:gd name="T13" fmla="*/ 2147483647 h 1518"/>
                  <a:gd name="T14" fmla="*/ 2147483647 w 1350"/>
                  <a:gd name="T15" fmla="*/ 2147483647 h 1518"/>
                  <a:gd name="T16" fmla="*/ 2147483647 w 1350"/>
                  <a:gd name="T17" fmla="*/ 2147483647 h 1518"/>
                  <a:gd name="T18" fmla="*/ 2147483647 w 1350"/>
                  <a:gd name="T19" fmla="*/ 2147483647 h 1518"/>
                  <a:gd name="T20" fmla="*/ 2147483647 w 1350"/>
                  <a:gd name="T21" fmla="*/ 2147483647 h 1518"/>
                  <a:gd name="T22" fmla="*/ 2147483647 w 1350"/>
                  <a:gd name="T23" fmla="*/ 2147483647 h 1518"/>
                  <a:gd name="T24" fmla="*/ 2147483647 w 1350"/>
                  <a:gd name="T25" fmla="*/ 2147483647 h 1518"/>
                  <a:gd name="T26" fmla="*/ 2147483647 w 1350"/>
                  <a:gd name="T27" fmla="*/ 2147483647 h 1518"/>
                  <a:gd name="T28" fmla="*/ 2147483647 w 1350"/>
                  <a:gd name="T29" fmla="*/ 2147483647 h 1518"/>
                  <a:gd name="T30" fmla="*/ 2147483647 w 1350"/>
                  <a:gd name="T31" fmla="*/ 2147483647 h 1518"/>
                  <a:gd name="T32" fmla="*/ 2147483647 w 1350"/>
                  <a:gd name="T33" fmla="*/ 2147483647 h 1518"/>
                  <a:gd name="T34" fmla="*/ 2147483647 w 1350"/>
                  <a:gd name="T35" fmla="*/ 2147483647 h 1518"/>
                  <a:gd name="T36" fmla="*/ 2147483647 w 1350"/>
                  <a:gd name="T37" fmla="*/ 2147483647 h 1518"/>
                  <a:gd name="T38" fmla="*/ 2147483647 w 1350"/>
                  <a:gd name="T39" fmla="*/ 2147483647 h 1518"/>
                  <a:gd name="T40" fmla="*/ 2147483647 w 1350"/>
                  <a:gd name="T41" fmla="*/ 2147483647 h 1518"/>
                  <a:gd name="T42" fmla="*/ 2147483647 w 1350"/>
                  <a:gd name="T43" fmla="*/ 2147483647 h 1518"/>
                  <a:gd name="T44" fmla="*/ 2147483647 w 1350"/>
                  <a:gd name="T45" fmla="*/ 2147483647 h 1518"/>
                  <a:gd name="T46" fmla="*/ 2147483647 w 1350"/>
                  <a:gd name="T47" fmla="*/ 2147483647 h 1518"/>
                  <a:gd name="T48" fmla="*/ 2147483647 w 1350"/>
                  <a:gd name="T49" fmla="*/ 2147483647 h 1518"/>
                  <a:gd name="T50" fmla="*/ 2147483647 w 1350"/>
                  <a:gd name="T51" fmla="*/ 2147483647 h 1518"/>
                  <a:gd name="T52" fmla="*/ 2147483647 w 1350"/>
                  <a:gd name="T53" fmla="*/ 2147483647 h 1518"/>
                  <a:gd name="T54" fmla="*/ 2147483647 w 1350"/>
                  <a:gd name="T55" fmla="*/ 2147483647 h 1518"/>
                  <a:gd name="T56" fmla="*/ 2147483647 w 1350"/>
                  <a:gd name="T57" fmla="*/ 2147483647 h 1518"/>
                  <a:gd name="T58" fmla="*/ 2147483647 w 1350"/>
                  <a:gd name="T59" fmla="*/ 2147483647 h 1518"/>
                  <a:gd name="T60" fmla="*/ 2147483647 w 1350"/>
                  <a:gd name="T61" fmla="*/ 2147483647 h 1518"/>
                  <a:gd name="T62" fmla="*/ 2147483647 w 1350"/>
                  <a:gd name="T63" fmla="*/ 2147483647 h 1518"/>
                  <a:gd name="T64" fmla="*/ 2147483647 w 1350"/>
                  <a:gd name="T65" fmla="*/ 2147483647 h 1518"/>
                  <a:gd name="T66" fmla="*/ 2147483647 w 1350"/>
                  <a:gd name="T67" fmla="*/ 2147483647 h 1518"/>
                  <a:gd name="T68" fmla="*/ 2147483647 w 1350"/>
                  <a:gd name="T69" fmla="*/ 2147483647 h 1518"/>
                  <a:gd name="T70" fmla="*/ 2147483647 w 1350"/>
                  <a:gd name="T71" fmla="*/ 2147483647 h 1518"/>
                  <a:gd name="T72" fmla="*/ 2147483647 w 1350"/>
                  <a:gd name="T73" fmla="*/ 2147483647 h 1518"/>
                  <a:gd name="T74" fmla="*/ 2147483647 w 1350"/>
                  <a:gd name="T75" fmla="*/ 2147483647 h 1518"/>
                  <a:gd name="T76" fmla="*/ 2147483647 w 1350"/>
                  <a:gd name="T77" fmla="*/ 2147483647 h 1518"/>
                  <a:gd name="T78" fmla="*/ 2147483647 w 1350"/>
                  <a:gd name="T79" fmla="*/ 2147483647 h 1518"/>
                  <a:gd name="T80" fmla="*/ 2147483647 w 1350"/>
                  <a:gd name="T81" fmla="*/ 2147483647 h 1518"/>
                  <a:gd name="T82" fmla="*/ 2147483647 w 1350"/>
                  <a:gd name="T83" fmla="*/ 2147483647 h 1518"/>
                  <a:gd name="T84" fmla="*/ 2147483647 w 1350"/>
                  <a:gd name="T85" fmla="*/ 2147483647 h 1518"/>
                  <a:gd name="T86" fmla="*/ 2147483647 w 1350"/>
                  <a:gd name="T87" fmla="*/ 2147483647 h 1518"/>
                  <a:gd name="T88" fmla="*/ 2147483647 w 1350"/>
                  <a:gd name="T89" fmla="*/ 2147483647 h 1518"/>
                  <a:gd name="T90" fmla="*/ 2147483647 w 1350"/>
                  <a:gd name="T91" fmla="*/ 2147483647 h 1518"/>
                  <a:gd name="T92" fmla="*/ 2147483647 w 1350"/>
                  <a:gd name="T93" fmla="*/ 2147483647 h 1518"/>
                  <a:gd name="T94" fmla="*/ 2147483647 w 1350"/>
                  <a:gd name="T95" fmla="*/ 2147483647 h 1518"/>
                  <a:gd name="T96" fmla="*/ 2147483647 w 1350"/>
                  <a:gd name="T97" fmla="*/ 2147483647 h 1518"/>
                  <a:gd name="T98" fmla="*/ 2147483647 w 1350"/>
                  <a:gd name="T99" fmla="*/ 2147483647 h 1518"/>
                  <a:gd name="T100" fmla="*/ 2147483647 w 1350"/>
                  <a:gd name="T101" fmla="*/ 2147483647 h 1518"/>
                  <a:gd name="T102" fmla="*/ 2147483647 w 1350"/>
                  <a:gd name="T103" fmla="*/ 2147483647 h 1518"/>
                  <a:gd name="T104" fmla="*/ 2147483647 w 1350"/>
                  <a:gd name="T105" fmla="*/ 2147483647 h 1518"/>
                  <a:gd name="T106" fmla="*/ 2147483647 w 1350"/>
                  <a:gd name="T107" fmla="*/ 2147483647 h 1518"/>
                  <a:gd name="T108" fmla="*/ 2147483647 w 1350"/>
                  <a:gd name="T109" fmla="*/ 2147483647 h 1518"/>
                  <a:gd name="T110" fmla="*/ 2147483647 w 1350"/>
                  <a:gd name="T111" fmla="*/ 2147483647 h 1518"/>
                  <a:gd name="T112" fmla="*/ 2147483647 w 1350"/>
                  <a:gd name="T113" fmla="*/ 2147483647 h 1518"/>
                  <a:gd name="T114" fmla="*/ 2147483647 w 1350"/>
                  <a:gd name="T115" fmla="*/ 2147483647 h 1518"/>
                  <a:gd name="T116" fmla="*/ 2147483647 w 1350"/>
                  <a:gd name="T117" fmla="*/ 2147483647 h 1518"/>
                  <a:gd name="T118" fmla="*/ 2147483647 w 1350"/>
                  <a:gd name="T119" fmla="*/ 2147483647 h 1518"/>
                  <a:gd name="T120" fmla="*/ 2147483647 w 1350"/>
                  <a:gd name="T121" fmla="*/ 2147483647 h 1518"/>
                  <a:gd name="T122" fmla="*/ 2147483647 w 1350"/>
                  <a:gd name="T123" fmla="*/ 2147483647 h 1518"/>
                  <a:gd name="T124" fmla="*/ 2147483647 w 1350"/>
                  <a:gd name="T125" fmla="*/ 2147483647 h 151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350"/>
                  <a:gd name="T190" fmla="*/ 0 h 1518"/>
                  <a:gd name="T191" fmla="*/ 1350 w 1350"/>
                  <a:gd name="T192" fmla="*/ 1518 h 151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350" h="1518">
                    <a:moveTo>
                      <a:pt x="1242" y="468"/>
                    </a:moveTo>
                    <a:lnTo>
                      <a:pt x="1242" y="438"/>
                    </a:lnTo>
                    <a:lnTo>
                      <a:pt x="1260" y="366"/>
                    </a:lnTo>
                    <a:lnTo>
                      <a:pt x="1278" y="354"/>
                    </a:lnTo>
                    <a:lnTo>
                      <a:pt x="1278" y="342"/>
                    </a:lnTo>
                    <a:lnTo>
                      <a:pt x="1302" y="330"/>
                    </a:lnTo>
                    <a:lnTo>
                      <a:pt x="1308" y="318"/>
                    </a:lnTo>
                    <a:lnTo>
                      <a:pt x="1320" y="312"/>
                    </a:lnTo>
                    <a:lnTo>
                      <a:pt x="1332" y="288"/>
                    </a:lnTo>
                    <a:lnTo>
                      <a:pt x="1344" y="276"/>
                    </a:lnTo>
                    <a:lnTo>
                      <a:pt x="1350" y="264"/>
                    </a:lnTo>
                    <a:lnTo>
                      <a:pt x="1350" y="252"/>
                    </a:lnTo>
                    <a:lnTo>
                      <a:pt x="1344" y="246"/>
                    </a:lnTo>
                    <a:lnTo>
                      <a:pt x="1332" y="240"/>
                    </a:lnTo>
                    <a:lnTo>
                      <a:pt x="1320" y="240"/>
                    </a:lnTo>
                    <a:lnTo>
                      <a:pt x="1314" y="234"/>
                    </a:lnTo>
                    <a:lnTo>
                      <a:pt x="1314" y="222"/>
                    </a:lnTo>
                    <a:lnTo>
                      <a:pt x="1320" y="210"/>
                    </a:lnTo>
                    <a:lnTo>
                      <a:pt x="1326" y="204"/>
                    </a:lnTo>
                    <a:lnTo>
                      <a:pt x="1326" y="198"/>
                    </a:lnTo>
                    <a:lnTo>
                      <a:pt x="1320" y="192"/>
                    </a:lnTo>
                    <a:lnTo>
                      <a:pt x="1308" y="186"/>
                    </a:lnTo>
                    <a:lnTo>
                      <a:pt x="1326" y="168"/>
                    </a:lnTo>
                    <a:lnTo>
                      <a:pt x="1320" y="144"/>
                    </a:lnTo>
                    <a:lnTo>
                      <a:pt x="1302" y="144"/>
                    </a:lnTo>
                    <a:lnTo>
                      <a:pt x="1296" y="120"/>
                    </a:lnTo>
                    <a:lnTo>
                      <a:pt x="1290" y="120"/>
                    </a:lnTo>
                    <a:lnTo>
                      <a:pt x="1284" y="114"/>
                    </a:lnTo>
                    <a:lnTo>
                      <a:pt x="1272" y="108"/>
                    </a:lnTo>
                    <a:lnTo>
                      <a:pt x="1260" y="96"/>
                    </a:lnTo>
                    <a:lnTo>
                      <a:pt x="1254" y="84"/>
                    </a:lnTo>
                    <a:lnTo>
                      <a:pt x="1248" y="66"/>
                    </a:lnTo>
                    <a:lnTo>
                      <a:pt x="1236" y="60"/>
                    </a:lnTo>
                    <a:lnTo>
                      <a:pt x="1230" y="54"/>
                    </a:lnTo>
                    <a:lnTo>
                      <a:pt x="1218" y="66"/>
                    </a:lnTo>
                    <a:lnTo>
                      <a:pt x="1218" y="72"/>
                    </a:lnTo>
                    <a:lnTo>
                      <a:pt x="1206" y="84"/>
                    </a:lnTo>
                    <a:lnTo>
                      <a:pt x="1200" y="84"/>
                    </a:lnTo>
                    <a:lnTo>
                      <a:pt x="1188" y="78"/>
                    </a:lnTo>
                    <a:lnTo>
                      <a:pt x="1188" y="72"/>
                    </a:lnTo>
                    <a:lnTo>
                      <a:pt x="1176" y="66"/>
                    </a:lnTo>
                    <a:lnTo>
                      <a:pt x="1164" y="66"/>
                    </a:lnTo>
                    <a:lnTo>
                      <a:pt x="1158" y="72"/>
                    </a:lnTo>
                    <a:lnTo>
                      <a:pt x="1152" y="84"/>
                    </a:lnTo>
                    <a:lnTo>
                      <a:pt x="1146" y="90"/>
                    </a:lnTo>
                    <a:lnTo>
                      <a:pt x="1098" y="66"/>
                    </a:lnTo>
                    <a:lnTo>
                      <a:pt x="1098" y="42"/>
                    </a:lnTo>
                    <a:lnTo>
                      <a:pt x="1068" y="18"/>
                    </a:lnTo>
                    <a:lnTo>
                      <a:pt x="1062" y="6"/>
                    </a:lnTo>
                    <a:lnTo>
                      <a:pt x="1044" y="24"/>
                    </a:lnTo>
                    <a:lnTo>
                      <a:pt x="1026" y="30"/>
                    </a:lnTo>
                    <a:lnTo>
                      <a:pt x="1002" y="30"/>
                    </a:lnTo>
                    <a:lnTo>
                      <a:pt x="990" y="18"/>
                    </a:lnTo>
                    <a:lnTo>
                      <a:pt x="990" y="12"/>
                    </a:lnTo>
                    <a:lnTo>
                      <a:pt x="954" y="18"/>
                    </a:lnTo>
                    <a:lnTo>
                      <a:pt x="942" y="6"/>
                    </a:lnTo>
                    <a:lnTo>
                      <a:pt x="942" y="0"/>
                    </a:lnTo>
                    <a:lnTo>
                      <a:pt x="936" y="0"/>
                    </a:lnTo>
                    <a:lnTo>
                      <a:pt x="918" y="18"/>
                    </a:lnTo>
                    <a:lnTo>
                      <a:pt x="918" y="30"/>
                    </a:lnTo>
                    <a:lnTo>
                      <a:pt x="906" y="30"/>
                    </a:lnTo>
                    <a:lnTo>
                      <a:pt x="900" y="36"/>
                    </a:lnTo>
                    <a:lnTo>
                      <a:pt x="876" y="36"/>
                    </a:lnTo>
                    <a:lnTo>
                      <a:pt x="864" y="24"/>
                    </a:lnTo>
                    <a:lnTo>
                      <a:pt x="840" y="42"/>
                    </a:lnTo>
                    <a:lnTo>
                      <a:pt x="822" y="42"/>
                    </a:lnTo>
                    <a:lnTo>
                      <a:pt x="810" y="54"/>
                    </a:lnTo>
                    <a:lnTo>
                      <a:pt x="798" y="60"/>
                    </a:lnTo>
                    <a:lnTo>
                      <a:pt x="792" y="66"/>
                    </a:lnTo>
                    <a:lnTo>
                      <a:pt x="786" y="66"/>
                    </a:lnTo>
                    <a:lnTo>
                      <a:pt x="762" y="42"/>
                    </a:lnTo>
                    <a:lnTo>
                      <a:pt x="756" y="54"/>
                    </a:lnTo>
                    <a:lnTo>
                      <a:pt x="738" y="72"/>
                    </a:lnTo>
                    <a:lnTo>
                      <a:pt x="738" y="84"/>
                    </a:lnTo>
                    <a:lnTo>
                      <a:pt x="732" y="90"/>
                    </a:lnTo>
                    <a:lnTo>
                      <a:pt x="726" y="102"/>
                    </a:lnTo>
                    <a:lnTo>
                      <a:pt x="720" y="108"/>
                    </a:lnTo>
                    <a:lnTo>
                      <a:pt x="708" y="102"/>
                    </a:lnTo>
                    <a:lnTo>
                      <a:pt x="702" y="96"/>
                    </a:lnTo>
                    <a:lnTo>
                      <a:pt x="690" y="90"/>
                    </a:lnTo>
                    <a:lnTo>
                      <a:pt x="642" y="90"/>
                    </a:lnTo>
                    <a:lnTo>
                      <a:pt x="630" y="84"/>
                    </a:lnTo>
                    <a:lnTo>
                      <a:pt x="624" y="78"/>
                    </a:lnTo>
                    <a:lnTo>
                      <a:pt x="582" y="78"/>
                    </a:lnTo>
                    <a:lnTo>
                      <a:pt x="582" y="48"/>
                    </a:lnTo>
                    <a:lnTo>
                      <a:pt x="576" y="42"/>
                    </a:lnTo>
                    <a:lnTo>
                      <a:pt x="558" y="42"/>
                    </a:lnTo>
                    <a:lnTo>
                      <a:pt x="558" y="30"/>
                    </a:lnTo>
                    <a:lnTo>
                      <a:pt x="546" y="24"/>
                    </a:lnTo>
                    <a:lnTo>
                      <a:pt x="534" y="24"/>
                    </a:lnTo>
                    <a:lnTo>
                      <a:pt x="516" y="18"/>
                    </a:lnTo>
                    <a:lnTo>
                      <a:pt x="504" y="18"/>
                    </a:lnTo>
                    <a:lnTo>
                      <a:pt x="492" y="24"/>
                    </a:lnTo>
                    <a:lnTo>
                      <a:pt x="486" y="30"/>
                    </a:lnTo>
                    <a:lnTo>
                      <a:pt x="486" y="36"/>
                    </a:lnTo>
                    <a:lnTo>
                      <a:pt x="480" y="48"/>
                    </a:lnTo>
                    <a:lnTo>
                      <a:pt x="480" y="54"/>
                    </a:lnTo>
                    <a:lnTo>
                      <a:pt x="474" y="66"/>
                    </a:lnTo>
                    <a:lnTo>
                      <a:pt x="462" y="78"/>
                    </a:lnTo>
                    <a:lnTo>
                      <a:pt x="456" y="78"/>
                    </a:lnTo>
                    <a:lnTo>
                      <a:pt x="444" y="90"/>
                    </a:lnTo>
                    <a:lnTo>
                      <a:pt x="444" y="102"/>
                    </a:lnTo>
                    <a:lnTo>
                      <a:pt x="450" y="102"/>
                    </a:lnTo>
                    <a:lnTo>
                      <a:pt x="450" y="120"/>
                    </a:lnTo>
                    <a:lnTo>
                      <a:pt x="438" y="138"/>
                    </a:lnTo>
                    <a:lnTo>
                      <a:pt x="450" y="150"/>
                    </a:lnTo>
                    <a:lnTo>
                      <a:pt x="450" y="186"/>
                    </a:lnTo>
                    <a:lnTo>
                      <a:pt x="444" y="198"/>
                    </a:lnTo>
                    <a:lnTo>
                      <a:pt x="438" y="216"/>
                    </a:lnTo>
                    <a:lnTo>
                      <a:pt x="426" y="228"/>
                    </a:lnTo>
                    <a:lnTo>
                      <a:pt x="414" y="252"/>
                    </a:lnTo>
                    <a:lnTo>
                      <a:pt x="408" y="258"/>
                    </a:lnTo>
                    <a:lnTo>
                      <a:pt x="408" y="288"/>
                    </a:lnTo>
                    <a:lnTo>
                      <a:pt x="414" y="300"/>
                    </a:lnTo>
                    <a:lnTo>
                      <a:pt x="414" y="324"/>
                    </a:lnTo>
                    <a:lnTo>
                      <a:pt x="396" y="360"/>
                    </a:lnTo>
                    <a:lnTo>
                      <a:pt x="396" y="372"/>
                    </a:lnTo>
                    <a:lnTo>
                      <a:pt x="402" y="378"/>
                    </a:lnTo>
                    <a:lnTo>
                      <a:pt x="408" y="390"/>
                    </a:lnTo>
                    <a:lnTo>
                      <a:pt x="408" y="414"/>
                    </a:lnTo>
                    <a:lnTo>
                      <a:pt x="402" y="426"/>
                    </a:lnTo>
                    <a:lnTo>
                      <a:pt x="390" y="432"/>
                    </a:lnTo>
                    <a:lnTo>
                      <a:pt x="390" y="486"/>
                    </a:lnTo>
                    <a:lnTo>
                      <a:pt x="384" y="492"/>
                    </a:lnTo>
                    <a:lnTo>
                      <a:pt x="372" y="498"/>
                    </a:lnTo>
                    <a:lnTo>
                      <a:pt x="366" y="510"/>
                    </a:lnTo>
                    <a:lnTo>
                      <a:pt x="318" y="534"/>
                    </a:lnTo>
                    <a:lnTo>
                      <a:pt x="312" y="540"/>
                    </a:lnTo>
                    <a:lnTo>
                      <a:pt x="306" y="552"/>
                    </a:lnTo>
                    <a:lnTo>
                      <a:pt x="306" y="588"/>
                    </a:lnTo>
                    <a:lnTo>
                      <a:pt x="282" y="612"/>
                    </a:lnTo>
                    <a:lnTo>
                      <a:pt x="276" y="612"/>
                    </a:lnTo>
                    <a:lnTo>
                      <a:pt x="282" y="714"/>
                    </a:lnTo>
                    <a:lnTo>
                      <a:pt x="252" y="756"/>
                    </a:lnTo>
                    <a:lnTo>
                      <a:pt x="246" y="762"/>
                    </a:lnTo>
                    <a:lnTo>
                      <a:pt x="228" y="762"/>
                    </a:lnTo>
                    <a:lnTo>
                      <a:pt x="216" y="774"/>
                    </a:lnTo>
                    <a:lnTo>
                      <a:pt x="210" y="786"/>
                    </a:lnTo>
                    <a:lnTo>
                      <a:pt x="192" y="804"/>
                    </a:lnTo>
                    <a:lnTo>
                      <a:pt x="186" y="816"/>
                    </a:lnTo>
                    <a:lnTo>
                      <a:pt x="180" y="822"/>
                    </a:lnTo>
                    <a:lnTo>
                      <a:pt x="168" y="828"/>
                    </a:lnTo>
                    <a:lnTo>
                      <a:pt x="150" y="828"/>
                    </a:lnTo>
                    <a:lnTo>
                      <a:pt x="144" y="822"/>
                    </a:lnTo>
                    <a:lnTo>
                      <a:pt x="150" y="810"/>
                    </a:lnTo>
                    <a:lnTo>
                      <a:pt x="150" y="780"/>
                    </a:lnTo>
                    <a:lnTo>
                      <a:pt x="144" y="780"/>
                    </a:lnTo>
                    <a:lnTo>
                      <a:pt x="126" y="798"/>
                    </a:lnTo>
                    <a:lnTo>
                      <a:pt x="102" y="792"/>
                    </a:lnTo>
                    <a:lnTo>
                      <a:pt x="102" y="810"/>
                    </a:lnTo>
                    <a:lnTo>
                      <a:pt x="96" y="822"/>
                    </a:lnTo>
                    <a:lnTo>
                      <a:pt x="90" y="828"/>
                    </a:lnTo>
                    <a:lnTo>
                      <a:pt x="78" y="828"/>
                    </a:lnTo>
                    <a:lnTo>
                      <a:pt x="72" y="822"/>
                    </a:lnTo>
                    <a:lnTo>
                      <a:pt x="72" y="816"/>
                    </a:lnTo>
                    <a:lnTo>
                      <a:pt x="66" y="810"/>
                    </a:lnTo>
                    <a:lnTo>
                      <a:pt x="66" y="804"/>
                    </a:lnTo>
                    <a:lnTo>
                      <a:pt x="54" y="804"/>
                    </a:lnTo>
                    <a:lnTo>
                      <a:pt x="48" y="816"/>
                    </a:lnTo>
                    <a:lnTo>
                      <a:pt x="12" y="846"/>
                    </a:lnTo>
                    <a:lnTo>
                      <a:pt x="18" y="858"/>
                    </a:lnTo>
                    <a:lnTo>
                      <a:pt x="18" y="864"/>
                    </a:lnTo>
                    <a:lnTo>
                      <a:pt x="24" y="876"/>
                    </a:lnTo>
                    <a:lnTo>
                      <a:pt x="24" y="882"/>
                    </a:lnTo>
                    <a:lnTo>
                      <a:pt x="18" y="888"/>
                    </a:lnTo>
                    <a:lnTo>
                      <a:pt x="6" y="894"/>
                    </a:lnTo>
                    <a:lnTo>
                      <a:pt x="0" y="900"/>
                    </a:lnTo>
                    <a:lnTo>
                      <a:pt x="6" y="906"/>
                    </a:lnTo>
                    <a:lnTo>
                      <a:pt x="6" y="912"/>
                    </a:lnTo>
                    <a:lnTo>
                      <a:pt x="18" y="918"/>
                    </a:lnTo>
                    <a:lnTo>
                      <a:pt x="18" y="924"/>
                    </a:lnTo>
                    <a:lnTo>
                      <a:pt x="54" y="906"/>
                    </a:lnTo>
                    <a:lnTo>
                      <a:pt x="78" y="912"/>
                    </a:lnTo>
                    <a:lnTo>
                      <a:pt x="84" y="906"/>
                    </a:lnTo>
                    <a:lnTo>
                      <a:pt x="96" y="912"/>
                    </a:lnTo>
                    <a:lnTo>
                      <a:pt x="120" y="906"/>
                    </a:lnTo>
                    <a:lnTo>
                      <a:pt x="132" y="912"/>
                    </a:lnTo>
                    <a:lnTo>
                      <a:pt x="162" y="912"/>
                    </a:lnTo>
                    <a:lnTo>
                      <a:pt x="174" y="906"/>
                    </a:lnTo>
                    <a:lnTo>
                      <a:pt x="186" y="906"/>
                    </a:lnTo>
                    <a:lnTo>
                      <a:pt x="198" y="912"/>
                    </a:lnTo>
                    <a:lnTo>
                      <a:pt x="228" y="912"/>
                    </a:lnTo>
                    <a:lnTo>
                      <a:pt x="246" y="906"/>
                    </a:lnTo>
                    <a:lnTo>
                      <a:pt x="270" y="906"/>
                    </a:lnTo>
                    <a:lnTo>
                      <a:pt x="276" y="900"/>
                    </a:lnTo>
                    <a:lnTo>
                      <a:pt x="294" y="900"/>
                    </a:lnTo>
                    <a:lnTo>
                      <a:pt x="300" y="906"/>
                    </a:lnTo>
                    <a:lnTo>
                      <a:pt x="306" y="918"/>
                    </a:lnTo>
                    <a:lnTo>
                      <a:pt x="318" y="930"/>
                    </a:lnTo>
                    <a:lnTo>
                      <a:pt x="318" y="972"/>
                    </a:lnTo>
                    <a:lnTo>
                      <a:pt x="336" y="990"/>
                    </a:lnTo>
                    <a:lnTo>
                      <a:pt x="336" y="1014"/>
                    </a:lnTo>
                    <a:lnTo>
                      <a:pt x="330" y="1020"/>
                    </a:lnTo>
                    <a:lnTo>
                      <a:pt x="330" y="1026"/>
                    </a:lnTo>
                    <a:lnTo>
                      <a:pt x="336" y="1032"/>
                    </a:lnTo>
                    <a:lnTo>
                      <a:pt x="342" y="1032"/>
                    </a:lnTo>
                    <a:lnTo>
                      <a:pt x="354" y="1044"/>
                    </a:lnTo>
                    <a:lnTo>
                      <a:pt x="354" y="1056"/>
                    </a:lnTo>
                    <a:lnTo>
                      <a:pt x="360" y="1062"/>
                    </a:lnTo>
                    <a:lnTo>
                      <a:pt x="372" y="1086"/>
                    </a:lnTo>
                    <a:lnTo>
                      <a:pt x="402" y="1086"/>
                    </a:lnTo>
                    <a:lnTo>
                      <a:pt x="414" y="1092"/>
                    </a:lnTo>
                    <a:lnTo>
                      <a:pt x="420" y="1080"/>
                    </a:lnTo>
                    <a:lnTo>
                      <a:pt x="444" y="1080"/>
                    </a:lnTo>
                    <a:lnTo>
                      <a:pt x="456" y="1074"/>
                    </a:lnTo>
                    <a:lnTo>
                      <a:pt x="462" y="1080"/>
                    </a:lnTo>
                    <a:lnTo>
                      <a:pt x="504" y="1074"/>
                    </a:lnTo>
                    <a:lnTo>
                      <a:pt x="504" y="1056"/>
                    </a:lnTo>
                    <a:lnTo>
                      <a:pt x="510" y="1050"/>
                    </a:lnTo>
                    <a:lnTo>
                      <a:pt x="510" y="1044"/>
                    </a:lnTo>
                    <a:lnTo>
                      <a:pt x="522" y="1044"/>
                    </a:lnTo>
                    <a:lnTo>
                      <a:pt x="522" y="1032"/>
                    </a:lnTo>
                    <a:lnTo>
                      <a:pt x="516" y="1020"/>
                    </a:lnTo>
                    <a:lnTo>
                      <a:pt x="510" y="1014"/>
                    </a:lnTo>
                    <a:lnTo>
                      <a:pt x="510" y="1008"/>
                    </a:lnTo>
                    <a:lnTo>
                      <a:pt x="516" y="1002"/>
                    </a:lnTo>
                    <a:lnTo>
                      <a:pt x="564" y="1002"/>
                    </a:lnTo>
                    <a:lnTo>
                      <a:pt x="564" y="996"/>
                    </a:lnTo>
                    <a:lnTo>
                      <a:pt x="576" y="996"/>
                    </a:lnTo>
                    <a:lnTo>
                      <a:pt x="588" y="1002"/>
                    </a:lnTo>
                    <a:lnTo>
                      <a:pt x="588" y="1026"/>
                    </a:lnTo>
                    <a:lnTo>
                      <a:pt x="678" y="1026"/>
                    </a:lnTo>
                    <a:lnTo>
                      <a:pt x="678" y="1050"/>
                    </a:lnTo>
                    <a:lnTo>
                      <a:pt x="666" y="1068"/>
                    </a:lnTo>
                    <a:lnTo>
                      <a:pt x="672" y="1086"/>
                    </a:lnTo>
                    <a:lnTo>
                      <a:pt x="684" y="1098"/>
                    </a:lnTo>
                    <a:lnTo>
                      <a:pt x="690" y="1110"/>
                    </a:lnTo>
                    <a:lnTo>
                      <a:pt x="690" y="1122"/>
                    </a:lnTo>
                    <a:lnTo>
                      <a:pt x="684" y="1134"/>
                    </a:lnTo>
                    <a:lnTo>
                      <a:pt x="678" y="1140"/>
                    </a:lnTo>
                    <a:lnTo>
                      <a:pt x="684" y="1164"/>
                    </a:lnTo>
                    <a:lnTo>
                      <a:pt x="684" y="1176"/>
                    </a:lnTo>
                    <a:lnTo>
                      <a:pt x="678" y="1182"/>
                    </a:lnTo>
                    <a:lnTo>
                      <a:pt x="678" y="1194"/>
                    </a:lnTo>
                    <a:lnTo>
                      <a:pt x="684" y="1212"/>
                    </a:lnTo>
                    <a:lnTo>
                      <a:pt x="696" y="1230"/>
                    </a:lnTo>
                    <a:lnTo>
                      <a:pt x="708" y="1254"/>
                    </a:lnTo>
                    <a:lnTo>
                      <a:pt x="714" y="1260"/>
                    </a:lnTo>
                    <a:lnTo>
                      <a:pt x="714" y="1278"/>
                    </a:lnTo>
                    <a:lnTo>
                      <a:pt x="708" y="1290"/>
                    </a:lnTo>
                    <a:lnTo>
                      <a:pt x="708" y="1302"/>
                    </a:lnTo>
                    <a:lnTo>
                      <a:pt x="702" y="1308"/>
                    </a:lnTo>
                    <a:lnTo>
                      <a:pt x="702" y="1332"/>
                    </a:lnTo>
                    <a:lnTo>
                      <a:pt x="708" y="1338"/>
                    </a:lnTo>
                    <a:lnTo>
                      <a:pt x="714" y="1338"/>
                    </a:lnTo>
                    <a:lnTo>
                      <a:pt x="720" y="1344"/>
                    </a:lnTo>
                    <a:lnTo>
                      <a:pt x="726" y="1326"/>
                    </a:lnTo>
                    <a:lnTo>
                      <a:pt x="756" y="1332"/>
                    </a:lnTo>
                    <a:lnTo>
                      <a:pt x="780" y="1326"/>
                    </a:lnTo>
                    <a:lnTo>
                      <a:pt x="780" y="1314"/>
                    </a:lnTo>
                    <a:lnTo>
                      <a:pt x="792" y="1314"/>
                    </a:lnTo>
                    <a:lnTo>
                      <a:pt x="804" y="1326"/>
                    </a:lnTo>
                    <a:lnTo>
                      <a:pt x="828" y="1326"/>
                    </a:lnTo>
                    <a:lnTo>
                      <a:pt x="834" y="1308"/>
                    </a:lnTo>
                    <a:lnTo>
                      <a:pt x="840" y="1320"/>
                    </a:lnTo>
                    <a:lnTo>
                      <a:pt x="858" y="1320"/>
                    </a:lnTo>
                    <a:lnTo>
                      <a:pt x="858" y="1350"/>
                    </a:lnTo>
                    <a:lnTo>
                      <a:pt x="864" y="1356"/>
                    </a:lnTo>
                    <a:lnTo>
                      <a:pt x="882" y="1356"/>
                    </a:lnTo>
                    <a:lnTo>
                      <a:pt x="882" y="1350"/>
                    </a:lnTo>
                    <a:lnTo>
                      <a:pt x="876" y="1344"/>
                    </a:lnTo>
                    <a:lnTo>
                      <a:pt x="918" y="1338"/>
                    </a:lnTo>
                    <a:lnTo>
                      <a:pt x="918" y="1356"/>
                    </a:lnTo>
                    <a:lnTo>
                      <a:pt x="924" y="1368"/>
                    </a:lnTo>
                    <a:lnTo>
                      <a:pt x="930" y="1374"/>
                    </a:lnTo>
                    <a:lnTo>
                      <a:pt x="948" y="1386"/>
                    </a:lnTo>
                    <a:lnTo>
                      <a:pt x="984" y="1392"/>
                    </a:lnTo>
                    <a:lnTo>
                      <a:pt x="1014" y="1398"/>
                    </a:lnTo>
                    <a:lnTo>
                      <a:pt x="1032" y="1398"/>
                    </a:lnTo>
                    <a:lnTo>
                      <a:pt x="1032" y="1392"/>
                    </a:lnTo>
                    <a:lnTo>
                      <a:pt x="1038" y="1386"/>
                    </a:lnTo>
                    <a:lnTo>
                      <a:pt x="1038" y="1368"/>
                    </a:lnTo>
                    <a:lnTo>
                      <a:pt x="1044" y="1362"/>
                    </a:lnTo>
                    <a:lnTo>
                      <a:pt x="1050" y="1362"/>
                    </a:lnTo>
                    <a:lnTo>
                      <a:pt x="1062" y="1374"/>
                    </a:lnTo>
                    <a:lnTo>
                      <a:pt x="1062" y="1386"/>
                    </a:lnTo>
                    <a:lnTo>
                      <a:pt x="1068" y="1392"/>
                    </a:lnTo>
                    <a:lnTo>
                      <a:pt x="1080" y="1392"/>
                    </a:lnTo>
                    <a:lnTo>
                      <a:pt x="1080" y="1404"/>
                    </a:lnTo>
                    <a:lnTo>
                      <a:pt x="1074" y="1404"/>
                    </a:lnTo>
                    <a:lnTo>
                      <a:pt x="1074" y="1416"/>
                    </a:lnTo>
                    <a:lnTo>
                      <a:pt x="1104" y="1416"/>
                    </a:lnTo>
                    <a:lnTo>
                      <a:pt x="1110" y="1422"/>
                    </a:lnTo>
                    <a:lnTo>
                      <a:pt x="1110" y="1434"/>
                    </a:lnTo>
                    <a:lnTo>
                      <a:pt x="1122" y="1434"/>
                    </a:lnTo>
                    <a:lnTo>
                      <a:pt x="1128" y="1428"/>
                    </a:lnTo>
                    <a:lnTo>
                      <a:pt x="1134" y="1428"/>
                    </a:lnTo>
                    <a:lnTo>
                      <a:pt x="1140" y="1434"/>
                    </a:lnTo>
                    <a:lnTo>
                      <a:pt x="1146" y="1446"/>
                    </a:lnTo>
                    <a:lnTo>
                      <a:pt x="1146" y="1452"/>
                    </a:lnTo>
                    <a:lnTo>
                      <a:pt x="1152" y="1464"/>
                    </a:lnTo>
                    <a:lnTo>
                      <a:pt x="1164" y="1464"/>
                    </a:lnTo>
                    <a:lnTo>
                      <a:pt x="1176" y="1476"/>
                    </a:lnTo>
                    <a:lnTo>
                      <a:pt x="1176" y="1488"/>
                    </a:lnTo>
                    <a:lnTo>
                      <a:pt x="1182" y="1500"/>
                    </a:lnTo>
                    <a:lnTo>
                      <a:pt x="1182" y="1512"/>
                    </a:lnTo>
                    <a:lnTo>
                      <a:pt x="1200" y="1512"/>
                    </a:lnTo>
                    <a:lnTo>
                      <a:pt x="1218" y="1500"/>
                    </a:lnTo>
                    <a:lnTo>
                      <a:pt x="1224" y="1512"/>
                    </a:lnTo>
                    <a:lnTo>
                      <a:pt x="1224" y="1518"/>
                    </a:lnTo>
                    <a:lnTo>
                      <a:pt x="1230" y="1518"/>
                    </a:lnTo>
                    <a:lnTo>
                      <a:pt x="1236" y="1500"/>
                    </a:lnTo>
                    <a:lnTo>
                      <a:pt x="1242" y="1464"/>
                    </a:lnTo>
                    <a:lnTo>
                      <a:pt x="1242" y="1416"/>
                    </a:lnTo>
                    <a:lnTo>
                      <a:pt x="1218" y="1416"/>
                    </a:lnTo>
                    <a:lnTo>
                      <a:pt x="1218" y="1434"/>
                    </a:lnTo>
                    <a:lnTo>
                      <a:pt x="1212" y="1440"/>
                    </a:lnTo>
                    <a:lnTo>
                      <a:pt x="1206" y="1440"/>
                    </a:lnTo>
                    <a:lnTo>
                      <a:pt x="1194" y="1434"/>
                    </a:lnTo>
                    <a:lnTo>
                      <a:pt x="1164" y="1404"/>
                    </a:lnTo>
                    <a:lnTo>
                      <a:pt x="1158" y="1404"/>
                    </a:lnTo>
                    <a:lnTo>
                      <a:pt x="1158" y="1398"/>
                    </a:lnTo>
                    <a:lnTo>
                      <a:pt x="1152" y="1398"/>
                    </a:lnTo>
                    <a:lnTo>
                      <a:pt x="1140" y="1386"/>
                    </a:lnTo>
                    <a:lnTo>
                      <a:pt x="1140" y="1362"/>
                    </a:lnTo>
                    <a:lnTo>
                      <a:pt x="1146" y="1350"/>
                    </a:lnTo>
                    <a:lnTo>
                      <a:pt x="1152" y="1332"/>
                    </a:lnTo>
                    <a:lnTo>
                      <a:pt x="1158" y="1320"/>
                    </a:lnTo>
                    <a:lnTo>
                      <a:pt x="1170" y="1308"/>
                    </a:lnTo>
                    <a:lnTo>
                      <a:pt x="1170" y="1254"/>
                    </a:lnTo>
                    <a:lnTo>
                      <a:pt x="1164" y="1236"/>
                    </a:lnTo>
                    <a:lnTo>
                      <a:pt x="1164" y="1212"/>
                    </a:lnTo>
                    <a:lnTo>
                      <a:pt x="1158" y="1206"/>
                    </a:lnTo>
                    <a:lnTo>
                      <a:pt x="1158" y="1200"/>
                    </a:lnTo>
                    <a:lnTo>
                      <a:pt x="1152" y="1194"/>
                    </a:lnTo>
                    <a:lnTo>
                      <a:pt x="1152" y="1188"/>
                    </a:lnTo>
                    <a:lnTo>
                      <a:pt x="1140" y="1176"/>
                    </a:lnTo>
                    <a:lnTo>
                      <a:pt x="1146" y="1176"/>
                    </a:lnTo>
                    <a:lnTo>
                      <a:pt x="1152" y="1170"/>
                    </a:lnTo>
                    <a:lnTo>
                      <a:pt x="1164" y="1164"/>
                    </a:lnTo>
                    <a:lnTo>
                      <a:pt x="1182" y="1146"/>
                    </a:lnTo>
                    <a:lnTo>
                      <a:pt x="1182" y="1116"/>
                    </a:lnTo>
                    <a:lnTo>
                      <a:pt x="1194" y="1116"/>
                    </a:lnTo>
                    <a:lnTo>
                      <a:pt x="1212" y="1110"/>
                    </a:lnTo>
                    <a:lnTo>
                      <a:pt x="1230" y="1110"/>
                    </a:lnTo>
                    <a:lnTo>
                      <a:pt x="1242" y="1104"/>
                    </a:lnTo>
                    <a:lnTo>
                      <a:pt x="1260" y="1104"/>
                    </a:lnTo>
                    <a:lnTo>
                      <a:pt x="1284" y="1092"/>
                    </a:lnTo>
                    <a:lnTo>
                      <a:pt x="1290" y="1092"/>
                    </a:lnTo>
                    <a:lnTo>
                      <a:pt x="1290" y="1086"/>
                    </a:lnTo>
                    <a:lnTo>
                      <a:pt x="1284" y="1074"/>
                    </a:lnTo>
                    <a:lnTo>
                      <a:pt x="1272" y="1062"/>
                    </a:lnTo>
                    <a:lnTo>
                      <a:pt x="1272" y="1014"/>
                    </a:lnTo>
                    <a:lnTo>
                      <a:pt x="1248" y="1014"/>
                    </a:lnTo>
                    <a:lnTo>
                      <a:pt x="1248" y="1008"/>
                    </a:lnTo>
                    <a:lnTo>
                      <a:pt x="1242" y="996"/>
                    </a:lnTo>
                    <a:lnTo>
                      <a:pt x="1242" y="978"/>
                    </a:lnTo>
                    <a:lnTo>
                      <a:pt x="1236" y="972"/>
                    </a:lnTo>
                    <a:lnTo>
                      <a:pt x="1224" y="966"/>
                    </a:lnTo>
                    <a:lnTo>
                      <a:pt x="1218" y="960"/>
                    </a:lnTo>
                    <a:lnTo>
                      <a:pt x="1206" y="936"/>
                    </a:lnTo>
                    <a:lnTo>
                      <a:pt x="1206" y="906"/>
                    </a:lnTo>
                    <a:lnTo>
                      <a:pt x="1212" y="900"/>
                    </a:lnTo>
                    <a:lnTo>
                      <a:pt x="1212" y="876"/>
                    </a:lnTo>
                    <a:lnTo>
                      <a:pt x="1200" y="864"/>
                    </a:lnTo>
                    <a:lnTo>
                      <a:pt x="1194" y="852"/>
                    </a:lnTo>
                    <a:lnTo>
                      <a:pt x="1194" y="804"/>
                    </a:lnTo>
                    <a:lnTo>
                      <a:pt x="1200" y="780"/>
                    </a:lnTo>
                    <a:lnTo>
                      <a:pt x="1200" y="750"/>
                    </a:lnTo>
                    <a:lnTo>
                      <a:pt x="1212" y="738"/>
                    </a:lnTo>
                    <a:lnTo>
                      <a:pt x="1218" y="744"/>
                    </a:lnTo>
                    <a:lnTo>
                      <a:pt x="1218" y="732"/>
                    </a:lnTo>
                    <a:lnTo>
                      <a:pt x="1224" y="726"/>
                    </a:lnTo>
                    <a:lnTo>
                      <a:pt x="1224" y="696"/>
                    </a:lnTo>
                    <a:lnTo>
                      <a:pt x="1218" y="690"/>
                    </a:lnTo>
                    <a:lnTo>
                      <a:pt x="1206" y="684"/>
                    </a:lnTo>
                    <a:lnTo>
                      <a:pt x="1200" y="678"/>
                    </a:lnTo>
                    <a:lnTo>
                      <a:pt x="1188" y="648"/>
                    </a:lnTo>
                    <a:lnTo>
                      <a:pt x="1182" y="642"/>
                    </a:lnTo>
                    <a:lnTo>
                      <a:pt x="1176" y="642"/>
                    </a:lnTo>
                    <a:lnTo>
                      <a:pt x="1176" y="636"/>
                    </a:lnTo>
                    <a:lnTo>
                      <a:pt x="1182" y="624"/>
                    </a:lnTo>
                    <a:lnTo>
                      <a:pt x="1194" y="618"/>
                    </a:lnTo>
                    <a:lnTo>
                      <a:pt x="1206" y="606"/>
                    </a:lnTo>
                    <a:lnTo>
                      <a:pt x="1206" y="594"/>
                    </a:lnTo>
                    <a:lnTo>
                      <a:pt x="1200" y="588"/>
                    </a:lnTo>
                    <a:lnTo>
                      <a:pt x="1194" y="576"/>
                    </a:lnTo>
                    <a:lnTo>
                      <a:pt x="1194" y="570"/>
                    </a:lnTo>
                    <a:lnTo>
                      <a:pt x="1200" y="564"/>
                    </a:lnTo>
                    <a:lnTo>
                      <a:pt x="1224" y="552"/>
                    </a:lnTo>
                    <a:lnTo>
                      <a:pt x="1230" y="546"/>
                    </a:lnTo>
                    <a:lnTo>
                      <a:pt x="1236" y="546"/>
                    </a:lnTo>
                    <a:lnTo>
                      <a:pt x="1242" y="4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1" name="Congo (Brazzaville)" descr="© INSCALE GmbH, 05.05.2010&#10;http://www.presentationload.com/">
                <a:extLst>
                  <a:ext uri="{FF2B5EF4-FFF2-40B4-BE49-F238E27FC236}">
                    <a16:creationId xmlns:a16="http://schemas.microsoft.com/office/drawing/2014/main" id="{E6252404-CB9F-9E4D-8C31-343309DC04B5}"/>
                  </a:ext>
                </a:extLst>
              </p:cNvPr>
              <p:cNvSpPr>
                <a:spLocks/>
              </p:cNvSpPr>
              <p:nvPr/>
            </p:nvSpPr>
            <p:spPr bwMode="gray">
              <a:xfrm>
                <a:off x="6054909" y="4015144"/>
                <a:ext cx="225180" cy="294213"/>
              </a:xfrm>
              <a:custGeom>
                <a:avLst/>
                <a:gdLst>
                  <a:gd name="T0" fmla="*/ 2147483647 w 534"/>
                  <a:gd name="T1" fmla="*/ 2147483647 h 702"/>
                  <a:gd name="T2" fmla="*/ 2147483647 w 534"/>
                  <a:gd name="T3" fmla="*/ 2147483647 h 702"/>
                  <a:gd name="T4" fmla="*/ 2147483647 w 534"/>
                  <a:gd name="T5" fmla="*/ 2147483647 h 702"/>
                  <a:gd name="T6" fmla="*/ 2147483647 w 534"/>
                  <a:gd name="T7" fmla="*/ 2147483647 h 702"/>
                  <a:gd name="T8" fmla="*/ 2147483647 w 534"/>
                  <a:gd name="T9" fmla="*/ 2147483647 h 702"/>
                  <a:gd name="T10" fmla="*/ 2147483647 w 534"/>
                  <a:gd name="T11" fmla="*/ 2147483647 h 702"/>
                  <a:gd name="T12" fmla="*/ 2147483647 w 534"/>
                  <a:gd name="T13" fmla="*/ 2147483647 h 702"/>
                  <a:gd name="T14" fmla="*/ 2147483647 w 534"/>
                  <a:gd name="T15" fmla="*/ 2147483647 h 702"/>
                  <a:gd name="T16" fmla="*/ 2147483647 w 534"/>
                  <a:gd name="T17" fmla="*/ 2147483647 h 702"/>
                  <a:gd name="T18" fmla="*/ 2147483647 w 534"/>
                  <a:gd name="T19" fmla="*/ 2147483647 h 702"/>
                  <a:gd name="T20" fmla="*/ 2147483647 w 534"/>
                  <a:gd name="T21" fmla="*/ 2147483647 h 702"/>
                  <a:gd name="T22" fmla="*/ 2147483647 w 534"/>
                  <a:gd name="T23" fmla="*/ 2147483647 h 702"/>
                  <a:gd name="T24" fmla="*/ 2147483647 w 534"/>
                  <a:gd name="T25" fmla="*/ 2147483647 h 702"/>
                  <a:gd name="T26" fmla="*/ 2147483647 w 534"/>
                  <a:gd name="T27" fmla="*/ 2147483647 h 702"/>
                  <a:gd name="T28" fmla="*/ 2147483647 w 534"/>
                  <a:gd name="T29" fmla="*/ 2147483647 h 702"/>
                  <a:gd name="T30" fmla="*/ 2147483647 w 534"/>
                  <a:gd name="T31" fmla="*/ 2147483647 h 702"/>
                  <a:gd name="T32" fmla="*/ 2147483647 w 534"/>
                  <a:gd name="T33" fmla="*/ 2147483647 h 702"/>
                  <a:gd name="T34" fmla="*/ 2147483647 w 534"/>
                  <a:gd name="T35" fmla="*/ 2147483647 h 702"/>
                  <a:gd name="T36" fmla="*/ 2147483647 w 534"/>
                  <a:gd name="T37" fmla="*/ 2147483647 h 702"/>
                  <a:gd name="T38" fmla="*/ 2147483647 w 534"/>
                  <a:gd name="T39" fmla="*/ 2147483647 h 702"/>
                  <a:gd name="T40" fmla="*/ 2147483647 w 534"/>
                  <a:gd name="T41" fmla="*/ 2147483647 h 702"/>
                  <a:gd name="T42" fmla="*/ 2147483647 w 534"/>
                  <a:gd name="T43" fmla="*/ 2147483647 h 702"/>
                  <a:gd name="T44" fmla="*/ 2147483647 w 534"/>
                  <a:gd name="T45" fmla="*/ 2147483647 h 702"/>
                  <a:gd name="T46" fmla="*/ 2147483647 w 534"/>
                  <a:gd name="T47" fmla="*/ 2147483647 h 702"/>
                  <a:gd name="T48" fmla="*/ 2147483647 w 534"/>
                  <a:gd name="T49" fmla="*/ 2147483647 h 702"/>
                  <a:gd name="T50" fmla="*/ 0 w 534"/>
                  <a:gd name="T51" fmla="*/ 2147483647 h 702"/>
                  <a:gd name="T52" fmla="*/ 2147483647 w 534"/>
                  <a:gd name="T53" fmla="*/ 2147483647 h 702"/>
                  <a:gd name="T54" fmla="*/ 2147483647 w 534"/>
                  <a:gd name="T55" fmla="*/ 2147483647 h 702"/>
                  <a:gd name="T56" fmla="*/ 2147483647 w 534"/>
                  <a:gd name="T57" fmla="*/ 2147483647 h 702"/>
                  <a:gd name="T58" fmla="*/ 2147483647 w 534"/>
                  <a:gd name="T59" fmla="*/ 2147483647 h 702"/>
                  <a:gd name="T60" fmla="*/ 2147483647 w 534"/>
                  <a:gd name="T61" fmla="*/ 2147483647 h 702"/>
                  <a:gd name="T62" fmla="*/ 2147483647 w 534"/>
                  <a:gd name="T63" fmla="*/ 2147483647 h 702"/>
                  <a:gd name="T64" fmla="*/ 2147483647 w 534"/>
                  <a:gd name="T65" fmla="*/ 2147483647 h 702"/>
                  <a:gd name="T66" fmla="*/ 2147483647 w 534"/>
                  <a:gd name="T67" fmla="*/ 2147483647 h 702"/>
                  <a:gd name="T68" fmla="*/ 2147483647 w 534"/>
                  <a:gd name="T69" fmla="*/ 2147483647 h 702"/>
                  <a:gd name="T70" fmla="*/ 2147483647 w 534"/>
                  <a:gd name="T71" fmla="*/ 2147483647 h 702"/>
                  <a:gd name="T72" fmla="*/ 2147483647 w 534"/>
                  <a:gd name="T73" fmla="*/ 2147483647 h 702"/>
                  <a:gd name="T74" fmla="*/ 2147483647 w 534"/>
                  <a:gd name="T75" fmla="*/ 2147483647 h 702"/>
                  <a:gd name="T76" fmla="*/ 2147483647 w 534"/>
                  <a:gd name="T77" fmla="*/ 2147483647 h 702"/>
                  <a:gd name="T78" fmla="*/ 2147483647 w 534"/>
                  <a:gd name="T79" fmla="*/ 2147483647 h 702"/>
                  <a:gd name="T80" fmla="*/ 2147483647 w 534"/>
                  <a:gd name="T81" fmla="*/ 2147483647 h 702"/>
                  <a:gd name="T82" fmla="*/ 2147483647 w 534"/>
                  <a:gd name="T83" fmla="*/ 2147483647 h 702"/>
                  <a:gd name="T84" fmla="*/ 2147483647 w 534"/>
                  <a:gd name="T85" fmla="*/ 2147483647 h 702"/>
                  <a:gd name="T86" fmla="*/ 2147483647 w 534"/>
                  <a:gd name="T87" fmla="*/ 2147483647 h 702"/>
                  <a:gd name="T88" fmla="*/ 2147483647 w 534"/>
                  <a:gd name="T89" fmla="*/ 2147483647 h 702"/>
                  <a:gd name="T90" fmla="*/ 2147483647 w 534"/>
                  <a:gd name="T91" fmla="*/ 2147483647 h 702"/>
                  <a:gd name="T92" fmla="*/ 2147483647 w 534"/>
                  <a:gd name="T93" fmla="*/ 2147483647 h 702"/>
                  <a:gd name="T94" fmla="*/ 2147483647 w 534"/>
                  <a:gd name="T95" fmla="*/ 2147483647 h 702"/>
                  <a:gd name="T96" fmla="*/ 2147483647 w 534"/>
                  <a:gd name="T97" fmla="*/ 2147483647 h 702"/>
                  <a:gd name="T98" fmla="*/ 2147483647 w 534"/>
                  <a:gd name="T99" fmla="*/ 2147483647 h 702"/>
                  <a:gd name="T100" fmla="*/ 2147483647 w 534"/>
                  <a:gd name="T101" fmla="*/ 2147483647 h 702"/>
                  <a:gd name="T102" fmla="*/ 2147483647 w 534"/>
                  <a:gd name="T103" fmla="*/ 2147483647 h 7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34"/>
                  <a:gd name="T157" fmla="*/ 0 h 702"/>
                  <a:gd name="T158" fmla="*/ 534 w 534"/>
                  <a:gd name="T159" fmla="*/ 702 h 7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34" h="702">
                    <a:moveTo>
                      <a:pt x="366" y="120"/>
                    </a:moveTo>
                    <a:lnTo>
                      <a:pt x="360" y="126"/>
                    </a:lnTo>
                    <a:lnTo>
                      <a:pt x="354" y="168"/>
                    </a:lnTo>
                    <a:lnTo>
                      <a:pt x="330" y="144"/>
                    </a:lnTo>
                    <a:lnTo>
                      <a:pt x="294" y="144"/>
                    </a:lnTo>
                    <a:lnTo>
                      <a:pt x="288" y="138"/>
                    </a:lnTo>
                    <a:lnTo>
                      <a:pt x="276" y="138"/>
                    </a:lnTo>
                    <a:lnTo>
                      <a:pt x="270" y="132"/>
                    </a:lnTo>
                    <a:lnTo>
                      <a:pt x="258" y="126"/>
                    </a:lnTo>
                    <a:lnTo>
                      <a:pt x="210" y="126"/>
                    </a:lnTo>
                    <a:lnTo>
                      <a:pt x="192" y="132"/>
                    </a:lnTo>
                    <a:lnTo>
                      <a:pt x="162" y="132"/>
                    </a:lnTo>
                    <a:lnTo>
                      <a:pt x="144" y="162"/>
                    </a:lnTo>
                    <a:lnTo>
                      <a:pt x="150" y="198"/>
                    </a:lnTo>
                    <a:lnTo>
                      <a:pt x="156" y="204"/>
                    </a:lnTo>
                    <a:lnTo>
                      <a:pt x="180" y="204"/>
                    </a:lnTo>
                    <a:lnTo>
                      <a:pt x="186" y="198"/>
                    </a:lnTo>
                    <a:lnTo>
                      <a:pt x="186" y="180"/>
                    </a:lnTo>
                    <a:lnTo>
                      <a:pt x="204" y="180"/>
                    </a:lnTo>
                    <a:lnTo>
                      <a:pt x="210" y="186"/>
                    </a:lnTo>
                    <a:lnTo>
                      <a:pt x="222" y="186"/>
                    </a:lnTo>
                    <a:lnTo>
                      <a:pt x="222" y="192"/>
                    </a:lnTo>
                    <a:lnTo>
                      <a:pt x="228" y="198"/>
                    </a:lnTo>
                    <a:lnTo>
                      <a:pt x="228" y="216"/>
                    </a:lnTo>
                    <a:lnTo>
                      <a:pt x="240" y="222"/>
                    </a:lnTo>
                    <a:lnTo>
                      <a:pt x="240" y="234"/>
                    </a:lnTo>
                    <a:lnTo>
                      <a:pt x="234" y="240"/>
                    </a:lnTo>
                    <a:lnTo>
                      <a:pt x="228" y="252"/>
                    </a:lnTo>
                    <a:lnTo>
                      <a:pt x="222" y="258"/>
                    </a:lnTo>
                    <a:lnTo>
                      <a:pt x="210" y="258"/>
                    </a:lnTo>
                    <a:lnTo>
                      <a:pt x="198" y="282"/>
                    </a:lnTo>
                    <a:lnTo>
                      <a:pt x="198" y="318"/>
                    </a:lnTo>
                    <a:lnTo>
                      <a:pt x="216" y="324"/>
                    </a:lnTo>
                    <a:lnTo>
                      <a:pt x="222" y="342"/>
                    </a:lnTo>
                    <a:lnTo>
                      <a:pt x="240" y="342"/>
                    </a:lnTo>
                    <a:lnTo>
                      <a:pt x="246" y="348"/>
                    </a:lnTo>
                    <a:lnTo>
                      <a:pt x="246" y="360"/>
                    </a:lnTo>
                    <a:lnTo>
                      <a:pt x="240" y="366"/>
                    </a:lnTo>
                    <a:lnTo>
                      <a:pt x="240" y="414"/>
                    </a:lnTo>
                    <a:lnTo>
                      <a:pt x="234" y="426"/>
                    </a:lnTo>
                    <a:lnTo>
                      <a:pt x="240" y="450"/>
                    </a:lnTo>
                    <a:lnTo>
                      <a:pt x="234" y="456"/>
                    </a:lnTo>
                    <a:lnTo>
                      <a:pt x="222" y="462"/>
                    </a:lnTo>
                    <a:lnTo>
                      <a:pt x="222" y="486"/>
                    </a:lnTo>
                    <a:lnTo>
                      <a:pt x="216" y="498"/>
                    </a:lnTo>
                    <a:lnTo>
                      <a:pt x="210" y="504"/>
                    </a:lnTo>
                    <a:lnTo>
                      <a:pt x="198" y="504"/>
                    </a:lnTo>
                    <a:lnTo>
                      <a:pt x="192" y="498"/>
                    </a:lnTo>
                    <a:lnTo>
                      <a:pt x="192" y="468"/>
                    </a:lnTo>
                    <a:lnTo>
                      <a:pt x="186" y="468"/>
                    </a:lnTo>
                    <a:lnTo>
                      <a:pt x="180" y="474"/>
                    </a:lnTo>
                    <a:lnTo>
                      <a:pt x="174" y="486"/>
                    </a:lnTo>
                    <a:lnTo>
                      <a:pt x="168" y="492"/>
                    </a:lnTo>
                    <a:lnTo>
                      <a:pt x="138" y="492"/>
                    </a:lnTo>
                    <a:lnTo>
                      <a:pt x="120" y="450"/>
                    </a:lnTo>
                    <a:lnTo>
                      <a:pt x="90" y="450"/>
                    </a:lnTo>
                    <a:lnTo>
                      <a:pt x="90" y="456"/>
                    </a:lnTo>
                    <a:lnTo>
                      <a:pt x="108" y="474"/>
                    </a:lnTo>
                    <a:lnTo>
                      <a:pt x="96" y="480"/>
                    </a:lnTo>
                    <a:lnTo>
                      <a:pt x="90" y="492"/>
                    </a:lnTo>
                    <a:lnTo>
                      <a:pt x="84" y="498"/>
                    </a:lnTo>
                    <a:lnTo>
                      <a:pt x="66" y="498"/>
                    </a:lnTo>
                    <a:lnTo>
                      <a:pt x="54" y="492"/>
                    </a:lnTo>
                    <a:lnTo>
                      <a:pt x="42" y="492"/>
                    </a:lnTo>
                    <a:lnTo>
                      <a:pt x="36" y="486"/>
                    </a:lnTo>
                    <a:lnTo>
                      <a:pt x="30" y="486"/>
                    </a:lnTo>
                    <a:lnTo>
                      <a:pt x="30" y="504"/>
                    </a:lnTo>
                    <a:lnTo>
                      <a:pt x="36" y="510"/>
                    </a:lnTo>
                    <a:lnTo>
                      <a:pt x="36" y="522"/>
                    </a:lnTo>
                    <a:lnTo>
                      <a:pt x="24" y="522"/>
                    </a:lnTo>
                    <a:lnTo>
                      <a:pt x="54" y="540"/>
                    </a:lnTo>
                    <a:lnTo>
                      <a:pt x="36" y="552"/>
                    </a:lnTo>
                    <a:lnTo>
                      <a:pt x="54" y="564"/>
                    </a:lnTo>
                    <a:lnTo>
                      <a:pt x="54" y="600"/>
                    </a:lnTo>
                    <a:lnTo>
                      <a:pt x="48" y="606"/>
                    </a:lnTo>
                    <a:lnTo>
                      <a:pt x="30" y="588"/>
                    </a:lnTo>
                    <a:lnTo>
                      <a:pt x="6" y="600"/>
                    </a:lnTo>
                    <a:lnTo>
                      <a:pt x="0" y="618"/>
                    </a:lnTo>
                    <a:lnTo>
                      <a:pt x="54" y="666"/>
                    </a:lnTo>
                    <a:lnTo>
                      <a:pt x="54" y="684"/>
                    </a:lnTo>
                    <a:lnTo>
                      <a:pt x="72" y="702"/>
                    </a:lnTo>
                    <a:lnTo>
                      <a:pt x="72" y="690"/>
                    </a:lnTo>
                    <a:lnTo>
                      <a:pt x="90" y="690"/>
                    </a:lnTo>
                    <a:lnTo>
                      <a:pt x="90" y="672"/>
                    </a:lnTo>
                    <a:lnTo>
                      <a:pt x="102" y="666"/>
                    </a:lnTo>
                    <a:lnTo>
                      <a:pt x="108" y="660"/>
                    </a:lnTo>
                    <a:lnTo>
                      <a:pt x="120" y="654"/>
                    </a:lnTo>
                    <a:lnTo>
                      <a:pt x="126" y="648"/>
                    </a:lnTo>
                    <a:lnTo>
                      <a:pt x="132" y="654"/>
                    </a:lnTo>
                    <a:lnTo>
                      <a:pt x="132" y="660"/>
                    </a:lnTo>
                    <a:lnTo>
                      <a:pt x="138" y="666"/>
                    </a:lnTo>
                    <a:lnTo>
                      <a:pt x="138" y="672"/>
                    </a:lnTo>
                    <a:lnTo>
                      <a:pt x="150" y="672"/>
                    </a:lnTo>
                    <a:lnTo>
                      <a:pt x="150" y="678"/>
                    </a:lnTo>
                    <a:lnTo>
                      <a:pt x="156" y="684"/>
                    </a:lnTo>
                    <a:lnTo>
                      <a:pt x="156" y="690"/>
                    </a:lnTo>
                    <a:lnTo>
                      <a:pt x="162" y="696"/>
                    </a:lnTo>
                    <a:lnTo>
                      <a:pt x="174" y="696"/>
                    </a:lnTo>
                    <a:lnTo>
                      <a:pt x="180" y="690"/>
                    </a:lnTo>
                    <a:lnTo>
                      <a:pt x="186" y="678"/>
                    </a:lnTo>
                    <a:lnTo>
                      <a:pt x="186" y="660"/>
                    </a:lnTo>
                    <a:lnTo>
                      <a:pt x="210" y="666"/>
                    </a:lnTo>
                    <a:lnTo>
                      <a:pt x="228" y="648"/>
                    </a:lnTo>
                    <a:lnTo>
                      <a:pt x="234" y="648"/>
                    </a:lnTo>
                    <a:lnTo>
                      <a:pt x="234" y="678"/>
                    </a:lnTo>
                    <a:lnTo>
                      <a:pt x="228" y="690"/>
                    </a:lnTo>
                    <a:lnTo>
                      <a:pt x="234" y="696"/>
                    </a:lnTo>
                    <a:lnTo>
                      <a:pt x="252" y="696"/>
                    </a:lnTo>
                    <a:lnTo>
                      <a:pt x="264" y="690"/>
                    </a:lnTo>
                    <a:lnTo>
                      <a:pt x="270" y="684"/>
                    </a:lnTo>
                    <a:lnTo>
                      <a:pt x="276" y="672"/>
                    </a:lnTo>
                    <a:lnTo>
                      <a:pt x="294" y="654"/>
                    </a:lnTo>
                    <a:lnTo>
                      <a:pt x="300" y="642"/>
                    </a:lnTo>
                    <a:lnTo>
                      <a:pt x="312" y="630"/>
                    </a:lnTo>
                    <a:lnTo>
                      <a:pt x="330" y="630"/>
                    </a:lnTo>
                    <a:lnTo>
                      <a:pt x="336" y="624"/>
                    </a:lnTo>
                    <a:lnTo>
                      <a:pt x="366" y="582"/>
                    </a:lnTo>
                    <a:lnTo>
                      <a:pt x="360" y="480"/>
                    </a:lnTo>
                    <a:lnTo>
                      <a:pt x="366" y="480"/>
                    </a:lnTo>
                    <a:lnTo>
                      <a:pt x="390" y="456"/>
                    </a:lnTo>
                    <a:lnTo>
                      <a:pt x="390" y="420"/>
                    </a:lnTo>
                    <a:lnTo>
                      <a:pt x="396" y="408"/>
                    </a:lnTo>
                    <a:lnTo>
                      <a:pt x="402" y="402"/>
                    </a:lnTo>
                    <a:lnTo>
                      <a:pt x="450" y="378"/>
                    </a:lnTo>
                    <a:lnTo>
                      <a:pt x="456" y="366"/>
                    </a:lnTo>
                    <a:lnTo>
                      <a:pt x="468" y="360"/>
                    </a:lnTo>
                    <a:lnTo>
                      <a:pt x="474" y="354"/>
                    </a:lnTo>
                    <a:lnTo>
                      <a:pt x="474" y="300"/>
                    </a:lnTo>
                    <a:lnTo>
                      <a:pt x="486" y="294"/>
                    </a:lnTo>
                    <a:lnTo>
                      <a:pt x="492" y="282"/>
                    </a:lnTo>
                    <a:lnTo>
                      <a:pt x="492" y="258"/>
                    </a:lnTo>
                    <a:lnTo>
                      <a:pt x="486" y="246"/>
                    </a:lnTo>
                    <a:lnTo>
                      <a:pt x="480" y="240"/>
                    </a:lnTo>
                    <a:lnTo>
                      <a:pt x="480" y="228"/>
                    </a:lnTo>
                    <a:lnTo>
                      <a:pt x="498" y="192"/>
                    </a:lnTo>
                    <a:lnTo>
                      <a:pt x="498" y="168"/>
                    </a:lnTo>
                    <a:lnTo>
                      <a:pt x="492" y="156"/>
                    </a:lnTo>
                    <a:lnTo>
                      <a:pt x="492" y="126"/>
                    </a:lnTo>
                    <a:lnTo>
                      <a:pt x="498" y="120"/>
                    </a:lnTo>
                    <a:lnTo>
                      <a:pt x="510" y="96"/>
                    </a:lnTo>
                    <a:lnTo>
                      <a:pt x="522" y="84"/>
                    </a:lnTo>
                    <a:lnTo>
                      <a:pt x="528" y="66"/>
                    </a:lnTo>
                    <a:lnTo>
                      <a:pt x="534" y="54"/>
                    </a:lnTo>
                    <a:lnTo>
                      <a:pt x="534" y="18"/>
                    </a:lnTo>
                    <a:lnTo>
                      <a:pt x="522" y="6"/>
                    </a:lnTo>
                    <a:lnTo>
                      <a:pt x="510" y="18"/>
                    </a:lnTo>
                    <a:lnTo>
                      <a:pt x="498" y="18"/>
                    </a:lnTo>
                    <a:lnTo>
                      <a:pt x="462" y="0"/>
                    </a:lnTo>
                    <a:lnTo>
                      <a:pt x="444" y="0"/>
                    </a:lnTo>
                    <a:lnTo>
                      <a:pt x="426" y="18"/>
                    </a:lnTo>
                    <a:lnTo>
                      <a:pt x="396" y="18"/>
                    </a:lnTo>
                    <a:lnTo>
                      <a:pt x="378" y="48"/>
                    </a:lnTo>
                    <a:lnTo>
                      <a:pt x="390" y="60"/>
                    </a:lnTo>
                    <a:lnTo>
                      <a:pt x="390" y="84"/>
                    </a:lnTo>
                    <a:lnTo>
                      <a:pt x="384" y="96"/>
                    </a:lnTo>
                    <a:lnTo>
                      <a:pt x="378" y="102"/>
                    </a:lnTo>
                    <a:lnTo>
                      <a:pt x="372" y="114"/>
                    </a:lnTo>
                    <a:lnTo>
                      <a:pt x="366"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2" name="Chad" descr="© INSCALE GmbH, 05.05.2010&#10;http://www.presentationload.com/">
                <a:extLst>
                  <a:ext uri="{FF2B5EF4-FFF2-40B4-BE49-F238E27FC236}">
                    <a16:creationId xmlns:a16="http://schemas.microsoft.com/office/drawing/2014/main" id="{0EC071C0-08CB-9A40-870A-22EDFFD910B5}"/>
                  </a:ext>
                </a:extLst>
              </p:cNvPr>
              <p:cNvSpPr>
                <a:spLocks/>
              </p:cNvSpPr>
              <p:nvPr/>
            </p:nvSpPr>
            <p:spPr bwMode="gray">
              <a:xfrm>
                <a:off x="6123941" y="3346182"/>
                <a:ext cx="312291" cy="542400"/>
              </a:xfrm>
              <a:custGeom>
                <a:avLst/>
                <a:gdLst>
                  <a:gd name="T0" fmla="*/ 2147483647 w 744"/>
                  <a:gd name="T1" fmla="*/ 2147483647 h 1290"/>
                  <a:gd name="T2" fmla="*/ 2147483647 w 744"/>
                  <a:gd name="T3" fmla="*/ 0 h 1290"/>
                  <a:gd name="T4" fmla="*/ 2147483647 w 744"/>
                  <a:gd name="T5" fmla="*/ 2147483647 h 1290"/>
                  <a:gd name="T6" fmla="*/ 2147483647 w 744"/>
                  <a:gd name="T7" fmla="*/ 2147483647 h 1290"/>
                  <a:gd name="T8" fmla="*/ 2147483647 w 744"/>
                  <a:gd name="T9" fmla="*/ 2147483647 h 1290"/>
                  <a:gd name="T10" fmla="*/ 2147483647 w 744"/>
                  <a:gd name="T11" fmla="*/ 2147483647 h 1290"/>
                  <a:gd name="T12" fmla="*/ 2147483647 w 744"/>
                  <a:gd name="T13" fmla="*/ 2147483647 h 1290"/>
                  <a:gd name="T14" fmla="*/ 2147483647 w 744"/>
                  <a:gd name="T15" fmla="*/ 2147483647 h 1290"/>
                  <a:gd name="T16" fmla="*/ 2147483647 w 744"/>
                  <a:gd name="T17" fmla="*/ 2147483647 h 1290"/>
                  <a:gd name="T18" fmla="*/ 0 w 744"/>
                  <a:gd name="T19" fmla="*/ 2147483647 h 1290"/>
                  <a:gd name="T20" fmla="*/ 2147483647 w 744"/>
                  <a:gd name="T21" fmla="*/ 2147483647 h 1290"/>
                  <a:gd name="T22" fmla="*/ 2147483647 w 744"/>
                  <a:gd name="T23" fmla="*/ 2147483647 h 1290"/>
                  <a:gd name="T24" fmla="*/ 2147483647 w 744"/>
                  <a:gd name="T25" fmla="*/ 2147483647 h 1290"/>
                  <a:gd name="T26" fmla="*/ 2147483647 w 744"/>
                  <a:gd name="T27" fmla="*/ 2147483647 h 1290"/>
                  <a:gd name="T28" fmla="*/ 2147483647 w 744"/>
                  <a:gd name="T29" fmla="*/ 2147483647 h 1290"/>
                  <a:gd name="T30" fmla="*/ 2147483647 w 744"/>
                  <a:gd name="T31" fmla="*/ 2147483647 h 1290"/>
                  <a:gd name="T32" fmla="*/ 2147483647 w 744"/>
                  <a:gd name="T33" fmla="*/ 2147483647 h 1290"/>
                  <a:gd name="T34" fmla="*/ 2147483647 w 744"/>
                  <a:gd name="T35" fmla="*/ 2147483647 h 1290"/>
                  <a:gd name="T36" fmla="*/ 2147483647 w 744"/>
                  <a:gd name="T37" fmla="*/ 2147483647 h 1290"/>
                  <a:gd name="T38" fmla="*/ 2147483647 w 744"/>
                  <a:gd name="T39" fmla="*/ 2147483647 h 1290"/>
                  <a:gd name="T40" fmla="*/ 2147483647 w 744"/>
                  <a:gd name="T41" fmla="*/ 2147483647 h 1290"/>
                  <a:gd name="T42" fmla="*/ 2147483647 w 744"/>
                  <a:gd name="T43" fmla="*/ 2147483647 h 1290"/>
                  <a:gd name="T44" fmla="*/ 2147483647 w 744"/>
                  <a:gd name="T45" fmla="*/ 2147483647 h 1290"/>
                  <a:gd name="T46" fmla="*/ 2147483647 w 744"/>
                  <a:gd name="T47" fmla="*/ 2147483647 h 1290"/>
                  <a:gd name="T48" fmla="*/ 2147483647 w 744"/>
                  <a:gd name="T49" fmla="*/ 2147483647 h 1290"/>
                  <a:gd name="T50" fmla="*/ 2147483647 w 744"/>
                  <a:gd name="T51" fmla="*/ 2147483647 h 1290"/>
                  <a:gd name="T52" fmla="*/ 2147483647 w 744"/>
                  <a:gd name="T53" fmla="*/ 2147483647 h 1290"/>
                  <a:gd name="T54" fmla="*/ 2147483647 w 744"/>
                  <a:gd name="T55" fmla="*/ 2147483647 h 1290"/>
                  <a:gd name="T56" fmla="*/ 2147483647 w 744"/>
                  <a:gd name="T57" fmla="*/ 2147483647 h 1290"/>
                  <a:gd name="T58" fmla="*/ 2147483647 w 744"/>
                  <a:gd name="T59" fmla="*/ 2147483647 h 1290"/>
                  <a:gd name="T60" fmla="*/ 2147483647 w 744"/>
                  <a:gd name="T61" fmla="*/ 2147483647 h 1290"/>
                  <a:gd name="T62" fmla="*/ 2147483647 w 744"/>
                  <a:gd name="T63" fmla="*/ 2147483647 h 1290"/>
                  <a:gd name="T64" fmla="*/ 2147483647 w 744"/>
                  <a:gd name="T65" fmla="*/ 2147483647 h 1290"/>
                  <a:gd name="T66" fmla="*/ 2147483647 w 744"/>
                  <a:gd name="T67" fmla="*/ 2147483647 h 1290"/>
                  <a:gd name="T68" fmla="*/ 2147483647 w 744"/>
                  <a:gd name="T69" fmla="*/ 2147483647 h 1290"/>
                  <a:gd name="T70" fmla="*/ 2147483647 w 744"/>
                  <a:gd name="T71" fmla="*/ 2147483647 h 1290"/>
                  <a:gd name="T72" fmla="*/ 2147483647 w 744"/>
                  <a:gd name="T73" fmla="*/ 2147483647 h 1290"/>
                  <a:gd name="T74" fmla="*/ 2147483647 w 744"/>
                  <a:gd name="T75" fmla="*/ 2147483647 h 1290"/>
                  <a:gd name="T76" fmla="*/ 2147483647 w 744"/>
                  <a:gd name="T77" fmla="*/ 2147483647 h 1290"/>
                  <a:gd name="T78" fmla="*/ 2147483647 w 744"/>
                  <a:gd name="T79" fmla="*/ 2147483647 h 1290"/>
                  <a:gd name="T80" fmla="*/ 2147483647 w 744"/>
                  <a:gd name="T81" fmla="*/ 2147483647 h 1290"/>
                  <a:gd name="T82" fmla="*/ 2147483647 w 744"/>
                  <a:gd name="T83" fmla="*/ 2147483647 h 1290"/>
                  <a:gd name="T84" fmla="*/ 2147483647 w 744"/>
                  <a:gd name="T85" fmla="*/ 2147483647 h 1290"/>
                  <a:gd name="T86" fmla="*/ 2147483647 w 744"/>
                  <a:gd name="T87" fmla="*/ 2147483647 h 1290"/>
                  <a:gd name="T88" fmla="*/ 2147483647 w 744"/>
                  <a:gd name="T89" fmla="*/ 2147483647 h 1290"/>
                  <a:gd name="T90" fmla="*/ 2147483647 w 744"/>
                  <a:gd name="T91" fmla="*/ 2147483647 h 1290"/>
                  <a:gd name="T92" fmla="*/ 2147483647 w 744"/>
                  <a:gd name="T93" fmla="*/ 2147483647 h 129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44"/>
                  <a:gd name="T142" fmla="*/ 0 h 1290"/>
                  <a:gd name="T143" fmla="*/ 744 w 744"/>
                  <a:gd name="T144" fmla="*/ 1290 h 129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44" h="1290">
                    <a:moveTo>
                      <a:pt x="678" y="624"/>
                    </a:moveTo>
                    <a:lnTo>
                      <a:pt x="720" y="624"/>
                    </a:lnTo>
                    <a:lnTo>
                      <a:pt x="732" y="630"/>
                    </a:lnTo>
                    <a:lnTo>
                      <a:pt x="744" y="630"/>
                    </a:lnTo>
                    <a:lnTo>
                      <a:pt x="738" y="324"/>
                    </a:lnTo>
                    <a:lnTo>
                      <a:pt x="180" y="0"/>
                    </a:lnTo>
                    <a:lnTo>
                      <a:pt x="156" y="12"/>
                    </a:lnTo>
                    <a:lnTo>
                      <a:pt x="144" y="24"/>
                    </a:lnTo>
                    <a:lnTo>
                      <a:pt x="126" y="30"/>
                    </a:lnTo>
                    <a:lnTo>
                      <a:pt x="108" y="42"/>
                    </a:lnTo>
                    <a:lnTo>
                      <a:pt x="126" y="108"/>
                    </a:lnTo>
                    <a:lnTo>
                      <a:pt x="114" y="156"/>
                    </a:lnTo>
                    <a:lnTo>
                      <a:pt x="144" y="192"/>
                    </a:lnTo>
                    <a:lnTo>
                      <a:pt x="150" y="216"/>
                    </a:lnTo>
                    <a:lnTo>
                      <a:pt x="180" y="252"/>
                    </a:lnTo>
                    <a:lnTo>
                      <a:pt x="162" y="288"/>
                    </a:lnTo>
                    <a:lnTo>
                      <a:pt x="144" y="534"/>
                    </a:lnTo>
                    <a:lnTo>
                      <a:pt x="138" y="540"/>
                    </a:lnTo>
                    <a:lnTo>
                      <a:pt x="120" y="564"/>
                    </a:lnTo>
                    <a:lnTo>
                      <a:pt x="96" y="588"/>
                    </a:lnTo>
                    <a:lnTo>
                      <a:pt x="72" y="618"/>
                    </a:lnTo>
                    <a:lnTo>
                      <a:pt x="54" y="636"/>
                    </a:lnTo>
                    <a:lnTo>
                      <a:pt x="48" y="648"/>
                    </a:lnTo>
                    <a:lnTo>
                      <a:pt x="36" y="666"/>
                    </a:lnTo>
                    <a:lnTo>
                      <a:pt x="30" y="678"/>
                    </a:lnTo>
                    <a:lnTo>
                      <a:pt x="24" y="696"/>
                    </a:lnTo>
                    <a:lnTo>
                      <a:pt x="24" y="708"/>
                    </a:lnTo>
                    <a:lnTo>
                      <a:pt x="18" y="714"/>
                    </a:lnTo>
                    <a:lnTo>
                      <a:pt x="18" y="720"/>
                    </a:lnTo>
                    <a:lnTo>
                      <a:pt x="0" y="726"/>
                    </a:lnTo>
                    <a:lnTo>
                      <a:pt x="6" y="786"/>
                    </a:lnTo>
                    <a:lnTo>
                      <a:pt x="18" y="786"/>
                    </a:lnTo>
                    <a:lnTo>
                      <a:pt x="48" y="834"/>
                    </a:lnTo>
                    <a:lnTo>
                      <a:pt x="48" y="846"/>
                    </a:lnTo>
                    <a:lnTo>
                      <a:pt x="48" y="840"/>
                    </a:lnTo>
                    <a:lnTo>
                      <a:pt x="72" y="834"/>
                    </a:lnTo>
                    <a:lnTo>
                      <a:pt x="72" y="852"/>
                    </a:lnTo>
                    <a:lnTo>
                      <a:pt x="78" y="864"/>
                    </a:lnTo>
                    <a:lnTo>
                      <a:pt x="84" y="870"/>
                    </a:lnTo>
                    <a:lnTo>
                      <a:pt x="96" y="870"/>
                    </a:lnTo>
                    <a:lnTo>
                      <a:pt x="102" y="876"/>
                    </a:lnTo>
                    <a:lnTo>
                      <a:pt x="108" y="876"/>
                    </a:lnTo>
                    <a:lnTo>
                      <a:pt x="102" y="912"/>
                    </a:lnTo>
                    <a:lnTo>
                      <a:pt x="114" y="918"/>
                    </a:lnTo>
                    <a:lnTo>
                      <a:pt x="120" y="930"/>
                    </a:lnTo>
                    <a:lnTo>
                      <a:pt x="120" y="966"/>
                    </a:lnTo>
                    <a:lnTo>
                      <a:pt x="114" y="966"/>
                    </a:lnTo>
                    <a:lnTo>
                      <a:pt x="114" y="1002"/>
                    </a:lnTo>
                    <a:lnTo>
                      <a:pt x="120" y="1020"/>
                    </a:lnTo>
                    <a:lnTo>
                      <a:pt x="120" y="1038"/>
                    </a:lnTo>
                    <a:lnTo>
                      <a:pt x="126" y="1050"/>
                    </a:lnTo>
                    <a:lnTo>
                      <a:pt x="138" y="1056"/>
                    </a:lnTo>
                    <a:lnTo>
                      <a:pt x="144" y="1068"/>
                    </a:lnTo>
                    <a:lnTo>
                      <a:pt x="162" y="1086"/>
                    </a:lnTo>
                    <a:lnTo>
                      <a:pt x="66" y="1086"/>
                    </a:lnTo>
                    <a:lnTo>
                      <a:pt x="54" y="1092"/>
                    </a:lnTo>
                    <a:lnTo>
                      <a:pt x="48" y="1098"/>
                    </a:lnTo>
                    <a:lnTo>
                      <a:pt x="48" y="1110"/>
                    </a:lnTo>
                    <a:lnTo>
                      <a:pt x="60" y="1134"/>
                    </a:lnTo>
                    <a:lnTo>
                      <a:pt x="72" y="1146"/>
                    </a:lnTo>
                    <a:lnTo>
                      <a:pt x="78" y="1158"/>
                    </a:lnTo>
                    <a:lnTo>
                      <a:pt x="90" y="1170"/>
                    </a:lnTo>
                    <a:lnTo>
                      <a:pt x="108" y="1182"/>
                    </a:lnTo>
                    <a:lnTo>
                      <a:pt x="120" y="1188"/>
                    </a:lnTo>
                    <a:lnTo>
                      <a:pt x="132" y="1200"/>
                    </a:lnTo>
                    <a:lnTo>
                      <a:pt x="144" y="1224"/>
                    </a:lnTo>
                    <a:lnTo>
                      <a:pt x="144" y="1242"/>
                    </a:lnTo>
                    <a:lnTo>
                      <a:pt x="150" y="1254"/>
                    </a:lnTo>
                    <a:lnTo>
                      <a:pt x="156" y="1272"/>
                    </a:lnTo>
                    <a:lnTo>
                      <a:pt x="156" y="1284"/>
                    </a:lnTo>
                    <a:lnTo>
                      <a:pt x="162" y="1284"/>
                    </a:lnTo>
                    <a:lnTo>
                      <a:pt x="168" y="1290"/>
                    </a:lnTo>
                    <a:lnTo>
                      <a:pt x="186" y="1290"/>
                    </a:lnTo>
                    <a:lnTo>
                      <a:pt x="198" y="1284"/>
                    </a:lnTo>
                    <a:lnTo>
                      <a:pt x="216" y="1266"/>
                    </a:lnTo>
                    <a:lnTo>
                      <a:pt x="228" y="1260"/>
                    </a:lnTo>
                    <a:lnTo>
                      <a:pt x="234" y="1254"/>
                    </a:lnTo>
                    <a:lnTo>
                      <a:pt x="234" y="1278"/>
                    </a:lnTo>
                    <a:lnTo>
                      <a:pt x="240" y="1284"/>
                    </a:lnTo>
                    <a:lnTo>
                      <a:pt x="246" y="1284"/>
                    </a:lnTo>
                    <a:lnTo>
                      <a:pt x="258" y="1278"/>
                    </a:lnTo>
                    <a:lnTo>
                      <a:pt x="270" y="1266"/>
                    </a:lnTo>
                    <a:lnTo>
                      <a:pt x="276" y="1254"/>
                    </a:lnTo>
                    <a:lnTo>
                      <a:pt x="282" y="1248"/>
                    </a:lnTo>
                    <a:lnTo>
                      <a:pt x="372" y="1248"/>
                    </a:lnTo>
                    <a:lnTo>
                      <a:pt x="378" y="1242"/>
                    </a:lnTo>
                    <a:lnTo>
                      <a:pt x="384" y="1230"/>
                    </a:lnTo>
                    <a:lnTo>
                      <a:pt x="390" y="1224"/>
                    </a:lnTo>
                    <a:lnTo>
                      <a:pt x="396" y="1212"/>
                    </a:lnTo>
                    <a:lnTo>
                      <a:pt x="402" y="1206"/>
                    </a:lnTo>
                    <a:lnTo>
                      <a:pt x="402" y="1194"/>
                    </a:lnTo>
                    <a:lnTo>
                      <a:pt x="390" y="1182"/>
                    </a:lnTo>
                    <a:lnTo>
                      <a:pt x="384" y="1182"/>
                    </a:lnTo>
                    <a:lnTo>
                      <a:pt x="402" y="1170"/>
                    </a:lnTo>
                    <a:lnTo>
                      <a:pt x="420" y="1170"/>
                    </a:lnTo>
                    <a:lnTo>
                      <a:pt x="462" y="1164"/>
                    </a:lnTo>
                    <a:lnTo>
                      <a:pt x="510" y="1146"/>
                    </a:lnTo>
                    <a:lnTo>
                      <a:pt x="528" y="1134"/>
                    </a:lnTo>
                    <a:lnTo>
                      <a:pt x="552" y="1110"/>
                    </a:lnTo>
                    <a:lnTo>
                      <a:pt x="552" y="1092"/>
                    </a:lnTo>
                    <a:lnTo>
                      <a:pt x="588" y="1068"/>
                    </a:lnTo>
                    <a:lnTo>
                      <a:pt x="594" y="1038"/>
                    </a:lnTo>
                    <a:lnTo>
                      <a:pt x="648" y="1008"/>
                    </a:lnTo>
                    <a:lnTo>
                      <a:pt x="672" y="1008"/>
                    </a:lnTo>
                    <a:lnTo>
                      <a:pt x="672" y="996"/>
                    </a:lnTo>
                    <a:lnTo>
                      <a:pt x="684" y="996"/>
                    </a:lnTo>
                    <a:lnTo>
                      <a:pt x="684" y="990"/>
                    </a:lnTo>
                    <a:lnTo>
                      <a:pt x="678" y="984"/>
                    </a:lnTo>
                    <a:lnTo>
                      <a:pt x="666" y="966"/>
                    </a:lnTo>
                    <a:lnTo>
                      <a:pt x="654" y="960"/>
                    </a:lnTo>
                    <a:lnTo>
                      <a:pt x="648" y="960"/>
                    </a:lnTo>
                    <a:lnTo>
                      <a:pt x="642" y="936"/>
                    </a:lnTo>
                    <a:lnTo>
                      <a:pt x="660" y="930"/>
                    </a:lnTo>
                    <a:lnTo>
                      <a:pt x="642" y="918"/>
                    </a:lnTo>
                    <a:lnTo>
                      <a:pt x="642" y="876"/>
                    </a:lnTo>
                    <a:lnTo>
                      <a:pt x="636" y="870"/>
                    </a:lnTo>
                    <a:lnTo>
                      <a:pt x="624" y="870"/>
                    </a:lnTo>
                    <a:lnTo>
                      <a:pt x="618" y="876"/>
                    </a:lnTo>
                    <a:lnTo>
                      <a:pt x="606" y="876"/>
                    </a:lnTo>
                    <a:lnTo>
                      <a:pt x="600" y="870"/>
                    </a:lnTo>
                    <a:lnTo>
                      <a:pt x="600" y="852"/>
                    </a:lnTo>
                    <a:lnTo>
                      <a:pt x="606" y="840"/>
                    </a:lnTo>
                    <a:lnTo>
                      <a:pt x="618" y="834"/>
                    </a:lnTo>
                    <a:lnTo>
                      <a:pt x="630" y="822"/>
                    </a:lnTo>
                    <a:lnTo>
                      <a:pt x="630" y="810"/>
                    </a:lnTo>
                    <a:lnTo>
                      <a:pt x="618" y="786"/>
                    </a:lnTo>
                    <a:lnTo>
                      <a:pt x="612" y="780"/>
                    </a:lnTo>
                    <a:lnTo>
                      <a:pt x="630" y="762"/>
                    </a:lnTo>
                    <a:lnTo>
                      <a:pt x="648" y="750"/>
                    </a:lnTo>
                    <a:lnTo>
                      <a:pt x="642" y="732"/>
                    </a:lnTo>
                    <a:lnTo>
                      <a:pt x="636" y="708"/>
                    </a:lnTo>
                    <a:lnTo>
                      <a:pt x="648" y="708"/>
                    </a:lnTo>
                    <a:lnTo>
                      <a:pt x="648" y="690"/>
                    </a:lnTo>
                    <a:lnTo>
                      <a:pt x="660" y="678"/>
                    </a:lnTo>
                    <a:lnTo>
                      <a:pt x="672" y="672"/>
                    </a:lnTo>
                    <a:lnTo>
                      <a:pt x="678" y="666"/>
                    </a:lnTo>
                    <a:lnTo>
                      <a:pt x="678" y="660"/>
                    </a:lnTo>
                    <a:lnTo>
                      <a:pt x="672" y="654"/>
                    </a:lnTo>
                    <a:lnTo>
                      <a:pt x="672" y="642"/>
                    </a:lnTo>
                    <a:lnTo>
                      <a:pt x="666" y="636"/>
                    </a:lnTo>
                    <a:lnTo>
                      <a:pt x="678" y="6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3" name="Central African Republic" descr="© INSCALE GmbH, 05.05.2010&#10;http://www.presentationload.com/">
                <a:extLst>
                  <a:ext uri="{FF2B5EF4-FFF2-40B4-BE49-F238E27FC236}">
                    <a16:creationId xmlns:a16="http://schemas.microsoft.com/office/drawing/2014/main" id="{97E8638E-98CC-6046-B2B0-6F30159FB1EE}"/>
                  </a:ext>
                </a:extLst>
              </p:cNvPr>
              <p:cNvSpPr>
                <a:spLocks/>
              </p:cNvSpPr>
              <p:nvPr/>
            </p:nvSpPr>
            <p:spPr bwMode="gray">
              <a:xfrm>
                <a:off x="6153527" y="3770242"/>
                <a:ext cx="384614" cy="294213"/>
              </a:xfrm>
              <a:custGeom>
                <a:avLst/>
                <a:gdLst>
                  <a:gd name="T0" fmla="*/ 2147483647 w 912"/>
                  <a:gd name="T1" fmla="*/ 2147483647 h 702"/>
                  <a:gd name="T2" fmla="*/ 2147483647 w 912"/>
                  <a:gd name="T3" fmla="*/ 2147483647 h 702"/>
                  <a:gd name="T4" fmla="*/ 2147483647 w 912"/>
                  <a:gd name="T5" fmla="*/ 2147483647 h 702"/>
                  <a:gd name="T6" fmla="*/ 2147483647 w 912"/>
                  <a:gd name="T7" fmla="*/ 2147483647 h 702"/>
                  <a:gd name="T8" fmla="*/ 2147483647 w 912"/>
                  <a:gd name="T9" fmla="*/ 2147483647 h 702"/>
                  <a:gd name="T10" fmla="*/ 2147483647 w 912"/>
                  <a:gd name="T11" fmla="*/ 2147483647 h 702"/>
                  <a:gd name="T12" fmla="*/ 2147483647 w 912"/>
                  <a:gd name="T13" fmla="*/ 2147483647 h 702"/>
                  <a:gd name="T14" fmla="*/ 2147483647 w 912"/>
                  <a:gd name="T15" fmla="*/ 2147483647 h 702"/>
                  <a:gd name="T16" fmla="*/ 2147483647 w 912"/>
                  <a:gd name="T17" fmla="*/ 2147483647 h 702"/>
                  <a:gd name="T18" fmla="*/ 2147483647 w 912"/>
                  <a:gd name="T19" fmla="*/ 2147483647 h 702"/>
                  <a:gd name="T20" fmla="*/ 2147483647 w 912"/>
                  <a:gd name="T21" fmla="*/ 2147483647 h 702"/>
                  <a:gd name="T22" fmla="*/ 2147483647 w 912"/>
                  <a:gd name="T23" fmla="*/ 2147483647 h 702"/>
                  <a:gd name="T24" fmla="*/ 2147483647 w 912"/>
                  <a:gd name="T25" fmla="*/ 2147483647 h 702"/>
                  <a:gd name="T26" fmla="*/ 2147483647 w 912"/>
                  <a:gd name="T27" fmla="*/ 2147483647 h 702"/>
                  <a:gd name="T28" fmla="*/ 2147483647 w 912"/>
                  <a:gd name="T29" fmla="*/ 2147483647 h 702"/>
                  <a:gd name="T30" fmla="*/ 2147483647 w 912"/>
                  <a:gd name="T31" fmla="*/ 0 h 702"/>
                  <a:gd name="T32" fmla="*/ 2147483647 w 912"/>
                  <a:gd name="T33" fmla="*/ 2147483647 h 702"/>
                  <a:gd name="T34" fmla="*/ 2147483647 w 912"/>
                  <a:gd name="T35" fmla="*/ 2147483647 h 702"/>
                  <a:gd name="T36" fmla="*/ 2147483647 w 912"/>
                  <a:gd name="T37" fmla="*/ 2147483647 h 702"/>
                  <a:gd name="T38" fmla="*/ 2147483647 w 912"/>
                  <a:gd name="T39" fmla="*/ 2147483647 h 702"/>
                  <a:gd name="T40" fmla="*/ 2147483647 w 912"/>
                  <a:gd name="T41" fmla="*/ 2147483647 h 702"/>
                  <a:gd name="T42" fmla="*/ 2147483647 w 912"/>
                  <a:gd name="T43" fmla="*/ 2147483647 h 702"/>
                  <a:gd name="T44" fmla="*/ 2147483647 w 912"/>
                  <a:gd name="T45" fmla="*/ 2147483647 h 702"/>
                  <a:gd name="T46" fmla="*/ 2147483647 w 912"/>
                  <a:gd name="T47" fmla="*/ 2147483647 h 702"/>
                  <a:gd name="T48" fmla="*/ 2147483647 w 912"/>
                  <a:gd name="T49" fmla="*/ 2147483647 h 702"/>
                  <a:gd name="T50" fmla="*/ 2147483647 w 912"/>
                  <a:gd name="T51" fmla="*/ 2147483647 h 702"/>
                  <a:gd name="T52" fmla="*/ 2147483647 w 912"/>
                  <a:gd name="T53" fmla="*/ 2147483647 h 702"/>
                  <a:gd name="T54" fmla="*/ 2147483647 w 912"/>
                  <a:gd name="T55" fmla="*/ 2147483647 h 702"/>
                  <a:gd name="T56" fmla="*/ 2147483647 w 912"/>
                  <a:gd name="T57" fmla="*/ 2147483647 h 702"/>
                  <a:gd name="T58" fmla="*/ 2147483647 w 912"/>
                  <a:gd name="T59" fmla="*/ 2147483647 h 702"/>
                  <a:gd name="T60" fmla="*/ 0 w 912"/>
                  <a:gd name="T61" fmla="*/ 2147483647 h 702"/>
                  <a:gd name="T62" fmla="*/ 2147483647 w 912"/>
                  <a:gd name="T63" fmla="*/ 2147483647 h 702"/>
                  <a:gd name="T64" fmla="*/ 2147483647 w 912"/>
                  <a:gd name="T65" fmla="*/ 2147483647 h 702"/>
                  <a:gd name="T66" fmla="*/ 2147483647 w 912"/>
                  <a:gd name="T67" fmla="*/ 2147483647 h 702"/>
                  <a:gd name="T68" fmla="*/ 2147483647 w 912"/>
                  <a:gd name="T69" fmla="*/ 2147483647 h 702"/>
                  <a:gd name="T70" fmla="*/ 2147483647 w 912"/>
                  <a:gd name="T71" fmla="*/ 2147483647 h 702"/>
                  <a:gd name="T72" fmla="*/ 2147483647 w 912"/>
                  <a:gd name="T73" fmla="*/ 2147483647 h 702"/>
                  <a:gd name="T74" fmla="*/ 2147483647 w 912"/>
                  <a:gd name="T75" fmla="*/ 2147483647 h 702"/>
                  <a:gd name="T76" fmla="*/ 2147483647 w 912"/>
                  <a:gd name="T77" fmla="*/ 2147483647 h 702"/>
                  <a:gd name="T78" fmla="*/ 2147483647 w 912"/>
                  <a:gd name="T79" fmla="*/ 2147483647 h 702"/>
                  <a:gd name="T80" fmla="*/ 2147483647 w 912"/>
                  <a:gd name="T81" fmla="*/ 2147483647 h 702"/>
                  <a:gd name="T82" fmla="*/ 2147483647 w 912"/>
                  <a:gd name="T83" fmla="*/ 2147483647 h 702"/>
                  <a:gd name="T84" fmla="*/ 2147483647 w 912"/>
                  <a:gd name="T85" fmla="*/ 2147483647 h 702"/>
                  <a:gd name="T86" fmla="*/ 2147483647 w 912"/>
                  <a:gd name="T87" fmla="*/ 2147483647 h 702"/>
                  <a:gd name="T88" fmla="*/ 2147483647 w 912"/>
                  <a:gd name="T89" fmla="*/ 2147483647 h 702"/>
                  <a:gd name="T90" fmla="*/ 2147483647 w 912"/>
                  <a:gd name="T91" fmla="*/ 2147483647 h 702"/>
                  <a:gd name="T92" fmla="*/ 2147483647 w 912"/>
                  <a:gd name="T93" fmla="*/ 2147483647 h 702"/>
                  <a:gd name="T94" fmla="*/ 2147483647 w 912"/>
                  <a:gd name="T95" fmla="*/ 2147483647 h 702"/>
                  <a:gd name="T96" fmla="*/ 2147483647 w 912"/>
                  <a:gd name="T97" fmla="*/ 2147483647 h 702"/>
                  <a:gd name="T98" fmla="*/ 2147483647 w 912"/>
                  <a:gd name="T99" fmla="*/ 2147483647 h 702"/>
                  <a:gd name="T100" fmla="*/ 2147483647 w 912"/>
                  <a:gd name="T101" fmla="*/ 2147483647 h 702"/>
                  <a:gd name="T102" fmla="*/ 2147483647 w 912"/>
                  <a:gd name="T103" fmla="*/ 2147483647 h 702"/>
                  <a:gd name="T104" fmla="*/ 2147483647 w 912"/>
                  <a:gd name="T105" fmla="*/ 2147483647 h 702"/>
                  <a:gd name="T106" fmla="*/ 2147483647 w 912"/>
                  <a:gd name="T107" fmla="*/ 2147483647 h 702"/>
                  <a:gd name="T108" fmla="*/ 2147483647 w 912"/>
                  <a:gd name="T109" fmla="*/ 2147483647 h 702"/>
                  <a:gd name="T110" fmla="*/ 2147483647 w 912"/>
                  <a:gd name="T111" fmla="*/ 2147483647 h 702"/>
                  <a:gd name="T112" fmla="*/ 2147483647 w 912"/>
                  <a:gd name="T113" fmla="*/ 2147483647 h 702"/>
                  <a:gd name="T114" fmla="*/ 2147483647 w 912"/>
                  <a:gd name="T115" fmla="*/ 2147483647 h 702"/>
                  <a:gd name="T116" fmla="*/ 2147483647 w 912"/>
                  <a:gd name="T117" fmla="*/ 2147483647 h 702"/>
                  <a:gd name="T118" fmla="*/ 2147483647 w 912"/>
                  <a:gd name="T119" fmla="*/ 2147483647 h 702"/>
                  <a:gd name="T120" fmla="*/ 2147483647 w 912"/>
                  <a:gd name="T121" fmla="*/ 2147483647 h 7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12"/>
                  <a:gd name="T184" fmla="*/ 0 h 702"/>
                  <a:gd name="T185" fmla="*/ 912 w 912"/>
                  <a:gd name="T186" fmla="*/ 702 h 7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12" h="702">
                    <a:moveTo>
                      <a:pt x="906" y="420"/>
                    </a:moveTo>
                    <a:lnTo>
                      <a:pt x="900" y="414"/>
                    </a:lnTo>
                    <a:lnTo>
                      <a:pt x="888" y="408"/>
                    </a:lnTo>
                    <a:lnTo>
                      <a:pt x="882" y="402"/>
                    </a:lnTo>
                    <a:lnTo>
                      <a:pt x="858" y="396"/>
                    </a:lnTo>
                    <a:lnTo>
                      <a:pt x="858" y="378"/>
                    </a:lnTo>
                    <a:lnTo>
                      <a:pt x="846" y="366"/>
                    </a:lnTo>
                    <a:lnTo>
                      <a:pt x="846" y="360"/>
                    </a:lnTo>
                    <a:lnTo>
                      <a:pt x="858" y="360"/>
                    </a:lnTo>
                    <a:lnTo>
                      <a:pt x="858" y="348"/>
                    </a:lnTo>
                    <a:lnTo>
                      <a:pt x="852" y="342"/>
                    </a:lnTo>
                    <a:lnTo>
                      <a:pt x="834" y="342"/>
                    </a:lnTo>
                    <a:lnTo>
                      <a:pt x="834" y="336"/>
                    </a:lnTo>
                    <a:lnTo>
                      <a:pt x="828" y="330"/>
                    </a:lnTo>
                    <a:lnTo>
                      <a:pt x="822" y="318"/>
                    </a:lnTo>
                    <a:lnTo>
                      <a:pt x="810" y="306"/>
                    </a:lnTo>
                    <a:lnTo>
                      <a:pt x="798" y="300"/>
                    </a:lnTo>
                    <a:lnTo>
                      <a:pt x="792" y="300"/>
                    </a:lnTo>
                    <a:lnTo>
                      <a:pt x="780" y="294"/>
                    </a:lnTo>
                    <a:lnTo>
                      <a:pt x="768" y="282"/>
                    </a:lnTo>
                    <a:lnTo>
                      <a:pt x="768" y="276"/>
                    </a:lnTo>
                    <a:lnTo>
                      <a:pt x="774" y="276"/>
                    </a:lnTo>
                    <a:lnTo>
                      <a:pt x="774" y="270"/>
                    </a:lnTo>
                    <a:lnTo>
                      <a:pt x="780" y="270"/>
                    </a:lnTo>
                    <a:lnTo>
                      <a:pt x="780" y="264"/>
                    </a:lnTo>
                    <a:lnTo>
                      <a:pt x="768" y="252"/>
                    </a:lnTo>
                    <a:lnTo>
                      <a:pt x="756" y="246"/>
                    </a:lnTo>
                    <a:lnTo>
                      <a:pt x="750" y="246"/>
                    </a:lnTo>
                    <a:lnTo>
                      <a:pt x="750" y="228"/>
                    </a:lnTo>
                    <a:lnTo>
                      <a:pt x="720" y="228"/>
                    </a:lnTo>
                    <a:lnTo>
                      <a:pt x="696" y="216"/>
                    </a:lnTo>
                    <a:lnTo>
                      <a:pt x="696" y="186"/>
                    </a:lnTo>
                    <a:lnTo>
                      <a:pt x="648" y="180"/>
                    </a:lnTo>
                    <a:lnTo>
                      <a:pt x="654" y="162"/>
                    </a:lnTo>
                    <a:lnTo>
                      <a:pt x="648" y="162"/>
                    </a:lnTo>
                    <a:lnTo>
                      <a:pt x="642" y="156"/>
                    </a:lnTo>
                    <a:lnTo>
                      <a:pt x="642" y="150"/>
                    </a:lnTo>
                    <a:lnTo>
                      <a:pt x="648" y="144"/>
                    </a:lnTo>
                    <a:lnTo>
                      <a:pt x="654" y="132"/>
                    </a:lnTo>
                    <a:lnTo>
                      <a:pt x="660" y="126"/>
                    </a:lnTo>
                    <a:lnTo>
                      <a:pt x="660" y="96"/>
                    </a:lnTo>
                    <a:lnTo>
                      <a:pt x="654" y="84"/>
                    </a:lnTo>
                    <a:lnTo>
                      <a:pt x="648" y="66"/>
                    </a:lnTo>
                    <a:lnTo>
                      <a:pt x="636" y="54"/>
                    </a:lnTo>
                    <a:lnTo>
                      <a:pt x="630" y="42"/>
                    </a:lnTo>
                    <a:lnTo>
                      <a:pt x="600" y="12"/>
                    </a:lnTo>
                    <a:lnTo>
                      <a:pt x="600" y="0"/>
                    </a:lnTo>
                    <a:lnTo>
                      <a:pt x="576" y="0"/>
                    </a:lnTo>
                    <a:lnTo>
                      <a:pt x="522" y="30"/>
                    </a:lnTo>
                    <a:lnTo>
                      <a:pt x="516" y="60"/>
                    </a:lnTo>
                    <a:lnTo>
                      <a:pt x="480" y="84"/>
                    </a:lnTo>
                    <a:lnTo>
                      <a:pt x="480" y="102"/>
                    </a:lnTo>
                    <a:lnTo>
                      <a:pt x="456" y="126"/>
                    </a:lnTo>
                    <a:lnTo>
                      <a:pt x="438" y="138"/>
                    </a:lnTo>
                    <a:lnTo>
                      <a:pt x="390" y="156"/>
                    </a:lnTo>
                    <a:lnTo>
                      <a:pt x="348" y="162"/>
                    </a:lnTo>
                    <a:lnTo>
                      <a:pt x="330" y="162"/>
                    </a:lnTo>
                    <a:lnTo>
                      <a:pt x="312" y="174"/>
                    </a:lnTo>
                    <a:lnTo>
                      <a:pt x="318" y="174"/>
                    </a:lnTo>
                    <a:lnTo>
                      <a:pt x="330" y="186"/>
                    </a:lnTo>
                    <a:lnTo>
                      <a:pt x="330" y="198"/>
                    </a:lnTo>
                    <a:lnTo>
                      <a:pt x="324" y="204"/>
                    </a:lnTo>
                    <a:lnTo>
                      <a:pt x="318" y="216"/>
                    </a:lnTo>
                    <a:lnTo>
                      <a:pt x="312" y="222"/>
                    </a:lnTo>
                    <a:lnTo>
                      <a:pt x="306" y="234"/>
                    </a:lnTo>
                    <a:lnTo>
                      <a:pt x="300" y="240"/>
                    </a:lnTo>
                    <a:lnTo>
                      <a:pt x="210" y="240"/>
                    </a:lnTo>
                    <a:lnTo>
                      <a:pt x="204" y="246"/>
                    </a:lnTo>
                    <a:lnTo>
                      <a:pt x="198" y="258"/>
                    </a:lnTo>
                    <a:lnTo>
                      <a:pt x="186" y="270"/>
                    </a:lnTo>
                    <a:lnTo>
                      <a:pt x="174" y="276"/>
                    </a:lnTo>
                    <a:lnTo>
                      <a:pt x="168" y="276"/>
                    </a:lnTo>
                    <a:lnTo>
                      <a:pt x="162" y="270"/>
                    </a:lnTo>
                    <a:lnTo>
                      <a:pt x="162" y="246"/>
                    </a:lnTo>
                    <a:lnTo>
                      <a:pt x="156" y="252"/>
                    </a:lnTo>
                    <a:lnTo>
                      <a:pt x="144" y="258"/>
                    </a:lnTo>
                    <a:lnTo>
                      <a:pt x="126" y="276"/>
                    </a:lnTo>
                    <a:lnTo>
                      <a:pt x="114" y="282"/>
                    </a:lnTo>
                    <a:lnTo>
                      <a:pt x="96" y="282"/>
                    </a:lnTo>
                    <a:lnTo>
                      <a:pt x="90" y="276"/>
                    </a:lnTo>
                    <a:lnTo>
                      <a:pt x="78" y="276"/>
                    </a:lnTo>
                    <a:lnTo>
                      <a:pt x="66" y="288"/>
                    </a:lnTo>
                    <a:lnTo>
                      <a:pt x="60" y="300"/>
                    </a:lnTo>
                    <a:lnTo>
                      <a:pt x="54" y="306"/>
                    </a:lnTo>
                    <a:lnTo>
                      <a:pt x="54" y="324"/>
                    </a:lnTo>
                    <a:lnTo>
                      <a:pt x="48" y="336"/>
                    </a:lnTo>
                    <a:lnTo>
                      <a:pt x="42" y="336"/>
                    </a:lnTo>
                    <a:lnTo>
                      <a:pt x="36" y="372"/>
                    </a:lnTo>
                    <a:lnTo>
                      <a:pt x="30" y="372"/>
                    </a:lnTo>
                    <a:lnTo>
                      <a:pt x="24" y="378"/>
                    </a:lnTo>
                    <a:lnTo>
                      <a:pt x="12" y="384"/>
                    </a:lnTo>
                    <a:lnTo>
                      <a:pt x="0" y="396"/>
                    </a:lnTo>
                    <a:lnTo>
                      <a:pt x="0" y="402"/>
                    </a:lnTo>
                    <a:lnTo>
                      <a:pt x="12" y="408"/>
                    </a:lnTo>
                    <a:lnTo>
                      <a:pt x="18" y="408"/>
                    </a:lnTo>
                    <a:lnTo>
                      <a:pt x="18" y="444"/>
                    </a:lnTo>
                    <a:lnTo>
                      <a:pt x="6" y="456"/>
                    </a:lnTo>
                    <a:lnTo>
                      <a:pt x="24" y="468"/>
                    </a:lnTo>
                    <a:lnTo>
                      <a:pt x="24" y="516"/>
                    </a:lnTo>
                    <a:lnTo>
                      <a:pt x="30" y="516"/>
                    </a:lnTo>
                    <a:lnTo>
                      <a:pt x="48" y="534"/>
                    </a:lnTo>
                    <a:lnTo>
                      <a:pt x="54" y="534"/>
                    </a:lnTo>
                    <a:lnTo>
                      <a:pt x="54" y="576"/>
                    </a:lnTo>
                    <a:lnTo>
                      <a:pt x="60" y="582"/>
                    </a:lnTo>
                    <a:lnTo>
                      <a:pt x="72" y="606"/>
                    </a:lnTo>
                    <a:lnTo>
                      <a:pt x="84" y="618"/>
                    </a:lnTo>
                    <a:lnTo>
                      <a:pt x="96" y="624"/>
                    </a:lnTo>
                    <a:lnTo>
                      <a:pt x="102" y="636"/>
                    </a:lnTo>
                    <a:lnTo>
                      <a:pt x="114" y="642"/>
                    </a:lnTo>
                    <a:lnTo>
                      <a:pt x="120" y="660"/>
                    </a:lnTo>
                    <a:lnTo>
                      <a:pt x="120" y="690"/>
                    </a:lnTo>
                    <a:lnTo>
                      <a:pt x="132" y="702"/>
                    </a:lnTo>
                    <a:lnTo>
                      <a:pt x="138" y="696"/>
                    </a:lnTo>
                    <a:lnTo>
                      <a:pt x="144" y="684"/>
                    </a:lnTo>
                    <a:lnTo>
                      <a:pt x="150" y="678"/>
                    </a:lnTo>
                    <a:lnTo>
                      <a:pt x="156" y="666"/>
                    </a:lnTo>
                    <a:lnTo>
                      <a:pt x="156" y="642"/>
                    </a:lnTo>
                    <a:lnTo>
                      <a:pt x="144" y="630"/>
                    </a:lnTo>
                    <a:lnTo>
                      <a:pt x="162" y="600"/>
                    </a:lnTo>
                    <a:lnTo>
                      <a:pt x="192" y="600"/>
                    </a:lnTo>
                    <a:lnTo>
                      <a:pt x="210" y="582"/>
                    </a:lnTo>
                    <a:lnTo>
                      <a:pt x="228" y="582"/>
                    </a:lnTo>
                    <a:lnTo>
                      <a:pt x="264" y="600"/>
                    </a:lnTo>
                    <a:lnTo>
                      <a:pt x="276" y="600"/>
                    </a:lnTo>
                    <a:lnTo>
                      <a:pt x="288" y="588"/>
                    </a:lnTo>
                    <a:lnTo>
                      <a:pt x="300" y="570"/>
                    </a:lnTo>
                    <a:lnTo>
                      <a:pt x="300" y="552"/>
                    </a:lnTo>
                    <a:lnTo>
                      <a:pt x="294" y="552"/>
                    </a:lnTo>
                    <a:lnTo>
                      <a:pt x="294" y="540"/>
                    </a:lnTo>
                    <a:lnTo>
                      <a:pt x="306" y="528"/>
                    </a:lnTo>
                    <a:lnTo>
                      <a:pt x="312" y="528"/>
                    </a:lnTo>
                    <a:lnTo>
                      <a:pt x="324" y="516"/>
                    </a:lnTo>
                    <a:lnTo>
                      <a:pt x="330" y="504"/>
                    </a:lnTo>
                    <a:lnTo>
                      <a:pt x="330" y="498"/>
                    </a:lnTo>
                    <a:lnTo>
                      <a:pt x="336" y="486"/>
                    </a:lnTo>
                    <a:lnTo>
                      <a:pt x="336" y="480"/>
                    </a:lnTo>
                    <a:lnTo>
                      <a:pt x="342" y="474"/>
                    </a:lnTo>
                    <a:lnTo>
                      <a:pt x="354" y="468"/>
                    </a:lnTo>
                    <a:lnTo>
                      <a:pt x="366" y="468"/>
                    </a:lnTo>
                    <a:lnTo>
                      <a:pt x="384" y="474"/>
                    </a:lnTo>
                    <a:lnTo>
                      <a:pt x="396" y="474"/>
                    </a:lnTo>
                    <a:lnTo>
                      <a:pt x="408" y="480"/>
                    </a:lnTo>
                    <a:lnTo>
                      <a:pt x="408" y="492"/>
                    </a:lnTo>
                    <a:lnTo>
                      <a:pt x="426" y="492"/>
                    </a:lnTo>
                    <a:lnTo>
                      <a:pt x="432" y="498"/>
                    </a:lnTo>
                    <a:lnTo>
                      <a:pt x="432" y="528"/>
                    </a:lnTo>
                    <a:lnTo>
                      <a:pt x="474" y="528"/>
                    </a:lnTo>
                    <a:lnTo>
                      <a:pt x="480" y="534"/>
                    </a:lnTo>
                    <a:lnTo>
                      <a:pt x="492" y="540"/>
                    </a:lnTo>
                    <a:lnTo>
                      <a:pt x="540" y="540"/>
                    </a:lnTo>
                    <a:lnTo>
                      <a:pt x="552" y="546"/>
                    </a:lnTo>
                    <a:lnTo>
                      <a:pt x="558" y="552"/>
                    </a:lnTo>
                    <a:lnTo>
                      <a:pt x="570" y="558"/>
                    </a:lnTo>
                    <a:lnTo>
                      <a:pt x="576" y="552"/>
                    </a:lnTo>
                    <a:lnTo>
                      <a:pt x="582" y="540"/>
                    </a:lnTo>
                    <a:lnTo>
                      <a:pt x="588" y="534"/>
                    </a:lnTo>
                    <a:lnTo>
                      <a:pt x="588" y="522"/>
                    </a:lnTo>
                    <a:lnTo>
                      <a:pt x="606" y="504"/>
                    </a:lnTo>
                    <a:lnTo>
                      <a:pt x="612" y="492"/>
                    </a:lnTo>
                    <a:lnTo>
                      <a:pt x="636" y="516"/>
                    </a:lnTo>
                    <a:lnTo>
                      <a:pt x="642" y="516"/>
                    </a:lnTo>
                    <a:lnTo>
                      <a:pt x="648" y="510"/>
                    </a:lnTo>
                    <a:lnTo>
                      <a:pt x="660" y="504"/>
                    </a:lnTo>
                    <a:lnTo>
                      <a:pt x="672" y="492"/>
                    </a:lnTo>
                    <a:lnTo>
                      <a:pt x="690" y="492"/>
                    </a:lnTo>
                    <a:lnTo>
                      <a:pt x="714" y="474"/>
                    </a:lnTo>
                    <a:lnTo>
                      <a:pt x="726" y="486"/>
                    </a:lnTo>
                    <a:lnTo>
                      <a:pt x="750" y="486"/>
                    </a:lnTo>
                    <a:lnTo>
                      <a:pt x="756" y="480"/>
                    </a:lnTo>
                    <a:lnTo>
                      <a:pt x="768" y="480"/>
                    </a:lnTo>
                    <a:lnTo>
                      <a:pt x="768" y="468"/>
                    </a:lnTo>
                    <a:lnTo>
                      <a:pt x="786" y="450"/>
                    </a:lnTo>
                    <a:lnTo>
                      <a:pt x="792" y="450"/>
                    </a:lnTo>
                    <a:lnTo>
                      <a:pt x="792" y="456"/>
                    </a:lnTo>
                    <a:lnTo>
                      <a:pt x="804" y="468"/>
                    </a:lnTo>
                    <a:lnTo>
                      <a:pt x="840" y="462"/>
                    </a:lnTo>
                    <a:lnTo>
                      <a:pt x="840" y="468"/>
                    </a:lnTo>
                    <a:lnTo>
                      <a:pt x="852" y="480"/>
                    </a:lnTo>
                    <a:lnTo>
                      <a:pt x="876" y="480"/>
                    </a:lnTo>
                    <a:lnTo>
                      <a:pt x="894" y="474"/>
                    </a:lnTo>
                    <a:lnTo>
                      <a:pt x="912" y="456"/>
                    </a:lnTo>
                    <a:lnTo>
                      <a:pt x="912" y="432"/>
                    </a:lnTo>
                    <a:lnTo>
                      <a:pt x="906" y="4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4" name="Cameroon" descr="© INSCALE GmbH, 05.05.2010&#10;http://www.presentationload.com/">
                <a:extLst>
                  <a:ext uri="{FF2B5EF4-FFF2-40B4-BE49-F238E27FC236}">
                    <a16:creationId xmlns:a16="http://schemas.microsoft.com/office/drawing/2014/main" id="{83C73061-6B27-4341-87E8-4EDC484C32DB}"/>
                  </a:ext>
                </a:extLst>
              </p:cNvPr>
              <p:cNvSpPr>
                <a:spLocks/>
              </p:cNvSpPr>
              <p:nvPr/>
            </p:nvSpPr>
            <p:spPr bwMode="gray">
              <a:xfrm>
                <a:off x="5979302" y="3696279"/>
                <a:ext cx="230109" cy="389542"/>
              </a:xfrm>
              <a:custGeom>
                <a:avLst/>
                <a:gdLst>
                  <a:gd name="T0" fmla="*/ 2147483647 w 546"/>
                  <a:gd name="T1" fmla="*/ 0 h 924"/>
                  <a:gd name="T2" fmla="*/ 2147483647 w 546"/>
                  <a:gd name="T3" fmla="*/ 2147483647 h 924"/>
                  <a:gd name="T4" fmla="*/ 2147483647 w 546"/>
                  <a:gd name="T5" fmla="*/ 2147483647 h 924"/>
                  <a:gd name="T6" fmla="*/ 2147483647 w 546"/>
                  <a:gd name="T7" fmla="*/ 2147483647 h 924"/>
                  <a:gd name="T8" fmla="*/ 2147483647 w 546"/>
                  <a:gd name="T9" fmla="*/ 2147483647 h 924"/>
                  <a:gd name="T10" fmla="*/ 2147483647 w 546"/>
                  <a:gd name="T11" fmla="*/ 2147483647 h 924"/>
                  <a:gd name="T12" fmla="*/ 2147483647 w 546"/>
                  <a:gd name="T13" fmla="*/ 2147483647 h 924"/>
                  <a:gd name="T14" fmla="*/ 2147483647 w 546"/>
                  <a:gd name="T15" fmla="*/ 2147483647 h 924"/>
                  <a:gd name="T16" fmla="*/ 2147483647 w 546"/>
                  <a:gd name="T17" fmla="*/ 2147483647 h 924"/>
                  <a:gd name="T18" fmla="*/ 2147483647 w 546"/>
                  <a:gd name="T19" fmla="*/ 2147483647 h 924"/>
                  <a:gd name="T20" fmla="*/ 2147483647 w 546"/>
                  <a:gd name="T21" fmla="*/ 2147483647 h 924"/>
                  <a:gd name="T22" fmla="*/ 2147483647 w 546"/>
                  <a:gd name="T23" fmla="*/ 2147483647 h 924"/>
                  <a:gd name="T24" fmla="*/ 2147483647 w 546"/>
                  <a:gd name="T25" fmla="*/ 2147483647 h 924"/>
                  <a:gd name="T26" fmla="*/ 2147483647 w 546"/>
                  <a:gd name="T27" fmla="*/ 2147483647 h 924"/>
                  <a:gd name="T28" fmla="*/ 2147483647 w 546"/>
                  <a:gd name="T29" fmla="*/ 2147483647 h 924"/>
                  <a:gd name="T30" fmla="*/ 2147483647 w 546"/>
                  <a:gd name="T31" fmla="*/ 2147483647 h 924"/>
                  <a:gd name="T32" fmla="*/ 2147483647 w 546"/>
                  <a:gd name="T33" fmla="*/ 2147483647 h 924"/>
                  <a:gd name="T34" fmla="*/ 2147483647 w 546"/>
                  <a:gd name="T35" fmla="*/ 2147483647 h 924"/>
                  <a:gd name="T36" fmla="*/ 2147483647 w 546"/>
                  <a:gd name="T37" fmla="*/ 2147483647 h 924"/>
                  <a:gd name="T38" fmla="*/ 2147483647 w 546"/>
                  <a:gd name="T39" fmla="*/ 2147483647 h 924"/>
                  <a:gd name="T40" fmla="*/ 2147483647 w 546"/>
                  <a:gd name="T41" fmla="*/ 2147483647 h 924"/>
                  <a:gd name="T42" fmla="*/ 2147483647 w 546"/>
                  <a:gd name="T43" fmla="*/ 2147483647 h 924"/>
                  <a:gd name="T44" fmla="*/ 2147483647 w 546"/>
                  <a:gd name="T45" fmla="*/ 2147483647 h 924"/>
                  <a:gd name="T46" fmla="*/ 2147483647 w 546"/>
                  <a:gd name="T47" fmla="*/ 2147483647 h 924"/>
                  <a:gd name="T48" fmla="*/ 2147483647 w 546"/>
                  <a:gd name="T49" fmla="*/ 2147483647 h 924"/>
                  <a:gd name="T50" fmla="*/ 2147483647 w 546"/>
                  <a:gd name="T51" fmla="*/ 2147483647 h 924"/>
                  <a:gd name="T52" fmla="*/ 2147483647 w 546"/>
                  <a:gd name="T53" fmla="*/ 2147483647 h 924"/>
                  <a:gd name="T54" fmla="*/ 2147483647 w 546"/>
                  <a:gd name="T55" fmla="*/ 2147483647 h 924"/>
                  <a:gd name="T56" fmla="*/ 2147483647 w 546"/>
                  <a:gd name="T57" fmla="*/ 2147483647 h 924"/>
                  <a:gd name="T58" fmla="*/ 2147483647 w 546"/>
                  <a:gd name="T59" fmla="*/ 2147483647 h 924"/>
                  <a:gd name="T60" fmla="*/ 2147483647 w 546"/>
                  <a:gd name="T61" fmla="*/ 2147483647 h 924"/>
                  <a:gd name="T62" fmla="*/ 2147483647 w 546"/>
                  <a:gd name="T63" fmla="*/ 2147483647 h 924"/>
                  <a:gd name="T64" fmla="*/ 2147483647 w 546"/>
                  <a:gd name="T65" fmla="*/ 2147483647 h 924"/>
                  <a:gd name="T66" fmla="*/ 2147483647 w 546"/>
                  <a:gd name="T67" fmla="*/ 2147483647 h 924"/>
                  <a:gd name="T68" fmla="*/ 2147483647 w 546"/>
                  <a:gd name="T69" fmla="*/ 2147483647 h 924"/>
                  <a:gd name="T70" fmla="*/ 2147483647 w 546"/>
                  <a:gd name="T71" fmla="*/ 2147483647 h 924"/>
                  <a:gd name="T72" fmla="*/ 2147483647 w 546"/>
                  <a:gd name="T73" fmla="*/ 2147483647 h 924"/>
                  <a:gd name="T74" fmla="*/ 2147483647 w 546"/>
                  <a:gd name="T75" fmla="*/ 2147483647 h 924"/>
                  <a:gd name="T76" fmla="*/ 2147483647 w 546"/>
                  <a:gd name="T77" fmla="*/ 2147483647 h 924"/>
                  <a:gd name="T78" fmla="*/ 2147483647 w 546"/>
                  <a:gd name="T79" fmla="*/ 2147483647 h 924"/>
                  <a:gd name="T80" fmla="*/ 2147483647 w 546"/>
                  <a:gd name="T81" fmla="*/ 2147483647 h 924"/>
                  <a:gd name="T82" fmla="*/ 2147483647 w 546"/>
                  <a:gd name="T83" fmla="*/ 2147483647 h 924"/>
                  <a:gd name="T84" fmla="*/ 2147483647 w 546"/>
                  <a:gd name="T85" fmla="*/ 2147483647 h 924"/>
                  <a:gd name="T86" fmla="*/ 2147483647 w 546"/>
                  <a:gd name="T87" fmla="*/ 2147483647 h 924"/>
                  <a:gd name="T88" fmla="*/ 2147483647 w 546"/>
                  <a:gd name="T89" fmla="*/ 2147483647 h 924"/>
                  <a:gd name="T90" fmla="*/ 2147483647 w 546"/>
                  <a:gd name="T91" fmla="*/ 2147483647 h 924"/>
                  <a:gd name="T92" fmla="*/ 2147483647 w 546"/>
                  <a:gd name="T93" fmla="*/ 2147483647 h 924"/>
                  <a:gd name="T94" fmla="*/ 2147483647 w 546"/>
                  <a:gd name="T95" fmla="*/ 2147483647 h 924"/>
                  <a:gd name="T96" fmla="*/ 2147483647 w 546"/>
                  <a:gd name="T97" fmla="*/ 2147483647 h 924"/>
                  <a:gd name="T98" fmla="*/ 2147483647 w 546"/>
                  <a:gd name="T99" fmla="*/ 2147483647 h 924"/>
                  <a:gd name="T100" fmla="*/ 2147483647 w 546"/>
                  <a:gd name="T101" fmla="*/ 2147483647 h 924"/>
                  <a:gd name="T102" fmla="*/ 2147483647 w 546"/>
                  <a:gd name="T103" fmla="*/ 2147483647 h 924"/>
                  <a:gd name="T104" fmla="*/ 2147483647 w 546"/>
                  <a:gd name="T105" fmla="*/ 2147483647 h 924"/>
                  <a:gd name="T106" fmla="*/ 2147483647 w 546"/>
                  <a:gd name="T107" fmla="*/ 2147483647 h 924"/>
                  <a:gd name="T108" fmla="*/ 2147483647 w 546"/>
                  <a:gd name="T109" fmla="*/ 2147483647 h 924"/>
                  <a:gd name="T110" fmla="*/ 2147483647 w 546"/>
                  <a:gd name="T111" fmla="*/ 2147483647 h 9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6"/>
                  <a:gd name="T169" fmla="*/ 0 h 924"/>
                  <a:gd name="T170" fmla="*/ 546 w 546"/>
                  <a:gd name="T171" fmla="*/ 924 h 9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6" h="924">
                    <a:moveTo>
                      <a:pt x="420" y="30"/>
                    </a:moveTo>
                    <a:lnTo>
                      <a:pt x="414" y="18"/>
                    </a:lnTo>
                    <a:lnTo>
                      <a:pt x="414" y="0"/>
                    </a:lnTo>
                    <a:lnTo>
                      <a:pt x="390" y="6"/>
                    </a:lnTo>
                    <a:lnTo>
                      <a:pt x="390" y="54"/>
                    </a:lnTo>
                    <a:lnTo>
                      <a:pt x="396" y="60"/>
                    </a:lnTo>
                    <a:lnTo>
                      <a:pt x="396" y="66"/>
                    </a:lnTo>
                    <a:lnTo>
                      <a:pt x="426" y="66"/>
                    </a:lnTo>
                    <a:lnTo>
                      <a:pt x="426" y="96"/>
                    </a:lnTo>
                    <a:lnTo>
                      <a:pt x="420" y="102"/>
                    </a:lnTo>
                    <a:lnTo>
                      <a:pt x="420" y="108"/>
                    </a:lnTo>
                    <a:lnTo>
                      <a:pt x="426" y="114"/>
                    </a:lnTo>
                    <a:lnTo>
                      <a:pt x="426" y="126"/>
                    </a:lnTo>
                    <a:lnTo>
                      <a:pt x="408" y="144"/>
                    </a:lnTo>
                    <a:lnTo>
                      <a:pt x="396" y="150"/>
                    </a:lnTo>
                    <a:lnTo>
                      <a:pt x="384" y="150"/>
                    </a:lnTo>
                    <a:lnTo>
                      <a:pt x="384" y="156"/>
                    </a:lnTo>
                    <a:lnTo>
                      <a:pt x="378" y="162"/>
                    </a:lnTo>
                    <a:lnTo>
                      <a:pt x="378" y="168"/>
                    </a:lnTo>
                    <a:lnTo>
                      <a:pt x="372" y="174"/>
                    </a:lnTo>
                    <a:lnTo>
                      <a:pt x="372" y="180"/>
                    </a:lnTo>
                    <a:lnTo>
                      <a:pt x="360" y="192"/>
                    </a:lnTo>
                    <a:lnTo>
                      <a:pt x="354" y="204"/>
                    </a:lnTo>
                    <a:lnTo>
                      <a:pt x="348" y="234"/>
                    </a:lnTo>
                    <a:lnTo>
                      <a:pt x="342" y="240"/>
                    </a:lnTo>
                    <a:lnTo>
                      <a:pt x="342" y="270"/>
                    </a:lnTo>
                    <a:lnTo>
                      <a:pt x="336" y="288"/>
                    </a:lnTo>
                    <a:lnTo>
                      <a:pt x="330" y="294"/>
                    </a:lnTo>
                    <a:lnTo>
                      <a:pt x="312" y="294"/>
                    </a:lnTo>
                    <a:lnTo>
                      <a:pt x="312" y="324"/>
                    </a:lnTo>
                    <a:lnTo>
                      <a:pt x="306" y="342"/>
                    </a:lnTo>
                    <a:lnTo>
                      <a:pt x="306" y="354"/>
                    </a:lnTo>
                    <a:lnTo>
                      <a:pt x="300" y="360"/>
                    </a:lnTo>
                    <a:lnTo>
                      <a:pt x="288" y="366"/>
                    </a:lnTo>
                    <a:lnTo>
                      <a:pt x="282" y="372"/>
                    </a:lnTo>
                    <a:lnTo>
                      <a:pt x="270" y="378"/>
                    </a:lnTo>
                    <a:lnTo>
                      <a:pt x="258" y="426"/>
                    </a:lnTo>
                    <a:lnTo>
                      <a:pt x="234" y="456"/>
                    </a:lnTo>
                    <a:lnTo>
                      <a:pt x="234" y="486"/>
                    </a:lnTo>
                    <a:lnTo>
                      <a:pt x="228" y="492"/>
                    </a:lnTo>
                    <a:lnTo>
                      <a:pt x="216" y="498"/>
                    </a:lnTo>
                    <a:lnTo>
                      <a:pt x="210" y="510"/>
                    </a:lnTo>
                    <a:lnTo>
                      <a:pt x="210" y="522"/>
                    </a:lnTo>
                    <a:lnTo>
                      <a:pt x="192" y="540"/>
                    </a:lnTo>
                    <a:lnTo>
                      <a:pt x="186" y="540"/>
                    </a:lnTo>
                    <a:lnTo>
                      <a:pt x="180" y="534"/>
                    </a:lnTo>
                    <a:lnTo>
                      <a:pt x="174" y="522"/>
                    </a:lnTo>
                    <a:lnTo>
                      <a:pt x="174" y="516"/>
                    </a:lnTo>
                    <a:lnTo>
                      <a:pt x="168" y="504"/>
                    </a:lnTo>
                    <a:lnTo>
                      <a:pt x="156" y="492"/>
                    </a:lnTo>
                    <a:lnTo>
                      <a:pt x="150" y="480"/>
                    </a:lnTo>
                    <a:lnTo>
                      <a:pt x="138" y="480"/>
                    </a:lnTo>
                    <a:lnTo>
                      <a:pt x="144" y="486"/>
                    </a:lnTo>
                    <a:lnTo>
                      <a:pt x="144" y="498"/>
                    </a:lnTo>
                    <a:lnTo>
                      <a:pt x="138" y="504"/>
                    </a:lnTo>
                    <a:lnTo>
                      <a:pt x="132" y="504"/>
                    </a:lnTo>
                    <a:lnTo>
                      <a:pt x="120" y="498"/>
                    </a:lnTo>
                    <a:lnTo>
                      <a:pt x="114" y="492"/>
                    </a:lnTo>
                    <a:lnTo>
                      <a:pt x="108" y="492"/>
                    </a:lnTo>
                    <a:lnTo>
                      <a:pt x="102" y="498"/>
                    </a:lnTo>
                    <a:lnTo>
                      <a:pt x="90" y="522"/>
                    </a:lnTo>
                    <a:lnTo>
                      <a:pt x="84" y="528"/>
                    </a:lnTo>
                    <a:lnTo>
                      <a:pt x="84" y="534"/>
                    </a:lnTo>
                    <a:lnTo>
                      <a:pt x="18" y="588"/>
                    </a:lnTo>
                    <a:lnTo>
                      <a:pt x="18" y="642"/>
                    </a:lnTo>
                    <a:lnTo>
                      <a:pt x="12" y="654"/>
                    </a:lnTo>
                    <a:lnTo>
                      <a:pt x="12" y="666"/>
                    </a:lnTo>
                    <a:lnTo>
                      <a:pt x="6" y="672"/>
                    </a:lnTo>
                    <a:lnTo>
                      <a:pt x="6" y="678"/>
                    </a:lnTo>
                    <a:lnTo>
                      <a:pt x="0" y="690"/>
                    </a:lnTo>
                    <a:lnTo>
                      <a:pt x="24" y="684"/>
                    </a:lnTo>
                    <a:lnTo>
                      <a:pt x="24" y="708"/>
                    </a:lnTo>
                    <a:lnTo>
                      <a:pt x="36" y="732"/>
                    </a:lnTo>
                    <a:lnTo>
                      <a:pt x="60" y="744"/>
                    </a:lnTo>
                    <a:lnTo>
                      <a:pt x="66" y="750"/>
                    </a:lnTo>
                    <a:lnTo>
                      <a:pt x="84" y="726"/>
                    </a:lnTo>
                    <a:lnTo>
                      <a:pt x="66" y="756"/>
                    </a:lnTo>
                    <a:lnTo>
                      <a:pt x="84" y="786"/>
                    </a:lnTo>
                    <a:lnTo>
                      <a:pt x="102" y="792"/>
                    </a:lnTo>
                    <a:lnTo>
                      <a:pt x="102" y="840"/>
                    </a:lnTo>
                    <a:lnTo>
                      <a:pt x="90" y="840"/>
                    </a:lnTo>
                    <a:lnTo>
                      <a:pt x="90" y="870"/>
                    </a:lnTo>
                    <a:lnTo>
                      <a:pt x="102" y="882"/>
                    </a:lnTo>
                    <a:lnTo>
                      <a:pt x="198" y="882"/>
                    </a:lnTo>
                    <a:lnTo>
                      <a:pt x="216" y="864"/>
                    </a:lnTo>
                    <a:lnTo>
                      <a:pt x="228" y="882"/>
                    </a:lnTo>
                    <a:lnTo>
                      <a:pt x="258" y="882"/>
                    </a:lnTo>
                    <a:lnTo>
                      <a:pt x="270" y="870"/>
                    </a:lnTo>
                    <a:lnTo>
                      <a:pt x="276" y="870"/>
                    </a:lnTo>
                    <a:lnTo>
                      <a:pt x="288" y="876"/>
                    </a:lnTo>
                    <a:lnTo>
                      <a:pt x="294" y="876"/>
                    </a:lnTo>
                    <a:lnTo>
                      <a:pt x="342" y="870"/>
                    </a:lnTo>
                    <a:lnTo>
                      <a:pt x="342" y="888"/>
                    </a:lnTo>
                    <a:lnTo>
                      <a:pt x="372" y="888"/>
                    </a:lnTo>
                    <a:lnTo>
                      <a:pt x="390" y="882"/>
                    </a:lnTo>
                    <a:lnTo>
                      <a:pt x="438" y="882"/>
                    </a:lnTo>
                    <a:lnTo>
                      <a:pt x="450" y="888"/>
                    </a:lnTo>
                    <a:lnTo>
                      <a:pt x="456" y="894"/>
                    </a:lnTo>
                    <a:lnTo>
                      <a:pt x="468" y="894"/>
                    </a:lnTo>
                    <a:lnTo>
                      <a:pt x="474" y="900"/>
                    </a:lnTo>
                    <a:lnTo>
                      <a:pt x="510" y="900"/>
                    </a:lnTo>
                    <a:lnTo>
                      <a:pt x="534" y="924"/>
                    </a:lnTo>
                    <a:lnTo>
                      <a:pt x="540" y="882"/>
                    </a:lnTo>
                    <a:lnTo>
                      <a:pt x="546" y="876"/>
                    </a:lnTo>
                    <a:lnTo>
                      <a:pt x="534" y="864"/>
                    </a:lnTo>
                    <a:lnTo>
                      <a:pt x="534" y="834"/>
                    </a:lnTo>
                    <a:lnTo>
                      <a:pt x="528" y="816"/>
                    </a:lnTo>
                    <a:lnTo>
                      <a:pt x="516" y="810"/>
                    </a:lnTo>
                    <a:lnTo>
                      <a:pt x="510" y="798"/>
                    </a:lnTo>
                    <a:lnTo>
                      <a:pt x="498" y="792"/>
                    </a:lnTo>
                    <a:lnTo>
                      <a:pt x="486" y="780"/>
                    </a:lnTo>
                    <a:lnTo>
                      <a:pt x="474" y="756"/>
                    </a:lnTo>
                    <a:lnTo>
                      <a:pt x="468" y="750"/>
                    </a:lnTo>
                    <a:lnTo>
                      <a:pt x="468" y="708"/>
                    </a:lnTo>
                    <a:lnTo>
                      <a:pt x="462" y="708"/>
                    </a:lnTo>
                    <a:lnTo>
                      <a:pt x="444" y="690"/>
                    </a:lnTo>
                    <a:lnTo>
                      <a:pt x="438" y="690"/>
                    </a:lnTo>
                    <a:lnTo>
                      <a:pt x="438" y="642"/>
                    </a:lnTo>
                    <a:lnTo>
                      <a:pt x="420" y="630"/>
                    </a:lnTo>
                    <a:lnTo>
                      <a:pt x="432" y="618"/>
                    </a:lnTo>
                    <a:lnTo>
                      <a:pt x="432" y="582"/>
                    </a:lnTo>
                    <a:lnTo>
                      <a:pt x="426" y="582"/>
                    </a:lnTo>
                    <a:lnTo>
                      <a:pt x="414" y="576"/>
                    </a:lnTo>
                    <a:lnTo>
                      <a:pt x="414" y="570"/>
                    </a:lnTo>
                    <a:lnTo>
                      <a:pt x="426" y="558"/>
                    </a:lnTo>
                    <a:lnTo>
                      <a:pt x="438" y="552"/>
                    </a:lnTo>
                    <a:lnTo>
                      <a:pt x="444" y="546"/>
                    </a:lnTo>
                    <a:lnTo>
                      <a:pt x="450" y="546"/>
                    </a:lnTo>
                    <a:lnTo>
                      <a:pt x="456" y="510"/>
                    </a:lnTo>
                    <a:lnTo>
                      <a:pt x="462" y="510"/>
                    </a:lnTo>
                    <a:lnTo>
                      <a:pt x="468" y="498"/>
                    </a:lnTo>
                    <a:lnTo>
                      <a:pt x="468" y="480"/>
                    </a:lnTo>
                    <a:lnTo>
                      <a:pt x="474" y="474"/>
                    </a:lnTo>
                    <a:lnTo>
                      <a:pt x="480" y="462"/>
                    </a:lnTo>
                    <a:lnTo>
                      <a:pt x="492" y="450"/>
                    </a:lnTo>
                    <a:lnTo>
                      <a:pt x="498" y="450"/>
                    </a:lnTo>
                    <a:lnTo>
                      <a:pt x="498" y="438"/>
                    </a:lnTo>
                    <a:lnTo>
                      <a:pt x="492" y="420"/>
                    </a:lnTo>
                    <a:lnTo>
                      <a:pt x="486" y="408"/>
                    </a:lnTo>
                    <a:lnTo>
                      <a:pt x="486" y="390"/>
                    </a:lnTo>
                    <a:lnTo>
                      <a:pt x="474" y="366"/>
                    </a:lnTo>
                    <a:lnTo>
                      <a:pt x="462" y="354"/>
                    </a:lnTo>
                    <a:lnTo>
                      <a:pt x="450" y="348"/>
                    </a:lnTo>
                    <a:lnTo>
                      <a:pt x="432" y="336"/>
                    </a:lnTo>
                    <a:lnTo>
                      <a:pt x="420" y="324"/>
                    </a:lnTo>
                    <a:lnTo>
                      <a:pt x="414" y="312"/>
                    </a:lnTo>
                    <a:lnTo>
                      <a:pt x="402" y="300"/>
                    </a:lnTo>
                    <a:lnTo>
                      <a:pt x="390" y="276"/>
                    </a:lnTo>
                    <a:lnTo>
                      <a:pt x="390" y="264"/>
                    </a:lnTo>
                    <a:lnTo>
                      <a:pt x="396" y="258"/>
                    </a:lnTo>
                    <a:lnTo>
                      <a:pt x="408" y="252"/>
                    </a:lnTo>
                    <a:lnTo>
                      <a:pt x="504" y="252"/>
                    </a:lnTo>
                    <a:lnTo>
                      <a:pt x="486" y="234"/>
                    </a:lnTo>
                    <a:lnTo>
                      <a:pt x="480" y="222"/>
                    </a:lnTo>
                    <a:lnTo>
                      <a:pt x="468" y="216"/>
                    </a:lnTo>
                    <a:lnTo>
                      <a:pt x="462" y="204"/>
                    </a:lnTo>
                    <a:lnTo>
                      <a:pt x="462" y="186"/>
                    </a:lnTo>
                    <a:lnTo>
                      <a:pt x="456" y="168"/>
                    </a:lnTo>
                    <a:lnTo>
                      <a:pt x="456" y="132"/>
                    </a:lnTo>
                    <a:lnTo>
                      <a:pt x="462" y="132"/>
                    </a:lnTo>
                    <a:lnTo>
                      <a:pt x="462" y="96"/>
                    </a:lnTo>
                    <a:lnTo>
                      <a:pt x="456" y="84"/>
                    </a:lnTo>
                    <a:lnTo>
                      <a:pt x="444" y="78"/>
                    </a:lnTo>
                    <a:lnTo>
                      <a:pt x="450" y="42"/>
                    </a:lnTo>
                    <a:lnTo>
                      <a:pt x="444" y="42"/>
                    </a:lnTo>
                    <a:lnTo>
                      <a:pt x="438" y="36"/>
                    </a:lnTo>
                    <a:lnTo>
                      <a:pt x="426" y="36"/>
                    </a:lnTo>
                    <a:lnTo>
                      <a:pt x="420"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5" name="Burundi" descr="© INSCALE GmbH, 05.05.2010&#10;http://www.presentationload.com/">
                <a:extLst>
                  <a:ext uri="{FF2B5EF4-FFF2-40B4-BE49-F238E27FC236}">
                    <a16:creationId xmlns:a16="http://schemas.microsoft.com/office/drawing/2014/main" id="{F81CF176-5AD3-C242-A18D-B014D654CB61}"/>
                  </a:ext>
                </a:extLst>
              </p:cNvPr>
              <p:cNvSpPr>
                <a:spLocks/>
              </p:cNvSpPr>
              <p:nvPr/>
            </p:nvSpPr>
            <p:spPr bwMode="gray">
              <a:xfrm>
                <a:off x="6590737" y="4223886"/>
                <a:ext cx="55884" cy="70677"/>
              </a:xfrm>
              <a:custGeom>
                <a:avLst/>
                <a:gdLst>
                  <a:gd name="T0" fmla="*/ 2147483647 w 132"/>
                  <a:gd name="T1" fmla="*/ 2147483647 h 168"/>
                  <a:gd name="T2" fmla="*/ 2147483647 w 132"/>
                  <a:gd name="T3" fmla="*/ 2147483647 h 168"/>
                  <a:gd name="T4" fmla="*/ 2147483647 w 132"/>
                  <a:gd name="T5" fmla="*/ 2147483647 h 168"/>
                  <a:gd name="T6" fmla="*/ 2147483647 w 132"/>
                  <a:gd name="T7" fmla="*/ 2147483647 h 168"/>
                  <a:gd name="T8" fmla="*/ 2147483647 w 132"/>
                  <a:gd name="T9" fmla="*/ 2147483647 h 168"/>
                  <a:gd name="T10" fmla="*/ 2147483647 w 132"/>
                  <a:gd name="T11" fmla="*/ 2147483647 h 168"/>
                  <a:gd name="T12" fmla="*/ 2147483647 w 132"/>
                  <a:gd name="T13" fmla="*/ 2147483647 h 168"/>
                  <a:gd name="T14" fmla="*/ 2147483647 w 132"/>
                  <a:gd name="T15" fmla="*/ 2147483647 h 168"/>
                  <a:gd name="T16" fmla="*/ 2147483647 w 132"/>
                  <a:gd name="T17" fmla="*/ 2147483647 h 168"/>
                  <a:gd name="T18" fmla="*/ 2147483647 w 132"/>
                  <a:gd name="T19" fmla="*/ 2147483647 h 168"/>
                  <a:gd name="T20" fmla="*/ 2147483647 w 132"/>
                  <a:gd name="T21" fmla="*/ 2147483647 h 168"/>
                  <a:gd name="T22" fmla="*/ 2147483647 w 132"/>
                  <a:gd name="T23" fmla="*/ 2147483647 h 168"/>
                  <a:gd name="T24" fmla="*/ 2147483647 w 132"/>
                  <a:gd name="T25" fmla="*/ 2147483647 h 168"/>
                  <a:gd name="T26" fmla="*/ 2147483647 w 132"/>
                  <a:gd name="T27" fmla="*/ 2147483647 h 168"/>
                  <a:gd name="T28" fmla="*/ 2147483647 w 132"/>
                  <a:gd name="T29" fmla="*/ 2147483647 h 168"/>
                  <a:gd name="T30" fmla="*/ 2147483647 w 132"/>
                  <a:gd name="T31" fmla="*/ 2147483647 h 168"/>
                  <a:gd name="T32" fmla="*/ 2147483647 w 132"/>
                  <a:gd name="T33" fmla="*/ 2147483647 h 168"/>
                  <a:gd name="T34" fmla="*/ 2147483647 w 132"/>
                  <a:gd name="T35" fmla="*/ 2147483647 h 168"/>
                  <a:gd name="T36" fmla="*/ 2147483647 w 132"/>
                  <a:gd name="T37" fmla="*/ 2147483647 h 168"/>
                  <a:gd name="T38" fmla="*/ 2147483647 w 132"/>
                  <a:gd name="T39" fmla="*/ 2147483647 h 168"/>
                  <a:gd name="T40" fmla="*/ 2147483647 w 132"/>
                  <a:gd name="T41" fmla="*/ 2147483647 h 168"/>
                  <a:gd name="T42" fmla="*/ 2147483647 w 132"/>
                  <a:gd name="T43" fmla="*/ 2147483647 h 168"/>
                  <a:gd name="T44" fmla="*/ 2147483647 w 132"/>
                  <a:gd name="T45" fmla="*/ 2147483647 h 168"/>
                  <a:gd name="T46" fmla="*/ 2147483647 w 132"/>
                  <a:gd name="T47" fmla="*/ 0 h 168"/>
                  <a:gd name="T48" fmla="*/ 2147483647 w 132"/>
                  <a:gd name="T49" fmla="*/ 0 h 168"/>
                  <a:gd name="T50" fmla="*/ 2147483647 w 132"/>
                  <a:gd name="T51" fmla="*/ 0 h 168"/>
                  <a:gd name="T52" fmla="*/ 2147483647 w 132"/>
                  <a:gd name="T53" fmla="*/ 2147483647 h 168"/>
                  <a:gd name="T54" fmla="*/ 2147483647 w 132"/>
                  <a:gd name="T55" fmla="*/ 2147483647 h 168"/>
                  <a:gd name="T56" fmla="*/ 2147483647 w 132"/>
                  <a:gd name="T57" fmla="*/ 2147483647 h 168"/>
                  <a:gd name="T58" fmla="*/ 2147483647 w 132"/>
                  <a:gd name="T59" fmla="*/ 2147483647 h 168"/>
                  <a:gd name="T60" fmla="*/ 2147483647 w 132"/>
                  <a:gd name="T61" fmla="*/ 2147483647 h 168"/>
                  <a:gd name="T62" fmla="*/ 2147483647 w 132"/>
                  <a:gd name="T63" fmla="*/ 2147483647 h 168"/>
                  <a:gd name="T64" fmla="*/ 0 w 132"/>
                  <a:gd name="T65" fmla="*/ 2147483647 h 168"/>
                  <a:gd name="T66" fmla="*/ 2147483647 w 132"/>
                  <a:gd name="T67" fmla="*/ 2147483647 h 168"/>
                  <a:gd name="T68" fmla="*/ 2147483647 w 132"/>
                  <a:gd name="T69" fmla="*/ 2147483647 h 168"/>
                  <a:gd name="T70" fmla="*/ 2147483647 w 132"/>
                  <a:gd name="T71" fmla="*/ 2147483647 h 168"/>
                  <a:gd name="T72" fmla="*/ 2147483647 w 132"/>
                  <a:gd name="T73" fmla="*/ 2147483647 h 168"/>
                  <a:gd name="T74" fmla="*/ 2147483647 w 132"/>
                  <a:gd name="T75" fmla="*/ 2147483647 h 1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2"/>
                  <a:gd name="T115" fmla="*/ 0 h 168"/>
                  <a:gd name="T116" fmla="*/ 132 w 132"/>
                  <a:gd name="T117" fmla="*/ 168 h 1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2" h="168">
                    <a:moveTo>
                      <a:pt x="36" y="72"/>
                    </a:moveTo>
                    <a:lnTo>
                      <a:pt x="36" y="96"/>
                    </a:lnTo>
                    <a:lnTo>
                      <a:pt x="30" y="102"/>
                    </a:lnTo>
                    <a:lnTo>
                      <a:pt x="30" y="138"/>
                    </a:lnTo>
                    <a:lnTo>
                      <a:pt x="36" y="156"/>
                    </a:lnTo>
                    <a:lnTo>
                      <a:pt x="42" y="168"/>
                    </a:lnTo>
                    <a:lnTo>
                      <a:pt x="54" y="168"/>
                    </a:lnTo>
                    <a:lnTo>
                      <a:pt x="60" y="162"/>
                    </a:lnTo>
                    <a:lnTo>
                      <a:pt x="72" y="156"/>
                    </a:lnTo>
                    <a:lnTo>
                      <a:pt x="84" y="144"/>
                    </a:lnTo>
                    <a:lnTo>
                      <a:pt x="90" y="132"/>
                    </a:lnTo>
                    <a:lnTo>
                      <a:pt x="90" y="114"/>
                    </a:lnTo>
                    <a:lnTo>
                      <a:pt x="96" y="102"/>
                    </a:lnTo>
                    <a:lnTo>
                      <a:pt x="114" y="84"/>
                    </a:lnTo>
                    <a:lnTo>
                      <a:pt x="126" y="84"/>
                    </a:lnTo>
                    <a:lnTo>
                      <a:pt x="120" y="72"/>
                    </a:lnTo>
                    <a:lnTo>
                      <a:pt x="132" y="66"/>
                    </a:lnTo>
                    <a:lnTo>
                      <a:pt x="132" y="48"/>
                    </a:lnTo>
                    <a:lnTo>
                      <a:pt x="114" y="48"/>
                    </a:lnTo>
                    <a:lnTo>
                      <a:pt x="108" y="42"/>
                    </a:lnTo>
                    <a:lnTo>
                      <a:pt x="102" y="42"/>
                    </a:lnTo>
                    <a:lnTo>
                      <a:pt x="102" y="24"/>
                    </a:lnTo>
                    <a:lnTo>
                      <a:pt x="108" y="12"/>
                    </a:lnTo>
                    <a:lnTo>
                      <a:pt x="108" y="0"/>
                    </a:lnTo>
                    <a:lnTo>
                      <a:pt x="120" y="0"/>
                    </a:lnTo>
                    <a:lnTo>
                      <a:pt x="66" y="0"/>
                    </a:lnTo>
                    <a:lnTo>
                      <a:pt x="60" y="24"/>
                    </a:lnTo>
                    <a:lnTo>
                      <a:pt x="48" y="30"/>
                    </a:lnTo>
                    <a:lnTo>
                      <a:pt x="42" y="36"/>
                    </a:lnTo>
                    <a:lnTo>
                      <a:pt x="30" y="36"/>
                    </a:lnTo>
                    <a:lnTo>
                      <a:pt x="24" y="30"/>
                    </a:lnTo>
                    <a:lnTo>
                      <a:pt x="18" y="18"/>
                    </a:lnTo>
                    <a:lnTo>
                      <a:pt x="0" y="18"/>
                    </a:lnTo>
                    <a:lnTo>
                      <a:pt x="12" y="48"/>
                    </a:lnTo>
                    <a:lnTo>
                      <a:pt x="18" y="54"/>
                    </a:lnTo>
                    <a:lnTo>
                      <a:pt x="30" y="60"/>
                    </a:lnTo>
                    <a:lnTo>
                      <a:pt x="36" y="66"/>
                    </a:lnTo>
                    <a:lnTo>
                      <a:pt x="36" y="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6" name="Burkina Faso" descr="© INSCALE GmbH, 05.05.2010&#10;http://www.presentationload.com/">
                <a:extLst>
                  <a:ext uri="{FF2B5EF4-FFF2-40B4-BE49-F238E27FC236}">
                    <a16:creationId xmlns:a16="http://schemas.microsoft.com/office/drawing/2014/main" id="{068B06F9-334E-B943-B417-8FB124E45639}"/>
                  </a:ext>
                </a:extLst>
              </p:cNvPr>
              <p:cNvSpPr>
                <a:spLocks/>
              </p:cNvSpPr>
              <p:nvPr/>
            </p:nvSpPr>
            <p:spPr bwMode="gray">
              <a:xfrm>
                <a:off x="5558531" y="3632176"/>
                <a:ext cx="239972" cy="189019"/>
              </a:xfrm>
              <a:custGeom>
                <a:avLst/>
                <a:gdLst>
                  <a:gd name="T0" fmla="*/ 2147483647 w 570"/>
                  <a:gd name="T1" fmla="*/ 2147483647 h 450"/>
                  <a:gd name="T2" fmla="*/ 2147483647 w 570"/>
                  <a:gd name="T3" fmla="*/ 2147483647 h 450"/>
                  <a:gd name="T4" fmla="*/ 2147483647 w 570"/>
                  <a:gd name="T5" fmla="*/ 2147483647 h 450"/>
                  <a:gd name="T6" fmla="*/ 2147483647 w 570"/>
                  <a:gd name="T7" fmla="*/ 2147483647 h 450"/>
                  <a:gd name="T8" fmla="*/ 2147483647 w 570"/>
                  <a:gd name="T9" fmla="*/ 2147483647 h 450"/>
                  <a:gd name="T10" fmla="*/ 2147483647 w 570"/>
                  <a:gd name="T11" fmla="*/ 2147483647 h 450"/>
                  <a:gd name="T12" fmla="*/ 2147483647 w 570"/>
                  <a:gd name="T13" fmla="*/ 2147483647 h 450"/>
                  <a:gd name="T14" fmla="*/ 2147483647 w 570"/>
                  <a:gd name="T15" fmla="*/ 2147483647 h 450"/>
                  <a:gd name="T16" fmla="*/ 2147483647 w 570"/>
                  <a:gd name="T17" fmla="*/ 2147483647 h 450"/>
                  <a:gd name="T18" fmla="*/ 2147483647 w 570"/>
                  <a:gd name="T19" fmla="*/ 2147483647 h 450"/>
                  <a:gd name="T20" fmla="*/ 2147483647 w 570"/>
                  <a:gd name="T21" fmla="*/ 2147483647 h 450"/>
                  <a:gd name="T22" fmla="*/ 2147483647 w 570"/>
                  <a:gd name="T23" fmla="*/ 2147483647 h 450"/>
                  <a:gd name="T24" fmla="*/ 2147483647 w 570"/>
                  <a:gd name="T25" fmla="*/ 2147483647 h 450"/>
                  <a:gd name="T26" fmla="*/ 2147483647 w 570"/>
                  <a:gd name="T27" fmla="*/ 2147483647 h 450"/>
                  <a:gd name="T28" fmla="*/ 2147483647 w 570"/>
                  <a:gd name="T29" fmla="*/ 2147483647 h 450"/>
                  <a:gd name="T30" fmla="*/ 2147483647 w 570"/>
                  <a:gd name="T31" fmla="*/ 2147483647 h 450"/>
                  <a:gd name="T32" fmla="*/ 2147483647 w 570"/>
                  <a:gd name="T33" fmla="*/ 2147483647 h 450"/>
                  <a:gd name="T34" fmla="*/ 2147483647 w 570"/>
                  <a:gd name="T35" fmla="*/ 2147483647 h 450"/>
                  <a:gd name="T36" fmla="*/ 2147483647 w 570"/>
                  <a:gd name="T37" fmla="*/ 2147483647 h 450"/>
                  <a:gd name="T38" fmla="*/ 2147483647 w 570"/>
                  <a:gd name="T39" fmla="*/ 2147483647 h 450"/>
                  <a:gd name="T40" fmla="*/ 2147483647 w 570"/>
                  <a:gd name="T41" fmla="*/ 2147483647 h 450"/>
                  <a:gd name="T42" fmla="*/ 2147483647 w 570"/>
                  <a:gd name="T43" fmla="*/ 2147483647 h 450"/>
                  <a:gd name="T44" fmla="*/ 2147483647 w 570"/>
                  <a:gd name="T45" fmla="*/ 2147483647 h 450"/>
                  <a:gd name="T46" fmla="*/ 2147483647 w 570"/>
                  <a:gd name="T47" fmla="*/ 2147483647 h 450"/>
                  <a:gd name="T48" fmla="*/ 2147483647 w 570"/>
                  <a:gd name="T49" fmla="*/ 2147483647 h 450"/>
                  <a:gd name="T50" fmla="*/ 2147483647 w 570"/>
                  <a:gd name="T51" fmla="*/ 2147483647 h 450"/>
                  <a:gd name="T52" fmla="*/ 2147483647 w 570"/>
                  <a:gd name="T53" fmla="*/ 2147483647 h 450"/>
                  <a:gd name="T54" fmla="*/ 2147483647 w 570"/>
                  <a:gd name="T55" fmla="*/ 2147483647 h 450"/>
                  <a:gd name="T56" fmla="*/ 2147483647 w 570"/>
                  <a:gd name="T57" fmla="*/ 2147483647 h 450"/>
                  <a:gd name="T58" fmla="*/ 2147483647 w 570"/>
                  <a:gd name="T59" fmla="*/ 2147483647 h 450"/>
                  <a:gd name="T60" fmla="*/ 2147483647 w 570"/>
                  <a:gd name="T61" fmla="*/ 2147483647 h 450"/>
                  <a:gd name="T62" fmla="*/ 2147483647 w 570"/>
                  <a:gd name="T63" fmla="*/ 2147483647 h 450"/>
                  <a:gd name="T64" fmla="*/ 2147483647 w 570"/>
                  <a:gd name="T65" fmla="*/ 2147483647 h 450"/>
                  <a:gd name="T66" fmla="*/ 2147483647 w 570"/>
                  <a:gd name="T67" fmla="*/ 0 h 450"/>
                  <a:gd name="T68" fmla="*/ 2147483647 w 570"/>
                  <a:gd name="T69" fmla="*/ 2147483647 h 450"/>
                  <a:gd name="T70" fmla="*/ 2147483647 w 570"/>
                  <a:gd name="T71" fmla="*/ 2147483647 h 450"/>
                  <a:gd name="T72" fmla="*/ 2147483647 w 570"/>
                  <a:gd name="T73" fmla="*/ 2147483647 h 450"/>
                  <a:gd name="T74" fmla="*/ 2147483647 w 570"/>
                  <a:gd name="T75" fmla="*/ 2147483647 h 450"/>
                  <a:gd name="T76" fmla="*/ 2147483647 w 570"/>
                  <a:gd name="T77" fmla="*/ 2147483647 h 450"/>
                  <a:gd name="T78" fmla="*/ 2147483647 w 570"/>
                  <a:gd name="T79" fmla="*/ 2147483647 h 450"/>
                  <a:gd name="T80" fmla="*/ 2147483647 w 570"/>
                  <a:gd name="T81" fmla="*/ 2147483647 h 450"/>
                  <a:gd name="T82" fmla="*/ 2147483647 w 570"/>
                  <a:gd name="T83" fmla="*/ 2147483647 h 450"/>
                  <a:gd name="T84" fmla="*/ 2147483647 w 570"/>
                  <a:gd name="T85" fmla="*/ 2147483647 h 450"/>
                  <a:gd name="T86" fmla="*/ 2147483647 w 570"/>
                  <a:gd name="T87" fmla="*/ 2147483647 h 450"/>
                  <a:gd name="T88" fmla="*/ 2147483647 w 570"/>
                  <a:gd name="T89" fmla="*/ 2147483647 h 450"/>
                  <a:gd name="T90" fmla="*/ 2147483647 w 570"/>
                  <a:gd name="T91" fmla="*/ 2147483647 h 450"/>
                  <a:gd name="T92" fmla="*/ 2147483647 w 570"/>
                  <a:gd name="T93" fmla="*/ 2147483647 h 450"/>
                  <a:gd name="T94" fmla="*/ 2147483647 w 570"/>
                  <a:gd name="T95" fmla="*/ 2147483647 h 450"/>
                  <a:gd name="T96" fmla="*/ 2147483647 w 570"/>
                  <a:gd name="T97" fmla="*/ 2147483647 h 450"/>
                  <a:gd name="T98" fmla="*/ 2147483647 w 570"/>
                  <a:gd name="T99" fmla="*/ 2147483647 h 450"/>
                  <a:gd name="T100" fmla="*/ 2147483647 w 570"/>
                  <a:gd name="T101" fmla="*/ 2147483647 h 450"/>
                  <a:gd name="T102" fmla="*/ 2147483647 w 570"/>
                  <a:gd name="T103" fmla="*/ 2147483647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0"/>
                  <a:gd name="T157" fmla="*/ 0 h 450"/>
                  <a:gd name="T158" fmla="*/ 570 w 570"/>
                  <a:gd name="T159" fmla="*/ 450 h 45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0" h="450">
                    <a:moveTo>
                      <a:pt x="0" y="312"/>
                    </a:moveTo>
                    <a:lnTo>
                      <a:pt x="6" y="366"/>
                    </a:lnTo>
                    <a:lnTo>
                      <a:pt x="6" y="390"/>
                    </a:lnTo>
                    <a:lnTo>
                      <a:pt x="30" y="384"/>
                    </a:lnTo>
                    <a:lnTo>
                      <a:pt x="30" y="390"/>
                    </a:lnTo>
                    <a:lnTo>
                      <a:pt x="36" y="396"/>
                    </a:lnTo>
                    <a:lnTo>
                      <a:pt x="36" y="408"/>
                    </a:lnTo>
                    <a:lnTo>
                      <a:pt x="42" y="420"/>
                    </a:lnTo>
                    <a:lnTo>
                      <a:pt x="54" y="426"/>
                    </a:lnTo>
                    <a:lnTo>
                      <a:pt x="60" y="432"/>
                    </a:lnTo>
                    <a:lnTo>
                      <a:pt x="72" y="432"/>
                    </a:lnTo>
                    <a:lnTo>
                      <a:pt x="78" y="438"/>
                    </a:lnTo>
                    <a:lnTo>
                      <a:pt x="90" y="438"/>
                    </a:lnTo>
                    <a:lnTo>
                      <a:pt x="96" y="432"/>
                    </a:lnTo>
                    <a:lnTo>
                      <a:pt x="96" y="426"/>
                    </a:lnTo>
                    <a:lnTo>
                      <a:pt x="120" y="414"/>
                    </a:lnTo>
                    <a:lnTo>
                      <a:pt x="150" y="414"/>
                    </a:lnTo>
                    <a:lnTo>
                      <a:pt x="168" y="420"/>
                    </a:lnTo>
                    <a:lnTo>
                      <a:pt x="186" y="438"/>
                    </a:lnTo>
                    <a:lnTo>
                      <a:pt x="186" y="450"/>
                    </a:lnTo>
                    <a:lnTo>
                      <a:pt x="204" y="444"/>
                    </a:lnTo>
                    <a:lnTo>
                      <a:pt x="198" y="450"/>
                    </a:lnTo>
                    <a:lnTo>
                      <a:pt x="198" y="396"/>
                    </a:lnTo>
                    <a:lnTo>
                      <a:pt x="192" y="366"/>
                    </a:lnTo>
                    <a:lnTo>
                      <a:pt x="186" y="366"/>
                    </a:lnTo>
                    <a:lnTo>
                      <a:pt x="186" y="348"/>
                    </a:lnTo>
                    <a:lnTo>
                      <a:pt x="192" y="336"/>
                    </a:lnTo>
                    <a:lnTo>
                      <a:pt x="198" y="330"/>
                    </a:lnTo>
                    <a:lnTo>
                      <a:pt x="354" y="330"/>
                    </a:lnTo>
                    <a:lnTo>
                      <a:pt x="378" y="318"/>
                    </a:lnTo>
                    <a:lnTo>
                      <a:pt x="396" y="324"/>
                    </a:lnTo>
                    <a:lnTo>
                      <a:pt x="414" y="324"/>
                    </a:lnTo>
                    <a:lnTo>
                      <a:pt x="438" y="330"/>
                    </a:lnTo>
                    <a:lnTo>
                      <a:pt x="456" y="330"/>
                    </a:lnTo>
                    <a:lnTo>
                      <a:pt x="462" y="318"/>
                    </a:lnTo>
                    <a:lnTo>
                      <a:pt x="474" y="318"/>
                    </a:lnTo>
                    <a:lnTo>
                      <a:pt x="480" y="306"/>
                    </a:lnTo>
                    <a:lnTo>
                      <a:pt x="498" y="288"/>
                    </a:lnTo>
                    <a:lnTo>
                      <a:pt x="528" y="288"/>
                    </a:lnTo>
                    <a:lnTo>
                      <a:pt x="534" y="294"/>
                    </a:lnTo>
                    <a:lnTo>
                      <a:pt x="534" y="282"/>
                    </a:lnTo>
                    <a:lnTo>
                      <a:pt x="540" y="282"/>
                    </a:lnTo>
                    <a:lnTo>
                      <a:pt x="546" y="276"/>
                    </a:lnTo>
                    <a:lnTo>
                      <a:pt x="558" y="276"/>
                    </a:lnTo>
                    <a:lnTo>
                      <a:pt x="564" y="258"/>
                    </a:lnTo>
                    <a:lnTo>
                      <a:pt x="570" y="252"/>
                    </a:lnTo>
                    <a:lnTo>
                      <a:pt x="564" y="252"/>
                    </a:lnTo>
                    <a:lnTo>
                      <a:pt x="540" y="216"/>
                    </a:lnTo>
                    <a:lnTo>
                      <a:pt x="564" y="210"/>
                    </a:lnTo>
                    <a:lnTo>
                      <a:pt x="558" y="198"/>
                    </a:lnTo>
                    <a:lnTo>
                      <a:pt x="546" y="186"/>
                    </a:lnTo>
                    <a:lnTo>
                      <a:pt x="534" y="186"/>
                    </a:lnTo>
                    <a:lnTo>
                      <a:pt x="522" y="198"/>
                    </a:lnTo>
                    <a:lnTo>
                      <a:pt x="504" y="198"/>
                    </a:lnTo>
                    <a:lnTo>
                      <a:pt x="498" y="186"/>
                    </a:lnTo>
                    <a:lnTo>
                      <a:pt x="486" y="180"/>
                    </a:lnTo>
                    <a:lnTo>
                      <a:pt x="462" y="156"/>
                    </a:lnTo>
                    <a:lnTo>
                      <a:pt x="462" y="150"/>
                    </a:lnTo>
                    <a:lnTo>
                      <a:pt x="480" y="132"/>
                    </a:lnTo>
                    <a:lnTo>
                      <a:pt x="468" y="132"/>
                    </a:lnTo>
                    <a:lnTo>
                      <a:pt x="468" y="114"/>
                    </a:lnTo>
                    <a:lnTo>
                      <a:pt x="444" y="114"/>
                    </a:lnTo>
                    <a:lnTo>
                      <a:pt x="432" y="108"/>
                    </a:lnTo>
                    <a:lnTo>
                      <a:pt x="420" y="84"/>
                    </a:lnTo>
                    <a:lnTo>
                      <a:pt x="420" y="60"/>
                    </a:lnTo>
                    <a:lnTo>
                      <a:pt x="414" y="48"/>
                    </a:lnTo>
                    <a:lnTo>
                      <a:pt x="414" y="12"/>
                    </a:lnTo>
                    <a:lnTo>
                      <a:pt x="390" y="0"/>
                    </a:lnTo>
                    <a:lnTo>
                      <a:pt x="342" y="0"/>
                    </a:lnTo>
                    <a:lnTo>
                      <a:pt x="324" y="18"/>
                    </a:lnTo>
                    <a:lnTo>
                      <a:pt x="300" y="18"/>
                    </a:lnTo>
                    <a:lnTo>
                      <a:pt x="282" y="42"/>
                    </a:lnTo>
                    <a:lnTo>
                      <a:pt x="258" y="42"/>
                    </a:lnTo>
                    <a:lnTo>
                      <a:pt x="258" y="60"/>
                    </a:lnTo>
                    <a:lnTo>
                      <a:pt x="252" y="66"/>
                    </a:lnTo>
                    <a:lnTo>
                      <a:pt x="252" y="72"/>
                    </a:lnTo>
                    <a:lnTo>
                      <a:pt x="240" y="72"/>
                    </a:lnTo>
                    <a:lnTo>
                      <a:pt x="228" y="60"/>
                    </a:lnTo>
                    <a:lnTo>
                      <a:pt x="222" y="60"/>
                    </a:lnTo>
                    <a:lnTo>
                      <a:pt x="216" y="66"/>
                    </a:lnTo>
                    <a:lnTo>
                      <a:pt x="210" y="78"/>
                    </a:lnTo>
                    <a:lnTo>
                      <a:pt x="198" y="84"/>
                    </a:lnTo>
                    <a:lnTo>
                      <a:pt x="192" y="96"/>
                    </a:lnTo>
                    <a:lnTo>
                      <a:pt x="186" y="102"/>
                    </a:lnTo>
                    <a:lnTo>
                      <a:pt x="186" y="108"/>
                    </a:lnTo>
                    <a:lnTo>
                      <a:pt x="168" y="108"/>
                    </a:lnTo>
                    <a:lnTo>
                      <a:pt x="168" y="144"/>
                    </a:lnTo>
                    <a:lnTo>
                      <a:pt x="144" y="150"/>
                    </a:lnTo>
                    <a:lnTo>
                      <a:pt x="114" y="120"/>
                    </a:lnTo>
                    <a:lnTo>
                      <a:pt x="96" y="150"/>
                    </a:lnTo>
                    <a:lnTo>
                      <a:pt x="102" y="156"/>
                    </a:lnTo>
                    <a:lnTo>
                      <a:pt x="102" y="186"/>
                    </a:lnTo>
                    <a:lnTo>
                      <a:pt x="84" y="186"/>
                    </a:lnTo>
                    <a:lnTo>
                      <a:pt x="84" y="216"/>
                    </a:lnTo>
                    <a:lnTo>
                      <a:pt x="78" y="222"/>
                    </a:lnTo>
                    <a:lnTo>
                      <a:pt x="72" y="222"/>
                    </a:lnTo>
                    <a:lnTo>
                      <a:pt x="78" y="228"/>
                    </a:lnTo>
                    <a:lnTo>
                      <a:pt x="78" y="240"/>
                    </a:lnTo>
                    <a:lnTo>
                      <a:pt x="42" y="240"/>
                    </a:lnTo>
                    <a:lnTo>
                      <a:pt x="36" y="246"/>
                    </a:lnTo>
                    <a:lnTo>
                      <a:pt x="30" y="246"/>
                    </a:lnTo>
                    <a:lnTo>
                      <a:pt x="12" y="258"/>
                    </a:lnTo>
                    <a:lnTo>
                      <a:pt x="36" y="288"/>
                    </a:lnTo>
                    <a:lnTo>
                      <a:pt x="24" y="312"/>
                    </a:lnTo>
                    <a:lnTo>
                      <a:pt x="0" y="31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7" name="Botswana" descr="© INSCALE GmbH, 05.05.2010&#10;http://www.presentationload.com/">
                <a:extLst>
                  <a:ext uri="{FF2B5EF4-FFF2-40B4-BE49-F238E27FC236}">
                    <a16:creationId xmlns:a16="http://schemas.microsoft.com/office/drawing/2014/main" id="{AAF1087A-9785-A842-990F-BB291CB05554}"/>
                  </a:ext>
                </a:extLst>
              </p:cNvPr>
              <p:cNvSpPr>
                <a:spLocks/>
              </p:cNvSpPr>
              <p:nvPr/>
            </p:nvSpPr>
            <p:spPr bwMode="gray">
              <a:xfrm>
                <a:off x="6312960" y="4743276"/>
                <a:ext cx="272844" cy="307361"/>
              </a:xfrm>
              <a:custGeom>
                <a:avLst/>
                <a:gdLst>
                  <a:gd name="T0" fmla="*/ 2147483647 w 648"/>
                  <a:gd name="T1" fmla="*/ 2147483647 h 732"/>
                  <a:gd name="T2" fmla="*/ 2147483647 w 648"/>
                  <a:gd name="T3" fmla="*/ 2147483647 h 732"/>
                  <a:gd name="T4" fmla="*/ 2147483647 w 648"/>
                  <a:gd name="T5" fmla="*/ 2147483647 h 732"/>
                  <a:gd name="T6" fmla="*/ 2147483647 w 648"/>
                  <a:gd name="T7" fmla="*/ 2147483647 h 732"/>
                  <a:gd name="T8" fmla="*/ 2147483647 w 648"/>
                  <a:gd name="T9" fmla="*/ 2147483647 h 732"/>
                  <a:gd name="T10" fmla="*/ 2147483647 w 648"/>
                  <a:gd name="T11" fmla="*/ 2147483647 h 732"/>
                  <a:gd name="T12" fmla="*/ 2147483647 w 648"/>
                  <a:gd name="T13" fmla="*/ 2147483647 h 732"/>
                  <a:gd name="T14" fmla="*/ 2147483647 w 648"/>
                  <a:gd name="T15" fmla="*/ 2147483647 h 732"/>
                  <a:gd name="T16" fmla="*/ 2147483647 w 648"/>
                  <a:gd name="T17" fmla="*/ 2147483647 h 732"/>
                  <a:gd name="T18" fmla="*/ 2147483647 w 648"/>
                  <a:gd name="T19" fmla="*/ 2147483647 h 732"/>
                  <a:gd name="T20" fmla="*/ 2147483647 w 648"/>
                  <a:gd name="T21" fmla="*/ 2147483647 h 732"/>
                  <a:gd name="T22" fmla="*/ 2147483647 w 648"/>
                  <a:gd name="T23" fmla="*/ 2147483647 h 732"/>
                  <a:gd name="T24" fmla="*/ 2147483647 w 648"/>
                  <a:gd name="T25" fmla="*/ 2147483647 h 732"/>
                  <a:gd name="T26" fmla="*/ 2147483647 w 648"/>
                  <a:gd name="T27" fmla="*/ 2147483647 h 732"/>
                  <a:gd name="T28" fmla="*/ 2147483647 w 648"/>
                  <a:gd name="T29" fmla="*/ 2147483647 h 732"/>
                  <a:gd name="T30" fmla="*/ 2147483647 w 648"/>
                  <a:gd name="T31" fmla="*/ 2147483647 h 732"/>
                  <a:gd name="T32" fmla="*/ 2147483647 w 648"/>
                  <a:gd name="T33" fmla="*/ 2147483647 h 732"/>
                  <a:gd name="T34" fmla="*/ 2147483647 w 648"/>
                  <a:gd name="T35" fmla="*/ 2147483647 h 732"/>
                  <a:gd name="T36" fmla="*/ 2147483647 w 648"/>
                  <a:gd name="T37" fmla="*/ 2147483647 h 732"/>
                  <a:gd name="T38" fmla="*/ 2147483647 w 648"/>
                  <a:gd name="T39" fmla="*/ 2147483647 h 732"/>
                  <a:gd name="T40" fmla="*/ 2147483647 w 648"/>
                  <a:gd name="T41" fmla="*/ 2147483647 h 732"/>
                  <a:gd name="T42" fmla="*/ 2147483647 w 648"/>
                  <a:gd name="T43" fmla="*/ 2147483647 h 732"/>
                  <a:gd name="T44" fmla="*/ 2147483647 w 648"/>
                  <a:gd name="T45" fmla="*/ 2147483647 h 732"/>
                  <a:gd name="T46" fmla="*/ 2147483647 w 648"/>
                  <a:gd name="T47" fmla="*/ 2147483647 h 732"/>
                  <a:gd name="T48" fmla="*/ 2147483647 w 648"/>
                  <a:gd name="T49" fmla="*/ 2147483647 h 732"/>
                  <a:gd name="T50" fmla="*/ 2147483647 w 648"/>
                  <a:gd name="T51" fmla="*/ 2147483647 h 732"/>
                  <a:gd name="T52" fmla="*/ 2147483647 w 648"/>
                  <a:gd name="T53" fmla="*/ 2147483647 h 732"/>
                  <a:gd name="T54" fmla="*/ 2147483647 w 648"/>
                  <a:gd name="T55" fmla="*/ 2147483647 h 732"/>
                  <a:gd name="T56" fmla="*/ 2147483647 w 648"/>
                  <a:gd name="T57" fmla="*/ 2147483647 h 732"/>
                  <a:gd name="T58" fmla="*/ 2147483647 w 648"/>
                  <a:gd name="T59" fmla="*/ 2147483647 h 732"/>
                  <a:gd name="T60" fmla="*/ 2147483647 w 648"/>
                  <a:gd name="T61" fmla="*/ 2147483647 h 732"/>
                  <a:gd name="T62" fmla="*/ 2147483647 w 648"/>
                  <a:gd name="T63" fmla="*/ 2147483647 h 732"/>
                  <a:gd name="T64" fmla="*/ 2147483647 w 648"/>
                  <a:gd name="T65" fmla="*/ 2147483647 h 732"/>
                  <a:gd name="T66" fmla="*/ 2147483647 w 648"/>
                  <a:gd name="T67" fmla="*/ 2147483647 h 732"/>
                  <a:gd name="T68" fmla="*/ 2147483647 w 648"/>
                  <a:gd name="T69" fmla="*/ 2147483647 h 732"/>
                  <a:gd name="T70" fmla="*/ 2147483647 w 648"/>
                  <a:gd name="T71" fmla="*/ 2147483647 h 732"/>
                  <a:gd name="T72" fmla="*/ 2147483647 w 648"/>
                  <a:gd name="T73" fmla="*/ 2147483647 h 732"/>
                  <a:gd name="T74" fmla="*/ 2147483647 w 648"/>
                  <a:gd name="T75" fmla="*/ 2147483647 h 732"/>
                  <a:gd name="T76" fmla="*/ 2147483647 w 648"/>
                  <a:gd name="T77" fmla="*/ 2147483647 h 732"/>
                  <a:gd name="T78" fmla="*/ 2147483647 w 648"/>
                  <a:gd name="T79" fmla="*/ 2147483647 h 732"/>
                  <a:gd name="T80" fmla="*/ 2147483647 w 648"/>
                  <a:gd name="T81" fmla="*/ 2147483647 h 732"/>
                  <a:gd name="T82" fmla="*/ 2147483647 w 648"/>
                  <a:gd name="T83" fmla="*/ 2147483647 h 732"/>
                  <a:gd name="T84" fmla="*/ 2147483647 w 648"/>
                  <a:gd name="T85" fmla="*/ 2147483647 h 732"/>
                  <a:gd name="T86" fmla="*/ 2147483647 w 648"/>
                  <a:gd name="T87" fmla="*/ 2147483647 h 732"/>
                  <a:gd name="T88" fmla="*/ 2147483647 w 648"/>
                  <a:gd name="T89" fmla="*/ 2147483647 h 732"/>
                  <a:gd name="T90" fmla="*/ 2147483647 w 648"/>
                  <a:gd name="T91" fmla="*/ 2147483647 h 732"/>
                  <a:gd name="T92" fmla="*/ 2147483647 w 648"/>
                  <a:gd name="T93" fmla="*/ 2147483647 h 732"/>
                  <a:gd name="T94" fmla="*/ 2147483647 w 648"/>
                  <a:gd name="T95" fmla="*/ 0 h 732"/>
                  <a:gd name="T96" fmla="*/ 2147483647 w 648"/>
                  <a:gd name="T97" fmla="*/ 2147483647 h 732"/>
                  <a:gd name="T98" fmla="*/ 2147483647 w 648"/>
                  <a:gd name="T99" fmla="*/ 2147483647 h 732"/>
                  <a:gd name="T100" fmla="*/ 2147483647 w 648"/>
                  <a:gd name="T101" fmla="*/ 2147483647 h 732"/>
                  <a:gd name="T102" fmla="*/ 2147483647 w 648"/>
                  <a:gd name="T103" fmla="*/ 2147483647 h 732"/>
                  <a:gd name="T104" fmla="*/ 2147483647 w 648"/>
                  <a:gd name="T105" fmla="*/ 2147483647 h 732"/>
                  <a:gd name="T106" fmla="*/ 2147483647 w 648"/>
                  <a:gd name="T107" fmla="*/ 2147483647 h 732"/>
                  <a:gd name="T108" fmla="*/ 2147483647 w 648"/>
                  <a:gd name="T109" fmla="*/ 2147483647 h 732"/>
                  <a:gd name="T110" fmla="*/ 2147483647 w 648"/>
                  <a:gd name="T111" fmla="*/ 2147483647 h 732"/>
                  <a:gd name="T112" fmla="*/ 2147483647 w 648"/>
                  <a:gd name="T113" fmla="*/ 2147483647 h 732"/>
                  <a:gd name="T114" fmla="*/ 0 w 648"/>
                  <a:gd name="T115" fmla="*/ 2147483647 h 7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48"/>
                  <a:gd name="T175" fmla="*/ 0 h 732"/>
                  <a:gd name="T176" fmla="*/ 648 w 648"/>
                  <a:gd name="T177" fmla="*/ 732 h 7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48" h="732">
                    <a:moveTo>
                      <a:pt x="0" y="570"/>
                    </a:moveTo>
                    <a:lnTo>
                      <a:pt x="12" y="576"/>
                    </a:lnTo>
                    <a:lnTo>
                      <a:pt x="18" y="582"/>
                    </a:lnTo>
                    <a:lnTo>
                      <a:pt x="30" y="588"/>
                    </a:lnTo>
                    <a:lnTo>
                      <a:pt x="36" y="594"/>
                    </a:lnTo>
                    <a:lnTo>
                      <a:pt x="42" y="612"/>
                    </a:lnTo>
                    <a:lnTo>
                      <a:pt x="48" y="624"/>
                    </a:lnTo>
                    <a:lnTo>
                      <a:pt x="48" y="642"/>
                    </a:lnTo>
                    <a:lnTo>
                      <a:pt x="54" y="648"/>
                    </a:lnTo>
                    <a:lnTo>
                      <a:pt x="54" y="672"/>
                    </a:lnTo>
                    <a:lnTo>
                      <a:pt x="48" y="684"/>
                    </a:lnTo>
                    <a:lnTo>
                      <a:pt x="48" y="690"/>
                    </a:lnTo>
                    <a:lnTo>
                      <a:pt x="42" y="702"/>
                    </a:lnTo>
                    <a:lnTo>
                      <a:pt x="42" y="732"/>
                    </a:lnTo>
                    <a:lnTo>
                      <a:pt x="120" y="732"/>
                    </a:lnTo>
                    <a:lnTo>
                      <a:pt x="120" y="714"/>
                    </a:lnTo>
                    <a:lnTo>
                      <a:pt x="144" y="714"/>
                    </a:lnTo>
                    <a:lnTo>
                      <a:pt x="144" y="708"/>
                    </a:lnTo>
                    <a:lnTo>
                      <a:pt x="150" y="702"/>
                    </a:lnTo>
                    <a:lnTo>
                      <a:pt x="156" y="690"/>
                    </a:lnTo>
                    <a:lnTo>
                      <a:pt x="162" y="684"/>
                    </a:lnTo>
                    <a:lnTo>
                      <a:pt x="168" y="684"/>
                    </a:lnTo>
                    <a:lnTo>
                      <a:pt x="174" y="678"/>
                    </a:lnTo>
                    <a:lnTo>
                      <a:pt x="186" y="678"/>
                    </a:lnTo>
                    <a:lnTo>
                      <a:pt x="186" y="654"/>
                    </a:lnTo>
                    <a:lnTo>
                      <a:pt x="192" y="642"/>
                    </a:lnTo>
                    <a:lnTo>
                      <a:pt x="192" y="630"/>
                    </a:lnTo>
                    <a:lnTo>
                      <a:pt x="198" y="618"/>
                    </a:lnTo>
                    <a:lnTo>
                      <a:pt x="204" y="612"/>
                    </a:lnTo>
                    <a:lnTo>
                      <a:pt x="216" y="606"/>
                    </a:lnTo>
                    <a:lnTo>
                      <a:pt x="228" y="606"/>
                    </a:lnTo>
                    <a:lnTo>
                      <a:pt x="240" y="612"/>
                    </a:lnTo>
                    <a:lnTo>
                      <a:pt x="246" y="618"/>
                    </a:lnTo>
                    <a:lnTo>
                      <a:pt x="258" y="624"/>
                    </a:lnTo>
                    <a:lnTo>
                      <a:pt x="270" y="636"/>
                    </a:lnTo>
                    <a:lnTo>
                      <a:pt x="300" y="636"/>
                    </a:lnTo>
                    <a:lnTo>
                      <a:pt x="306" y="642"/>
                    </a:lnTo>
                    <a:lnTo>
                      <a:pt x="318" y="648"/>
                    </a:lnTo>
                    <a:lnTo>
                      <a:pt x="324" y="654"/>
                    </a:lnTo>
                    <a:lnTo>
                      <a:pt x="336" y="654"/>
                    </a:lnTo>
                    <a:lnTo>
                      <a:pt x="348" y="648"/>
                    </a:lnTo>
                    <a:lnTo>
                      <a:pt x="354" y="642"/>
                    </a:lnTo>
                    <a:lnTo>
                      <a:pt x="360" y="648"/>
                    </a:lnTo>
                    <a:lnTo>
                      <a:pt x="372" y="648"/>
                    </a:lnTo>
                    <a:lnTo>
                      <a:pt x="384" y="642"/>
                    </a:lnTo>
                    <a:lnTo>
                      <a:pt x="390" y="636"/>
                    </a:lnTo>
                    <a:lnTo>
                      <a:pt x="396" y="624"/>
                    </a:lnTo>
                    <a:lnTo>
                      <a:pt x="402" y="606"/>
                    </a:lnTo>
                    <a:lnTo>
                      <a:pt x="408" y="594"/>
                    </a:lnTo>
                    <a:lnTo>
                      <a:pt x="408" y="582"/>
                    </a:lnTo>
                    <a:lnTo>
                      <a:pt x="426" y="564"/>
                    </a:lnTo>
                    <a:lnTo>
                      <a:pt x="444" y="558"/>
                    </a:lnTo>
                    <a:lnTo>
                      <a:pt x="456" y="552"/>
                    </a:lnTo>
                    <a:lnTo>
                      <a:pt x="462" y="546"/>
                    </a:lnTo>
                    <a:lnTo>
                      <a:pt x="468" y="534"/>
                    </a:lnTo>
                    <a:lnTo>
                      <a:pt x="480" y="528"/>
                    </a:lnTo>
                    <a:lnTo>
                      <a:pt x="480" y="492"/>
                    </a:lnTo>
                    <a:lnTo>
                      <a:pt x="492" y="468"/>
                    </a:lnTo>
                    <a:lnTo>
                      <a:pt x="504" y="462"/>
                    </a:lnTo>
                    <a:lnTo>
                      <a:pt x="510" y="462"/>
                    </a:lnTo>
                    <a:lnTo>
                      <a:pt x="522" y="456"/>
                    </a:lnTo>
                    <a:lnTo>
                      <a:pt x="564" y="414"/>
                    </a:lnTo>
                    <a:lnTo>
                      <a:pt x="576" y="390"/>
                    </a:lnTo>
                    <a:lnTo>
                      <a:pt x="582" y="384"/>
                    </a:lnTo>
                    <a:lnTo>
                      <a:pt x="594" y="384"/>
                    </a:lnTo>
                    <a:lnTo>
                      <a:pt x="606" y="378"/>
                    </a:lnTo>
                    <a:lnTo>
                      <a:pt x="618" y="378"/>
                    </a:lnTo>
                    <a:lnTo>
                      <a:pt x="630" y="354"/>
                    </a:lnTo>
                    <a:lnTo>
                      <a:pt x="648" y="354"/>
                    </a:lnTo>
                    <a:lnTo>
                      <a:pt x="648" y="348"/>
                    </a:lnTo>
                    <a:lnTo>
                      <a:pt x="642" y="336"/>
                    </a:lnTo>
                    <a:lnTo>
                      <a:pt x="624" y="318"/>
                    </a:lnTo>
                    <a:lnTo>
                      <a:pt x="606" y="312"/>
                    </a:lnTo>
                    <a:lnTo>
                      <a:pt x="594" y="312"/>
                    </a:lnTo>
                    <a:lnTo>
                      <a:pt x="576" y="306"/>
                    </a:lnTo>
                    <a:lnTo>
                      <a:pt x="564" y="306"/>
                    </a:lnTo>
                    <a:lnTo>
                      <a:pt x="564" y="276"/>
                    </a:lnTo>
                    <a:lnTo>
                      <a:pt x="546" y="276"/>
                    </a:lnTo>
                    <a:lnTo>
                      <a:pt x="546" y="246"/>
                    </a:lnTo>
                    <a:lnTo>
                      <a:pt x="552" y="240"/>
                    </a:lnTo>
                    <a:lnTo>
                      <a:pt x="546" y="216"/>
                    </a:lnTo>
                    <a:lnTo>
                      <a:pt x="516" y="216"/>
                    </a:lnTo>
                    <a:lnTo>
                      <a:pt x="516" y="186"/>
                    </a:lnTo>
                    <a:lnTo>
                      <a:pt x="510" y="180"/>
                    </a:lnTo>
                    <a:lnTo>
                      <a:pt x="480" y="180"/>
                    </a:lnTo>
                    <a:lnTo>
                      <a:pt x="462" y="162"/>
                    </a:lnTo>
                    <a:lnTo>
                      <a:pt x="450" y="156"/>
                    </a:lnTo>
                    <a:lnTo>
                      <a:pt x="432" y="120"/>
                    </a:lnTo>
                    <a:lnTo>
                      <a:pt x="432" y="96"/>
                    </a:lnTo>
                    <a:lnTo>
                      <a:pt x="426" y="90"/>
                    </a:lnTo>
                    <a:lnTo>
                      <a:pt x="414" y="66"/>
                    </a:lnTo>
                    <a:lnTo>
                      <a:pt x="408" y="60"/>
                    </a:lnTo>
                    <a:lnTo>
                      <a:pt x="396" y="60"/>
                    </a:lnTo>
                    <a:lnTo>
                      <a:pt x="396" y="30"/>
                    </a:lnTo>
                    <a:lnTo>
                      <a:pt x="384" y="18"/>
                    </a:lnTo>
                    <a:lnTo>
                      <a:pt x="378" y="0"/>
                    </a:lnTo>
                    <a:lnTo>
                      <a:pt x="342" y="6"/>
                    </a:lnTo>
                    <a:lnTo>
                      <a:pt x="330" y="18"/>
                    </a:lnTo>
                    <a:lnTo>
                      <a:pt x="306" y="18"/>
                    </a:lnTo>
                    <a:lnTo>
                      <a:pt x="264" y="60"/>
                    </a:lnTo>
                    <a:lnTo>
                      <a:pt x="258" y="60"/>
                    </a:lnTo>
                    <a:lnTo>
                      <a:pt x="258" y="42"/>
                    </a:lnTo>
                    <a:lnTo>
                      <a:pt x="252" y="42"/>
                    </a:lnTo>
                    <a:lnTo>
                      <a:pt x="252" y="24"/>
                    </a:lnTo>
                    <a:lnTo>
                      <a:pt x="246" y="18"/>
                    </a:lnTo>
                    <a:lnTo>
                      <a:pt x="228" y="18"/>
                    </a:lnTo>
                    <a:lnTo>
                      <a:pt x="216" y="24"/>
                    </a:lnTo>
                    <a:lnTo>
                      <a:pt x="168" y="36"/>
                    </a:lnTo>
                    <a:lnTo>
                      <a:pt x="132" y="36"/>
                    </a:lnTo>
                    <a:lnTo>
                      <a:pt x="114" y="42"/>
                    </a:lnTo>
                    <a:lnTo>
                      <a:pt x="78" y="42"/>
                    </a:lnTo>
                    <a:lnTo>
                      <a:pt x="78" y="216"/>
                    </a:lnTo>
                    <a:lnTo>
                      <a:pt x="72" y="222"/>
                    </a:lnTo>
                    <a:lnTo>
                      <a:pt x="78" y="348"/>
                    </a:lnTo>
                    <a:lnTo>
                      <a:pt x="6" y="348"/>
                    </a:lnTo>
                    <a:lnTo>
                      <a:pt x="0" y="5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8" name="Benin" descr="© INSCALE GmbH, 05.05.2010&#10;http://www.presentationload.com/">
                <a:extLst>
                  <a:ext uri="{FF2B5EF4-FFF2-40B4-BE49-F238E27FC236}">
                    <a16:creationId xmlns:a16="http://schemas.microsoft.com/office/drawing/2014/main" id="{1621B67E-18BE-3349-8EE2-7B7C81E73DEA}"/>
                  </a:ext>
                </a:extLst>
              </p:cNvPr>
              <p:cNvSpPr>
                <a:spLocks/>
              </p:cNvSpPr>
              <p:nvPr/>
            </p:nvSpPr>
            <p:spPr bwMode="gray">
              <a:xfrm>
                <a:off x="5747549" y="3722577"/>
                <a:ext cx="93688" cy="208743"/>
              </a:xfrm>
              <a:custGeom>
                <a:avLst/>
                <a:gdLst>
                  <a:gd name="T0" fmla="*/ 2147483647 w 222"/>
                  <a:gd name="T1" fmla="*/ 2147483647 h 498"/>
                  <a:gd name="T2" fmla="*/ 2147483647 w 222"/>
                  <a:gd name="T3" fmla="*/ 2147483647 h 498"/>
                  <a:gd name="T4" fmla="*/ 2147483647 w 222"/>
                  <a:gd name="T5" fmla="*/ 2147483647 h 498"/>
                  <a:gd name="T6" fmla="*/ 2147483647 w 222"/>
                  <a:gd name="T7" fmla="*/ 2147483647 h 498"/>
                  <a:gd name="T8" fmla="*/ 2147483647 w 222"/>
                  <a:gd name="T9" fmla="*/ 2147483647 h 498"/>
                  <a:gd name="T10" fmla="*/ 2147483647 w 222"/>
                  <a:gd name="T11" fmla="*/ 2147483647 h 498"/>
                  <a:gd name="T12" fmla="*/ 2147483647 w 222"/>
                  <a:gd name="T13" fmla="*/ 2147483647 h 498"/>
                  <a:gd name="T14" fmla="*/ 2147483647 w 222"/>
                  <a:gd name="T15" fmla="*/ 2147483647 h 498"/>
                  <a:gd name="T16" fmla="*/ 2147483647 w 222"/>
                  <a:gd name="T17" fmla="*/ 2147483647 h 498"/>
                  <a:gd name="T18" fmla="*/ 2147483647 w 222"/>
                  <a:gd name="T19" fmla="*/ 2147483647 h 498"/>
                  <a:gd name="T20" fmla="*/ 2147483647 w 222"/>
                  <a:gd name="T21" fmla="*/ 2147483647 h 498"/>
                  <a:gd name="T22" fmla="*/ 2147483647 w 222"/>
                  <a:gd name="T23" fmla="*/ 2147483647 h 498"/>
                  <a:gd name="T24" fmla="*/ 2147483647 w 222"/>
                  <a:gd name="T25" fmla="*/ 2147483647 h 498"/>
                  <a:gd name="T26" fmla="*/ 2147483647 w 222"/>
                  <a:gd name="T27" fmla="*/ 2147483647 h 498"/>
                  <a:gd name="T28" fmla="*/ 2147483647 w 222"/>
                  <a:gd name="T29" fmla="*/ 2147483647 h 498"/>
                  <a:gd name="T30" fmla="*/ 2147483647 w 222"/>
                  <a:gd name="T31" fmla="*/ 2147483647 h 498"/>
                  <a:gd name="T32" fmla="*/ 2147483647 w 222"/>
                  <a:gd name="T33" fmla="*/ 2147483647 h 498"/>
                  <a:gd name="T34" fmla="*/ 2147483647 w 222"/>
                  <a:gd name="T35" fmla="*/ 2147483647 h 498"/>
                  <a:gd name="T36" fmla="*/ 2147483647 w 222"/>
                  <a:gd name="T37" fmla="*/ 2147483647 h 498"/>
                  <a:gd name="T38" fmla="*/ 2147483647 w 222"/>
                  <a:gd name="T39" fmla="*/ 2147483647 h 498"/>
                  <a:gd name="T40" fmla="*/ 2147483647 w 222"/>
                  <a:gd name="T41" fmla="*/ 2147483647 h 498"/>
                  <a:gd name="T42" fmla="*/ 2147483647 w 222"/>
                  <a:gd name="T43" fmla="*/ 2147483647 h 498"/>
                  <a:gd name="T44" fmla="*/ 2147483647 w 222"/>
                  <a:gd name="T45" fmla="*/ 2147483647 h 498"/>
                  <a:gd name="T46" fmla="*/ 0 w 222"/>
                  <a:gd name="T47" fmla="*/ 2147483647 h 498"/>
                  <a:gd name="T48" fmla="*/ 2147483647 w 222"/>
                  <a:gd name="T49" fmla="*/ 2147483647 h 498"/>
                  <a:gd name="T50" fmla="*/ 2147483647 w 222"/>
                  <a:gd name="T51" fmla="*/ 2147483647 h 498"/>
                  <a:gd name="T52" fmla="*/ 2147483647 w 222"/>
                  <a:gd name="T53" fmla="*/ 2147483647 h 498"/>
                  <a:gd name="T54" fmla="*/ 2147483647 w 222"/>
                  <a:gd name="T55" fmla="*/ 2147483647 h 498"/>
                  <a:gd name="T56" fmla="*/ 2147483647 w 222"/>
                  <a:gd name="T57" fmla="*/ 2147483647 h 498"/>
                  <a:gd name="T58" fmla="*/ 2147483647 w 222"/>
                  <a:gd name="T59" fmla="*/ 2147483647 h 498"/>
                  <a:gd name="T60" fmla="*/ 2147483647 w 222"/>
                  <a:gd name="T61" fmla="*/ 2147483647 h 498"/>
                  <a:gd name="T62" fmla="*/ 2147483647 w 222"/>
                  <a:gd name="T63" fmla="*/ 2147483647 h 498"/>
                  <a:gd name="T64" fmla="*/ 2147483647 w 222"/>
                  <a:gd name="T65" fmla="*/ 2147483647 h 498"/>
                  <a:gd name="T66" fmla="*/ 2147483647 w 222"/>
                  <a:gd name="T67" fmla="*/ 2147483647 h 498"/>
                  <a:gd name="T68" fmla="*/ 2147483647 w 222"/>
                  <a:gd name="T69" fmla="*/ 2147483647 h 49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2"/>
                  <a:gd name="T106" fmla="*/ 0 h 498"/>
                  <a:gd name="T107" fmla="*/ 222 w 222"/>
                  <a:gd name="T108" fmla="*/ 498 h 49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2" h="498">
                    <a:moveTo>
                      <a:pt x="138" y="372"/>
                    </a:moveTo>
                    <a:lnTo>
                      <a:pt x="144" y="342"/>
                    </a:lnTo>
                    <a:lnTo>
                      <a:pt x="138" y="306"/>
                    </a:lnTo>
                    <a:lnTo>
                      <a:pt x="144" y="276"/>
                    </a:lnTo>
                    <a:lnTo>
                      <a:pt x="162" y="276"/>
                    </a:lnTo>
                    <a:lnTo>
                      <a:pt x="174" y="252"/>
                    </a:lnTo>
                    <a:lnTo>
                      <a:pt x="174" y="222"/>
                    </a:lnTo>
                    <a:lnTo>
                      <a:pt x="180" y="216"/>
                    </a:lnTo>
                    <a:lnTo>
                      <a:pt x="186" y="204"/>
                    </a:lnTo>
                    <a:lnTo>
                      <a:pt x="198" y="198"/>
                    </a:lnTo>
                    <a:lnTo>
                      <a:pt x="198" y="156"/>
                    </a:lnTo>
                    <a:lnTo>
                      <a:pt x="210" y="150"/>
                    </a:lnTo>
                    <a:lnTo>
                      <a:pt x="216" y="150"/>
                    </a:lnTo>
                    <a:lnTo>
                      <a:pt x="222" y="144"/>
                    </a:lnTo>
                    <a:lnTo>
                      <a:pt x="222" y="132"/>
                    </a:lnTo>
                    <a:lnTo>
                      <a:pt x="216" y="126"/>
                    </a:lnTo>
                    <a:lnTo>
                      <a:pt x="216" y="114"/>
                    </a:lnTo>
                    <a:lnTo>
                      <a:pt x="210" y="102"/>
                    </a:lnTo>
                    <a:lnTo>
                      <a:pt x="204" y="96"/>
                    </a:lnTo>
                    <a:lnTo>
                      <a:pt x="192" y="72"/>
                    </a:lnTo>
                    <a:lnTo>
                      <a:pt x="198" y="66"/>
                    </a:lnTo>
                    <a:lnTo>
                      <a:pt x="198" y="60"/>
                    </a:lnTo>
                    <a:lnTo>
                      <a:pt x="204" y="48"/>
                    </a:lnTo>
                    <a:lnTo>
                      <a:pt x="198" y="42"/>
                    </a:lnTo>
                    <a:lnTo>
                      <a:pt x="186" y="36"/>
                    </a:lnTo>
                    <a:lnTo>
                      <a:pt x="180" y="36"/>
                    </a:lnTo>
                    <a:lnTo>
                      <a:pt x="174" y="30"/>
                    </a:lnTo>
                    <a:lnTo>
                      <a:pt x="168" y="30"/>
                    </a:lnTo>
                    <a:lnTo>
                      <a:pt x="162" y="24"/>
                    </a:lnTo>
                    <a:lnTo>
                      <a:pt x="156" y="12"/>
                    </a:lnTo>
                    <a:lnTo>
                      <a:pt x="144" y="0"/>
                    </a:lnTo>
                    <a:lnTo>
                      <a:pt x="114" y="12"/>
                    </a:lnTo>
                    <a:lnTo>
                      <a:pt x="114" y="36"/>
                    </a:lnTo>
                    <a:lnTo>
                      <a:pt x="120" y="36"/>
                    </a:lnTo>
                    <a:lnTo>
                      <a:pt x="114" y="42"/>
                    </a:lnTo>
                    <a:lnTo>
                      <a:pt x="108" y="60"/>
                    </a:lnTo>
                    <a:lnTo>
                      <a:pt x="96" y="60"/>
                    </a:lnTo>
                    <a:lnTo>
                      <a:pt x="90" y="66"/>
                    </a:lnTo>
                    <a:lnTo>
                      <a:pt x="84" y="66"/>
                    </a:lnTo>
                    <a:lnTo>
                      <a:pt x="84" y="78"/>
                    </a:lnTo>
                    <a:lnTo>
                      <a:pt x="78" y="72"/>
                    </a:lnTo>
                    <a:lnTo>
                      <a:pt x="48" y="72"/>
                    </a:lnTo>
                    <a:lnTo>
                      <a:pt x="30" y="90"/>
                    </a:lnTo>
                    <a:lnTo>
                      <a:pt x="24" y="102"/>
                    </a:lnTo>
                    <a:lnTo>
                      <a:pt x="12" y="102"/>
                    </a:lnTo>
                    <a:lnTo>
                      <a:pt x="6" y="114"/>
                    </a:lnTo>
                    <a:lnTo>
                      <a:pt x="0" y="132"/>
                    </a:lnTo>
                    <a:lnTo>
                      <a:pt x="0" y="162"/>
                    </a:lnTo>
                    <a:lnTo>
                      <a:pt x="12" y="168"/>
                    </a:lnTo>
                    <a:lnTo>
                      <a:pt x="42" y="198"/>
                    </a:lnTo>
                    <a:lnTo>
                      <a:pt x="42" y="240"/>
                    </a:lnTo>
                    <a:lnTo>
                      <a:pt x="54" y="252"/>
                    </a:lnTo>
                    <a:lnTo>
                      <a:pt x="60" y="264"/>
                    </a:lnTo>
                    <a:lnTo>
                      <a:pt x="60" y="294"/>
                    </a:lnTo>
                    <a:lnTo>
                      <a:pt x="66" y="306"/>
                    </a:lnTo>
                    <a:lnTo>
                      <a:pt x="54" y="318"/>
                    </a:lnTo>
                    <a:lnTo>
                      <a:pt x="54" y="378"/>
                    </a:lnTo>
                    <a:lnTo>
                      <a:pt x="66" y="390"/>
                    </a:lnTo>
                    <a:lnTo>
                      <a:pt x="54" y="396"/>
                    </a:lnTo>
                    <a:lnTo>
                      <a:pt x="60" y="462"/>
                    </a:lnTo>
                    <a:lnTo>
                      <a:pt x="60" y="468"/>
                    </a:lnTo>
                    <a:lnTo>
                      <a:pt x="72" y="480"/>
                    </a:lnTo>
                    <a:lnTo>
                      <a:pt x="72" y="492"/>
                    </a:lnTo>
                    <a:lnTo>
                      <a:pt x="84" y="492"/>
                    </a:lnTo>
                    <a:lnTo>
                      <a:pt x="96" y="498"/>
                    </a:lnTo>
                    <a:lnTo>
                      <a:pt x="108" y="498"/>
                    </a:lnTo>
                    <a:lnTo>
                      <a:pt x="120" y="474"/>
                    </a:lnTo>
                    <a:lnTo>
                      <a:pt x="126" y="480"/>
                    </a:lnTo>
                    <a:lnTo>
                      <a:pt x="138" y="486"/>
                    </a:lnTo>
                    <a:lnTo>
                      <a:pt x="138" y="3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19" name="Angola" descr="© INSCALE GmbH, 05.05.2010&#10;http://www.presentationload.com/">
                <a:extLst>
                  <a:ext uri="{FF2B5EF4-FFF2-40B4-BE49-F238E27FC236}">
                    <a16:creationId xmlns:a16="http://schemas.microsoft.com/office/drawing/2014/main" id="{B7FE3B1C-4F0A-0C4A-9D54-C0641C42ED46}"/>
                  </a:ext>
                </a:extLst>
              </p:cNvPr>
              <p:cNvSpPr>
                <a:spLocks noEditPoints="1"/>
              </p:cNvSpPr>
              <p:nvPr/>
            </p:nvSpPr>
            <p:spPr bwMode="gray">
              <a:xfrm>
                <a:off x="6071345" y="4286345"/>
                <a:ext cx="373107" cy="465151"/>
              </a:xfrm>
              <a:custGeom>
                <a:avLst/>
                <a:gdLst>
                  <a:gd name="T0" fmla="*/ 2147483647 w 888"/>
                  <a:gd name="T1" fmla="*/ 2147483647 h 1104"/>
                  <a:gd name="T2" fmla="*/ 2147483647 w 888"/>
                  <a:gd name="T3" fmla="*/ 2147483647 h 1104"/>
                  <a:gd name="T4" fmla="*/ 2147483647 w 888"/>
                  <a:gd name="T5" fmla="*/ 2147483647 h 1104"/>
                  <a:gd name="T6" fmla="*/ 2147483647 w 888"/>
                  <a:gd name="T7" fmla="*/ 0 h 1104"/>
                  <a:gd name="T8" fmla="*/ 2147483647 w 888"/>
                  <a:gd name="T9" fmla="*/ 2147483647 h 1104"/>
                  <a:gd name="T10" fmla="*/ 2147483647 w 888"/>
                  <a:gd name="T11" fmla="*/ 2147483647 h 1104"/>
                  <a:gd name="T12" fmla="*/ 2147483647 w 888"/>
                  <a:gd name="T13" fmla="*/ 2147483647 h 1104"/>
                  <a:gd name="T14" fmla="*/ 2147483647 w 888"/>
                  <a:gd name="T15" fmla="*/ 2147483647 h 1104"/>
                  <a:gd name="T16" fmla="*/ 2147483647 w 888"/>
                  <a:gd name="T17" fmla="*/ 2147483647 h 1104"/>
                  <a:gd name="T18" fmla="*/ 2147483647 w 888"/>
                  <a:gd name="T19" fmla="*/ 2147483647 h 1104"/>
                  <a:gd name="T20" fmla="*/ 2147483647 w 888"/>
                  <a:gd name="T21" fmla="*/ 2147483647 h 1104"/>
                  <a:gd name="T22" fmla="*/ 2147483647 w 888"/>
                  <a:gd name="T23" fmla="*/ 2147483647 h 1104"/>
                  <a:gd name="T24" fmla="*/ 2147483647 w 888"/>
                  <a:gd name="T25" fmla="*/ 2147483647 h 1104"/>
                  <a:gd name="T26" fmla="*/ 2147483647 w 888"/>
                  <a:gd name="T27" fmla="*/ 2147483647 h 1104"/>
                  <a:gd name="T28" fmla="*/ 2147483647 w 888"/>
                  <a:gd name="T29" fmla="*/ 2147483647 h 1104"/>
                  <a:gd name="T30" fmla="*/ 2147483647 w 888"/>
                  <a:gd name="T31" fmla="*/ 2147483647 h 1104"/>
                  <a:gd name="T32" fmla="*/ 2147483647 w 888"/>
                  <a:gd name="T33" fmla="*/ 2147483647 h 1104"/>
                  <a:gd name="T34" fmla="*/ 2147483647 w 888"/>
                  <a:gd name="T35" fmla="*/ 2147483647 h 1104"/>
                  <a:gd name="T36" fmla="*/ 2147483647 w 888"/>
                  <a:gd name="T37" fmla="*/ 2147483647 h 1104"/>
                  <a:gd name="T38" fmla="*/ 2147483647 w 888"/>
                  <a:gd name="T39" fmla="*/ 2147483647 h 1104"/>
                  <a:gd name="T40" fmla="*/ 2147483647 w 888"/>
                  <a:gd name="T41" fmla="*/ 2147483647 h 1104"/>
                  <a:gd name="T42" fmla="*/ 2147483647 w 888"/>
                  <a:gd name="T43" fmla="*/ 2147483647 h 1104"/>
                  <a:gd name="T44" fmla="*/ 2147483647 w 888"/>
                  <a:gd name="T45" fmla="*/ 2147483647 h 1104"/>
                  <a:gd name="T46" fmla="*/ 2147483647 w 888"/>
                  <a:gd name="T47" fmla="*/ 2147483647 h 1104"/>
                  <a:gd name="T48" fmla="*/ 2147483647 w 888"/>
                  <a:gd name="T49" fmla="*/ 2147483647 h 1104"/>
                  <a:gd name="T50" fmla="*/ 2147483647 w 888"/>
                  <a:gd name="T51" fmla="*/ 2147483647 h 1104"/>
                  <a:gd name="T52" fmla="*/ 2147483647 w 888"/>
                  <a:gd name="T53" fmla="*/ 2147483647 h 1104"/>
                  <a:gd name="T54" fmla="*/ 2147483647 w 888"/>
                  <a:gd name="T55" fmla="*/ 2147483647 h 1104"/>
                  <a:gd name="T56" fmla="*/ 2147483647 w 888"/>
                  <a:gd name="T57" fmla="*/ 2147483647 h 1104"/>
                  <a:gd name="T58" fmla="*/ 2147483647 w 888"/>
                  <a:gd name="T59" fmla="*/ 2147483647 h 1104"/>
                  <a:gd name="T60" fmla="*/ 2147483647 w 888"/>
                  <a:gd name="T61" fmla="*/ 2147483647 h 1104"/>
                  <a:gd name="T62" fmla="*/ 2147483647 w 888"/>
                  <a:gd name="T63" fmla="*/ 2147483647 h 1104"/>
                  <a:gd name="T64" fmla="*/ 2147483647 w 888"/>
                  <a:gd name="T65" fmla="*/ 2147483647 h 1104"/>
                  <a:gd name="T66" fmla="*/ 2147483647 w 888"/>
                  <a:gd name="T67" fmla="*/ 2147483647 h 1104"/>
                  <a:gd name="T68" fmla="*/ 2147483647 w 888"/>
                  <a:gd name="T69" fmla="*/ 2147483647 h 1104"/>
                  <a:gd name="T70" fmla="*/ 2147483647 w 888"/>
                  <a:gd name="T71" fmla="*/ 2147483647 h 1104"/>
                  <a:gd name="T72" fmla="*/ 2147483647 w 888"/>
                  <a:gd name="T73" fmla="*/ 2147483647 h 1104"/>
                  <a:gd name="T74" fmla="*/ 0 w 888"/>
                  <a:gd name="T75" fmla="*/ 2147483647 h 1104"/>
                  <a:gd name="T76" fmla="*/ 2147483647 w 888"/>
                  <a:gd name="T77" fmla="*/ 2147483647 h 1104"/>
                  <a:gd name="T78" fmla="*/ 2147483647 w 888"/>
                  <a:gd name="T79" fmla="*/ 2147483647 h 1104"/>
                  <a:gd name="T80" fmla="*/ 2147483647 w 888"/>
                  <a:gd name="T81" fmla="*/ 2147483647 h 1104"/>
                  <a:gd name="T82" fmla="*/ 2147483647 w 888"/>
                  <a:gd name="T83" fmla="*/ 2147483647 h 1104"/>
                  <a:gd name="T84" fmla="*/ 2147483647 w 888"/>
                  <a:gd name="T85" fmla="*/ 2147483647 h 1104"/>
                  <a:gd name="T86" fmla="*/ 2147483647 w 888"/>
                  <a:gd name="T87" fmla="*/ 2147483647 h 1104"/>
                  <a:gd name="T88" fmla="*/ 2147483647 w 888"/>
                  <a:gd name="T89" fmla="*/ 2147483647 h 1104"/>
                  <a:gd name="T90" fmla="*/ 2147483647 w 888"/>
                  <a:gd name="T91" fmla="*/ 2147483647 h 1104"/>
                  <a:gd name="T92" fmla="*/ 2147483647 w 888"/>
                  <a:gd name="T93" fmla="*/ 2147483647 h 1104"/>
                  <a:gd name="T94" fmla="*/ 2147483647 w 888"/>
                  <a:gd name="T95" fmla="*/ 2147483647 h 11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8"/>
                  <a:gd name="T145" fmla="*/ 0 h 1104"/>
                  <a:gd name="T146" fmla="*/ 888 w 888"/>
                  <a:gd name="T147" fmla="*/ 1104 h 11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8" h="1104">
                    <a:moveTo>
                      <a:pt x="42" y="114"/>
                    </a:moveTo>
                    <a:lnTo>
                      <a:pt x="42" y="120"/>
                    </a:lnTo>
                    <a:lnTo>
                      <a:pt x="48" y="120"/>
                    </a:lnTo>
                    <a:lnTo>
                      <a:pt x="54" y="114"/>
                    </a:lnTo>
                    <a:lnTo>
                      <a:pt x="66" y="108"/>
                    </a:lnTo>
                    <a:lnTo>
                      <a:pt x="72" y="102"/>
                    </a:lnTo>
                    <a:lnTo>
                      <a:pt x="72" y="96"/>
                    </a:lnTo>
                    <a:lnTo>
                      <a:pt x="66" y="84"/>
                    </a:lnTo>
                    <a:lnTo>
                      <a:pt x="66" y="78"/>
                    </a:lnTo>
                    <a:lnTo>
                      <a:pt x="60" y="66"/>
                    </a:lnTo>
                    <a:lnTo>
                      <a:pt x="96" y="36"/>
                    </a:lnTo>
                    <a:lnTo>
                      <a:pt x="102" y="24"/>
                    </a:lnTo>
                    <a:lnTo>
                      <a:pt x="102" y="18"/>
                    </a:lnTo>
                    <a:lnTo>
                      <a:pt x="96" y="12"/>
                    </a:lnTo>
                    <a:lnTo>
                      <a:pt x="96" y="6"/>
                    </a:lnTo>
                    <a:lnTo>
                      <a:pt x="90" y="0"/>
                    </a:lnTo>
                    <a:lnTo>
                      <a:pt x="84" y="6"/>
                    </a:lnTo>
                    <a:lnTo>
                      <a:pt x="72" y="12"/>
                    </a:lnTo>
                    <a:lnTo>
                      <a:pt x="66" y="18"/>
                    </a:lnTo>
                    <a:lnTo>
                      <a:pt x="54" y="24"/>
                    </a:lnTo>
                    <a:lnTo>
                      <a:pt x="54" y="42"/>
                    </a:lnTo>
                    <a:lnTo>
                      <a:pt x="36" y="42"/>
                    </a:lnTo>
                    <a:lnTo>
                      <a:pt x="36" y="60"/>
                    </a:lnTo>
                    <a:lnTo>
                      <a:pt x="42" y="114"/>
                    </a:lnTo>
                    <a:close/>
                    <a:moveTo>
                      <a:pt x="876" y="546"/>
                    </a:moveTo>
                    <a:lnTo>
                      <a:pt x="852" y="546"/>
                    </a:lnTo>
                    <a:lnTo>
                      <a:pt x="840" y="534"/>
                    </a:lnTo>
                    <a:lnTo>
                      <a:pt x="828" y="534"/>
                    </a:lnTo>
                    <a:lnTo>
                      <a:pt x="828" y="546"/>
                    </a:lnTo>
                    <a:lnTo>
                      <a:pt x="804" y="552"/>
                    </a:lnTo>
                    <a:lnTo>
                      <a:pt x="774" y="546"/>
                    </a:lnTo>
                    <a:lnTo>
                      <a:pt x="768" y="564"/>
                    </a:lnTo>
                    <a:lnTo>
                      <a:pt x="762" y="558"/>
                    </a:lnTo>
                    <a:lnTo>
                      <a:pt x="756" y="558"/>
                    </a:lnTo>
                    <a:lnTo>
                      <a:pt x="750" y="552"/>
                    </a:lnTo>
                    <a:lnTo>
                      <a:pt x="750" y="528"/>
                    </a:lnTo>
                    <a:lnTo>
                      <a:pt x="756" y="522"/>
                    </a:lnTo>
                    <a:lnTo>
                      <a:pt x="756" y="510"/>
                    </a:lnTo>
                    <a:lnTo>
                      <a:pt x="762" y="498"/>
                    </a:lnTo>
                    <a:lnTo>
                      <a:pt x="762" y="480"/>
                    </a:lnTo>
                    <a:lnTo>
                      <a:pt x="756" y="474"/>
                    </a:lnTo>
                    <a:lnTo>
                      <a:pt x="744" y="450"/>
                    </a:lnTo>
                    <a:lnTo>
                      <a:pt x="732" y="432"/>
                    </a:lnTo>
                    <a:lnTo>
                      <a:pt x="726" y="414"/>
                    </a:lnTo>
                    <a:lnTo>
                      <a:pt x="726" y="402"/>
                    </a:lnTo>
                    <a:lnTo>
                      <a:pt x="732" y="396"/>
                    </a:lnTo>
                    <a:lnTo>
                      <a:pt x="732" y="384"/>
                    </a:lnTo>
                    <a:lnTo>
                      <a:pt x="726" y="360"/>
                    </a:lnTo>
                    <a:lnTo>
                      <a:pt x="732" y="354"/>
                    </a:lnTo>
                    <a:lnTo>
                      <a:pt x="738" y="342"/>
                    </a:lnTo>
                    <a:lnTo>
                      <a:pt x="738" y="330"/>
                    </a:lnTo>
                    <a:lnTo>
                      <a:pt x="732" y="318"/>
                    </a:lnTo>
                    <a:lnTo>
                      <a:pt x="720" y="306"/>
                    </a:lnTo>
                    <a:lnTo>
                      <a:pt x="714" y="288"/>
                    </a:lnTo>
                    <a:lnTo>
                      <a:pt x="726" y="270"/>
                    </a:lnTo>
                    <a:lnTo>
                      <a:pt x="726" y="246"/>
                    </a:lnTo>
                    <a:lnTo>
                      <a:pt x="636" y="246"/>
                    </a:lnTo>
                    <a:lnTo>
                      <a:pt x="636" y="222"/>
                    </a:lnTo>
                    <a:lnTo>
                      <a:pt x="624" y="216"/>
                    </a:lnTo>
                    <a:lnTo>
                      <a:pt x="612" y="216"/>
                    </a:lnTo>
                    <a:lnTo>
                      <a:pt x="612" y="222"/>
                    </a:lnTo>
                    <a:lnTo>
                      <a:pt x="564" y="222"/>
                    </a:lnTo>
                    <a:lnTo>
                      <a:pt x="558" y="228"/>
                    </a:lnTo>
                    <a:lnTo>
                      <a:pt x="558" y="234"/>
                    </a:lnTo>
                    <a:lnTo>
                      <a:pt x="564" y="240"/>
                    </a:lnTo>
                    <a:lnTo>
                      <a:pt x="570" y="252"/>
                    </a:lnTo>
                    <a:lnTo>
                      <a:pt x="570" y="264"/>
                    </a:lnTo>
                    <a:lnTo>
                      <a:pt x="558" y="264"/>
                    </a:lnTo>
                    <a:lnTo>
                      <a:pt x="558" y="270"/>
                    </a:lnTo>
                    <a:lnTo>
                      <a:pt x="552" y="276"/>
                    </a:lnTo>
                    <a:lnTo>
                      <a:pt x="552" y="294"/>
                    </a:lnTo>
                    <a:lnTo>
                      <a:pt x="510" y="300"/>
                    </a:lnTo>
                    <a:lnTo>
                      <a:pt x="504" y="294"/>
                    </a:lnTo>
                    <a:lnTo>
                      <a:pt x="492" y="300"/>
                    </a:lnTo>
                    <a:lnTo>
                      <a:pt x="468" y="300"/>
                    </a:lnTo>
                    <a:lnTo>
                      <a:pt x="462" y="312"/>
                    </a:lnTo>
                    <a:lnTo>
                      <a:pt x="450" y="306"/>
                    </a:lnTo>
                    <a:lnTo>
                      <a:pt x="420" y="306"/>
                    </a:lnTo>
                    <a:lnTo>
                      <a:pt x="408" y="282"/>
                    </a:lnTo>
                    <a:lnTo>
                      <a:pt x="402" y="276"/>
                    </a:lnTo>
                    <a:lnTo>
                      <a:pt x="402" y="264"/>
                    </a:lnTo>
                    <a:lnTo>
                      <a:pt x="390" y="252"/>
                    </a:lnTo>
                    <a:lnTo>
                      <a:pt x="384" y="252"/>
                    </a:lnTo>
                    <a:lnTo>
                      <a:pt x="378" y="246"/>
                    </a:lnTo>
                    <a:lnTo>
                      <a:pt x="378" y="240"/>
                    </a:lnTo>
                    <a:lnTo>
                      <a:pt x="384" y="234"/>
                    </a:lnTo>
                    <a:lnTo>
                      <a:pt x="384" y="210"/>
                    </a:lnTo>
                    <a:lnTo>
                      <a:pt x="366" y="192"/>
                    </a:lnTo>
                    <a:lnTo>
                      <a:pt x="366" y="150"/>
                    </a:lnTo>
                    <a:lnTo>
                      <a:pt x="354" y="138"/>
                    </a:lnTo>
                    <a:lnTo>
                      <a:pt x="348" y="126"/>
                    </a:lnTo>
                    <a:lnTo>
                      <a:pt x="342" y="120"/>
                    </a:lnTo>
                    <a:lnTo>
                      <a:pt x="324" y="120"/>
                    </a:lnTo>
                    <a:lnTo>
                      <a:pt x="318" y="126"/>
                    </a:lnTo>
                    <a:lnTo>
                      <a:pt x="294" y="126"/>
                    </a:lnTo>
                    <a:lnTo>
                      <a:pt x="276" y="132"/>
                    </a:lnTo>
                    <a:lnTo>
                      <a:pt x="246" y="132"/>
                    </a:lnTo>
                    <a:lnTo>
                      <a:pt x="234" y="126"/>
                    </a:lnTo>
                    <a:lnTo>
                      <a:pt x="222" y="126"/>
                    </a:lnTo>
                    <a:lnTo>
                      <a:pt x="210" y="132"/>
                    </a:lnTo>
                    <a:lnTo>
                      <a:pt x="180" y="132"/>
                    </a:lnTo>
                    <a:lnTo>
                      <a:pt x="168" y="126"/>
                    </a:lnTo>
                    <a:lnTo>
                      <a:pt x="144" y="132"/>
                    </a:lnTo>
                    <a:lnTo>
                      <a:pt x="132" y="126"/>
                    </a:lnTo>
                    <a:lnTo>
                      <a:pt x="126" y="132"/>
                    </a:lnTo>
                    <a:lnTo>
                      <a:pt x="102" y="126"/>
                    </a:lnTo>
                    <a:lnTo>
                      <a:pt x="54" y="150"/>
                    </a:lnTo>
                    <a:lnTo>
                      <a:pt x="48" y="156"/>
                    </a:lnTo>
                    <a:lnTo>
                      <a:pt x="54" y="168"/>
                    </a:lnTo>
                    <a:lnTo>
                      <a:pt x="60" y="174"/>
                    </a:lnTo>
                    <a:lnTo>
                      <a:pt x="66" y="186"/>
                    </a:lnTo>
                    <a:lnTo>
                      <a:pt x="90" y="210"/>
                    </a:lnTo>
                    <a:lnTo>
                      <a:pt x="84" y="234"/>
                    </a:lnTo>
                    <a:lnTo>
                      <a:pt x="90" y="246"/>
                    </a:lnTo>
                    <a:lnTo>
                      <a:pt x="108" y="270"/>
                    </a:lnTo>
                    <a:lnTo>
                      <a:pt x="120" y="300"/>
                    </a:lnTo>
                    <a:lnTo>
                      <a:pt x="126" y="330"/>
                    </a:lnTo>
                    <a:lnTo>
                      <a:pt x="120" y="354"/>
                    </a:lnTo>
                    <a:lnTo>
                      <a:pt x="108" y="378"/>
                    </a:lnTo>
                    <a:lnTo>
                      <a:pt x="102" y="384"/>
                    </a:lnTo>
                    <a:lnTo>
                      <a:pt x="102" y="408"/>
                    </a:lnTo>
                    <a:lnTo>
                      <a:pt x="114" y="408"/>
                    </a:lnTo>
                    <a:lnTo>
                      <a:pt x="114" y="438"/>
                    </a:lnTo>
                    <a:lnTo>
                      <a:pt x="126" y="474"/>
                    </a:lnTo>
                    <a:lnTo>
                      <a:pt x="150" y="510"/>
                    </a:lnTo>
                    <a:lnTo>
                      <a:pt x="162" y="552"/>
                    </a:lnTo>
                    <a:lnTo>
                      <a:pt x="162" y="582"/>
                    </a:lnTo>
                    <a:lnTo>
                      <a:pt x="156" y="594"/>
                    </a:lnTo>
                    <a:lnTo>
                      <a:pt x="150" y="612"/>
                    </a:lnTo>
                    <a:lnTo>
                      <a:pt x="144" y="618"/>
                    </a:lnTo>
                    <a:lnTo>
                      <a:pt x="138" y="630"/>
                    </a:lnTo>
                    <a:lnTo>
                      <a:pt x="144" y="642"/>
                    </a:lnTo>
                    <a:lnTo>
                      <a:pt x="144" y="660"/>
                    </a:lnTo>
                    <a:lnTo>
                      <a:pt x="138" y="666"/>
                    </a:lnTo>
                    <a:lnTo>
                      <a:pt x="126" y="672"/>
                    </a:lnTo>
                    <a:lnTo>
                      <a:pt x="108" y="672"/>
                    </a:lnTo>
                    <a:lnTo>
                      <a:pt x="96" y="690"/>
                    </a:lnTo>
                    <a:lnTo>
                      <a:pt x="102" y="714"/>
                    </a:lnTo>
                    <a:lnTo>
                      <a:pt x="78" y="714"/>
                    </a:lnTo>
                    <a:lnTo>
                      <a:pt x="66" y="720"/>
                    </a:lnTo>
                    <a:lnTo>
                      <a:pt x="66" y="750"/>
                    </a:lnTo>
                    <a:lnTo>
                      <a:pt x="60" y="762"/>
                    </a:lnTo>
                    <a:lnTo>
                      <a:pt x="60" y="774"/>
                    </a:lnTo>
                    <a:lnTo>
                      <a:pt x="48" y="786"/>
                    </a:lnTo>
                    <a:lnTo>
                      <a:pt x="48" y="858"/>
                    </a:lnTo>
                    <a:lnTo>
                      <a:pt x="36" y="864"/>
                    </a:lnTo>
                    <a:lnTo>
                      <a:pt x="30" y="870"/>
                    </a:lnTo>
                    <a:lnTo>
                      <a:pt x="30" y="912"/>
                    </a:lnTo>
                    <a:lnTo>
                      <a:pt x="6" y="930"/>
                    </a:lnTo>
                    <a:lnTo>
                      <a:pt x="6" y="966"/>
                    </a:lnTo>
                    <a:lnTo>
                      <a:pt x="18" y="984"/>
                    </a:lnTo>
                    <a:lnTo>
                      <a:pt x="0" y="1002"/>
                    </a:lnTo>
                    <a:lnTo>
                      <a:pt x="0" y="1044"/>
                    </a:lnTo>
                    <a:lnTo>
                      <a:pt x="18" y="1044"/>
                    </a:lnTo>
                    <a:lnTo>
                      <a:pt x="36" y="1038"/>
                    </a:lnTo>
                    <a:lnTo>
                      <a:pt x="42" y="1044"/>
                    </a:lnTo>
                    <a:lnTo>
                      <a:pt x="72" y="1044"/>
                    </a:lnTo>
                    <a:lnTo>
                      <a:pt x="90" y="1026"/>
                    </a:lnTo>
                    <a:lnTo>
                      <a:pt x="90" y="1020"/>
                    </a:lnTo>
                    <a:lnTo>
                      <a:pt x="120" y="1020"/>
                    </a:lnTo>
                    <a:lnTo>
                      <a:pt x="126" y="1026"/>
                    </a:lnTo>
                    <a:lnTo>
                      <a:pt x="132" y="1038"/>
                    </a:lnTo>
                    <a:lnTo>
                      <a:pt x="156" y="1050"/>
                    </a:lnTo>
                    <a:lnTo>
                      <a:pt x="168" y="1050"/>
                    </a:lnTo>
                    <a:lnTo>
                      <a:pt x="174" y="1056"/>
                    </a:lnTo>
                    <a:lnTo>
                      <a:pt x="480" y="1056"/>
                    </a:lnTo>
                    <a:lnTo>
                      <a:pt x="480" y="1062"/>
                    </a:lnTo>
                    <a:lnTo>
                      <a:pt x="504" y="1086"/>
                    </a:lnTo>
                    <a:lnTo>
                      <a:pt x="540" y="1086"/>
                    </a:lnTo>
                    <a:lnTo>
                      <a:pt x="546" y="1098"/>
                    </a:lnTo>
                    <a:lnTo>
                      <a:pt x="618" y="1092"/>
                    </a:lnTo>
                    <a:lnTo>
                      <a:pt x="624" y="1104"/>
                    </a:lnTo>
                    <a:lnTo>
                      <a:pt x="696" y="1104"/>
                    </a:lnTo>
                    <a:lnTo>
                      <a:pt x="732" y="1098"/>
                    </a:lnTo>
                    <a:lnTo>
                      <a:pt x="780" y="1092"/>
                    </a:lnTo>
                    <a:lnTo>
                      <a:pt x="816" y="1080"/>
                    </a:lnTo>
                    <a:lnTo>
                      <a:pt x="828" y="1074"/>
                    </a:lnTo>
                    <a:lnTo>
                      <a:pt x="738" y="984"/>
                    </a:lnTo>
                    <a:lnTo>
                      <a:pt x="738" y="966"/>
                    </a:lnTo>
                    <a:lnTo>
                      <a:pt x="732" y="954"/>
                    </a:lnTo>
                    <a:lnTo>
                      <a:pt x="732" y="702"/>
                    </a:lnTo>
                    <a:lnTo>
                      <a:pt x="858" y="708"/>
                    </a:lnTo>
                    <a:lnTo>
                      <a:pt x="864" y="708"/>
                    </a:lnTo>
                    <a:lnTo>
                      <a:pt x="876" y="696"/>
                    </a:lnTo>
                    <a:lnTo>
                      <a:pt x="876" y="672"/>
                    </a:lnTo>
                    <a:lnTo>
                      <a:pt x="870" y="666"/>
                    </a:lnTo>
                    <a:lnTo>
                      <a:pt x="870" y="660"/>
                    </a:lnTo>
                    <a:lnTo>
                      <a:pt x="888" y="654"/>
                    </a:lnTo>
                    <a:lnTo>
                      <a:pt x="876" y="642"/>
                    </a:lnTo>
                    <a:lnTo>
                      <a:pt x="876" y="588"/>
                    </a:lnTo>
                    <a:lnTo>
                      <a:pt x="882" y="588"/>
                    </a:lnTo>
                    <a:lnTo>
                      <a:pt x="888" y="582"/>
                    </a:lnTo>
                    <a:lnTo>
                      <a:pt x="888" y="564"/>
                    </a:lnTo>
                    <a:lnTo>
                      <a:pt x="876" y="552"/>
                    </a:lnTo>
                    <a:lnTo>
                      <a:pt x="876" y="5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320" name="Algeria" descr="© INSCALE GmbH, 05.05.2010&#10;http://www.presentationload.com/">
                <a:extLst>
                  <a:ext uri="{FF2B5EF4-FFF2-40B4-BE49-F238E27FC236}">
                    <a16:creationId xmlns:a16="http://schemas.microsoft.com/office/drawing/2014/main" id="{2A78E1F3-9628-AF46-9345-A6B2A341481A}"/>
                  </a:ext>
                </a:extLst>
              </p:cNvPr>
              <p:cNvSpPr>
                <a:spLocks/>
              </p:cNvSpPr>
              <p:nvPr/>
            </p:nvSpPr>
            <p:spPr bwMode="gray">
              <a:xfrm>
                <a:off x="5459914" y="2882676"/>
                <a:ext cx="621297" cy="614719"/>
              </a:xfrm>
              <a:custGeom>
                <a:avLst/>
                <a:gdLst>
                  <a:gd name="T0" fmla="*/ 2147483647 w 1476"/>
                  <a:gd name="T1" fmla="*/ 2147483647 h 1464"/>
                  <a:gd name="T2" fmla="*/ 2147483647 w 1476"/>
                  <a:gd name="T3" fmla="*/ 2147483647 h 1464"/>
                  <a:gd name="T4" fmla="*/ 2147483647 w 1476"/>
                  <a:gd name="T5" fmla="*/ 2147483647 h 1464"/>
                  <a:gd name="T6" fmla="*/ 2147483647 w 1476"/>
                  <a:gd name="T7" fmla="*/ 2147483647 h 1464"/>
                  <a:gd name="T8" fmla="*/ 2147483647 w 1476"/>
                  <a:gd name="T9" fmla="*/ 2147483647 h 1464"/>
                  <a:gd name="T10" fmla="*/ 2147483647 w 1476"/>
                  <a:gd name="T11" fmla="*/ 2147483647 h 1464"/>
                  <a:gd name="T12" fmla="*/ 2147483647 w 1476"/>
                  <a:gd name="T13" fmla="*/ 2147483647 h 1464"/>
                  <a:gd name="T14" fmla="*/ 2147483647 w 1476"/>
                  <a:gd name="T15" fmla="*/ 2147483647 h 1464"/>
                  <a:gd name="T16" fmla="*/ 2147483647 w 1476"/>
                  <a:gd name="T17" fmla="*/ 2147483647 h 1464"/>
                  <a:gd name="T18" fmla="*/ 2147483647 w 1476"/>
                  <a:gd name="T19" fmla="*/ 2147483647 h 1464"/>
                  <a:gd name="T20" fmla="*/ 2147483647 w 1476"/>
                  <a:gd name="T21" fmla="*/ 2147483647 h 1464"/>
                  <a:gd name="T22" fmla="*/ 2147483647 w 1476"/>
                  <a:gd name="T23" fmla="*/ 2147483647 h 1464"/>
                  <a:gd name="T24" fmla="*/ 2147483647 w 1476"/>
                  <a:gd name="T25" fmla="*/ 2147483647 h 1464"/>
                  <a:gd name="T26" fmla="*/ 2147483647 w 1476"/>
                  <a:gd name="T27" fmla="*/ 2147483647 h 1464"/>
                  <a:gd name="T28" fmla="*/ 2147483647 w 1476"/>
                  <a:gd name="T29" fmla="*/ 2147483647 h 1464"/>
                  <a:gd name="T30" fmla="*/ 2147483647 w 1476"/>
                  <a:gd name="T31" fmla="*/ 2147483647 h 1464"/>
                  <a:gd name="T32" fmla="*/ 2147483647 w 1476"/>
                  <a:gd name="T33" fmla="*/ 2147483647 h 1464"/>
                  <a:gd name="T34" fmla="*/ 2147483647 w 1476"/>
                  <a:gd name="T35" fmla="*/ 2147483647 h 1464"/>
                  <a:gd name="T36" fmla="*/ 2147483647 w 1476"/>
                  <a:gd name="T37" fmla="*/ 2147483647 h 1464"/>
                  <a:gd name="T38" fmla="*/ 2147483647 w 1476"/>
                  <a:gd name="T39" fmla="*/ 2147483647 h 1464"/>
                  <a:gd name="T40" fmla="*/ 2147483647 w 1476"/>
                  <a:gd name="T41" fmla="*/ 2147483647 h 1464"/>
                  <a:gd name="T42" fmla="*/ 2147483647 w 1476"/>
                  <a:gd name="T43" fmla="*/ 2147483647 h 1464"/>
                  <a:gd name="T44" fmla="*/ 2147483647 w 1476"/>
                  <a:gd name="T45" fmla="*/ 2147483647 h 1464"/>
                  <a:gd name="T46" fmla="*/ 2147483647 w 1476"/>
                  <a:gd name="T47" fmla="*/ 2147483647 h 1464"/>
                  <a:gd name="T48" fmla="*/ 2147483647 w 1476"/>
                  <a:gd name="T49" fmla="*/ 2147483647 h 1464"/>
                  <a:gd name="T50" fmla="*/ 2147483647 w 1476"/>
                  <a:gd name="T51" fmla="*/ 2147483647 h 1464"/>
                  <a:gd name="T52" fmla="*/ 2147483647 w 1476"/>
                  <a:gd name="T53" fmla="*/ 2147483647 h 1464"/>
                  <a:gd name="T54" fmla="*/ 2147483647 w 1476"/>
                  <a:gd name="T55" fmla="*/ 2147483647 h 1464"/>
                  <a:gd name="T56" fmla="*/ 2147483647 w 1476"/>
                  <a:gd name="T57" fmla="*/ 2147483647 h 1464"/>
                  <a:gd name="T58" fmla="*/ 2147483647 w 1476"/>
                  <a:gd name="T59" fmla="*/ 2147483647 h 1464"/>
                  <a:gd name="T60" fmla="*/ 2147483647 w 1476"/>
                  <a:gd name="T61" fmla="*/ 2147483647 h 1464"/>
                  <a:gd name="T62" fmla="*/ 2147483647 w 1476"/>
                  <a:gd name="T63" fmla="*/ 2147483647 h 1464"/>
                  <a:gd name="T64" fmla="*/ 2147483647 w 1476"/>
                  <a:gd name="T65" fmla="*/ 2147483647 h 1464"/>
                  <a:gd name="T66" fmla="*/ 2147483647 w 1476"/>
                  <a:gd name="T67" fmla="*/ 2147483647 h 1464"/>
                  <a:gd name="T68" fmla="*/ 2147483647 w 1476"/>
                  <a:gd name="T69" fmla="*/ 2147483647 h 1464"/>
                  <a:gd name="T70" fmla="*/ 2147483647 w 1476"/>
                  <a:gd name="T71" fmla="*/ 2147483647 h 1464"/>
                  <a:gd name="T72" fmla="*/ 2147483647 w 1476"/>
                  <a:gd name="T73" fmla="*/ 2147483647 h 1464"/>
                  <a:gd name="T74" fmla="*/ 2147483647 w 1476"/>
                  <a:gd name="T75" fmla="*/ 2147483647 h 1464"/>
                  <a:gd name="T76" fmla="*/ 2147483647 w 1476"/>
                  <a:gd name="T77" fmla="*/ 2147483647 h 1464"/>
                  <a:gd name="T78" fmla="*/ 2147483647 w 1476"/>
                  <a:gd name="T79" fmla="*/ 2147483647 h 1464"/>
                  <a:gd name="T80" fmla="*/ 2147483647 w 1476"/>
                  <a:gd name="T81" fmla="*/ 2147483647 h 1464"/>
                  <a:gd name="T82" fmla="*/ 2147483647 w 1476"/>
                  <a:gd name="T83" fmla="*/ 2147483647 h 1464"/>
                  <a:gd name="T84" fmla="*/ 2147483647 w 1476"/>
                  <a:gd name="T85" fmla="*/ 2147483647 h 1464"/>
                  <a:gd name="T86" fmla="*/ 2147483647 w 1476"/>
                  <a:gd name="T87" fmla="*/ 2147483647 h 1464"/>
                  <a:gd name="T88" fmla="*/ 2147483647 w 1476"/>
                  <a:gd name="T89" fmla="*/ 2147483647 h 1464"/>
                  <a:gd name="T90" fmla="*/ 2147483647 w 1476"/>
                  <a:gd name="T91" fmla="*/ 2147483647 h 1464"/>
                  <a:gd name="T92" fmla="*/ 2147483647 w 1476"/>
                  <a:gd name="T93" fmla="*/ 2147483647 h 1464"/>
                  <a:gd name="T94" fmla="*/ 2147483647 w 1476"/>
                  <a:gd name="T95" fmla="*/ 2147483647 h 1464"/>
                  <a:gd name="T96" fmla="*/ 2147483647 w 1476"/>
                  <a:gd name="T97" fmla="*/ 2147483647 h 1464"/>
                  <a:gd name="T98" fmla="*/ 2147483647 w 1476"/>
                  <a:gd name="T99" fmla="*/ 2147483647 h 1464"/>
                  <a:gd name="T100" fmla="*/ 2147483647 w 1476"/>
                  <a:gd name="T101" fmla="*/ 2147483647 h 1464"/>
                  <a:gd name="T102" fmla="*/ 2147483647 w 1476"/>
                  <a:gd name="T103" fmla="*/ 2147483647 h 1464"/>
                  <a:gd name="T104" fmla="*/ 2147483647 w 1476"/>
                  <a:gd name="T105" fmla="*/ 2147483647 h 14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76"/>
                  <a:gd name="T160" fmla="*/ 0 h 1464"/>
                  <a:gd name="T161" fmla="*/ 1476 w 1476"/>
                  <a:gd name="T162" fmla="*/ 1464 h 14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76" h="1464">
                    <a:moveTo>
                      <a:pt x="360" y="534"/>
                    </a:moveTo>
                    <a:lnTo>
                      <a:pt x="318" y="534"/>
                    </a:lnTo>
                    <a:lnTo>
                      <a:pt x="312" y="546"/>
                    </a:lnTo>
                    <a:lnTo>
                      <a:pt x="306" y="552"/>
                    </a:lnTo>
                    <a:lnTo>
                      <a:pt x="294" y="576"/>
                    </a:lnTo>
                    <a:lnTo>
                      <a:pt x="282" y="588"/>
                    </a:lnTo>
                    <a:lnTo>
                      <a:pt x="258" y="588"/>
                    </a:lnTo>
                    <a:lnTo>
                      <a:pt x="246" y="582"/>
                    </a:lnTo>
                    <a:lnTo>
                      <a:pt x="234" y="582"/>
                    </a:lnTo>
                    <a:lnTo>
                      <a:pt x="228" y="594"/>
                    </a:lnTo>
                    <a:lnTo>
                      <a:pt x="204" y="600"/>
                    </a:lnTo>
                    <a:lnTo>
                      <a:pt x="204" y="606"/>
                    </a:lnTo>
                    <a:lnTo>
                      <a:pt x="198" y="618"/>
                    </a:lnTo>
                    <a:lnTo>
                      <a:pt x="186" y="618"/>
                    </a:lnTo>
                    <a:lnTo>
                      <a:pt x="180" y="612"/>
                    </a:lnTo>
                    <a:lnTo>
                      <a:pt x="168" y="606"/>
                    </a:lnTo>
                    <a:lnTo>
                      <a:pt x="138" y="624"/>
                    </a:lnTo>
                    <a:lnTo>
                      <a:pt x="120" y="624"/>
                    </a:lnTo>
                    <a:lnTo>
                      <a:pt x="120" y="630"/>
                    </a:lnTo>
                    <a:lnTo>
                      <a:pt x="90" y="660"/>
                    </a:lnTo>
                    <a:lnTo>
                      <a:pt x="78" y="666"/>
                    </a:lnTo>
                    <a:lnTo>
                      <a:pt x="72" y="672"/>
                    </a:lnTo>
                    <a:lnTo>
                      <a:pt x="60" y="678"/>
                    </a:lnTo>
                    <a:lnTo>
                      <a:pt x="54" y="708"/>
                    </a:lnTo>
                    <a:lnTo>
                      <a:pt x="54" y="768"/>
                    </a:lnTo>
                    <a:lnTo>
                      <a:pt x="0" y="768"/>
                    </a:lnTo>
                    <a:lnTo>
                      <a:pt x="54" y="768"/>
                    </a:lnTo>
                    <a:lnTo>
                      <a:pt x="54" y="804"/>
                    </a:lnTo>
                    <a:lnTo>
                      <a:pt x="312" y="984"/>
                    </a:lnTo>
                    <a:lnTo>
                      <a:pt x="720" y="1296"/>
                    </a:lnTo>
                    <a:lnTo>
                      <a:pt x="720" y="1320"/>
                    </a:lnTo>
                    <a:lnTo>
                      <a:pt x="744" y="1320"/>
                    </a:lnTo>
                    <a:lnTo>
                      <a:pt x="750" y="1326"/>
                    </a:lnTo>
                    <a:lnTo>
                      <a:pt x="750" y="1344"/>
                    </a:lnTo>
                    <a:lnTo>
                      <a:pt x="762" y="1356"/>
                    </a:lnTo>
                    <a:lnTo>
                      <a:pt x="798" y="1356"/>
                    </a:lnTo>
                    <a:lnTo>
                      <a:pt x="804" y="1386"/>
                    </a:lnTo>
                    <a:lnTo>
                      <a:pt x="810" y="1386"/>
                    </a:lnTo>
                    <a:lnTo>
                      <a:pt x="816" y="1380"/>
                    </a:lnTo>
                    <a:lnTo>
                      <a:pt x="846" y="1380"/>
                    </a:lnTo>
                    <a:lnTo>
                      <a:pt x="858" y="1386"/>
                    </a:lnTo>
                    <a:lnTo>
                      <a:pt x="870" y="1410"/>
                    </a:lnTo>
                    <a:lnTo>
                      <a:pt x="870" y="1428"/>
                    </a:lnTo>
                    <a:lnTo>
                      <a:pt x="852" y="1446"/>
                    </a:lnTo>
                    <a:lnTo>
                      <a:pt x="852" y="1452"/>
                    </a:lnTo>
                    <a:lnTo>
                      <a:pt x="858" y="1458"/>
                    </a:lnTo>
                    <a:lnTo>
                      <a:pt x="870" y="1464"/>
                    </a:lnTo>
                    <a:lnTo>
                      <a:pt x="900" y="1464"/>
                    </a:lnTo>
                    <a:lnTo>
                      <a:pt x="906" y="1458"/>
                    </a:lnTo>
                    <a:lnTo>
                      <a:pt x="924" y="1458"/>
                    </a:lnTo>
                    <a:lnTo>
                      <a:pt x="954" y="1452"/>
                    </a:lnTo>
                    <a:lnTo>
                      <a:pt x="984" y="1440"/>
                    </a:lnTo>
                    <a:lnTo>
                      <a:pt x="1020" y="1434"/>
                    </a:lnTo>
                    <a:lnTo>
                      <a:pt x="1038" y="1434"/>
                    </a:lnTo>
                    <a:lnTo>
                      <a:pt x="1062" y="1416"/>
                    </a:lnTo>
                    <a:lnTo>
                      <a:pt x="1098" y="1386"/>
                    </a:lnTo>
                    <a:lnTo>
                      <a:pt x="1128" y="1350"/>
                    </a:lnTo>
                    <a:lnTo>
                      <a:pt x="1158" y="1326"/>
                    </a:lnTo>
                    <a:lnTo>
                      <a:pt x="1182" y="1314"/>
                    </a:lnTo>
                    <a:lnTo>
                      <a:pt x="1224" y="1284"/>
                    </a:lnTo>
                    <a:lnTo>
                      <a:pt x="1272" y="1248"/>
                    </a:lnTo>
                    <a:lnTo>
                      <a:pt x="1332" y="1206"/>
                    </a:lnTo>
                    <a:lnTo>
                      <a:pt x="1386" y="1170"/>
                    </a:lnTo>
                    <a:lnTo>
                      <a:pt x="1434" y="1134"/>
                    </a:lnTo>
                    <a:lnTo>
                      <a:pt x="1464" y="1110"/>
                    </a:lnTo>
                    <a:lnTo>
                      <a:pt x="1476" y="1104"/>
                    </a:lnTo>
                    <a:lnTo>
                      <a:pt x="1476" y="1098"/>
                    </a:lnTo>
                    <a:lnTo>
                      <a:pt x="1470" y="1092"/>
                    </a:lnTo>
                    <a:lnTo>
                      <a:pt x="1464" y="1080"/>
                    </a:lnTo>
                    <a:lnTo>
                      <a:pt x="1458" y="1062"/>
                    </a:lnTo>
                    <a:lnTo>
                      <a:pt x="1452" y="1050"/>
                    </a:lnTo>
                    <a:lnTo>
                      <a:pt x="1452" y="1044"/>
                    </a:lnTo>
                    <a:lnTo>
                      <a:pt x="1440" y="1032"/>
                    </a:lnTo>
                    <a:lnTo>
                      <a:pt x="1428" y="1032"/>
                    </a:lnTo>
                    <a:lnTo>
                      <a:pt x="1392" y="1014"/>
                    </a:lnTo>
                    <a:lnTo>
                      <a:pt x="1386" y="1014"/>
                    </a:lnTo>
                    <a:lnTo>
                      <a:pt x="1362" y="1026"/>
                    </a:lnTo>
                    <a:lnTo>
                      <a:pt x="1338" y="1002"/>
                    </a:lnTo>
                    <a:lnTo>
                      <a:pt x="1338" y="960"/>
                    </a:lnTo>
                    <a:lnTo>
                      <a:pt x="1332" y="954"/>
                    </a:lnTo>
                    <a:lnTo>
                      <a:pt x="1326" y="942"/>
                    </a:lnTo>
                    <a:lnTo>
                      <a:pt x="1314" y="930"/>
                    </a:lnTo>
                    <a:lnTo>
                      <a:pt x="1308" y="912"/>
                    </a:lnTo>
                    <a:lnTo>
                      <a:pt x="1296" y="900"/>
                    </a:lnTo>
                    <a:lnTo>
                      <a:pt x="1290" y="888"/>
                    </a:lnTo>
                    <a:lnTo>
                      <a:pt x="1290" y="882"/>
                    </a:lnTo>
                    <a:lnTo>
                      <a:pt x="1296" y="876"/>
                    </a:lnTo>
                    <a:lnTo>
                      <a:pt x="1308" y="876"/>
                    </a:lnTo>
                    <a:lnTo>
                      <a:pt x="1320" y="870"/>
                    </a:lnTo>
                    <a:lnTo>
                      <a:pt x="1326" y="864"/>
                    </a:lnTo>
                    <a:lnTo>
                      <a:pt x="1332" y="852"/>
                    </a:lnTo>
                    <a:lnTo>
                      <a:pt x="1332" y="840"/>
                    </a:lnTo>
                    <a:lnTo>
                      <a:pt x="1326" y="834"/>
                    </a:lnTo>
                    <a:lnTo>
                      <a:pt x="1326" y="828"/>
                    </a:lnTo>
                    <a:lnTo>
                      <a:pt x="1320" y="774"/>
                    </a:lnTo>
                    <a:lnTo>
                      <a:pt x="1332" y="750"/>
                    </a:lnTo>
                    <a:lnTo>
                      <a:pt x="1326" y="732"/>
                    </a:lnTo>
                    <a:lnTo>
                      <a:pt x="1326" y="726"/>
                    </a:lnTo>
                    <a:lnTo>
                      <a:pt x="1332" y="720"/>
                    </a:lnTo>
                    <a:lnTo>
                      <a:pt x="1332" y="690"/>
                    </a:lnTo>
                    <a:lnTo>
                      <a:pt x="1338" y="678"/>
                    </a:lnTo>
                    <a:lnTo>
                      <a:pt x="1338" y="672"/>
                    </a:lnTo>
                    <a:lnTo>
                      <a:pt x="1326" y="648"/>
                    </a:lnTo>
                    <a:lnTo>
                      <a:pt x="1302" y="588"/>
                    </a:lnTo>
                    <a:lnTo>
                      <a:pt x="1290" y="570"/>
                    </a:lnTo>
                    <a:lnTo>
                      <a:pt x="1296" y="564"/>
                    </a:lnTo>
                    <a:lnTo>
                      <a:pt x="1308" y="558"/>
                    </a:lnTo>
                    <a:lnTo>
                      <a:pt x="1296" y="528"/>
                    </a:lnTo>
                    <a:lnTo>
                      <a:pt x="1284" y="480"/>
                    </a:lnTo>
                    <a:lnTo>
                      <a:pt x="1278" y="438"/>
                    </a:lnTo>
                    <a:lnTo>
                      <a:pt x="1272" y="414"/>
                    </a:lnTo>
                    <a:lnTo>
                      <a:pt x="1266" y="408"/>
                    </a:lnTo>
                    <a:lnTo>
                      <a:pt x="1260" y="396"/>
                    </a:lnTo>
                    <a:lnTo>
                      <a:pt x="1236" y="384"/>
                    </a:lnTo>
                    <a:lnTo>
                      <a:pt x="1230" y="378"/>
                    </a:lnTo>
                    <a:lnTo>
                      <a:pt x="1224" y="378"/>
                    </a:lnTo>
                    <a:lnTo>
                      <a:pt x="1224" y="336"/>
                    </a:lnTo>
                    <a:lnTo>
                      <a:pt x="1212" y="324"/>
                    </a:lnTo>
                    <a:lnTo>
                      <a:pt x="1194" y="318"/>
                    </a:lnTo>
                    <a:lnTo>
                      <a:pt x="1182" y="318"/>
                    </a:lnTo>
                    <a:lnTo>
                      <a:pt x="1182" y="288"/>
                    </a:lnTo>
                    <a:lnTo>
                      <a:pt x="1170" y="288"/>
                    </a:lnTo>
                    <a:lnTo>
                      <a:pt x="1170" y="246"/>
                    </a:lnTo>
                    <a:lnTo>
                      <a:pt x="1194" y="222"/>
                    </a:lnTo>
                    <a:lnTo>
                      <a:pt x="1218" y="204"/>
                    </a:lnTo>
                    <a:lnTo>
                      <a:pt x="1218" y="198"/>
                    </a:lnTo>
                    <a:lnTo>
                      <a:pt x="1224" y="192"/>
                    </a:lnTo>
                    <a:lnTo>
                      <a:pt x="1224" y="180"/>
                    </a:lnTo>
                    <a:lnTo>
                      <a:pt x="1230" y="168"/>
                    </a:lnTo>
                    <a:lnTo>
                      <a:pt x="1230" y="126"/>
                    </a:lnTo>
                    <a:lnTo>
                      <a:pt x="1224" y="114"/>
                    </a:lnTo>
                    <a:lnTo>
                      <a:pt x="1224" y="78"/>
                    </a:lnTo>
                    <a:lnTo>
                      <a:pt x="1230" y="66"/>
                    </a:lnTo>
                    <a:lnTo>
                      <a:pt x="1230" y="54"/>
                    </a:lnTo>
                    <a:lnTo>
                      <a:pt x="1212" y="48"/>
                    </a:lnTo>
                    <a:lnTo>
                      <a:pt x="1254" y="30"/>
                    </a:lnTo>
                    <a:lnTo>
                      <a:pt x="1254" y="18"/>
                    </a:lnTo>
                    <a:lnTo>
                      <a:pt x="1242" y="18"/>
                    </a:lnTo>
                    <a:lnTo>
                      <a:pt x="1236" y="12"/>
                    </a:lnTo>
                    <a:lnTo>
                      <a:pt x="1224" y="12"/>
                    </a:lnTo>
                    <a:lnTo>
                      <a:pt x="1206" y="24"/>
                    </a:lnTo>
                    <a:lnTo>
                      <a:pt x="1170" y="6"/>
                    </a:lnTo>
                    <a:lnTo>
                      <a:pt x="1152" y="6"/>
                    </a:lnTo>
                    <a:lnTo>
                      <a:pt x="1152" y="18"/>
                    </a:lnTo>
                    <a:lnTo>
                      <a:pt x="1116" y="18"/>
                    </a:lnTo>
                    <a:lnTo>
                      <a:pt x="1092" y="0"/>
                    </a:lnTo>
                    <a:lnTo>
                      <a:pt x="1086" y="30"/>
                    </a:lnTo>
                    <a:lnTo>
                      <a:pt x="1056" y="18"/>
                    </a:lnTo>
                    <a:lnTo>
                      <a:pt x="1026" y="42"/>
                    </a:lnTo>
                    <a:lnTo>
                      <a:pt x="1002" y="30"/>
                    </a:lnTo>
                    <a:lnTo>
                      <a:pt x="984" y="30"/>
                    </a:lnTo>
                    <a:lnTo>
                      <a:pt x="966" y="24"/>
                    </a:lnTo>
                    <a:lnTo>
                      <a:pt x="948" y="24"/>
                    </a:lnTo>
                    <a:lnTo>
                      <a:pt x="924" y="30"/>
                    </a:lnTo>
                    <a:lnTo>
                      <a:pt x="906" y="30"/>
                    </a:lnTo>
                    <a:lnTo>
                      <a:pt x="900" y="36"/>
                    </a:lnTo>
                    <a:lnTo>
                      <a:pt x="888" y="36"/>
                    </a:lnTo>
                    <a:lnTo>
                      <a:pt x="876" y="42"/>
                    </a:lnTo>
                    <a:lnTo>
                      <a:pt x="816" y="42"/>
                    </a:lnTo>
                    <a:lnTo>
                      <a:pt x="810" y="48"/>
                    </a:lnTo>
                    <a:lnTo>
                      <a:pt x="750" y="48"/>
                    </a:lnTo>
                    <a:lnTo>
                      <a:pt x="744" y="54"/>
                    </a:lnTo>
                    <a:lnTo>
                      <a:pt x="726" y="54"/>
                    </a:lnTo>
                    <a:lnTo>
                      <a:pt x="714" y="60"/>
                    </a:lnTo>
                    <a:lnTo>
                      <a:pt x="696" y="66"/>
                    </a:lnTo>
                    <a:lnTo>
                      <a:pt x="684" y="78"/>
                    </a:lnTo>
                    <a:lnTo>
                      <a:pt x="678" y="90"/>
                    </a:lnTo>
                    <a:lnTo>
                      <a:pt x="666" y="102"/>
                    </a:lnTo>
                    <a:lnTo>
                      <a:pt x="666" y="108"/>
                    </a:lnTo>
                    <a:lnTo>
                      <a:pt x="636" y="108"/>
                    </a:lnTo>
                    <a:lnTo>
                      <a:pt x="624" y="114"/>
                    </a:lnTo>
                    <a:lnTo>
                      <a:pt x="606" y="114"/>
                    </a:lnTo>
                    <a:lnTo>
                      <a:pt x="594" y="120"/>
                    </a:lnTo>
                    <a:lnTo>
                      <a:pt x="588" y="126"/>
                    </a:lnTo>
                    <a:lnTo>
                      <a:pt x="588" y="132"/>
                    </a:lnTo>
                    <a:lnTo>
                      <a:pt x="558" y="162"/>
                    </a:lnTo>
                    <a:lnTo>
                      <a:pt x="546" y="168"/>
                    </a:lnTo>
                    <a:lnTo>
                      <a:pt x="522" y="168"/>
                    </a:lnTo>
                    <a:lnTo>
                      <a:pt x="528" y="174"/>
                    </a:lnTo>
                    <a:lnTo>
                      <a:pt x="534" y="186"/>
                    </a:lnTo>
                    <a:lnTo>
                      <a:pt x="546" y="192"/>
                    </a:lnTo>
                    <a:lnTo>
                      <a:pt x="540" y="198"/>
                    </a:lnTo>
                    <a:lnTo>
                      <a:pt x="540" y="210"/>
                    </a:lnTo>
                    <a:lnTo>
                      <a:pt x="552" y="210"/>
                    </a:lnTo>
                    <a:lnTo>
                      <a:pt x="546" y="276"/>
                    </a:lnTo>
                    <a:lnTo>
                      <a:pt x="558" y="294"/>
                    </a:lnTo>
                    <a:lnTo>
                      <a:pt x="546" y="324"/>
                    </a:lnTo>
                    <a:lnTo>
                      <a:pt x="564" y="324"/>
                    </a:lnTo>
                    <a:lnTo>
                      <a:pt x="564" y="354"/>
                    </a:lnTo>
                    <a:lnTo>
                      <a:pt x="588" y="372"/>
                    </a:lnTo>
                    <a:lnTo>
                      <a:pt x="570" y="390"/>
                    </a:lnTo>
                    <a:lnTo>
                      <a:pt x="570" y="402"/>
                    </a:lnTo>
                    <a:lnTo>
                      <a:pt x="516" y="408"/>
                    </a:lnTo>
                    <a:lnTo>
                      <a:pt x="504" y="402"/>
                    </a:lnTo>
                    <a:lnTo>
                      <a:pt x="486" y="402"/>
                    </a:lnTo>
                    <a:lnTo>
                      <a:pt x="486" y="408"/>
                    </a:lnTo>
                    <a:lnTo>
                      <a:pt x="480" y="414"/>
                    </a:lnTo>
                    <a:lnTo>
                      <a:pt x="474" y="408"/>
                    </a:lnTo>
                    <a:lnTo>
                      <a:pt x="462" y="408"/>
                    </a:lnTo>
                    <a:lnTo>
                      <a:pt x="462" y="414"/>
                    </a:lnTo>
                    <a:lnTo>
                      <a:pt x="456" y="420"/>
                    </a:lnTo>
                    <a:lnTo>
                      <a:pt x="456" y="432"/>
                    </a:lnTo>
                    <a:lnTo>
                      <a:pt x="432" y="432"/>
                    </a:lnTo>
                    <a:lnTo>
                      <a:pt x="420" y="438"/>
                    </a:lnTo>
                    <a:lnTo>
                      <a:pt x="396" y="438"/>
                    </a:lnTo>
                    <a:lnTo>
                      <a:pt x="390" y="444"/>
                    </a:lnTo>
                    <a:lnTo>
                      <a:pt x="390" y="456"/>
                    </a:lnTo>
                    <a:lnTo>
                      <a:pt x="396" y="462"/>
                    </a:lnTo>
                    <a:lnTo>
                      <a:pt x="402" y="474"/>
                    </a:lnTo>
                    <a:lnTo>
                      <a:pt x="414" y="492"/>
                    </a:lnTo>
                    <a:lnTo>
                      <a:pt x="390" y="504"/>
                    </a:lnTo>
                    <a:lnTo>
                      <a:pt x="390" y="510"/>
                    </a:lnTo>
                    <a:lnTo>
                      <a:pt x="378" y="522"/>
                    </a:lnTo>
                    <a:lnTo>
                      <a:pt x="366" y="528"/>
                    </a:lnTo>
                    <a:lnTo>
                      <a:pt x="360" y="53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178" name="Europe">
              <a:extLst>
                <a:ext uri="{FF2B5EF4-FFF2-40B4-BE49-F238E27FC236}">
                  <a16:creationId xmlns:a16="http://schemas.microsoft.com/office/drawing/2014/main" id="{3FFE9FA9-2F9B-4B4B-BD62-B6EE53E53B3D}"/>
                </a:ext>
              </a:extLst>
            </p:cNvPr>
            <p:cNvGrpSpPr/>
            <p:nvPr/>
          </p:nvGrpSpPr>
          <p:grpSpPr>
            <a:xfrm>
              <a:off x="5247881" y="1534893"/>
              <a:ext cx="4825727" cy="1436540"/>
              <a:chOff x="5247881" y="1534893"/>
              <a:chExt cx="4825727" cy="1436540"/>
            </a:xfrm>
          </p:grpSpPr>
          <p:sp>
            <p:nvSpPr>
              <p:cNvPr id="224" name="United Kingdom" descr="© INSCALE GmbH, 05.05.2010&#10;http://www.presentationload.com/">
                <a:extLst>
                  <a:ext uri="{FF2B5EF4-FFF2-40B4-BE49-F238E27FC236}">
                    <a16:creationId xmlns:a16="http://schemas.microsoft.com/office/drawing/2014/main" id="{1841125E-8B25-B441-AE27-9EBE1FF047E0}"/>
                  </a:ext>
                </a:extLst>
              </p:cNvPr>
              <p:cNvSpPr>
                <a:spLocks noEditPoints="1"/>
              </p:cNvSpPr>
              <p:nvPr/>
            </p:nvSpPr>
            <p:spPr bwMode="gray">
              <a:xfrm>
                <a:off x="5568393" y="2110166"/>
                <a:ext cx="243260" cy="346809"/>
              </a:xfrm>
              <a:custGeom>
                <a:avLst/>
                <a:gdLst>
                  <a:gd name="T0" fmla="*/ 2147483647 w 576"/>
                  <a:gd name="T1" fmla="*/ 2147483647 h 822"/>
                  <a:gd name="T2" fmla="*/ 2147483647 w 576"/>
                  <a:gd name="T3" fmla="*/ 2147483647 h 822"/>
                  <a:gd name="T4" fmla="*/ 2147483647 w 576"/>
                  <a:gd name="T5" fmla="*/ 2147483647 h 822"/>
                  <a:gd name="T6" fmla="*/ 2147483647 w 576"/>
                  <a:gd name="T7" fmla="*/ 2147483647 h 822"/>
                  <a:gd name="T8" fmla="*/ 2147483647 w 576"/>
                  <a:gd name="T9" fmla="*/ 2147483647 h 822"/>
                  <a:gd name="T10" fmla="*/ 2147483647 w 576"/>
                  <a:gd name="T11" fmla="*/ 2147483647 h 822"/>
                  <a:gd name="T12" fmla="*/ 2147483647 w 576"/>
                  <a:gd name="T13" fmla="*/ 2147483647 h 822"/>
                  <a:gd name="T14" fmla="*/ 2147483647 w 576"/>
                  <a:gd name="T15" fmla="*/ 0 h 822"/>
                  <a:gd name="T16" fmla="*/ 2147483647 w 576"/>
                  <a:gd name="T17" fmla="*/ 0 h 822"/>
                  <a:gd name="T18" fmla="*/ 2147483647 w 576"/>
                  <a:gd name="T19" fmla="*/ 2147483647 h 822"/>
                  <a:gd name="T20" fmla="*/ 2147483647 w 576"/>
                  <a:gd name="T21" fmla="*/ 2147483647 h 822"/>
                  <a:gd name="T22" fmla="*/ 2147483647 w 576"/>
                  <a:gd name="T23" fmla="*/ 2147483647 h 822"/>
                  <a:gd name="T24" fmla="*/ 2147483647 w 576"/>
                  <a:gd name="T25" fmla="*/ 2147483647 h 822"/>
                  <a:gd name="T26" fmla="*/ 2147483647 w 576"/>
                  <a:gd name="T27" fmla="*/ 2147483647 h 822"/>
                  <a:gd name="T28" fmla="*/ 2147483647 w 576"/>
                  <a:gd name="T29" fmla="*/ 2147483647 h 822"/>
                  <a:gd name="T30" fmla="*/ 2147483647 w 576"/>
                  <a:gd name="T31" fmla="*/ 2147483647 h 822"/>
                  <a:gd name="T32" fmla="*/ 2147483647 w 576"/>
                  <a:gd name="T33" fmla="*/ 2147483647 h 822"/>
                  <a:gd name="T34" fmla="*/ 2147483647 w 576"/>
                  <a:gd name="T35" fmla="*/ 2147483647 h 822"/>
                  <a:gd name="T36" fmla="*/ 2147483647 w 576"/>
                  <a:gd name="T37" fmla="*/ 2147483647 h 822"/>
                  <a:gd name="T38" fmla="*/ 2147483647 w 576"/>
                  <a:gd name="T39" fmla="*/ 2147483647 h 822"/>
                  <a:gd name="T40" fmla="*/ 2147483647 w 576"/>
                  <a:gd name="T41" fmla="*/ 2147483647 h 822"/>
                  <a:gd name="T42" fmla="*/ 2147483647 w 576"/>
                  <a:gd name="T43" fmla="*/ 2147483647 h 822"/>
                  <a:gd name="T44" fmla="*/ 2147483647 w 576"/>
                  <a:gd name="T45" fmla="*/ 2147483647 h 822"/>
                  <a:gd name="T46" fmla="*/ 2147483647 w 576"/>
                  <a:gd name="T47" fmla="*/ 2147483647 h 822"/>
                  <a:gd name="T48" fmla="*/ 2147483647 w 576"/>
                  <a:gd name="T49" fmla="*/ 2147483647 h 822"/>
                  <a:gd name="T50" fmla="*/ 2147483647 w 576"/>
                  <a:gd name="T51" fmla="*/ 2147483647 h 822"/>
                  <a:gd name="T52" fmla="*/ 2147483647 w 576"/>
                  <a:gd name="T53" fmla="*/ 2147483647 h 822"/>
                  <a:gd name="T54" fmla="*/ 2147483647 w 576"/>
                  <a:gd name="T55" fmla="*/ 2147483647 h 822"/>
                  <a:gd name="T56" fmla="*/ 2147483647 w 576"/>
                  <a:gd name="T57" fmla="*/ 2147483647 h 822"/>
                  <a:gd name="T58" fmla="*/ 2147483647 w 576"/>
                  <a:gd name="T59" fmla="*/ 2147483647 h 822"/>
                  <a:gd name="T60" fmla="*/ 2147483647 w 576"/>
                  <a:gd name="T61" fmla="*/ 2147483647 h 822"/>
                  <a:gd name="T62" fmla="*/ 2147483647 w 576"/>
                  <a:gd name="T63" fmla="*/ 2147483647 h 822"/>
                  <a:gd name="T64" fmla="*/ 2147483647 w 576"/>
                  <a:gd name="T65" fmla="*/ 2147483647 h 822"/>
                  <a:gd name="T66" fmla="*/ 2147483647 w 576"/>
                  <a:gd name="T67" fmla="*/ 2147483647 h 822"/>
                  <a:gd name="T68" fmla="*/ 2147483647 w 576"/>
                  <a:gd name="T69" fmla="*/ 2147483647 h 822"/>
                  <a:gd name="T70" fmla="*/ 2147483647 w 576"/>
                  <a:gd name="T71" fmla="*/ 2147483647 h 822"/>
                  <a:gd name="T72" fmla="*/ 2147483647 w 576"/>
                  <a:gd name="T73" fmla="*/ 2147483647 h 822"/>
                  <a:gd name="T74" fmla="*/ 2147483647 w 576"/>
                  <a:gd name="T75" fmla="*/ 2147483647 h 822"/>
                  <a:gd name="T76" fmla="*/ 2147483647 w 576"/>
                  <a:gd name="T77" fmla="*/ 2147483647 h 822"/>
                  <a:gd name="T78" fmla="*/ 2147483647 w 576"/>
                  <a:gd name="T79" fmla="*/ 2147483647 h 822"/>
                  <a:gd name="T80" fmla="*/ 2147483647 w 576"/>
                  <a:gd name="T81" fmla="*/ 2147483647 h 822"/>
                  <a:gd name="T82" fmla="*/ 2147483647 w 576"/>
                  <a:gd name="T83" fmla="*/ 2147483647 h 822"/>
                  <a:gd name="T84" fmla="*/ 2147483647 w 576"/>
                  <a:gd name="T85" fmla="*/ 2147483647 h 822"/>
                  <a:gd name="T86" fmla="*/ 2147483647 w 576"/>
                  <a:gd name="T87" fmla="*/ 2147483647 h 822"/>
                  <a:gd name="T88" fmla="*/ 2147483647 w 576"/>
                  <a:gd name="T89" fmla="*/ 2147483647 h 822"/>
                  <a:gd name="T90" fmla="*/ 2147483647 w 576"/>
                  <a:gd name="T91" fmla="*/ 2147483647 h 822"/>
                  <a:gd name="T92" fmla="*/ 2147483647 w 576"/>
                  <a:gd name="T93" fmla="*/ 2147483647 h 822"/>
                  <a:gd name="T94" fmla="*/ 2147483647 w 576"/>
                  <a:gd name="T95" fmla="*/ 2147483647 h 822"/>
                  <a:gd name="T96" fmla="*/ 2147483647 w 576"/>
                  <a:gd name="T97" fmla="*/ 2147483647 h 822"/>
                  <a:gd name="T98" fmla="*/ 2147483647 w 576"/>
                  <a:gd name="T99" fmla="*/ 2147483647 h 822"/>
                  <a:gd name="T100" fmla="*/ 2147483647 w 576"/>
                  <a:gd name="T101" fmla="*/ 2147483647 h 822"/>
                  <a:gd name="T102" fmla="*/ 2147483647 w 576"/>
                  <a:gd name="T103" fmla="*/ 2147483647 h 822"/>
                  <a:gd name="T104" fmla="*/ 2147483647 w 576"/>
                  <a:gd name="T105" fmla="*/ 2147483647 h 822"/>
                  <a:gd name="T106" fmla="*/ 2147483647 w 576"/>
                  <a:gd name="T107" fmla="*/ 2147483647 h 822"/>
                  <a:gd name="T108" fmla="*/ 2147483647 w 576"/>
                  <a:gd name="T109" fmla="*/ 2147483647 h 822"/>
                  <a:gd name="T110" fmla="*/ 2147483647 w 576"/>
                  <a:gd name="T111" fmla="*/ 2147483647 h 822"/>
                  <a:gd name="T112" fmla="*/ 2147483647 w 576"/>
                  <a:gd name="T113" fmla="*/ 2147483647 h 822"/>
                  <a:gd name="T114" fmla="*/ 2147483647 w 576"/>
                  <a:gd name="T115" fmla="*/ 2147483647 h 822"/>
                  <a:gd name="T116" fmla="*/ 2147483647 w 576"/>
                  <a:gd name="T117" fmla="*/ 2147483647 h 822"/>
                  <a:gd name="T118" fmla="*/ 2147483647 w 576"/>
                  <a:gd name="T119" fmla="*/ 2147483647 h 822"/>
                  <a:gd name="T120" fmla="*/ 2147483647 w 576"/>
                  <a:gd name="T121" fmla="*/ 2147483647 h 822"/>
                  <a:gd name="T122" fmla="*/ 2147483647 w 576"/>
                  <a:gd name="T123" fmla="*/ 2147483647 h 8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76"/>
                  <a:gd name="T187" fmla="*/ 0 h 822"/>
                  <a:gd name="T188" fmla="*/ 576 w 576"/>
                  <a:gd name="T189" fmla="*/ 822 h 8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76" h="822">
                    <a:moveTo>
                      <a:pt x="162" y="378"/>
                    </a:moveTo>
                    <a:lnTo>
                      <a:pt x="156" y="378"/>
                    </a:lnTo>
                    <a:lnTo>
                      <a:pt x="150" y="384"/>
                    </a:lnTo>
                    <a:lnTo>
                      <a:pt x="150" y="396"/>
                    </a:lnTo>
                    <a:lnTo>
                      <a:pt x="144" y="414"/>
                    </a:lnTo>
                    <a:lnTo>
                      <a:pt x="156" y="402"/>
                    </a:lnTo>
                    <a:lnTo>
                      <a:pt x="162" y="390"/>
                    </a:lnTo>
                    <a:lnTo>
                      <a:pt x="162" y="378"/>
                    </a:lnTo>
                    <a:close/>
                    <a:moveTo>
                      <a:pt x="132" y="312"/>
                    </a:moveTo>
                    <a:lnTo>
                      <a:pt x="126" y="312"/>
                    </a:lnTo>
                    <a:lnTo>
                      <a:pt x="126" y="336"/>
                    </a:lnTo>
                    <a:lnTo>
                      <a:pt x="132" y="336"/>
                    </a:lnTo>
                    <a:lnTo>
                      <a:pt x="138" y="330"/>
                    </a:lnTo>
                    <a:lnTo>
                      <a:pt x="150" y="330"/>
                    </a:lnTo>
                    <a:lnTo>
                      <a:pt x="144" y="318"/>
                    </a:lnTo>
                    <a:lnTo>
                      <a:pt x="138" y="312"/>
                    </a:lnTo>
                    <a:lnTo>
                      <a:pt x="132" y="312"/>
                    </a:lnTo>
                    <a:close/>
                    <a:moveTo>
                      <a:pt x="114" y="390"/>
                    </a:moveTo>
                    <a:lnTo>
                      <a:pt x="126" y="390"/>
                    </a:lnTo>
                    <a:lnTo>
                      <a:pt x="138" y="384"/>
                    </a:lnTo>
                    <a:lnTo>
                      <a:pt x="138" y="372"/>
                    </a:lnTo>
                    <a:lnTo>
                      <a:pt x="132" y="366"/>
                    </a:lnTo>
                    <a:lnTo>
                      <a:pt x="120" y="366"/>
                    </a:lnTo>
                    <a:lnTo>
                      <a:pt x="114" y="372"/>
                    </a:lnTo>
                    <a:lnTo>
                      <a:pt x="108" y="384"/>
                    </a:lnTo>
                    <a:lnTo>
                      <a:pt x="108" y="390"/>
                    </a:lnTo>
                    <a:lnTo>
                      <a:pt x="114" y="390"/>
                    </a:lnTo>
                    <a:close/>
                    <a:moveTo>
                      <a:pt x="330" y="120"/>
                    </a:moveTo>
                    <a:lnTo>
                      <a:pt x="324" y="120"/>
                    </a:lnTo>
                    <a:lnTo>
                      <a:pt x="318" y="126"/>
                    </a:lnTo>
                    <a:lnTo>
                      <a:pt x="318" y="138"/>
                    </a:lnTo>
                    <a:lnTo>
                      <a:pt x="330" y="138"/>
                    </a:lnTo>
                    <a:lnTo>
                      <a:pt x="336" y="126"/>
                    </a:lnTo>
                    <a:lnTo>
                      <a:pt x="330" y="120"/>
                    </a:lnTo>
                    <a:close/>
                    <a:moveTo>
                      <a:pt x="138" y="258"/>
                    </a:moveTo>
                    <a:lnTo>
                      <a:pt x="138" y="234"/>
                    </a:lnTo>
                    <a:lnTo>
                      <a:pt x="126" y="234"/>
                    </a:lnTo>
                    <a:lnTo>
                      <a:pt x="120" y="240"/>
                    </a:lnTo>
                    <a:lnTo>
                      <a:pt x="120" y="246"/>
                    </a:lnTo>
                    <a:lnTo>
                      <a:pt x="126" y="252"/>
                    </a:lnTo>
                    <a:lnTo>
                      <a:pt x="108" y="252"/>
                    </a:lnTo>
                    <a:lnTo>
                      <a:pt x="108" y="258"/>
                    </a:lnTo>
                    <a:lnTo>
                      <a:pt x="114" y="264"/>
                    </a:lnTo>
                    <a:lnTo>
                      <a:pt x="120" y="264"/>
                    </a:lnTo>
                    <a:lnTo>
                      <a:pt x="126" y="270"/>
                    </a:lnTo>
                    <a:lnTo>
                      <a:pt x="150" y="270"/>
                    </a:lnTo>
                    <a:lnTo>
                      <a:pt x="138" y="258"/>
                    </a:lnTo>
                    <a:close/>
                    <a:moveTo>
                      <a:pt x="474" y="0"/>
                    </a:moveTo>
                    <a:lnTo>
                      <a:pt x="468" y="0"/>
                    </a:lnTo>
                    <a:lnTo>
                      <a:pt x="456" y="12"/>
                    </a:lnTo>
                    <a:lnTo>
                      <a:pt x="474" y="12"/>
                    </a:lnTo>
                    <a:lnTo>
                      <a:pt x="474" y="6"/>
                    </a:lnTo>
                    <a:lnTo>
                      <a:pt x="480" y="0"/>
                    </a:lnTo>
                    <a:lnTo>
                      <a:pt x="474" y="0"/>
                    </a:lnTo>
                    <a:close/>
                    <a:moveTo>
                      <a:pt x="432" y="48"/>
                    </a:moveTo>
                    <a:lnTo>
                      <a:pt x="432" y="66"/>
                    </a:lnTo>
                    <a:lnTo>
                      <a:pt x="438" y="66"/>
                    </a:lnTo>
                    <a:lnTo>
                      <a:pt x="444" y="60"/>
                    </a:lnTo>
                    <a:lnTo>
                      <a:pt x="450" y="48"/>
                    </a:lnTo>
                    <a:lnTo>
                      <a:pt x="450" y="24"/>
                    </a:lnTo>
                    <a:lnTo>
                      <a:pt x="438" y="12"/>
                    </a:lnTo>
                    <a:lnTo>
                      <a:pt x="432" y="24"/>
                    </a:lnTo>
                    <a:lnTo>
                      <a:pt x="426" y="30"/>
                    </a:lnTo>
                    <a:lnTo>
                      <a:pt x="420" y="30"/>
                    </a:lnTo>
                    <a:lnTo>
                      <a:pt x="420" y="42"/>
                    </a:lnTo>
                    <a:lnTo>
                      <a:pt x="426" y="42"/>
                    </a:lnTo>
                    <a:lnTo>
                      <a:pt x="432" y="48"/>
                    </a:lnTo>
                    <a:close/>
                    <a:moveTo>
                      <a:pt x="342" y="138"/>
                    </a:moveTo>
                    <a:lnTo>
                      <a:pt x="342" y="150"/>
                    </a:lnTo>
                    <a:lnTo>
                      <a:pt x="354" y="138"/>
                    </a:lnTo>
                    <a:lnTo>
                      <a:pt x="342" y="138"/>
                    </a:lnTo>
                    <a:close/>
                    <a:moveTo>
                      <a:pt x="192" y="402"/>
                    </a:moveTo>
                    <a:lnTo>
                      <a:pt x="192" y="390"/>
                    </a:lnTo>
                    <a:lnTo>
                      <a:pt x="186" y="384"/>
                    </a:lnTo>
                    <a:lnTo>
                      <a:pt x="186" y="378"/>
                    </a:lnTo>
                    <a:lnTo>
                      <a:pt x="174" y="390"/>
                    </a:lnTo>
                    <a:lnTo>
                      <a:pt x="174" y="396"/>
                    </a:lnTo>
                    <a:lnTo>
                      <a:pt x="180" y="402"/>
                    </a:lnTo>
                    <a:lnTo>
                      <a:pt x="192" y="402"/>
                    </a:lnTo>
                    <a:close/>
                    <a:moveTo>
                      <a:pt x="504" y="588"/>
                    </a:moveTo>
                    <a:lnTo>
                      <a:pt x="498" y="594"/>
                    </a:lnTo>
                    <a:lnTo>
                      <a:pt x="498" y="600"/>
                    </a:lnTo>
                    <a:lnTo>
                      <a:pt x="480" y="600"/>
                    </a:lnTo>
                    <a:lnTo>
                      <a:pt x="480" y="588"/>
                    </a:lnTo>
                    <a:lnTo>
                      <a:pt x="486" y="576"/>
                    </a:lnTo>
                    <a:lnTo>
                      <a:pt x="498" y="564"/>
                    </a:lnTo>
                    <a:lnTo>
                      <a:pt x="492" y="558"/>
                    </a:lnTo>
                    <a:lnTo>
                      <a:pt x="456" y="540"/>
                    </a:lnTo>
                    <a:lnTo>
                      <a:pt x="450" y="540"/>
                    </a:lnTo>
                    <a:lnTo>
                      <a:pt x="444" y="534"/>
                    </a:lnTo>
                    <a:lnTo>
                      <a:pt x="450" y="534"/>
                    </a:lnTo>
                    <a:lnTo>
                      <a:pt x="456" y="528"/>
                    </a:lnTo>
                    <a:lnTo>
                      <a:pt x="480" y="528"/>
                    </a:lnTo>
                    <a:lnTo>
                      <a:pt x="468" y="516"/>
                    </a:lnTo>
                    <a:lnTo>
                      <a:pt x="468" y="510"/>
                    </a:lnTo>
                    <a:lnTo>
                      <a:pt x="456" y="498"/>
                    </a:lnTo>
                    <a:lnTo>
                      <a:pt x="450" y="486"/>
                    </a:lnTo>
                    <a:lnTo>
                      <a:pt x="432" y="468"/>
                    </a:lnTo>
                    <a:lnTo>
                      <a:pt x="420" y="468"/>
                    </a:lnTo>
                    <a:lnTo>
                      <a:pt x="414" y="456"/>
                    </a:lnTo>
                    <a:lnTo>
                      <a:pt x="402" y="450"/>
                    </a:lnTo>
                    <a:lnTo>
                      <a:pt x="390" y="438"/>
                    </a:lnTo>
                    <a:lnTo>
                      <a:pt x="390" y="414"/>
                    </a:lnTo>
                    <a:lnTo>
                      <a:pt x="396" y="402"/>
                    </a:lnTo>
                    <a:lnTo>
                      <a:pt x="396" y="390"/>
                    </a:lnTo>
                    <a:lnTo>
                      <a:pt x="384" y="390"/>
                    </a:lnTo>
                    <a:lnTo>
                      <a:pt x="378" y="384"/>
                    </a:lnTo>
                    <a:lnTo>
                      <a:pt x="372" y="372"/>
                    </a:lnTo>
                    <a:lnTo>
                      <a:pt x="360" y="360"/>
                    </a:lnTo>
                    <a:lnTo>
                      <a:pt x="342" y="354"/>
                    </a:lnTo>
                    <a:lnTo>
                      <a:pt x="324" y="354"/>
                    </a:lnTo>
                    <a:lnTo>
                      <a:pt x="306" y="360"/>
                    </a:lnTo>
                    <a:lnTo>
                      <a:pt x="294" y="366"/>
                    </a:lnTo>
                    <a:lnTo>
                      <a:pt x="288" y="366"/>
                    </a:lnTo>
                    <a:lnTo>
                      <a:pt x="270" y="348"/>
                    </a:lnTo>
                    <a:lnTo>
                      <a:pt x="282" y="348"/>
                    </a:lnTo>
                    <a:lnTo>
                      <a:pt x="294" y="354"/>
                    </a:lnTo>
                    <a:lnTo>
                      <a:pt x="306" y="354"/>
                    </a:lnTo>
                    <a:lnTo>
                      <a:pt x="330" y="342"/>
                    </a:lnTo>
                    <a:lnTo>
                      <a:pt x="336" y="336"/>
                    </a:lnTo>
                    <a:lnTo>
                      <a:pt x="330" y="336"/>
                    </a:lnTo>
                    <a:lnTo>
                      <a:pt x="324" y="330"/>
                    </a:lnTo>
                    <a:lnTo>
                      <a:pt x="306" y="330"/>
                    </a:lnTo>
                    <a:lnTo>
                      <a:pt x="330" y="324"/>
                    </a:lnTo>
                    <a:lnTo>
                      <a:pt x="336" y="318"/>
                    </a:lnTo>
                    <a:lnTo>
                      <a:pt x="348" y="312"/>
                    </a:lnTo>
                    <a:lnTo>
                      <a:pt x="360" y="300"/>
                    </a:lnTo>
                    <a:lnTo>
                      <a:pt x="360" y="288"/>
                    </a:lnTo>
                    <a:lnTo>
                      <a:pt x="366" y="276"/>
                    </a:lnTo>
                    <a:lnTo>
                      <a:pt x="372" y="270"/>
                    </a:lnTo>
                    <a:lnTo>
                      <a:pt x="378" y="258"/>
                    </a:lnTo>
                    <a:lnTo>
                      <a:pt x="384" y="252"/>
                    </a:lnTo>
                    <a:lnTo>
                      <a:pt x="396" y="246"/>
                    </a:lnTo>
                    <a:lnTo>
                      <a:pt x="402" y="246"/>
                    </a:lnTo>
                    <a:lnTo>
                      <a:pt x="402" y="240"/>
                    </a:lnTo>
                    <a:lnTo>
                      <a:pt x="396" y="234"/>
                    </a:lnTo>
                    <a:lnTo>
                      <a:pt x="318" y="234"/>
                    </a:lnTo>
                    <a:lnTo>
                      <a:pt x="318" y="228"/>
                    </a:lnTo>
                    <a:lnTo>
                      <a:pt x="288" y="228"/>
                    </a:lnTo>
                    <a:lnTo>
                      <a:pt x="276" y="234"/>
                    </a:lnTo>
                    <a:lnTo>
                      <a:pt x="264" y="234"/>
                    </a:lnTo>
                    <a:lnTo>
                      <a:pt x="258" y="240"/>
                    </a:lnTo>
                    <a:lnTo>
                      <a:pt x="252" y="240"/>
                    </a:lnTo>
                    <a:lnTo>
                      <a:pt x="264" y="228"/>
                    </a:lnTo>
                    <a:lnTo>
                      <a:pt x="252" y="216"/>
                    </a:lnTo>
                    <a:lnTo>
                      <a:pt x="270" y="210"/>
                    </a:lnTo>
                    <a:lnTo>
                      <a:pt x="300" y="192"/>
                    </a:lnTo>
                    <a:lnTo>
                      <a:pt x="312" y="186"/>
                    </a:lnTo>
                    <a:lnTo>
                      <a:pt x="324" y="162"/>
                    </a:lnTo>
                    <a:lnTo>
                      <a:pt x="318" y="156"/>
                    </a:lnTo>
                    <a:lnTo>
                      <a:pt x="288" y="156"/>
                    </a:lnTo>
                    <a:lnTo>
                      <a:pt x="276" y="162"/>
                    </a:lnTo>
                    <a:lnTo>
                      <a:pt x="258" y="168"/>
                    </a:lnTo>
                    <a:lnTo>
                      <a:pt x="240" y="168"/>
                    </a:lnTo>
                    <a:lnTo>
                      <a:pt x="228" y="162"/>
                    </a:lnTo>
                    <a:lnTo>
                      <a:pt x="216" y="162"/>
                    </a:lnTo>
                    <a:lnTo>
                      <a:pt x="210" y="168"/>
                    </a:lnTo>
                    <a:lnTo>
                      <a:pt x="210" y="174"/>
                    </a:lnTo>
                    <a:lnTo>
                      <a:pt x="216" y="180"/>
                    </a:lnTo>
                    <a:lnTo>
                      <a:pt x="204" y="180"/>
                    </a:lnTo>
                    <a:lnTo>
                      <a:pt x="192" y="192"/>
                    </a:lnTo>
                    <a:lnTo>
                      <a:pt x="192" y="210"/>
                    </a:lnTo>
                    <a:lnTo>
                      <a:pt x="198" y="216"/>
                    </a:lnTo>
                    <a:lnTo>
                      <a:pt x="156" y="222"/>
                    </a:lnTo>
                    <a:lnTo>
                      <a:pt x="156" y="234"/>
                    </a:lnTo>
                    <a:lnTo>
                      <a:pt x="168" y="240"/>
                    </a:lnTo>
                    <a:lnTo>
                      <a:pt x="180" y="264"/>
                    </a:lnTo>
                    <a:lnTo>
                      <a:pt x="162" y="282"/>
                    </a:lnTo>
                    <a:lnTo>
                      <a:pt x="162" y="294"/>
                    </a:lnTo>
                    <a:lnTo>
                      <a:pt x="144" y="300"/>
                    </a:lnTo>
                    <a:lnTo>
                      <a:pt x="156" y="312"/>
                    </a:lnTo>
                    <a:lnTo>
                      <a:pt x="168" y="312"/>
                    </a:lnTo>
                    <a:lnTo>
                      <a:pt x="180" y="306"/>
                    </a:lnTo>
                    <a:lnTo>
                      <a:pt x="186" y="300"/>
                    </a:lnTo>
                    <a:lnTo>
                      <a:pt x="186" y="318"/>
                    </a:lnTo>
                    <a:lnTo>
                      <a:pt x="180" y="318"/>
                    </a:lnTo>
                    <a:lnTo>
                      <a:pt x="168" y="330"/>
                    </a:lnTo>
                    <a:lnTo>
                      <a:pt x="156" y="336"/>
                    </a:lnTo>
                    <a:lnTo>
                      <a:pt x="156" y="360"/>
                    </a:lnTo>
                    <a:lnTo>
                      <a:pt x="162" y="372"/>
                    </a:lnTo>
                    <a:lnTo>
                      <a:pt x="168" y="366"/>
                    </a:lnTo>
                    <a:lnTo>
                      <a:pt x="198" y="366"/>
                    </a:lnTo>
                    <a:lnTo>
                      <a:pt x="210" y="360"/>
                    </a:lnTo>
                    <a:lnTo>
                      <a:pt x="216" y="354"/>
                    </a:lnTo>
                    <a:lnTo>
                      <a:pt x="198" y="372"/>
                    </a:lnTo>
                    <a:lnTo>
                      <a:pt x="210" y="402"/>
                    </a:lnTo>
                    <a:lnTo>
                      <a:pt x="204" y="408"/>
                    </a:lnTo>
                    <a:lnTo>
                      <a:pt x="198" y="420"/>
                    </a:lnTo>
                    <a:lnTo>
                      <a:pt x="186" y="426"/>
                    </a:lnTo>
                    <a:lnTo>
                      <a:pt x="180" y="438"/>
                    </a:lnTo>
                    <a:lnTo>
                      <a:pt x="180" y="450"/>
                    </a:lnTo>
                    <a:lnTo>
                      <a:pt x="186" y="456"/>
                    </a:lnTo>
                    <a:lnTo>
                      <a:pt x="204" y="456"/>
                    </a:lnTo>
                    <a:lnTo>
                      <a:pt x="216" y="450"/>
                    </a:lnTo>
                    <a:lnTo>
                      <a:pt x="240" y="450"/>
                    </a:lnTo>
                    <a:lnTo>
                      <a:pt x="252" y="444"/>
                    </a:lnTo>
                    <a:lnTo>
                      <a:pt x="258" y="438"/>
                    </a:lnTo>
                    <a:lnTo>
                      <a:pt x="270" y="432"/>
                    </a:lnTo>
                    <a:lnTo>
                      <a:pt x="300" y="438"/>
                    </a:lnTo>
                    <a:lnTo>
                      <a:pt x="288" y="444"/>
                    </a:lnTo>
                    <a:lnTo>
                      <a:pt x="264" y="468"/>
                    </a:lnTo>
                    <a:lnTo>
                      <a:pt x="264" y="474"/>
                    </a:lnTo>
                    <a:lnTo>
                      <a:pt x="282" y="492"/>
                    </a:lnTo>
                    <a:lnTo>
                      <a:pt x="294" y="492"/>
                    </a:lnTo>
                    <a:lnTo>
                      <a:pt x="300" y="498"/>
                    </a:lnTo>
                    <a:lnTo>
                      <a:pt x="306" y="498"/>
                    </a:lnTo>
                    <a:lnTo>
                      <a:pt x="312" y="516"/>
                    </a:lnTo>
                    <a:lnTo>
                      <a:pt x="294" y="534"/>
                    </a:lnTo>
                    <a:lnTo>
                      <a:pt x="294" y="564"/>
                    </a:lnTo>
                    <a:lnTo>
                      <a:pt x="222" y="564"/>
                    </a:lnTo>
                    <a:lnTo>
                      <a:pt x="216" y="558"/>
                    </a:lnTo>
                    <a:lnTo>
                      <a:pt x="198" y="558"/>
                    </a:lnTo>
                    <a:lnTo>
                      <a:pt x="192" y="564"/>
                    </a:lnTo>
                    <a:lnTo>
                      <a:pt x="210" y="582"/>
                    </a:lnTo>
                    <a:lnTo>
                      <a:pt x="186" y="600"/>
                    </a:lnTo>
                    <a:lnTo>
                      <a:pt x="228" y="594"/>
                    </a:lnTo>
                    <a:lnTo>
                      <a:pt x="228" y="618"/>
                    </a:lnTo>
                    <a:lnTo>
                      <a:pt x="216" y="642"/>
                    </a:lnTo>
                    <a:lnTo>
                      <a:pt x="210" y="648"/>
                    </a:lnTo>
                    <a:lnTo>
                      <a:pt x="198" y="654"/>
                    </a:lnTo>
                    <a:lnTo>
                      <a:pt x="180" y="660"/>
                    </a:lnTo>
                    <a:lnTo>
                      <a:pt x="168" y="666"/>
                    </a:lnTo>
                    <a:lnTo>
                      <a:pt x="162" y="666"/>
                    </a:lnTo>
                    <a:lnTo>
                      <a:pt x="162" y="690"/>
                    </a:lnTo>
                    <a:lnTo>
                      <a:pt x="168" y="696"/>
                    </a:lnTo>
                    <a:lnTo>
                      <a:pt x="174" y="696"/>
                    </a:lnTo>
                    <a:lnTo>
                      <a:pt x="180" y="690"/>
                    </a:lnTo>
                    <a:lnTo>
                      <a:pt x="192" y="684"/>
                    </a:lnTo>
                    <a:lnTo>
                      <a:pt x="198" y="678"/>
                    </a:lnTo>
                    <a:lnTo>
                      <a:pt x="204" y="684"/>
                    </a:lnTo>
                    <a:lnTo>
                      <a:pt x="204" y="690"/>
                    </a:lnTo>
                    <a:lnTo>
                      <a:pt x="210" y="696"/>
                    </a:lnTo>
                    <a:lnTo>
                      <a:pt x="234" y="696"/>
                    </a:lnTo>
                    <a:lnTo>
                      <a:pt x="240" y="702"/>
                    </a:lnTo>
                    <a:lnTo>
                      <a:pt x="252" y="708"/>
                    </a:lnTo>
                    <a:lnTo>
                      <a:pt x="258" y="708"/>
                    </a:lnTo>
                    <a:lnTo>
                      <a:pt x="276" y="702"/>
                    </a:lnTo>
                    <a:lnTo>
                      <a:pt x="288" y="696"/>
                    </a:lnTo>
                    <a:lnTo>
                      <a:pt x="294" y="690"/>
                    </a:lnTo>
                    <a:lnTo>
                      <a:pt x="318" y="690"/>
                    </a:lnTo>
                    <a:lnTo>
                      <a:pt x="312" y="696"/>
                    </a:lnTo>
                    <a:lnTo>
                      <a:pt x="300" y="702"/>
                    </a:lnTo>
                    <a:lnTo>
                      <a:pt x="294" y="714"/>
                    </a:lnTo>
                    <a:lnTo>
                      <a:pt x="282" y="720"/>
                    </a:lnTo>
                    <a:lnTo>
                      <a:pt x="276" y="726"/>
                    </a:lnTo>
                    <a:lnTo>
                      <a:pt x="210" y="726"/>
                    </a:lnTo>
                    <a:lnTo>
                      <a:pt x="210" y="738"/>
                    </a:lnTo>
                    <a:lnTo>
                      <a:pt x="198" y="738"/>
                    </a:lnTo>
                    <a:lnTo>
                      <a:pt x="186" y="744"/>
                    </a:lnTo>
                    <a:lnTo>
                      <a:pt x="180" y="750"/>
                    </a:lnTo>
                    <a:lnTo>
                      <a:pt x="180" y="768"/>
                    </a:lnTo>
                    <a:lnTo>
                      <a:pt x="174" y="774"/>
                    </a:lnTo>
                    <a:lnTo>
                      <a:pt x="144" y="774"/>
                    </a:lnTo>
                    <a:lnTo>
                      <a:pt x="144" y="780"/>
                    </a:lnTo>
                    <a:lnTo>
                      <a:pt x="138" y="786"/>
                    </a:lnTo>
                    <a:lnTo>
                      <a:pt x="138" y="792"/>
                    </a:lnTo>
                    <a:lnTo>
                      <a:pt x="126" y="804"/>
                    </a:lnTo>
                    <a:lnTo>
                      <a:pt x="114" y="810"/>
                    </a:lnTo>
                    <a:lnTo>
                      <a:pt x="108" y="810"/>
                    </a:lnTo>
                    <a:lnTo>
                      <a:pt x="108" y="816"/>
                    </a:lnTo>
                    <a:lnTo>
                      <a:pt x="114" y="816"/>
                    </a:lnTo>
                    <a:lnTo>
                      <a:pt x="120" y="822"/>
                    </a:lnTo>
                    <a:lnTo>
                      <a:pt x="150" y="822"/>
                    </a:lnTo>
                    <a:lnTo>
                      <a:pt x="156" y="810"/>
                    </a:lnTo>
                    <a:lnTo>
                      <a:pt x="174" y="792"/>
                    </a:lnTo>
                    <a:lnTo>
                      <a:pt x="210" y="792"/>
                    </a:lnTo>
                    <a:lnTo>
                      <a:pt x="216" y="798"/>
                    </a:lnTo>
                    <a:lnTo>
                      <a:pt x="228" y="804"/>
                    </a:lnTo>
                    <a:lnTo>
                      <a:pt x="240" y="804"/>
                    </a:lnTo>
                    <a:lnTo>
                      <a:pt x="246" y="792"/>
                    </a:lnTo>
                    <a:lnTo>
                      <a:pt x="252" y="786"/>
                    </a:lnTo>
                    <a:lnTo>
                      <a:pt x="258" y="774"/>
                    </a:lnTo>
                    <a:lnTo>
                      <a:pt x="270" y="762"/>
                    </a:lnTo>
                    <a:lnTo>
                      <a:pt x="288" y="762"/>
                    </a:lnTo>
                    <a:lnTo>
                      <a:pt x="300" y="774"/>
                    </a:lnTo>
                    <a:lnTo>
                      <a:pt x="330" y="774"/>
                    </a:lnTo>
                    <a:lnTo>
                      <a:pt x="354" y="762"/>
                    </a:lnTo>
                    <a:lnTo>
                      <a:pt x="360" y="762"/>
                    </a:lnTo>
                    <a:lnTo>
                      <a:pt x="366" y="768"/>
                    </a:lnTo>
                    <a:lnTo>
                      <a:pt x="378" y="768"/>
                    </a:lnTo>
                    <a:lnTo>
                      <a:pt x="390" y="774"/>
                    </a:lnTo>
                    <a:lnTo>
                      <a:pt x="396" y="774"/>
                    </a:lnTo>
                    <a:lnTo>
                      <a:pt x="396" y="768"/>
                    </a:lnTo>
                    <a:lnTo>
                      <a:pt x="390" y="762"/>
                    </a:lnTo>
                    <a:lnTo>
                      <a:pt x="390" y="750"/>
                    </a:lnTo>
                    <a:lnTo>
                      <a:pt x="396" y="750"/>
                    </a:lnTo>
                    <a:lnTo>
                      <a:pt x="408" y="756"/>
                    </a:lnTo>
                    <a:lnTo>
                      <a:pt x="414" y="762"/>
                    </a:lnTo>
                    <a:lnTo>
                      <a:pt x="426" y="756"/>
                    </a:lnTo>
                    <a:lnTo>
                      <a:pt x="498" y="756"/>
                    </a:lnTo>
                    <a:lnTo>
                      <a:pt x="522" y="750"/>
                    </a:lnTo>
                    <a:lnTo>
                      <a:pt x="534" y="744"/>
                    </a:lnTo>
                    <a:lnTo>
                      <a:pt x="540" y="732"/>
                    </a:lnTo>
                    <a:lnTo>
                      <a:pt x="546" y="726"/>
                    </a:lnTo>
                    <a:lnTo>
                      <a:pt x="552" y="714"/>
                    </a:lnTo>
                    <a:lnTo>
                      <a:pt x="498" y="708"/>
                    </a:lnTo>
                    <a:lnTo>
                      <a:pt x="522" y="702"/>
                    </a:lnTo>
                    <a:lnTo>
                      <a:pt x="516" y="684"/>
                    </a:lnTo>
                    <a:lnTo>
                      <a:pt x="528" y="672"/>
                    </a:lnTo>
                    <a:lnTo>
                      <a:pt x="540" y="666"/>
                    </a:lnTo>
                    <a:lnTo>
                      <a:pt x="546" y="666"/>
                    </a:lnTo>
                    <a:lnTo>
                      <a:pt x="558" y="660"/>
                    </a:lnTo>
                    <a:lnTo>
                      <a:pt x="564" y="654"/>
                    </a:lnTo>
                    <a:lnTo>
                      <a:pt x="576" y="618"/>
                    </a:lnTo>
                    <a:lnTo>
                      <a:pt x="570" y="606"/>
                    </a:lnTo>
                    <a:lnTo>
                      <a:pt x="564" y="600"/>
                    </a:lnTo>
                    <a:lnTo>
                      <a:pt x="552" y="594"/>
                    </a:lnTo>
                    <a:lnTo>
                      <a:pt x="540" y="594"/>
                    </a:lnTo>
                    <a:lnTo>
                      <a:pt x="528" y="588"/>
                    </a:lnTo>
                    <a:lnTo>
                      <a:pt x="504" y="588"/>
                    </a:lnTo>
                    <a:close/>
                    <a:moveTo>
                      <a:pt x="222" y="486"/>
                    </a:moveTo>
                    <a:lnTo>
                      <a:pt x="216" y="480"/>
                    </a:lnTo>
                    <a:lnTo>
                      <a:pt x="204" y="480"/>
                    </a:lnTo>
                    <a:lnTo>
                      <a:pt x="204" y="486"/>
                    </a:lnTo>
                    <a:lnTo>
                      <a:pt x="198" y="498"/>
                    </a:lnTo>
                    <a:lnTo>
                      <a:pt x="192" y="504"/>
                    </a:lnTo>
                    <a:lnTo>
                      <a:pt x="210" y="504"/>
                    </a:lnTo>
                    <a:lnTo>
                      <a:pt x="222" y="492"/>
                    </a:lnTo>
                    <a:lnTo>
                      <a:pt x="222" y="486"/>
                    </a:lnTo>
                    <a:close/>
                    <a:moveTo>
                      <a:pt x="126" y="504"/>
                    </a:moveTo>
                    <a:lnTo>
                      <a:pt x="132" y="498"/>
                    </a:lnTo>
                    <a:lnTo>
                      <a:pt x="132" y="492"/>
                    </a:lnTo>
                    <a:lnTo>
                      <a:pt x="144" y="492"/>
                    </a:lnTo>
                    <a:lnTo>
                      <a:pt x="150" y="480"/>
                    </a:lnTo>
                    <a:lnTo>
                      <a:pt x="156" y="474"/>
                    </a:lnTo>
                    <a:lnTo>
                      <a:pt x="156" y="462"/>
                    </a:lnTo>
                    <a:lnTo>
                      <a:pt x="138" y="444"/>
                    </a:lnTo>
                    <a:lnTo>
                      <a:pt x="138" y="432"/>
                    </a:lnTo>
                    <a:lnTo>
                      <a:pt x="132" y="438"/>
                    </a:lnTo>
                    <a:lnTo>
                      <a:pt x="126" y="426"/>
                    </a:lnTo>
                    <a:lnTo>
                      <a:pt x="120" y="420"/>
                    </a:lnTo>
                    <a:lnTo>
                      <a:pt x="78" y="420"/>
                    </a:lnTo>
                    <a:lnTo>
                      <a:pt x="72" y="426"/>
                    </a:lnTo>
                    <a:lnTo>
                      <a:pt x="30" y="450"/>
                    </a:lnTo>
                    <a:lnTo>
                      <a:pt x="30" y="462"/>
                    </a:lnTo>
                    <a:lnTo>
                      <a:pt x="24" y="462"/>
                    </a:lnTo>
                    <a:lnTo>
                      <a:pt x="18" y="468"/>
                    </a:lnTo>
                    <a:lnTo>
                      <a:pt x="12" y="468"/>
                    </a:lnTo>
                    <a:lnTo>
                      <a:pt x="0" y="480"/>
                    </a:lnTo>
                    <a:lnTo>
                      <a:pt x="6" y="486"/>
                    </a:lnTo>
                    <a:lnTo>
                      <a:pt x="30" y="498"/>
                    </a:lnTo>
                    <a:lnTo>
                      <a:pt x="42" y="498"/>
                    </a:lnTo>
                    <a:lnTo>
                      <a:pt x="66" y="474"/>
                    </a:lnTo>
                    <a:lnTo>
                      <a:pt x="84" y="498"/>
                    </a:lnTo>
                    <a:lnTo>
                      <a:pt x="120" y="504"/>
                    </a:lnTo>
                    <a:lnTo>
                      <a:pt x="126" y="504"/>
                    </a:lnTo>
                    <a:close/>
                    <a:moveTo>
                      <a:pt x="78" y="228"/>
                    </a:moveTo>
                    <a:lnTo>
                      <a:pt x="72" y="228"/>
                    </a:lnTo>
                    <a:lnTo>
                      <a:pt x="66" y="234"/>
                    </a:lnTo>
                    <a:lnTo>
                      <a:pt x="66" y="240"/>
                    </a:lnTo>
                    <a:lnTo>
                      <a:pt x="84" y="240"/>
                    </a:lnTo>
                    <a:lnTo>
                      <a:pt x="84" y="228"/>
                    </a:lnTo>
                    <a:lnTo>
                      <a:pt x="78" y="228"/>
                    </a:lnTo>
                    <a:close/>
                    <a:moveTo>
                      <a:pt x="108" y="210"/>
                    </a:moveTo>
                    <a:lnTo>
                      <a:pt x="126" y="210"/>
                    </a:lnTo>
                    <a:lnTo>
                      <a:pt x="132" y="204"/>
                    </a:lnTo>
                    <a:lnTo>
                      <a:pt x="132" y="198"/>
                    </a:lnTo>
                    <a:lnTo>
                      <a:pt x="138" y="186"/>
                    </a:lnTo>
                    <a:lnTo>
                      <a:pt x="150" y="174"/>
                    </a:lnTo>
                    <a:lnTo>
                      <a:pt x="150" y="168"/>
                    </a:lnTo>
                    <a:lnTo>
                      <a:pt x="138" y="174"/>
                    </a:lnTo>
                    <a:lnTo>
                      <a:pt x="132" y="174"/>
                    </a:lnTo>
                    <a:lnTo>
                      <a:pt x="114" y="192"/>
                    </a:lnTo>
                    <a:lnTo>
                      <a:pt x="108" y="186"/>
                    </a:lnTo>
                    <a:lnTo>
                      <a:pt x="96" y="186"/>
                    </a:lnTo>
                    <a:lnTo>
                      <a:pt x="90" y="192"/>
                    </a:lnTo>
                    <a:lnTo>
                      <a:pt x="90" y="210"/>
                    </a:lnTo>
                    <a:lnTo>
                      <a:pt x="96" y="216"/>
                    </a:lnTo>
                    <a:lnTo>
                      <a:pt x="96" y="228"/>
                    </a:lnTo>
                    <a:lnTo>
                      <a:pt x="108" y="210"/>
                    </a:lnTo>
                    <a:close/>
                    <a:moveTo>
                      <a:pt x="72" y="252"/>
                    </a:moveTo>
                    <a:lnTo>
                      <a:pt x="60" y="282"/>
                    </a:lnTo>
                    <a:lnTo>
                      <a:pt x="78" y="258"/>
                    </a:lnTo>
                    <a:lnTo>
                      <a:pt x="72" y="25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5" name="Ukraine" descr="© INSCALE GmbH, 05.05.2010&#10;http://www.presentationload.com/">
                <a:extLst>
                  <a:ext uri="{FF2B5EF4-FFF2-40B4-BE49-F238E27FC236}">
                    <a16:creationId xmlns:a16="http://schemas.microsoft.com/office/drawing/2014/main" id="{1D319617-1E71-8943-AAAB-066B28B4B7B4}"/>
                  </a:ext>
                </a:extLst>
              </p:cNvPr>
              <p:cNvSpPr>
                <a:spLocks/>
              </p:cNvSpPr>
              <p:nvPr/>
            </p:nvSpPr>
            <p:spPr bwMode="gray">
              <a:xfrm>
                <a:off x="6342546" y="2378079"/>
                <a:ext cx="470082" cy="262983"/>
              </a:xfrm>
              <a:custGeom>
                <a:avLst/>
                <a:gdLst>
                  <a:gd name="T0" fmla="*/ 2147483647 w 1116"/>
                  <a:gd name="T1" fmla="*/ 2147483647 h 624"/>
                  <a:gd name="T2" fmla="*/ 2147483647 w 1116"/>
                  <a:gd name="T3" fmla="*/ 2147483647 h 624"/>
                  <a:gd name="T4" fmla="*/ 2147483647 w 1116"/>
                  <a:gd name="T5" fmla="*/ 2147483647 h 624"/>
                  <a:gd name="T6" fmla="*/ 2147483647 w 1116"/>
                  <a:gd name="T7" fmla="*/ 2147483647 h 624"/>
                  <a:gd name="T8" fmla="*/ 2147483647 w 1116"/>
                  <a:gd name="T9" fmla="*/ 2147483647 h 624"/>
                  <a:gd name="T10" fmla="*/ 2147483647 w 1116"/>
                  <a:gd name="T11" fmla="*/ 2147483647 h 624"/>
                  <a:gd name="T12" fmla="*/ 2147483647 w 1116"/>
                  <a:gd name="T13" fmla="*/ 2147483647 h 624"/>
                  <a:gd name="T14" fmla="*/ 2147483647 w 1116"/>
                  <a:gd name="T15" fmla="*/ 2147483647 h 624"/>
                  <a:gd name="T16" fmla="*/ 2147483647 w 1116"/>
                  <a:gd name="T17" fmla="*/ 2147483647 h 624"/>
                  <a:gd name="T18" fmla="*/ 2147483647 w 1116"/>
                  <a:gd name="T19" fmla="*/ 2147483647 h 624"/>
                  <a:gd name="T20" fmla="*/ 2147483647 w 1116"/>
                  <a:gd name="T21" fmla="*/ 2147483647 h 624"/>
                  <a:gd name="T22" fmla="*/ 2147483647 w 1116"/>
                  <a:gd name="T23" fmla="*/ 2147483647 h 624"/>
                  <a:gd name="T24" fmla="*/ 2147483647 w 1116"/>
                  <a:gd name="T25" fmla="*/ 2147483647 h 624"/>
                  <a:gd name="T26" fmla="*/ 2147483647 w 1116"/>
                  <a:gd name="T27" fmla="*/ 2147483647 h 624"/>
                  <a:gd name="T28" fmla="*/ 2147483647 w 1116"/>
                  <a:gd name="T29" fmla="*/ 2147483647 h 624"/>
                  <a:gd name="T30" fmla="*/ 2147483647 w 1116"/>
                  <a:gd name="T31" fmla="*/ 2147483647 h 624"/>
                  <a:gd name="T32" fmla="*/ 2147483647 w 1116"/>
                  <a:gd name="T33" fmla="*/ 2147483647 h 624"/>
                  <a:gd name="T34" fmla="*/ 2147483647 w 1116"/>
                  <a:gd name="T35" fmla="*/ 2147483647 h 624"/>
                  <a:gd name="T36" fmla="*/ 2147483647 w 1116"/>
                  <a:gd name="T37" fmla="*/ 2147483647 h 624"/>
                  <a:gd name="T38" fmla="*/ 2147483647 w 1116"/>
                  <a:gd name="T39" fmla="*/ 2147483647 h 624"/>
                  <a:gd name="T40" fmla="*/ 2147483647 w 1116"/>
                  <a:gd name="T41" fmla="*/ 2147483647 h 624"/>
                  <a:gd name="T42" fmla="*/ 2147483647 w 1116"/>
                  <a:gd name="T43" fmla="*/ 2147483647 h 624"/>
                  <a:gd name="T44" fmla="*/ 2147483647 w 1116"/>
                  <a:gd name="T45" fmla="*/ 2147483647 h 624"/>
                  <a:gd name="T46" fmla="*/ 2147483647 w 1116"/>
                  <a:gd name="T47" fmla="*/ 2147483647 h 624"/>
                  <a:gd name="T48" fmla="*/ 2147483647 w 1116"/>
                  <a:gd name="T49" fmla="*/ 2147483647 h 624"/>
                  <a:gd name="T50" fmla="*/ 2147483647 w 1116"/>
                  <a:gd name="T51" fmla="*/ 2147483647 h 624"/>
                  <a:gd name="T52" fmla="*/ 2147483647 w 1116"/>
                  <a:gd name="T53" fmla="*/ 2147483647 h 624"/>
                  <a:gd name="T54" fmla="*/ 2147483647 w 1116"/>
                  <a:gd name="T55" fmla="*/ 2147483647 h 624"/>
                  <a:gd name="T56" fmla="*/ 2147483647 w 1116"/>
                  <a:gd name="T57" fmla="*/ 2147483647 h 624"/>
                  <a:gd name="T58" fmla="*/ 2147483647 w 1116"/>
                  <a:gd name="T59" fmla="*/ 2147483647 h 624"/>
                  <a:gd name="T60" fmla="*/ 2147483647 w 1116"/>
                  <a:gd name="T61" fmla="*/ 2147483647 h 624"/>
                  <a:gd name="T62" fmla="*/ 2147483647 w 1116"/>
                  <a:gd name="T63" fmla="*/ 2147483647 h 624"/>
                  <a:gd name="T64" fmla="*/ 2147483647 w 1116"/>
                  <a:gd name="T65" fmla="*/ 2147483647 h 624"/>
                  <a:gd name="T66" fmla="*/ 2147483647 w 1116"/>
                  <a:gd name="T67" fmla="*/ 2147483647 h 624"/>
                  <a:gd name="T68" fmla="*/ 2147483647 w 1116"/>
                  <a:gd name="T69" fmla="*/ 2147483647 h 624"/>
                  <a:gd name="T70" fmla="*/ 2147483647 w 1116"/>
                  <a:gd name="T71" fmla="*/ 2147483647 h 624"/>
                  <a:gd name="T72" fmla="*/ 2147483647 w 1116"/>
                  <a:gd name="T73" fmla="*/ 2147483647 h 624"/>
                  <a:gd name="T74" fmla="*/ 2147483647 w 1116"/>
                  <a:gd name="T75" fmla="*/ 2147483647 h 624"/>
                  <a:gd name="T76" fmla="*/ 2147483647 w 1116"/>
                  <a:gd name="T77" fmla="*/ 2147483647 h 624"/>
                  <a:gd name="T78" fmla="*/ 2147483647 w 1116"/>
                  <a:gd name="T79" fmla="*/ 2147483647 h 624"/>
                  <a:gd name="T80" fmla="*/ 2147483647 w 1116"/>
                  <a:gd name="T81" fmla="*/ 2147483647 h 624"/>
                  <a:gd name="T82" fmla="*/ 2147483647 w 1116"/>
                  <a:gd name="T83" fmla="*/ 2147483647 h 624"/>
                  <a:gd name="T84" fmla="*/ 2147483647 w 1116"/>
                  <a:gd name="T85" fmla="*/ 2147483647 h 624"/>
                  <a:gd name="T86" fmla="*/ 2147483647 w 1116"/>
                  <a:gd name="T87" fmla="*/ 2147483647 h 624"/>
                  <a:gd name="T88" fmla="*/ 2147483647 w 1116"/>
                  <a:gd name="T89" fmla="*/ 0 h 624"/>
                  <a:gd name="T90" fmla="*/ 2147483647 w 1116"/>
                  <a:gd name="T91" fmla="*/ 2147483647 h 624"/>
                  <a:gd name="T92" fmla="*/ 2147483647 w 1116"/>
                  <a:gd name="T93" fmla="*/ 2147483647 h 624"/>
                  <a:gd name="T94" fmla="*/ 2147483647 w 1116"/>
                  <a:gd name="T95" fmla="*/ 2147483647 h 624"/>
                  <a:gd name="T96" fmla="*/ 2147483647 w 1116"/>
                  <a:gd name="T97" fmla="*/ 2147483647 h 624"/>
                  <a:gd name="T98" fmla="*/ 2147483647 w 1116"/>
                  <a:gd name="T99" fmla="*/ 2147483647 h 624"/>
                  <a:gd name="T100" fmla="*/ 2147483647 w 1116"/>
                  <a:gd name="T101" fmla="*/ 2147483647 h 624"/>
                  <a:gd name="T102" fmla="*/ 2147483647 w 1116"/>
                  <a:gd name="T103" fmla="*/ 2147483647 h 624"/>
                  <a:gd name="T104" fmla="*/ 2147483647 w 1116"/>
                  <a:gd name="T105" fmla="*/ 2147483647 h 624"/>
                  <a:gd name="T106" fmla="*/ 2147483647 w 1116"/>
                  <a:gd name="T107" fmla="*/ 2147483647 h 624"/>
                  <a:gd name="T108" fmla="*/ 2147483647 w 1116"/>
                  <a:gd name="T109" fmla="*/ 2147483647 h 624"/>
                  <a:gd name="T110" fmla="*/ 2147483647 w 1116"/>
                  <a:gd name="T111" fmla="*/ 2147483647 h 624"/>
                  <a:gd name="T112" fmla="*/ 2147483647 w 1116"/>
                  <a:gd name="T113" fmla="*/ 2147483647 h 624"/>
                  <a:gd name="T114" fmla="*/ 2147483647 w 1116"/>
                  <a:gd name="T115" fmla="*/ 2147483647 h 624"/>
                  <a:gd name="T116" fmla="*/ 2147483647 w 1116"/>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16"/>
                  <a:gd name="T178" fmla="*/ 0 h 624"/>
                  <a:gd name="T179" fmla="*/ 1116 w 1116"/>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16" h="624">
                    <a:moveTo>
                      <a:pt x="24" y="324"/>
                    </a:moveTo>
                    <a:lnTo>
                      <a:pt x="30" y="324"/>
                    </a:lnTo>
                    <a:lnTo>
                      <a:pt x="36" y="330"/>
                    </a:lnTo>
                    <a:lnTo>
                      <a:pt x="48" y="330"/>
                    </a:lnTo>
                    <a:lnTo>
                      <a:pt x="54" y="336"/>
                    </a:lnTo>
                    <a:lnTo>
                      <a:pt x="78" y="336"/>
                    </a:lnTo>
                    <a:lnTo>
                      <a:pt x="84" y="342"/>
                    </a:lnTo>
                    <a:lnTo>
                      <a:pt x="108" y="342"/>
                    </a:lnTo>
                    <a:lnTo>
                      <a:pt x="114" y="348"/>
                    </a:lnTo>
                    <a:lnTo>
                      <a:pt x="126" y="342"/>
                    </a:lnTo>
                    <a:lnTo>
                      <a:pt x="132" y="342"/>
                    </a:lnTo>
                    <a:lnTo>
                      <a:pt x="144" y="336"/>
                    </a:lnTo>
                    <a:lnTo>
                      <a:pt x="150" y="336"/>
                    </a:lnTo>
                    <a:lnTo>
                      <a:pt x="174" y="360"/>
                    </a:lnTo>
                    <a:lnTo>
                      <a:pt x="186" y="360"/>
                    </a:lnTo>
                    <a:lnTo>
                      <a:pt x="198" y="348"/>
                    </a:lnTo>
                    <a:lnTo>
                      <a:pt x="198" y="342"/>
                    </a:lnTo>
                    <a:lnTo>
                      <a:pt x="222" y="348"/>
                    </a:lnTo>
                    <a:lnTo>
                      <a:pt x="228" y="336"/>
                    </a:lnTo>
                    <a:lnTo>
                      <a:pt x="234" y="342"/>
                    </a:lnTo>
                    <a:lnTo>
                      <a:pt x="252" y="342"/>
                    </a:lnTo>
                    <a:lnTo>
                      <a:pt x="258" y="336"/>
                    </a:lnTo>
                    <a:lnTo>
                      <a:pt x="258" y="330"/>
                    </a:lnTo>
                    <a:lnTo>
                      <a:pt x="270" y="318"/>
                    </a:lnTo>
                    <a:lnTo>
                      <a:pt x="282" y="318"/>
                    </a:lnTo>
                    <a:lnTo>
                      <a:pt x="288" y="306"/>
                    </a:lnTo>
                    <a:lnTo>
                      <a:pt x="294" y="306"/>
                    </a:lnTo>
                    <a:lnTo>
                      <a:pt x="306" y="312"/>
                    </a:lnTo>
                    <a:lnTo>
                      <a:pt x="318" y="312"/>
                    </a:lnTo>
                    <a:lnTo>
                      <a:pt x="318" y="306"/>
                    </a:lnTo>
                    <a:lnTo>
                      <a:pt x="324" y="306"/>
                    </a:lnTo>
                    <a:lnTo>
                      <a:pt x="336" y="300"/>
                    </a:lnTo>
                    <a:lnTo>
                      <a:pt x="342" y="300"/>
                    </a:lnTo>
                    <a:lnTo>
                      <a:pt x="354" y="312"/>
                    </a:lnTo>
                    <a:lnTo>
                      <a:pt x="360" y="312"/>
                    </a:lnTo>
                    <a:lnTo>
                      <a:pt x="360" y="318"/>
                    </a:lnTo>
                    <a:lnTo>
                      <a:pt x="402" y="318"/>
                    </a:lnTo>
                    <a:lnTo>
                      <a:pt x="408" y="324"/>
                    </a:lnTo>
                    <a:lnTo>
                      <a:pt x="408" y="336"/>
                    </a:lnTo>
                    <a:lnTo>
                      <a:pt x="426" y="336"/>
                    </a:lnTo>
                    <a:lnTo>
                      <a:pt x="438" y="342"/>
                    </a:lnTo>
                    <a:lnTo>
                      <a:pt x="444" y="348"/>
                    </a:lnTo>
                    <a:lnTo>
                      <a:pt x="450" y="360"/>
                    </a:lnTo>
                    <a:lnTo>
                      <a:pt x="444" y="366"/>
                    </a:lnTo>
                    <a:lnTo>
                      <a:pt x="444" y="390"/>
                    </a:lnTo>
                    <a:lnTo>
                      <a:pt x="456" y="384"/>
                    </a:lnTo>
                    <a:lnTo>
                      <a:pt x="462" y="384"/>
                    </a:lnTo>
                    <a:lnTo>
                      <a:pt x="468" y="390"/>
                    </a:lnTo>
                    <a:lnTo>
                      <a:pt x="462" y="396"/>
                    </a:lnTo>
                    <a:lnTo>
                      <a:pt x="462" y="414"/>
                    </a:lnTo>
                    <a:lnTo>
                      <a:pt x="474" y="414"/>
                    </a:lnTo>
                    <a:lnTo>
                      <a:pt x="480" y="420"/>
                    </a:lnTo>
                    <a:lnTo>
                      <a:pt x="492" y="420"/>
                    </a:lnTo>
                    <a:lnTo>
                      <a:pt x="498" y="426"/>
                    </a:lnTo>
                    <a:lnTo>
                      <a:pt x="498" y="456"/>
                    </a:lnTo>
                    <a:lnTo>
                      <a:pt x="492" y="456"/>
                    </a:lnTo>
                    <a:lnTo>
                      <a:pt x="480" y="462"/>
                    </a:lnTo>
                    <a:lnTo>
                      <a:pt x="462" y="462"/>
                    </a:lnTo>
                    <a:lnTo>
                      <a:pt x="456" y="456"/>
                    </a:lnTo>
                    <a:lnTo>
                      <a:pt x="438" y="456"/>
                    </a:lnTo>
                    <a:lnTo>
                      <a:pt x="432" y="462"/>
                    </a:lnTo>
                    <a:lnTo>
                      <a:pt x="432" y="468"/>
                    </a:lnTo>
                    <a:lnTo>
                      <a:pt x="438" y="468"/>
                    </a:lnTo>
                    <a:lnTo>
                      <a:pt x="450" y="474"/>
                    </a:lnTo>
                    <a:lnTo>
                      <a:pt x="456" y="480"/>
                    </a:lnTo>
                    <a:lnTo>
                      <a:pt x="438" y="492"/>
                    </a:lnTo>
                    <a:lnTo>
                      <a:pt x="432" y="498"/>
                    </a:lnTo>
                    <a:lnTo>
                      <a:pt x="420" y="504"/>
                    </a:lnTo>
                    <a:lnTo>
                      <a:pt x="414" y="504"/>
                    </a:lnTo>
                    <a:lnTo>
                      <a:pt x="414" y="516"/>
                    </a:lnTo>
                    <a:lnTo>
                      <a:pt x="420" y="522"/>
                    </a:lnTo>
                    <a:lnTo>
                      <a:pt x="420" y="534"/>
                    </a:lnTo>
                    <a:lnTo>
                      <a:pt x="396" y="540"/>
                    </a:lnTo>
                    <a:lnTo>
                      <a:pt x="390" y="528"/>
                    </a:lnTo>
                    <a:lnTo>
                      <a:pt x="390" y="516"/>
                    </a:lnTo>
                    <a:lnTo>
                      <a:pt x="390" y="528"/>
                    </a:lnTo>
                    <a:lnTo>
                      <a:pt x="396" y="540"/>
                    </a:lnTo>
                    <a:lnTo>
                      <a:pt x="396" y="546"/>
                    </a:lnTo>
                    <a:lnTo>
                      <a:pt x="408" y="552"/>
                    </a:lnTo>
                    <a:lnTo>
                      <a:pt x="438" y="552"/>
                    </a:lnTo>
                    <a:lnTo>
                      <a:pt x="444" y="546"/>
                    </a:lnTo>
                    <a:lnTo>
                      <a:pt x="450" y="546"/>
                    </a:lnTo>
                    <a:lnTo>
                      <a:pt x="456" y="540"/>
                    </a:lnTo>
                    <a:lnTo>
                      <a:pt x="474" y="540"/>
                    </a:lnTo>
                    <a:lnTo>
                      <a:pt x="480" y="534"/>
                    </a:lnTo>
                    <a:lnTo>
                      <a:pt x="486" y="534"/>
                    </a:lnTo>
                    <a:lnTo>
                      <a:pt x="480" y="528"/>
                    </a:lnTo>
                    <a:lnTo>
                      <a:pt x="486" y="528"/>
                    </a:lnTo>
                    <a:lnTo>
                      <a:pt x="492" y="522"/>
                    </a:lnTo>
                    <a:lnTo>
                      <a:pt x="510" y="516"/>
                    </a:lnTo>
                    <a:lnTo>
                      <a:pt x="522" y="510"/>
                    </a:lnTo>
                    <a:lnTo>
                      <a:pt x="528" y="504"/>
                    </a:lnTo>
                    <a:lnTo>
                      <a:pt x="534" y="492"/>
                    </a:lnTo>
                    <a:lnTo>
                      <a:pt x="540" y="486"/>
                    </a:lnTo>
                    <a:lnTo>
                      <a:pt x="546" y="474"/>
                    </a:lnTo>
                    <a:lnTo>
                      <a:pt x="552" y="468"/>
                    </a:lnTo>
                    <a:lnTo>
                      <a:pt x="552" y="462"/>
                    </a:lnTo>
                    <a:lnTo>
                      <a:pt x="582" y="450"/>
                    </a:lnTo>
                    <a:lnTo>
                      <a:pt x="600" y="438"/>
                    </a:lnTo>
                    <a:lnTo>
                      <a:pt x="612" y="444"/>
                    </a:lnTo>
                    <a:lnTo>
                      <a:pt x="624" y="444"/>
                    </a:lnTo>
                    <a:lnTo>
                      <a:pt x="636" y="450"/>
                    </a:lnTo>
                    <a:lnTo>
                      <a:pt x="654" y="450"/>
                    </a:lnTo>
                    <a:lnTo>
                      <a:pt x="666" y="438"/>
                    </a:lnTo>
                    <a:lnTo>
                      <a:pt x="648" y="462"/>
                    </a:lnTo>
                    <a:lnTo>
                      <a:pt x="624" y="462"/>
                    </a:lnTo>
                    <a:lnTo>
                      <a:pt x="630" y="468"/>
                    </a:lnTo>
                    <a:lnTo>
                      <a:pt x="642" y="474"/>
                    </a:lnTo>
                    <a:lnTo>
                      <a:pt x="654" y="486"/>
                    </a:lnTo>
                    <a:lnTo>
                      <a:pt x="726" y="486"/>
                    </a:lnTo>
                    <a:lnTo>
                      <a:pt x="738" y="504"/>
                    </a:lnTo>
                    <a:lnTo>
                      <a:pt x="726" y="510"/>
                    </a:lnTo>
                    <a:lnTo>
                      <a:pt x="720" y="516"/>
                    </a:lnTo>
                    <a:lnTo>
                      <a:pt x="684" y="534"/>
                    </a:lnTo>
                    <a:lnTo>
                      <a:pt x="678" y="540"/>
                    </a:lnTo>
                    <a:lnTo>
                      <a:pt x="678" y="546"/>
                    </a:lnTo>
                    <a:lnTo>
                      <a:pt x="684" y="546"/>
                    </a:lnTo>
                    <a:lnTo>
                      <a:pt x="690" y="552"/>
                    </a:lnTo>
                    <a:lnTo>
                      <a:pt x="720" y="552"/>
                    </a:lnTo>
                    <a:lnTo>
                      <a:pt x="732" y="558"/>
                    </a:lnTo>
                    <a:lnTo>
                      <a:pt x="744" y="570"/>
                    </a:lnTo>
                    <a:lnTo>
                      <a:pt x="744" y="594"/>
                    </a:lnTo>
                    <a:lnTo>
                      <a:pt x="738" y="606"/>
                    </a:lnTo>
                    <a:lnTo>
                      <a:pt x="738" y="618"/>
                    </a:lnTo>
                    <a:lnTo>
                      <a:pt x="756" y="618"/>
                    </a:lnTo>
                    <a:lnTo>
                      <a:pt x="768" y="624"/>
                    </a:lnTo>
                    <a:lnTo>
                      <a:pt x="780" y="624"/>
                    </a:lnTo>
                    <a:lnTo>
                      <a:pt x="780" y="618"/>
                    </a:lnTo>
                    <a:lnTo>
                      <a:pt x="792" y="606"/>
                    </a:lnTo>
                    <a:lnTo>
                      <a:pt x="804" y="600"/>
                    </a:lnTo>
                    <a:lnTo>
                      <a:pt x="810" y="594"/>
                    </a:lnTo>
                    <a:lnTo>
                      <a:pt x="840" y="594"/>
                    </a:lnTo>
                    <a:lnTo>
                      <a:pt x="858" y="576"/>
                    </a:lnTo>
                    <a:lnTo>
                      <a:pt x="858" y="570"/>
                    </a:lnTo>
                    <a:lnTo>
                      <a:pt x="864" y="564"/>
                    </a:lnTo>
                    <a:lnTo>
                      <a:pt x="870" y="564"/>
                    </a:lnTo>
                    <a:lnTo>
                      <a:pt x="882" y="576"/>
                    </a:lnTo>
                    <a:lnTo>
                      <a:pt x="918" y="570"/>
                    </a:lnTo>
                    <a:lnTo>
                      <a:pt x="918" y="552"/>
                    </a:lnTo>
                    <a:lnTo>
                      <a:pt x="930" y="540"/>
                    </a:lnTo>
                    <a:lnTo>
                      <a:pt x="900" y="540"/>
                    </a:lnTo>
                    <a:lnTo>
                      <a:pt x="894" y="546"/>
                    </a:lnTo>
                    <a:lnTo>
                      <a:pt x="882" y="552"/>
                    </a:lnTo>
                    <a:lnTo>
                      <a:pt x="852" y="552"/>
                    </a:lnTo>
                    <a:lnTo>
                      <a:pt x="846" y="546"/>
                    </a:lnTo>
                    <a:lnTo>
                      <a:pt x="834" y="540"/>
                    </a:lnTo>
                    <a:lnTo>
                      <a:pt x="828" y="534"/>
                    </a:lnTo>
                    <a:lnTo>
                      <a:pt x="828" y="522"/>
                    </a:lnTo>
                    <a:lnTo>
                      <a:pt x="822" y="516"/>
                    </a:lnTo>
                    <a:lnTo>
                      <a:pt x="810" y="516"/>
                    </a:lnTo>
                    <a:lnTo>
                      <a:pt x="786" y="498"/>
                    </a:lnTo>
                    <a:lnTo>
                      <a:pt x="750" y="492"/>
                    </a:lnTo>
                    <a:lnTo>
                      <a:pt x="744" y="480"/>
                    </a:lnTo>
                    <a:lnTo>
                      <a:pt x="810" y="480"/>
                    </a:lnTo>
                    <a:lnTo>
                      <a:pt x="822" y="474"/>
                    </a:lnTo>
                    <a:lnTo>
                      <a:pt x="834" y="462"/>
                    </a:lnTo>
                    <a:lnTo>
                      <a:pt x="846" y="468"/>
                    </a:lnTo>
                    <a:lnTo>
                      <a:pt x="852" y="462"/>
                    </a:lnTo>
                    <a:lnTo>
                      <a:pt x="864" y="456"/>
                    </a:lnTo>
                    <a:lnTo>
                      <a:pt x="870" y="450"/>
                    </a:lnTo>
                    <a:lnTo>
                      <a:pt x="882" y="444"/>
                    </a:lnTo>
                    <a:lnTo>
                      <a:pt x="906" y="444"/>
                    </a:lnTo>
                    <a:lnTo>
                      <a:pt x="918" y="438"/>
                    </a:lnTo>
                    <a:lnTo>
                      <a:pt x="930" y="438"/>
                    </a:lnTo>
                    <a:lnTo>
                      <a:pt x="978" y="408"/>
                    </a:lnTo>
                    <a:lnTo>
                      <a:pt x="1014" y="408"/>
                    </a:lnTo>
                    <a:lnTo>
                      <a:pt x="1014" y="372"/>
                    </a:lnTo>
                    <a:lnTo>
                      <a:pt x="1032" y="372"/>
                    </a:lnTo>
                    <a:lnTo>
                      <a:pt x="1038" y="366"/>
                    </a:lnTo>
                    <a:lnTo>
                      <a:pt x="1038" y="360"/>
                    </a:lnTo>
                    <a:lnTo>
                      <a:pt x="1050" y="348"/>
                    </a:lnTo>
                    <a:lnTo>
                      <a:pt x="1080" y="348"/>
                    </a:lnTo>
                    <a:lnTo>
                      <a:pt x="1092" y="342"/>
                    </a:lnTo>
                    <a:lnTo>
                      <a:pt x="1104" y="342"/>
                    </a:lnTo>
                    <a:lnTo>
                      <a:pt x="1116" y="330"/>
                    </a:lnTo>
                    <a:lnTo>
                      <a:pt x="1116" y="324"/>
                    </a:lnTo>
                    <a:lnTo>
                      <a:pt x="1110" y="312"/>
                    </a:lnTo>
                    <a:lnTo>
                      <a:pt x="1110" y="300"/>
                    </a:lnTo>
                    <a:lnTo>
                      <a:pt x="1098" y="294"/>
                    </a:lnTo>
                    <a:lnTo>
                      <a:pt x="1086" y="282"/>
                    </a:lnTo>
                    <a:lnTo>
                      <a:pt x="1092" y="276"/>
                    </a:lnTo>
                    <a:lnTo>
                      <a:pt x="1110" y="276"/>
                    </a:lnTo>
                    <a:lnTo>
                      <a:pt x="1116" y="270"/>
                    </a:lnTo>
                    <a:lnTo>
                      <a:pt x="1110" y="264"/>
                    </a:lnTo>
                    <a:lnTo>
                      <a:pt x="1104" y="264"/>
                    </a:lnTo>
                    <a:lnTo>
                      <a:pt x="1098" y="258"/>
                    </a:lnTo>
                    <a:lnTo>
                      <a:pt x="1092" y="258"/>
                    </a:lnTo>
                    <a:lnTo>
                      <a:pt x="1110" y="246"/>
                    </a:lnTo>
                    <a:lnTo>
                      <a:pt x="1110" y="222"/>
                    </a:lnTo>
                    <a:lnTo>
                      <a:pt x="1104" y="216"/>
                    </a:lnTo>
                    <a:lnTo>
                      <a:pt x="1080" y="216"/>
                    </a:lnTo>
                    <a:lnTo>
                      <a:pt x="1062" y="204"/>
                    </a:lnTo>
                    <a:lnTo>
                      <a:pt x="1056" y="198"/>
                    </a:lnTo>
                    <a:lnTo>
                      <a:pt x="1056" y="192"/>
                    </a:lnTo>
                    <a:lnTo>
                      <a:pt x="1014" y="192"/>
                    </a:lnTo>
                    <a:lnTo>
                      <a:pt x="1002" y="186"/>
                    </a:lnTo>
                    <a:lnTo>
                      <a:pt x="996" y="180"/>
                    </a:lnTo>
                    <a:lnTo>
                      <a:pt x="978" y="180"/>
                    </a:lnTo>
                    <a:lnTo>
                      <a:pt x="966" y="186"/>
                    </a:lnTo>
                    <a:lnTo>
                      <a:pt x="942" y="162"/>
                    </a:lnTo>
                    <a:lnTo>
                      <a:pt x="936" y="150"/>
                    </a:lnTo>
                    <a:lnTo>
                      <a:pt x="924" y="150"/>
                    </a:lnTo>
                    <a:lnTo>
                      <a:pt x="918" y="156"/>
                    </a:lnTo>
                    <a:lnTo>
                      <a:pt x="918" y="162"/>
                    </a:lnTo>
                    <a:lnTo>
                      <a:pt x="912" y="156"/>
                    </a:lnTo>
                    <a:lnTo>
                      <a:pt x="864" y="156"/>
                    </a:lnTo>
                    <a:lnTo>
                      <a:pt x="858" y="150"/>
                    </a:lnTo>
                    <a:lnTo>
                      <a:pt x="846" y="150"/>
                    </a:lnTo>
                    <a:lnTo>
                      <a:pt x="840" y="144"/>
                    </a:lnTo>
                    <a:lnTo>
                      <a:pt x="816" y="150"/>
                    </a:lnTo>
                    <a:lnTo>
                      <a:pt x="810" y="150"/>
                    </a:lnTo>
                    <a:lnTo>
                      <a:pt x="798" y="102"/>
                    </a:lnTo>
                    <a:lnTo>
                      <a:pt x="756" y="84"/>
                    </a:lnTo>
                    <a:lnTo>
                      <a:pt x="720" y="84"/>
                    </a:lnTo>
                    <a:lnTo>
                      <a:pt x="720" y="66"/>
                    </a:lnTo>
                    <a:lnTo>
                      <a:pt x="714" y="48"/>
                    </a:lnTo>
                    <a:lnTo>
                      <a:pt x="720" y="48"/>
                    </a:lnTo>
                    <a:lnTo>
                      <a:pt x="726" y="42"/>
                    </a:lnTo>
                    <a:lnTo>
                      <a:pt x="726" y="30"/>
                    </a:lnTo>
                    <a:lnTo>
                      <a:pt x="720" y="30"/>
                    </a:lnTo>
                    <a:lnTo>
                      <a:pt x="708" y="24"/>
                    </a:lnTo>
                    <a:lnTo>
                      <a:pt x="702" y="18"/>
                    </a:lnTo>
                    <a:lnTo>
                      <a:pt x="696" y="18"/>
                    </a:lnTo>
                    <a:lnTo>
                      <a:pt x="690" y="0"/>
                    </a:lnTo>
                    <a:lnTo>
                      <a:pt x="642" y="0"/>
                    </a:lnTo>
                    <a:lnTo>
                      <a:pt x="630" y="6"/>
                    </a:lnTo>
                    <a:lnTo>
                      <a:pt x="600" y="6"/>
                    </a:lnTo>
                    <a:lnTo>
                      <a:pt x="600" y="18"/>
                    </a:lnTo>
                    <a:lnTo>
                      <a:pt x="594" y="24"/>
                    </a:lnTo>
                    <a:lnTo>
                      <a:pt x="558" y="24"/>
                    </a:lnTo>
                    <a:lnTo>
                      <a:pt x="546" y="18"/>
                    </a:lnTo>
                    <a:lnTo>
                      <a:pt x="516" y="18"/>
                    </a:lnTo>
                    <a:lnTo>
                      <a:pt x="510" y="30"/>
                    </a:lnTo>
                    <a:lnTo>
                      <a:pt x="498" y="36"/>
                    </a:lnTo>
                    <a:lnTo>
                      <a:pt x="492" y="42"/>
                    </a:lnTo>
                    <a:lnTo>
                      <a:pt x="486" y="54"/>
                    </a:lnTo>
                    <a:lnTo>
                      <a:pt x="492" y="60"/>
                    </a:lnTo>
                    <a:lnTo>
                      <a:pt x="492" y="72"/>
                    </a:lnTo>
                    <a:lnTo>
                      <a:pt x="486" y="78"/>
                    </a:lnTo>
                    <a:lnTo>
                      <a:pt x="468" y="78"/>
                    </a:lnTo>
                    <a:lnTo>
                      <a:pt x="462" y="72"/>
                    </a:lnTo>
                    <a:lnTo>
                      <a:pt x="438" y="72"/>
                    </a:lnTo>
                    <a:lnTo>
                      <a:pt x="426" y="78"/>
                    </a:lnTo>
                    <a:lnTo>
                      <a:pt x="420" y="78"/>
                    </a:lnTo>
                    <a:lnTo>
                      <a:pt x="420" y="66"/>
                    </a:lnTo>
                    <a:lnTo>
                      <a:pt x="414" y="60"/>
                    </a:lnTo>
                    <a:lnTo>
                      <a:pt x="396" y="60"/>
                    </a:lnTo>
                    <a:lnTo>
                      <a:pt x="390" y="66"/>
                    </a:lnTo>
                    <a:lnTo>
                      <a:pt x="390" y="72"/>
                    </a:lnTo>
                    <a:lnTo>
                      <a:pt x="378" y="60"/>
                    </a:lnTo>
                    <a:lnTo>
                      <a:pt x="366" y="66"/>
                    </a:lnTo>
                    <a:lnTo>
                      <a:pt x="360" y="60"/>
                    </a:lnTo>
                    <a:lnTo>
                      <a:pt x="342" y="66"/>
                    </a:lnTo>
                    <a:lnTo>
                      <a:pt x="336" y="54"/>
                    </a:lnTo>
                    <a:lnTo>
                      <a:pt x="324" y="66"/>
                    </a:lnTo>
                    <a:lnTo>
                      <a:pt x="306" y="54"/>
                    </a:lnTo>
                    <a:lnTo>
                      <a:pt x="300" y="60"/>
                    </a:lnTo>
                    <a:lnTo>
                      <a:pt x="282" y="48"/>
                    </a:lnTo>
                    <a:lnTo>
                      <a:pt x="258" y="42"/>
                    </a:lnTo>
                    <a:lnTo>
                      <a:pt x="222" y="42"/>
                    </a:lnTo>
                    <a:lnTo>
                      <a:pt x="216" y="36"/>
                    </a:lnTo>
                    <a:lnTo>
                      <a:pt x="216" y="30"/>
                    </a:lnTo>
                    <a:lnTo>
                      <a:pt x="168" y="30"/>
                    </a:lnTo>
                    <a:lnTo>
                      <a:pt x="162" y="36"/>
                    </a:lnTo>
                    <a:lnTo>
                      <a:pt x="150" y="42"/>
                    </a:lnTo>
                    <a:lnTo>
                      <a:pt x="114" y="42"/>
                    </a:lnTo>
                    <a:lnTo>
                      <a:pt x="114" y="48"/>
                    </a:lnTo>
                    <a:lnTo>
                      <a:pt x="96" y="66"/>
                    </a:lnTo>
                    <a:lnTo>
                      <a:pt x="78" y="66"/>
                    </a:lnTo>
                    <a:lnTo>
                      <a:pt x="66" y="60"/>
                    </a:lnTo>
                    <a:lnTo>
                      <a:pt x="72" y="78"/>
                    </a:lnTo>
                    <a:lnTo>
                      <a:pt x="90" y="96"/>
                    </a:lnTo>
                    <a:lnTo>
                      <a:pt x="90" y="102"/>
                    </a:lnTo>
                    <a:lnTo>
                      <a:pt x="102" y="108"/>
                    </a:lnTo>
                    <a:lnTo>
                      <a:pt x="108" y="114"/>
                    </a:lnTo>
                    <a:lnTo>
                      <a:pt x="102" y="126"/>
                    </a:lnTo>
                    <a:lnTo>
                      <a:pt x="108" y="132"/>
                    </a:lnTo>
                    <a:lnTo>
                      <a:pt x="108" y="138"/>
                    </a:lnTo>
                    <a:lnTo>
                      <a:pt x="114" y="144"/>
                    </a:lnTo>
                    <a:lnTo>
                      <a:pt x="108" y="150"/>
                    </a:lnTo>
                    <a:lnTo>
                      <a:pt x="102" y="150"/>
                    </a:lnTo>
                    <a:lnTo>
                      <a:pt x="96" y="156"/>
                    </a:lnTo>
                    <a:lnTo>
                      <a:pt x="84" y="156"/>
                    </a:lnTo>
                    <a:lnTo>
                      <a:pt x="30" y="204"/>
                    </a:lnTo>
                    <a:lnTo>
                      <a:pt x="30" y="246"/>
                    </a:lnTo>
                    <a:lnTo>
                      <a:pt x="42" y="258"/>
                    </a:lnTo>
                    <a:lnTo>
                      <a:pt x="18" y="258"/>
                    </a:lnTo>
                    <a:lnTo>
                      <a:pt x="18" y="270"/>
                    </a:lnTo>
                    <a:lnTo>
                      <a:pt x="12" y="276"/>
                    </a:lnTo>
                    <a:lnTo>
                      <a:pt x="12" y="282"/>
                    </a:lnTo>
                    <a:lnTo>
                      <a:pt x="6" y="288"/>
                    </a:lnTo>
                    <a:lnTo>
                      <a:pt x="0" y="288"/>
                    </a:lnTo>
                    <a:lnTo>
                      <a:pt x="0" y="306"/>
                    </a:lnTo>
                    <a:lnTo>
                      <a:pt x="6" y="306"/>
                    </a:lnTo>
                    <a:lnTo>
                      <a:pt x="24" y="3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6" name="Turkey" descr="© INSCALE GmbH, 05.05.2010&#10;http://www.presentationload.com/">
                <a:extLst>
                  <a:ext uri="{FF2B5EF4-FFF2-40B4-BE49-F238E27FC236}">
                    <a16:creationId xmlns:a16="http://schemas.microsoft.com/office/drawing/2014/main" id="{4D27248E-B055-6A41-B06C-F924F79864EC}"/>
                  </a:ext>
                </a:extLst>
              </p:cNvPr>
              <p:cNvSpPr>
                <a:spLocks noEditPoints="1"/>
              </p:cNvSpPr>
              <p:nvPr/>
            </p:nvSpPr>
            <p:spPr bwMode="gray">
              <a:xfrm>
                <a:off x="6439521" y="2713382"/>
                <a:ext cx="558838" cy="213673"/>
              </a:xfrm>
              <a:custGeom>
                <a:avLst/>
                <a:gdLst>
                  <a:gd name="T0" fmla="*/ 2147483647 w 1332"/>
                  <a:gd name="T1" fmla="*/ 2147483647 h 510"/>
                  <a:gd name="T2" fmla="*/ 2147483647 w 1332"/>
                  <a:gd name="T3" fmla="*/ 2147483647 h 510"/>
                  <a:gd name="T4" fmla="*/ 2147483647 w 1332"/>
                  <a:gd name="T5" fmla="*/ 2147483647 h 510"/>
                  <a:gd name="T6" fmla="*/ 2147483647 w 1332"/>
                  <a:gd name="T7" fmla="*/ 2147483647 h 510"/>
                  <a:gd name="T8" fmla="*/ 2147483647 w 1332"/>
                  <a:gd name="T9" fmla="*/ 2147483647 h 510"/>
                  <a:gd name="T10" fmla="*/ 2147483647 w 1332"/>
                  <a:gd name="T11" fmla="*/ 2147483647 h 510"/>
                  <a:gd name="T12" fmla="*/ 2147483647 w 1332"/>
                  <a:gd name="T13" fmla="*/ 2147483647 h 510"/>
                  <a:gd name="T14" fmla="*/ 2147483647 w 1332"/>
                  <a:gd name="T15" fmla="*/ 2147483647 h 510"/>
                  <a:gd name="T16" fmla="*/ 2147483647 w 1332"/>
                  <a:gd name="T17" fmla="*/ 2147483647 h 510"/>
                  <a:gd name="T18" fmla="*/ 2147483647 w 1332"/>
                  <a:gd name="T19" fmla="*/ 2147483647 h 510"/>
                  <a:gd name="T20" fmla="*/ 2147483647 w 1332"/>
                  <a:gd name="T21" fmla="*/ 2147483647 h 510"/>
                  <a:gd name="T22" fmla="*/ 2147483647 w 1332"/>
                  <a:gd name="T23" fmla="*/ 2147483647 h 510"/>
                  <a:gd name="T24" fmla="*/ 2147483647 w 1332"/>
                  <a:gd name="T25" fmla="*/ 2147483647 h 510"/>
                  <a:gd name="T26" fmla="*/ 2147483647 w 1332"/>
                  <a:gd name="T27" fmla="*/ 2147483647 h 510"/>
                  <a:gd name="T28" fmla="*/ 2147483647 w 1332"/>
                  <a:gd name="T29" fmla="*/ 2147483647 h 510"/>
                  <a:gd name="T30" fmla="*/ 2147483647 w 1332"/>
                  <a:gd name="T31" fmla="*/ 2147483647 h 510"/>
                  <a:gd name="T32" fmla="*/ 2147483647 w 1332"/>
                  <a:gd name="T33" fmla="*/ 2147483647 h 510"/>
                  <a:gd name="T34" fmla="*/ 2147483647 w 1332"/>
                  <a:gd name="T35" fmla="*/ 2147483647 h 510"/>
                  <a:gd name="T36" fmla="*/ 2147483647 w 1332"/>
                  <a:gd name="T37" fmla="*/ 2147483647 h 510"/>
                  <a:gd name="T38" fmla="*/ 2147483647 w 1332"/>
                  <a:gd name="T39" fmla="*/ 2147483647 h 510"/>
                  <a:gd name="T40" fmla="*/ 2147483647 w 1332"/>
                  <a:gd name="T41" fmla="*/ 2147483647 h 510"/>
                  <a:gd name="T42" fmla="*/ 2147483647 w 1332"/>
                  <a:gd name="T43" fmla="*/ 2147483647 h 510"/>
                  <a:gd name="T44" fmla="*/ 2147483647 w 1332"/>
                  <a:gd name="T45" fmla="*/ 2147483647 h 510"/>
                  <a:gd name="T46" fmla="*/ 2147483647 w 1332"/>
                  <a:gd name="T47" fmla="*/ 2147483647 h 510"/>
                  <a:gd name="T48" fmla="*/ 2147483647 w 1332"/>
                  <a:gd name="T49" fmla="*/ 2147483647 h 510"/>
                  <a:gd name="T50" fmla="*/ 2147483647 w 1332"/>
                  <a:gd name="T51" fmla="*/ 2147483647 h 510"/>
                  <a:gd name="T52" fmla="*/ 2147483647 w 1332"/>
                  <a:gd name="T53" fmla="*/ 2147483647 h 510"/>
                  <a:gd name="T54" fmla="*/ 2147483647 w 1332"/>
                  <a:gd name="T55" fmla="*/ 2147483647 h 510"/>
                  <a:gd name="T56" fmla="*/ 2147483647 w 1332"/>
                  <a:gd name="T57" fmla="*/ 2147483647 h 510"/>
                  <a:gd name="T58" fmla="*/ 2147483647 w 1332"/>
                  <a:gd name="T59" fmla="*/ 2147483647 h 510"/>
                  <a:gd name="T60" fmla="*/ 2147483647 w 1332"/>
                  <a:gd name="T61" fmla="*/ 2147483647 h 510"/>
                  <a:gd name="T62" fmla="*/ 2147483647 w 1332"/>
                  <a:gd name="T63" fmla="*/ 2147483647 h 510"/>
                  <a:gd name="T64" fmla="*/ 2147483647 w 1332"/>
                  <a:gd name="T65" fmla="*/ 2147483647 h 510"/>
                  <a:gd name="T66" fmla="*/ 2147483647 w 1332"/>
                  <a:gd name="T67" fmla="*/ 2147483647 h 510"/>
                  <a:gd name="T68" fmla="*/ 2147483647 w 1332"/>
                  <a:gd name="T69" fmla="*/ 2147483647 h 510"/>
                  <a:gd name="T70" fmla="*/ 2147483647 w 1332"/>
                  <a:gd name="T71" fmla="*/ 2147483647 h 510"/>
                  <a:gd name="T72" fmla="*/ 2147483647 w 1332"/>
                  <a:gd name="T73" fmla="*/ 2147483647 h 510"/>
                  <a:gd name="T74" fmla="*/ 2147483647 w 1332"/>
                  <a:gd name="T75" fmla="*/ 2147483647 h 510"/>
                  <a:gd name="T76" fmla="*/ 2147483647 w 1332"/>
                  <a:gd name="T77" fmla="*/ 2147483647 h 510"/>
                  <a:gd name="T78" fmla="*/ 2147483647 w 1332"/>
                  <a:gd name="T79" fmla="*/ 2147483647 h 510"/>
                  <a:gd name="T80" fmla="*/ 2147483647 w 1332"/>
                  <a:gd name="T81" fmla="*/ 2147483647 h 510"/>
                  <a:gd name="T82" fmla="*/ 2147483647 w 1332"/>
                  <a:gd name="T83" fmla="*/ 2147483647 h 510"/>
                  <a:gd name="T84" fmla="*/ 2147483647 w 1332"/>
                  <a:gd name="T85" fmla="*/ 2147483647 h 510"/>
                  <a:gd name="T86" fmla="*/ 2147483647 w 1332"/>
                  <a:gd name="T87" fmla="*/ 2147483647 h 510"/>
                  <a:gd name="T88" fmla="*/ 2147483647 w 1332"/>
                  <a:gd name="T89" fmla="*/ 2147483647 h 510"/>
                  <a:gd name="T90" fmla="*/ 2147483647 w 1332"/>
                  <a:gd name="T91" fmla="*/ 2147483647 h 510"/>
                  <a:gd name="T92" fmla="*/ 2147483647 w 1332"/>
                  <a:gd name="T93" fmla="*/ 2147483647 h 510"/>
                  <a:gd name="T94" fmla="*/ 2147483647 w 1332"/>
                  <a:gd name="T95" fmla="*/ 2147483647 h 510"/>
                  <a:gd name="T96" fmla="*/ 2147483647 w 1332"/>
                  <a:gd name="T97" fmla="*/ 2147483647 h 510"/>
                  <a:gd name="T98" fmla="*/ 2147483647 w 1332"/>
                  <a:gd name="T99" fmla="*/ 2147483647 h 510"/>
                  <a:gd name="T100" fmla="*/ 2147483647 w 1332"/>
                  <a:gd name="T101" fmla="*/ 2147483647 h 510"/>
                  <a:gd name="T102" fmla="*/ 2147483647 w 1332"/>
                  <a:gd name="T103" fmla="*/ 2147483647 h 510"/>
                  <a:gd name="T104" fmla="*/ 2147483647 w 1332"/>
                  <a:gd name="T105" fmla="*/ 2147483647 h 510"/>
                  <a:gd name="T106" fmla="*/ 2147483647 w 1332"/>
                  <a:gd name="T107" fmla="*/ 2147483647 h 510"/>
                  <a:gd name="T108" fmla="*/ 2147483647 w 1332"/>
                  <a:gd name="T109" fmla="*/ 2147483647 h 510"/>
                  <a:gd name="T110" fmla="*/ 2147483647 w 1332"/>
                  <a:gd name="T111" fmla="*/ 2147483647 h 510"/>
                  <a:gd name="T112" fmla="*/ 2147483647 w 1332"/>
                  <a:gd name="T113" fmla="*/ 2147483647 h 510"/>
                  <a:gd name="T114" fmla="*/ 2147483647 w 1332"/>
                  <a:gd name="T115" fmla="*/ 2147483647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32"/>
                  <a:gd name="T175" fmla="*/ 0 h 510"/>
                  <a:gd name="T176" fmla="*/ 1332 w 1332"/>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32" h="510">
                    <a:moveTo>
                      <a:pt x="6" y="192"/>
                    </a:moveTo>
                    <a:lnTo>
                      <a:pt x="24" y="186"/>
                    </a:lnTo>
                    <a:lnTo>
                      <a:pt x="30" y="174"/>
                    </a:lnTo>
                    <a:lnTo>
                      <a:pt x="0" y="174"/>
                    </a:lnTo>
                    <a:lnTo>
                      <a:pt x="6" y="192"/>
                    </a:lnTo>
                    <a:close/>
                    <a:moveTo>
                      <a:pt x="42" y="162"/>
                    </a:moveTo>
                    <a:lnTo>
                      <a:pt x="42" y="168"/>
                    </a:lnTo>
                    <a:lnTo>
                      <a:pt x="48" y="174"/>
                    </a:lnTo>
                    <a:lnTo>
                      <a:pt x="60" y="174"/>
                    </a:lnTo>
                    <a:lnTo>
                      <a:pt x="60" y="162"/>
                    </a:lnTo>
                    <a:lnTo>
                      <a:pt x="54" y="156"/>
                    </a:lnTo>
                    <a:lnTo>
                      <a:pt x="54" y="150"/>
                    </a:lnTo>
                    <a:lnTo>
                      <a:pt x="48" y="150"/>
                    </a:lnTo>
                    <a:lnTo>
                      <a:pt x="48" y="156"/>
                    </a:lnTo>
                    <a:lnTo>
                      <a:pt x="42" y="162"/>
                    </a:lnTo>
                    <a:close/>
                    <a:moveTo>
                      <a:pt x="96" y="138"/>
                    </a:moveTo>
                    <a:lnTo>
                      <a:pt x="66" y="138"/>
                    </a:lnTo>
                    <a:lnTo>
                      <a:pt x="66" y="174"/>
                    </a:lnTo>
                    <a:lnTo>
                      <a:pt x="78" y="150"/>
                    </a:lnTo>
                    <a:lnTo>
                      <a:pt x="96" y="138"/>
                    </a:lnTo>
                    <a:close/>
                    <a:moveTo>
                      <a:pt x="1332" y="402"/>
                    </a:moveTo>
                    <a:lnTo>
                      <a:pt x="1332" y="390"/>
                    </a:lnTo>
                    <a:lnTo>
                      <a:pt x="1308" y="384"/>
                    </a:lnTo>
                    <a:lnTo>
                      <a:pt x="1308" y="354"/>
                    </a:lnTo>
                    <a:lnTo>
                      <a:pt x="1272" y="336"/>
                    </a:lnTo>
                    <a:lnTo>
                      <a:pt x="1278" y="330"/>
                    </a:lnTo>
                    <a:lnTo>
                      <a:pt x="1284" y="318"/>
                    </a:lnTo>
                    <a:lnTo>
                      <a:pt x="1284" y="312"/>
                    </a:lnTo>
                    <a:lnTo>
                      <a:pt x="1290" y="306"/>
                    </a:lnTo>
                    <a:lnTo>
                      <a:pt x="1284" y="306"/>
                    </a:lnTo>
                    <a:lnTo>
                      <a:pt x="1278" y="300"/>
                    </a:lnTo>
                    <a:lnTo>
                      <a:pt x="1278" y="288"/>
                    </a:lnTo>
                    <a:lnTo>
                      <a:pt x="1266" y="276"/>
                    </a:lnTo>
                    <a:lnTo>
                      <a:pt x="1266" y="246"/>
                    </a:lnTo>
                    <a:lnTo>
                      <a:pt x="1248" y="222"/>
                    </a:lnTo>
                    <a:lnTo>
                      <a:pt x="1272" y="222"/>
                    </a:lnTo>
                    <a:lnTo>
                      <a:pt x="1272" y="216"/>
                    </a:lnTo>
                    <a:lnTo>
                      <a:pt x="1278" y="210"/>
                    </a:lnTo>
                    <a:lnTo>
                      <a:pt x="1272" y="198"/>
                    </a:lnTo>
                    <a:lnTo>
                      <a:pt x="1272" y="186"/>
                    </a:lnTo>
                    <a:lnTo>
                      <a:pt x="1266" y="180"/>
                    </a:lnTo>
                    <a:lnTo>
                      <a:pt x="1266" y="174"/>
                    </a:lnTo>
                    <a:lnTo>
                      <a:pt x="1260" y="174"/>
                    </a:lnTo>
                    <a:lnTo>
                      <a:pt x="1248" y="180"/>
                    </a:lnTo>
                    <a:lnTo>
                      <a:pt x="1236" y="180"/>
                    </a:lnTo>
                    <a:lnTo>
                      <a:pt x="1224" y="174"/>
                    </a:lnTo>
                    <a:lnTo>
                      <a:pt x="1218" y="168"/>
                    </a:lnTo>
                    <a:lnTo>
                      <a:pt x="1212" y="156"/>
                    </a:lnTo>
                    <a:lnTo>
                      <a:pt x="1212" y="144"/>
                    </a:lnTo>
                    <a:lnTo>
                      <a:pt x="1200" y="108"/>
                    </a:lnTo>
                    <a:lnTo>
                      <a:pt x="1194" y="96"/>
                    </a:lnTo>
                    <a:lnTo>
                      <a:pt x="1194" y="84"/>
                    </a:lnTo>
                    <a:lnTo>
                      <a:pt x="1188" y="78"/>
                    </a:lnTo>
                    <a:lnTo>
                      <a:pt x="1164" y="78"/>
                    </a:lnTo>
                    <a:lnTo>
                      <a:pt x="1164" y="72"/>
                    </a:lnTo>
                    <a:lnTo>
                      <a:pt x="1158" y="60"/>
                    </a:lnTo>
                    <a:lnTo>
                      <a:pt x="1152" y="54"/>
                    </a:lnTo>
                    <a:lnTo>
                      <a:pt x="1140" y="48"/>
                    </a:lnTo>
                    <a:lnTo>
                      <a:pt x="1128" y="48"/>
                    </a:lnTo>
                    <a:lnTo>
                      <a:pt x="1116" y="54"/>
                    </a:lnTo>
                    <a:lnTo>
                      <a:pt x="1110" y="60"/>
                    </a:lnTo>
                    <a:lnTo>
                      <a:pt x="1074" y="54"/>
                    </a:lnTo>
                    <a:lnTo>
                      <a:pt x="1062" y="66"/>
                    </a:lnTo>
                    <a:lnTo>
                      <a:pt x="1026" y="90"/>
                    </a:lnTo>
                    <a:lnTo>
                      <a:pt x="1014" y="96"/>
                    </a:lnTo>
                    <a:lnTo>
                      <a:pt x="930" y="96"/>
                    </a:lnTo>
                    <a:lnTo>
                      <a:pt x="876" y="108"/>
                    </a:lnTo>
                    <a:lnTo>
                      <a:pt x="810" y="84"/>
                    </a:lnTo>
                    <a:lnTo>
                      <a:pt x="786" y="96"/>
                    </a:lnTo>
                    <a:lnTo>
                      <a:pt x="786" y="90"/>
                    </a:lnTo>
                    <a:lnTo>
                      <a:pt x="780" y="84"/>
                    </a:lnTo>
                    <a:lnTo>
                      <a:pt x="774" y="72"/>
                    </a:lnTo>
                    <a:lnTo>
                      <a:pt x="768" y="66"/>
                    </a:lnTo>
                    <a:lnTo>
                      <a:pt x="756" y="66"/>
                    </a:lnTo>
                    <a:lnTo>
                      <a:pt x="744" y="72"/>
                    </a:lnTo>
                    <a:lnTo>
                      <a:pt x="738" y="78"/>
                    </a:lnTo>
                    <a:lnTo>
                      <a:pt x="708" y="60"/>
                    </a:lnTo>
                    <a:lnTo>
                      <a:pt x="708" y="36"/>
                    </a:lnTo>
                    <a:lnTo>
                      <a:pt x="660" y="48"/>
                    </a:lnTo>
                    <a:lnTo>
                      <a:pt x="636" y="30"/>
                    </a:lnTo>
                    <a:lnTo>
                      <a:pt x="630" y="12"/>
                    </a:lnTo>
                    <a:lnTo>
                      <a:pt x="624" y="12"/>
                    </a:lnTo>
                    <a:lnTo>
                      <a:pt x="618" y="18"/>
                    </a:lnTo>
                    <a:lnTo>
                      <a:pt x="600" y="18"/>
                    </a:lnTo>
                    <a:lnTo>
                      <a:pt x="588" y="24"/>
                    </a:lnTo>
                    <a:lnTo>
                      <a:pt x="558" y="24"/>
                    </a:lnTo>
                    <a:lnTo>
                      <a:pt x="534" y="18"/>
                    </a:lnTo>
                    <a:lnTo>
                      <a:pt x="504" y="18"/>
                    </a:lnTo>
                    <a:lnTo>
                      <a:pt x="492" y="24"/>
                    </a:lnTo>
                    <a:lnTo>
                      <a:pt x="456" y="36"/>
                    </a:lnTo>
                    <a:lnTo>
                      <a:pt x="444" y="42"/>
                    </a:lnTo>
                    <a:lnTo>
                      <a:pt x="438" y="48"/>
                    </a:lnTo>
                    <a:lnTo>
                      <a:pt x="426" y="54"/>
                    </a:lnTo>
                    <a:lnTo>
                      <a:pt x="414" y="66"/>
                    </a:lnTo>
                    <a:lnTo>
                      <a:pt x="408" y="66"/>
                    </a:lnTo>
                    <a:lnTo>
                      <a:pt x="396" y="90"/>
                    </a:lnTo>
                    <a:lnTo>
                      <a:pt x="378" y="90"/>
                    </a:lnTo>
                    <a:lnTo>
                      <a:pt x="354" y="84"/>
                    </a:lnTo>
                    <a:lnTo>
                      <a:pt x="294" y="84"/>
                    </a:lnTo>
                    <a:lnTo>
                      <a:pt x="282" y="78"/>
                    </a:lnTo>
                    <a:lnTo>
                      <a:pt x="264" y="78"/>
                    </a:lnTo>
                    <a:lnTo>
                      <a:pt x="252" y="72"/>
                    </a:lnTo>
                    <a:lnTo>
                      <a:pt x="240" y="72"/>
                    </a:lnTo>
                    <a:lnTo>
                      <a:pt x="234" y="66"/>
                    </a:lnTo>
                    <a:lnTo>
                      <a:pt x="198" y="66"/>
                    </a:lnTo>
                    <a:lnTo>
                      <a:pt x="186" y="54"/>
                    </a:lnTo>
                    <a:lnTo>
                      <a:pt x="180" y="36"/>
                    </a:lnTo>
                    <a:lnTo>
                      <a:pt x="180" y="24"/>
                    </a:lnTo>
                    <a:lnTo>
                      <a:pt x="168" y="24"/>
                    </a:lnTo>
                    <a:lnTo>
                      <a:pt x="156" y="18"/>
                    </a:lnTo>
                    <a:lnTo>
                      <a:pt x="144" y="18"/>
                    </a:lnTo>
                    <a:lnTo>
                      <a:pt x="132" y="0"/>
                    </a:lnTo>
                    <a:lnTo>
                      <a:pt x="120" y="18"/>
                    </a:lnTo>
                    <a:lnTo>
                      <a:pt x="90" y="12"/>
                    </a:lnTo>
                    <a:lnTo>
                      <a:pt x="72" y="36"/>
                    </a:lnTo>
                    <a:lnTo>
                      <a:pt x="78" y="42"/>
                    </a:lnTo>
                    <a:lnTo>
                      <a:pt x="90" y="42"/>
                    </a:lnTo>
                    <a:lnTo>
                      <a:pt x="90" y="48"/>
                    </a:lnTo>
                    <a:lnTo>
                      <a:pt x="96" y="54"/>
                    </a:lnTo>
                    <a:lnTo>
                      <a:pt x="96" y="66"/>
                    </a:lnTo>
                    <a:lnTo>
                      <a:pt x="78" y="66"/>
                    </a:lnTo>
                    <a:lnTo>
                      <a:pt x="72" y="72"/>
                    </a:lnTo>
                    <a:lnTo>
                      <a:pt x="72" y="78"/>
                    </a:lnTo>
                    <a:lnTo>
                      <a:pt x="78" y="84"/>
                    </a:lnTo>
                    <a:lnTo>
                      <a:pt x="78" y="96"/>
                    </a:lnTo>
                    <a:lnTo>
                      <a:pt x="72" y="108"/>
                    </a:lnTo>
                    <a:lnTo>
                      <a:pt x="72" y="114"/>
                    </a:lnTo>
                    <a:lnTo>
                      <a:pt x="66" y="120"/>
                    </a:lnTo>
                    <a:lnTo>
                      <a:pt x="66" y="132"/>
                    </a:lnTo>
                    <a:lnTo>
                      <a:pt x="72" y="132"/>
                    </a:lnTo>
                    <a:lnTo>
                      <a:pt x="90" y="126"/>
                    </a:lnTo>
                    <a:lnTo>
                      <a:pt x="102" y="126"/>
                    </a:lnTo>
                    <a:lnTo>
                      <a:pt x="108" y="120"/>
                    </a:lnTo>
                    <a:lnTo>
                      <a:pt x="114" y="120"/>
                    </a:lnTo>
                    <a:lnTo>
                      <a:pt x="114" y="132"/>
                    </a:lnTo>
                    <a:lnTo>
                      <a:pt x="120" y="132"/>
                    </a:lnTo>
                    <a:lnTo>
                      <a:pt x="126" y="126"/>
                    </a:lnTo>
                    <a:lnTo>
                      <a:pt x="138" y="120"/>
                    </a:lnTo>
                    <a:lnTo>
                      <a:pt x="162" y="96"/>
                    </a:lnTo>
                    <a:lnTo>
                      <a:pt x="168" y="96"/>
                    </a:lnTo>
                    <a:lnTo>
                      <a:pt x="174" y="90"/>
                    </a:lnTo>
                    <a:lnTo>
                      <a:pt x="186" y="90"/>
                    </a:lnTo>
                    <a:lnTo>
                      <a:pt x="204" y="84"/>
                    </a:lnTo>
                    <a:lnTo>
                      <a:pt x="216" y="84"/>
                    </a:lnTo>
                    <a:lnTo>
                      <a:pt x="252" y="102"/>
                    </a:lnTo>
                    <a:lnTo>
                      <a:pt x="270" y="108"/>
                    </a:lnTo>
                    <a:lnTo>
                      <a:pt x="282" y="108"/>
                    </a:lnTo>
                    <a:lnTo>
                      <a:pt x="288" y="114"/>
                    </a:lnTo>
                    <a:lnTo>
                      <a:pt x="294" y="114"/>
                    </a:lnTo>
                    <a:lnTo>
                      <a:pt x="270" y="114"/>
                    </a:lnTo>
                    <a:lnTo>
                      <a:pt x="258" y="120"/>
                    </a:lnTo>
                    <a:lnTo>
                      <a:pt x="246" y="120"/>
                    </a:lnTo>
                    <a:lnTo>
                      <a:pt x="246" y="132"/>
                    </a:lnTo>
                    <a:lnTo>
                      <a:pt x="240" y="138"/>
                    </a:lnTo>
                    <a:lnTo>
                      <a:pt x="186" y="144"/>
                    </a:lnTo>
                    <a:lnTo>
                      <a:pt x="138" y="138"/>
                    </a:lnTo>
                    <a:lnTo>
                      <a:pt x="120" y="138"/>
                    </a:lnTo>
                    <a:lnTo>
                      <a:pt x="96" y="150"/>
                    </a:lnTo>
                    <a:lnTo>
                      <a:pt x="84" y="162"/>
                    </a:lnTo>
                    <a:lnTo>
                      <a:pt x="84" y="174"/>
                    </a:lnTo>
                    <a:lnTo>
                      <a:pt x="78" y="192"/>
                    </a:lnTo>
                    <a:lnTo>
                      <a:pt x="78" y="204"/>
                    </a:lnTo>
                    <a:lnTo>
                      <a:pt x="72" y="210"/>
                    </a:lnTo>
                    <a:lnTo>
                      <a:pt x="72" y="216"/>
                    </a:lnTo>
                    <a:lnTo>
                      <a:pt x="114" y="216"/>
                    </a:lnTo>
                    <a:lnTo>
                      <a:pt x="114" y="240"/>
                    </a:lnTo>
                    <a:lnTo>
                      <a:pt x="120" y="246"/>
                    </a:lnTo>
                    <a:lnTo>
                      <a:pt x="126" y="258"/>
                    </a:lnTo>
                    <a:lnTo>
                      <a:pt x="132" y="264"/>
                    </a:lnTo>
                    <a:lnTo>
                      <a:pt x="126" y="282"/>
                    </a:lnTo>
                    <a:lnTo>
                      <a:pt x="138" y="300"/>
                    </a:lnTo>
                    <a:lnTo>
                      <a:pt x="126" y="318"/>
                    </a:lnTo>
                    <a:lnTo>
                      <a:pt x="162" y="354"/>
                    </a:lnTo>
                    <a:lnTo>
                      <a:pt x="156" y="390"/>
                    </a:lnTo>
                    <a:lnTo>
                      <a:pt x="210" y="414"/>
                    </a:lnTo>
                    <a:lnTo>
                      <a:pt x="216" y="444"/>
                    </a:lnTo>
                    <a:lnTo>
                      <a:pt x="216" y="438"/>
                    </a:lnTo>
                    <a:lnTo>
                      <a:pt x="222" y="438"/>
                    </a:lnTo>
                    <a:lnTo>
                      <a:pt x="222" y="432"/>
                    </a:lnTo>
                    <a:lnTo>
                      <a:pt x="228" y="432"/>
                    </a:lnTo>
                    <a:lnTo>
                      <a:pt x="252" y="444"/>
                    </a:lnTo>
                    <a:lnTo>
                      <a:pt x="258" y="444"/>
                    </a:lnTo>
                    <a:lnTo>
                      <a:pt x="264" y="450"/>
                    </a:lnTo>
                    <a:lnTo>
                      <a:pt x="270" y="462"/>
                    </a:lnTo>
                    <a:lnTo>
                      <a:pt x="282" y="468"/>
                    </a:lnTo>
                    <a:lnTo>
                      <a:pt x="294" y="468"/>
                    </a:lnTo>
                    <a:lnTo>
                      <a:pt x="312" y="474"/>
                    </a:lnTo>
                    <a:lnTo>
                      <a:pt x="372" y="474"/>
                    </a:lnTo>
                    <a:lnTo>
                      <a:pt x="372" y="450"/>
                    </a:lnTo>
                    <a:lnTo>
                      <a:pt x="378" y="438"/>
                    </a:lnTo>
                    <a:lnTo>
                      <a:pt x="390" y="426"/>
                    </a:lnTo>
                    <a:lnTo>
                      <a:pt x="408" y="426"/>
                    </a:lnTo>
                    <a:lnTo>
                      <a:pt x="432" y="432"/>
                    </a:lnTo>
                    <a:lnTo>
                      <a:pt x="468" y="444"/>
                    </a:lnTo>
                    <a:lnTo>
                      <a:pt x="474" y="450"/>
                    </a:lnTo>
                    <a:lnTo>
                      <a:pt x="480" y="450"/>
                    </a:lnTo>
                    <a:lnTo>
                      <a:pt x="480" y="456"/>
                    </a:lnTo>
                    <a:lnTo>
                      <a:pt x="486" y="468"/>
                    </a:lnTo>
                    <a:lnTo>
                      <a:pt x="486" y="474"/>
                    </a:lnTo>
                    <a:lnTo>
                      <a:pt x="492" y="480"/>
                    </a:lnTo>
                    <a:lnTo>
                      <a:pt x="504" y="486"/>
                    </a:lnTo>
                    <a:lnTo>
                      <a:pt x="564" y="486"/>
                    </a:lnTo>
                    <a:lnTo>
                      <a:pt x="576" y="480"/>
                    </a:lnTo>
                    <a:lnTo>
                      <a:pt x="594" y="474"/>
                    </a:lnTo>
                    <a:lnTo>
                      <a:pt x="606" y="462"/>
                    </a:lnTo>
                    <a:lnTo>
                      <a:pt x="618" y="456"/>
                    </a:lnTo>
                    <a:lnTo>
                      <a:pt x="630" y="444"/>
                    </a:lnTo>
                    <a:lnTo>
                      <a:pt x="648" y="438"/>
                    </a:lnTo>
                    <a:lnTo>
                      <a:pt x="660" y="432"/>
                    </a:lnTo>
                    <a:lnTo>
                      <a:pt x="672" y="432"/>
                    </a:lnTo>
                    <a:lnTo>
                      <a:pt x="684" y="438"/>
                    </a:lnTo>
                    <a:lnTo>
                      <a:pt x="690" y="444"/>
                    </a:lnTo>
                    <a:lnTo>
                      <a:pt x="696" y="444"/>
                    </a:lnTo>
                    <a:lnTo>
                      <a:pt x="702" y="450"/>
                    </a:lnTo>
                    <a:lnTo>
                      <a:pt x="714" y="450"/>
                    </a:lnTo>
                    <a:lnTo>
                      <a:pt x="726" y="444"/>
                    </a:lnTo>
                    <a:lnTo>
                      <a:pt x="732" y="432"/>
                    </a:lnTo>
                    <a:lnTo>
                      <a:pt x="744" y="420"/>
                    </a:lnTo>
                    <a:lnTo>
                      <a:pt x="756" y="432"/>
                    </a:lnTo>
                    <a:lnTo>
                      <a:pt x="756" y="444"/>
                    </a:lnTo>
                    <a:lnTo>
                      <a:pt x="750" y="450"/>
                    </a:lnTo>
                    <a:lnTo>
                      <a:pt x="744" y="462"/>
                    </a:lnTo>
                    <a:lnTo>
                      <a:pt x="744" y="468"/>
                    </a:lnTo>
                    <a:lnTo>
                      <a:pt x="738" y="474"/>
                    </a:lnTo>
                    <a:lnTo>
                      <a:pt x="738" y="486"/>
                    </a:lnTo>
                    <a:lnTo>
                      <a:pt x="744" y="492"/>
                    </a:lnTo>
                    <a:lnTo>
                      <a:pt x="744" y="498"/>
                    </a:lnTo>
                    <a:lnTo>
                      <a:pt x="756" y="510"/>
                    </a:lnTo>
                    <a:lnTo>
                      <a:pt x="768" y="510"/>
                    </a:lnTo>
                    <a:lnTo>
                      <a:pt x="768" y="504"/>
                    </a:lnTo>
                    <a:lnTo>
                      <a:pt x="774" y="498"/>
                    </a:lnTo>
                    <a:lnTo>
                      <a:pt x="774" y="480"/>
                    </a:lnTo>
                    <a:lnTo>
                      <a:pt x="780" y="486"/>
                    </a:lnTo>
                    <a:lnTo>
                      <a:pt x="792" y="486"/>
                    </a:lnTo>
                    <a:lnTo>
                      <a:pt x="792" y="462"/>
                    </a:lnTo>
                    <a:lnTo>
                      <a:pt x="786" y="462"/>
                    </a:lnTo>
                    <a:lnTo>
                      <a:pt x="786" y="432"/>
                    </a:lnTo>
                    <a:lnTo>
                      <a:pt x="810" y="432"/>
                    </a:lnTo>
                    <a:lnTo>
                      <a:pt x="804" y="438"/>
                    </a:lnTo>
                    <a:lnTo>
                      <a:pt x="804" y="444"/>
                    </a:lnTo>
                    <a:lnTo>
                      <a:pt x="840" y="444"/>
                    </a:lnTo>
                    <a:lnTo>
                      <a:pt x="858" y="438"/>
                    </a:lnTo>
                    <a:lnTo>
                      <a:pt x="864" y="432"/>
                    </a:lnTo>
                    <a:lnTo>
                      <a:pt x="870" y="432"/>
                    </a:lnTo>
                    <a:lnTo>
                      <a:pt x="888" y="414"/>
                    </a:lnTo>
                    <a:lnTo>
                      <a:pt x="894" y="414"/>
                    </a:lnTo>
                    <a:lnTo>
                      <a:pt x="900" y="420"/>
                    </a:lnTo>
                    <a:lnTo>
                      <a:pt x="912" y="426"/>
                    </a:lnTo>
                    <a:lnTo>
                      <a:pt x="924" y="438"/>
                    </a:lnTo>
                    <a:lnTo>
                      <a:pt x="942" y="438"/>
                    </a:lnTo>
                    <a:lnTo>
                      <a:pt x="954" y="444"/>
                    </a:lnTo>
                    <a:lnTo>
                      <a:pt x="966" y="444"/>
                    </a:lnTo>
                    <a:lnTo>
                      <a:pt x="978" y="438"/>
                    </a:lnTo>
                    <a:lnTo>
                      <a:pt x="996" y="438"/>
                    </a:lnTo>
                    <a:lnTo>
                      <a:pt x="1002" y="432"/>
                    </a:lnTo>
                    <a:lnTo>
                      <a:pt x="1014" y="426"/>
                    </a:lnTo>
                    <a:lnTo>
                      <a:pt x="1026" y="414"/>
                    </a:lnTo>
                    <a:lnTo>
                      <a:pt x="1038" y="408"/>
                    </a:lnTo>
                    <a:lnTo>
                      <a:pt x="1086" y="408"/>
                    </a:lnTo>
                    <a:lnTo>
                      <a:pt x="1092" y="414"/>
                    </a:lnTo>
                    <a:lnTo>
                      <a:pt x="1110" y="414"/>
                    </a:lnTo>
                    <a:lnTo>
                      <a:pt x="1122" y="402"/>
                    </a:lnTo>
                    <a:lnTo>
                      <a:pt x="1146" y="402"/>
                    </a:lnTo>
                    <a:lnTo>
                      <a:pt x="1152" y="390"/>
                    </a:lnTo>
                    <a:lnTo>
                      <a:pt x="1152" y="384"/>
                    </a:lnTo>
                    <a:lnTo>
                      <a:pt x="1158" y="384"/>
                    </a:lnTo>
                    <a:lnTo>
                      <a:pt x="1158" y="408"/>
                    </a:lnTo>
                    <a:lnTo>
                      <a:pt x="1164" y="414"/>
                    </a:lnTo>
                    <a:lnTo>
                      <a:pt x="1170" y="414"/>
                    </a:lnTo>
                    <a:lnTo>
                      <a:pt x="1182" y="408"/>
                    </a:lnTo>
                    <a:lnTo>
                      <a:pt x="1188" y="402"/>
                    </a:lnTo>
                    <a:lnTo>
                      <a:pt x="1188" y="390"/>
                    </a:lnTo>
                    <a:lnTo>
                      <a:pt x="1230" y="390"/>
                    </a:lnTo>
                    <a:lnTo>
                      <a:pt x="1242" y="402"/>
                    </a:lnTo>
                    <a:lnTo>
                      <a:pt x="1254" y="402"/>
                    </a:lnTo>
                    <a:lnTo>
                      <a:pt x="1260" y="396"/>
                    </a:lnTo>
                    <a:lnTo>
                      <a:pt x="1260" y="390"/>
                    </a:lnTo>
                    <a:lnTo>
                      <a:pt x="1284" y="390"/>
                    </a:lnTo>
                    <a:lnTo>
                      <a:pt x="1290" y="396"/>
                    </a:lnTo>
                    <a:lnTo>
                      <a:pt x="1290" y="414"/>
                    </a:lnTo>
                    <a:lnTo>
                      <a:pt x="1332" y="402"/>
                    </a:lnTo>
                    <a:close/>
                    <a:moveTo>
                      <a:pt x="102" y="282"/>
                    </a:moveTo>
                    <a:lnTo>
                      <a:pt x="96" y="282"/>
                    </a:lnTo>
                    <a:lnTo>
                      <a:pt x="96" y="312"/>
                    </a:lnTo>
                    <a:lnTo>
                      <a:pt x="102" y="324"/>
                    </a:lnTo>
                    <a:lnTo>
                      <a:pt x="108" y="330"/>
                    </a:lnTo>
                    <a:lnTo>
                      <a:pt x="114" y="324"/>
                    </a:lnTo>
                    <a:lnTo>
                      <a:pt x="114" y="318"/>
                    </a:lnTo>
                    <a:lnTo>
                      <a:pt x="120" y="312"/>
                    </a:lnTo>
                    <a:lnTo>
                      <a:pt x="120" y="300"/>
                    </a:lnTo>
                    <a:lnTo>
                      <a:pt x="102" y="28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7" name="Switzerland" descr="© INSCALE GmbH, 05.05.2010&#10;http://www.presentationload.com/">
                <a:extLst>
                  <a:ext uri="{FF2B5EF4-FFF2-40B4-BE49-F238E27FC236}">
                    <a16:creationId xmlns:a16="http://schemas.microsoft.com/office/drawing/2014/main" id="{46190AB2-B353-EB41-B1A9-31E25079DF97}"/>
                  </a:ext>
                </a:extLst>
              </p:cNvPr>
              <p:cNvSpPr>
                <a:spLocks/>
              </p:cNvSpPr>
              <p:nvPr/>
            </p:nvSpPr>
            <p:spPr bwMode="gray">
              <a:xfrm>
                <a:off x="5916843" y="2524363"/>
                <a:ext cx="121630" cy="67390"/>
              </a:xfrm>
              <a:custGeom>
                <a:avLst/>
                <a:gdLst>
                  <a:gd name="T0" fmla="*/ 2147483647 w 288"/>
                  <a:gd name="T1" fmla="*/ 2147483647 h 162"/>
                  <a:gd name="T2" fmla="*/ 2147483647 w 288"/>
                  <a:gd name="T3" fmla="*/ 2147483647 h 162"/>
                  <a:gd name="T4" fmla="*/ 2147483647 w 288"/>
                  <a:gd name="T5" fmla="*/ 2147483647 h 162"/>
                  <a:gd name="T6" fmla="*/ 2147483647 w 288"/>
                  <a:gd name="T7" fmla="*/ 2147483647 h 162"/>
                  <a:gd name="T8" fmla="*/ 2147483647 w 288"/>
                  <a:gd name="T9" fmla="*/ 2147483647 h 162"/>
                  <a:gd name="T10" fmla="*/ 2147483647 w 288"/>
                  <a:gd name="T11" fmla="*/ 2147483647 h 162"/>
                  <a:gd name="T12" fmla="*/ 2147483647 w 288"/>
                  <a:gd name="T13" fmla="*/ 2147483647 h 162"/>
                  <a:gd name="T14" fmla="*/ 0 w 288"/>
                  <a:gd name="T15" fmla="*/ 2147483647 h 162"/>
                  <a:gd name="T16" fmla="*/ 2147483647 w 288"/>
                  <a:gd name="T17" fmla="*/ 2147483647 h 162"/>
                  <a:gd name="T18" fmla="*/ 2147483647 w 288"/>
                  <a:gd name="T19" fmla="*/ 2147483647 h 162"/>
                  <a:gd name="T20" fmla="*/ 2147483647 w 288"/>
                  <a:gd name="T21" fmla="*/ 2147483647 h 162"/>
                  <a:gd name="T22" fmla="*/ 2147483647 w 288"/>
                  <a:gd name="T23" fmla="*/ 2147483647 h 162"/>
                  <a:gd name="T24" fmla="*/ 2147483647 w 288"/>
                  <a:gd name="T25" fmla="*/ 2147483647 h 162"/>
                  <a:gd name="T26" fmla="*/ 2147483647 w 288"/>
                  <a:gd name="T27" fmla="*/ 2147483647 h 162"/>
                  <a:gd name="T28" fmla="*/ 2147483647 w 288"/>
                  <a:gd name="T29" fmla="*/ 2147483647 h 162"/>
                  <a:gd name="T30" fmla="*/ 2147483647 w 288"/>
                  <a:gd name="T31" fmla="*/ 2147483647 h 162"/>
                  <a:gd name="T32" fmla="*/ 2147483647 w 288"/>
                  <a:gd name="T33" fmla="*/ 2147483647 h 162"/>
                  <a:gd name="T34" fmla="*/ 2147483647 w 288"/>
                  <a:gd name="T35" fmla="*/ 2147483647 h 162"/>
                  <a:gd name="T36" fmla="*/ 2147483647 w 288"/>
                  <a:gd name="T37" fmla="*/ 2147483647 h 162"/>
                  <a:gd name="T38" fmla="*/ 2147483647 w 288"/>
                  <a:gd name="T39" fmla="*/ 2147483647 h 162"/>
                  <a:gd name="T40" fmla="*/ 2147483647 w 288"/>
                  <a:gd name="T41" fmla="*/ 2147483647 h 162"/>
                  <a:gd name="T42" fmla="*/ 2147483647 w 288"/>
                  <a:gd name="T43" fmla="*/ 2147483647 h 162"/>
                  <a:gd name="T44" fmla="*/ 2147483647 w 288"/>
                  <a:gd name="T45" fmla="*/ 2147483647 h 162"/>
                  <a:gd name="T46" fmla="*/ 2147483647 w 288"/>
                  <a:gd name="T47" fmla="*/ 2147483647 h 162"/>
                  <a:gd name="T48" fmla="*/ 2147483647 w 288"/>
                  <a:gd name="T49" fmla="*/ 2147483647 h 162"/>
                  <a:gd name="T50" fmla="*/ 2147483647 w 288"/>
                  <a:gd name="T51" fmla="*/ 2147483647 h 162"/>
                  <a:gd name="T52" fmla="*/ 2147483647 w 288"/>
                  <a:gd name="T53" fmla="*/ 2147483647 h 162"/>
                  <a:gd name="T54" fmla="*/ 2147483647 w 288"/>
                  <a:gd name="T55" fmla="*/ 2147483647 h 162"/>
                  <a:gd name="T56" fmla="*/ 2147483647 w 288"/>
                  <a:gd name="T57" fmla="*/ 2147483647 h 162"/>
                  <a:gd name="T58" fmla="*/ 2147483647 w 288"/>
                  <a:gd name="T59" fmla="*/ 2147483647 h 162"/>
                  <a:gd name="T60" fmla="*/ 2147483647 w 288"/>
                  <a:gd name="T61" fmla="*/ 2147483647 h 162"/>
                  <a:gd name="T62" fmla="*/ 2147483647 w 288"/>
                  <a:gd name="T63" fmla="*/ 2147483647 h 162"/>
                  <a:gd name="T64" fmla="*/ 2147483647 w 288"/>
                  <a:gd name="T65" fmla="*/ 2147483647 h 162"/>
                  <a:gd name="T66" fmla="*/ 2147483647 w 288"/>
                  <a:gd name="T67" fmla="*/ 0 h 162"/>
                  <a:gd name="T68" fmla="*/ 2147483647 w 288"/>
                  <a:gd name="T69" fmla="*/ 2147483647 h 162"/>
                  <a:gd name="T70" fmla="*/ 2147483647 w 288"/>
                  <a:gd name="T71" fmla="*/ 2147483647 h 162"/>
                  <a:gd name="T72" fmla="*/ 2147483647 w 288"/>
                  <a:gd name="T73" fmla="*/ 2147483647 h 1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8"/>
                  <a:gd name="T112" fmla="*/ 0 h 162"/>
                  <a:gd name="T113" fmla="*/ 288 w 288"/>
                  <a:gd name="T114" fmla="*/ 162 h 1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8" h="162">
                    <a:moveTo>
                      <a:pt x="132" y="24"/>
                    </a:moveTo>
                    <a:lnTo>
                      <a:pt x="96" y="24"/>
                    </a:lnTo>
                    <a:lnTo>
                      <a:pt x="90" y="42"/>
                    </a:lnTo>
                    <a:lnTo>
                      <a:pt x="72" y="30"/>
                    </a:lnTo>
                    <a:lnTo>
                      <a:pt x="66" y="42"/>
                    </a:lnTo>
                    <a:lnTo>
                      <a:pt x="60" y="48"/>
                    </a:lnTo>
                    <a:lnTo>
                      <a:pt x="54" y="60"/>
                    </a:lnTo>
                    <a:lnTo>
                      <a:pt x="48" y="66"/>
                    </a:lnTo>
                    <a:lnTo>
                      <a:pt x="30" y="66"/>
                    </a:lnTo>
                    <a:lnTo>
                      <a:pt x="30" y="78"/>
                    </a:lnTo>
                    <a:lnTo>
                      <a:pt x="18" y="90"/>
                    </a:lnTo>
                    <a:lnTo>
                      <a:pt x="12" y="102"/>
                    </a:lnTo>
                    <a:lnTo>
                      <a:pt x="0" y="108"/>
                    </a:lnTo>
                    <a:lnTo>
                      <a:pt x="6" y="120"/>
                    </a:lnTo>
                    <a:lnTo>
                      <a:pt x="0" y="126"/>
                    </a:lnTo>
                    <a:lnTo>
                      <a:pt x="0" y="132"/>
                    </a:lnTo>
                    <a:lnTo>
                      <a:pt x="6" y="132"/>
                    </a:lnTo>
                    <a:lnTo>
                      <a:pt x="30" y="108"/>
                    </a:lnTo>
                    <a:lnTo>
                      <a:pt x="48" y="108"/>
                    </a:lnTo>
                    <a:lnTo>
                      <a:pt x="54" y="114"/>
                    </a:lnTo>
                    <a:lnTo>
                      <a:pt x="48" y="138"/>
                    </a:lnTo>
                    <a:lnTo>
                      <a:pt x="60" y="150"/>
                    </a:lnTo>
                    <a:lnTo>
                      <a:pt x="60" y="156"/>
                    </a:lnTo>
                    <a:lnTo>
                      <a:pt x="72" y="156"/>
                    </a:lnTo>
                    <a:lnTo>
                      <a:pt x="84" y="144"/>
                    </a:lnTo>
                    <a:lnTo>
                      <a:pt x="96" y="144"/>
                    </a:lnTo>
                    <a:lnTo>
                      <a:pt x="108" y="156"/>
                    </a:lnTo>
                    <a:lnTo>
                      <a:pt x="114" y="156"/>
                    </a:lnTo>
                    <a:lnTo>
                      <a:pt x="132" y="138"/>
                    </a:lnTo>
                    <a:lnTo>
                      <a:pt x="132" y="120"/>
                    </a:lnTo>
                    <a:lnTo>
                      <a:pt x="138" y="114"/>
                    </a:lnTo>
                    <a:lnTo>
                      <a:pt x="150" y="114"/>
                    </a:lnTo>
                    <a:lnTo>
                      <a:pt x="156" y="120"/>
                    </a:lnTo>
                    <a:lnTo>
                      <a:pt x="156" y="126"/>
                    </a:lnTo>
                    <a:lnTo>
                      <a:pt x="162" y="132"/>
                    </a:lnTo>
                    <a:lnTo>
                      <a:pt x="162" y="138"/>
                    </a:lnTo>
                    <a:lnTo>
                      <a:pt x="168" y="138"/>
                    </a:lnTo>
                    <a:lnTo>
                      <a:pt x="192" y="162"/>
                    </a:lnTo>
                    <a:lnTo>
                      <a:pt x="192" y="144"/>
                    </a:lnTo>
                    <a:lnTo>
                      <a:pt x="204" y="132"/>
                    </a:lnTo>
                    <a:lnTo>
                      <a:pt x="210" y="108"/>
                    </a:lnTo>
                    <a:lnTo>
                      <a:pt x="222" y="126"/>
                    </a:lnTo>
                    <a:lnTo>
                      <a:pt x="240" y="120"/>
                    </a:lnTo>
                    <a:lnTo>
                      <a:pt x="258" y="132"/>
                    </a:lnTo>
                    <a:lnTo>
                      <a:pt x="264" y="120"/>
                    </a:lnTo>
                    <a:lnTo>
                      <a:pt x="252" y="108"/>
                    </a:lnTo>
                    <a:lnTo>
                      <a:pt x="252" y="102"/>
                    </a:lnTo>
                    <a:lnTo>
                      <a:pt x="276" y="102"/>
                    </a:lnTo>
                    <a:lnTo>
                      <a:pt x="282" y="84"/>
                    </a:lnTo>
                    <a:lnTo>
                      <a:pt x="288" y="84"/>
                    </a:lnTo>
                    <a:lnTo>
                      <a:pt x="288" y="78"/>
                    </a:lnTo>
                    <a:lnTo>
                      <a:pt x="276" y="66"/>
                    </a:lnTo>
                    <a:lnTo>
                      <a:pt x="270" y="66"/>
                    </a:lnTo>
                    <a:lnTo>
                      <a:pt x="252" y="84"/>
                    </a:lnTo>
                    <a:lnTo>
                      <a:pt x="246" y="84"/>
                    </a:lnTo>
                    <a:lnTo>
                      <a:pt x="246" y="66"/>
                    </a:lnTo>
                    <a:lnTo>
                      <a:pt x="210" y="66"/>
                    </a:lnTo>
                    <a:lnTo>
                      <a:pt x="210" y="60"/>
                    </a:lnTo>
                    <a:lnTo>
                      <a:pt x="216" y="48"/>
                    </a:lnTo>
                    <a:lnTo>
                      <a:pt x="222" y="42"/>
                    </a:lnTo>
                    <a:lnTo>
                      <a:pt x="228" y="42"/>
                    </a:lnTo>
                    <a:lnTo>
                      <a:pt x="228" y="30"/>
                    </a:lnTo>
                    <a:lnTo>
                      <a:pt x="216" y="30"/>
                    </a:lnTo>
                    <a:lnTo>
                      <a:pt x="210" y="18"/>
                    </a:lnTo>
                    <a:lnTo>
                      <a:pt x="192" y="12"/>
                    </a:lnTo>
                    <a:lnTo>
                      <a:pt x="180" y="12"/>
                    </a:lnTo>
                    <a:lnTo>
                      <a:pt x="174" y="6"/>
                    </a:lnTo>
                    <a:lnTo>
                      <a:pt x="162" y="0"/>
                    </a:lnTo>
                    <a:lnTo>
                      <a:pt x="156" y="0"/>
                    </a:lnTo>
                    <a:lnTo>
                      <a:pt x="150" y="6"/>
                    </a:lnTo>
                    <a:lnTo>
                      <a:pt x="150" y="18"/>
                    </a:lnTo>
                    <a:lnTo>
                      <a:pt x="156" y="24"/>
                    </a:lnTo>
                    <a:lnTo>
                      <a:pt x="150" y="18"/>
                    </a:lnTo>
                    <a:lnTo>
                      <a:pt x="132" y="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8" name="Sweden" descr="© INSCALE GmbH, 05.05.2010&#10;http://www.presentationload.com/">
                <a:extLst>
                  <a:ext uri="{FF2B5EF4-FFF2-40B4-BE49-F238E27FC236}">
                    <a16:creationId xmlns:a16="http://schemas.microsoft.com/office/drawing/2014/main" id="{4A9271B3-D84D-0845-9FE4-83DF2FCB1BE4}"/>
                  </a:ext>
                </a:extLst>
              </p:cNvPr>
              <p:cNvSpPr>
                <a:spLocks noEditPoints="1"/>
              </p:cNvSpPr>
              <p:nvPr/>
            </p:nvSpPr>
            <p:spPr bwMode="gray">
              <a:xfrm>
                <a:off x="6054909" y="1863619"/>
                <a:ext cx="290925" cy="415841"/>
              </a:xfrm>
              <a:custGeom>
                <a:avLst/>
                <a:gdLst>
                  <a:gd name="T0" fmla="*/ 2147483647 w 690"/>
                  <a:gd name="T1" fmla="*/ 2147483647 h 990"/>
                  <a:gd name="T2" fmla="*/ 2147483647 w 690"/>
                  <a:gd name="T3" fmla="*/ 2147483647 h 990"/>
                  <a:gd name="T4" fmla="*/ 2147483647 w 690"/>
                  <a:gd name="T5" fmla="*/ 2147483647 h 990"/>
                  <a:gd name="T6" fmla="*/ 2147483647 w 690"/>
                  <a:gd name="T7" fmla="*/ 2147483647 h 990"/>
                  <a:gd name="T8" fmla="*/ 2147483647 w 690"/>
                  <a:gd name="T9" fmla="*/ 2147483647 h 990"/>
                  <a:gd name="T10" fmla="*/ 2147483647 w 690"/>
                  <a:gd name="T11" fmla="*/ 2147483647 h 990"/>
                  <a:gd name="T12" fmla="*/ 2147483647 w 690"/>
                  <a:gd name="T13" fmla="*/ 2147483647 h 990"/>
                  <a:gd name="T14" fmla="*/ 2147483647 w 690"/>
                  <a:gd name="T15" fmla="*/ 2147483647 h 990"/>
                  <a:gd name="T16" fmla="*/ 2147483647 w 690"/>
                  <a:gd name="T17" fmla="*/ 2147483647 h 990"/>
                  <a:gd name="T18" fmla="*/ 2147483647 w 690"/>
                  <a:gd name="T19" fmla="*/ 2147483647 h 990"/>
                  <a:gd name="T20" fmla="*/ 2147483647 w 690"/>
                  <a:gd name="T21" fmla="*/ 2147483647 h 990"/>
                  <a:gd name="T22" fmla="*/ 2147483647 w 690"/>
                  <a:gd name="T23" fmla="*/ 2147483647 h 990"/>
                  <a:gd name="T24" fmla="*/ 2147483647 w 690"/>
                  <a:gd name="T25" fmla="*/ 2147483647 h 990"/>
                  <a:gd name="T26" fmla="*/ 2147483647 w 690"/>
                  <a:gd name="T27" fmla="*/ 2147483647 h 990"/>
                  <a:gd name="T28" fmla="*/ 2147483647 w 690"/>
                  <a:gd name="T29" fmla="*/ 2147483647 h 990"/>
                  <a:gd name="T30" fmla="*/ 2147483647 w 690"/>
                  <a:gd name="T31" fmla="*/ 2147483647 h 990"/>
                  <a:gd name="T32" fmla="*/ 2147483647 w 690"/>
                  <a:gd name="T33" fmla="*/ 2147483647 h 990"/>
                  <a:gd name="T34" fmla="*/ 2147483647 w 690"/>
                  <a:gd name="T35" fmla="*/ 2147483647 h 990"/>
                  <a:gd name="T36" fmla="*/ 2147483647 w 690"/>
                  <a:gd name="T37" fmla="*/ 2147483647 h 990"/>
                  <a:gd name="T38" fmla="*/ 2147483647 w 690"/>
                  <a:gd name="T39" fmla="*/ 2147483647 h 990"/>
                  <a:gd name="T40" fmla="*/ 2147483647 w 690"/>
                  <a:gd name="T41" fmla="*/ 2147483647 h 990"/>
                  <a:gd name="T42" fmla="*/ 2147483647 w 690"/>
                  <a:gd name="T43" fmla="*/ 2147483647 h 990"/>
                  <a:gd name="T44" fmla="*/ 2147483647 w 690"/>
                  <a:gd name="T45" fmla="*/ 2147483647 h 990"/>
                  <a:gd name="T46" fmla="*/ 0 w 690"/>
                  <a:gd name="T47" fmla="*/ 2147483647 h 990"/>
                  <a:gd name="T48" fmla="*/ 2147483647 w 690"/>
                  <a:gd name="T49" fmla="*/ 2147483647 h 990"/>
                  <a:gd name="T50" fmla="*/ 2147483647 w 690"/>
                  <a:gd name="T51" fmla="*/ 2147483647 h 990"/>
                  <a:gd name="T52" fmla="*/ 2147483647 w 690"/>
                  <a:gd name="T53" fmla="*/ 2147483647 h 990"/>
                  <a:gd name="T54" fmla="*/ 2147483647 w 690"/>
                  <a:gd name="T55" fmla="*/ 2147483647 h 990"/>
                  <a:gd name="T56" fmla="*/ 2147483647 w 690"/>
                  <a:gd name="T57" fmla="*/ 2147483647 h 990"/>
                  <a:gd name="T58" fmla="*/ 2147483647 w 690"/>
                  <a:gd name="T59" fmla="*/ 2147483647 h 990"/>
                  <a:gd name="T60" fmla="*/ 2147483647 w 690"/>
                  <a:gd name="T61" fmla="*/ 2147483647 h 990"/>
                  <a:gd name="T62" fmla="*/ 2147483647 w 690"/>
                  <a:gd name="T63" fmla="*/ 2147483647 h 990"/>
                  <a:gd name="T64" fmla="*/ 2147483647 w 690"/>
                  <a:gd name="T65" fmla="*/ 2147483647 h 990"/>
                  <a:gd name="T66" fmla="*/ 2147483647 w 690"/>
                  <a:gd name="T67" fmla="*/ 2147483647 h 990"/>
                  <a:gd name="T68" fmla="*/ 2147483647 w 690"/>
                  <a:gd name="T69" fmla="*/ 2147483647 h 990"/>
                  <a:gd name="T70" fmla="*/ 2147483647 w 690"/>
                  <a:gd name="T71" fmla="*/ 2147483647 h 990"/>
                  <a:gd name="T72" fmla="*/ 2147483647 w 690"/>
                  <a:gd name="T73" fmla="*/ 2147483647 h 990"/>
                  <a:gd name="T74" fmla="*/ 2147483647 w 690"/>
                  <a:gd name="T75" fmla="*/ 2147483647 h 990"/>
                  <a:gd name="T76" fmla="*/ 2147483647 w 690"/>
                  <a:gd name="T77" fmla="*/ 2147483647 h 990"/>
                  <a:gd name="T78" fmla="*/ 2147483647 w 690"/>
                  <a:gd name="T79" fmla="*/ 2147483647 h 990"/>
                  <a:gd name="T80" fmla="*/ 2147483647 w 690"/>
                  <a:gd name="T81" fmla="*/ 2147483647 h 990"/>
                  <a:gd name="T82" fmla="*/ 2147483647 w 690"/>
                  <a:gd name="T83" fmla="*/ 2147483647 h 990"/>
                  <a:gd name="T84" fmla="*/ 2147483647 w 690"/>
                  <a:gd name="T85" fmla="*/ 2147483647 h 990"/>
                  <a:gd name="T86" fmla="*/ 2147483647 w 690"/>
                  <a:gd name="T87" fmla="*/ 2147483647 h 990"/>
                  <a:gd name="T88" fmla="*/ 2147483647 w 690"/>
                  <a:gd name="T89" fmla="*/ 2147483647 h 990"/>
                  <a:gd name="T90" fmla="*/ 2147483647 w 690"/>
                  <a:gd name="T91" fmla="*/ 2147483647 h 990"/>
                  <a:gd name="T92" fmla="*/ 2147483647 w 690"/>
                  <a:gd name="T93" fmla="*/ 2147483647 h 990"/>
                  <a:gd name="T94" fmla="*/ 2147483647 w 690"/>
                  <a:gd name="T95" fmla="*/ 2147483647 h 990"/>
                  <a:gd name="T96" fmla="*/ 2147483647 w 690"/>
                  <a:gd name="T97" fmla="*/ 2147483647 h 990"/>
                  <a:gd name="T98" fmla="*/ 2147483647 w 690"/>
                  <a:gd name="T99" fmla="*/ 2147483647 h 990"/>
                  <a:gd name="T100" fmla="*/ 2147483647 w 690"/>
                  <a:gd name="T101" fmla="*/ 2147483647 h 9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90"/>
                  <a:gd name="T154" fmla="*/ 0 h 990"/>
                  <a:gd name="T155" fmla="*/ 690 w 690"/>
                  <a:gd name="T156" fmla="*/ 990 h 99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90" h="990">
                    <a:moveTo>
                      <a:pt x="678" y="204"/>
                    </a:moveTo>
                    <a:lnTo>
                      <a:pt x="672" y="198"/>
                    </a:lnTo>
                    <a:lnTo>
                      <a:pt x="660" y="192"/>
                    </a:lnTo>
                    <a:lnTo>
                      <a:pt x="648" y="180"/>
                    </a:lnTo>
                    <a:lnTo>
                      <a:pt x="648" y="174"/>
                    </a:lnTo>
                    <a:lnTo>
                      <a:pt x="654" y="162"/>
                    </a:lnTo>
                    <a:lnTo>
                      <a:pt x="660" y="156"/>
                    </a:lnTo>
                    <a:lnTo>
                      <a:pt x="666" y="144"/>
                    </a:lnTo>
                    <a:lnTo>
                      <a:pt x="642" y="132"/>
                    </a:lnTo>
                    <a:lnTo>
                      <a:pt x="648" y="108"/>
                    </a:lnTo>
                    <a:lnTo>
                      <a:pt x="636" y="102"/>
                    </a:lnTo>
                    <a:lnTo>
                      <a:pt x="636" y="96"/>
                    </a:lnTo>
                    <a:lnTo>
                      <a:pt x="642" y="90"/>
                    </a:lnTo>
                    <a:lnTo>
                      <a:pt x="642" y="66"/>
                    </a:lnTo>
                    <a:lnTo>
                      <a:pt x="636" y="66"/>
                    </a:lnTo>
                    <a:lnTo>
                      <a:pt x="630" y="60"/>
                    </a:lnTo>
                    <a:lnTo>
                      <a:pt x="618" y="60"/>
                    </a:lnTo>
                    <a:lnTo>
                      <a:pt x="588" y="42"/>
                    </a:lnTo>
                    <a:lnTo>
                      <a:pt x="552" y="42"/>
                    </a:lnTo>
                    <a:lnTo>
                      <a:pt x="540" y="30"/>
                    </a:lnTo>
                    <a:lnTo>
                      <a:pt x="534" y="30"/>
                    </a:lnTo>
                    <a:lnTo>
                      <a:pt x="528" y="24"/>
                    </a:lnTo>
                    <a:lnTo>
                      <a:pt x="516" y="24"/>
                    </a:lnTo>
                    <a:lnTo>
                      <a:pt x="504" y="18"/>
                    </a:lnTo>
                    <a:lnTo>
                      <a:pt x="498" y="12"/>
                    </a:lnTo>
                    <a:lnTo>
                      <a:pt x="486" y="6"/>
                    </a:lnTo>
                    <a:lnTo>
                      <a:pt x="456" y="0"/>
                    </a:lnTo>
                    <a:lnTo>
                      <a:pt x="456" y="24"/>
                    </a:lnTo>
                    <a:lnTo>
                      <a:pt x="444" y="24"/>
                    </a:lnTo>
                    <a:lnTo>
                      <a:pt x="444" y="30"/>
                    </a:lnTo>
                    <a:lnTo>
                      <a:pt x="456" y="42"/>
                    </a:lnTo>
                    <a:lnTo>
                      <a:pt x="462" y="42"/>
                    </a:lnTo>
                    <a:lnTo>
                      <a:pt x="456" y="48"/>
                    </a:lnTo>
                    <a:lnTo>
                      <a:pt x="444" y="48"/>
                    </a:lnTo>
                    <a:lnTo>
                      <a:pt x="438" y="42"/>
                    </a:lnTo>
                    <a:lnTo>
                      <a:pt x="414" y="42"/>
                    </a:lnTo>
                    <a:lnTo>
                      <a:pt x="390" y="36"/>
                    </a:lnTo>
                    <a:lnTo>
                      <a:pt x="366" y="42"/>
                    </a:lnTo>
                    <a:lnTo>
                      <a:pt x="366" y="30"/>
                    </a:lnTo>
                    <a:lnTo>
                      <a:pt x="360" y="24"/>
                    </a:lnTo>
                    <a:lnTo>
                      <a:pt x="348" y="36"/>
                    </a:lnTo>
                    <a:lnTo>
                      <a:pt x="348" y="66"/>
                    </a:lnTo>
                    <a:lnTo>
                      <a:pt x="342" y="72"/>
                    </a:lnTo>
                    <a:lnTo>
                      <a:pt x="324" y="72"/>
                    </a:lnTo>
                    <a:lnTo>
                      <a:pt x="282" y="78"/>
                    </a:lnTo>
                    <a:lnTo>
                      <a:pt x="264" y="96"/>
                    </a:lnTo>
                    <a:lnTo>
                      <a:pt x="252" y="102"/>
                    </a:lnTo>
                    <a:lnTo>
                      <a:pt x="246" y="102"/>
                    </a:lnTo>
                    <a:lnTo>
                      <a:pt x="246" y="114"/>
                    </a:lnTo>
                    <a:lnTo>
                      <a:pt x="258" y="120"/>
                    </a:lnTo>
                    <a:lnTo>
                      <a:pt x="264" y="126"/>
                    </a:lnTo>
                    <a:lnTo>
                      <a:pt x="258" y="144"/>
                    </a:lnTo>
                    <a:lnTo>
                      <a:pt x="252" y="144"/>
                    </a:lnTo>
                    <a:lnTo>
                      <a:pt x="240" y="150"/>
                    </a:lnTo>
                    <a:lnTo>
                      <a:pt x="234" y="156"/>
                    </a:lnTo>
                    <a:lnTo>
                      <a:pt x="234" y="162"/>
                    </a:lnTo>
                    <a:lnTo>
                      <a:pt x="228" y="168"/>
                    </a:lnTo>
                    <a:lnTo>
                      <a:pt x="210" y="168"/>
                    </a:lnTo>
                    <a:lnTo>
                      <a:pt x="216" y="174"/>
                    </a:lnTo>
                    <a:lnTo>
                      <a:pt x="216" y="180"/>
                    </a:lnTo>
                    <a:lnTo>
                      <a:pt x="222" y="186"/>
                    </a:lnTo>
                    <a:lnTo>
                      <a:pt x="222" y="192"/>
                    </a:lnTo>
                    <a:lnTo>
                      <a:pt x="216" y="192"/>
                    </a:lnTo>
                    <a:lnTo>
                      <a:pt x="210" y="198"/>
                    </a:lnTo>
                    <a:lnTo>
                      <a:pt x="204" y="198"/>
                    </a:lnTo>
                    <a:lnTo>
                      <a:pt x="192" y="204"/>
                    </a:lnTo>
                    <a:lnTo>
                      <a:pt x="174" y="192"/>
                    </a:lnTo>
                    <a:lnTo>
                      <a:pt x="174" y="228"/>
                    </a:lnTo>
                    <a:lnTo>
                      <a:pt x="168" y="270"/>
                    </a:lnTo>
                    <a:lnTo>
                      <a:pt x="138" y="300"/>
                    </a:lnTo>
                    <a:lnTo>
                      <a:pt x="132" y="300"/>
                    </a:lnTo>
                    <a:lnTo>
                      <a:pt x="120" y="306"/>
                    </a:lnTo>
                    <a:lnTo>
                      <a:pt x="132" y="312"/>
                    </a:lnTo>
                    <a:lnTo>
                      <a:pt x="150" y="330"/>
                    </a:lnTo>
                    <a:lnTo>
                      <a:pt x="150" y="336"/>
                    </a:lnTo>
                    <a:lnTo>
                      <a:pt x="144" y="342"/>
                    </a:lnTo>
                    <a:lnTo>
                      <a:pt x="102" y="342"/>
                    </a:lnTo>
                    <a:lnTo>
                      <a:pt x="90" y="348"/>
                    </a:lnTo>
                    <a:lnTo>
                      <a:pt x="84" y="354"/>
                    </a:lnTo>
                    <a:lnTo>
                      <a:pt x="72" y="360"/>
                    </a:lnTo>
                    <a:lnTo>
                      <a:pt x="30" y="402"/>
                    </a:lnTo>
                    <a:lnTo>
                      <a:pt x="36" y="408"/>
                    </a:lnTo>
                    <a:lnTo>
                      <a:pt x="42" y="408"/>
                    </a:lnTo>
                    <a:lnTo>
                      <a:pt x="48" y="414"/>
                    </a:lnTo>
                    <a:lnTo>
                      <a:pt x="48" y="420"/>
                    </a:lnTo>
                    <a:lnTo>
                      <a:pt x="42" y="426"/>
                    </a:lnTo>
                    <a:lnTo>
                      <a:pt x="36" y="426"/>
                    </a:lnTo>
                    <a:lnTo>
                      <a:pt x="30" y="432"/>
                    </a:lnTo>
                    <a:lnTo>
                      <a:pt x="30" y="444"/>
                    </a:lnTo>
                    <a:lnTo>
                      <a:pt x="54" y="468"/>
                    </a:lnTo>
                    <a:lnTo>
                      <a:pt x="54" y="480"/>
                    </a:lnTo>
                    <a:lnTo>
                      <a:pt x="48" y="492"/>
                    </a:lnTo>
                    <a:lnTo>
                      <a:pt x="48" y="510"/>
                    </a:lnTo>
                    <a:lnTo>
                      <a:pt x="60" y="522"/>
                    </a:lnTo>
                    <a:lnTo>
                      <a:pt x="66" y="522"/>
                    </a:lnTo>
                    <a:lnTo>
                      <a:pt x="84" y="540"/>
                    </a:lnTo>
                    <a:lnTo>
                      <a:pt x="84" y="552"/>
                    </a:lnTo>
                    <a:lnTo>
                      <a:pt x="72" y="564"/>
                    </a:lnTo>
                    <a:lnTo>
                      <a:pt x="48" y="570"/>
                    </a:lnTo>
                    <a:lnTo>
                      <a:pt x="54" y="576"/>
                    </a:lnTo>
                    <a:lnTo>
                      <a:pt x="60" y="588"/>
                    </a:lnTo>
                    <a:lnTo>
                      <a:pt x="60" y="594"/>
                    </a:lnTo>
                    <a:lnTo>
                      <a:pt x="66" y="600"/>
                    </a:lnTo>
                    <a:lnTo>
                      <a:pt x="66" y="606"/>
                    </a:lnTo>
                    <a:lnTo>
                      <a:pt x="72" y="618"/>
                    </a:lnTo>
                    <a:lnTo>
                      <a:pt x="66" y="618"/>
                    </a:lnTo>
                    <a:lnTo>
                      <a:pt x="66" y="642"/>
                    </a:lnTo>
                    <a:lnTo>
                      <a:pt x="60" y="648"/>
                    </a:lnTo>
                    <a:lnTo>
                      <a:pt x="24" y="648"/>
                    </a:lnTo>
                    <a:lnTo>
                      <a:pt x="30" y="660"/>
                    </a:lnTo>
                    <a:lnTo>
                      <a:pt x="30" y="666"/>
                    </a:lnTo>
                    <a:lnTo>
                      <a:pt x="24" y="666"/>
                    </a:lnTo>
                    <a:lnTo>
                      <a:pt x="18" y="672"/>
                    </a:lnTo>
                    <a:lnTo>
                      <a:pt x="18" y="678"/>
                    </a:lnTo>
                    <a:lnTo>
                      <a:pt x="30" y="690"/>
                    </a:lnTo>
                    <a:lnTo>
                      <a:pt x="30" y="708"/>
                    </a:lnTo>
                    <a:lnTo>
                      <a:pt x="24" y="714"/>
                    </a:lnTo>
                    <a:lnTo>
                      <a:pt x="18" y="726"/>
                    </a:lnTo>
                    <a:lnTo>
                      <a:pt x="0" y="708"/>
                    </a:lnTo>
                    <a:lnTo>
                      <a:pt x="0" y="768"/>
                    </a:lnTo>
                    <a:lnTo>
                      <a:pt x="6" y="762"/>
                    </a:lnTo>
                    <a:lnTo>
                      <a:pt x="24" y="762"/>
                    </a:lnTo>
                    <a:lnTo>
                      <a:pt x="36" y="774"/>
                    </a:lnTo>
                    <a:lnTo>
                      <a:pt x="36" y="780"/>
                    </a:lnTo>
                    <a:lnTo>
                      <a:pt x="30" y="780"/>
                    </a:lnTo>
                    <a:lnTo>
                      <a:pt x="30" y="774"/>
                    </a:lnTo>
                    <a:lnTo>
                      <a:pt x="24" y="774"/>
                    </a:lnTo>
                    <a:lnTo>
                      <a:pt x="24" y="834"/>
                    </a:lnTo>
                    <a:lnTo>
                      <a:pt x="30" y="840"/>
                    </a:lnTo>
                    <a:lnTo>
                      <a:pt x="36" y="840"/>
                    </a:lnTo>
                    <a:lnTo>
                      <a:pt x="48" y="846"/>
                    </a:lnTo>
                    <a:lnTo>
                      <a:pt x="54" y="858"/>
                    </a:lnTo>
                    <a:lnTo>
                      <a:pt x="60" y="864"/>
                    </a:lnTo>
                    <a:lnTo>
                      <a:pt x="66" y="876"/>
                    </a:lnTo>
                    <a:lnTo>
                      <a:pt x="90" y="900"/>
                    </a:lnTo>
                    <a:lnTo>
                      <a:pt x="96" y="900"/>
                    </a:lnTo>
                    <a:lnTo>
                      <a:pt x="96" y="912"/>
                    </a:lnTo>
                    <a:lnTo>
                      <a:pt x="78" y="912"/>
                    </a:lnTo>
                    <a:lnTo>
                      <a:pt x="78" y="942"/>
                    </a:lnTo>
                    <a:lnTo>
                      <a:pt x="90" y="954"/>
                    </a:lnTo>
                    <a:lnTo>
                      <a:pt x="102" y="960"/>
                    </a:lnTo>
                    <a:lnTo>
                      <a:pt x="96" y="966"/>
                    </a:lnTo>
                    <a:lnTo>
                      <a:pt x="96" y="984"/>
                    </a:lnTo>
                    <a:lnTo>
                      <a:pt x="102" y="984"/>
                    </a:lnTo>
                    <a:lnTo>
                      <a:pt x="108" y="990"/>
                    </a:lnTo>
                    <a:lnTo>
                      <a:pt x="174" y="990"/>
                    </a:lnTo>
                    <a:lnTo>
                      <a:pt x="180" y="984"/>
                    </a:lnTo>
                    <a:lnTo>
                      <a:pt x="180" y="948"/>
                    </a:lnTo>
                    <a:lnTo>
                      <a:pt x="198" y="942"/>
                    </a:lnTo>
                    <a:lnTo>
                      <a:pt x="198" y="924"/>
                    </a:lnTo>
                    <a:lnTo>
                      <a:pt x="264" y="930"/>
                    </a:lnTo>
                    <a:lnTo>
                      <a:pt x="276" y="936"/>
                    </a:lnTo>
                    <a:lnTo>
                      <a:pt x="300" y="876"/>
                    </a:lnTo>
                    <a:lnTo>
                      <a:pt x="300" y="864"/>
                    </a:lnTo>
                    <a:lnTo>
                      <a:pt x="306" y="852"/>
                    </a:lnTo>
                    <a:lnTo>
                      <a:pt x="306" y="816"/>
                    </a:lnTo>
                    <a:lnTo>
                      <a:pt x="300" y="810"/>
                    </a:lnTo>
                    <a:lnTo>
                      <a:pt x="294" y="798"/>
                    </a:lnTo>
                    <a:lnTo>
                      <a:pt x="312" y="798"/>
                    </a:lnTo>
                    <a:lnTo>
                      <a:pt x="324" y="786"/>
                    </a:lnTo>
                    <a:lnTo>
                      <a:pt x="324" y="780"/>
                    </a:lnTo>
                    <a:lnTo>
                      <a:pt x="306" y="762"/>
                    </a:lnTo>
                    <a:lnTo>
                      <a:pt x="294" y="762"/>
                    </a:lnTo>
                    <a:lnTo>
                      <a:pt x="312" y="756"/>
                    </a:lnTo>
                    <a:lnTo>
                      <a:pt x="300" y="750"/>
                    </a:lnTo>
                    <a:lnTo>
                      <a:pt x="324" y="750"/>
                    </a:lnTo>
                    <a:lnTo>
                      <a:pt x="336" y="744"/>
                    </a:lnTo>
                    <a:lnTo>
                      <a:pt x="348" y="744"/>
                    </a:lnTo>
                    <a:lnTo>
                      <a:pt x="354" y="738"/>
                    </a:lnTo>
                    <a:lnTo>
                      <a:pt x="360" y="726"/>
                    </a:lnTo>
                    <a:lnTo>
                      <a:pt x="360" y="714"/>
                    </a:lnTo>
                    <a:lnTo>
                      <a:pt x="366" y="708"/>
                    </a:lnTo>
                    <a:lnTo>
                      <a:pt x="384" y="726"/>
                    </a:lnTo>
                    <a:lnTo>
                      <a:pt x="390" y="726"/>
                    </a:lnTo>
                    <a:lnTo>
                      <a:pt x="396" y="720"/>
                    </a:lnTo>
                    <a:lnTo>
                      <a:pt x="408" y="696"/>
                    </a:lnTo>
                    <a:lnTo>
                      <a:pt x="402" y="690"/>
                    </a:lnTo>
                    <a:lnTo>
                      <a:pt x="402" y="684"/>
                    </a:lnTo>
                    <a:lnTo>
                      <a:pt x="414" y="684"/>
                    </a:lnTo>
                    <a:lnTo>
                      <a:pt x="420" y="678"/>
                    </a:lnTo>
                    <a:lnTo>
                      <a:pt x="432" y="672"/>
                    </a:lnTo>
                    <a:lnTo>
                      <a:pt x="432" y="660"/>
                    </a:lnTo>
                    <a:lnTo>
                      <a:pt x="420" y="636"/>
                    </a:lnTo>
                    <a:lnTo>
                      <a:pt x="408" y="630"/>
                    </a:lnTo>
                    <a:lnTo>
                      <a:pt x="408" y="618"/>
                    </a:lnTo>
                    <a:lnTo>
                      <a:pt x="372" y="600"/>
                    </a:lnTo>
                    <a:lnTo>
                      <a:pt x="360" y="606"/>
                    </a:lnTo>
                    <a:lnTo>
                      <a:pt x="354" y="606"/>
                    </a:lnTo>
                    <a:lnTo>
                      <a:pt x="342" y="600"/>
                    </a:lnTo>
                    <a:lnTo>
                      <a:pt x="330" y="576"/>
                    </a:lnTo>
                    <a:lnTo>
                      <a:pt x="330" y="558"/>
                    </a:lnTo>
                    <a:lnTo>
                      <a:pt x="324" y="546"/>
                    </a:lnTo>
                    <a:lnTo>
                      <a:pt x="324" y="528"/>
                    </a:lnTo>
                    <a:lnTo>
                      <a:pt x="336" y="516"/>
                    </a:lnTo>
                    <a:lnTo>
                      <a:pt x="342" y="504"/>
                    </a:lnTo>
                    <a:lnTo>
                      <a:pt x="342" y="486"/>
                    </a:lnTo>
                    <a:lnTo>
                      <a:pt x="336" y="474"/>
                    </a:lnTo>
                    <a:lnTo>
                      <a:pt x="330" y="468"/>
                    </a:lnTo>
                    <a:lnTo>
                      <a:pt x="330" y="462"/>
                    </a:lnTo>
                    <a:lnTo>
                      <a:pt x="348" y="462"/>
                    </a:lnTo>
                    <a:lnTo>
                      <a:pt x="354" y="456"/>
                    </a:lnTo>
                    <a:lnTo>
                      <a:pt x="354" y="438"/>
                    </a:lnTo>
                    <a:lnTo>
                      <a:pt x="348" y="426"/>
                    </a:lnTo>
                    <a:lnTo>
                      <a:pt x="354" y="432"/>
                    </a:lnTo>
                    <a:lnTo>
                      <a:pt x="378" y="432"/>
                    </a:lnTo>
                    <a:lnTo>
                      <a:pt x="384" y="426"/>
                    </a:lnTo>
                    <a:lnTo>
                      <a:pt x="396" y="420"/>
                    </a:lnTo>
                    <a:lnTo>
                      <a:pt x="408" y="408"/>
                    </a:lnTo>
                    <a:lnTo>
                      <a:pt x="438" y="414"/>
                    </a:lnTo>
                    <a:lnTo>
                      <a:pt x="450" y="390"/>
                    </a:lnTo>
                    <a:lnTo>
                      <a:pt x="480" y="390"/>
                    </a:lnTo>
                    <a:lnTo>
                      <a:pt x="498" y="384"/>
                    </a:lnTo>
                    <a:lnTo>
                      <a:pt x="510" y="378"/>
                    </a:lnTo>
                    <a:lnTo>
                      <a:pt x="522" y="354"/>
                    </a:lnTo>
                    <a:lnTo>
                      <a:pt x="540" y="336"/>
                    </a:lnTo>
                    <a:lnTo>
                      <a:pt x="546" y="324"/>
                    </a:lnTo>
                    <a:lnTo>
                      <a:pt x="528" y="300"/>
                    </a:lnTo>
                    <a:lnTo>
                      <a:pt x="558" y="264"/>
                    </a:lnTo>
                    <a:lnTo>
                      <a:pt x="540" y="246"/>
                    </a:lnTo>
                    <a:lnTo>
                      <a:pt x="576" y="234"/>
                    </a:lnTo>
                    <a:lnTo>
                      <a:pt x="594" y="216"/>
                    </a:lnTo>
                    <a:lnTo>
                      <a:pt x="672" y="222"/>
                    </a:lnTo>
                    <a:lnTo>
                      <a:pt x="684" y="240"/>
                    </a:lnTo>
                    <a:lnTo>
                      <a:pt x="690" y="240"/>
                    </a:lnTo>
                    <a:lnTo>
                      <a:pt x="678" y="204"/>
                    </a:lnTo>
                    <a:close/>
                    <a:moveTo>
                      <a:pt x="390" y="828"/>
                    </a:moveTo>
                    <a:lnTo>
                      <a:pt x="390" y="840"/>
                    </a:lnTo>
                    <a:lnTo>
                      <a:pt x="396" y="852"/>
                    </a:lnTo>
                    <a:lnTo>
                      <a:pt x="396" y="864"/>
                    </a:lnTo>
                    <a:lnTo>
                      <a:pt x="402" y="870"/>
                    </a:lnTo>
                    <a:lnTo>
                      <a:pt x="402" y="876"/>
                    </a:lnTo>
                    <a:lnTo>
                      <a:pt x="414" y="852"/>
                    </a:lnTo>
                    <a:lnTo>
                      <a:pt x="426" y="852"/>
                    </a:lnTo>
                    <a:lnTo>
                      <a:pt x="432" y="846"/>
                    </a:lnTo>
                    <a:lnTo>
                      <a:pt x="438" y="834"/>
                    </a:lnTo>
                    <a:lnTo>
                      <a:pt x="438" y="822"/>
                    </a:lnTo>
                    <a:lnTo>
                      <a:pt x="432" y="816"/>
                    </a:lnTo>
                    <a:lnTo>
                      <a:pt x="450" y="798"/>
                    </a:lnTo>
                    <a:lnTo>
                      <a:pt x="444" y="798"/>
                    </a:lnTo>
                    <a:lnTo>
                      <a:pt x="438" y="804"/>
                    </a:lnTo>
                    <a:lnTo>
                      <a:pt x="420" y="804"/>
                    </a:lnTo>
                    <a:lnTo>
                      <a:pt x="408" y="810"/>
                    </a:lnTo>
                    <a:lnTo>
                      <a:pt x="390" y="828"/>
                    </a:lnTo>
                    <a:close/>
                    <a:moveTo>
                      <a:pt x="300" y="900"/>
                    </a:moveTo>
                    <a:lnTo>
                      <a:pt x="300" y="912"/>
                    </a:lnTo>
                    <a:lnTo>
                      <a:pt x="294" y="924"/>
                    </a:lnTo>
                    <a:lnTo>
                      <a:pt x="300" y="918"/>
                    </a:lnTo>
                    <a:lnTo>
                      <a:pt x="312" y="912"/>
                    </a:lnTo>
                    <a:lnTo>
                      <a:pt x="318" y="900"/>
                    </a:lnTo>
                    <a:lnTo>
                      <a:pt x="318" y="894"/>
                    </a:lnTo>
                    <a:lnTo>
                      <a:pt x="324" y="888"/>
                    </a:lnTo>
                    <a:lnTo>
                      <a:pt x="324" y="882"/>
                    </a:lnTo>
                    <a:lnTo>
                      <a:pt x="342" y="858"/>
                    </a:lnTo>
                    <a:lnTo>
                      <a:pt x="336" y="840"/>
                    </a:lnTo>
                    <a:lnTo>
                      <a:pt x="330" y="852"/>
                    </a:lnTo>
                    <a:lnTo>
                      <a:pt x="312" y="870"/>
                    </a:lnTo>
                    <a:lnTo>
                      <a:pt x="300" y="894"/>
                    </a:lnTo>
                    <a:lnTo>
                      <a:pt x="300" y="90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9" name="Spain" descr="© INSCALE GmbH, 05.05.2010&#10;http://www.presentationload.com/">
                <a:extLst>
                  <a:ext uri="{FF2B5EF4-FFF2-40B4-BE49-F238E27FC236}">
                    <a16:creationId xmlns:a16="http://schemas.microsoft.com/office/drawing/2014/main" id="{3DF1D339-1451-314C-980D-731747B8E627}"/>
                  </a:ext>
                </a:extLst>
              </p:cNvPr>
              <p:cNvSpPr>
                <a:spLocks noEditPoints="1"/>
              </p:cNvSpPr>
              <p:nvPr/>
            </p:nvSpPr>
            <p:spPr bwMode="gray">
              <a:xfrm>
                <a:off x="5497714" y="2660785"/>
                <a:ext cx="368175" cy="259695"/>
              </a:xfrm>
              <a:custGeom>
                <a:avLst/>
                <a:gdLst>
                  <a:gd name="T0" fmla="*/ 2147483647 w 876"/>
                  <a:gd name="T1" fmla="*/ 2147483647 h 618"/>
                  <a:gd name="T2" fmla="*/ 2147483647 w 876"/>
                  <a:gd name="T3" fmla="*/ 2147483647 h 618"/>
                  <a:gd name="T4" fmla="*/ 2147483647 w 876"/>
                  <a:gd name="T5" fmla="*/ 2147483647 h 618"/>
                  <a:gd name="T6" fmla="*/ 2147483647 w 876"/>
                  <a:gd name="T7" fmla="*/ 2147483647 h 618"/>
                  <a:gd name="T8" fmla="*/ 2147483647 w 876"/>
                  <a:gd name="T9" fmla="*/ 2147483647 h 618"/>
                  <a:gd name="T10" fmla="*/ 2147483647 w 876"/>
                  <a:gd name="T11" fmla="*/ 2147483647 h 618"/>
                  <a:gd name="T12" fmla="*/ 2147483647 w 876"/>
                  <a:gd name="T13" fmla="*/ 2147483647 h 618"/>
                  <a:gd name="T14" fmla="*/ 2147483647 w 876"/>
                  <a:gd name="T15" fmla="*/ 2147483647 h 618"/>
                  <a:gd name="T16" fmla="*/ 2147483647 w 876"/>
                  <a:gd name="T17" fmla="*/ 2147483647 h 618"/>
                  <a:gd name="T18" fmla="*/ 2147483647 w 876"/>
                  <a:gd name="T19" fmla="*/ 2147483647 h 618"/>
                  <a:gd name="T20" fmla="*/ 2147483647 w 876"/>
                  <a:gd name="T21" fmla="*/ 2147483647 h 618"/>
                  <a:gd name="T22" fmla="*/ 2147483647 w 876"/>
                  <a:gd name="T23" fmla="*/ 2147483647 h 618"/>
                  <a:gd name="T24" fmla="*/ 2147483647 w 876"/>
                  <a:gd name="T25" fmla="*/ 2147483647 h 618"/>
                  <a:gd name="T26" fmla="*/ 2147483647 w 876"/>
                  <a:gd name="T27" fmla="*/ 2147483647 h 618"/>
                  <a:gd name="T28" fmla="*/ 2147483647 w 876"/>
                  <a:gd name="T29" fmla="*/ 2147483647 h 618"/>
                  <a:gd name="T30" fmla="*/ 2147483647 w 876"/>
                  <a:gd name="T31" fmla="*/ 2147483647 h 618"/>
                  <a:gd name="T32" fmla="*/ 2147483647 w 876"/>
                  <a:gd name="T33" fmla="*/ 2147483647 h 618"/>
                  <a:gd name="T34" fmla="*/ 2147483647 w 876"/>
                  <a:gd name="T35" fmla="*/ 2147483647 h 618"/>
                  <a:gd name="T36" fmla="*/ 2147483647 w 876"/>
                  <a:gd name="T37" fmla="*/ 2147483647 h 618"/>
                  <a:gd name="T38" fmla="*/ 2147483647 w 876"/>
                  <a:gd name="T39" fmla="*/ 2147483647 h 618"/>
                  <a:gd name="T40" fmla="*/ 2147483647 w 876"/>
                  <a:gd name="T41" fmla="*/ 0 h 618"/>
                  <a:gd name="T42" fmla="*/ 2147483647 w 876"/>
                  <a:gd name="T43" fmla="*/ 2147483647 h 618"/>
                  <a:gd name="T44" fmla="*/ 0 w 876"/>
                  <a:gd name="T45" fmla="*/ 2147483647 h 618"/>
                  <a:gd name="T46" fmla="*/ 2147483647 w 876"/>
                  <a:gd name="T47" fmla="*/ 2147483647 h 618"/>
                  <a:gd name="T48" fmla="*/ 2147483647 w 876"/>
                  <a:gd name="T49" fmla="*/ 2147483647 h 618"/>
                  <a:gd name="T50" fmla="*/ 2147483647 w 876"/>
                  <a:gd name="T51" fmla="*/ 2147483647 h 618"/>
                  <a:gd name="T52" fmla="*/ 2147483647 w 876"/>
                  <a:gd name="T53" fmla="*/ 2147483647 h 618"/>
                  <a:gd name="T54" fmla="*/ 2147483647 w 876"/>
                  <a:gd name="T55" fmla="*/ 2147483647 h 618"/>
                  <a:gd name="T56" fmla="*/ 2147483647 w 876"/>
                  <a:gd name="T57" fmla="*/ 2147483647 h 618"/>
                  <a:gd name="T58" fmla="*/ 2147483647 w 876"/>
                  <a:gd name="T59" fmla="*/ 2147483647 h 618"/>
                  <a:gd name="T60" fmla="*/ 2147483647 w 876"/>
                  <a:gd name="T61" fmla="*/ 2147483647 h 618"/>
                  <a:gd name="T62" fmla="*/ 2147483647 w 876"/>
                  <a:gd name="T63" fmla="*/ 2147483647 h 618"/>
                  <a:gd name="T64" fmla="*/ 2147483647 w 876"/>
                  <a:gd name="T65" fmla="*/ 2147483647 h 618"/>
                  <a:gd name="T66" fmla="*/ 2147483647 w 876"/>
                  <a:gd name="T67" fmla="*/ 2147483647 h 618"/>
                  <a:gd name="T68" fmla="*/ 2147483647 w 876"/>
                  <a:gd name="T69" fmla="*/ 2147483647 h 618"/>
                  <a:gd name="T70" fmla="*/ 2147483647 w 876"/>
                  <a:gd name="T71" fmla="*/ 2147483647 h 618"/>
                  <a:gd name="T72" fmla="*/ 2147483647 w 876"/>
                  <a:gd name="T73" fmla="*/ 2147483647 h 618"/>
                  <a:gd name="T74" fmla="*/ 2147483647 w 876"/>
                  <a:gd name="T75" fmla="*/ 2147483647 h 618"/>
                  <a:gd name="T76" fmla="*/ 2147483647 w 876"/>
                  <a:gd name="T77" fmla="*/ 2147483647 h 618"/>
                  <a:gd name="T78" fmla="*/ 2147483647 w 876"/>
                  <a:gd name="T79" fmla="*/ 2147483647 h 618"/>
                  <a:gd name="T80" fmla="*/ 2147483647 w 876"/>
                  <a:gd name="T81" fmla="*/ 2147483647 h 618"/>
                  <a:gd name="T82" fmla="*/ 2147483647 w 876"/>
                  <a:gd name="T83" fmla="*/ 2147483647 h 618"/>
                  <a:gd name="T84" fmla="*/ 2147483647 w 876"/>
                  <a:gd name="T85" fmla="*/ 2147483647 h 618"/>
                  <a:gd name="T86" fmla="*/ 2147483647 w 876"/>
                  <a:gd name="T87" fmla="*/ 2147483647 h 618"/>
                  <a:gd name="T88" fmla="*/ 2147483647 w 876"/>
                  <a:gd name="T89" fmla="*/ 2147483647 h 618"/>
                  <a:gd name="T90" fmla="*/ 2147483647 w 876"/>
                  <a:gd name="T91" fmla="*/ 2147483647 h 618"/>
                  <a:gd name="T92" fmla="*/ 2147483647 w 876"/>
                  <a:gd name="T93" fmla="*/ 2147483647 h 618"/>
                  <a:gd name="T94" fmla="*/ 2147483647 w 876"/>
                  <a:gd name="T95" fmla="*/ 2147483647 h 618"/>
                  <a:gd name="T96" fmla="*/ 2147483647 w 876"/>
                  <a:gd name="T97" fmla="*/ 2147483647 h 618"/>
                  <a:gd name="T98" fmla="*/ 2147483647 w 876"/>
                  <a:gd name="T99" fmla="*/ 2147483647 h 618"/>
                  <a:gd name="T100" fmla="*/ 2147483647 w 876"/>
                  <a:gd name="T101" fmla="*/ 2147483647 h 618"/>
                  <a:gd name="T102" fmla="*/ 2147483647 w 876"/>
                  <a:gd name="T103" fmla="*/ 2147483647 h 618"/>
                  <a:gd name="T104" fmla="*/ 2147483647 w 876"/>
                  <a:gd name="T105" fmla="*/ 2147483647 h 618"/>
                  <a:gd name="T106" fmla="*/ 2147483647 w 876"/>
                  <a:gd name="T107" fmla="*/ 2147483647 h 618"/>
                  <a:gd name="T108" fmla="*/ 2147483647 w 876"/>
                  <a:gd name="T109" fmla="*/ 2147483647 h 61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876"/>
                  <a:gd name="T166" fmla="*/ 0 h 618"/>
                  <a:gd name="T167" fmla="*/ 876 w 876"/>
                  <a:gd name="T168" fmla="*/ 618 h 61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876" h="618">
                    <a:moveTo>
                      <a:pt x="804" y="318"/>
                    </a:moveTo>
                    <a:lnTo>
                      <a:pt x="798" y="312"/>
                    </a:lnTo>
                    <a:lnTo>
                      <a:pt x="798" y="306"/>
                    </a:lnTo>
                    <a:lnTo>
                      <a:pt x="786" y="306"/>
                    </a:lnTo>
                    <a:lnTo>
                      <a:pt x="762" y="318"/>
                    </a:lnTo>
                    <a:lnTo>
                      <a:pt x="750" y="330"/>
                    </a:lnTo>
                    <a:lnTo>
                      <a:pt x="750" y="336"/>
                    </a:lnTo>
                    <a:lnTo>
                      <a:pt x="756" y="342"/>
                    </a:lnTo>
                    <a:lnTo>
                      <a:pt x="768" y="342"/>
                    </a:lnTo>
                    <a:lnTo>
                      <a:pt x="774" y="348"/>
                    </a:lnTo>
                    <a:lnTo>
                      <a:pt x="774" y="354"/>
                    </a:lnTo>
                    <a:lnTo>
                      <a:pt x="804" y="354"/>
                    </a:lnTo>
                    <a:lnTo>
                      <a:pt x="816" y="342"/>
                    </a:lnTo>
                    <a:lnTo>
                      <a:pt x="816" y="324"/>
                    </a:lnTo>
                    <a:lnTo>
                      <a:pt x="810" y="318"/>
                    </a:lnTo>
                    <a:lnTo>
                      <a:pt x="804" y="318"/>
                    </a:lnTo>
                    <a:close/>
                    <a:moveTo>
                      <a:pt x="672" y="390"/>
                    </a:moveTo>
                    <a:lnTo>
                      <a:pt x="678" y="396"/>
                    </a:lnTo>
                    <a:lnTo>
                      <a:pt x="684" y="396"/>
                    </a:lnTo>
                    <a:lnTo>
                      <a:pt x="690" y="390"/>
                    </a:lnTo>
                    <a:lnTo>
                      <a:pt x="690" y="372"/>
                    </a:lnTo>
                    <a:lnTo>
                      <a:pt x="684" y="372"/>
                    </a:lnTo>
                    <a:lnTo>
                      <a:pt x="672" y="384"/>
                    </a:lnTo>
                    <a:lnTo>
                      <a:pt x="672" y="390"/>
                    </a:lnTo>
                    <a:close/>
                    <a:moveTo>
                      <a:pt x="840" y="300"/>
                    </a:moveTo>
                    <a:lnTo>
                      <a:pt x="840" y="306"/>
                    </a:lnTo>
                    <a:lnTo>
                      <a:pt x="852" y="318"/>
                    </a:lnTo>
                    <a:lnTo>
                      <a:pt x="870" y="318"/>
                    </a:lnTo>
                    <a:lnTo>
                      <a:pt x="876" y="312"/>
                    </a:lnTo>
                    <a:lnTo>
                      <a:pt x="864" y="300"/>
                    </a:lnTo>
                    <a:lnTo>
                      <a:pt x="852" y="300"/>
                    </a:lnTo>
                    <a:lnTo>
                      <a:pt x="846" y="294"/>
                    </a:lnTo>
                    <a:lnTo>
                      <a:pt x="840" y="300"/>
                    </a:lnTo>
                    <a:close/>
                    <a:moveTo>
                      <a:pt x="804" y="150"/>
                    </a:moveTo>
                    <a:lnTo>
                      <a:pt x="798" y="138"/>
                    </a:lnTo>
                    <a:lnTo>
                      <a:pt x="798" y="132"/>
                    </a:lnTo>
                    <a:lnTo>
                      <a:pt x="810" y="120"/>
                    </a:lnTo>
                    <a:lnTo>
                      <a:pt x="798" y="114"/>
                    </a:lnTo>
                    <a:lnTo>
                      <a:pt x="792" y="108"/>
                    </a:lnTo>
                    <a:lnTo>
                      <a:pt x="792" y="102"/>
                    </a:lnTo>
                    <a:lnTo>
                      <a:pt x="780" y="102"/>
                    </a:lnTo>
                    <a:lnTo>
                      <a:pt x="780" y="108"/>
                    </a:lnTo>
                    <a:lnTo>
                      <a:pt x="774" y="114"/>
                    </a:lnTo>
                    <a:lnTo>
                      <a:pt x="756" y="114"/>
                    </a:lnTo>
                    <a:lnTo>
                      <a:pt x="750" y="108"/>
                    </a:lnTo>
                    <a:lnTo>
                      <a:pt x="726" y="108"/>
                    </a:lnTo>
                    <a:lnTo>
                      <a:pt x="726" y="102"/>
                    </a:lnTo>
                    <a:lnTo>
                      <a:pt x="708" y="102"/>
                    </a:lnTo>
                    <a:lnTo>
                      <a:pt x="696" y="108"/>
                    </a:lnTo>
                    <a:lnTo>
                      <a:pt x="690" y="84"/>
                    </a:lnTo>
                    <a:lnTo>
                      <a:pt x="672" y="84"/>
                    </a:lnTo>
                    <a:lnTo>
                      <a:pt x="672" y="78"/>
                    </a:lnTo>
                    <a:lnTo>
                      <a:pt x="666" y="72"/>
                    </a:lnTo>
                    <a:lnTo>
                      <a:pt x="648" y="72"/>
                    </a:lnTo>
                    <a:lnTo>
                      <a:pt x="642" y="78"/>
                    </a:lnTo>
                    <a:lnTo>
                      <a:pt x="642" y="90"/>
                    </a:lnTo>
                    <a:lnTo>
                      <a:pt x="624" y="96"/>
                    </a:lnTo>
                    <a:lnTo>
                      <a:pt x="624" y="84"/>
                    </a:lnTo>
                    <a:lnTo>
                      <a:pt x="594" y="84"/>
                    </a:lnTo>
                    <a:lnTo>
                      <a:pt x="582" y="72"/>
                    </a:lnTo>
                    <a:lnTo>
                      <a:pt x="570" y="72"/>
                    </a:lnTo>
                    <a:lnTo>
                      <a:pt x="564" y="78"/>
                    </a:lnTo>
                    <a:lnTo>
                      <a:pt x="546" y="60"/>
                    </a:lnTo>
                    <a:lnTo>
                      <a:pt x="510" y="60"/>
                    </a:lnTo>
                    <a:lnTo>
                      <a:pt x="516" y="54"/>
                    </a:lnTo>
                    <a:lnTo>
                      <a:pt x="516" y="48"/>
                    </a:lnTo>
                    <a:lnTo>
                      <a:pt x="504" y="36"/>
                    </a:lnTo>
                    <a:lnTo>
                      <a:pt x="498" y="36"/>
                    </a:lnTo>
                    <a:lnTo>
                      <a:pt x="492" y="42"/>
                    </a:lnTo>
                    <a:lnTo>
                      <a:pt x="486" y="36"/>
                    </a:lnTo>
                    <a:lnTo>
                      <a:pt x="450" y="36"/>
                    </a:lnTo>
                    <a:lnTo>
                      <a:pt x="390" y="24"/>
                    </a:lnTo>
                    <a:lnTo>
                      <a:pt x="378" y="24"/>
                    </a:lnTo>
                    <a:lnTo>
                      <a:pt x="348" y="36"/>
                    </a:lnTo>
                    <a:lnTo>
                      <a:pt x="294" y="30"/>
                    </a:lnTo>
                    <a:lnTo>
                      <a:pt x="258" y="12"/>
                    </a:lnTo>
                    <a:lnTo>
                      <a:pt x="234" y="12"/>
                    </a:lnTo>
                    <a:lnTo>
                      <a:pt x="216" y="18"/>
                    </a:lnTo>
                    <a:lnTo>
                      <a:pt x="162" y="18"/>
                    </a:lnTo>
                    <a:lnTo>
                      <a:pt x="150" y="12"/>
                    </a:lnTo>
                    <a:lnTo>
                      <a:pt x="138" y="12"/>
                    </a:lnTo>
                    <a:lnTo>
                      <a:pt x="126" y="6"/>
                    </a:lnTo>
                    <a:lnTo>
                      <a:pt x="120" y="0"/>
                    </a:lnTo>
                    <a:lnTo>
                      <a:pt x="108" y="0"/>
                    </a:lnTo>
                    <a:lnTo>
                      <a:pt x="96" y="6"/>
                    </a:lnTo>
                    <a:lnTo>
                      <a:pt x="72" y="30"/>
                    </a:lnTo>
                    <a:lnTo>
                      <a:pt x="60" y="30"/>
                    </a:lnTo>
                    <a:lnTo>
                      <a:pt x="48" y="36"/>
                    </a:lnTo>
                    <a:lnTo>
                      <a:pt x="30" y="36"/>
                    </a:lnTo>
                    <a:lnTo>
                      <a:pt x="6" y="48"/>
                    </a:lnTo>
                    <a:lnTo>
                      <a:pt x="0" y="60"/>
                    </a:lnTo>
                    <a:lnTo>
                      <a:pt x="0" y="72"/>
                    </a:lnTo>
                    <a:lnTo>
                      <a:pt x="6" y="78"/>
                    </a:lnTo>
                    <a:lnTo>
                      <a:pt x="12" y="90"/>
                    </a:lnTo>
                    <a:lnTo>
                      <a:pt x="24" y="96"/>
                    </a:lnTo>
                    <a:lnTo>
                      <a:pt x="30" y="102"/>
                    </a:lnTo>
                    <a:lnTo>
                      <a:pt x="18" y="138"/>
                    </a:lnTo>
                    <a:lnTo>
                      <a:pt x="24" y="144"/>
                    </a:lnTo>
                    <a:lnTo>
                      <a:pt x="24" y="150"/>
                    </a:lnTo>
                    <a:lnTo>
                      <a:pt x="30" y="144"/>
                    </a:lnTo>
                    <a:lnTo>
                      <a:pt x="54" y="132"/>
                    </a:lnTo>
                    <a:lnTo>
                      <a:pt x="78" y="132"/>
                    </a:lnTo>
                    <a:lnTo>
                      <a:pt x="78" y="138"/>
                    </a:lnTo>
                    <a:lnTo>
                      <a:pt x="66" y="150"/>
                    </a:lnTo>
                    <a:lnTo>
                      <a:pt x="60" y="150"/>
                    </a:lnTo>
                    <a:lnTo>
                      <a:pt x="60" y="156"/>
                    </a:lnTo>
                    <a:lnTo>
                      <a:pt x="72" y="156"/>
                    </a:lnTo>
                    <a:lnTo>
                      <a:pt x="78" y="150"/>
                    </a:lnTo>
                    <a:lnTo>
                      <a:pt x="96" y="150"/>
                    </a:lnTo>
                    <a:lnTo>
                      <a:pt x="102" y="156"/>
                    </a:lnTo>
                    <a:lnTo>
                      <a:pt x="114" y="156"/>
                    </a:lnTo>
                    <a:lnTo>
                      <a:pt x="120" y="150"/>
                    </a:lnTo>
                    <a:lnTo>
                      <a:pt x="120" y="144"/>
                    </a:lnTo>
                    <a:lnTo>
                      <a:pt x="174" y="144"/>
                    </a:lnTo>
                    <a:lnTo>
                      <a:pt x="174" y="162"/>
                    </a:lnTo>
                    <a:lnTo>
                      <a:pt x="180" y="162"/>
                    </a:lnTo>
                    <a:lnTo>
                      <a:pt x="192" y="168"/>
                    </a:lnTo>
                    <a:lnTo>
                      <a:pt x="192" y="174"/>
                    </a:lnTo>
                    <a:lnTo>
                      <a:pt x="168" y="198"/>
                    </a:lnTo>
                    <a:lnTo>
                      <a:pt x="144" y="210"/>
                    </a:lnTo>
                    <a:lnTo>
                      <a:pt x="138" y="216"/>
                    </a:lnTo>
                    <a:lnTo>
                      <a:pt x="138" y="222"/>
                    </a:lnTo>
                    <a:lnTo>
                      <a:pt x="144" y="222"/>
                    </a:lnTo>
                    <a:lnTo>
                      <a:pt x="150" y="228"/>
                    </a:lnTo>
                    <a:lnTo>
                      <a:pt x="150" y="240"/>
                    </a:lnTo>
                    <a:lnTo>
                      <a:pt x="144" y="258"/>
                    </a:lnTo>
                    <a:lnTo>
                      <a:pt x="144" y="276"/>
                    </a:lnTo>
                    <a:lnTo>
                      <a:pt x="138" y="276"/>
                    </a:lnTo>
                    <a:lnTo>
                      <a:pt x="132" y="282"/>
                    </a:lnTo>
                    <a:lnTo>
                      <a:pt x="132" y="294"/>
                    </a:lnTo>
                    <a:lnTo>
                      <a:pt x="138" y="300"/>
                    </a:lnTo>
                    <a:lnTo>
                      <a:pt x="138" y="312"/>
                    </a:lnTo>
                    <a:lnTo>
                      <a:pt x="126" y="324"/>
                    </a:lnTo>
                    <a:lnTo>
                      <a:pt x="90" y="324"/>
                    </a:lnTo>
                    <a:lnTo>
                      <a:pt x="114" y="348"/>
                    </a:lnTo>
                    <a:lnTo>
                      <a:pt x="114" y="360"/>
                    </a:lnTo>
                    <a:lnTo>
                      <a:pt x="120" y="366"/>
                    </a:lnTo>
                    <a:lnTo>
                      <a:pt x="132" y="372"/>
                    </a:lnTo>
                    <a:lnTo>
                      <a:pt x="132" y="378"/>
                    </a:lnTo>
                    <a:lnTo>
                      <a:pt x="120" y="390"/>
                    </a:lnTo>
                    <a:lnTo>
                      <a:pt x="108" y="396"/>
                    </a:lnTo>
                    <a:lnTo>
                      <a:pt x="96" y="408"/>
                    </a:lnTo>
                    <a:lnTo>
                      <a:pt x="96" y="414"/>
                    </a:lnTo>
                    <a:lnTo>
                      <a:pt x="102" y="420"/>
                    </a:lnTo>
                    <a:lnTo>
                      <a:pt x="102" y="426"/>
                    </a:lnTo>
                    <a:lnTo>
                      <a:pt x="108" y="438"/>
                    </a:lnTo>
                    <a:lnTo>
                      <a:pt x="114" y="444"/>
                    </a:lnTo>
                    <a:lnTo>
                      <a:pt x="126" y="444"/>
                    </a:lnTo>
                    <a:lnTo>
                      <a:pt x="126" y="450"/>
                    </a:lnTo>
                    <a:lnTo>
                      <a:pt x="114" y="462"/>
                    </a:lnTo>
                    <a:lnTo>
                      <a:pt x="102" y="462"/>
                    </a:lnTo>
                    <a:lnTo>
                      <a:pt x="96" y="474"/>
                    </a:lnTo>
                    <a:lnTo>
                      <a:pt x="90" y="480"/>
                    </a:lnTo>
                    <a:lnTo>
                      <a:pt x="90" y="528"/>
                    </a:lnTo>
                    <a:lnTo>
                      <a:pt x="120" y="528"/>
                    </a:lnTo>
                    <a:lnTo>
                      <a:pt x="144" y="546"/>
                    </a:lnTo>
                    <a:lnTo>
                      <a:pt x="162" y="546"/>
                    </a:lnTo>
                    <a:lnTo>
                      <a:pt x="156" y="576"/>
                    </a:lnTo>
                    <a:lnTo>
                      <a:pt x="162" y="576"/>
                    </a:lnTo>
                    <a:lnTo>
                      <a:pt x="162" y="594"/>
                    </a:lnTo>
                    <a:lnTo>
                      <a:pt x="168" y="606"/>
                    </a:lnTo>
                    <a:lnTo>
                      <a:pt x="174" y="612"/>
                    </a:lnTo>
                    <a:lnTo>
                      <a:pt x="192" y="612"/>
                    </a:lnTo>
                    <a:lnTo>
                      <a:pt x="198" y="618"/>
                    </a:lnTo>
                    <a:lnTo>
                      <a:pt x="204" y="618"/>
                    </a:lnTo>
                    <a:lnTo>
                      <a:pt x="210" y="612"/>
                    </a:lnTo>
                    <a:lnTo>
                      <a:pt x="222" y="606"/>
                    </a:lnTo>
                    <a:lnTo>
                      <a:pt x="240" y="588"/>
                    </a:lnTo>
                    <a:lnTo>
                      <a:pt x="252" y="582"/>
                    </a:lnTo>
                    <a:lnTo>
                      <a:pt x="264" y="582"/>
                    </a:lnTo>
                    <a:lnTo>
                      <a:pt x="294" y="564"/>
                    </a:lnTo>
                    <a:lnTo>
                      <a:pt x="360" y="564"/>
                    </a:lnTo>
                    <a:lnTo>
                      <a:pt x="366" y="558"/>
                    </a:lnTo>
                    <a:lnTo>
                      <a:pt x="378" y="558"/>
                    </a:lnTo>
                    <a:lnTo>
                      <a:pt x="390" y="570"/>
                    </a:lnTo>
                    <a:lnTo>
                      <a:pt x="396" y="570"/>
                    </a:lnTo>
                    <a:lnTo>
                      <a:pt x="408" y="564"/>
                    </a:lnTo>
                    <a:lnTo>
                      <a:pt x="420" y="564"/>
                    </a:lnTo>
                    <a:lnTo>
                      <a:pt x="426" y="558"/>
                    </a:lnTo>
                    <a:lnTo>
                      <a:pt x="432" y="558"/>
                    </a:lnTo>
                    <a:lnTo>
                      <a:pt x="432" y="570"/>
                    </a:lnTo>
                    <a:lnTo>
                      <a:pt x="438" y="570"/>
                    </a:lnTo>
                    <a:lnTo>
                      <a:pt x="450" y="558"/>
                    </a:lnTo>
                    <a:lnTo>
                      <a:pt x="462" y="534"/>
                    </a:lnTo>
                    <a:lnTo>
                      <a:pt x="462" y="522"/>
                    </a:lnTo>
                    <a:lnTo>
                      <a:pt x="498" y="492"/>
                    </a:lnTo>
                    <a:lnTo>
                      <a:pt x="528" y="492"/>
                    </a:lnTo>
                    <a:lnTo>
                      <a:pt x="534" y="474"/>
                    </a:lnTo>
                    <a:lnTo>
                      <a:pt x="534" y="468"/>
                    </a:lnTo>
                    <a:lnTo>
                      <a:pt x="540" y="462"/>
                    </a:lnTo>
                    <a:lnTo>
                      <a:pt x="540" y="450"/>
                    </a:lnTo>
                    <a:lnTo>
                      <a:pt x="546" y="444"/>
                    </a:lnTo>
                    <a:lnTo>
                      <a:pt x="552" y="432"/>
                    </a:lnTo>
                    <a:lnTo>
                      <a:pt x="552" y="426"/>
                    </a:lnTo>
                    <a:lnTo>
                      <a:pt x="570" y="426"/>
                    </a:lnTo>
                    <a:lnTo>
                      <a:pt x="594" y="414"/>
                    </a:lnTo>
                    <a:lnTo>
                      <a:pt x="600" y="408"/>
                    </a:lnTo>
                    <a:lnTo>
                      <a:pt x="594" y="396"/>
                    </a:lnTo>
                    <a:lnTo>
                      <a:pt x="588" y="390"/>
                    </a:lnTo>
                    <a:lnTo>
                      <a:pt x="582" y="378"/>
                    </a:lnTo>
                    <a:lnTo>
                      <a:pt x="576" y="372"/>
                    </a:lnTo>
                    <a:lnTo>
                      <a:pt x="570" y="372"/>
                    </a:lnTo>
                    <a:lnTo>
                      <a:pt x="570" y="336"/>
                    </a:lnTo>
                    <a:lnTo>
                      <a:pt x="582" y="312"/>
                    </a:lnTo>
                    <a:lnTo>
                      <a:pt x="594" y="306"/>
                    </a:lnTo>
                    <a:lnTo>
                      <a:pt x="600" y="294"/>
                    </a:lnTo>
                    <a:lnTo>
                      <a:pt x="612" y="282"/>
                    </a:lnTo>
                    <a:lnTo>
                      <a:pt x="618" y="270"/>
                    </a:lnTo>
                    <a:lnTo>
                      <a:pt x="630" y="258"/>
                    </a:lnTo>
                    <a:lnTo>
                      <a:pt x="642" y="258"/>
                    </a:lnTo>
                    <a:lnTo>
                      <a:pt x="654" y="246"/>
                    </a:lnTo>
                    <a:lnTo>
                      <a:pt x="654" y="240"/>
                    </a:lnTo>
                    <a:lnTo>
                      <a:pt x="648" y="240"/>
                    </a:lnTo>
                    <a:lnTo>
                      <a:pt x="648" y="228"/>
                    </a:lnTo>
                    <a:lnTo>
                      <a:pt x="654" y="222"/>
                    </a:lnTo>
                    <a:lnTo>
                      <a:pt x="726" y="198"/>
                    </a:lnTo>
                    <a:lnTo>
                      <a:pt x="750" y="186"/>
                    </a:lnTo>
                    <a:lnTo>
                      <a:pt x="756" y="174"/>
                    </a:lnTo>
                    <a:lnTo>
                      <a:pt x="768" y="168"/>
                    </a:lnTo>
                    <a:lnTo>
                      <a:pt x="774" y="168"/>
                    </a:lnTo>
                    <a:lnTo>
                      <a:pt x="786" y="156"/>
                    </a:lnTo>
                    <a:lnTo>
                      <a:pt x="798" y="156"/>
                    </a:lnTo>
                    <a:lnTo>
                      <a:pt x="804"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0" name="Slovenia" descr="© INSCALE GmbH, 05.05.2010&#10;http://www.presentationload.com/">
                <a:extLst>
                  <a:ext uri="{FF2B5EF4-FFF2-40B4-BE49-F238E27FC236}">
                    <a16:creationId xmlns:a16="http://schemas.microsoft.com/office/drawing/2014/main" id="{371970AB-EBE9-944E-A7AF-6DEA21677586}"/>
                  </a:ext>
                </a:extLst>
              </p:cNvPr>
              <p:cNvSpPr>
                <a:spLocks/>
              </p:cNvSpPr>
              <p:nvPr/>
            </p:nvSpPr>
            <p:spPr bwMode="gray">
              <a:xfrm>
                <a:off x="6110791" y="2553948"/>
                <a:ext cx="88756" cy="50953"/>
              </a:xfrm>
              <a:custGeom>
                <a:avLst/>
                <a:gdLst>
                  <a:gd name="T0" fmla="*/ 2147483647 w 210"/>
                  <a:gd name="T1" fmla="*/ 2147483647 h 120"/>
                  <a:gd name="T2" fmla="*/ 2147483647 w 210"/>
                  <a:gd name="T3" fmla="*/ 2147483647 h 120"/>
                  <a:gd name="T4" fmla="*/ 2147483647 w 210"/>
                  <a:gd name="T5" fmla="*/ 2147483647 h 120"/>
                  <a:gd name="T6" fmla="*/ 2147483647 w 210"/>
                  <a:gd name="T7" fmla="*/ 2147483647 h 120"/>
                  <a:gd name="T8" fmla="*/ 2147483647 w 210"/>
                  <a:gd name="T9" fmla="*/ 2147483647 h 120"/>
                  <a:gd name="T10" fmla="*/ 2147483647 w 210"/>
                  <a:gd name="T11" fmla="*/ 2147483647 h 120"/>
                  <a:gd name="T12" fmla="*/ 2147483647 w 210"/>
                  <a:gd name="T13" fmla="*/ 2147483647 h 120"/>
                  <a:gd name="T14" fmla="*/ 2147483647 w 210"/>
                  <a:gd name="T15" fmla="*/ 2147483647 h 120"/>
                  <a:gd name="T16" fmla="*/ 2147483647 w 210"/>
                  <a:gd name="T17" fmla="*/ 2147483647 h 120"/>
                  <a:gd name="T18" fmla="*/ 2147483647 w 210"/>
                  <a:gd name="T19" fmla="*/ 2147483647 h 120"/>
                  <a:gd name="T20" fmla="*/ 2147483647 w 210"/>
                  <a:gd name="T21" fmla="*/ 2147483647 h 120"/>
                  <a:gd name="T22" fmla="*/ 2147483647 w 210"/>
                  <a:gd name="T23" fmla="*/ 2147483647 h 120"/>
                  <a:gd name="T24" fmla="*/ 2147483647 w 210"/>
                  <a:gd name="T25" fmla="*/ 2147483647 h 120"/>
                  <a:gd name="T26" fmla="*/ 2147483647 w 210"/>
                  <a:gd name="T27" fmla="*/ 2147483647 h 120"/>
                  <a:gd name="T28" fmla="*/ 2147483647 w 210"/>
                  <a:gd name="T29" fmla="*/ 2147483647 h 120"/>
                  <a:gd name="T30" fmla="*/ 2147483647 w 210"/>
                  <a:gd name="T31" fmla="*/ 2147483647 h 120"/>
                  <a:gd name="T32" fmla="*/ 2147483647 w 210"/>
                  <a:gd name="T33" fmla="*/ 2147483647 h 120"/>
                  <a:gd name="T34" fmla="*/ 2147483647 w 210"/>
                  <a:gd name="T35" fmla="*/ 2147483647 h 120"/>
                  <a:gd name="T36" fmla="*/ 2147483647 w 210"/>
                  <a:gd name="T37" fmla="*/ 2147483647 h 120"/>
                  <a:gd name="T38" fmla="*/ 2147483647 w 210"/>
                  <a:gd name="T39" fmla="*/ 2147483647 h 120"/>
                  <a:gd name="T40" fmla="*/ 2147483647 w 210"/>
                  <a:gd name="T41" fmla="*/ 2147483647 h 120"/>
                  <a:gd name="T42" fmla="*/ 2147483647 w 210"/>
                  <a:gd name="T43" fmla="*/ 0 h 120"/>
                  <a:gd name="T44" fmla="*/ 2147483647 w 210"/>
                  <a:gd name="T45" fmla="*/ 2147483647 h 120"/>
                  <a:gd name="T46" fmla="*/ 2147483647 w 210"/>
                  <a:gd name="T47" fmla="*/ 2147483647 h 120"/>
                  <a:gd name="T48" fmla="*/ 2147483647 w 210"/>
                  <a:gd name="T49" fmla="*/ 2147483647 h 120"/>
                  <a:gd name="T50" fmla="*/ 2147483647 w 210"/>
                  <a:gd name="T51" fmla="*/ 2147483647 h 120"/>
                  <a:gd name="T52" fmla="*/ 2147483647 w 210"/>
                  <a:gd name="T53" fmla="*/ 2147483647 h 120"/>
                  <a:gd name="T54" fmla="*/ 2147483647 w 210"/>
                  <a:gd name="T55" fmla="*/ 2147483647 h 120"/>
                  <a:gd name="T56" fmla="*/ 2147483647 w 210"/>
                  <a:gd name="T57" fmla="*/ 2147483647 h 120"/>
                  <a:gd name="T58" fmla="*/ 2147483647 w 210"/>
                  <a:gd name="T59" fmla="*/ 2147483647 h 120"/>
                  <a:gd name="T60" fmla="*/ 2147483647 w 210"/>
                  <a:gd name="T61" fmla="*/ 2147483647 h 120"/>
                  <a:gd name="T62" fmla="*/ 2147483647 w 210"/>
                  <a:gd name="T63" fmla="*/ 2147483647 h 120"/>
                  <a:gd name="T64" fmla="*/ 2147483647 w 210"/>
                  <a:gd name="T65" fmla="*/ 2147483647 h 120"/>
                  <a:gd name="T66" fmla="*/ 2147483647 w 210"/>
                  <a:gd name="T67" fmla="*/ 2147483647 h 120"/>
                  <a:gd name="T68" fmla="*/ 0 w 210"/>
                  <a:gd name="T69" fmla="*/ 2147483647 h 120"/>
                  <a:gd name="T70" fmla="*/ 2147483647 w 210"/>
                  <a:gd name="T71" fmla="*/ 2147483647 h 120"/>
                  <a:gd name="T72" fmla="*/ 2147483647 w 210"/>
                  <a:gd name="T73" fmla="*/ 2147483647 h 120"/>
                  <a:gd name="T74" fmla="*/ 2147483647 w 210"/>
                  <a:gd name="T75" fmla="*/ 2147483647 h 120"/>
                  <a:gd name="T76" fmla="*/ 2147483647 w 210"/>
                  <a:gd name="T77" fmla="*/ 2147483647 h 120"/>
                  <a:gd name="T78" fmla="*/ 2147483647 w 210"/>
                  <a:gd name="T79" fmla="*/ 2147483647 h 120"/>
                  <a:gd name="T80" fmla="*/ 2147483647 w 210"/>
                  <a:gd name="T81" fmla="*/ 2147483647 h 120"/>
                  <a:gd name="T82" fmla="*/ 2147483647 w 210"/>
                  <a:gd name="T83" fmla="*/ 2147483647 h 120"/>
                  <a:gd name="T84" fmla="*/ 2147483647 w 210"/>
                  <a:gd name="T85" fmla="*/ 2147483647 h 120"/>
                  <a:gd name="T86" fmla="*/ 2147483647 w 210"/>
                  <a:gd name="T87" fmla="*/ 2147483647 h 1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120"/>
                  <a:gd name="T134" fmla="*/ 210 w 210"/>
                  <a:gd name="T135" fmla="*/ 120 h 12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120">
                    <a:moveTo>
                      <a:pt x="24" y="120"/>
                    </a:moveTo>
                    <a:lnTo>
                      <a:pt x="42" y="120"/>
                    </a:lnTo>
                    <a:lnTo>
                      <a:pt x="42" y="108"/>
                    </a:lnTo>
                    <a:lnTo>
                      <a:pt x="54" y="114"/>
                    </a:lnTo>
                    <a:lnTo>
                      <a:pt x="72" y="114"/>
                    </a:lnTo>
                    <a:lnTo>
                      <a:pt x="78" y="102"/>
                    </a:lnTo>
                    <a:lnTo>
                      <a:pt x="78" y="108"/>
                    </a:lnTo>
                    <a:lnTo>
                      <a:pt x="84" y="114"/>
                    </a:lnTo>
                    <a:lnTo>
                      <a:pt x="126" y="114"/>
                    </a:lnTo>
                    <a:lnTo>
                      <a:pt x="126" y="96"/>
                    </a:lnTo>
                    <a:lnTo>
                      <a:pt x="138" y="90"/>
                    </a:lnTo>
                    <a:lnTo>
                      <a:pt x="150" y="78"/>
                    </a:lnTo>
                    <a:lnTo>
                      <a:pt x="150" y="72"/>
                    </a:lnTo>
                    <a:lnTo>
                      <a:pt x="144" y="66"/>
                    </a:lnTo>
                    <a:lnTo>
                      <a:pt x="144" y="54"/>
                    </a:lnTo>
                    <a:lnTo>
                      <a:pt x="174" y="54"/>
                    </a:lnTo>
                    <a:lnTo>
                      <a:pt x="186" y="48"/>
                    </a:lnTo>
                    <a:lnTo>
                      <a:pt x="186" y="36"/>
                    </a:lnTo>
                    <a:lnTo>
                      <a:pt x="210" y="36"/>
                    </a:lnTo>
                    <a:lnTo>
                      <a:pt x="192" y="24"/>
                    </a:lnTo>
                    <a:lnTo>
                      <a:pt x="186" y="6"/>
                    </a:lnTo>
                    <a:lnTo>
                      <a:pt x="180" y="0"/>
                    </a:lnTo>
                    <a:lnTo>
                      <a:pt x="174" y="12"/>
                    </a:lnTo>
                    <a:lnTo>
                      <a:pt x="168" y="30"/>
                    </a:lnTo>
                    <a:lnTo>
                      <a:pt x="144" y="24"/>
                    </a:lnTo>
                    <a:lnTo>
                      <a:pt x="132" y="30"/>
                    </a:lnTo>
                    <a:lnTo>
                      <a:pt x="84" y="30"/>
                    </a:lnTo>
                    <a:lnTo>
                      <a:pt x="84" y="42"/>
                    </a:lnTo>
                    <a:lnTo>
                      <a:pt x="54" y="42"/>
                    </a:lnTo>
                    <a:lnTo>
                      <a:pt x="48" y="36"/>
                    </a:lnTo>
                    <a:lnTo>
                      <a:pt x="30" y="36"/>
                    </a:lnTo>
                    <a:lnTo>
                      <a:pt x="24" y="42"/>
                    </a:lnTo>
                    <a:lnTo>
                      <a:pt x="6" y="42"/>
                    </a:lnTo>
                    <a:lnTo>
                      <a:pt x="6" y="48"/>
                    </a:lnTo>
                    <a:lnTo>
                      <a:pt x="0" y="54"/>
                    </a:lnTo>
                    <a:lnTo>
                      <a:pt x="12" y="60"/>
                    </a:lnTo>
                    <a:lnTo>
                      <a:pt x="6" y="96"/>
                    </a:lnTo>
                    <a:lnTo>
                      <a:pt x="18" y="96"/>
                    </a:lnTo>
                    <a:lnTo>
                      <a:pt x="30" y="102"/>
                    </a:lnTo>
                    <a:lnTo>
                      <a:pt x="36" y="102"/>
                    </a:lnTo>
                    <a:lnTo>
                      <a:pt x="36" y="108"/>
                    </a:lnTo>
                    <a:lnTo>
                      <a:pt x="30" y="108"/>
                    </a:lnTo>
                    <a:lnTo>
                      <a:pt x="30" y="114"/>
                    </a:lnTo>
                    <a:lnTo>
                      <a:pt x="24"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1" name="Slovakia" descr="© INSCALE GmbH, 05.05.2010&#10;http://www.presentationload.com/">
                <a:extLst>
                  <a:ext uri="{FF2B5EF4-FFF2-40B4-BE49-F238E27FC236}">
                    <a16:creationId xmlns:a16="http://schemas.microsoft.com/office/drawing/2014/main" id="{8DA0F0CF-82E7-7548-B0AE-ED55576BC231}"/>
                  </a:ext>
                </a:extLst>
              </p:cNvPr>
              <p:cNvSpPr>
                <a:spLocks/>
              </p:cNvSpPr>
              <p:nvPr/>
            </p:nvSpPr>
            <p:spPr bwMode="gray">
              <a:xfrm>
                <a:off x="6201191" y="2468479"/>
                <a:ext cx="149572" cy="60815"/>
              </a:xfrm>
              <a:custGeom>
                <a:avLst/>
                <a:gdLst>
                  <a:gd name="T0" fmla="*/ 2147483647 w 354"/>
                  <a:gd name="T1" fmla="*/ 2147483647 h 144"/>
                  <a:gd name="T2" fmla="*/ 2147483647 w 354"/>
                  <a:gd name="T3" fmla="*/ 2147483647 h 144"/>
                  <a:gd name="T4" fmla="*/ 2147483647 w 354"/>
                  <a:gd name="T5" fmla="*/ 2147483647 h 144"/>
                  <a:gd name="T6" fmla="*/ 2147483647 w 354"/>
                  <a:gd name="T7" fmla="*/ 2147483647 h 144"/>
                  <a:gd name="T8" fmla="*/ 2147483647 w 354"/>
                  <a:gd name="T9" fmla="*/ 2147483647 h 144"/>
                  <a:gd name="T10" fmla="*/ 2147483647 w 354"/>
                  <a:gd name="T11" fmla="*/ 2147483647 h 144"/>
                  <a:gd name="T12" fmla="*/ 2147483647 w 354"/>
                  <a:gd name="T13" fmla="*/ 2147483647 h 144"/>
                  <a:gd name="T14" fmla="*/ 2147483647 w 354"/>
                  <a:gd name="T15" fmla="*/ 0 h 144"/>
                  <a:gd name="T16" fmla="*/ 2147483647 w 354"/>
                  <a:gd name="T17" fmla="*/ 2147483647 h 144"/>
                  <a:gd name="T18" fmla="*/ 2147483647 w 354"/>
                  <a:gd name="T19" fmla="*/ 0 h 144"/>
                  <a:gd name="T20" fmla="*/ 2147483647 w 354"/>
                  <a:gd name="T21" fmla="*/ 2147483647 h 144"/>
                  <a:gd name="T22" fmla="*/ 2147483647 w 354"/>
                  <a:gd name="T23" fmla="*/ 2147483647 h 144"/>
                  <a:gd name="T24" fmla="*/ 2147483647 w 354"/>
                  <a:gd name="T25" fmla="*/ 2147483647 h 144"/>
                  <a:gd name="T26" fmla="*/ 2147483647 w 354"/>
                  <a:gd name="T27" fmla="*/ 2147483647 h 144"/>
                  <a:gd name="T28" fmla="*/ 2147483647 w 354"/>
                  <a:gd name="T29" fmla="*/ 2147483647 h 144"/>
                  <a:gd name="T30" fmla="*/ 0 w 354"/>
                  <a:gd name="T31" fmla="*/ 2147483647 h 144"/>
                  <a:gd name="T32" fmla="*/ 2147483647 w 354"/>
                  <a:gd name="T33" fmla="*/ 2147483647 h 144"/>
                  <a:gd name="T34" fmla="*/ 2147483647 w 354"/>
                  <a:gd name="T35" fmla="*/ 2147483647 h 144"/>
                  <a:gd name="T36" fmla="*/ 2147483647 w 354"/>
                  <a:gd name="T37" fmla="*/ 2147483647 h 144"/>
                  <a:gd name="T38" fmla="*/ 2147483647 w 354"/>
                  <a:gd name="T39" fmla="*/ 2147483647 h 144"/>
                  <a:gd name="T40" fmla="*/ 2147483647 w 354"/>
                  <a:gd name="T41" fmla="*/ 2147483647 h 144"/>
                  <a:gd name="T42" fmla="*/ 2147483647 w 354"/>
                  <a:gd name="T43" fmla="*/ 2147483647 h 144"/>
                  <a:gd name="T44" fmla="*/ 2147483647 w 354"/>
                  <a:gd name="T45" fmla="*/ 2147483647 h 144"/>
                  <a:gd name="T46" fmla="*/ 2147483647 w 354"/>
                  <a:gd name="T47" fmla="*/ 2147483647 h 144"/>
                  <a:gd name="T48" fmla="*/ 2147483647 w 354"/>
                  <a:gd name="T49" fmla="*/ 2147483647 h 144"/>
                  <a:gd name="T50" fmla="*/ 2147483647 w 354"/>
                  <a:gd name="T51" fmla="*/ 2147483647 h 144"/>
                  <a:gd name="T52" fmla="*/ 2147483647 w 354"/>
                  <a:gd name="T53" fmla="*/ 2147483647 h 144"/>
                  <a:gd name="T54" fmla="*/ 2147483647 w 354"/>
                  <a:gd name="T55" fmla="*/ 2147483647 h 144"/>
                  <a:gd name="T56" fmla="*/ 2147483647 w 354"/>
                  <a:gd name="T57" fmla="*/ 2147483647 h 144"/>
                  <a:gd name="T58" fmla="*/ 2147483647 w 354"/>
                  <a:gd name="T59" fmla="*/ 2147483647 h 144"/>
                  <a:gd name="T60" fmla="*/ 2147483647 w 354"/>
                  <a:gd name="T61" fmla="*/ 2147483647 h 144"/>
                  <a:gd name="T62" fmla="*/ 2147483647 w 354"/>
                  <a:gd name="T63" fmla="*/ 2147483647 h 144"/>
                  <a:gd name="T64" fmla="*/ 2147483647 w 354"/>
                  <a:gd name="T65" fmla="*/ 2147483647 h 144"/>
                  <a:gd name="T66" fmla="*/ 2147483647 w 354"/>
                  <a:gd name="T67" fmla="*/ 2147483647 h 144"/>
                  <a:gd name="T68" fmla="*/ 2147483647 w 354"/>
                  <a:gd name="T69" fmla="*/ 2147483647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
                  <a:gd name="T106" fmla="*/ 0 h 144"/>
                  <a:gd name="T107" fmla="*/ 354 w 354"/>
                  <a:gd name="T108" fmla="*/ 144 h 14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 h="144">
                    <a:moveTo>
                      <a:pt x="348" y="30"/>
                    </a:moveTo>
                    <a:lnTo>
                      <a:pt x="324" y="30"/>
                    </a:lnTo>
                    <a:lnTo>
                      <a:pt x="300" y="6"/>
                    </a:lnTo>
                    <a:lnTo>
                      <a:pt x="276" y="6"/>
                    </a:lnTo>
                    <a:lnTo>
                      <a:pt x="270" y="12"/>
                    </a:lnTo>
                    <a:lnTo>
                      <a:pt x="258" y="18"/>
                    </a:lnTo>
                    <a:lnTo>
                      <a:pt x="246" y="18"/>
                    </a:lnTo>
                    <a:lnTo>
                      <a:pt x="240" y="12"/>
                    </a:lnTo>
                    <a:lnTo>
                      <a:pt x="210" y="12"/>
                    </a:lnTo>
                    <a:lnTo>
                      <a:pt x="210" y="18"/>
                    </a:lnTo>
                    <a:lnTo>
                      <a:pt x="204" y="24"/>
                    </a:lnTo>
                    <a:lnTo>
                      <a:pt x="192" y="24"/>
                    </a:lnTo>
                    <a:lnTo>
                      <a:pt x="186" y="18"/>
                    </a:lnTo>
                    <a:lnTo>
                      <a:pt x="186" y="12"/>
                    </a:lnTo>
                    <a:lnTo>
                      <a:pt x="180" y="12"/>
                    </a:lnTo>
                    <a:lnTo>
                      <a:pt x="168" y="0"/>
                    </a:lnTo>
                    <a:lnTo>
                      <a:pt x="156" y="0"/>
                    </a:lnTo>
                    <a:lnTo>
                      <a:pt x="144" y="12"/>
                    </a:lnTo>
                    <a:lnTo>
                      <a:pt x="138" y="12"/>
                    </a:lnTo>
                    <a:lnTo>
                      <a:pt x="126" y="0"/>
                    </a:lnTo>
                    <a:lnTo>
                      <a:pt x="108" y="12"/>
                    </a:lnTo>
                    <a:lnTo>
                      <a:pt x="84" y="18"/>
                    </a:lnTo>
                    <a:lnTo>
                      <a:pt x="84" y="42"/>
                    </a:lnTo>
                    <a:lnTo>
                      <a:pt x="72" y="48"/>
                    </a:lnTo>
                    <a:lnTo>
                      <a:pt x="66" y="54"/>
                    </a:lnTo>
                    <a:lnTo>
                      <a:pt x="54" y="60"/>
                    </a:lnTo>
                    <a:lnTo>
                      <a:pt x="36" y="60"/>
                    </a:lnTo>
                    <a:lnTo>
                      <a:pt x="36" y="54"/>
                    </a:lnTo>
                    <a:lnTo>
                      <a:pt x="30" y="60"/>
                    </a:lnTo>
                    <a:lnTo>
                      <a:pt x="12" y="60"/>
                    </a:lnTo>
                    <a:lnTo>
                      <a:pt x="6" y="66"/>
                    </a:lnTo>
                    <a:lnTo>
                      <a:pt x="0" y="90"/>
                    </a:lnTo>
                    <a:lnTo>
                      <a:pt x="0" y="102"/>
                    </a:lnTo>
                    <a:lnTo>
                      <a:pt x="6" y="102"/>
                    </a:lnTo>
                    <a:lnTo>
                      <a:pt x="6" y="114"/>
                    </a:lnTo>
                    <a:lnTo>
                      <a:pt x="12" y="114"/>
                    </a:lnTo>
                    <a:lnTo>
                      <a:pt x="12" y="126"/>
                    </a:lnTo>
                    <a:lnTo>
                      <a:pt x="6" y="132"/>
                    </a:lnTo>
                    <a:lnTo>
                      <a:pt x="18" y="138"/>
                    </a:lnTo>
                    <a:lnTo>
                      <a:pt x="30" y="120"/>
                    </a:lnTo>
                    <a:lnTo>
                      <a:pt x="36" y="126"/>
                    </a:lnTo>
                    <a:lnTo>
                      <a:pt x="42" y="138"/>
                    </a:lnTo>
                    <a:lnTo>
                      <a:pt x="48" y="144"/>
                    </a:lnTo>
                    <a:lnTo>
                      <a:pt x="90" y="144"/>
                    </a:lnTo>
                    <a:lnTo>
                      <a:pt x="108" y="138"/>
                    </a:lnTo>
                    <a:lnTo>
                      <a:pt x="120" y="138"/>
                    </a:lnTo>
                    <a:lnTo>
                      <a:pt x="132" y="114"/>
                    </a:lnTo>
                    <a:lnTo>
                      <a:pt x="168" y="120"/>
                    </a:lnTo>
                    <a:lnTo>
                      <a:pt x="174" y="108"/>
                    </a:lnTo>
                    <a:lnTo>
                      <a:pt x="198" y="108"/>
                    </a:lnTo>
                    <a:lnTo>
                      <a:pt x="210" y="102"/>
                    </a:lnTo>
                    <a:lnTo>
                      <a:pt x="216" y="102"/>
                    </a:lnTo>
                    <a:lnTo>
                      <a:pt x="228" y="90"/>
                    </a:lnTo>
                    <a:lnTo>
                      <a:pt x="234" y="78"/>
                    </a:lnTo>
                    <a:lnTo>
                      <a:pt x="258" y="78"/>
                    </a:lnTo>
                    <a:lnTo>
                      <a:pt x="258" y="90"/>
                    </a:lnTo>
                    <a:lnTo>
                      <a:pt x="276" y="96"/>
                    </a:lnTo>
                    <a:lnTo>
                      <a:pt x="276" y="78"/>
                    </a:lnTo>
                    <a:lnTo>
                      <a:pt x="288" y="78"/>
                    </a:lnTo>
                    <a:lnTo>
                      <a:pt x="288" y="90"/>
                    </a:lnTo>
                    <a:lnTo>
                      <a:pt x="300" y="90"/>
                    </a:lnTo>
                    <a:lnTo>
                      <a:pt x="312" y="84"/>
                    </a:lnTo>
                    <a:lnTo>
                      <a:pt x="336" y="84"/>
                    </a:lnTo>
                    <a:lnTo>
                      <a:pt x="336" y="90"/>
                    </a:lnTo>
                    <a:lnTo>
                      <a:pt x="336" y="72"/>
                    </a:lnTo>
                    <a:lnTo>
                      <a:pt x="342" y="72"/>
                    </a:lnTo>
                    <a:lnTo>
                      <a:pt x="348" y="66"/>
                    </a:lnTo>
                    <a:lnTo>
                      <a:pt x="348" y="60"/>
                    </a:lnTo>
                    <a:lnTo>
                      <a:pt x="354" y="54"/>
                    </a:lnTo>
                    <a:lnTo>
                      <a:pt x="354" y="30"/>
                    </a:lnTo>
                    <a:lnTo>
                      <a:pt x="348"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2" name="Serbia" descr="© INSCALE GmbH, 05.05.2010&#10;http://www.presentationload.com/">
                <a:extLst>
                  <a:ext uri="{FF2B5EF4-FFF2-40B4-BE49-F238E27FC236}">
                    <a16:creationId xmlns:a16="http://schemas.microsoft.com/office/drawing/2014/main" id="{048A5760-CF12-8C4E-A3FD-69A78A84FD2A}"/>
                  </a:ext>
                </a:extLst>
              </p:cNvPr>
              <p:cNvSpPr>
                <a:spLocks/>
              </p:cNvSpPr>
              <p:nvPr/>
            </p:nvSpPr>
            <p:spPr bwMode="gray">
              <a:xfrm>
                <a:off x="6258719" y="2580247"/>
                <a:ext cx="115055" cy="126145"/>
              </a:xfrm>
              <a:custGeom>
                <a:avLst/>
                <a:gdLst/>
                <a:ahLst/>
                <a:cxnLst>
                  <a:cxn ang="0">
                    <a:pos x="464" y="374"/>
                  </a:cxn>
                  <a:cxn ang="0">
                    <a:pos x="453" y="310"/>
                  </a:cxn>
                  <a:cxn ang="0">
                    <a:pos x="453" y="235"/>
                  </a:cxn>
                  <a:cxn ang="0">
                    <a:pos x="378" y="224"/>
                  </a:cxn>
                  <a:cxn ang="0">
                    <a:pos x="302" y="171"/>
                  </a:cxn>
                  <a:cxn ang="0">
                    <a:pos x="291" y="118"/>
                  </a:cxn>
                  <a:cxn ang="0">
                    <a:pos x="259" y="128"/>
                  </a:cxn>
                  <a:cxn ang="0">
                    <a:pos x="216" y="53"/>
                  </a:cxn>
                  <a:cxn ang="0">
                    <a:pos x="87" y="0"/>
                  </a:cxn>
                  <a:cxn ang="0">
                    <a:pos x="0" y="43"/>
                  </a:cxn>
                  <a:cxn ang="0">
                    <a:pos x="32" y="96"/>
                  </a:cxn>
                  <a:cxn ang="0">
                    <a:pos x="65" y="139"/>
                  </a:cxn>
                  <a:cxn ang="0">
                    <a:pos x="54" y="150"/>
                  </a:cxn>
                  <a:cxn ang="0">
                    <a:pos x="32" y="181"/>
                  </a:cxn>
                  <a:cxn ang="0">
                    <a:pos x="32" y="192"/>
                  </a:cxn>
                  <a:cxn ang="0">
                    <a:pos x="76" y="203"/>
                  </a:cxn>
                  <a:cxn ang="0">
                    <a:pos x="87" y="267"/>
                  </a:cxn>
                  <a:cxn ang="0">
                    <a:pos x="65" y="310"/>
                  </a:cxn>
                  <a:cxn ang="0">
                    <a:pos x="98" y="363"/>
                  </a:cxn>
                  <a:cxn ang="0">
                    <a:pos x="119" y="395"/>
                  </a:cxn>
                  <a:cxn ang="0">
                    <a:pos x="157" y="442"/>
                  </a:cxn>
                  <a:cxn ang="0">
                    <a:pos x="173" y="438"/>
                  </a:cxn>
                  <a:cxn ang="0">
                    <a:pos x="180" y="444"/>
                  </a:cxn>
                  <a:cxn ang="0">
                    <a:pos x="230" y="446"/>
                  </a:cxn>
                  <a:cxn ang="0">
                    <a:pos x="237" y="431"/>
                  </a:cxn>
                  <a:cxn ang="0">
                    <a:pos x="258" y="416"/>
                  </a:cxn>
                  <a:cxn ang="0">
                    <a:pos x="266" y="418"/>
                  </a:cxn>
                  <a:cxn ang="0">
                    <a:pos x="268" y="407"/>
                  </a:cxn>
                  <a:cxn ang="0">
                    <a:pos x="267" y="399"/>
                  </a:cxn>
                  <a:cxn ang="0">
                    <a:pos x="254" y="388"/>
                  </a:cxn>
                  <a:cxn ang="0">
                    <a:pos x="262" y="387"/>
                  </a:cxn>
                  <a:cxn ang="0">
                    <a:pos x="279" y="380"/>
                  </a:cxn>
                  <a:cxn ang="0">
                    <a:pos x="288" y="372"/>
                  </a:cxn>
                  <a:cxn ang="0">
                    <a:pos x="298" y="389"/>
                  </a:cxn>
                  <a:cxn ang="0">
                    <a:pos x="292" y="399"/>
                  </a:cxn>
                  <a:cxn ang="0">
                    <a:pos x="309" y="402"/>
                  </a:cxn>
                  <a:cxn ang="0">
                    <a:pos x="321" y="404"/>
                  </a:cxn>
                  <a:cxn ang="0">
                    <a:pos x="326" y="408"/>
                  </a:cxn>
                  <a:cxn ang="0">
                    <a:pos x="328" y="433"/>
                  </a:cxn>
                  <a:cxn ang="0">
                    <a:pos x="334" y="429"/>
                  </a:cxn>
                  <a:cxn ang="0">
                    <a:pos x="335" y="448"/>
                  </a:cxn>
                  <a:cxn ang="0">
                    <a:pos x="348" y="452"/>
                  </a:cxn>
                  <a:cxn ang="0">
                    <a:pos x="356" y="467"/>
                  </a:cxn>
                  <a:cxn ang="0">
                    <a:pos x="354" y="478"/>
                  </a:cxn>
                  <a:cxn ang="0">
                    <a:pos x="356" y="482"/>
                  </a:cxn>
                  <a:cxn ang="0">
                    <a:pos x="369" y="485"/>
                  </a:cxn>
                  <a:cxn ang="0">
                    <a:pos x="381" y="492"/>
                  </a:cxn>
                  <a:cxn ang="0">
                    <a:pos x="390" y="496"/>
                  </a:cxn>
                  <a:cxn ang="0">
                    <a:pos x="399" y="501"/>
                  </a:cxn>
                  <a:cxn ang="0">
                    <a:pos x="392" y="513"/>
                  </a:cxn>
                  <a:cxn ang="0">
                    <a:pos x="384" y="528"/>
                  </a:cxn>
                  <a:cxn ang="0">
                    <a:pos x="376" y="542"/>
                  </a:cxn>
                  <a:cxn ang="0">
                    <a:pos x="453" y="492"/>
                  </a:cxn>
                  <a:cxn ang="0">
                    <a:pos x="486" y="470"/>
                  </a:cxn>
                  <a:cxn ang="0">
                    <a:pos x="486" y="406"/>
                  </a:cxn>
                </a:cxnLst>
                <a:rect l="0" t="0" r="r" b="b"/>
                <a:pathLst>
                  <a:path w="496" h="542">
                    <a:moveTo>
                      <a:pt x="486" y="406"/>
                    </a:moveTo>
                    <a:cubicBezTo>
                      <a:pt x="453" y="395"/>
                      <a:pt x="453" y="395"/>
                      <a:pt x="453" y="395"/>
                    </a:cubicBezTo>
                    <a:cubicBezTo>
                      <a:pt x="464" y="374"/>
                      <a:pt x="464" y="374"/>
                      <a:pt x="464" y="374"/>
                    </a:cubicBezTo>
                    <a:cubicBezTo>
                      <a:pt x="432" y="363"/>
                      <a:pt x="432" y="363"/>
                      <a:pt x="432" y="363"/>
                    </a:cubicBezTo>
                    <a:cubicBezTo>
                      <a:pt x="432" y="331"/>
                      <a:pt x="432" y="331"/>
                      <a:pt x="432" y="331"/>
                    </a:cubicBezTo>
                    <a:cubicBezTo>
                      <a:pt x="453" y="310"/>
                      <a:pt x="453" y="310"/>
                      <a:pt x="453" y="310"/>
                    </a:cubicBezTo>
                    <a:cubicBezTo>
                      <a:pt x="453" y="267"/>
                      <a:pt x="453" y="267"/>
                      <a:pt x="453" y="267"/>
                    </a:cubicBezTo>
                    <a:cubicBezTo>
                      <a:pt x="442" y="256"/>
                      <a:pt x="442" y="256"/>
                      <a:pt x="442" y="256"/>
                    </a:cubicBezTo>
                    <a:cubicBezTo>
                      <a:pt x="453" y="235"/>
                      <a:pt x="453" y="235"/>
                      <a:pt x="453" y="235"/>
                    </a:cubicBezTo>
                    <a:cubicBezTo>
                      <a:pt x="464" y="224"/>
                      <a:pt x="464" y="224"/>
                      <a:pt x="464" y="224"/>
                    </a:cubicBezTo>
                    <a:cubicBezTo>
                      <a:pt x="421" y="213"/>
                      <a:pt x="421" y="213"/>
                      <a:pt x="421" y="213"/>
                    </a:cubicBezTo>
                    <a:cubicBezTo>
                      <a:pt x="378" y="224"/>
                      <a:pt x="378" y="224"/>
                      <a:pt x="378" y="224"/>
                    </a:cubicBezTo>
                    <a:cubicBezTo>
                      <a:pt x="367" y="213"/>
                      <a:pt x="367" y="213"/>
                      <a:pt x="367" y="213"/>
                    </a:cubicBezTo>
                    <a:cubicBezTo>
                      <a:pt x="324" y="203"/>
                      <a:pt x="324" y="203"/>
                      <a:pt x="324" y="203"/>
                    </a:cubicBezTo>
                    <a:cubicBezTo>
                      <a:pt x="302" y="171"/>
                      <a:pt x="302" y="171"/>
                      <a:pt x="302" y="171"/>
                    </a:cubicBezTo>
                    <a:cubicBezTo>
                      <a:pt x="313" y="160"/>
                      <a:pt x="313" y="160"/>
                      <a:pt x="313" y="160"/>
                    </a:cubicBezTo>
                    <a:cubicBezTo>
                      <a:pt x="313" y="128"/>
                      <a:pt x="313" y="128"/>
                      <a:pt x="313" y="128"/>
                    </a:cubicBezTo>
                    <a:cubicBezTo>
                      <a:pt x="291" y="118"/>
                      <a:pt x="291" y="118"/>
                      <a:pt x="291" y="118"/>
                    </a:cubicBezTo>
                    <a:cubicBezTo>
                      <a:pt x="280" y="118"/>
                      <a:pt x="280" y="118"/>
                      <a:pt x="280" y="118"/>
                    </a:cubicBezTo>
                    <a:cubicBezTo>
                      <a:pt x="270" y="128"/>
                      <a:pt x="270" y="128"/>
                      <a:pt x="270" y="128"/>
                    </a:cubicBezTo>
                    <a:cubicBezTo>
                      <a:pt x="259" y="128"/>
                      <a:pt x="259" y="128"/>
                      <a:pt x="259" y="128"/>
                    </a:cubicBezTo>
                    <a:cubicBezTo>
                      <a:pt x="249" y="118"/>
                      <a:pt x="249" y="118"/>
                      <a:pt x="249" y="118"/>
                    </a:cubicBezTo>
                    <a:cubicBezTo>
                      <a:pt x="227" y="53"/>
                      <a:pt x="227" y="53"/>
                      <a:pt x="227" y="53"/>
                    </a:cubicBezTo>
                    <a:cubicBezTo>
                      <a:pt x="216" y="53"/>
                      <a:pt x="216" y="53"/>
                      <a:pt x="216" y="53"/>
                    </a:cubicBezTo>
                    <a:cubicBezTo>
                      <a:pt x="173" y="21"/>
                      <a:pt x="173" y="21"/>
                      <a:pt x="173" y="21"/>
                    </a:cubicBezTo>
                    <a:cubicBezTo>
                      <a:pt x="129" y="0"/>
                      <a:pt x="129" y="0"/>
                      <a:pt x="129" y="0"/>
                    </a:cubicBezTo>
                    <a:cubicBezTo>
                      <a:pt x="87" y="0"/>
                      <a:pt x="87" y="0"/>
                      <a:pt x="87" y="0"/>
                    </a:cubicBezTo>
                    <a:cubicBezTo>
                      <a:pt x="54" y="32"/>
                      <a:pt x="54" y="32"/>
                      <a:pt x="54" y="32"/>
                    </a:cubicBezTo>
                    <a:cubicBezTo>
                      <a:pt x="11" y="32"/>
                      <a:pt x="11" y="32"/>
                      <a:pt x="11" y="32"/>
                    </a:cubicBezTo>
                    <a:cubicBezTo>
                      <a:pt x="0" y="43"/>
                      <a:pt x="0" y="43"/>
                      <a:pt x="0" y="43"/>
                    </a:cubicBezTo>
                    <a:cubicBezTo>
                      <a:pt x="11" y="43"/>
                      <a:pt x="11" y="43"/>
                      <a:pt x="11" y="43"/>
                    </a:cubicBezTo>
                    <a:cubicBezTo>
                      <a:pt x="22" y="96"/>
                      <a:pt x="22" y="96"/>
                      <a:pt x="22" y="96"/>
                    </a:cubicBezTo>
                    <a:cubicBezTo>
                      <a:pt x="32" y="96"/>
                      <a:pt x="32" y="96"/>
                      <a:pt x="32" y="96"/>
                    </a:cubicBezTo>
                    <a:cubicBezTo>
                      <a:pt x="22" y="128"/>
                      <a:pt x="22" y="128"/>
                      <a:pt x="22" y="128"/>
                    </a:cubicBezTo>
                    <a:cubicBezTo>
                      <a:pt x="43" y="128"/>
                      <a:pt x="43" y="128"/>
                      <a:pt x="43" y="128"/>
                    </a:cubicBezTo>
                    <a:cubicBezTo>
                      <a:pt x="65" y="139"/>
                      <a:pt x="65" y="139"/>
                      <a:pt x="65" y="139"/>
                    </a:cubicBezTo>
                    <a:cubicBezTo>
                      <a:pt x="76" y="139"/>
                      <a:pt x="76" y="139"/>
                      <a:pt x="76" y="139"/>
                    </a:cubicBezTo>
                    <a:cubicBezTo>
                      <a:pt x="65" y="150"/>
                      <a:pt x="65" y="150"/>
                      <a:pt x="65" y="150"/>
                    </a:cubicBezTo>
                    <a:cubicBezTo>
                      <a:pt x="54" y="150"/>
                      <a:pt x="54" y="150"/>
                      <a:pt x="54" y="150"/>
                    </a:cubicBezTo>
                    <a:cubicBezTo>
                      <a:pt x="43" y="160"/>
                      <a:pt x="43" y="160"/>
                      <a:pt x="43" y="160"/>
                    </a:cubicBezTo>
                    <a:cubicBezTo>
                      <a:pt x="32" y="160"/>
                      <a:pt x="32" y="160"/>
                      <a:pt x="32" y="160"/>
                    </a:cubicBezTo>
                    <a:cubicBezTo>
                      <a:pt x="32" y="181"/>
                      <a:pt x="32" y="181"/>
                      <a:pt x="32" y="181"/>
                    </a:cubicBezTo>
                    <a:cubicBezTo>
                      <a:pt x="22" y="181"/>
                      <a:pt x="22" y="181"/>
                      <a:pt x="22" y="181"/>
                    </a:cubicBezTo>
                    <a:cubicBezTo>
                      <a:pt x="22" y="192"/>
                      <a:pt x="22" y="192"/>
                      <a:pt x="22" y="192"/>
                    </a:cubicBezTo>
                    <a:cubicBezTo>
                      <a:pt x="32" y="192"/>
                      <a:pt x="32" y="192"/>
                      <a:pt x="32" y="192"/>
                    </a:cubicBezTo>
                    <a:cubicBezTo>
                      <a:pt x="54" y="181"/>
                      <a:pt x="54" y="181"/>
                      <a:pt x="54" y="181"/>
                    </a:cubicBezTo>
                    <a:cubicBezTo>
                      <a:pt x="76" y="181"/>
                      <a:pt x="76" y="181"/>
                      <a:pt x="76" y="181"/>
                    </a:cubicBezTo>
                    <a:cubicBezTo>
                      <a:pt x="76" y="203"/>
                      <a:pt x="76" y="203"/>
                      <a:pt x="76" y="203"/>
                    </a:cubicBezTo>
                    <a:cubicBezTo>
                      <a:pt x="43" y="235"/>
                      <a:pt x="43" y="235"/>
                      <a:pt x="43" y="235"/>
                    </a:cubicBezTo>
                    <a:cubicBezTo>
                      <a:pt x="43" y="267"/>
                      <a:pt x="43" y="267"/>
                      <a:pt x="43" y="267"/>
                    </a:cubicBezTo>
                    <a:cubicBezTo>
                      <a:pt x="87" y="267"/>
                      <a:pt x="87" y="267"/>
                      <a:pt x="87" y="267"/>
                    </a:cubicBezTo>
                    <a:cubicBezTo>
                      <a:pt x="98" y="278"/>
                      <a:pt x="98" y="278"/>
                      <a:pt x="98" y="278"/>
                    </a:cubicBezTo>
                    <a:cubicBezTo>
                      <a:pt x="108" y="299"/>
                      <a:pt x="108" y="299"/>
                      <a:pt x="108" y="299"/>
                    </a:cubicBezTo>
                    <a:cubicBezTo>
                      <a:pt x="65" y="310"/>
                      <a:pt x="65" y="310"/>
                      <a:pt x="65" y="310"/>
                    </a:cubicBezTo>
                    <a:cubicBezTo>
                      <a:pt x="87" y="331"/>
                      <a:pt x="87" y="331"/>
                      <a:pt x="87" y="331"/>
                    </a:cubicBezTo>
                    <a:cubicBezTo>
                      <a:pt x="98" y="353"/>
                      <a:pt x="98" y="353"/>
                      <a:pt x="98" y="353"/>
                    </a:cubicBezTo>
                    <a:cubicBezTo>
                      <a:pt x="98" y="363"/>
                      <a:pt x="98" y="363"/>
                      <a:pt x="98" y="363"/>
                    </a:cubicBezTo>
                    <a:cubicBezTo>
                      <a:pt x="87" y="363"/>
                      <a:pt x="87" y="363"/>
                      <a:pt x="87" y="363"/>
                    </a:cubicBezTo>
                    <a:cubicBezTo>
                      <a:pt x="87" y="374"/>
                      <a:pt x="87" y="374"/>
                      <a:pt x="87" y="374"/>
                    </a:cubicBezTo>
                    <a:cubicBezTo>
                      <a:pt x="119" y="395"/>
                      <a:pt x="119" y="395"/>
                      <a:pt x="119" y="395"/>
                    </a:cubicBezTo>
                    <a:cubicBezTo>
                      <a:pt x="140" y="417"/>
                      <a:pt x="140" y="417"/>
                      <a:pt x="140" y="417"/>
                    </a:cubicBezTo>
                    <a:cubicBezTo>
                      <a:pt x="157" y="442"/>
                      <a:pt x="157" y="442"/>
                      <a:pt x="157" y="442"/>
                    </a:cubicBezTo>
                    <a:cubicBezTo>
                      <a:pt x="157" y="442"/>
                      <a:pt x="157" y="442"/>
                      <a:pt x="157" y="442"/>
                    </a:cubicBezTo>
                    <a:cubicBezTo>
                      <a:pt x="159" y="442"/>
                      <a:pt x="161" y="443"/>
                      <a:pt x="166" y="444"/>
                    </a:cubicBezTo>
                    <a:cubicBezTo>
                      <a:pt x="166" y="444"/>
                      <a:pt x="166" y="444"/>
                      <a:pt x="167" y="444"/>
                    </a:cubicBezTo>
                    <a:cubicBezTo>
                      <a:pt x="173" y="438"/>
                      <a:pt x="173" y="438"/>
                      <a:pt x="173" y="438"/>
                    </a:cubicBezTo>
                    <a:cubicBezTo>
                      <a:pt x="173" y="447"/>
                      <a:pt x="173" y="447"/>
                      <a:pt x="173" y="447"/>
                    </a:cubicBezTo>
                    <a:cubicBezTo>
                      <a:pt x="174" y="448"/>
                      <a:pt x="175" y="448"/>
                      <a:pt x="176" y="449"/>
                    </a:cubicBezTo>
                    <a:cubicBezTo>
                      <a:pt x="176" y="449"/>
                      <a:pt x="176" y="449"/>
                      <a:pt x="180" y="444"/>
                    </a:cubicBezTo>
                    <a:cubicBezTo>
                      <a:pt x="180" y="444"/>
                      <a:pt x="180" y="444"/>
                      <a:pt x="199" y="447"/>
                    </a:cubicBezTo>
                    <a:cubicBezTo>
                      <a:pt x="199" y="447"/>
                      <a:pt x="199" y="447"/>
                      <a:pt x="212" y="446"/>
                    </a:cubicBezTo>
                    <a:cubicBezTo>
                      <a:pt x="212" y="446"/>
                      <a:pt x="212" y="446"/>
                      <a:pt x="230" y="446"/>
                    </a:cubicBezTo>
                    <a:cubicBezTo>
                      <a:pt x="230" y="446"/>
                      <a:pt x="230" y="446"/>
                      <a:pt x="240" y="443"/>
                    </a:cubicBezTo>
                    <a:cubicBezTo>
                      <a:pt x="240" y="443"/>
                      <a:pt x="240" y="443"/>
                      <a:pt x="239" y="437"/>
                    </a:cubicBezTo>
                    <a:cubicBezTo>
                      <a:pt x="239" y="437"/>
                      <a:pt x="239" y="437"/>
                      <a:pt x="237" y="431"/>
                    </a:cubicBezTo>
                    <a:cubicBezTo>
                      <a:pt x="237" y="431"/>
                      <a:pt x="237" y="431"/>
                      <a:pt x="245" y="425"/>
                    </a:cubicBezTo>
                    <a:cubicBezTo>
                      <a:pt x="245" y="425"/>
                      <a:pt x="245" y="425"/>
                      <a:pt x="255" y="417"/>
                    </a:cubicBezTo>
                    <a:cubicBezTo>
                      <a:pt x="255" y="417"/>
                      <a:pt x="255" y="417"/>
                      <a:pt x="258" y="416"/>
                    </a:cubicBezTo>
                    <a:cubicBezTo>
                      <a:pt x="258" y="416"/>
                      <a:pt x="258" y="416"/>
                      <a:pt x="258" y="421"/>
                    </a:cubicBezTo>
                    <a:cubicBezTo>
                      <a:pt x="258" y="421"/>
                      <a:pt x="258" y="421"/>
                      <a:pt x="262" y="419"/>
                    </a:cubicBezTo>
                    <a:cubicBezTo>
                      <a:pt x="262" y="419"/>
                      <a:pt x="262" y="419"/>
                      <a:pt x="266" y="418"/>
                    </a:cubicBezTo>
                    <a:cubicBezTo>
                      <a:pt x="266" y="418"/>
                      <a:pt x="266" y="418"/>
                      <a:pt x="263" y="414"/>
                    </a:cubicBezTo>
                    <a:cubicBezTo>
                      <a:pt x="263" y="414"/>
                      <a:pt x="263" y="414"/>
                      <a:pt x="267" y="412"/>
                    </a:cubicBezTo>
                    <a:cubicBezTo>
                      <a:pt x="267" y="412"/>
                      <a:pt x="267" y="412"/>
                      <a:pt x="268" y="407"/>
                    </a:cubicBezTo>
                    <a:cubicBezTo>
                      <a:pt x="268" y="407"/>
                      <a:pt x="268" y="407"/>
                      <a:pt x="264" y="405"/>
                    </a:cubicBezTo>
                    <a:cubicBezTo>
                      <a:pt x="264" y="405"/>
                      <a:pt x="264" y="405"/>
                      <a:pt x="264" y="402"/>
                    </a:cubicBezTo>
                    <a:cubicBezTo>
                      <a:pt x="264" y="402"/>
                      <a:pt x="264" y="402"/>
                      <a:pt x="267" y="399"/>
                    </a:cubicBezTo>
                    <a:cubicBezTo>
                      <a:pt x="267" y="399"/>
                      <a:pt x="267" y="399"/>
                      <a:pt x="266" y="396"/>
                    </a:cubicBezTo>
                    <a:cubicBezTo>
                      <a:pt x="266" y="396"/>
                      <a:pt x="266" y="396"/>
                      <a:pt x="258" y="394"/>
                    </a:cubicBezTo>
                    <a:cubicBezTo>
                      <a:pt x="258" y="394"/>
                      <a:pt x="258" y="394"/>
                      <a:pt x="254" y="388"/>
                    </a:cubicBezTo>
                    <a:cubicBezTo>
                      <a:pt x="254" y="388"/>
                      <a:pt x="254" y="388"/>
                      <a:pt x="256" y="385"/>
                    </a:cubicBezTo>
                    <a:cubicBezTo>
                      <a:pt x="256" y="385"/>
                      <a:pt x="256" y="385"/>
                      <a:pt x="259" y="389"/>
                    </a:cubicBezTo>
                    <a:cubicBezTo>
                      <a:pt x="259" y="389"/>
                      <a:pt x="259" y="389"/>
                      <a:pt x="262" y="387"/>
                    </a:cubicBezTo>
                    <a:cubicBezTo>
                      <a:pt x="262" y="387"/>
                      <a:pt x="262" y="387"/>
                      <a:pt x="267" y="388"/>
                    </a:cubicBezTo>
                    <a:cubicBezTo>
                      <a:pt x="267" y="388"/>
                      <a:pt x="267" y="388"/>
                      <a:pt x="271" y="385"/>
                    </a:cubicBezTo>
                    <a:cubicBezTo>
                      <a:pt x="271" y="385"/>
                      <a:pt x="271" y="385"/>
                      <a:pt x="279" y="380"/>
                    </a:cubicBezTo>
                    <a:cubicBezTo>
                      <a:pt x="279" y="380"/>
                      <a:pt x="279" y="380"/>
                      <a:pt x="282" y="378"/>
                    </a:cubicBezTo>
                    <a:cubicBezTo>
                      <a:pt x="282" y="378"/>
                      <a:pt x="282" y="378"/>
                      <a:pt x="283" y="374"/>
                    </a:cubicBezTo>
                    <a:cubicBezTo>
                      <a:pt x="283" y="374"/>
                      <a:pt x="283" y="374"/>
                      <a:pt x="288" y="372"/>
                    </a:cubicBezTo>
                    <a:cubicBezTo>
                      <a:pt x="288" y="372"/>
                      <a:pt x="288" y="372"/>
                      <a:pt x="293" y="377"/>
                    </a:cubicBezTo>
                    <a:cubicBezTo>
                      <a:pt x="293" y="377"/>
                      <a:pt x="293" y="377"/>
                      <a:pt x="297" y="384"/>
                    </a:cubicBezTo>
                    <a:cubicBezTo>
                      <a:pt x="297" y="384"/>
                      <a:pt x="297" y="384"/>
                      <a:pt x="298" y="389"/>
                    </a:cubicBezTo>
                    <a:cubicBezTo>
                      <a:pt x="298" y="389"/>
                      <a:pt x="298" y="389"/>
                      <a:pt x="298" y="392"/>
                    </a:cubicBezTo>
                    <a:cubicBezTo>
                      <a:pt x="298" y="392"/>
                      <a:pt x="298" y="392"/>
                      <a:pt x="291" y="396"/>
                    </a:cubicBezTo>
                    <a:cubicBezTo>
                      <a:pt x="291" y="396"/>
                      <a:pt x="291" y="396"/>
                      <a:pt x="292" y="399"/>
                    </a:cubicBezTo>
                    <a:cubicBezTo>
                      <a:pt x="292" y="399"/>
                      <a:pt x="292" y="399"/>
                      <a:pt x="299" y="400"/>
                    </a:cubicBezTo>
                    <a:cubicBezTo>
                      <a:pt x="299" y="400"/>
                      <a:pt x="299" y="400"/>
                      <a:pt x="303" y="404"/>
                    </a:cubicBezTo>
                    <a:cubicBezTo>
                      <a:pt x="303" y="404"/>
                      <a:pt x="303" y="404"/>
                      <a:pt x="309" y="402"/>
                    </a:cubicBezTo>
                    <a:cubicBezTo>
                      <a:pt x="309" y="402"/>
                      <a:pt x="309" y="402"/>
                      <a:pt x="314" y="404"/>
                    </a:cubicBezTo>
                    <a:cubicBezTo>
                      <a:pt x="314" y="404"/>
                      <a:pt x="314" y="404"/>
                      <a:pt x="319" y="401"/>
                    </a:cubicBezTo>
                    <a:cubicBezTo>
                      <a:pt x="319" y="401"/>
                      <a:pt x="319" y="401"/>
                      <a:pt x="321" y="404"/>
                    </a:cubicBezTo>
                    <a:cubicBezTo>
                      <a:pt x="321" y="404"/>
                      <a:pt x="321" y="404"/>
                      <a:pt x="318" y="408"/>
                    </a:cubicBezTo>
                    <a:cubicBezTo>
                      <a:pt x="318" y="408"/>
                      <a:pt x="318" y="408"/>
                      <a:pt x="324" y="407"/>
                    </a:cubicBezTo>
                    <a:cubicBezTo>
                      <a:pt x="324" y="407"/>
                      <a:pt x="324" y="407"/>
                      <a:pt x="326" y="408"/>
                    </a:cubicBezTo>
                    <a:cubicBezTo>
                      <a:pt x="326" y="408"/>
                      <a:pt x="326" y="408"/>
                      <a:pt x="324" y="425"/>
                    </a:cubicBezTo>
                    <a:cubicBezTo>
                      <a:pt x="324" y="425"/>
                      <a:pt x="324" y="425"/>
                      <a:pt x="324" y="432"/>
                    </a:cubicBezTo>
                    <a:cubicBezTo>
                      <a:pt x="324" y="432"/>
                      <a:pt x="324" y="432"/>
                      <a:pt x="328" y="433"/>
                    </a:cubicBezTo>
                    <a:cubicBezTo>
                      <a:pt x="328" y="433"/>
                      <a:pt x="328" y="433"/>
                      <a:pt x="330" y="431"/>
                    </a:cubicBezTo>
                    <a:cubicBezTo>
                      <a:pt x="330" y="431"/>
                      <a:pt x="330" y="431"/>
                      <a:pt x="331" y="428"/>
                    </a:cubicBezTo>
                    <a:cubicBezTo>
                      <a:pt x="331" y="428"/>
                      <a:pt x="331" y="428"/>
                      <a:pt x="334" y="429"/>
                    </a:cubicBezTo>
                    <a:cubicBezTo>
                      <a:pt x="334" y="429"/>
                      <a:pt x="334" y="429"/>
                      <a:pt x="336" y="433"/>
                    </a:cubicBezTo>
                    <a:cubicBezTo>
                      <a:pt x="336" y="433"/>
                      <a:pt x="336" y="433"/>
                      <a:pt x="336" y="443"/>
                    </a:cubicBezTo>
                    <a:cubicBezTo>
                      <a:pt x="336" y="443"/>
                      <a:pt x="336" y="443"/>
                      <a:pt x="335" y="448"/>
                    </a:cubicBezTo>
                    <a:cubicBezTo>
                      <a:pt x="335" y="448"/>
                      <a:pt x="335" y="448"/>
                      <a:pt x="339" y="450"/>
                    </a:cubicBezTo>
                    <a:cubicBezTo>
                      <a:pt x="339" y="450"/>
                      <a:pt x="339" y="450"/>
                      <a:pt x="344" y="450"/>
                    </a:cubicBezTo>
                    <a:cubicBezTo>
                      <a:pt x="344" y="450"/>
                      <a:pt x="344" y="450"/>
                      <a:pt x="348" y="452"/>
                    </a:cubicBezTo>
                    <a:cubicBezTo>
                      <a:pt x="348" y="452"/>
                      <a:pt x="348" y="452"/>
                      <a:pt x="353" y="456"/>
                    </a:cubicBezTo>
                    <a:cubicBezTo>
                      <a:pt x="353" y="456"/>
                      <a:pt x="353" y="456"/>
                      <a:pt x="357" y="457"/>
                    </a:cubicBezTo>
                    <a:cubicBezTo>
                      <a:pt x="357" y="457"/>
                      <a:pt x="357" y="457"/>
                      <a:pt x="356" y="467"/>
                    </a:cubicBezTo>
                    <a:cubicBezTo>
                      <a:pt x="356" y="467"/>
                      <a:pt x="356" y="467"/>
                      <a:pt x="356" y="472"/>
                    </a:cubicBezTo>
                    <a:cubicBezTo>
                      <a:pt x="356" y="472"/>
                      <a:pt x="356" y="472"/>
                      <a:pt x="352" y="473"/>
                    </a:cubicBezTo>
                    <a:cubicBezTo>
                      <a:pt x="352" y="473"/>
                      <a:pt x="352" y="473"/>
                      <a:pt x="354" y="478"/>
                    </a:cubicBezTo>
                    <a:cubicBezTo>
                      <a:pt x="354" y="478"/>
                      <a:pt x="354" y="478"/>
                      <a:pt x="351" y="482"/>
                    </a:cubicBezTo>
                    <a:cubicBezTo>
                      <a:pt x="351" y="482"/>
                      <a:pt x="351" y="482"/>
                      <a:pt x="353" y="483"/>
                    </a:cubicBezTo>
                    <a:cubicBezTo>
                      <a:pt x="353" y="483"/>
                      <a:pt x="353" y="483"/>
                      <a:pt x="356" y="482"/>
                    </a:cubicBezTo>
                    <a:cubicBezTo>
                      <a:pt x="356" y="482"/>
                      <a:pt x="356" y="482"/>
                      <a:pt x="361" y="485"/>
                    </a:cubicBezTo>
                    <a:cubicBezTo>
                      <a:pt x="361" y="485"/>
                      <a:pt x="361" y="485"/>
                      <a:pt x="364" y="483"/>
                    </a:cubicBezTo>
                    <a:cubicBezTo>
                      <a:pt x="364" y="483"/>
                      <a:pt x="364" y="483"/>
                      <a:pt x="369" y="485"/>
                    </a:cubicBezTo>
                    <a:cubicBezTo>
                      <a:pt x="369" y="485"/>
                      <a:pt x="369" y="485"/>
                      <a:pt x="372" y="485"/>
                    </a:cubicBezTo>
                    <a:cubicBezTo>
                      <a:pt x="372" y="485"/>
                      <a:pt x="372" y="485"/>
                      <a:pt x="377" y="489"/>
                    </a:cubicBezTo>
                    <a:cubicBezTo>
                      <a:pt x="377" y="489"/>
                      <a:pt x="377" y="489"/>
                      <a:pt x="381" y="492"/>
                    </a:cubicBezTo>
                    <a:cubicBezTo>
                      <a:pt x="381" y="492"/>
                      <a:pt x="381" y="492"/>
                      <a:pt x="383" y="496"/>
                    </a:cubicBezTo>
                    <a:cubicBezTo>
                      <a:pt x="383" y="496"/>
                      <a:pt x="383" y="496"/>
                      <a:pt x="385" y="499"/>
                    </a:cubicBezTo>
                    <a:cubicBezTo>
                      <a:pt x="385" y="499"/>
                      <a:pt x="385" y="499"/>
                      <a:pt x="390" y="496"/>
                    </a:cubicBezTo>
                    <a:cubicBezTo>
                      <a:pt x="390" y="496"/>
                      <a:pt x="390" y="496"/>
                      <a:pt x="394" y="494"/>
                    </a:cubicBezTo>
                    <a:cubicBezTo>
                      <a:pt x="394" y="494"/>
                      <a:pt x="394" y="494"/>
                      <a:pt x="398" y="496"/>
                    </a:cubicBezTo>
                    <a:cubicBezTo>
                      <a:pt x="398" y="496"/>
                      <a:pt x="398" y="496"/>
                      <a:pt x="399" y="501"/>
                    </a:cubicBezTo>
                    <a:cubicBezTo>
                      <a:pt x="399" y="501"/>
                      <a:pt x="399" y="501"/>
                      <a:pt x="395" y="505"/>
                    </a:cubicBezTo>
                    <a:cubicBezTo>
                      <a:pt x="395" y="505"/>
                      <a:pt x="395" y="505"/>
                      <a:pt x="395" y="509"/>
                    </a:cubicBezTo>
                    <a:cubicBezTo>
                      <a:pt x="395" y="509"/>
                      <a:pt x="395" y="509"/>
                      <a:pt x="392" y="513"/>
                    </a:cubicBezTo>
                    <a:cubicBezTo>
                      <a:pt x="392" y="513"/>
                      <a:pt x="392" y="513"/>
                      <a:pt x="392" y="516"/>
                    </a:cubicBezTo>
                    <a:cubicBezTo>
                      <a:pt x="392" y="516"/>
                      <a:pt x="392" y="516"/>
                      <a:pt x="386" y="519"/>
                    </a:cubicBezTo>
                    <a:cubicBezTo>
                      <a:pt x="386" y="519"/>
                      <a:pt x="386" y="519"/>
                      <a:pt x="384" y="528"/>
                    </a:cubicBezTo>
                    <a:cubicBezTo>
                      <a:pt x="384" y="528"/>
                      <a:pt x="384" y="528"/>
                      <a:pt x="379" y="531"/>
                    </a:cubicBezTo>
                    <a:cubicBezTo>
                      <a:pt x="379" y="531"/>
                      <a:pt x="379" y="531"/>
                      <a:pt x="376" y="535"/>
                    </a:cubicBezTo>
                    <a:cubicBezTo>
                      <a:pt x="376" y="535"/>
                      <a:pt x="376" y="535"/>
                      <a:pt x="376" y="542"/>
                    </a:cubicBezTo>
                    <a:cubicBezTo>
                      <a:pt x="432" y="535"/>
                      <a:pt x="432" y="535"/>
                      <a:pt x="432" y="535"/>
                    </a:cubicBezTo>
                    <a:cubicBezTo>
                      <a:pt x="453" y="535"/>
                      <a:pt x="453" y="535"/>
                      <a:pt x="453" y="535"/>
                    </a:cubicBezTo>
                    <a:cubicBezTo>
                      <a:pt x="453" y="492"/>
                      <a:pt x="453" y="492"/>
                      <a:pt x="453" y="492"/>
                    </a:cubicBezTo>
                    <a:cubicBezTo>
                      <a:pt x="442" y="481"/>
                      <a:pt x="442" y="481"/>
                      <a:pt x="442" y="481"/>
                    </a:cubicBezTo>
                    <a:cubicBezTo>
                      <a:pt x="442" y="470"/>
                      <a:pt x="442" y="470"/>
                      <a:pt x="442" y="470"/>
                    </a:cubicBezTo>
                    <a:cubicBezTo>
                      <a:pt x="486" y="470"/>
                      <a:pt x="486" y="470"/>
                      <a:pt x="486" y="470"/>
                    </a:cubicBezTo>
                    <a:cubicBezTo>
                      <a:pt x="496" y="460"/>
                      <a:pt x="496" y="460"/>
                      <a:pt x="496" y="460"/>
                    </a:cubicBezTo>
                    <a:cubicBezTo>
                      <a:pt x="496" y="417"/>
                      <a:pt x="496" y="417"/>
                      <a:pt x="496" y="417"/>
                    </a:cubicBezTo>
                    <a:lnTo>
                      <a:pt x="486" y="40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3" name="Russia (Urup,Simushir)" descr="© INSCALE GmbH, 05.05.2010&#10;http://www.presentationload.com/">
                <a:extLst>
                  <a:ext uri="{FF2B5EF4-FFF2-40B4-BE49-F238E27FC236}">
                    <a16:creationId xmlns:a16="http://schemas.microsoft.com/office/drawing/2014/main" id="{1608310D-3C82-7348-A735-F55307B592B4}"/>
                  </a:ext>
                </a:extLst>
              </p:cNvPr>
              <p:cNvSpPr>
                <a:spLocks noEditPoints="1"/>
              </p:cNvSpPr>
              <p:nvPr/>
            </p:nvSpPr>
            <p:spPr bwMode="gray">
              <a:xfrm>
                <a:off x="9682420" y="2157832"/>
                <a:ext cx="126561" cy="502954"/>
              </a:xfrm>
              <a:custGeom>
                <a:avLst/>
                <a:gdLst>
                  <a:gd name="T0" fmla="*/ 0 w 300"/>
                  <a:gd name="T1" fmla="*/ 2147483647 h 1194"/>
                  <a:gd name="T2" fmla="*/ 2147483647 w 300"/>
                  <a:gd name="T3" fmla="*/ 2147483647 h 1194"/>
                  <a:gd name="T4" fmla="*/ 2147483647 w 300"/>
                  <a:gd name="T5" fmla="*/ 2147483647 h 1194"/>
                  <a:gd name="T6" fmla="*/ 2147483647 w 300"/>
                  <a:gd name="T7" fmla="*/ 2147483647 h 1194"/>
                  <a:gd name="T8" fmla="*/ 0 w 300"/>
                  <a:gd name="T9" fmla="*/ 2147483647 h 1194"/>
                  <a:gd name="T10" fmla="*/ 2147483647 w 300"/>
                  <a:gd name="T11" fmla="*/ 2147483647 h 1194"/>
                  <a:gd name="T12" fmla="*/ 2147483647 w 300"/>
                  <a:gd name="T13" fmla="*/ 2147483647 h 1194"/>
                  <a:gd name="T14" fmla="*/ 2147483647 w 300"/>
                  <a:gd name="T15" fmla="*/ 2147483647 h 1194"/>
                  <a:gd name="T16" fmla="*/ 2147483647 w 300"/>
                  <a:gd name="T17" fmla="*/ 2147483647 h 1194"/>
                  <a:gd name="T18" fmla="*/ 2147483647 w 300"/>
                  <a:gd name="T19" fmla="*/ 2147483647 h 1194"/>
                  <a:gd name="T20" fmla="*/ 2147483647 w 300"/>
                  <a:gd name="T21" fmla="*/ 2147483647 h 1194"/>
                  <a:gd name="T22" fmla="*/ 2147483647 w 300"/>
                  <a:gd name="T23" fmla="*/ 2147483647 h 1194"/>
                  <a:gd name="T24" fmla="*/ 2147483647 w 300"/>
                  <a:gd name="T25" fmla="*/ 2147483647 h 1194"/>
                  <a:gd name="T26" fmla="*/ 2147483647 w 300"/>
                  <a:gd name="T27" fmla="*/ 2147483647 h 1194"/>
                  <a:gd name="T28" fmla="*/ 2147483647 w 300"/>
                  <a:gd name="T29" fmla="*/ 2147483647 h 1194"/>
                  <a:gd name="T30" fmla="*/ 2147483647 w 300"/>
                  <a:gd name="T31" fmla="*/ 2147483647 h 1194"/>
                  <a:gd name="T32" fmla="*/ 2147483647 w 300"/>
                  <a:gd name="T33" fmla="*/ 2147483647 h 1194"/>
                  <a:gd name="T34" fmla="*/ 2147483647 w 300"/>
                  <a:gd name="T35" fmla="*/ 2147483647 h 1194"/>
                  <a:gd name="T36" fmla="*/ 2147483647 w 300"/>
                  <a:gd name="T37" fmla="*/ 2147483647 h 1194"/>
                  <a:gd name="T38" fmla="*/ 2147483647 w 300"/>
                  <a:gd name="T39" fmla="*/ 2147483647 h 1194"/>
                  <a:gd name="T40" fmla="*/ 2147483647 w 300"/>
                  <a:gd name="T41" fmla="*/ 2147483647 h 1194"/>
                  <a:gd name="T42" fmla="*/ 2147483647 w 300"/>
                  <a:gd name="T43" fmla="*/ 2147483647 h 1194"/>
                  <a:gd name="T44" fmla="*/ 2147483647 w 300"/>
                  <a:gd name="T45" fmla="*/ 2147483647 h 1194"/>
                  <a:gd name="T46" fmla="*/ 2147483647 w 300"/>
                  <a:gd name="T47" fmla="*/ 2147483647 h 1194"/>
                  <a:gd name="T48" fmla="*/ 2147483647 w 300"/>
                  <a:gd name="T49" fmla="*/ 2147483647 h 1194"/>
                  <a:gd name="T50" fmla="*/ 2147483647 w 300"/>
                  <a:gd name="T51" fmla="*/ 2147483647 h 1194"/>
                  <a:gd name="T52" fmla="*/ 2147483647 w 300"/>
                  <a:gd name="T53" fmla="*/ 2147483647 h 1194"/>
                  <a:gd name="T54" fmla="*/ 2147483647 w 300"/>
                  <a:gd name="T55" fmla="*/ 2147483647 h 1194"/>
                  <a:gd name="T56" fmla="*/ 2147483647 w 300"/>
                  <a:gd name="T57" fmla="*/ 2147483647 h 1194"/>
                  <a:gd name="T58" fmla="*/ 2147483647 w 300"/>
                  <a:gd name="T59" fmla="*/ 2147483647 h 1194"/>
                  <a:gd name="T60" fmla="*/ 2147483647 w 300"/>
                  <a:gd name="T61" fmla="*/ 2147483647 h 1194"/>
                  <a:gd name="T62" fmla="*/ 2147483647 w 300"/>
                  <a:gd name="T63" fmla="*/ 2147483647 h 1194"/>
                  <a:gd name="T64" fmla="*/ 2147483647 w 300"/>
                  <a:gd name="T65" fmla="*/ 2147483647 h 1194"/>
                  <a:gd name="T66" fmla="*/ 2147483647 w 300"/>
                  <a:gd name="T67" fmla="*/ 2147483647 h 1194"/>
                  <a:gd name="T68" fmla="*/ 2147483647 w 300"/>
                  <a:gd name="T69" fmla="*/ 2147483647 h 1194"/>
                  <a:gd name="T70" fmla="*/ 2147483647 w 300"/>
                  <a:gd name="T71" fmla="*/ 2147483647 h 1194"/>
                  <a:gd name="T72" fmla="*/ 2147483647 w 300"/>
                  <a:gd name="T73" fmla="*/ 2147483647 h 1194"/>
                  <a:gd name="T74" fmla="*/ 2147483647 w 300"/>
                  <a:gd name="T75" fmla="*/ 2147483647 h 1194"/>
                  <a:gd name="T76" fmla="*/ 2147483647 w 300"/>
                  <a:gd name="T77" fmla="*/ 2147483647 h 1194"/>
                  <a:gd name="T78" fmla="*/ 2147483647 w 300"/>
                  <a:gd name="T79" fmla="*/ 2147483647 h 1194"/>
                  <a:gd name="T80" fmla="*/ 2147483647 w 300"/>
                  <a:gd name="T81" fmla="*/ 2147483647 h 1194"/>
                  <a:gd name="T82" fmla="*/ 2147483647 w 300"/>
                  <a:gd name="T83" fmla="*/ 2147483647 h 1194"/>
                  <a:gd name="T84" fmla="*/ 2147483647 w 300"/>
                  <a:gd name="T85" fmla="*/ 2147483647 h 1194"/>
                  <a:gd name="T86" fmla="*/ 2147483647 w 300"/>
                  <a:gd name="T87" fmla="*/ 2147483647 h 1194"/>
                  <a:gd name="T88" fmla="*/ 2147483647 w 300"/>
                  <a:gd name="T89" fmla="*/ 2147483647 h 1194"/>
                  <a:gd name="T90" fmla="*/ 2147483647 w 300"/>
                  <a:gd name="T91" fmla="*/ 2147483647 h 1194"/>
                  <a:gd name="T92" fmla="*/ 2147483647 w 300"/>
                  <a:gd name="T93" fmla="*/ 2147483647 h 1194"/>
                  <a:gd name="T94" fmla="*/ 2147483647 w 300"/>
                  <a:gd name="T95" fmla="*/ 2147483647 h 1194"/>
                  <a:gd name="T96" fmla="*/ 2147483647 w 300"/>
                  <a:gd name="T97" fmla="*/ 2147483647 h 1194"/>
                  <a:gd name="T98" fmla="*/ 2147483647 w 300"/>
                  <a:gd name="T99" fmla="*/ 0 h 1194"/>
                  <a:gd name="T100" fmla="*/ 2147483647 w 300"/>
                  <a:gd name="T101" fmla="*/ 2147483647 h 11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00"/>
                  <a:gd name="T154" fmla="*/ 0 h 1194"/>
                  <a:gd name="T155" fmla="*/ 300 w 300"/>
                  <a:gd name="T156" fmla="*/ 1194 h 11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00" h="1194">
                    <a:moveTo>
                      <a:pt x="0" y="1194"/>
                    </a:moveTo>
                    <a:lnTo>
                      <a:pt x="12" y="1188"/>
                    </a:lnTo>
                    <a:lnTo>
                      <a:pt x="36" y="1146"/>
                    </a:lnTo>
                    <a:lnTo>
                      <a:pt x="18" y="1134"/>
                    </a:lnTo>
                    <a:lnTo>
                      <a:pt x="0" y="1194"/>
                    </a:lnTo>
                    <a:close/>
                    <a:moveTo>
                      <a:pt x="114" y="1068"/>
                    </a:moveTo>
                    <a:lnTo>
                      <a:pt x="72" y="1062"/>
                    </a:lnTo>
                    <a:lnTo>
                      <a:pt x="54" y="1134"/>
                    </a:lnTo>
                    <a:lnTo>
                      <a:pt x="66" y="1134"/>
                    </a:lnTo>
                    <a:lnTo>
                      <a:pt x="84" y="1104"/>
                    </a:lnTo>
                    <a:lnTo>
                      <a:pt x="132" y="1074"/>
                    </a:lnTo>
                    <a:lnTo>
                      <a:pt x="120" y="1050"/>
                    </a:lnTo>
                    <a:lnTo>
                      <a:pt x="114" y="1068"/>
                    </a:lnTo>
                    <a:close/>
                    <a:moveTo>
                      <a:pt x="192" y="1008"/>
                    </a:moveTo>
                    <a:lnTo>
                      <a:pt x="186" y="1008"/>
                    </a:lnTo>
                    <a:lnTo>
                      <a:pt x="180" y="1020"/>
                    </a:lnTo>
                    <a:lnTo>
                      <a:pt x="174" y="1026"/>
                    </a:lnTo>
                    <a:lnTo>
                      <a:pt x="168" y="1038"/>
                    </a:lnTo>
                    <a:lnTo>
                      <a:pt x="168" y="1044"/>
                    </a:lnTo>
                    <a:lnTo>
                      <a:pt x="174" y="1050"/>
                    </a:lnTo>
                    <a:lnTo>
                      <a:pt x="180" y="1050"/>
                    </a:lnTo>
                    <a:lnTo>
                      <a:pt x="198" y="1032"/>
                    </a:lnTo>
                    <a:lnTo>
                      <a:pt x="198" y="1014"/>
                    </a:lnTo>
                    <a:lnTo>
                      <a:pt x="192" y="1008"/>
                    </a:lnTo>
                    <a:close/>
                    <a:moveTo>
                      <a:pt x="282" y="636"/>
                    </a:moveTo>
                    <a:lnTo>
                      <a:pt x="264" y="654"/>
                    </a:lnTo>
                    <a:lnTo>
                      <a:pt x="276" y="678"/>
                    </a:lnTo>
                    <a:lnTo>
                      <a:pt x="258" y="678"/>
                    </a:lnTo>
                    <a:lnTo>
                      <a:pt x="258" y="702"/>
                    </a:lnTo>
                    <a:lnTo>
                      <a:pt x="282" y="702"/>
                    </a:lnTo>
                    <a:lnTo>
                      <a:pt x="294" y="684"/>
                    </a:lnTo>
                    <a:lnTo>
                      <a:pt x="282" y="654"/>
                    </a:lnTo>
                    <a:lnTo>
                      <a:pt x="300" y="654"/>
                    </a:lnTo>
                    <a:lnTo>
                      <a:pt x="282" y="636"/>
                    </a:lnTo>
                    <a:close/>
                    <a:moveTo>
                      <a:pt x="276" y="768"/>
                    </a:moveTo>
                    <a:lnTo>
                      <a:pt x="294" y="750"/>
                    </a:lnTo>
                    <a:lnTo>
                      <a:pt x="270" y="732"/>
                    </a:lnTo>
                    <a:lnTo>
                      <a:pt x="276" y="768"/>
                    </a:lnTo>
                    <a:close/>
                    <a:moveTo>
                      <a:pt x="258" y="954"/>
                    </a:moveTo>
                    <a:lnTo>
                      <a:pt x="258" y="924"/>
                    </a:lnTo>
                    <a:lnTo>
                      <a:pt x="240" y="948"/>
                    </a:lnTo>
                    <a:lnTo>
                      <a:pt x="258" y="954"/>
                    </a:lnTo>
                    <a:close/>
                    <a:moveTo>
                      <a:pt x="252" y="858"/>
                    </a:moveTo>
                    <a:lnTo>
                      <a:pt x="270" y="858"/>
                    </a:lnTo>
                    <a:lnTo>
                      <a:pt x="252" y="840"/>
                    </a:lnTo>
                    <a:lnTo>
                      <a:pt x="252" y="858"/>
                    </a:lnTo>
                    <a:close/>
                    <a:moveTo>
                      <a:pt x="126" y="24"/>
                    </a:moveTo>
                    <a:lnTo>
                      <a:pt x="144" y="60"/>
                    </a:lnTo>
                    <a:lnTo>
                      <a:pt x="174" y="24"/>
                    </a:lnTo>
                    <a:lnTo>
                      <a:pt x="162" y="0"/>
                    </a:lnTo>
                    <a:lnTo>
                      <a:pt x="126" y="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4" name="Russia" descr="© INSCALE GmbH, 05.05.2010&#10;http://www.presentationload.com/">
                <a:extLst>
                  <a:ext uri="{FF2B5EF4-FFF2-40B4-BE49-F238E27FC236}">
                    <a16:creationId xmlns:a16="http://schemas.microsoft.com/office/drawing/2014/main" id="{1061A840-752A-8048-A551-8FF0CF2D555D}"/>
                  </a:ext>
                </a:extLst>
              </p:cNvPr>
              <p:cNvSpPr>
                <a:spLocks noEditPoints="1"/>
              </p:cNvSpPr>
              <p:nvPr/>
            </p:nvSpPr>
            <p:spPr bwMode="gray">
              <a:xfrm>
                <a:off x="6270225" y="1534893"/>
                <a:ext cx="3803383" cy="1211362"/>
              </a:xfrm>
              <a:custGeom>
                <a:avLst/>
                <a:gdLst>
                  <a:gd name="T0" fmla="*/ 2147483647 w 9048"/>
                  <a:gd name="T1" fmla="*/ 2147483647 h 2880"/>
                  <a:gd name="T2" fmla="*/ 2147483647 w 9048"/>
                  <a:gd name="T3" fmla="*/ 2147483647 h 2880"/>
                  <a:gd name="T4" fmla="*/ 2147483647 w 9048"/>
                  <a:gd name="T5" fmla="*/ 2147483647 h 2880"/>
                  <a:gd name="T6" fmla="*/ 2147483647 w 9048"/>
                  <a:gd name="T7" fmla="*/ 2147483647 h 2880"/>
                  <a:gd name="T8" fmla="*/ 2147483647 w 9048"/>
                  <a:gd name="T9" fmla="*/ 2147483647 h 2880"/>
                  <a:gd name="T10" fmla="*/ 2147483647 w 9048"/>
                  <a:gd name="T11" fmla="*/ 2147483647 h 2880"/>
                  <a:gd name="T12" fmla="*/ 2147483647 w 9048"/>
                  <a:gd name="T13" fmla="*/ 2147483647 h 2880"/>
                  <a:gd name="T14" fmla="*/ 2147483647 w 9048"/>
                  <a:gd name="T15" fmla="*/ 2147483647 h 2880"/>
                  <a:gd name="T16" fmla="*/ 2147483647 w 9048"/>
                  <a:gd name="T17" fmla="*/ 2147483647 h 2880"/>
                  <a:gd name="T18" fmla="*/ 2147483647 w 9048"/>
                  <a:gd name="T19" fmla="*/ 2147483647 h 2880"/>
                  <a:gd name="T20" fmla="*/ 2147483647 w 9048"/>
                  <a:gd name="T21" fmla="*/ 2147483647 h 2880"/>
                  <a:gd name="T22" fmla="*/ 2147483647 w 9048"/>
                  <a:gd name="T23" fmla="*/ 2147483647 h 2880"/>
                  <a:gd name="T24" fmla="*/ 2147483647 w 9048"/>
                  <a:gd name="T25" fmla="*/ 2147483647 h 2880"/>
                  <a:gd name="T26" fmla="*/ 2147483647 w 9048"/>
                  <a:gd name="T27" fmla="*/ 2147483647 h 2880"/>
                  <a:gd name="T28" fmla="*/ 2147483647 w 9048"/>
                  <a:gd name="T29" fmla="*/ 2147483647 h 2880"/>
                  <a:gd name="T30" fmla="*/ 2147483647 w 9048"/>
                  <a:gd name="T31" fmla="*/ 2147483647 h 2880"/>
                  <a:gd name="T32" fmla="*/ 2147483647 w 9048"/>
                  <a:gd name="T33" fmla="*/ 2147483647 h 2880"/>
                  <a:gd name="T34" fmla="*/ 2147483647 w 9048"/>
                  <a:gd name="T35" fmla="*/ 2147483647 h 2880"/>
                  <a:gd name="T36" fmla="*/ 2147483647 w 9048"/>
                  <a:gd name="T37" fmla="*/ 2147483647 h 2880"/>
                  <a:gd name="T38" fmla="*/ 2147483647 w 9048"/>
                  <a:gd name="T39" fmla="*/ 2147483647 h 2880"/>
                  <a:gd name="T40" fmla="*/ 2147483647 w 9048"/>
                  <a:gd name="T41" fmla="*/ 2147483647 h 2880"/>
                  <a:gd name="T42" fmla="*/ 2147483647 w 9048"/>
                  <a:gd name="T43" fmla="*/ 2147483647 h 2880"/>
                  <a:gd name="T44" fmla="*/ 2147483647 w 9048"/>
                  <a:gd name="T45" fmla="*/ 2147483647 h 2880"/>
                  <a:gd name="T46" fmla="*/ 2147483647 w 9048"/>
                  <a:gd name="T47" fmla="*/ 2147483647 h 2880"/>
                  <a:gd name="T48" fmla="*/ 2147483647 w 9048"/>
                  <a:gd name="T49" fmla="*/ 2147483647 h 2880"/>
                  <a:gd name="T50" fmla="*/ 2147483647 w 9048"/>
                  <a:gd name="T51" fmla="*/ 2147483647 h 2880"/>
                  <a:gd name="T52" fmla="*/ 2147483647 w 9048"/>
                  <a:gd name="T53" fmla="*/ 2147483647 h 2880"/>
                  <a:gd name="T54" fmla="*/ 2147483647 w 9048"/>
                  <a:gd name="T55" fmla="*/ 2147483647 h 2880"/>
                  <a:gd name="T56" fmla="*/ 2147483647 w 9048"/>
                  <a:gd name="T57" fmla="*/ 2147483647 h 2880"/>
                  <a:gd name="T58" fmla="*/ 2147483647 w 9048"/>
                  <a:gd name="T59" fmla="*/ 2147483647 h 2880"/>
                  <a:gd name="T60" fmla="*/ 2147483647 w 9048"/>
                  <a:gd name="T61" fmla="*/ 2147483647 h 2880"/>
                  <a:gd name="T62" fmla="*/ 2147483647 w 9048"/>
                  <a:gd name="T63" fmla="*/ 2147483647 h 2880"/>
                  <a:gd name="T64" fmla="*/ 2147483647 w 9048"/>
                  <a:gd name="T65" fmla="*/ 2147483647 h 2880"/>
                  <a:gd name="T66" fmla="*/ 2147483647 w 9048"/>
                  <a:gd name="T67" fmla="*/ 2147483647 h 2880"/>
                  <a:gd name="T68" fmla="*/ 2147483647 w 9048"/>
                  <a:gd name="T69" fmla="*/ 2147483647 h 2880"/>
                  <a:gd name="T70" fmla="*/ 2147483647 w 9048"/>
                  <a:gd name="T71" fmla="*/ 2147483647 h 2880"/>
                  <a:gd name="T72" fmla="*/ 2147483647 w 9048"/>
                  <a:gd name="T73" fmla="*/ 2147483647 h 2880"/>
                  <a:gd name="T74" fmla="*/ 2147483647 w 9048"/>
                  <a:gd name="T75" fmla="*/ 2147483647 h 2880"/>
                  <a:gd name="T76" fmla="*/ 2147483647 w 9048"/>
                  <a:gd name="T77" fmla="*/ 2147483647 h 2880"/>
                  <a:gd name="T78" fmla="*/ 2147483647 w 9048"/>
                  <a:gd name="T79" fmla="*/ 2147483647 h 2880"/>
                  <a:gd name="T80" fmla="*/ 2147483647 w 9048"/>
                  <a:gd name="T81" fmla="*/ 2147483647 h 2880"/>
                  <a:gd name="T82" fmla="*/ 2147483647 w 9048"/>
                  <a:gd name="T83" fmla="*/ 2147483647 h 2880"/>
                  <a:gd name="T84" fmla="*/ 2147483647 w 9048"/>
                  <a:gd name="T85" fmla="*/ 2147483647 h 2880"/>
                  <a:gd name="T86" fmla="*/ 2147483647 w 9048"/>
                  <a:gd name="T87" fmla="*/ 2147483647 h 2880"/>
                  <a:gd name="T88" fmla="*/ 2147483647 w 9048"/>
                  <a:gd name="T89" fmla="*/ 2147483647 h 2880"/>
                  <a:gd name="T90" fmla="*/ 2147483647 w 9048"/>
                  <a:gd name="T91" fmla="*/ 2147483647 h 2880"/>
                  <a:gd name="T92" fmla="*/ 2147483647 w 9048"/>
                  <a:gd name="T93" fmla="*/ 2147483647 h 2880"/>
                  <a:gd name="T94" fmla="*/ 2147483647 w 9048"/>
                  <a:gd name="T95" fmla="*/ 2147483647 h 2880"/>
                  <a:gd name="T96" fmla="*/ 2147483647 w 9048"/>
                  <a:gd name="T97" fmla="*/ 2147483647 h 2880"/>
                  <a:gd name="T98" fmla="*/ 2147483647 w 9048"/>
                  <a:gd name="T99" fmla="*/ 2147483647 h 2880"/>
                  <a:gd name="T100" fmla="*/ 2147483647 w 9048"/>
                  <a:gd name="T101" fmla="*/ 2147483647 h 2880"/>
                  <a:gd name="T102" fmla="*/ 2147483647 w 9048"/>
                  <a:gd name="T103" fmla="*/ 2147483647 h 2880"/>
                  <a:gd name="T104" fmla="*/ 2147483647 w 9048"/>
                  <a:gd name="T105" fmla="*/ 2147483647 h 2880"/>
                  <a:gd name="T106" fmla="*/ 2147483647 w 9048"/>
                  <a:gd name="T107" fmla="*/ 2147483647 h 2880"/>
                  <a:gd name="T108" fmla="*/ 2147483647 w 9048"/>
                  <a:gd name="T109" fmla="*/ 2147483647 h 2880"/>
                  <a:gd name="T110" fmla="*/ 2147483647 w 9048"/>
                  <a:gd name="T111" fmla="*/ 2147483647 h 2880"/>
                  <a:gd name="T112" fmla="*/ 2147483647 w 9048"/>
                  <a:gd name="T113" fmla="*/ 2147483647 h 2880"/>
                  <a:gd name="T114" fmla="*/ 2147483647 w 9048"/>
                  <a:gd name="T115" fmla="*/ 2147483647 h 2880"/>
                  <a:gd name="T116" fmla="*/ 2147483647 w 9048"/>
                  <a:gd name="T117" fmla="*/ 2147483647 h 2880"/>
                  <a:gd name="T118" fmla="*/ 2147483647 w 9048"/>
                  <a:gd name="T119" fmla="*/ 2147483647 h 2880"/>
                  <a:gd name="T120" fmla="*/ 2147483647 w 9048"/>
                  <a:gd name="T121" fmla="*/ 2147483647 h 2880"/>
                  <a:gd name="T122" fmla="*/ 2147483647 w 9048"/>
                  <a:gd name="T123" fmla="*/ 2147483647 h 2880"/>
                  <a:gd name="T124" fmla="*/ 2147483647 w 9048"/>
                  <a:gd name="T125" fmla="*/ 2147483647 h 28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048"/>
                  <a:gd name="T190" fmla="*/ 0 h 2880"/>
                  <a:gd name="T191" fmla="*/ 9048 w 9048"/>
                  <a:gd name="T192" fmla="*/ 2880 h 288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048" h="2880">
                    <a:moveTo>
                      <a:pt x="2790" y="546"/>
                    </a:moveTo>
                    <a:lnTo>
                      <a:pt x="2760" y="540"/>
                    </a:lnTo>
                    <a:lnTo>
                      <a:pt x="2736" y="558"/>
                    </a:lnTo>
                    <a:lnTo>
                      <a:pt x="2778" y="570"/>
                    </a:lnTo>
                    <a:lnTo>
                      <a:pt x="2790" y="546"/>
                    </a:lnTo>
                    <a:close/>
                    <a:moveTo>
                      <a:pt x="2832" y="522"/>
                    </a:moveTo>
                    <a:lnTo>
                      <a:pt x="2820" y="516"/>
                    </a:lnTo>
                    <a:lnTo>
                      <a:pt x="2814" y="510"/>
                    </a:lnTo>
                    <a:lnTo>
                      <a:pt x="2808" y="510"/>
                    </a:lnTo>
                    <a:lnTo>
                      <a:pt x="2808" y="528"/>
                    </a:lnTo>
                    <a:lnTo>
                      <a:pt x="2820" y="534"/>
                    </a:lnTo>
                    <a:lnTo>
                      <a:pt x="2832" y="534"/>
                    </a:lnTo>
                    <a:lnTo>
                      <a:pt x="2844" y="540"/>
                    </a:lnTo>
                    <a:lnTo>
                      <a:pt x="2850" y="540"/>
                    </a:lnTo>
                    <a:lnTo>
                      <a:pt x="2850" y="534"/>
                    </a:lnTo>
                    <a:lnTo>
                      <a:pt x="2844" y="528"/>
                    </a:lnTo>
                    <a:lnTo>
                      <a:pt x="2832" y="522"/>
                    </a:lnTo>
                    <a:close/>
                    <a:moveTo>
                      <a:pt x="1704" y="18"/>
                    </a:moveTo>
                    <a:lnTo>
                      <a:pt x="1710" y="18"/>
                    </a:lnTo>
                    <a:lnTo>
                      <a:pt x="1716" y="12"/>
                    </a:lnTo>
                    <a:lnTo>
                      <a:pt x="1728" y="6"/>
                    </a:lnTo>
                    <a:lnTo>
                      <a:pt x="1734" y="0"/>
                    </a:lnTo>
                    <a:lnTo>
                      <a:pt x="1644" y="0"/>
                    </a:lnTo>
                    <a:lnTo>
                      <a:pt x="1638" y="12"/>
                    </a:lnTo>
                    <a:lnTo>
                      <a:pt x="1680" y="12"/>
                    </a:lnTo>
                    <a:lnTo>
                      <a:pt x="1686" y="18"/>
                    </a:lnTo>
                    <a:lnTo>
                      <a:pt x="1704" y="18"/>
                    </a:lnTo>
                    <a:close/>
                    <a:moveTo>
                      <a:pt x="1740" y="60"/>
                    </a:moveTo>
                    <a:lnTo>
                      <a:pt x="1746" y="60"/>
                    </a:lnTo>
                    <a:lnTo>
                      <a:pt x="1758" y="48"/>
                    </a:lnTo>
                    <a:lnTo>
                      <a:pt x="1764" y="48"/>
                    </a:lnTo>
                    <a:lnTo>
                      <a:pt x="1770" y="54"/>
                    </a:lnTo>
                    <a:lnTo>
                      <a:pt x="1782" y="54"/>
                    </a:lnTo>
                    <a:lnTo>
                      <a:pt x="1788" y="60"/>
                    </a:lnTo>
                    <a:lnTo>
                      <a:pt x="1800" y="60"/>
                    </a:lnTo>
                    <a:lnTo>
                      <a:pt x="1812" y="48"/>
                    </a:lnTo>
                    <a:lnTo>
                      <a:pt x="1812" y="36"/>
                    </a:lnTo>
                    <a:lnTo>
                      <a:pt x="1806" y="30"/>
                    </a:lnTo>
                    <a:lnTo>
                      <a:pt x="1794" y="24"/>
                    </a:lnTo>
                    <a:lnTo>
                      <a:pt x="1758" y="24"/>
                    </a:lnTo>
                    <a:lnTo>
                      <a:pt x="1710" y="48"/>
                    </a:lnTo>
                    <a:lnTo>
                      <a:pt x="1716" y="54"/>
                    </a:lnTo>
                    <a:lnTo>
                      <a:pt x="1728" y="60"/>
                    </a:lnTo>
                    <a:lnTo>
                      <a:pt x="1740" y="60"/>
                    </a:lnTo>
                    <a:close/>
                    <a:moveTo>
                      <a:pt x="2382" y="510"/>
                    </a:moveTo>
                    <a:lnTo>
                      <a:pt x="2400" y="504"/>
                    </a:lnTo>
                    <a:lnTo>
                      <a:pt x="2412" y="498"/>
                    </a:lnTo>
                    <a:lnTo>
                      <a:pt x="2412" y="486"/>
                    </a:lnTo>
                    <a:lnTo>
                      <a:pt x="2406" y="486"/>
                    </a:lnTo>
                    <a:lnTo>
                      <a:pt x="2400" y="480"/>
                    </a:lnTo>
                    <a:lnTo>
                      <a:pt x="2346" y="480"/>
                    </a:lnTo>
                    <a:lnTo>
                      <a:pt x="2346" y="492"/>
                    </a:lnTo>
                    <a:lnTo>
                      <a:pt x="2358" y="504"/>
                    </a:lnTo>
                    <a:lnTo>
                      <a:pt x="2370" y="510"/>
                    </a:lnTo>
                    <a:lnTo>
                      <a:pt x="2382" y="510"/>
                    </a:lnTo>
                    <a:close/>
                    <a:moveTo>
                      <a:pt x="1590" y="30"/>
                    </a:moveTo>
                    <a:lnTo>
                      <a:pt x="1548" y="24"/>
                    </a:lnTo>
                    <a:lnTo>
                      <a:pt x="1554" y="36"/>
                    </a:lnTo>
                    <a:lnTo>
                      <a:pt x="1590" y="30"/>
                    </a:lnTo>
                    <a:close/>
                    <a:moveTo>
                      <a:pt x="1890" y="696"/>
                    </a:moveTo>
                    <a:lnTo>
                      <a:pt x="1896" y="708"/>
                    </a:lnTo>
                    <a:lnTo>
                      <a:pt x="1920" y="720"/>
                    </a:lnTo>
                    <a:lnTo>
                      <a:pt x="1950" y="738"/>
                    </a:lnTo>
                    <a:lnTo>
                      <a:pt x="1974" y="744"/>
                    </a:lnTo>
                    <a:lnTo>
                      <a:pt x="1992" y="738"/>
                    </a:lnTo>
                    <a:lnTo>
                      <a:pt x="1980" y="720"/>
                    </a:lnTo>
                    <a:lnTo>
                      <a:pt x="1950" y="702"/>
                    </a:lnTo>
                    <a:lnTo>
                      <a:pt x="1914" y="696"/>
                    </a:lnTo>
                    <a:lnTo>
                      <a:pt x="1890" y="696"/>
                    </a:lnTo>
                    <a:close/>
                    <a:moveTo>
                      <a:pt x="3108" y="126"/>
                    </a:moveTo>
                    <a:lnTo>
                      <a:pt x="3120" y="108"/>
                    </a:lnTo>
                    <a:lnTo>
                      <a:pt x="3030" y="108"/>
                    </a:lnTo>
                    <a:lnTo>
                      <a:pt x="3108" y="126"/>
                    </a:lnTo>
                    <a:close/>
                    <a:moveTo>
                      <a:pt x="1560" y="102"/>
                    </a:moveTo>
                    <a:lnTo>
                      <a:pt x="1632" y="102"/>
                    </a:lnTo>
                    <a:lnTo>
                      <a:pt x="1608" y="84"/>
                    </a:lnTo>
                    <a:lnTo>
                      <a:pt x="1560" y="102"/>
                    </a:lnTo>
                    <a:close/>
                    <a:moveTo>
                      <a:pt x="1572" y="60"/>
                    </a:moveTo>
                    <a:lnTo>
                      <a:pt x="1584" y="66"/>
                    </a:lnTo>
                    <a:lnTo>
                      <a:pt x="1596" y="78"/>
                    </a:lnTo>
                    <a:lnTo>
                      <a:pt x="1620" y="66"/>
                    </a:lnTo>
                    <a:lnTo>
                      <a:pt x="1620" y="72"/>
                    </a:lnTo>
                    <a:lnTo>
                      <a:pt x="1644" y="72"/>
                    </a:lnTo>
                    <a:lnTo>
                      <a:pt x="1668" y="60"/>
                    </a:lnTo>
                    <a:lnTo>
                      <a:pt x="1674" y="54"/>
                    </a:lnTo>
                    <a:lnTo>
                      <a:pt x="1680" y="54"/>
                    </a:lnTo>
                    <a:lnTo>
                      <a:pt x="1626" y="48"/>
                    </a:lnTo>
                    <a:lnTo>
                      <a:pt x="1614" y="54"/>
                    </a:lnTo>
                    <a:lnTo>
                      <a:pt x="1608" y="54"/>
                    </a:lnTo>
                    <a:lnTo>
                      <a:pt x="1602" y="48"/>
                    </a:lnTo>
                    <a:lnTo>
                      <a:pt x="1584" y="48"/>
                    </a:lnTo>
                    <a:lnTo>
                      <a:pt x="1572" y="60"/>
                    </a:lnTo>
                    <a:close/>
                    <a:moveTo>
                      <a:pt x="1662" y="36"/>
                    </a:moveTo>
                    <a:lnTo>
                      <a:pt x="1602" y="36"/>
                    </a:lnTo>
                    <a:lnTo>
                      <a:pt x="1650" y="48"/>
                    </a:lnTo>
                    <a:lnTo>
                      <a:pt x="1662" y="36"/>
                    </a:lnTo>
                    <a:close/>
                    <a:moveTo>
                      <a:pt x="1542" y="522"/>
                    </a:moveTo>
                    <a:lnTo>
                      <a:pt x="1500" y="528"/>
                    </a:lnTo>
                    <a:lnTo>
                      <a:pt x="1512" y="552"/>
                    </a:lnTo>
                    <a:lnTo>
                      <a:pt x="1542" y="534"/>
                    </a:lnTo>
                    <a:lnTo>
                      <a:pt x="1524" y="558"/>
                    </a:lnTo>
                    <a:lnTo>
                      <a:pt x="1518" y="558"/>
                    </a:lnTo>
                    <a:lnTo>
                      <a:pt x="1512" y="564"/>
                    </a:lnTo>
                    <a:lnTo>
                      <a:pt x="1506" y="564"/>
                    </a:lnTo>
                    <a:lnTo>
                      <a:pt x="1494" y="570"/>
                    </a:lnTo>
                    <a:lnTo>
                      <a:pt x="1488" y="576"/>
                    </a:lnTo>
                    <a:lnTo>
                      <a:pt x="1488" y="582"/>
                    </a:lnTo>
                    <a:lnTo>
                      <a:pt x="1500" y="594"/>
                    </a:lnTo>
                    <a:lnTo>
                      <a:pt x="1524" y="606"/>
                    </a:lnTo>
                    <a:lnTo>
                      <a:pt x="1566" y="606"/>
                    </a:lnTo>
                    <a:lnTo>
                      <a:pt x="1590" y="612"/>
                    </a:lnTo>
                    <a:lnTo>
                      <a:pt x="1608" y="618"/>
                    </a:lnTo>
                    <a:lnTo>
                      <a:pt x="1614" y="624"/>
                    </a:lnTo>
                    <a:lnTo>
                      <a:pt x="1620" y="636"/>
                    </a:lnTo>
                    <a:lnTo>
                      <a:pt x="1620" y="648"/>
                    </a:lnTo>
                    <a:lnTo>
                      <a:pt x="1626" y="654"/>
                    </a:lnTo>
                    <a:lnTo>
                      <a:pt x="1626" y="660"/>
                    </a:lnTo>
                    <a:lnTo>
                      <a:pt x="1644" y="660"/>
                    </a:lnTo>
                    <a:lnTo>
                      <a:pt x="1662" y="666"/>
                    </a:lnTo>
                    <a:lnTo>
                      <a:pt x="1674" y="666"/>
                    </a:lnTo>
                    <a:lnTo>
                      <a:pt x="1692" y="672"/>
                    </a:lnTo>
                    <a:lnTo>
                      <a:pt x="1704" y="672"/>
                    </a:lnTo>
                    <a:lnTo>
                      <a:pt x="1818" y="666"/>
                    </a:lnTo>
                    <a:lnTo>
                      <a:pt x="1806" y="666"/>
                    </a:lnTo>
                    <a:lnTo>
                      <a:pt x="1734" y="642"/>
                    </a:lnTo>
                    <a:lnTo>
                      <a:pt x="1704" y="618"/>
                    </a:lnTo>
                    <a:lnTo>
                      <a:pt x="1692" y="600"/>
                    </a:lnTo>
                    <a:lnTo>
                      <a:pt x="1686" y="588"/>
                    </a:lnTo>
                    <a:lnTo>
                      <a:pt x="1674" y="582"/>
                    </a:lnTo>
                    <a:lnTo>
                      <a:pt x="1674" y="570"/>
                    </a:lnTo>
                    <a:lnTo>
                      <a:pt x="1668" y="564"/>
                    </a:lnTo>
                    <a:lnTo>
                      <a:pt x="1692" y="516"/>
                    </a:lnTo>
                    <a:lnTo>
                      <a:pt x="1686" y="510"/>
                    </a:lnTo>
                    <a:lnTo>
                      <a:pt x="1686" y="504"/>
                    </a:lnTo>
                    <a:lnTo>
                      <a:pt x="1674" y="504"/>
                    </a:lnTo>
                    <a:lnTo>
                      <a:pt x="1710" y="498"/>
                    </a:lnTo>
                    <a:lnTo>
                      <a:pt x="1698" y="480"/>
                    </a:lnTo>
                    <a:lnTo>
                      <a:pt x="1734" y="480"/>
                    </a:lnTo>
                    <a:lnTo>
                      <a:pt x="1710" y="468"/>
                    </a:lnTo>
                    <a:lnTo>
                      <a:pt x="1734" y="474"/>
                    </a:lnTo>
                    <a:lnTo>
                      <a:pt x="1740" y="462"/>
                    </a:lnTo>
                    <a:lnTo>
                      <a:pt x="1722" y="450"/>
                    </a:lnTo>
                    <a:lnTo>
                      <a:pt x="1764" y="450"/>
                    </a:lnTo>
                    <a:lnTo>
                      <a:pt x="1770" y="444"/>
                    </a:lnTo>
                    <a:lnTo>
                      <a:pt x="1752" y="426"/>
                    </a:lnTo>
                    <a:lnTo>
                      <a:pt x="1782" y="432"/>
                    </a:lnTo>
                    <a:lnTo>
                      <a:pt x="1782" y="402"/>
                    </a:lnTo>
                    <a:lnTo>
                      <a:pt x="1788" y="408"/>
                    </a:lnTo>
                    <a:lnTo>
                      <a:pt x="1800" y="414"/>
                    </a:lnTo>
                    <a:lnTo>
                      <a:pt x="1812" y="414"/>
                    </a:lnTo>
                    <a:lnTo>
                      <a:pt x="1830" y="408"/>
                    </a:lnTo>
                    <a:lnTo>
                      <a:pt x="1842" y="402"/>
                    </a:lnTo>
                    <a:lnTo>
                      <a:pt x="1860" y="390"/>
                    </a:lnTo>
                    <a:lnTo>
                      <a:pt x="1878" y="372"/>
                    </a:lnTo>
                    <a:lnTo>
                      <a:pt x="1896" y="372"/>
                    </a:lnTo>
                    <a:lnTo>
                      <a:pt x="1938" y="366"/>
                    </a:lnTo>
                    <a:lnTo>
                      <a:pt x="1992" y="354"/>
                    </a:lnTo>
                    <a:lnTo>
                      <a:pt x="2046" y="348"/>
                    </a:lnTo>
                    <a:lnTo>
                      <a:pt x="2094" y="336"/>
                    </a:lnTo>
                    <a:lnTo>
                      <a:pt x="2124" y="330"/>
                    </a:lnTo>
                    <a:lnTo>
                      <a:pt x="2136" y="324"/>
                    </a:lnTo>
                    <a:lnTo>
                      <a:pt x="2154" y="318"/>
                    </a:lnTo>
                    <a:lnTo>
                      <a:pt x="2160" y="312"/>
                    </a:lnTo>
                    <a:lnTo>
                      <a:pt x="2166" y="300"/>
                    </a:lnTo>
                    <a:lnTo>
                      <a:pt x="2166" y="294"/>
                    </a:lnTo>
                    <a:lnTo>
                      <a:pt x="2154" y="282"/>
                    </a:lnTo>
                    <a:lnTo>
                      <a:pt x="2136" y="276"/>
                    </a:lnTo>
                    <a:lnTo>
                      <a:pt x="2088" y="270"/>
                    </a:lnTo>
                    <a:lnTo>
                      <a:pt x="2046" y="276"/>
                    </a:lnTo>
                    <a:lnTo>
                      <a:pt x="2016" y="288"/>
                    </a:lnTo>
                    <a:lnTo>
                      <a:pt x="1980" y="300"/>
                    </a:lnTo>
                    <a:lnTo>
                      <a:pt x="1938" y="318"/>
                    </a:lnTo>
                    <a:lnTo>
                      <a:pt x="1860" y="318"/>
                    </a:lnTo>
                    <a:lnTo>
                      <a:pt x="1842" y="312"/>
                    </a:lnTo>
                    <a:lnTo>
                      <a:pt x="1824" y="312"/>
                    </a:lnTo>
                    <a:lnTo>
                      <a:pt x="1806" y="336"/>
                    </a:lnTo>
                    <a:lnTo>
                      <a:pt x="1782" y="318"/>
                    </a:lnTo>
                    <a:lnTo>
                      <a:pt x="1728" y="342"/>
                    </a:lnTo>
                    <a:lnTo>
                      <a:pt x="1698" y="342"/>
                    </a:lnTo>
                    <a:lnTo>
                      <a:pt x="1668" y="366"/>
                    </a:lnTo>
                    <a:lnTo>
                      <a:pt x="1692" y="372"/>
                    </a:lnTo>
                    <a:lnTo>
                      <a:pt x="1644" y="372"/>
                    </a:lnTo>
                    <a:lnTo>
                      <a:pt x="1614" y="378"/>
                    </a:lnTo>
                    <a:lnTo>
                      <a:pt x="1614" y="396"/>
                    </a:lnTo>
                    <a:lnTo>
                      <a:pt x="1638" y="378"/>
                    </a:lnTo>
                    <a:lnTo>
                      <a:pt x="1644" y="396"/>
                    </a:lnTo>
                    <a:lnTo>
                      <a:pt x="1668" y="396"/>
                    </a:lnTo>
                    <a:lnTo>
                      <a:pt x="1662" y="408"/>
                    </a:lnTo>
                    <a:lnTo>
                      <a:pt x="1620" y="408"/>
                    </a:lnTo>
                    <a:lnTo>
                      <a:pt x="1614" y="420"/>
                    </a:lnTo>
                    <a:lnTo>
                      <a:pt x="1644" y="426"/>
                    </a:lnTo>
                    <a:lnTo>
                      <a:pt x="1596" y="432"/>
                    </a:lnTo>
                    <a:lnTo>
                      <a:pt x="1632" y="438"/>
                    </a:lnTo>
                    <a:lnTo>
                      <a:pt x="1584" y="444"/>
                    </a:lnTo>
                    <a:lnTo>
                      <a:pt x="1584" y="462"/>
                    </a:lnTo>
                    <a:lnTo>
                      <a:pt x="1554" y="474"/>
                    </a:lnTo>
                    <a:lnTo>
                      <a:pt x="1560" y="486"/>
                    </a:lnTo>
                    <a:lnTo>
                      <a:pt x="1602" y="468"/>
                    </a:lnTo>
                    <a:lnTo>
                      <a:pt x="1590" y="498"/>
                    </a:lnTo>
                    <a:lnTo>
                      <a:pt x="1554" y="498"/>
                    </a:lnTo>
                    <a:lnTo>
                      <a:pt x="1542" y="504"/>
                    </a:lnTo>
                    <a:lnTo>
                      <a:pt x="1542" y="522"/>
                    </a:lnTo>
                    <a:close/>
                    <a:moveTo>
                      <a:pt x="5778" y="498"/>
                    </a:moveTo>
                    <a:lnTo>
                      <a:pt x="5850" y="486"/>
                    </a:lnTo>
                    <a:lnTo>
                      <a:pt x="5958" y="504"/>
                    </a:lnTo>
                    <a:lnTo>
                      <a:pt x="5952" y="492"/>
                    </a:lnTo>
                    <a:lnTo>
                      <a:pt x="5940" y="486"/>
                    </a:lnTo>
                    <a:lnTo>
                      <a:pt x="5928" y="474"/>
                    </a:lnTo>
                    <a:lnTo>
                      <a:pt x="5904" y="462"/>
                    </a:lnTo>
                    <a:lnTo>
                      <a:pt x="5844" y="462"/>
                    </a:lnTo>
                    <a:lnTo>
                      <a:pt x="5808" y="468"/>
                    </a:lnTo>
                    <a:lnTo>
                      <a:pt x="5796" y="468"/>
                    </a:lnTo>
                    <a:lnTo>
                      <a:pt x="5778" y="498"/>
                    </a:lnTo>
                    <a:close/>
                    <a:moveTo>
                      <a:pt x="5784" y="378"/>
                    </a:moveTo>
                    <a:lnTo>
                      <a:pt x="5838" y="384"/>
                    </a:lnTo>
                    <a:lnTo>
                      <a:pt x="5844" y="378"/>
                    </a:lnTo>
                    <a:lnTo>
                      <a:pt x="5850" y="366"/>
                    </a:lnTo>
                    <a:lnTo>
                      <a:pt x="5838" y="354"/>
                    </a:lnTo>
                    <a:lnTo>
                      <a:pt x="5802" y="354"/>
                    </a:lnTo>
                    <a:lnTo>
                      <a:pt x="5742" y="342"/>
                    </a:lnTo>
                    <a:lnTo>
                      <a:pt x="5724" y="342"/>
                    </a:lnTo>
                    <a:lnTo>
                      <a:pt x="5718" y="348"/>
                    </a:lnTo>
                    <a:lnTo>
                      <a:pt x="5730" y="354"/>
                    </a:lnTo>
                    <a:lnTo>
                      <a:pt x="5742" y="366"/>
                    </a:lnTo>
                    <a:lnTo>
                      <a:pt x="5754" y="372"/>
                    </a:lnTo>
                    <a:lnTo>
                      <a:pt x="5772" y="372"/>
                    </a:lnTo>
                    <a:lnTo>
                      <a:pt x="5778" y="378"/>
                    </a:lnTo>
                    <a:lnTo>
                      <a:pt x="5784" y="378"/>
                    </a:lnTo>
                    <a:close/>
                    <a:moveTo>
                      <a:pt x="5724" y="432"/>
                    </a:moveTo>
                    <a:lnTo>
                      <a:pt x="5712" y="444"/>
                    </a:lnTo>
                    <a:lnTo>
                      <a:pt x="5712" y="456"/>
                    </a:lnTo>
                    <a:lnTo>
                      <a:pt x="5724" y="462"/>
                    </a:lnTo>
                    <a:lnTo>
                      <a:pt x="5772" y="462"/>
                    </a:lnTo>
                    <a:lnTo>
                      <a:pt x="5778" y="456"/>
                    </a:lnTo>
                    <a:lnTo>
                      <a:pt x="5778" y="450"/>
                    </a:lnTo>
                    <a:lnTo>
                      <a:pt x="5766" y="438"/>
                    </a:lnTo>
                    <a:lnTo>
                      <a:pt x="5742" y="426"/>
                    </a:lnTo>
                    <a:lnTo>
                      <a:pt x="5730" y="426"/>
                    </a:lnTo>
                    <a:lnTo>
                      <a:pt x="5724" y="432"/>
                    </a:lnTo>
                    <a:close/>
                    <a:moveTo>
                      <a:pt x="3072" y="96"/>
                    </a:moveTo>
                    <a:lnTo>
                      <a:pt x="3192" y="96"/>
                    </a:lnTo>
                    <a:lnTo>
                      <a:pt x="3204" y="90"/>
                    </a:lnTo>
                    <a:lnTo>
                      <a:pt x="3228" y="90"/>
                    </a:lnTo>
                    <a:lnTo>
                      <a:pt x="3240" y="84"/>
                    </a:lnTo>
                    <a:lnTo>
                      <a:pt x="3240" y="72"/>
                    </a:lnTo>
                    <a:lnTo>
                      <a:pt x="3222" y="60"/>
                    </a:lnTo>
                    <a:lnTo>
                      <a:pt x="3192" y="42"/>
                    </a:lnTo>
                    <a:lnTo>
                      <a:pt x="3156" y="30"/>
                    </a:lnTo>
                    <a:lnTo>
                      <a:pt x="3132" y="24"/>
                    </a:lnTo>
                    <a:lnTo>
                      <a:pt x="3120" y="18"/>
                    </a:lnTo>
                    <a:lnTo>
                      <a:pt x="3108" y="18"/>
                    </a:lnTo>
                    <a:lnTo>
                      <a:pt x="3096" y="12"/>
                    </a:lnTo>
                    <a:lnTo>
                      <a:pt x="3060" y="12"/>
                    </a:lnTo>
                    <a:lnTo>
                      <a:pt x="3048" y="18"/>
                    </a:lnTo>
                    <a:lnTo>
                      <a:pt x="3036" y="18"/>
                    </a:lnTo>
                    <a:lnTo>
                      <a:pt x="3030" y="30"/>
                    </a:lnTo>
                    <a:lnTo>
                      <a:pt x="3030" y="42"/>
                    </a:lnTo>
                    <a:lnTo>
                      <a:pt x="3036" y="54"/>
                    </a:lnTo>
                    <a:lnTo>
                      <a:pt x="3048" y="66"/>
                    </a:lnTo>
                    <a:lnTo>
                      <a:pt x="3054" y="78"/>
                    </a:lnTo>
                    <a:lnTo>
                      <a:pt x="3072" y="96"/>
                    </a:lnTo>
                    <a:close/>
                    <a:moveTo>
                      <a:pt x="6138" y="408"/>
                    </a:moveTo>
                    <a:lnTo>
                      <a:pt x="6144" y="402"/>
                    </a:lnTo>
                    <a:lnTo>
                      <a:pt x="6132" y="396"/>
                    </a:lnTo>
                    <a:lnTo>
                      <a:pt x="6102" y="390"/>
                    </a:lnTo>
                    <a:lnTo>
                      <a:pt x="6036" y="390"/>
                    </a:lnTo>
                    <a:lnTo>
                      <a:pt x="6012" y="366"/>
                    </a:lnTo>
                    <a:lnTo>
                      <a:pt x="6000" y="360"/>
                    </a:lnTo>
                    <a:lnTo>
                      <a:pt x="5970" y="360"/>
                    </a:lnTo>
                    <a:lnTo>
                      <a:pt x="5958" y="366"/>
                    </a:lnTo>
                    <a:lnTo>
                      <a:pt x="5910" y="366"/>
                    </a:lnTo>
                    <a:lnTo>
                      <a:pt x="5946" y="390"/>
                    </a:lnTo>
                    <a:lnTo>
                      <a:pt x="5964" y="396"/>
                    </a:lnTo>
                    <a:lnTo>
                      <a:pt x="6000" y="402"/>
                    </a:lnTo>
                    <a:lnTo>
                      <a:pt x="6054" y="414"/>
                    </a:lnTo>
                    <a:lnTo>
                      <a:pt x="6102" y="414"/>
                    </a:lnTo>
                    <a:lnTo>
                      <a:pt x="6138" y="408"/>
                    </a:lnTo>
                    <a:close/>
                    <a:moveTo>
                      <a:pt x="7602" y="744"/>
                    </a:moveTo>
                    <a:lnTo>
                      <a:pt x="7596" y="732"/>
                    </a:lnTo>
                    <a:lnTo>
                      <a:pt x="7572" y="726"/>
                    </a:lnTo>
                    <a:lnTo>
                      <a:pt x="7512" y="714"/>
                    </a:lnTo>
                    <a:lnTo>
                      <a:pt x="7500" y="714"/>
                    </a:lnTo>
                    <a:lnTo>
                      <a:pt x="7512" y="726"/>
                    </a:lnTo>
                    <a:lnTo>
                      <a:pt x="7548" y="738"/>
                    </a:lnTo>
                    <a:lnTo>
                      <a:pt x="7584" y="744"/>
                    </a:lnTo>
                    <a:lnTo>
                      <a:pt x="7602" y="744"/>
                    </a:lnTo>
                    <a:close/>
                    <a:moveTo>
                      <a:pt x="3162" y="120"/>
                    </a:moveTo>
                    <a:lnTo>
                      <a:pt x="3216" y="138"/>
                    </a:lnTo>
                    <a:lnTo>
                      <a:pt x="3246" y="144"/>
                    </a:lnTo>
                    <a:lnTo>
                      <a:pt x="3264" y="144"/>
                    </a:lnTo>
                    <a:lnTo>
                      <a:pt x="3312" y="138"/>
                    </a:lnTo>
                    <a:lnTo>
                      <a:pt x="3372" y="156"/>
                    </a:lnTo>
                    <a:lnTo>
                      <a:pt x="3432" y="156"/>
                    </a:lnTo>
                    <a:lnTo>
                      <a:pt x="3426" y="138"/>
                    </a:lnTo>
                    <a:lnTo>
                      <a:pt x="3402" y="102"/>
                    </a:lnTo>
                    <a:lnTo>
                      <a:pt x="3384" y="96"/>
                    </a:lnTo>
                    <a:lnTo>
                      <a:pt x="3372" y="90"/>
                    </a:lnTo>
                    <a:lnTo>
                      <a:pt x="3354" y="96"/>
                    </a:lnTo>
                    <a:lnTo>
                      <a:pt x="3318" y="114"/>
                    </a:lnTo>
                    <a:lnTo>
                      <a:pt x="3294" y="90"/>
                    </a:lnTo>
                    <a:lnTo>
                      <a:pt x="3282" y="90"/>
                    </a:lnTo>
                    <a:lnTo>
                      <a:pt x="3210" y="102"/>
                    </a:lnTo>
                    <a:lnTo>
                      <a:pt x="3174" y="114"/>
                    </a:lnTo>
                    <a:lnTo>
                      <a:pt x="3162" y="120"/>
                    </a:lnTo>
                    <a:close/>
                    <a:moveTo>
                      <a:pt x="3582" y="198"/>
                    </a:moveTo>
                    <a:lnTo>
                      <a:pt x="3744" y="192"/>
                    </a:lnTo>
                    <a:lnTo>
                      <a:pt x="3702" y="168"/>
                    </a:lnTo>
                    <a:lnTo>
                      <a:pt x="3696" y="168"/>
                    </a:lnTo>
                    <a:lnTo>
                      <a:pt x="3690" y="162"/>
                    </a:lnTo>
                    <a:lnTo>
                      <a:pt x="3666" y="150"/>
                    </a:lnTo>
                    <a:lnTo>
                      <a:pt x="3648" y="144"/>
                    </a:lnTo>
                    <a:lnTo>
                      <a:pt x="3636" y="138"/>
                    </a:lnTo>
                    <a:lnTo>
                      <a:pt x="3618" y="138"/>
                    </a:lnTo>
                    <a:lnTo>
                      <a:pt x="3606" y="144"/>
                    </a:lnTo>
                    <a:lnTo>
                      <a:pt x="3600" y="150"/>
                    </a:lnTo>
                    <a:lnTo>
                      <a:pt x="3588" y="156"/>
                    </a:lnTo>
                    <a:lnTo>
                      <a:pt x="3588" y="150"/>
                    </a:lnTo>
                    <a:lnTo>
                      <a:pt x="3582" y="144"/>
                    </a:lnTo>
                    <a:lnTo>
                      <a:pt x="3576" y="132"/>
                    </a:lnTo>
                    <a:lnTo>
                      <a:pt x="3570" y="126"/>
                    </a:lnTo>
                    <a:lnTo>
                      <a:pt x="3546" y="114"/>
                    </a:lnTo>
                    <a:lnTo>
                      <a:pt x="3522" y="126"/>
                    </a:lnTo>
                    <a:lnTo>
                      <a:pt x="3504" y="162"/>
                    </a:lnTo>
                    <a:lnTo>
                      <a:pt x="3498" y="192"/>
                    </a:lnTo>
                    <a:lnTo>
                      <a:pt x="3492" y="210"/>
                    </a:lnTo>
                    <a:lnTo>
                      <a:pt x="3516" y="222"/>
                    </a:lnTo>
                    <a:lnTo>
                      <a:pt x="3534" y="216"/>
                    </a:lnTo>
                    <a:lnTo>
                      <a:pt x="3546" y="216"/>
                    </a:lnTo>
                    <a:lnTo>
                      <a:pt x="3582" y="198"/>
                    </a:lnTo>
                    <a:close/>
                    <a:moveTo>
                      <a:pt x="5622" y="420"/>
                    </a:moveTo>
                    <a:lnTo>
                      <a:pt x="5640" y="390"/>
                    </a:lnTo>
                    <a:lnTo>
                      <a:pt x="5754" y="390"/>
                    </a:lnTo>
                    <a:lnTo>
                      <a:pt x="5688" y="360"/>
                    </a:lnTo>
                    <a:lnTo>
                      <a:pt x="5700" y="336"/>
                    </a:lnTo>
                    <a:lnTo>
                      <a:pt x="5610" y="318"/>
                    </a:lnTo>
                    <a:lnTo>
                      <a:pt x="5628" y="348"/>
                    </a:lnTo>
                    <a:lnTo>
                      <a:pt x="5616" y="342"/>
                    </a:lnTo>
                    <a:lnTo>
                      <a:pt x="5592" y="336"/>
                    </a:lnTo>
                    <a:lnTo>
                      <a:pt x="5556" y="330"/>
                    </a:lnTo>
                    <a:lnTo>
                      <a:pt x="5514" y="318"/>
                    </a:lnTo>
                    <a:lnTo>
                      <a:pt x="5454" y="318"/>
                    </a:lnTo>
                    <a:lnTo>
                      <a:pt x="5448" y="330"/>
                    </a:lnTo>
                    <a:lnTo>
                      <a:pt x="5460" y="354"/>
                    </a:lnTo>
                    <a:lnTo>
                      <a:pt x="5496" y="372"/>
                    </a:lnTo>
                    <a:lnTo>
                      <a:pt x="5538" y="390"/>
                    </a:lnTo>
                    <a:lnTo>
                      <a:pt x="5574" y="408"/>
                    </a:lnTo>
                    <a:lnTo>
                      <a:pt x="5610" y="414"/>
                    </a:lnTo>
                    <a:lnTo>
                      <a:pt x="5622" y="420"/>
                    </a:lnTo>
                    <a:close/>
                    <a:moveTo>
                      <a:pt x="4320" y="432"/>
                    </a:moveTo>
                    <a:lnTo>
                      <a:pt x="4368" y="444"/>
                    </a:lnTo>
                    <a:lnTo>
                      <a:pt x="4380" y="444"/>
                    </a:lnTo>
                    <a:lnTo>
                      <a:pt x="4392" y="438"/>
                    </a:lnTo>
                    <a:lnTo>
                      <a:pt x="4398" y="438"/>
                    </a:lnTo>
                    <a:lnTo>
                      <a:pt x="4404" y="432"/>
                    </a:lnTo>
                    <a:lnTo>
                      <a:pt x="4404" y="426"/>
                    </a:lnTo>
                    <a:lnTo>
                      <a:pt x="4398" y="426"/>
                    </a:lnTo>
                    <a:lnTo>
                      <a:pt x="4362" y="414"/>
                    </a:lnTo>
                    <a:lnTo>
                      <a:pt x="4344" y="420"/>
                    </a:lnTo>
                    <a:lnTo>
                      <a:pt x="4332" y="420"/>
                    </a:lnTo>
                    <a:lnTo>
                      <a:pt x="4320" y="432"/>
                    </a:lnTo>
                    <a:close/>
                    <a:moveTo>
                      <a:pt x="5424" y="354"/>
                    </a:moveTo>
                    <a:lnTo>
                      <a:pt x="5370" y="336"/>
                    </a:lnTo>
                    <a:lnTo>
                      <a:pt x="5394" y="366"/>
                    </a:lnTo>
                    <a:lnTo>
                      <a:pt x="5424" y="354"/>
                    </a:lnTo>
                    <a:close/>
                    <a:moveTo>
                      <a:pt x="7986" y="666"/>
                    </a:moveTo>
                    <a:lnTo>
                      <a:pt x="8034" y="654"/>
                    </a:lnTo>
                    <a:lnTo>
                      <a:pt x="8088" y="654"/>
                    </a:lnTo>
                    <a:lnTo>
                      <a:pt x="8100" y="648"/>
                    </a:lnTo>
                    <a:lnTo>
                      <a:pt x="8106" y="642"/>
                    </a:lnTo>
                    <a:lnTo>
                      <a:pt x="8106" y="636"/>
                    </a:lnTo>
                    <a:lnTo>
                      <a:pt x="8100" y="630"/>
                    </a:lnTo>
                    <a:lnTo>
                      <a:pt x="8088" y="630"/>
                    </a:lnTo>
                    <a:lnTo>
                      <a:pt x="8052" y="618"/>
                    </a:lnTo>
                    <a:lnTo>
                      <a:pt x="8028" y="612"/>
                    </a:lnTo>
                    <a:lnTo>
                      <a:pt x="8010" y="606"/>
                    </a:lnTo>
                    <a:lnTo>
                      <a:pt x="7968" y="606"/>
                    </a:lnTo>
                    <a:lnTo>
                      <a:pt x="7944" y="618"/>
                    </a:lnTo>
                    <a:lnTo>
                      <a:pt x="7938" y="630"/>
                    </a:lnTo>
                    <a:lnTo>
                      <a:pt x="7938" y="654"/>
                    </a:lnTo>
                    <a:lnTo>
                      <a:pt x="7944" y="666"/>
                    </a:lnTo>
                    <a:lnTo>
                      <a:pt x="7950" y="666"/>
                    </a:lnTo>
                    <a:lnTo>
                      <a:pt x="7962" y="672"/>
                    </a:lnTo>
                    <a:lnTo>
                      <a:pt x="7968" y="672"/>
                    </a:lnTo>
                    <a:lnTo>
                      <a:pt x="7980" y="666"/>
                    </a:lnTo>
                    <a:lnTo>
                      <a:pt x="7986" y="666"/>
                    </a:lnTo>
                    <a:close/>
                    <a:moveTo>
                      <a:pt x="162" y="1788"/>
                    </a:moveTo>
                    <a:lnTo>
                      <a:pt x="150" y="1788"/>
                    </a:lnTo>
                    <a:lnTo>
                      <a:pt x="138" y="1794"/>
                    </a:lnTo>
                    <a:lnTo>
                      <a:pt x="114" y="1794"/>
                    </a:lnTo>
                    <a:lnTo>
                      <a:pt x="108" y="1788"/>
                    </a:lnTo>
                    <a:lnTo>
                      <a:pt x="96" y="1788"/>
                    </a:lnTo>
                    <a:lnTo>
                      <a:pt x="96" y="1782"/>
                    </a:lnTo>
                    <a:lnTo>
                      <a:pt x="84" y="1782"/>
                    </a:lnTo>
                    <a:lnTo>
                      <a:pt x="84" y="1788"/>
                    </a:lnTo>
                    <a:lnTo>
                      <a:pt x="72" y="1800"/>
                    </a:lnTo>
                    <a:lnTo>
                      <a:pt x="12" y="1800"/>
                    </a:lnTo>
                    <a:lnTo>
                      <a:pt x="0" y="1812"/>
                    </a:lnTo>
                    <a:lnTo>
                      <a:pt x="0" y="1818"/>
                    </a:lnTo>
                    <a:lnTo>
                      <a:pt x="12" y="1830"/>
                    </a:lnTo>
                    <a:lnTo>
                      <a:pt x="6" y="1842"/>
                    </a:lnTo>
                    <a:lnTo>
                      <a:pt x="12" y="1848"/>
                    </a:lnTo>
                    <a:lnTo>
                      <a:pt x="18" y="1848"/>
                    </a:lnTo>
                    <a:lnTo>
                      <a:pt x="24" y="1842"/>
                    </a:lnTo>
                    <a:lnTo>
                      <a:pt x="48" y="1842"/>
                    </a:lnTo>
                    <a:lnTo>
                      <a:pt x="54" y="1848"/>
                    </a:lnTo>
                    <a:lnTo>
                      <a:pt x="66" y="1848"/>
                    </a:lnTo>
                    <a:lnTo>
                      <a:pt x="72" y="1854"/>
                    </a:lnTo>
                    <a:lnTo>
                      <a:pt x="162" y="1854"/>
                    </a:lnTo>
                    <a:lnTo>
                      <a:pt x="162" y="1848"/>
                    </a:lnTo>
                    <a:lnTo>
                      <a:pt x="168" y="1848"/>
                    </a:lnTo>
                    <a:lnTo>
                      <a:pt x="162" y="1830"/>
                    </a:lnTo>
                    <a:lnTo>
                      <a:pt x="174" y="1818"/>
                    </a:lnTo>
                    <a:lnTo>
                      <a:pt x="174" y="1800"/>
                    </a:lnTo>
                    <a:lnTo>
                      <a:pt x="168" y="1788"/>
                    </a:lnTo>
                    <a:lnTo>
                      <a:pt x="162" y="1788"/>
                    </a:lnTo>
                    <a:close/>
                    <a:moveTo>
                      <a:pt x="1038" y="90"/>
                    </a:moveTo>
                    <a:lnTo>
                      <a:pt x="1062" y="72"/>
                    </a:lnTo>
                    <a:lnTo>
                      <a:pt x="1032" y="72"/>
                    </a:lnTo>
                    <a:lnTo>
                      <a:pt x="1032" y="84"/>
                    </a:lnTo>
                    <a:lnTo>
                      <a:pt x="1038" y="90"/>
                    </a:lnTo>
                    <a:close/>
                    <a:moveTo>
                      <a:pt x="990" y="72"/>
                    </a:moveTo>
                    <a:lnTo>
                      <a:pt x="1074" y="54"/>
                    </a:lnTo>
                    <a:lnTo>
                      <a:pt x="1044" y="42"/>
                    </a:lnTo>
                    <a:lnTo>
                      <a:pt x="996" y="54"/>
                    </a:lnTo>
                    <a:lnTo>
                      <a:pt x="948" y="54"/>
                    </a:lnTo>
                    <a:lnTo>
                      <a:pt x="966" y="66"/>
                    </a:lnTo>
                    <a:lnTo>
                      <a:pt x="990" y="72"/>
                    </a:lnTo>
                    <a:close/>
                    <a:moveTo>
                      <a:pt x="1122" y="90"/>
                    </a:moveTo>
                    <a:lnTo>
                      <a:pt x="1128" y="78"/>
                    </a:lnTo>
                    <a:lnTo>
                      <a:pt x="1152" y="78"/>
                    </a:lnTo>
                    <a:lnTo>
                      <a:pt x="1164" y="66"/>
                    </a:lnTo>
                    <a:lnTo>
                      <a:pt x="1218" y="66"/>
                    </a:lnTo>
                    <a:lnTo>
                      <a:pt x="1218" y="60"/>
                    </a:lnTo>
                    <a:lnTo>
                      <a:pt x="1206" y="54"/>
                    </a:lnTo>
                    <a:lnTo>
                      <a:pt x="1182" y="54"/>
                    </a:lnTo>
                    <a:lnTo>
                      <a:pt x="1182" y="48"/>
                    </a:lnTo>
                    <a:lnTo>
                      <a:pt x="1176" y="48"/>
                    </a:lnTo>
                    <a:lnTo>
                      <a:pt x="1164" y="42"/>
                    </a:lnTo>
                    <a:lnTo>
                      <a:pt x="1140" y="42"/>
                    </a:lnTo>
                    <a:lnTo>
                      <a:pt x="1134" y="48"/>
                    </a:lnTo>
                    <a:lnTo>
                      <a:pt x="1128" y="60"/>
                    </a:lnTo>
                    <a:lnTo>
                      <a:pt x="1128" y="66"/>
                    </a:lnTo>
                    <a:lnTo>
                      <a:pt x="1122" y="66"/>
                    </a:lnTo>
                    <a:lnTo>
                      <a:pt x="1116" y="72"/>
                    </a:lnTo>
                    <a:lnTo>
                      <a:pt x="1104" y="72"/>
                    </a:lnTo>
                    <a:lnTo>
                      <a:pt x="1086" y="78"/>
                    </a:lnTo>
                    <a:lnTo>
                      <a:pt x="1080" y="78"/>
                    </a:lnTo>
                    <a:lnTo>
                      <a:pt x="1074" y="84"/>
                    </a:lnTo>
                    <a:lnTo>
                      <a:pt x="1080" y="84"/>
                    </a:lnTo>
                    <a:lnTo>
                      <a:pt x="1092" y="90"/>
                    </a:lnTo>
                    <a:lnTo>
                      <a:pt x="1122" y="90"/>
                    </a:lnTo>
                    <a:close/>
                    <a:moveTo>
                      <a:pt x="1176" y="78"/>
                    </a:moveTo>
                    <a:lnTo>
                      <a:pt x="1158" y="90"/>
                    </a:lnTo>
                    <a:lnTo>
                      <a:pt x="1176" y="102"/>
                    </a:lnTo>
                    <a:lnTo>
                      <a:pt x="1194" y="108"/>
                    </a:lnTo>
                    <a:lnTo>
                      <a:pt x="1248" y="102"/>
                    </a:lnTo>
                    <a:lnTo>
                      <a:pt x="1242" y="90"/>
                    </a:lnTo>
                    <a:lnTo>
                      <a:pt x="1212" y="90"/>
                    </a:lnTo>
                    <a:lnTo>
                      <a:pt x="1176" y="78"/>
                    </a:lnTo>
                    <a:close/>
                    <a:moveTo>
                      <a:pt x="7812" y="2436"/>
                    </a:moveTo>
                    <a:lnTo>
                      <a:pt x="7782" y="2400"/>
                    </a:lnTo>
                    <a:lnTo>
                      <a:pt x="7776" y="2400"/>
                    </a:lnTo>
                    <a:lnTo>
                      <a:pt x="7770" y="2394"/>
                    </a:lnTo>
                    <a:lnTo>
                      <a:pt x="7752" y="2388"/>
                    </a:lnTo>
                    <a:lnTo>
                      <a:pt x="7728" y="2364"/>
                    </a:lnTo>
                    <a:lnTo>
                      <a:pt x="7722" y="2352"/>
                    </a:lnTo>
                    <a:lnTo>
                      <a:pt x="7704" y="2298"/>
                    </a:lnTo>
                    <a:lnTo>
                      <a:pt x="7698" y="2286"/>
                    </a:lnTo>
                    <a:lnTo>
                      <a:pt x="7698" y="2274"/>
                    </a:lnTo>
                    <a:lnTo>
                      <a:pt x="7674" y="2250"/>
                    </a:lnTo>
                    <a:lnTo>
                      <a:pt x="7680" y="2244"/>
                    </a:lnTo>
                    <a:lnTo>
                      <a:pt x="7698" y="2244"/>
                    </a:lnTo>
                    <a:lnTo>
                      <a:pt x="7770" y="2268"/>
                    </a:lnTo>
                    <a:lnTo>
                      <a:pt x="7800" y="2280"/>
                    </a:lnTo>
                    <a:lnTo>
                      <a:pt x="7812" y="2286"/>
                    </a:lnTo>
                    <a:lnTo>
                      <a:pt x="7740" y="2232"/>
                    </a:lnTo>
                    <a:lnTo>
                      <a:pt x="7734" y="2226"/>
                    </a:lnTo>
                    <a:lnTo>
                      <a:pt x="7722" y="2202"/>
                    </a:lnTo>
                    <a:lnTo>
                      <a:pt x="7710" y="2196"/>
                    </a:lnTo>
                    <a:lnTo>
                      <a:pt x="7704" y="2184"/>
                    </a:lnTo>
                    <a:lnTo>
                      <a:pt x="7698" y="2178"/>
                    </a:lnTo>
                    <a:lnTo>
                      <a:pt x="7674" y="2166"/>
                    </a:lnTo>
                    <a:lnTo>
                      <a:pt x="7668" y="2160"/>
                    </a:lnTo>
                    <a:lnTo>
                      <a:pt x="7656" y="2154"/>
                    </a:lnTo>
                    <a:lnTo>
                      <a:pt x="7578" y="2070"/>
                    </a:lnTo>
                    <a:lnTo>
                      <a:pt x="7554" y="2070"/>
                    </a:lnTo>
                    <a:lnTo>
                      <a:pt x="7542" y="2040"/>
                    </a:lnTo>
                    <a:lnTo>
                      <a:pt x="7524" y="2040"/>
                    </a:lnTo>
                    <a:lnTo>
                      <a:pt x="7512" y="2028"/>
                    </a:lnTo>
                    <a:lnTo>
                      <a:pt x="7500" y="2004"/>
                    </a:lnTo>
                    <a:lnTo>
                      <a:pt x="7500" y="1980"/>
                    </a:lnTo>
                    <a:lnTo>
                      <a:pt x="7470" y="1944"/>
                    </a:lnTo>
                    <a:lnTo>
                      <a:pt x="7446" y="1950"/>
                    </a:lnTo>
                    <a:lnTo>
                      <a:pt x="7434" y="1920"/>
                    </a:lnTo>
                    <a:lnTo>
                      <a:pt x="7392" y="1890"/>
                    </a:lnTo>
                    <a:lnTo>
                      <a:pt x="7380" y="1866"/>
                    </a:lnTo>
                    <a:lnTo>
                      <a:pt x="7368" y="1860"/>
                    </a:lnTo>
                    <a:lnTo>
                      <a:pt x="7362" y="1854"/>
                    </a:lnTo>
                    <a:lnTo>
                      <a:pt x="7344" y="1854"/>
                    </a:lnTo>
                    <a:lnTo>
                      <a:pt x="7344" y="1860"/>
                    </a:lnTo>
                    <a:lnTo>
                      <a:pt x="7392" y="1908"/>
                    </a:lnTo>
                    <a:lnTo>
                      <a:pt x="7392" y="1914"/>
                    </a:lnTo>
                    <a:lnTo>
                      <a:pt x="7386" y="1914"/>
                    </a:lnTo>
                    <a:lnTo>
                      <a:pt x="7380" y="1908"/>
                    </a:lnTo>
                    <a:lnTo>
                      <a:pt x="7368" y="1908"/>
                    </a:lnTo>
                    <a:lnTo>
                      <a:pt x="7362" y="1914"/>
                    </a:lnTo>
                    <a:lnTo>
                      <a:pt x="7362" y="1926"/>
                    </a:lnTo>
                    <a:lnTo>
                      <a:pt x="7374" y="1950"/>
                    </a:lnTo>
                    <a:lnTo>
                      <a:pt x="7386" y="1962"/>
                    </a:lnTo>
                    <a:lnTo>
                      <a:pt x="7392" y="1974"/>
                    </a:lnTo>
                    <a:lnTo>
                      <a:pt x="7404" y="1980"/>
                    </a:lnTo>
                    <a:lnTo>
                      <a:pt x="7404" y="1992"/>
                    </a:lnTo>
                    <a:lnTo>
                      <a:pt x="7416" y="2016"/>
                    </a:lnTo>
                    <a:lnTo>
                      <a:pt x="7422" y="2022"/>
                    </a:lnTo>
                    <a:lnTo>
                      <a:pt x="7440" y="2034"/>
                    </a:lnTo>
                    <a:lnTo>
                      <a:pt x="7470" y="2052"/>
                    </a:lnTo>
                    <a:lnTo>
                      <a:pt x="7500" y="2076"/>
                    </a:lnTo>
                    <a:lnTo>
                      <a:pt x="7518" y="2100"/>
                    </a:lnTo>
                    <a:lnTo>
                      <a:pt x="7524" y="2112"/>
                    </a:lnTo>
                    <a:lnTo>
                      <a:pt x="7536" y="2130"/>
                    </a:lnTo>
                    <a:lnTo>
                      <a:pt x="7536" y="2142"/>
                    </a:lnTo>
                    <a:lnTo>
                      <a:pt x="7548" y="2154"/>
                    </a:lnTo>
                    <a:lnTo>
                      <a:pt x="7554" y="2166"/>
                    </a:lnTo>
                    <a:lnTo>
                      <a:pt x="7572" y="2184"/>
                    </a:lnTo>
                    <a:lnTo>
                      <a:pt x="7590" y="2208"/>
                    </a:lnTo>
                    <a:lnTo>
                      <a:pt x="7608" y="2238"/>
                    </a:lnTo>
                    <a:lnTo>
                      <a:pt x="7620" y="2262"/>
                    </a:lnTo>
                    <a:lnTo>
                      <a:pt x="7626" y="2268"/>
                    </a:lnTo>
                    <a:lnTo>
                      <a:pt x="7626" y="2280"/>
                    </a:lnTo>
                    <a:lnTo>
                      <a:pt x="7632" y="2292"/>
                    </a:lnTo>
                    <a:lnTo>
                      <a:pt x="7644" y="2304"/>
                    </a:lnTo>
                    <a:lnTo>
                      <a:pt x="7656" y="2304"/>
                    </a:lnTo>
                    <a:lnTo>
                      <a:pt x="7668" y="2310"/>
                    </a:lnTo>
                    <a:lnTo>
                      <a:pt x="7674" y="2322"/>
                    </a:lnTo>
                    <a:lnTo>
                      <a:pt x="7686" y="2334"/>
                    </a:lnTo>
                    <a:lnTo>
                      <a:pt x="7698" y="2358"/>
                    </a:lnTo>
                    <a:lnTo>
                      <a:pt x="7698" y="2376"/>
                    </a:lnTo>
                    <a:lnTo>
                      <a:pt x="7740" y="2412"/>
                    </a:lnTo>
                    <a:lnTo>
                      <a:pt x="7752" y="2466"/>
                    </a:lnTo>
                    <a:lnTo>
                      <a:pt x="7794" y="2508"/>
                    </a:lnTo>
                    <a:lnTo>
                      <a:pt x="7794" y="2502"/>
                    </a:lnTo>
                    <a:lnTo>
                      <a:pt x="7788" y="2496"/>
                    </a:lnTo>
                    <a:lnTo>
                      <a:pt x="7788" y="2484"/>
                    </a:lnTo>
                    <a:lnTo>
                      <a:pt x="7782" y="2472"/>
                    </a:lnTo>
                    <a:lnTo>
                      <a:pt x="7782" y="2460"/>
                    </a:lnTo>
                    <a:lnTo>
                      <a:pt x="7776" y="2448"/>
                    </a:lnTo>
                    <a:lnTo>
                      <a:pt x="7782" y="2442"/>
                    </a:lnTo>
                    <a:lnTo>
                      <a:pt x="7788" y="2442"/>
                    </a:lnTo>
                    <a:lnTo>
                      <a:pt x="7800" y="2454"/>
                    </a:lnTo>
                    <a:lnTo>
                      <a:pt x="7830" y="2454"/>
                    </a:lnTo>
                    <a:lnTo>
                      <a:pt x="7866" y="2496"/>
                    </a:lnTo>
                    <a:lnTo>
                      <a:pt x="7866" y="2472"/>
                    </a:lnTo>
                    <a:lnTo>
                      <a:pt x="7836" y="2430"/>
                    </a:lnTo>
                    <a:lnTo>
                      <a:pt x="7812" y="2436"/>
                    </a:lnTo>
                    <a:close/>
                    <a:moveTo>
                      <a:pt x="1344" y="84"/>
                    </a:moveTo>
                    <a:lnTo>
                      <a:pt x="1350" y="72"/>
                    </a:lnTo>
                    <a:lnTo>
                      <a:pt x="1308" y="66"/>
                    </a:lnTo>
                    <a:lnTo>
                      <a:pt x="1284" y="78"/>
                    </a:lnTo>
                    <a:lnTo>
                      <a:pt x="1290" y="90"/>
                    </a:lnTo>
                    <a:lnTo>
                      <a:pt x="1344" y="84"/>
                    </a:lnTo>
                    <a:close/>
                    <a:moveTo>
                      <a:pt x="9048" y="996"/>
                    </a:moveTo>
                    <a:lnTo>
                      <a:pt x="9036" y="984"/>
                    </a:lnTo>
                    <a:lnTo>
                      <a:pt x="9024" y="978"/>
                    </a:lnTo>
                    <a:lnTo>
                      <a:pt x="9006" y="972"/>
                    </a:lnTo>
                    <a:lnTo>
                      <a:pt x="8994" y="966"/>
                    </a:lnTo>
                    <a:lnTo>
                      <a:pt x="8982" y="966"/>
                    </a:lnTo>
                    <a:lnTo>
                      <a:pt x="8940" y="948"/>
                    </a:lnTo>
                    <a:lnTo>
                      <a:pt x="8898" y="948"/>
                    </a:lnTo>
                    <a:lnTo>
                      <a:pt x="8868" y="930"/>
                    </a:lnTo>
                    <a:lnTo>
                      <a:pt x="8778" y="924"/>
                    </a:lnTo>
                    <a:lnTo>
                      <a:pt x="8736" y="906"/>
                    </a:lnTo>
                    <a:lnTo>
                      <a:pt x="8700" y="906"/>
                    </a:lnTo>
                    <a:lnTo>
                      <a:pt x="8754" y="942"/>
                    </a:lnTo>
                    <a:lnTo>
                      <a:pt x="8808" y="966"/>
                    </a:lnTo>
                    <a:lnTo>
                      <a:pt x="8796" y="966"/>
                    </a:lnTo>
                    <a:lnTo>
                      <a:pt x="8784" y="972"/>
                    </a:lnTo>
                    <a:lnTo>
                      <a:pt x="8754" y="972"/>
                    </a:lnTo>
                    <a:lnTo>
                      <a:pt x="8730" y="960"/>
                    </a:lnTo>
                    <a:lnTo>
                      <a:pt x="8676" y="906"/>
                    </a:lnTo>
                    <a:lnTo>
                      <a:pt x="8580" y="870"/>
                    </a:lnTo>
                    <a:lnTo>
                      <a:pt x="8496" y="846"/>
                    </a:lnTo>
                    <a:lnTo>
                      <a:pt x="8442" y="834"/>
                    </a:lnTo>
                    <a:lnTo>
                      <a:pt x="8370" y="822"/>
                    </a:lnTo>
                    <a:lnTo>
                      <a:pt x="8280" y="804"/>
                    </a:lnTo>
                    <a:lnTo>
                      <a:pt x="8190" y="780"/>
                    </a:lnTo>
                    <a:lnTo>
                      <a:pt x="8112" y="762"/>
                    </a:lnTo>
                    <a:lnTo>
                      <a:pt x="8052" y="750"/>
                    </a:lnTo>
                    <a:lnTo>
                      <a:pt x="7998" y="738"/>
                    </a:lnTo>
                    <a:lnTo>
                      <a:pt x="7956" y="732"/>
                    </a:lnTo>
                    <a:lnTo>
                      <a:pt x="7758" y="732"/>
                    </a:lnTo>
                    <a:lnTo>
                      <a:pt x="7746" y="714"/>
                    </a:lnTo>
                    <a:lnTo>
                      <a:pt x="7698" y="720"/>
                    </a:lnTo>
                    <a:lnTo>
                      <a:pt x="7680" y="708"/>
                    </a:lnTo>
                    <a:lnTo>
                      <a:pt x="7626" y="708"/>
                    </a:lnTo>
                    <a:lnTo>
                      <a:pt x="7650" y="726"/>
                    </a:lnTo>
                    <a:lnTo>
                      <a:pt x="7644" y="744"/>
                    </a:lnTo>
                    <a:lnTo>
                      <a:pt x="7656" y="744"/>
                    </a:lnTo>
                    <a:lnTo>
                      <a:pt x="7680" y="756"/>
                    </a:lnTo>
                    <a:lnTo>
                      <a:pt x="7716" y="762"/>
                    </a:lnTo>
                    <a:lnTo>
                      <a:pt x="7740" y="774"/>
                    </a:lnTo>
                    <a:lnTo>
                      <a:pt x="7758" y="786"/>
                    </a:lnTo>
                    <a:lnTo>
                      <a:pt x="7752" y="798"/>
                    </a:lnTo>
                    <a:lnTo>
                      <a:pt x="7728" y="804"/>
                    </a:lnTo>
                    <a:lnTo>
                      <a:pt x="7698" y="804"/>
                    </a:lnTo>
                    <a:lnTo>
                      <a:pt x="7686" y="798"/>
                    </a:lnTo>
                    <a:lnTo>
                      <a:pt x="7680" y="792"/>
                    </a:lnTo>
                    <a:lnTo>
                      <a:pt x="7656" y="774"/>
                    </a:lnTo>
                    <a:lnTo>
                      <a:pt x="7584" y="774"/>
                    </a:lnTo>
                    <a:lnTo>
                      <a:pt x="7530" y="738"/>
                    </a:lnTo>
                    <a:lnTo>
                      <a:pt x="7524" y="738"/>
                    </a:lnTo>
                    <a:lnTo>
                      <a:pt x="7518" y="744"/>
                    </a:lnTo>
                    <a:lnTo>
                      <a:pt x="7506" y="744"/>
                    </a:lnTo>
                    <a:lnTo>
                      <a:pt x="7500" y="750"/>
                    </a:lnTo>
                    <a:lnTo>
                      <a:pt x="7446" y="750"/>
                    </a:lnTo>
                    <a:lnTo>
                      <a:pt x="7440" y="738"/>
                    </a:lnTo>
                    <a:lnTo>
                      <a:pt x="7344" y="744"/>
                    </a:lnTo>
                    <a:lnTo>
                      <a:pt x="7320" y="726"/>
                    </a:lnTo>
                    <a:lnTo>
                      <a:pt x="7314" y="732"/>
                    </a:lnTo>
                    <a:lnTo>
                      <a:pt x="7212" y="732"/>
                    </a:lnTo>
                    <a:lnTo>
                      <a:pt x="7206" y="738"/>
                    </a:lnTo>
                    <a:lnTo>
                      <a:pt x="7212" y="744"/>
                    </a:lnTo>
                    <a:lnTo>
                      <a:pt x="7218" y="756"/>
                    </a:lnTo>
                    <a:lnTo>
                      <a:pt x="7254" y="792"/>
                    </a:lnTo>
                    <a:lnTo>
                      <a:pt x="7248" y="792"/>
                    </a:lnTo>
                    <a:lnTo>
                      <a:pt x="7242" y="786"/>
                    </a:lnTo>
                    <a:lnTo>
                      <a:pt x="7230" y="780"/>
                    </a:lnTo>
                    <a:lnTo>
                      <a:pt x="7218" y="768"/>
                    </a:lnTo>
                    <a:lnTo>
                      <a:pt x="7206" y="762"/>
                    </a:lnTo>
                    <a:lnTo>
                      <a:pt x="7194" y="750"/>
                    </a:lnTo>
                    <a:lnTo>
                      <a:pt x="7176" y="744"/>
                    </a:lnTo>
                    <a:lnTo>
                      <a:pt x="7104" y="732"/>
                    </a:lnTo>
                    <a:lnTo>
                      <a:pt x="7086" y="732"/>
                    </a:lnTo>
                    <a:lnTo>
                      <a:pt x="7086" y="726"/>
                    </a:lnTo>
                    <a:lnTo>
                      <a:pt x="7056" y="696"/>
                    </a:lnTo>
                    <a:lnTo>
                      <a:pt x="7032" y="684"/>
                    </a:lnTo>
                    <a:lnTo>
                      <a:pt x="6990" y="666"/>
                    </a:lnTo>
                    <a:lnTo>
                      <a:pt x="6948" y="660"/>
                    </a:lnTo>
                    <a:lnTo>
                      <a:pt x="6912" y="654"/>
                    </a:lnTo>
                    <a:lnTo>
                      <a:pt x="6882" y="654"/>
                    </a:lnTo>
                    <a:lnTo>
                      <a:pt x="6864" y="648"/>
                    </a:lnTo>
                    <a:lnTo>
                      <a:pt x="6834" y="648"/>
                    </a:lnTo>
                    <a:lnTo>
                      <a:pt x="6786" y="636"/>
                    </a:lnTo>
                    <a:lnTo>
                      <a:pt x="6774" y="642"/>
                    </a:lnTo>
                    <a:lnTo>
                      <a:pt x="6714" y="642"/>
                    </a:lnTo>
                    <a:lnTo>
                      <a:pt x="6696" y="660"/>
                    </a:lnTo>
                    <a:lnTo>
                      <a:pt x="6684" y="666"/>
                    </a:lnTo>
                    <a:lnTo>
                      <a:pt x="6648" y="666"/>
                    </a:lnTo>
                    <a:lnTo>
                      <a:pt x="6630" y="660"/>
                    </a:lnTo>
                    <a:lnTo>
                      <a:pt x="6594" y="660"/>
                    </a:lnTo>
                    <a:lnTo>
                      <a:pt x="6582" y="654"/>
                    </a:lnTo>
                    <a:lnTo>
                      <a:pt x="6576" y="648"/>
                    </a:lnTo>
                    <a:lnTo>
                      <a:pt x="6552" y="636"/>
                    </a:lnTo>
                    <a:lnTo>
                      <a:pt x="6534" y="630"/>
                    </a:lnTo>
                    <a:lnTo>
                      <a:pt x="6522" y="624"/>
                    </a:lnTo>
                    <a:lnTo>
                      <a:pt x="6498" y="624"/>
                    </a:lnTo>
                    <a:lnTo>
                      <a:pt x="6486" y="630"/>
                    </a:lnTo>
                    <a:lnTo>
                      <a:pt x="6474" y="612"/>
                    </a:lnTo>
                    <a:lnTo>
                      <a:pt x="6438" y="612"/>
                    </a:lnTo>
                    <a:lnTo>
                      <a:pt x="6372" y="606"/>
                    </a:lnTo>
                    <a:lnTo>
                      <a:pt x="6408" y="594"/>
                    </a:lnTo>
                    <a:lnTo>
                      <a:pt x="6372" y="570"/>
                    </a:lnTo>
                    <a:lnTo>
                      <a:pt x="6360" y="570"/>
                    </a:lnTo>
                    <a:lnTo>
                      <a:pt x="6324" y="564"/>
                    </a:lnTo>
                    <a:lnTo>
                      <a:pt x="6282" y="558"/>
                    </a:lnTo>
                    <a:lnTo>
                      <a:pt x="6246" y="558"/>
                    </a:lnTo>
                    <a:lnTo>
                      <a:pt x="6228" y="564"/>
                    </a:lnTo>
                    <a:lnTo>
                      <a:pt x="6228" y="594"/>
                    </a:lnTo>
                    <a:lnTo>
                      <a:pt x="6222" y="600"/>
                    </a:lnTo>
                    <a:lnTo>
                      <a:pt x="6192" y="600"/>
                    </a:lnTo>
                    <a:lnTo>
                      <a:pt x="6180" y="594"/>
                    </a:lnTo>
                    <a:lnTo>
                      <a:pt x="6168" y="594"/>
                    </a:lnTo>
                    <a:lnTo>
                      <a:pt x="6186" y="582"/>
                    </a:lnTo>
                    <a:lnTo>
                      <a:pt x="6168" y="570"/>
                    </a:lnTo>
                    <a:lnTo>
                      <a:pt x="6096" y="570"/>
                    </a:lnTo>
                    <a:lnTo>
                      <a:pt x="6114" y="558"/>
                    </a:lnTo>
                    <a:lnTo>
                      <a:pt x="6156" y="558"/>
                    </a:lnTo>
                    <a:lnTo>
                      <a:pt x="6216" y="588"/>
                    </a:lnTo>
                    <a:lnTo>
                      <a:pt x="6216" y="564"/>
                    </a:lnTo>
                    <a:lnTo>
                      <a:pt x="6162" y="540"/>
                    </a:lnTo>
                    <a:lnTo>
                      <a:pt x="6048" y="546"/>
                    </a:lnTo>
                    <a:lnTo>
                      <a:pt x="6048" y="534"/>
                    </a:lnTo>
                    <a:lnTo>
                      <a:pt x="5928" y="540"/>
                    </a:lnTo>
                    <a:lnTo>
                      <a:pt x="5880" y="522"/>
                    </a:lnTo>
                    <a:lnTo>
                      <a:pt x="5862" y="522"/>
                    </a:lnTo>
                    <a:lnTo>
                      <a:pt x="5898" y="546"/>
                    </a:lnTo>
                    <a:lnTo>
                      <a:pt x="5850" y="546"/>
                    </a:lnTo>
                    <a:lnTo>
                      <a:pt x="5838" y="552"/>
                    </a:lnTo>
                    <a:lnTo>
                      <a:pt x="5832" y="552"/>
                    </a:lnTo>
                    <a:lnTo>
                      <a:pt x="5832" y="558"/>
                    </a:lnTo>
                    <a:lnTo>
                      <a:pt x="5844" y="564"/>
                    </a:lnTo>
                    <a:lnTo>
                      <a:pt x="5850" y="570"/>
                    </a:lnTo>
                    <a:lnTo>
                      <a:pt x="5862" y="576"/>
                    </a:lnTo>
                    <a:lnTo>
                      <a:pt x="5892" y="576"/>
                    </a:lnTo>
                    <a:lnTo>
                      <a:pt x="5892" y="582"/>
                    </a:lnTo>
                    <a:lnTo>
                      <a:pt x="5952" y="618"/>
                    </a:lnTo>
                    <a:lnTo>
                      <a:pt x="5904" y="618"/>
                    </a:lnTo>
                    <a:lnTo>
                      <a:pt x="5898" y="612"/>
                    </a:lnTo>
                    <a:lnTo>
                      <a:pt x="5886" y="606"/>
                    </a:lnTo>
                    <a:lnTo>
                      <a:pt x="5874" y="606"/>
                    </a:lnTo>
                    <a:lnTo>
                      <a:pt x="5862" y="600"/>
                    </a:lnTo>
                    <a:lnTo>
                      <a:pt x="5844" y="618"/>
                    </a:lnTo>
                    <a:lnTo>
                      <a:pt x="5868" y="636"/>
                    </a:lnTo>
                    <a:lnTo>
                      <a:pt x="5814" y="630"/>
                    </a:lnTo>
                    <a:lnTo>
                      <a:pt x="5808" y="630"/>
                    </a:lnTo>
                    <a:lnTo>
                      <a:pt x="5802" y="624"/>
                    </a:lnTo>
                    <a:lnTo>
                      <a:pt x="5784" y="618"/>
                    </a:lnTo>
                    <a:lnTo>
                      <a:pt x="5766" y="618"/>
                    </a:lnTo>
                    <a:lnTo>
                      <a:pt x="5754" y="612"/>
                    </a:lnTo>
                    <a:lnTo>
                      <a:pt x="5736" y="606"/>
                    </a:lnTo>
                    <a:lnTo>
                      <a:pt x="5724" y="606"/>
                    </a:lnTo>
                    <a:lnTo>
                      <a:pt x="5712" y="612"/>
                    </a:lnTo>
                    <a:lnTo>
                      <a:pt x="5700" y="612"/>
                    </a:lnTo>
                    <a:lnTo>
                      <a:pt x="5688" y="618"/>
                    </a:lnTo>
                    <a:lnTo>
                      <a:pt x="5682" y="624"/>
                    </a:lnTo>
                    <a:lnTo>
                      <a:pt x="5676" y="624"/>
                    </a:lnTo>
                    <a:lnTo>
                      <a:pt x="5610" y="618"/>
                    </a:lnTo>
                    <a:lnTo>
                      <a:pt x="5604" y="618"/>
                    </a:lnTo>
                    <a:lnTo>
                      <a:pt x="5598" y="612"/>
                    </a:lnTo>
                    <a:lnTo>
                      <a:pt x="5562" y="594"/>
                    </a:lnTo>
                    <a:lnTo>
                      <a:pt x="5556" y="594"/>
                    </a:lnTo>
                    <a:lnTo>
                      <a:pt x="5550" y="588"/>
                    </a:lnTo>
                    <a:lnTo>
                      <a:pt x="5538" y="588"/>
                    </a:lnTo>
                    <a:lnTo>
                      <a:pt x="5538" y="606"/>
                    </a:lnTo>
                    <a:lnTo>
                      <a:pt x="5544" y="612"/>
                    </a:lnTo>
                    <a:lnTo>
                      <a:pt x="5550" y="624"/>
                    </a:lnTo>
                    <a:lnTo>
                      <a:pt x="5556" y="630"/>
                    </a:lnTo>
                    <a:lnTo>
                      <a:pt x="5562" y="642"/>
                    </a:lnTo>
                    <a:lnTo>
                      <a:pt x="5562" y="660"/>
                    </a:lnTo>
                    <a:lnTo>
                      <a:pt x="5556" y="666"/>
                    </a:lnTo>
                    <a:lnTo>
                      <a:pt x="5532" y="660"/>
                    </a:lnTo>
                    <a:lnTo>
                      <a:pt x="5424" y="624"/>
                    </a:lnTo>
                    <a:lnTo>
                      <a:pt x="5412" y="618"/>
                    </a:lnTo>
                    <a:lnTo>
                      <a:pt x="5406" y="618"/>
                    </a:lnTo>
                    <a:lnTo>
                      <a:pt x="5400" y="612"/>
                    </a:lnTo>
                    <a:lnTo>
                      <a:pt x="5394" y="600"/>
                    </a:lnTo>
                    <a:lnTo>
                      <a:pt x="5382" y="594"/>
                    </a:lnTo>
                    <a:lnTo>
                      <a:pt x="5376" y="588"/>
                    </a:lnTo>
                    <a:lnTo>
                      <a:pt x="5376" y="606"/>
                    </a:lnTo>
                    <a:lnTo>
                      <a:pt x="5322" y="588"/>
                    </a:lnTo>
                    <a:lnTo>
                      <a:pt x="5292" y="570"/>
                    </a:lnTo>
                    <a:lnTo>
                      <a:pt x="5298" y="570"/>
                    </a:lnTo>
                    <a:lnTo>
                      <a:pt x="5304" y="576"/>
                    </a:lnTo>
                    <a:lnTo>
                      <a:pt x="5328" y="576"/>
                    </a:lnTo>
                    <a:lnTo>
                      <a:pt x="5340" y="582"/>
                    </a:lnTo>
                    <a:lnTo>
                      <a:pt x="5352" y="582"/>
                    </a:lnTo>
                    <a:lnTo>
                      <a:pt x="5358" y="576"/>
                    </a:lnTo>
                    <a:lnTo>
                      <a:pt x="5358" y="570"/>
                    </a:lnTo>
                    <a:lnTo>
                      <a:pt x="5346" y="564"/>
                    </a:lnTo>
                    <a:lnTo>
                      <a:pt x="5334" y="552"/>
                    </a:lnTo>
                    <a:lnTo>
                      <a:pt x="5292" y="552"/>
                    </a:lnTo>
                    <a:lnTo>
                      <a:pt x="5304" y="540"/>
                    </a:lnTo>
                    <a:lnTo>
                      <a:pt x="5298" y="534"/>
                    </a:lnTo>
                    <a:lnTo>
                      <a:pt x="5286" y="528"/>
                    </a:lnTo>
                    <a:lnTo>
                      <a:pt x="5256" y="528"/>
                    </a:lnTo>
                    <a:lnTo>
                      <a:pt x="5268" y="510"/>
                    </a:lnTo>
                    <a:lnTo>
                      <a:pt x="5262" y="510"/>
                    </a:lnTo>
                    <a:lnTo>
                      <a:pt x="5256" y="504"/>
                    </a:lnTo>
                    <a:lnTo>
                      <a:pt x="5232" y="504"/>
                    </a:lnTo>
                    <a:lnTo>
                      <a:pt x="5220" y="498"/>
                    </a:lnTo>
                    <a:lnTo>
                      <a:pt x="5208" y="498"/>
                    </a:lnTo>
                    <a:lnTo>
                      <a:pt x="5202" y="492"/>
                    </a:lnTo>
                    <a:lnTo>
                      <a:pt x="5190" y="492"/>
                    </a:lnTo>
                    <a:lnTo>
                      <a:pt x="5184" y="486"/>
                    </a:lnTo>
                    <a:lnTo>
                      <a:pt x="5142" y="486"/>
                    </a:lnTo>
                    <a:lnTo>
                      <a:pt x="5130" y="492"/>
                    </a:lnTo>
                    <a:lnTo>
                      <a:pt x="5094" y="492"/>
                    </a:lnTo>
                    <a:lnTo>
                      <a:pt x="5076" y="486"/>
                    </a:lnTo>
                    <a:lnTo>
                      <a:pt x="5070" y="480"/>
                    </a:lnTo>
                    <a:lnTo>
                      <a:pt x="5064" y="480"/>
                    </a:lnTo>
                    <a:lnTo>
                      <a:pt x="5040" y="486"/>
                    </a:lnTo>
                    <a:lnTo>
                      <a:pt x="5040" y="474"/>
                    </a:lnTo>
                    <a:lnTo>
                      <a:pt x="4992" y="468"/>
                    </a:lnTo>
                    <a:lnTo>
                      <a:pt x="4980" y="456"/>
                    </a:lnTo>
                    <a:lnTo>
                      <a:pt x="4974" y="474"/>
                    </a:lnTo>
                    <a:lnTo>
                      <a:pt x="4956" y="480"/>
                    </a:lnTo>
                    <a:lnTo>
                      <a:pt x="4986" y="498"/>
                    </a:lnTo>
                    <a:lnTo>
                      <a:pt x="5010" y="528"/>
                    </a:lnTo>
                    <a:lnTo>
                      <a:pt x="4962" y="522"/>
                    </a:lnTo>
                    <a:lnTo>
                      <a:pt x="4956" y="516"/>
                    </a:lnTo>
                    <a:lnTo>
                      <a:pt x="4890" y="522"/>
                    </a:lnTo>
                    <a:lnTo>
                      <a:pt x="4872" y="528"/>
                    </a:lnTo>
                    <a:lnTo>
                      <a:pt x="4872" y="516"/>
                    </a:lnTo>
                    <a:lnTo>
                      <a:pt x="4824" y="522"/>
                    </a:lnTo>
                    <a:lnTo>
                      <a:pt x="4818" y="510"/>
                    </a:lnTo>
                    <a:lnTo>
                      <a:pt x="4764" y="510"/>
                    </a:lnTo>
                    <a:lnTo>
                      <a:pt x="4728" y="504"/>
                    </a:lnTo>
                    <a:lnTo>
                      <a:pt x="4746" y="480"/>
                    </a:lnTo>
                    <a:lnTo>
                      <a:pt x="4620" y="480"/>
                    </a:lnTo>
                    <a:lnTo>
                      <a:pt x="4608" y="468"/>
                    </a:lnTo>
                    <a:lnTo>
                      <a:pt x="4602" y="474"/>
                    </a:lnTo>
                    <a:lnTo>
                      <a:pt x="4590" y="468"/>
                    </a:lnTo>
                    <a:lnTo>
                      <a:pt x="4542" y="474"/>
                    </a:lnTo>
                    <a:lnTo>
                      <a:pt x="4548" y="486"/>
                    </a:lnTo>
                    <a:lnTo>
                      <a:pt x="4488" y="480"/>
                    </a:lnTo>
                    <a:lnTo>
                      <a:pt x="4476" y="486"/>
                    </a:lnTo>
                    <a:lnTo>
                      <a:pt x="4506" y="498"/>
                    </a:lnTo>
                    <a:lnTo>
                      <a:pt x="4464" y="492"/>
                    </a:lnTo>
                    <a:lnTo>
                      <a:pt x="4464" y="474"/>
                    </a:lnTo>
                    <a:lnTo>
                      <a:pt x="4434" y="456"/>
                    </a:lnTo>
                    <a:lnTo>
                      <a:pt x="4416" y="456"/>
                    </a:lnTo>
                    <a:lnTo>
                      <a:pt x="4428" y="474"/>
                    </a:lnTo>
                    <a:lnTo>
                      <a:pt x="4374" y="474"/>
                    </a:lnTo>
                    <a:lnTo>
                      <a:pt x="4368" y="468"/>
                    </a:lnTo>
                    <a:lnTo>
                      <a:pt x="4356" y="468"/>
                    </a:lnTo>
                    <a:lnTo>
                      <a:pt x="4350" y="456"/>
                    </a:lnTo>
                    <a:lnTo>
                      <a:pt x="4320" y="456"/>
                    </a:lnTo>
                    <a:lnTo>
                      <a:pt x="4296" y="444"/>
                    </a:lnTo>
                    <a:lnTo>
                      <a:pt x="4266" y="468"/>
                    </a:lnTo>
                    <a:lnTo>
                      <a:pt x="4320" y="474"/>
                    </a:lnTo>
                    <a:lnTo>
                      <a:pt x="4332" y="474"/>
                    </a:lnTo>
                    <a:lnTo>
                      <a:pt x="4326" y="480"/>
                    </a:lnTo>
                    <a:lnTo>
                      <a:pt x="4314" y="486"/>
                    </a:lnTo>
                    <a:lnTo>
                      <a:pt x="4308" y="492"/>
                    </a:lnTo>
                    <a:lnTo>
                      <a:pt x="4272" y="492"/>
                    </a:lnTo>
                    <a:lnTo>
                      <a:pt x="4266" y="498"/>
                    </a:lnTo>
                    <a:lnTo>
                      <a:pt x="4254" y="504"/>
                    </a:lnTo>
                    <a:lnTo>
                      <a:pt x="4182" y="504"/>
                    </a:lnTo>
                    <a:lnTo>
                      <a:pt x="4146" y="510"/>
                    </a:lnTo>
                    <a:lnTo>
                      <a:pt x="4134" y="534"/>
                    </a:lnTo>
                    <a:lnTo>
                      <a:pt x="4110" y="528"/>
                    </a:lnTo>
                    <a:lnTo>
                      <a:pt x="4110" y="516"/>
                    </a:lnTo>
                    <a:lnTo>
                      <a:pt x="4116" y="504"/>
                    </a:lnTo>
                    <a:lnTo>
                      <a:pt x="4122" y="498"/>
                    </a:lnTo>
                    <a:lnTo>
                      <a:pt x="4134" y="492"/>
                    </a:lnTo>
                    <a:lnTo>
                      <a:pt x="4152" y="492"/>
                    </a:lnTo>
                    <a:lnTo>
                      <a:pt x="4164" y="480"/>
                    </a:lnTo>
                    <a:lnTo>
                      <a:pt x="4206" y="474"/>
                    </a:lnTo>
                    <a:lnTo>
                      <a:pt x="4248" y="438"/>
                    </a:lnTo>
                    <a:lnTo>
                      <a:pt x="4248" y="426"/>
                    </a:lnTo>
                    <a:lnTo>
                      <a:pt x="4254" y="420"/>
                    </a:lnTo>
                    <a:lnTo>
                      <a:pt x="4266" y="414"/>
                    </a:lnTo>
                    <a:lnTo>
                      <a:pt x="4278" y="414"/>
                    </a:lnTo>
                    <a:lnTo>
                      <a:pt x="4290" y="408"/>
                    </a:lnTo>
                    <a:lnTo>
                      <a:pt x="4302" y="408"/>
                    </a:lnTo>
                    <a:lnTo>
                      <a:pt x="4320" y="402"/>
                    </a:lnTo>
                    <a:lnTo>
                      <a:pt x="4332" y="402"/>
                    </a:lnTo>
                    <a:lnTo>
                      <a:pt x="4344" y="396"/>
                    </a:lnTo>
                    <a:lnTo>
                      <a:pt x="4350" y="390"/>
                    </a:lnTo>
                    <a:lnTo>
                      <a:pt x="4356" y="378"/>
                    </a:lnTo>
                    <a:lnTo>
                      <a:pt x="4350" y="366"/>
                    </a:lnTo>
                    <a:lnTo>
                      <a:pt x="4344" y="360"/>
                    </a:lnTo>
                    <a:lnTo>
                      <a:pt x="4332" y="354"/>
                    </a:lnTo>
                    <a:lnTo>
                      <a:pt x="4326" y="348"/>
                    </a:lnTo>
                    <a:lnTo>
                      <a:pt x="4290" y="348"/>
                    </a:lnTo>
                    <a:lnTo>
                      <a:pt x="4320" y="336"/>
                    </a:lnTo>
                    <a:lnTo>
                      <a:pt x="4314" y="330"/>
                    </a:lnTo>
                    <a:lnTo>
                      <a:pt x="4302" y="324"/>
                    </a:lnTo>
                    <a:lnTo>
                      <a:pt x="4290" y="312"/>
                    </a:lnTo>
                    <a:lnTo>
                      <a:pt x="4284" y="312"/>
                    </a:lnTo>
                    <a:lnTo>
                      <a:pt x="4278" y="318"/>
                    </a:lnTo>
                    <a:lnTo>
                      <a:pt x="4254" y="318"/>
                    </a:lnTo>
                    <a:lnTo>
                      <a:pt x="4248" y="312"/>
                    </a:lnTo>
                    <a:lnTo>
                      <a:pt x="4242" y="300"/>
                    </a:lnTo>
                    <a:lnTo>
                      <a:pt x="4236" y="294"/>
                    </a:lnTo>
                    <a:lnTo>
                      <a:pt x="4194" y="294"/>
                    </a:lnTo>
                    <a:lnTo>
                      <a:pt x="4188" y="300"/>
                    </a:lnTo>
                    <a:lnTo>
                      <a:pt x="4182" y="300"/>
                    </a:lnTo>
                    <a:lnTo>
                      <a:pt x="4128" y="288"/>
                    </a:lnTo>
                    <a:lnTo>
                      <a:pt x="3990" y="282"/>
                    </a:lnTo>
                    <a:lnTo>
                      <a:pt x="3990" y="300"/>
                    </a:lnTo>
                    <a:lnTo>
                      <a:pt x="3924" y="300"/>
                    </a:lnTo>
                    <a:lnTo>
                      <a:pt x="3942" y="282"/>
                    </a:lnTo>
                    <a:lnTo>
                      <a:pt x="3942" y="276"/>
                    </a:lnTo>
                    <a:lnTo>
                      <a:pt x="3936" y="270"/>
                    </a:lnTo>
                    <a:lnTo>
                      <a:pt x="3912" y="264"/>
                    </a:lnTo>
                    <a:lnTo>
                      <a:pt x="3882" y="264"/>
                    </a:lnTo>
                    <a:lnTo>
                      <a:pt x="3852" y="270"/>
                    </a:lnTo>
                    <a:lnTo>
                      <a:pt x="3840" y="270"/>
                    </a:lnTo>
                    <a:lnTo>
                      <a:pt x="3780" y="264"/>
                    </a:lnTo>
                    <a:lnTo>
                      <a:pt x="3792" y="264"/>
                    </a:lnTo>
                    <a:lnTo>
                      <a:pt x="3810" y="258"/>
                    </a:lnTo>
                    <a:lnTo>
                      <a:pt x="3822" y="258"/>
                    </a:lnTo>
                    <a:lnTo>
                      <a:pt x="3834" y="252"/>
                    </a:lnTo>
                    <a:lnTo>
                      <a:pt x="3840" y="252"/>
                    </a:lnTo>
                    <a:lnTo>
                      <a:pt x="3840" y="246"/>
                    </a:lnTo>
                    <a:lnTo>
                      <a:pt x="3834" y="240"/>
                    </a:lnTo>
                    <a:lnTo>
                      <a:pt x="3822" y="240"/>
                    </a:lnTo>
                    <a:lnTo>
                      <a:pt x="3804" y="234"/>
                    </a:lnTo>
                    <a:lnTo>
                      <a:pt x="3762" y="234"/>
                    </a:lnTo>
                    <a:lnTo>
                      <a:pt x="3720" y="228"/>
                    </a:lnTo>
                    <a:lnTo>
                      <a:pt x="3714" y="240"/>
                    </a:lnTo>
                    <a:lnTo>
                      <a:pt x="3684" y="240"/>
                    </a:lnTo>
                    <a:lnTo>
                      <a:pt x="3672" y="246"/>
                    </a:lnTo>
                    <a:lnTo>
                      <a:pt x="3660" y="246"/>
                    </a:lnTo>
                    <a:lnTo>
                      <a:pt x="3648" y="252"/>
                    </a:lnTo>
                    <a:lnTo>
                      <a:pt x="3648" y="258"/>
                    </a:lnTo>
                    <a:lnTo>
                      <a:pt x="3654" y="270"/>
                    </a:lnTo>
                    <a:lnTo>
                      <a:pt x="3678" y="282"/>
                    </a:lnTo>
                    <a:lnTo>
                      <a:pt x="3696" y="294"/>
                    </a:lnTo>
                    <a:lnTo>
                      <a:pt x="3708" y="294"/>
                    </a:lnTo>
                    <a:lnTo>
                      <a:pt x="3714" y="300"/>
                    </a:lnTo>
                    <a:lnTo>
                      <a:pt x="3720" y="300"/>
                    </a:lnTo>
                    <a:lnTo>
                      <a:pt x="3576" y="294"/>
                    </a:lnTo>
                    <a:lnTo>
                      <a:pt x="3630" y="312"/>
                    </a:lnTo>
                    <a:lnTo>
                      <a:pt x="3576" y="324"/>
                    </a:lnTo>
                    <a:lnTo>
                      <a:pt x="3564" y="330"/>
                    </a:lnTo>
                    <a:lnTo>
                      <a:pt x="3534" y="336"/>
                    </a:lnTo>
                    <a:lnTo>
                      <a:pt x="3498" y="342"/>
                    </a:lnTo>
                    <a:lnTo>
                      <a:pt x="3474" y="342"/>
                    </a:lnTo>
                    <a:lnTo>
                      <a:pt x="3468" y="336"/>
                    </a:lnTo>
                    <a:lnTo>
                      <a:pt x="3474" y="324"/>
                    </a:lnTo>
                    <a:lnTo>
                      <a:pt x="3486" y="312"/>
                    </a:lnTo>
                    <a:lnTo>
                      <a:pt x="3420" y="312"/>
                    </a:lnTo>
                    <a:lnTo>
                      <a:pt x="3408" y="318"/>
                    </a:lnTo>
                    <a:lnTo>
                      <a:pt x="3390" y="318"/>
                    </a:lnTo>
                    <a:lnTo>
                      <a:pt x="3378" y="324"/>
                    </a:lnTo>
                    <a:lnTo>
                      <a:pt x="3366" y="336"/>
                    </a:lnTo>
                    <a:lnTo>
                      <a:pt x="3348" y="336"/>
                    </a:lnTo>
                    <a:lnTo>
                      <a:pt x="3318" y="342"/>
                    </a:lnTo>
                    <a:lnTo>
                      <a:pt x="3276" y="342"/>
                    </a:lnTo>
                    <a:lnTo>
                      <a:pt x="3246" y="348"/>
                    </a:lnTo>
                    <a:lnTo>
                      <a:pt x="3234" y="354"/>
                    </a:lnTo>
                    <a:lnTo>
                      <a:pt x="3216" y="354"/>
                    </a:lnTo>
                    <a:lnTo>
                      <a:pt x="3204" y="360"/>
                    </a:lnTo>
                    <a:lnTo>
                      <a:pt x="3186" y="360"/>
                    </a:lnTo>
                    <a:lnTo>
                      <a:pt x="3180" y="366"/>
                    </a:lnTo>
                    <a:lnTo>
                      <a:pt x="3174" y="366"/>
                    </a:lnTo>
                    <a:lnTo>
                      <a:pt x="3132" y="396"/>
                    </a:lnTo>
                    <a:lnTo>
                      <a:pt x="3114" y="396"/>
                    </a:lnTo>
                    <a:lnTo>
                      <a:pt x="3108" y="402"/>
                    </a:lnTo>
                    <a:lnTo>
                      <a:pt x="3102" y="402"/>
                    </a:lnTo>
                    <a:lnTo>
                      <a:pt x="3096" y="408"/>
                    </a:lnTo>
                    <a:lnTo>
                      <a:pt x="3102" y="414"/>
                    </a:lnTo>
                    <a:lnTo>
                      <a:pt x="3120" y="426"/>
                    </a:lnTo>
                    <a:lnTo>
                      <a:pt x="3132" y="438"/>
                    </a:lnTo>
                    <a:lnTo>
                      <a:pt x="3150" y="444"/>
                    </a:lnTo>
                    <a:lnTo>
                      <a:pt x="3156" y="450"/>
                    </a:lnTo>
                    <a:lnTo>
                      <a:pt x="3162" y="450"/>
                    </a:lnTo>
                    <a:lnTo>
                      <a:pt x="3120" y="462"/>
                    </a:lnTo>
                    <a:lnTo>
                      <a:pt x="3096" y="474"/>
                    </a:lnTo>
                    <a:lnTo>
                      <a:pt x="2994" y="474"/>
                    </a:lnTo>
                    <a:lnTo>
                      <a:pt x="2988" y="480"/>
                    </a:lnTo>
                    <a:lnTo>
                      <a:pt x="2952" y="468"/>
                    </a:lnTo>
                    <a:lnTo>
                      <a:pt x="2934" y="474"/>
                    </a:lnTo>
                    <a:lnTo>
                      <a:pt x="2880" y="474"/>
                    </a:lnTo>
                    <a:lnTo>
                      <a:pt x="2874" y="480"/>
                    </a:lnTo>
                    <a:lnTo>
                      <a:pt x="2874" y="498"/>
                    </a:lnTo>
                    <a:lnTo>
                      <a:pt x="2880" y="510"/>
                    </a:lnTo>
                    <a:lnTo>
                      <a:pt x="2892" y="522"/>
                    </a:lnTo>
                    <a:lnTo>
                      <a:pt x="2898" y="522"/>
                    </a:lnTo>
                    <a:lnTo>
                      <a:pt x="2904" y="528"/>
                    </a:lnTo>
                    <a:lnTo>
                      <a:pt x="2910" y="540"/>
                    </a:lnTo>
                    <a:lnTo>
                      <a:pt x="2916" y="546"/>
                    </a:lnTo>
                    <a:lnTo>
                      <a:pt x="2922" y="546"/>
                    </a:lnTo>
                    <a:lnTo>
                      <a:pt x="2928" y="552"/>
                    </a:lnTo>
                    <a:lnTo>
                      <a:pt x="2940" y="552"/>
                    </a:lnTo>
                    <a:lnTo>
                      <a:pt x="2952" y="558"/>
                    </a:lnTo>
                    <a:lnTo>
                      <a:pt x="2964" y="558"/>
                    </a:lnTo>
                    <a:lnTo>
                      <a:pt x="2976" y="564"/>
                    </a:lnTo>
                    <a:lnTo>
                      <a:pt x="2994" y="564"/>
                    </a:lnTo>
                    <a:lnTo>
                      <a:pt x="3012" y="570"/>
                    </a:lnTo>
                    <a:lnTo>
                      <a:pt x="3024" y="570"/>
                    </a:lnTo>
                    <a:lnTo>
                      <a:pt x="3036" y="576"/>
                    </a:lnTo>
                    <a:lnTo>
                      <a:pt x="3042" y="576"/>
                    </a:lnTo>
                    <a:lnTo>
                      <a:pt x="3054" y="588"/>
                    </a:lnTo>
                    <a:lnTo>
                      <a:pt x="3054" y="594"/>
                    </a:lnTo>
                    <a:lnTo>
                      <a:pt x="3060" y="600"/>
                    </a:lnTo>
                    <a:lnTo>
                      <a:pt x="3030" y="600"/>
                    </a:lnTo>
                    <a:lnTo>
                      <a:pt x="3012" y="606"/>
                    </a:lnTo>
                    <a:lnTo>
                      <a:pt x="3000" y="606"/>
                    </a:lnTo>
                    <a:lnTo>
                      <a:pt x="2964" y="588"/>
                    </a:lnTo>
                    <a:lnTo>
                      <a:pt x="2928" y="576"/>
                    </a:lnTo>
                    <a:lnTo>
                      <a:pt x="2904" y="570"/>
                    </a:lnTo>
                    <a:lnTo>
                      <a:pt x="2886" y="564"/>
                    </a:lnTo>
                    <a:lnTo>
                      <a:pt x="2862" y="564"/>
                    </a:lnTo>
                    <a:lnTo>
                      <a:pt x="2844" y="558"/>
                    </a:lnTo>
                    <a:lnTo>
                      <a:pt x="2802" y="558"/>
                    </a:lnTo>
                    <a:lnTo>
                      <a:pt x="2796" y="564"/>
                    </a:lnTo>
                    <a:lnTo>
                      <a:pt x="2796" y="576"/>
                    </a:lnTo>
                    <a:lnTo>
                      <a:pt x="2802" y="582"/>
                    </a:lnTo>
                    <a:lnTo>
                      <a:pt x="2808" y="582"/>
                    </a:lnTo>
                    <a:lnTo>
                      <a:pt x="2820" y="594"/>
                    </a:lnTo>
                    <a:lnTo>
                      <a:pt x="2784" y="594"/>
                    </a:lnTo>
                    <a:lnTo>
                      <a:pt x="2772" y="582"/>
                    </a:lnTo>
                    <a:lnTo>
                      <a:pt x="2754" y="582"/>
                    </a:lnTo>
                    <a:lnTo>
                      <a:pt x="2748" y="576"/>
                    </a:lnTo>
                    <a:lnTo>
                      <a:pt x="2724" y="576"/>
                    </a:lnTo>
                    <a:lnTo>
                      <a:pt x="2724" y="582"/>
                    </a:lnTo>
                    <a:lnTo>
                      <a:pt x="2730" y="600"/>
                    </a:lnTo>
                    <a:lnTo>
                      <a:pt x="2736" y="612"/>
                    </a:lnTo>
                    <a:lnTo>
                      <a:pt x="2748" y="618"/>
                    </a:lnTo>
                    <a:lnTo>
                      <a:pt x="2766" y="624"/>
                    </a:lnTo>
                    <a:lnTo>
                      <a:pt x="2802" y="624"/>
                    </a:lnTo>
                    <a:lnTo>
                      <a:pt x="2820" y="630"/>
                    </a:lnTo>
                    <a:lnTo>
                      <a:pt x="2844" y="630"/>
                    </a:lnTo>
                    <a:lnTo>
                      <a:pt x="2856" y="636"/>
                    </a:lnTo>
                    <a:lnTo>
                      <a:pt x="2862" y="648"/>
                    </a:lnTo>
                    <a:lnTo>
                      <a:pt x="2874" y="654"/>
                    </a:lnTo>
                    <a:lnTo>
                      <a:pt x="2844" y="654"/>
                    </a:lnTo>
                    <a:lnTo>
                      <a:pt x="2838" y="648"/>
                    </a:lnTo>
                    <a:lnTo>
                      <a:pt x="2826" y="642"/>
                    </a:lnTo>
                    <a:lnTo>
                      <a:pt x="2772" y="642"/>
                    </a:lnTo>
                    <a:lnTo>
                      <a:pt x="2760" y="636"/>
                    </a:lnTo>
                    <a:lnTo>
                      <a:pt x="2730" y="636"/>
                    </a:lnTo>
                    <a:lnTo>
                      <a:pt x="2724" y="624"/>
                    </a:lnTo>
                    <a:lnTo>
                      <a:pt x="2700" y="624"/>
                    </a:lnTo>
                    <a:lnTo>
                      <a:pt x="2694" y="606"/>
                    </a:lnTo>
                    <a:lnTo>
                      <a:pt x="2664" y="594"/>
                    </a:lnTo>
                    <a:lnTo>
                      <a:pt x="2670" y="588"/>
                    </a:lnTo>
                    <a:lnTo>
                      <a:pt x="2682" y="582"/>
                    </a:lnTo>
                    <a:lnTo>
                      <a:pt x="2688" y="576"/>
                    </a:lnTo>
                    <a:lnTo>
                      <a:pt x="2688" y="564"/>
                    </a:lnTo>
                    <a:lnTo>
                      <a:pt x="2658" y="534"/>
                    </a:lnTo>
                    <a:lnTo>
                      <a:pt x="2646" y="528"/>
                    </a:lnTo>
                    <a:lnTo>
                      <a:pt x="2616" y="528"/>
                    </a:lnTo>
                    <a:lnTo>
                      <a:pt x="2628" y="534"/>
                    </a:lnTo>
                    <a:lnTo>
                      <a:pt x="2652" y="558"/>
                    </a:lnTo>
                    <a:lnTo>
                      <a:pt x="2640" y="570"/>
                    </a:lnTo>
                    <a:lnTo>
                      <a:pt x="2616" y="582"/>
                    </a:lnTo>
                    <a:lnTo>
                      <a:pt x="2604" y="582"/>
                    </a:lnTo>
                    <a:lnTo>
                      <a:pt x="2586" y="624"/>
                    </a:lnTo>
                    <a:lnTo>
                      <a:pt x="2658" y="660"/>
                    </a:lnTo>
                    <a:lnTo>
                      <a:pt x="2676" y="660"/>
                    </a:lnTo>
                    <a:lnTo>
                      <a:pt x="2676" y="696"/>
                    </a:lnTo>
                    <a:lnTo>
                      <a:pt x="2670" y="708"/>
                    </a:lnTo>
                    <a:lnTo>
                      <a:pt x="2670" y="720"/>
                    </a:lnTo>
                    <a:lnTo>
                      <a:pt x="2676" y="738"/>
                    </a:lnTo>
                    <a:lnTo>
                      <a:pt x="2712" y="744"/>
                    </a:lnTo>
                    <a:lnTo>
                      <a:pt x="2712" y="768"/>
                    </a:lnTo>
                    <a:lnTo>
                      <a:pt x="2772" y="780"/>
                    </a:lnTo>
                    <a:lnTo>
                      <a:pt x="2778" y="780"/>
                    </a:lnTo>
                    <a:lnTo>
                      <a:pt x="2784" y="774"/>
                    </a:lnTo>
                    <a:lnTo>
                      <a:pt x="2796" y="774"/>
                    </a:lnTo>
                    <a:lnTo>
                      <a:pt x="2814" y="768"/>
                    </a:lnTo>
                    <a:lnTo>
                      <a:pt x="2850" y="768"/>
                    </a:lnTo>
                    <a:lnTo>
                      <a:pt x="2868" y="774"/>
                    </a:lnTo>
                    <a:lnTo>
                      <a:pt x="2874" y="780"/>
                    </a:lnTo>
                    <a:lnTo>
                      <a:pt x="2886" y="786"/>
                    </a:lnTo>
                    <a:lnTo>
                      <a:pt x="2904" y="786"/>
                    </a:lnTo>
                    <a:lnTo>
                      <a:pt x="2916" y="792"/>
                    </a:lnTo>
                    <a:lnTo>
                      <a:pt x="2952" y="804"/>
                    </a:lnTo>
                    <a:lnTo>
                      <a:pt x="2976" y="828"/>
                    </a:lnTo>
                    <a:lnTo>
                      <a:pt x="2976" y="834"/>
                    </a:lnTo>
                    <a:lnTo>
                      <a:pt x="2964" y="834"/>
                    </a:lnTo>
                    <a:lnTo>
                      <a:pt x="2958" y="840"/>
                    </a:lnTo>
                    <a:lnTo>
                      <a:pt x="2946" y="840"/>
                    </a:lnTo>
                    <a:lnTo>
                      <a:pt x="2940" y="846"/>
                    </a:lnTo>
                    <a:lnTo>
                      <a:pt x="2946" y="852"/>
                    </a:lnTo>
                    <a:lnTo>
                      <a:pt x="2958" y="858"/>
                    </a:lnTo>
                    <a:lnTo>
                      <a:pt x="2976" y="876"/>
                    </a:lnTo>
                    <a:lnTo>
                      <a:pt x="3024" y="876"/>
                    </a:lnTo>
                    <a:lnTo>
                      <a:pt x="3012" y="882"/>
                    </a:lnTo>
                    <a:lnTo>
                      <a:pt x="3006" y="882"/>
                    </a:lnTo>
                    <a:lnTo>
                      <a:pt x="2994" y="888"/>
                    </a:lnTo>
                    <a:lnTo>
                      <a:pt x="2970" y="888"/>
                    </a:lnTo>
                    <a:lnTo>
                      <a:pt x="2958" y="882"/>
                    </a:lnTo>
                    <a:lnTo>
                      <a:pt x="2952" y="876"/>
                    </a:lnTo>
                    <a:lnTo>
                      <a:pt x="2940" y="870"/>
                    </a:lnTo>
                    <a:lnTo>
                      <a:pt x="2940" y="858"/>
                    </a:lnTo>
                    <a:lnTo>
                      <a:pt x="2928" y="834"/>
                    </a:lnTo>
                    <a:lnTo>
                      <a:pt x="2916" y="822"/>
                    </a:lnTo>
                    <a:lnTo>
                      <a:pt x="2892" y="810"/>
                    </a:lnTo>
                    <a:lnTo>
                      <a:pt x="2886" y="804"/>
                    </a:lnTo>
                    <a:lnTo>
                      <a:pt x="2880" y="804"/>
                    </a:lnTo>
                    <a:lnTo>
                      <a:pt x="2874" y="798"/>
                    </a:lnTo>
                    <a:lnTo>
                      <a:pt x="2874" y="786"/>
                    </a:lnTo>
                    <a:lnTo>
                      <a:pt x="2868" y="780"/>
                    </a:lnTo>
                    <a:lnTo>
                      <a:pt x="2844" y="780"/>
                    </a:lnTo>
                    <a:lnTo>
                      <a:pt x="2832" y="786"/>
                    </a:lnTo>
                    <a:lnTo>
                      <a:pt x="2814" y="786"/>
                    </a:lnTo>
                    <a:lnTo>
                      <a:pt x="2802" y="792"/>
                    </a:lnTo>
                    <a:lnTo>
                      <a:pt x="2778" y="792"/>
                    </a:lnTo>
                    <a:lnTo>
                      <a:pt x="2760" y="810"/>
                    </a:lnTo>
                    <a:lnTo>
                      <a:pt x="2766" y="816"/>
                    </a:lnTo>
                    <a:lnTo>
                      <a:pt x="2772" y="828"/>
                    </a:lnTo>
                    <a:lnTo>
                      <a:pt x="2784" y="834"/>
                    </a:lnTo>
                    <a:lnTo>
                      <a:pt x="2802" y="852"/>
                    </a:lnTo>
                    <a:lnTo>
                      <a:pt x="2814" y="858"/>
                    </a:lnTo>
                    <a:lnTo>
                      <a:pt x="2814" y="864"/>
                    </a:lnTo>
                    <a:lnTo>
                      <a:pt x="2790" y="888"/>
                    </a:lnTo>
                    <a:lnTo>
                      <a:pt x="2784" y="888"/>
                    </a:lnTo>
                    <a:lnTo>
                      <a:pt x="2778" y="930"/>
                    </a:lnTo>
                    <a:lnTo>
                      <a:pt x="2736" y="948"/>
                    </a:lnTo>
                    <a:lnTo>
                      <a:pt x="2736" y="954"/>
                    </a:lnTo>
                    <a:lnTo>
                      <a:pt x="2730" y="966"/>
                    </a:lnTo>
                    <a:lnTo>
                      <a:pt x="2724" y="972"/>
                    </a:lnTo>
                    <a:lnTo>
                      <a:pt x="2694" y="972"/>
                    </a:lnTo>
                    <a:lnTo>
                      <a:pt x="2682" y="966"/>
                    </a:lnTo>
                    <a:lnTo>
                      <a:pt x="2652" y="966"/>
                    </a:lnTo>
                    <a:lnTo>
                      <a:pt x="2592" y="960"/>
                    </a:lnTo>
                    <a:lnTo>
                      <a:pt x="2586" y="960"/>
                    </a:lnTo>
                    <a:lnTo>
                      <a:pt x="2580" y="954"/>
                    </a:lnTo>
                    <a:lnTo>
                      <a:pt x="2568" y="948"/>
                    </a:lnTo>
                    <a:lnTo>
                      <a:pt x="2556" y="948"/>
                    </a:lnTo>
                    <a:lnTo>
                      <a:pt x="2544" y="936"/>
                    </a:lnTo>
                    <a:lnTo>
                      <a:pt x="2598" y="936"/>
                    </a:lnTo>
                    <a:lnTo>
                      <a:pt x="2616" y="942"/>
                    </a:lnTo>
                    <a:lnTo>
                      <a:pt x="2640" y="924"/>
                    </a:lnTo>
                    <a:lnTo>
                      <a:pt x="2652" y="924"/>
                    </a:lnTo>
                    <a:lnTo>
                      <a:pt x="2664" y="930"/>
                    </a:lnTo>
                    <a:lnTo>
                      <a:pt x="2682" y="930"/>
                    </a:lnTo>
                    <a:lnTo>
                      <a:pt x="2694" y="924"/>
                    </a:lnTo>
                    <a:lnTo>
                      <a:pt x="2694" y="906"/>
                    </a:lnTo>
                    <a:lnTo>
                      <a:pt x="2700" y="894"/>
                    </a:lnTo>
                    <a:lnTo>
                      <a:pt x="2700" y="882"/>
                    </a:lnTo>
                    <a:lnTo>
                      <a:pt x="2724" y="876"/>
                    </a:lnTo>
                    <a:lnTo>
                      <a:pt x="2724" y="852"/>
                    </a:lnTo>
                    <a:lnTo>
                      <a:pt x="2712" y="852"/>
                    </a:lnTo>
                    <a:lnTo>
                      <a:pt x="2718" y="846"/>
                    </a:lnTo>
                    <a:lnTo>
                      <a:pt x="2724" y="834"/>
                    </a:lnTo>
                    <a:lnTo>
                      <a:pt x="2724" y="822"/>
                    </a:lnTo>
                    <a:lnTo>
                      <a:pt x="2718" y="816"/>
                    </a:lnTo>
                    <a:lnTo>
                      <a:pt x="2712" y="816"/>
                    </a:lnTo>
                    <a:lnTo>
                      <a:pt x="2700" y="810"/>
                    </a:lnTo>
                    <a:lnTo>
                      <a:pt x="2682" y="810"/>
                    </a:lnTo>
                    <a:lnTo>
                      <a:pt x="2664" y="804"/>
                    </a:lnTo>
                    <a:lnTo>
                      <a:pt x="2652" y="804"/>
                    </a:lnTo>
                    <a:lnTo>
                      <a:pt x="2634" y="786"/>
                    </a:lnTo>
                    <a:lnTo>
                      <a:pt x="2634" y="744"/>
                    </a:lnTo>
                    <a:lnTo>
                      <a:pt x="2628" y="732"/>
                    </a:lnTo>
                    <a:lnTo>
                      <a:pt x="2616" y="720"/>
                    </a:lnTo>
                    <a:lnTo>
                      <a:pt x="2604" y="714"/>
                    </a:lnTo>
                    <a:lnTo>
                      <a:pt x="2598" y="702"/>
                    </a:lnTo>
                    <a:lnTo>
                      <a:pt x="2592" y="696"/>
                    </a:lnTo>
                    <a:lnTo>
                      <a:pt x="2586" y="660"/>
                    </a:lnTo>
                    <a:lnTo>
                      <a:pt x="2520" y="624"/>
                    </a:lnTo>
                    <a:lnTo>
                      <a:pt x="2532" y="612"/>
                    </a:lnTo>
                    <a:lnTo>
                      <a:pt x="2544" y="588"/>
                    </a:lnTo>
                    <a:lnTo>
                      <a:pt x="2544" y="576"/>
                    </a:lnTo>
                    <a:lnTo>
                      <a:pt x="2538" y="564"/>
                    </a:lnTo>
                    <a:lnTo>
                      <a:pt x="2514" y="540"/>
                    </a:lnTo>
                    <a:lnTo>
                      <a:pt x="2496" y="540"/>
                    </a:lnTo>
                    <a:lnTo>
                      <a:pt x="2484" y="534"/>
                    </a:lnTo>
                    <a:lnTo>
                      <a:pt x="2472" y="534"/>
                    </a:lnTo>
                    <a:lnTo>
                      <a:pt x="2340" y="522"/>
                    </a:lnTo>
                    <a:lnTo>
                      <a:pt x="2328" y="552"/>
                    </a:lnTo>
                    <a:lnTo>
                      <a:pt x="2346" y="570"/>
                    </a:lnTo>
                    <a:lnTo>
                      <a:pt x="2334" y="600"/>
                    </a:lnTo>
                    <a:lnTo>
                      <a:pt x="2280" y="624"/>
                    </a:lnTo>
                    <a:lnTo>
                      <a:pt x="2268" y="654"/>
                    </a:lnTo>
                    <a:lnTo>
                      <a:pt x="2304" y="660"/>
                    </a:lnTo>
                    <a:lnTo>
                      <a:pt x="2334" y="708"/>
                    </a:lnTo>
                    <a:lnTo>
                      <a:pt x="2322" y="726"/>
                    </a:lnTo>
                    <a:lnTo>
                      <a:pt x="2352" y="750"/>
                    </a:lnTo>
                    <a:lnTo>
                      <a:pt x="2388" y="744"/>
                    </a:lnTo>
                    <a:lnTo>
                      <a:pt x="2394" y="750"/>
                    </a:lnTo>
                    <a:lnTo>
                      <a:pt x="2400" y="762"/>
                    </a:lnTo>
                    <a:lnTo>
                      <a:pt x="2412" y="768"/>
                    </a:lnTo>
                    <a:lnTo>
                      <a:pt x="2418" y="774"/>
                    </a:lnTo>
                    <a:lnTo>
                      <a:pt x="2430" y="780"/>
                    </a:lnTo>
                    <a:lnTo>
                      <a:pt x="2472" y="780"/>
                    </a:lnTo>
                    <a:lnTo>
                      <a:pt x="2466" y="840"/>
                    </a:lnTo>
                    <a:lnTo>
                      <a:pt x="2448" y="816"/>
                    </a:lnTo>
                    <a:lnTo>
                      <a:pt x="2430" y="828"/>
                    </a:lnTo>
                    <a:lnTo>
                      <a:pt x="2418" y="822"/>
                    </a:lnTo>
                    <a:lnTo>
                      <a:pt x="2388" y="804"/>
                    </a:lnTo>
                    <a:lnTo>
                      <a:pt x="2352" y="792"/>
                    </a:lnTo>
                    <a:lnTo>
                      <a:pt x="2328" y="780"/>
                    </a:lnTo>
                    <a:lnTo>
                      <a:pt x="2268" y="780"/>
                    </a:lnTo>
                    <a:lnTo>
                      <a:pt x="2250" y="762"/>
                    </a:lnTo>
                    <a:lnTo>
                      <a:pt x="2244" y="780"/>
                    </a:lnTo>
                    <a:lnTo>
                      <a:pt x="2220" y="756"/>
                    </a:lnTo>
                    <a:lnTo>
                      <a:pt x="2214" y="756"/>
                    </a:lnTo>
                    <a:lnTo>
                      <a:pt x="2208" y="750"/>
                    </a:lnTo>
                    <a:lnTo>
                      <a:pt x="2196" y="744"/>
                    </a:lnTo>
                    <a:lnTo>
                      <a:pt x="2178" y="744"/>
                    </a:lnTo>
                    <a:lnTo>
                      <a:pt x="2154" y="732"/>
                    </a:lnTo>
                    <a:lnTo>
                      <a:pt x="2130" y="732"/>
                    </a:lnTo>
                    <a:lnTo>
                      <a:pt x="2118" y="738"/>
                    </a:lnTo>
                    <a:lnTo>
                      <a:pt x="2088" y="738"/>
                    </a:lnTo>
                    <a:lnTo>
                      <a:pt x="2076" y="732"/>
                    </a:lnTo>
                    <a:lnTo>
                      <a:pt x="2022" y="732"/>
                    </a:lnTo>
                    <a:lnTo>
                      <a:pt x="2016" y="738"/>
                    </a:lnTo>
                    <a:lnTo>
                      <a:pt x="2010" y="738"/>
                    </a:lnTo>
                    <a:lnTo>
                      <a:pt x="2004" y="744"/>
                    </a:lnTo>
                    <a:lnTo>
                      <a:pt x="2004" y="750"/>
                    </a:lnTo>
                    <a:lnTo>
                      <a:pt x="2016" y="762"/>
                    </a:lnTo>
                    <a:lnTo>
                      <a:pt x="2028" y="768"/>
                    </a:lnTo>
                    <a:lnTo>
                      <a:pt x="2040" y="780"/>
                    </a:lnTo>
                    <a:lnTo>
                      <a:pt x="2046" y="780"/>
                    </a:lnTo>
                    <a:lnTo>
                      <a:pt x="2022" y="810"/>
                    </a:lnTo>
                    <a:lnTo>
                      <a:pt x="2010" y="798"/>
                    </a:lnTo>
                    <a:lnTo>
                      <a:pt x="2010" y="828"/>
                    </a:lnTo>
                    <a:lnTo>
                      <a:pt x="1998" y="828"/>
                    </a:lnTo>
                    <a:lnTo>
                      <a:pt x="1986" y="822"/>
                    </a:lnTo>
                    <a:lnTo>
                      <a:pt x="1980" y="822"/>
                    </a:lnTo>
                    <a:lnTo>
                      <a:pt x="1974" y="816"/>
                    </a:lnTo>
                    <a:lnTo>
                      <a:pt x="1974" y="786"/>
                    </a:lnTo>
                    <a:lnTo>
                      <a:pt x="1968" y="780"/>
                    </a:lnTo>
                    <a:lnTo>
                      <a:pt x="1950" y="780"/>
                    </a:lnTo>
                    <a:lnTo>
                      <a:pt x="1938" y="786"/>
                    </a:lnTo>
                    <a:lnTo>
                      <a:pt x="1920" y="792"/>
                    </a:lnTo>
                    <a:lnTo>
                      <a:pt x="1908" y="804"/>
                    </a:lnTo>
                    <a:lnTo>
                      <a:pt x="1884" y="816"/>
                    </a:lnTo>
                    <a:lnTo>
                      <a:pt x="1866" y="816"/>
                    </a:lnTo>
                    <a:lnTo>
                      <a:pt x="1842" y="804"/>
                    </a:lnTo>
                    <a:lnTo>
                      <a:pt x="1824" y="804"/>
                    </a:lnTo>
                    <a:lnTo>
                      <a:pt x="1800" y="810"/>
                    </a:lnTo>
                    <a:lnTo>
                      <a:pt x="1782" y="816"/>
                    </a:lnTo>
                    <a:lnTo>
                      <a:pt x="1764" y="828"/>
                    </a:lnTo>
                    <a:lnTo>
                      <a:pt x="1752" y="834"/>
                    </a:lnTo>
                    <a:lnTo>
                      <a:pt x="1746" y="840"/>
                    </a:lnTo>
                    <a:lnTo>
                      <a:pt x="1680" y="840"/>
                    </a:lnTo>
                    <a:lnTo>
                      <a:pt x="1692" y="816"/>
                    </a:lnTo>
                    <a:lnTo>
                      <a:pt x="1692" y="780"/>
                    </a:lnTo>
                    <a:lnTo>
                      <a:pt x="1680" y="780"/>
                    </a:lnTo>
                    <a:lnTo>
                      <a:pt x="1668" y="786"/>
                    </a:lnTo>
                    <a:lnTo>
                      <a:pt x="1650" y="792"/>
                    </a:lnTo>
                    <a:lnTo>
                      <a:pt x="1638" y="792"/>
                    </a:lnTo>
                    <a:lnTo>
                      <a:pt x="1626" y="804"/>
                    </a:lnTo>
                    <a:lnTo>
                      <a:pt x="1626" y="816"/>
                    </a:lnTo>
                    <a:lnTo>
                      <a:pt x="1632" y="822"/>
                    </a:lnTo>
                    <a:lnTo>
                      <a:pt x="1632" y="828"/>
                    </a:lnTo>
                    <a:lnTo>
                      <a:pt x="1608" y="834"/>
                    </a:lnTo>
                    <a:lnTo>
                      <a:pt x="1608" y="810"/>
                    </a:lnTo>
                    <a:lnTo>
                      <a:pt x="1584" y="816"/>
                    </a:lnTo>
                    <a:lnTo>
                      <a:pt x="1530" y="822"/>
                    </a:lnTo>
                    <a:lnTo>
                      <a:pt x="1488" y="852"/>
                    </a:lnTo>
                    <a:lnTo>
                      <a:pt x="1440" y="858"/>
                    </a:lnTo>
                    <a:lnTo>
                      <a:pt x="1452" y="876"/>
                    </a:lnTo>
                    <a:lnTo>
                      <a:pt x="1440" y="876"/>
                    </a:lnTo>
                    <a:lnTo>
                      <a:pt x="1428" y="870"/>
                    </a:lnTo>
                    <a:lnTo>
                      <a:pt x="1422" y="870"/>
                    </a:lnTo>
                    <a:lnTo>
                      <a:pt x="1410" y="876"/>
                    </a:lnTo>
                    <a:lnTo>
                      <a:pt x="1404" y="882"/>
                    </a:lnTo>
                    <a:lnTo>
                      <a:pt x="1404" y="924"/>
                    </a:lnTo>
                    <a:lnTo>
                      <a:pt x="1332" y="930"/>
                    </a:lnTo>
                    <a:lnTo>
                      <a:pt x="1326" y="924"/>
                    </a:lnTo>
                    <a:lnTo>
                      <a:pt x="1314" y="918"/>
                    </a:lnTo>
                    <a:lnTo>
                      <a:pt x="1308" y="912"/>
                    </a:lnTo>
                    <a:lnTo>
                      <a:pt x="1266" y="912"/>
                    </a:lnTo>
                    <a:lnTo>
                      <a:pt x="1260" y="906"/>
                    </a:lnTo>
                    <a:lnTo>
                      <a:pt x="1260" y="876"/>
                    </a:lnTo>
                    <a:lnTo>
                      <a:pt x="1266" y="870"/>
                    </a:lnTo>
                    <a:lnTo>
                      <a:pt x="1266" y="864"/>
                    </a:lnTo>
                    <a:lnTo>
                      <a:pt x="1272" y="858"/>
                    </a:lnTo>
                    <a:lnTo>
                      <a:pt x="1284" y="864"/>
                    </a:lnTo>
                    <a:lnTo>
                      <a:pt x="1344" y="864"/>
                    </a:lnTo>
                    <a:lnTo>
                      <a:pt x="1332" y="858"/>
                    </a:lnTo>
                    <a:lnTo>
                      <a:pt x="1326" y="846"/>
                    </a:lnTo>
                    <a:lnTo>
                      <a:pt x="1314" y="840"/>
                    </a:lnTo>
                    <a:lnTo>
                      <a:pt x="1302" y="828"/>
                    </a:lnTo>
                    <a:lnTo>
                      <a:pt x="1290" y="822"/>
                    </a:lnTo>
                    <a:lnTo>
                      <a:pt x="1278" y="810"/>
                    </a:lnTo>
                    <a:lnTo>
                      <a:pt x="1152" y="810"/>
                    </a:lnTo>
                    <a:lnTo>
                      <a:pt x="1164" y="822"/>
                    </a:lnTo>
                    <a:lnTo>
                      <a:pt x="1188" y="822"/>
                    </a:lnTo>
                    <a:lnTo>
                      <a:pt x="1200" y="828"/>
                    </a:lnTo>
                    <a:lnTo>
                      <a:pt x="1200" y="846"/>
                    </a:lnTo>
                    <a:lnTo>
                      <a:pt x="1194" y="864"/>
                    </a:lnTo>
                    <a:lnTo>
                      <a:pt x="1194" y="876"/>
                    </a:lnTo>
                    <a:lnTo>
                      <a:pt x="1188" y="894"/>
                    </a:lnTo>
                    <a:lnTo>
                      <a:pt x="1188" y="918"/>
                    </a:lnTo>
                    <a:lnTo>
                      <a:pt x="1194" y="918"/>
                    </a:lnTo>
                    <a:lnTo>
                      <a:pt x="1206" y="924"/>
                    </a:lnTo>
                    <a:lnTo>
                      <a:pt x="1230" y="924"/>
                    </a:lnTo>
                    <a:lnTo>
                      <a:pt x="1236" y="930"/>
                    </a:lnTo>
                    <a:lnTo>
                      <a:pt x="1242" y="930"/>
                    </a:lnTo>
                    <a:lnTo>
                      <a:pt x="1236" y="966"/>
                    </a:lnTo>
                    <a:lnTo>
                      <a:pt x="1248" y="996"/>
                    </a:lnTo>
                    <a:lnTo>
                      <a:pt x="1212" y="972"/>
                    </a:lnTo>
                    <a:lnTo>
                      <a:pt x="1194" y="996"/>
                    </a:lnTo>
                    <a:lnTo>
                      <a:pt x="1188" y="966"/>
                    </a:lnTo>
                    <a:lnTo>
                      <a:pt x="1116" y="948"/>
                    </a:lnTo>
                    <a:lnTo>
                      <a:pt x="1086" y="984"/>
                    </a:lnTo>
                    <a:lnTo>
                      <a:pt x="1062" y="984"/>
                    </a:lnTo>
                    <a:lnTo>
                      <a:pt x="1056" y="996"/>
                    </a:lnTo>
                    <a:lnTo>
                      <a:pt x="1044" y="1002"/>
                    </a:lnTo>
                    <a:lnTo>
                      <a:pt x="1038" y="1008"/>
                    </a:lnTo>
                    <a:lnTo>
                      <a:pt x="1026" y="1014"/>
                    </a:lnTo>
                    <a:lnTo>
                      <a:pt x="1014" y="1014"/>
                    </a:lnTo>
                    <a:lnTo>
                      <a:pt x="1002" y="1020"/>
                    </a:lnTo>
                    <a:lnTo>
                      <a:pt x="1002" y="1032"/>
                    </a:lnTo>
                    <a:lnTo>
                      <a:pt x="1008" y="1038"/>
                    </a:lnTo>
                    <a:lnTo>
                      <a:pt x="1020" y="1044"/>
                    </a:lnTo>
                    <a:lnTo>
                      <a:pt x="1032" y="1056"/>
                    </a:lnTo>
                    <a:lnTo>
                      <a:pt x="1044" y="1062"/>
                    </a:lnTo>
                    <a:lnTo>
                      <a:pt x="1050" y="1068"/>
                    </a:lnTo>
                    <a:lnTo>
                      <a:pt x="1062" y="1074"/>
                    </a:lnTo>
                    <a:lnTo>
                      <a:pt x="1080" y="1104"/>
                    </a:lnTo>
                    <a:lnTo>
                      <a:pt x="1050" y="1086"/>
                    </a:lnTo>
                    <a:lnTo>
                      <a:pt x="1038" y="1092"/>
                    </a:lnTo>
                    <a:lnTo>
                      <a:pt x="1032" y="1098"/>
                    </a:lnTo>
                    <a:lnTo>
                      <a:pt x="1020" y="1098"/>
                    </a:lnTo>
                    <a:lnTo>
                      <a:pt x="1008" y="1092"/>
                    </a:lnTo>
                    <a:lnTo>
                      <a:pt x="996" y="1092"/>
                    </a:lnTo>
                    <a:lnTo>
                      <a:pt x="978" y="1086"/>
                    </a:lnTo>
                    <a:lnTo>
                      <a:pt x="966" y="1080"/>
                    </a:lnTo>
                    <a:lnTo>
                      <a:pt x="948" y="1080"/>
                    </a:lnTo>
                    <a:lnTo>
                      <a:pt x="936" y="1074"/>
                    </a:lnTo>
                    <a:lnTo>
                      <a:pt x="924" y="1074"/>
                    </a:lnTo>
                    <a:lnTo>
                      <a:pt x="918" y="1068"/>
                    </a:lnTo>
                    <a:lnTo>
                      <a:pt x="918" y="1056"/>
                    </a:lnTo>
                    <a:lnTo>
                      <a:pt x="906" y="1050"/>
                    </a:lnTo>
                    <a:lnTo>
                      <a:pt x="888" y="1050"/>
                    </a:lnTo>
                    <a:lnTo>
                      <a:pt x="864" y="1062"/>
                    </a:lnTo>
                    <a:lnTo>
                      <a:pt x="858" y="1068"/>
                    </a:lnTo>
                    <a:lnTo>
                      <a:pt x="840" y="1068"/>
                    </a:lnTo>
                    <a:lnTo>
                      <a:pt x="882" y="1104"/>
                    </a:lnTo>
                    <a:lnTo>
                      <a:pt x="900" y="1104"/>
                    </a:lnTo>
                    <a:lnTo>
                      <a:pt x="912" y="1110"/>
                    </a:lnTo>
                    <a:lnTo>
                      <a:pt x="924" y="1110"/>
                    </a:lnTo>
                    <a:lnTo>
                      <a:pt x="936" y="1116"/>
                    </a:lnTo>
                    <a:lnTo>
                      <a:pt x="942" y="1116"/>
                    </a:lnTo>
                    <a:lnTo>
                      <a:pt x="942" y="1122"/>
                    </a:lnTo>
                    <a:lnTo>
                      <a:pt x="936" y="1134"/>
                    </a:lnTo>
                    <a:lnTo>
                      <a:pt x="924" y="1140"/>
                    </a:lnTo>
                    <a:lnTo>
                      <a:pt x="918" y="1146"/>
                    </a:lnTo>
                    <a:lnTo>
                      <a:pt x="852" y="1128"/>
                    </a:lnTo>
                    <a:lnTo>
                      <a:pt x="840" y="1122"/>
                    </a:lnTo>
                    <a:lnTo>
                      <a:pt x="834" y="1116"/>
                    </a:lnTo>
                    <a:lnTo>
                      <a:pt x="822" y="1110"/>
                    </a:lnTo>
                    <a:lnTo>
                      <a:pt x="762" y="1110"/>
                    </a:lnTo>
                    <a:lnTo>
                      <a:pt x="756" y="1104"/>
                    </a:lnTo>
                    <a:lnTo>
                      <a:pt x="756" y="1056"/>
                    </a:lnTo>
                    <a:lnTo>
                      <a:pt x="738" y="1044"/>
                    </a:lnTo>
                    <a:lnTo>
                      <a:pt x="750" y="1032"/>
                    </a:lnTo>
                    <a:lnTo>
                      <a:pt x="756" y="1020"/>
                    </a:lnTo>
                    <a:lnTo>
                      <a:pt x="756" y="1002"/>
                    </a:lnTo>
                    <a:lnTo>
                      <a:pt x="738" y="990"/>
                    </a:lnTo>
                    <a:lnTo>
                      <a:pt x="702" y="978"/>
                    </a:lnTo>
                    <a:lnTo>
                      <a:pt x="672" y="972"/>
                    </a:lnTo>
                    <a:lnTo>
                      <a:pt x="660" y="966"/>
                    </a:lnTo>
                    <a:lnTo>
                      <a:pt x="630" y="948"/>
                    </a:lnTo>
                    <a:lnTo>
                      <a:pt x="606" y="930"/>
                    </a:lnTo>
                    <a:lnTo>
                      <a:pt x="594" y="912"/>
                    </a:lnTo>
                    <a:lnTo>
                      <a:pt x="630" y="912"/>
                    </a:lnTo>
                    <a:lnTo>
                      <a:pt x="630" y="924"/>
                    </a:lnTo>
                    <a:lnTo>
                      <a:pt x="642" y="924"/>
                    </a:lnTo>
                    <a:lnTo>
                      <a:pt x="654" y="930"/>
                    </a:lnTo>
                    <a:lnTo>
                      <a:pt x="672" y="930"/>
                    </a:lnTo>
                    <a:lnTo>
                      <a:pt x="690" y="936"/>
                    </a:lnTo>
                    <a:lnTo>
                      <a:pt x="720" y="936"/>
                    </a:lnTo>
                    <a:lnTo>
                      <a:pt x="732" y="942"/>
                    </a:lnTo>
                    <a:lnTo>
                      <a:pt x="738" y="954"/>
                    </a:lnTo>
                    <a:lnTo>
                      <a:pt x="762" y="966"/>
                    </a:lnTo>
                    <a:lnTo>
                      <a:pt x="816" y="966"/>
                    </a:lnTo>
                    <a:lnTo>
                      <a:pt x="846" y="972"/>
                    </a:lnTo>
                    <a:lnTo>
                      <a:pt x="858" y="972"/>
                    </a:lnTo>
                    <a:lnTo>
                      <a:pt x="870" y="978"/>
                    </a:lnTo>
                    <a:lnTo>
                      <a:pt x="894" y="984"/>
                    </a:lnTo>
                    <a:lnTo>
                      <a:pt x="930" y="990"/>
                    </a:lnTo>
                    <a:lnTo>
                      <a:pt x="978" y="984"/>
                    </a:lnTo>
                    <a:lnTo>
                      <a:pt x="1026" y="972"/>
                    </a:lnTo>
                    <a:lnTo>
                      <a:pt x="1062" y="954"/>
                    </a:lnTo>
                    <a:lnTo>
                      <a:pt x="1080" y="936"/>
                    </a:lnTo>
                    <a:lnTo>
                      <a:pt x="1074" y="912"/>
                    </a:lnTo>
                    <a:lnTo>
                      <a:pt x="1032" y="870"/>
                    </a:lnTo>
                    <a:lnTo>
                      <a:pt x="1014" y="858"/>
                    </a:lnTo>
                    <a:lnTo>
                      <a:pt x="996" y="852"/>
                    </a:lnTo>
                    <a:lnTo>
                      <a:pt x="948" y="840"/>
                    </a:lnTo>
                    <a:lnTo>
                      <a:pt x="900" y="822"/>
                    </a:lnTo>
                    <a:lnTo>
                      <a:pt x="828" y="798"/>
                    </a:lnTo>
                    <a:lnTo>
                      <a:pt x="792" y="780"/>
                    </a:lnTo>
                    <a:lnTo>
                      <a:pt x="756" y="774"/>
                    </a:lnTo>
                    <a:lnTo>
                      <a:pt x="624" y="774"/>
                    </a:lnTo>
                    <a:lnTo>
                      <a:pt x="612" y="756"/>
                    </a:lnTo>
                    <a:lnTo>
                      <a:pt x="588" y="762"/>
                    </a:lnTo>
                    <a:lnTo>
                      <a:pt x="552" y="744"/>
                    </a:lnTo>
                    <a:lnTo>
                      <a:pt x="588" y="738"/>
                    </a:lnTo>
                    <a:lnTo>
                      <a:pt x="606" y="726"/>
                    </a:lnTo>
                    <a:lnTo>
                      <a:pt x="600" y="726"/>
                    </a:lnTo>
                    <a:lnTo>
                      <a:pt x="594" y="720"/>
                    </a:lnTo>
                    <a:lnTo>
                      <a:pt x="582" y="720"/>
                    </a:lnTo>
                    <a:lnTo>
                      <a:pt x="564" y="714"/>
                    </a:lnTo>
                    <a:lnTo>
                      <a:pt x="546" y="714"/>
                    </a:lnTo>
                    <a:lnTo>
                      <a:pt x="534" y="708"/>
                    </a:lnTo>
                    <a:lnTo>
                      <a:pt x="522" y="720"/>
                    </a:lnTo>
                    <a:lnTo>
                      <a:pt x="522" y="726"/>
                    </a:lnTo>
                    <a:lnTo>
                      <a:pt x="516" y="732"/>
                    </a:lnTo>
                    <a:lnTo>
                      <a:pt x="498" y="732"/>
                    </a:lnTo>
                    <a:lnTo>
                      <a:pt x="486" y="744"/>
                    </a:lnTo>
                    <a:lnTo>
                      <a:pt x="450" y="744"/>
                    </a:lnTo>
                    <a:lnTo>
                      <a:pt x="444" y="756"/>
                    </a:lnTo>
                    <a:lnTo>
                      <a:pt x="420" y="762"/>
                    </a:lnTo>
                    <a:lnTo>
                      <a:pt x="420" y="768"/>
                    </a:lnTo>
                    <a:lnTo>
                      <a:pt x="414" y="780"/>
                    </a:lnTo>
                    <a:lnTo>
                      <a:pt x="390" y="780"/>
                    </a:lnTo>
                    <a:lnTo>
                      <a:pt x="384" y="792"/>
                    </a:lnTo>
                    <a:lnTo>
                      <a:pt x="396" y="804"/>
                    </a:lnTo>
                    <a:lnTo>
                      <a:pt x="396" y="810"/>
                    </a:lnTo>
                    <a:lnTo>
                      <a:pt x="378" y="810"/>
                    </a:lnTo>
                    <a:lnTo>
                      <a:pt x="378" y="822"/>
                    </a:lnTo>
                    <a:lnTo>
                      <a:pt x="384" y="834"/>
                    </a:lnTo>
                    <a:lnTo>
                      <a:pt x="384" y="840"/>
                    </a:lnTo>
                    <a:lnTo>
                      <a:pt x="390" y="846"/>
                    </a:lnTo>
                    <a:lnTo>
                      <a:pt x="396" y="846"/>
                    </a:lnTo>
                    <a:lnTo>
                      <a:pt x="402" y="840"/>
                    </a:lnTo>
                    <a:lnTo>
                      <a:pt x="420" y="840"/>
                    </a:lnTo>
                    <a:lnTo>
                      <a:pt x="468" y="888"/>
                    </a:lnTo>
                    <a:lnTo>
                      <a:pt x="468" y="900"/>
                    </a:lnTo>
                    <a:lnTo>
                      <a:pt x="462" y="900"/>
                    </a:lnTo>
                    <a:lnTo>
                      <a:pt x="450" y="906"/>
                    </a:lnTo>
                    <a:lnTo>
                      <a:pt x="444" y="906"/>
                    </a:lnTo>
                    <a:lnTo>
                      <a:pt x="444" y="918"/>
                    </a:lnTo>
                    <a:lnTo>
                      <a:pt x="438" y="918"/>
                    </a:lnTo>
                    <a:lnTo>
                      <a:pt x="426" y="924"/>
                    </a:lnTo>
                    <a:lnTo>
                      <a:pt x="420" y="930"/>
                    </a:lnTo>
                    <a:lnTo>
                      <a:pt x="438" y="948"/>
                    </a:lnTo>
                    <a:lnTo>
                      <a:pt x="450" y="954"/>
                    </a:lnTo>
                    <a:lnTo>
                      <a:pt x="456" y="966"/>
                    </a:lnTo>
                    <a:lnTo>
                      <a:pt x="468" y="972"/>
                    </a:lnTo>
                    <a:lnTo>
                      <a:pt x="492" y="996"/>
                    </a:lnTo>
                    <a:lnTo>
                      <a:pt x="504" y="1002"/>
                    </a:lnTo>
                    <a:lnTo>
                      <a:pt x="510" y="1008"/>
                    </a:lnTo>
                    <a:lnTo>
                      <a:pt x="510" y="1014"/>
                    </a:lnTo>
                    <a:lnTo>
                      <a:pt x="504" y="1020"/>
                    </a:lnTo>
                    <a:lnTo>
                      <a:pt x="492" y="1020"/>
                    </a:lnTo>
                    <a:lnTo>
                      <a:pt x="480" y="1014"/>
                    </a:lnTo>
                    <a:lnTo>
                      <a:pt x="474" y="1014"/>
                    </a:lnTo>
                    <a:lnTo>
                      <a:pt x="468" y="1044"/>
                    </a:lnTo>
                    <a:lnTo>
                      <a:pt x="480" y="1056"/>
                    </a:lnTo>
                    <a:lnTo>
                      <a:pt x="480" y="1068"/>
                    </a:lnTo>
                    <a:lnTo>
                      <a:pt x="492" y="1068"/>
                    </a:lnTo>
                    <a:lnTo>
                      <a:pt x="498" y="1074"/>
                    </a:lnTo>
                    <a:lnTo>
                      <a:pt x="504" y="1074"/>
                    </a:lnTo>
                    <a:lnTo>
                      <a:pt x="510" y="1080"/>
                    </a:lnTo>
                    <a:lnTo>
                      <a:pt x="510" y="1086"/>
                    </a:lnTo>
                    <a:lnTo>
                      <a:pt x="504" y="1092"/>
                    </a:lnTo>
                    <a:lnTo>
                      <a:pt x="498" y="1104"/>
                    </a:lnTo>
                    <a:lnTo>
                      <a:pt x="522" y="1110"/>
                    </a:lnTo>
                    <a:lnTo>
                      <a:pt x="534" y="1116"/>
                    </a:lnTo>
                    <a:lnTo>
                      <a:pt x="540" y="1122"/>
                    </a:lnTo>
                    <a:lnTo>
                      <a:pt x="540" y="1128"/>
                    </a:lnTo>
                    <a:lnTo>
                      <a:pt x="516" y="1152"/>
                    </a:lnTo>
                    <a:lnTo>
                      <a:pt x="510" y="1152"/>
                    </a:lnTo>
                    <a:lnTo>
                      <a:pt x="582" y="1188"/>
                    </a:lnTo>
                    <a:lnTo>
                      <a:pt x="588" y="1200"/>
                    </a:lnTo>
                    <a:lnTo>
                      <a:pt x="594" y="1206"/>
                    </a:lnTo>
                    <a:lnTo>
                      <a:pt x="600" y="1218"/>
                    </a:lnTo>
                    <a:lnTo>
                      <a:pt x="600" y="1230"/>
                    </a:lnTo>
                    <a:lnTo>
                      <a:pt x="594" y="1236"/>
                    </a:lnTo>
                    <a:lnTo>
                      <a:pt x="588" y="1248"/>
                    </a:lnTo>
                    <a:lnTo>
                      <a:pt x="552" y="1284"/>
                    </a:lnTo>
                    <a:lnTo>
                      <a:pt x="546" y="1284"/>
                    </a:lnTo>
                    <a:lnTo>
                      <a:pt x="486" y="1344"/>
                    </a:lnTo>
                    <a:lnTo>
                      <a:pt x="426" y="1374"/>
                    </a:lnTo>
                    <a:lnTo>
                      <a:pt x="432" y="1386"/>
                    </a:lnTo>
                    <a:lnTo>
                      <a:pt x="462" y="1368"/>
                    </a:lnTo>
                    <a:lnTo>
                      <a:pt x="468" y="1386"/>
                    </a:lnTo>
                    <a:lnTo>
                      <a:pt x="480" y="1398"/>
                    </a:lnTo>
                    <a:lnTo>
                      <a:pt x="492" y="1404"/>
                    </a:lnTo>
                    <a:lnTo>
                      <a:pt x="498" y="1410"/>
                    </a:lnTo>
                    <a:lnTo>
                      <a:pt x="546" y="1410"/>
                    </a:lnTo>
                    <a:lnTo>
                      <a:pt x="558" y="1428"/>
                    </a:lnTo>
                    <a:lnTo>
                      <a:pt x="546" y="1428"/>
                    </a:lnTo>
                    <a:lnTo>
                      <a:pt x="534" y="1422"/>
                    </a:lnTo>
                    <a:lnTo>
                      <a:pt x="504" y="1422"/>
                    </a:lnTo>
                    <a:lnTo>
                      <a:pt x="492" y="1434"/>
                    </a:lnTo>
                    <a:lnTo>
                      <a:pt x="492" y="1440"/>
                    </a:lnTo>
                    <a:lnTo>
                      <a:pt x="456" y="1440"/>
                    </a:lnTo>
                    <a:lnTo>
                      <a:pt x="450" y="1470"/>
                    </a:lnTo>
                    <a:lnTo>
                      <a:pt x="438" y="1470"/>
                    </a:lnTo>
                    <a:lnTo>
                      <a:pt x="432" y="1482"/>
                    </a:lnTo>
                    <a:lnTo>
                      <a:pt x="438" y="1494"/>
                    </a:lnTo>
                    <a:lnTo>
                      <a:pt x="432" y="1500"/>
                    </a:lnTo>
                    <a:lnTo>
                      <a:pt x="426" y="1500"/>
                    </a:lnTo>
                    <a:lnTo>
                      <a:pt x="414" y="1512"/>
                    </a:lnTo>
                    <a:lnTo>
                      <a:pt x="414" y="1530"/>
                    </a:lnTo>
                    <a:lnTo>
                      <a:pt x="432" y="1536"/>
                    </a:lnTo>
                    <a:lnTo>
                      <a:pt x="420" y="1560"/>
                    </a:lnTo>
                    <a:lnTo>
                      <a:pt x="432" y="1566"/>
                    </a:lnTo>
                    <a:lnTo>
                      <a:pt x="444" y="1584"/>
                    </a:lnTo>
                    <a:lnTo>
                      <a:pt x="426" y="1596"/>
                    </a:lnTo>
                    <a:lnTo>
                      <a:pt x="426" y="1608"/>
                    </a:lnTo>
                    <a:lnTo>
                      <a:pt x="432" y="1608"/>
                    </a:lnTo>
                    <a:lnTo>
                      <a:pt x="444" y="1620"/>
                    </a:lnTo>
                    <a:lnTo>
                      <a:pt x="456" y="1626"/>
                    </a:lnTo>
                    <a:lnTo>
                      <a:pt x="462" y="1632"/>
                    </a:lnTo>
                    <a:lnTo>
                      <a:pt x="462" y="1638"/>
                    </a:lnTo>
                    <a:lnTo>
                      <a:pt x="444" y="1638"/>
                    </a:lnTo>
                    <a:lnTo>
                      <a:pt x="438" y="1656"/>
                    </a:lnTo>
                    <a:lnTo>
                      <a:pt x="462" y="1662"/>
                    </a:lnTo>
                    <a:lnTo>
                      <a:pt x="468" y="1668"/>
                    </a:lnTo>
                    <a:lnTo>
                      <a:pt x="474" y="1680"/>
                    </a:lnTo>
                    <a:lnTo>
                      <a:pt x="486" y="1692"/>
                    </a:lnTo>
                    <a:lnTo>
                      <a:pt x="486" y="1716"/>
                    </a:lnTo>
                    <a:lnTo>
                      <a:pt x="510" y="1716"/>
                    </a:lnTo>
                    <a:lnTo>
                      <a:pt x="516" y="1722"/>
                    </a:lnTo>
                    <a:lnTo>
                      <a:pt x="516" y="1728"/>
                    </a:lnTo>
                    <a:lnTo>
                      <a:pt x="528" y="1722"/>
                    </a:lnTo>
                    <a:lnTo>
                      <a:pt x="564" y="1728"/>
                    </a:lnTo>
                    <a:lnTo>
                      <a:pt x="570" y="1746"/>
                    </a:lnTo>
                    <a:lnTo>
                      <a:pt x="600" y="1728"/>
                    </a:lnTo>
                    <a:lnTo>
                      <a:pt x="606" y="1728"/>
                    </a:lnTo>
                    <a:lnTo>
                      <a:pt x="612" y="1734"/>
                    </a:lnTo>
                    <a:lnTo>
                      <a:pt x="648" y="1752"/>
                    </a:lnTo>
                    <a:lnTo>
                      <a:pt x="654" y="1758"/>
                    </a:lnTo>
                    <a:lnTo>
                      <a:pt x="654" y="1770"/>
                    </a:lnTo>
                    <a:lnTo>
                      <a:pt x="648" y="1776"/>
                    </a:lnTo>
                    <a:lnTo>
                      <a:pt x="660" y="1794"/>
                    </a:lnTo>
                    <a:lnTo>
                      <a:pt x="654" y="1812"/>
                    </a:lnTo>
                    <a:lnTo>
                      <a:pt x="660" y="1818"/>
                    </a:lnTo>
                    <a:lnTo>
                      <a:pt x="672" y="1824"/>
                    </a:lnTo>
                    <a:lnTo>
                      <a:pt x="690" y="1842"/>
                    </a:lnTo>
                    <a:lnTo>
                      <a:pt x="690" y="1854"/>
                    </a:lnTo>
                    <a:lnTo>
                      <a:pt x="720" y="1866"/>
                    </a:lnTo>
                    <a:lnTo>
                      <a:pt x="720" y="1890"/>
                    </a:lnTo>
                    <a:lnTo>
                      <a:pt x="756" y="1890"/>
                    </a:lnTo>
                    <a:lnTo>
                      <a:pt x="762" y="1896"/>
                    </a:lnTo>
                    <a:lnTo>
                      <a:pt x="768" y="1896"/>
                    </a:lnTo>
                    <a:lnTo>
                      <a:pt x="768" y="1902"/>
                    </a:lnTo>
                    <a:lnTo>
                      <a:pt x="762" y="1908"/>
                    </a:lnTo>
                    <a:lnTo>
                      <a:pt x="786" y="1920"/>
                    </a:lnTo>
                    <a:lnTo>
                      <a:pt x="774" y="1926"/>
                    </a:lnTo>
                    <a:lnTo>
                      <a:pt x="768" y="1938"/>
                    </a:lnTo>
                    <a:lnTo>
                      <a:pt x="744" y="1950"/>
                    </a:lnTo>
                    <a:lnTo>
                      <a:pt x="738" y="1950"/>
                    </a:lnTo>
                    <a:lnTo>
                      <a:pt x="732" y="1944"/>
                    </a:lnTo>
                    <a:lnTo>
                      <a:pt x="726" y="1944"/>
                    </a:lnTo>
                    <a:lnTo>
                      <a:pt x="726" y="1938"/>
                    </a:lnTo>
                    <a:lnTo>
                      <a:pt x="702" y="1938"/>
                    </a:lnTo>
                    <a:lnTo>
                      <a:pt x="696" y="1944"/>
                    </a:lnTo>
                    <a:lnTo>
                      <a:pt x="696" y="1950"/>
                    </a:lnTo>
                    <a:lnTo>
                      <a:pt x="720" y="1974"/>
                    </a:lnTo>
                    <a:lnTo>
                      <a:pt x="720" y="1992"/>
                    </a:lnTo>
                    <a:lnTo>
                      <a:pt x="726" y="1998"/>
                    </a:lnTo>
                    <a:lnTo>
                      <a:pt x="732" y="2010"/>
                    </a:lnTo>
                    <a:lnTo>
                      <a:pt x="732" y="2028"/>
                    </a:lnTo>
                    <a:lnTo>
                      <a:pt x="720" y="2028"/>
                    </a:lnTo>
                    <a:lnTo>
                      <a:pt x="714" y="2022"/>
                    </a:lnTo>
                    <a:lnTo>
                      <a:pt x="708" y="2022"/>
                    </a:lnTo>
                    <a:lnTo>
                      <a:pt x="720" y="2028"/>
                    </a:lnTo>
                    <a:lnTo>
                      <a:pt x="768" y="2028"/>
                    </a:lnTo>
                    <a:lnTo>
                      <a:pt x="774" y="2022"/>
                    </a:lnTo>
                    <a:lnTo>
                      <a:pt x="774" y="2010"/>
                    </a:lnTo>
                    <a:lnTo>
                      <a:pt x="804" y="2010"/>
                    </a:lnTo>
                    <a:lnTo>
                      <a:pt x="816" y="2004"/>
                    </a:lnTo>
                    <a:lnTo>
                      <a:pt x="864" y="2004"/>
                    </a:lnTo>
                    <a:lnTo>
                      <a:pt x="870" y="2022"/>
                    </a:lnTo>
                    <a:lnTo>
                      <a:pt x="876" y="2022"/>
                    </a:lnTo>
                    <a:lnTo>
                      <a:pt x="882" y="2028"/>
                    </a:lnTo>
                    <a:lnTo>
                      <a:pt x="894" y="2034"/>
                    </a:lnTo>
                    <a:lnTo>
                      <a:pt x="900" y="2034"/>
                    </a:lnTo>
                    <a:lnTo>
                      <a:pt x="900" y="2046"/>
                    </a:lnTo>
                    <a:lnTo>
                      <a:pt x="894" y="2052"/>
                    </a:lnTo>
                    <a:lnTo>
                      <a:pt x="888" y="2052"/>
                    </a:lnTo>
                    <a:lnTo>
                      <a:pt x="894" y="2070"/>
                    </a:lnTo>
                    <a:lnTo>
                      <a:pt x="894" y="2088"/>
                    </a:lnTo>
                    <a:lnTo>
                      <a:pt x="930" y="2088"/>
                    </a:lnTo>
                    <a:lnTo>
                      <a:pt x="972" y="2106"/>
                    </a:lnTo>
                    <a:lnTo>
                      <a:pt x="984" y="2154"/>
                    </a:lnTo>
                    <a:lnTo>
                      <a:pt x="990" y="2154"/>
                    </a:lnTo>
                    <a:lnTo>
                      <a:pt x="1014" y="2148"/>
                    </a:lnTo>
                    <a:lnTo>
                      <a:pt x="1020" y="2154"/>
                    </a:lnTo>
                    <a:lnTo>
                      <a:pt x="1032" y="2154"/>
                    </a:lnTo>
                    <a:lnTo>
                      <a:pt x="1038" y="2160"/>
                    </a:lnTo>
                    <a:lnTo>
                      <a:pt x="1086" y="2160"/>
                    </a:lnTo>
                    <a:lnTo>
                      <a:pt x="1092" y="2166"/>
                    </a:lnTo>
                    <a:lnTo>
                      <a:pt x="1092" y="2160"/>
                    </a:lnTo>
                    <a:lnTo>
                      <a:pt x="1098" y="2154"/>
                    </a:lnTo>
                    <a:lnTo>
                      <a:pt x="1110" y="2154"/>
                    </a:lnTo>
                    <a:lnTo>
                      <a:pt x="1116" y="2166"/>
                    </a:lnTo>
                    <a:lnTo>
                      <a:pt x="1140" y="2190"/>
                    </a:lnTo>
                    <a:lnTo>
                      <a:pt x="1152" y="2184"/>
                    </a:lnTo>
                    <a:lnTo>
                      <a:pt x="1170" y="2184"/>
                    </a:lnTo>
                    <a:lnTo>
                      <a:pt x="1176" y="2190"/>
                    </a:lnTo>
                    <a:lnTo>
                      <a:pt x="1188" y="2196"/>
                    </a:lnTo>
                    <a:lnTo>
                      <a:pt x="1230" y="2196"/>
                    </a:lnTo>
                    <a:lnTo>
                      <a:pt x="1230" y="2202"/>
                    </a:lnTo>
                    <a:lnTo>
                      <a:pt x="1236" y="2208"/>
                    </a:lnTo>
                    <a:lnTo>
                      <a:pt x="1254" y="2220"/>
                    </a:lnTo>
                    <a:lnTo>
                      <a:pt x="1278" y="2220"/>
                    </a:lnTo>
                    <a:lnTo>
                      <a:pt x="1284" y="2226"/>
                    </a:lnTo>
                    <a:lnTo>
                      <a:pt x="1284" y="2250"/>
                    </a:lnTo>
                    <a:lnTo>
                      <a:pt x="1266" y="2262"/>
                    </a:lnTo>
                    <a:lnTo>
                      <a:pt x="1272" y="2262"/>
                    </a:lnTo>
                    <a:lnTo>
                      <a:pt x="1278" y="2268"/>
                    </a:lnTo>
                    <a:lnTo>
                      <a:pt x="1284" y="2268"/>
                    </a:lnTo>
                    <a:lnTo>
                      <a:pt x="1290" y="2274"/>
                    </a:lnTo>
                    <a:lnTo>
                      <a:pt x="1284" y="2280"/>
                    </a:lnTo>
                    <a:lnTo>
                      <a:pt x="1266" y="2280"/>
                    </a:lnTo>
                    <a:lnTo>
                      <a:pt x="1260" y="2286"/>
                    </a:lnTo>
                    <a:lnTo>
                      <a:pt x="1272" y="2298"/>
                    </a:lnTo>
                    <a:lnTo>
                      <a:pt x="1284" y="2304"/>
                    </a:lnTo>
                    <a:lnTo>
                      <a:pt x="1284" y="2316"/>
                    </a:lnTo>
                    <a:lnTo>
                      <a:pt x="1290" y="2328"/>
                    </a:lnTo>
                    <a:lnTo>
                      <a:pt x="1290" y="2334"/>
                    </a:lnTo>
                    <a:lnTo>
                      <a:pt x="1278" y="2346"/>
                    </a:lnTo>
                    <a:lnTo>
                      <a:pt x="1266" y="2346"/>
                    </a:lnTo>
                    <a:lnTo>
                      <a:pt x="1254" y="2352"/>
                    </a:lnTo>
                    <a:lnTo>
                      <a:pt x="1224" y="2352"/>
                    </a:lnTo>
                    <a:lnTo>
                      <a:pt x="1212" y="2364"/>
                    </a:lnTo>
                    <a:lnTo>
                      <a:pt x="1212" y="2370"/>
                    </a:lnTo>
                    <a:lnTo>
                      <a:pt x="1206" y="2376"/>
                    </a:lnTo>
                    <a:lnTo>
                      <a:pt x="1188" y="2376"/>
                    </a:lnTo>
                    <a:lnTo>
                      <a:pt x="1188" y="2412"/>
                    </a:lnTo>
                    <a:lnTo>
                      <a:pt x="1194" y="2412"/>
                    </a:lnTo>
                    <a:lnTo>
                      <a:pt x="1200" y="2406"/>
                    </a:lnTo>
                    <a:lnTo>
                      <a:pt x="1212" y="2406"/>
                    </a:lnTo>
                    <a:lnTo>
                      <a:pt x="1224" y="2400"/>
                    </a:lnTo>
                    <a:lnTo>
                      <a:pt x="1254" y="2400"/>
                    </a:lnTo>
                    <a:lnTo>
                      <a:pt x="1254" y="2412"/>
                    </a:lnTo>
                    <a:lnTo>
                      <a:pt x="1248" y="2418"/>
                    </a:lnTo>
                    <a:lnTo>
                      <a:pt x="1242" y="2430"/>
                    </a:lnTo>
                    <a:lnTo>
                      <a:pt x="1230" y="2436"/>
                    </a:lnTo>
                    <a:lnTo>
                      <a:pt x="1224" y="2442"/>
                    </a:lnTo>
                    <a:lnTo>
                      <a:pt x="1170" y="2454"/>
                    </a:lnTo>
                    <a:lnTo>
                      <a:pt x="1218" y="2490"/>
                    </a:lnTo>
                    <a:lnTo>
                      <a:pt x="1212" y="2490"/>
                    </a:lnTo>
                    <a:lnTo>
                      <a:pt x="1206" y="2496"/>
                    </a:lnTo>
                    <a:lnTo>
                      <a:pt x="1194" y="2496"/>
                    </a:lnTo>
                    <a:lnTo>
                      <a:pt x="1188" y="2502"/>
                    </a:lnTo>
                    <a:lnTo>
                      <a:pt x="1176" y="2526"/>
                    </a:lnTo>
                    <a:lnTo>
                      <a:pt x="1176" y="2544"/>
                    </a:lnTo>
                    <a:lnTo>
                      <a:pt x="1164" y="2550"/>
                    </a:lnTo>
                    <a:lnTo>
                      <a:pt x="1158" y="2556"/>
                    </a:lnTo>
                    <a:lnTo>
                      <a:pt x="1146" y="2556"/>
                    </a:lnTo>
                    <a:lnTo>
                      <a:pt x="1140" y="2550"/>
                    </a:lnTo>
                    <a:lnTo>
                      <a:pt x="1128" y="2544"/>
                    </a:lnTo>
                    <a:lnTo>
                      <a:pt x="1122" y="2538"/>
                    </a:lnTo>
                    <a:lnTo>
                      <a:pt x="1116" y="2556"/>
                    </a:lnTo>
                    <a:lnTo>
                      <a:pt x="1122" y="2562"/>
                    </a:lnTo>
                    <a:lnTo>
                      <a:pt x="1128" y="2574"/>
                    </a:lnTo>
                    <a:lnTo>
                      <a:pt x="1134" y="2580"/>
                    </a:lnTo>
                    <a:lnTo>
                      <a:pt x="1146" y="2580"/>
                    </a:lnTo>
                    <a:lnTo>
                      <a:pt x="1146" y="2586"/>
                    </a:lnTo>
                    <a:lnTo>
                      <a:pt x="1152" y="2598"/>
                    </a:lnTo>
                    <a:lnTo>
                      <a:pt x="1158" y="2604"/>
                    </a:lnTo>
                    <a:lnTo>
                      <a:pt x="1194" y="2604"/>
                    </a:lnTo>
                    <a:lnTo>
                      <a:pt x="1200" y="2610"/>
                    </a:lnTo>
                    <a:lnTo>
                      <a:pt x="1212" y="2616"/>
                    </a:lnTo>
                    <a:lnTo>
                      <a:pt x="1218" y="2628"/>
                    </a:lnTo>
                    <a:lnTo>
                      <a:pt x="1224" y="2634"/>
                    </a:lnTo>
                    <a:lnTo>
                      <a:pt x="1254" y="2634"/>
                    </a:lnTo>
                    <a:lnTo>
                      <a:pt x="1272" y="2652"/>
                    </a:lnTo>
                    <a:lnTo>
                      <a:pt x="1278" y="2664"/>
                    </a:lnTo>
                    <a:lnTo>
                      <a:pt x="1290" y="2670"/>
                    </a:lnTo>
                    <a:lnTo>
                      <a:pt x="1314" y="2694"/>
                    </a:lnTo>
                    <a:lnTo>
                      <a:pt x="1320" y="2694"/>
                    </a:lnTo>
                    <a:lnTo>
                      <a:pt x="1332" y="2700"/>
                    </a:lnTo>
                    <a:lnTo>
                      <a:pt x="1338" y="2700"/>
                    </a:lnTo>
                    <a:lnTo>
                      <a:pt x="1350" y="2706"/>
                    </a:lnTo>
                    <a:lnTo>
                      <a:pt x="1344" y="2706"/>
                    </a:lnTo>
                    <a:lnTo>
                      <a:pt x="1368" y="2688"/>
                    </a:lnTo>
                    <a:lnTo>
                      <a:pt x="1380" y="2688"/>
                    </a:lnTo>
                    <a:lnTo>
                      <a:pt x="1398" y="2694"/>
                    </a:lnTo>
                    <a:lnTo>
                      <a:pt x="1410" y="2700"/>
                    </a:lnTo>
                    <a:lnTo>
                      <a:pt x="1428" y="2706"/>
                    </a:lnTo>
                    <a:lnTo>
                      <a:pt x="1488" y="2718"/>
                    </a:lnTo>
                    <a:lnTo>
                      <a:pt x="1524" y="2718"/>
                    </a:lnTo>
                    <a:lnTo>
                      <a:pt x="1530" y="2724"/>
                    </a:lnTo>
                    <a:lnTo>
                      <a:pt x="1536" y="2724"/>
                    </a:lnTo>
                    <a:lnTo>
                      <a:pt x="1584" y="2754"/>
                    </a:lnTo>
                    <a:lnTo>
                      <a:pt x="1584" y="2760"/>
                    </a:lnTo>
                    <a:lnTo>
                      <a:pt x="1590" y="2760"/>
                    </a:lnTo>
                    <a:lnTo>
                      <a:pt x="1602" y="2766"/>
                    </a:lnTo>
                    <a:lnTo>
                      <a:pt x="1626" y="2766"/>
                    </a:lnTo>
                    <a:lnTo>
                      <a:pt x="1632" y="2760"/>
                    </a:lnTo>
                    <a:lnTo>
                      <a:pt x="1644" y="2760"/>
                    </a:lnTo>
                    <a:lnTo>
                      <a:pt x="1644" y="2754"/>
                    </a:lnTo>
                    <a:lnTo>
                      <a:pt x="1674" y="2754"/>
                    </a:lnTo>
                    <a:lnTo>
                      <a:pt x="1686" y="2760"/>
                    </a:lnTo>
                    <a:lnTo>
                      <a:pt x="1698" y="2772"/>
                    </a:lnTo>
                    <a:lnTo>
                      <a:pt x="1728" y="2778"/>
                    </a:lnTo>
                    <a:lnTo>
                      <a:pt x="1728" y="2790"/>
                    </a:lnTo>
                    <a:lnTo>
                      <a:pt x="1722" y="2796"/>
                    </a:lnTo>
                    <a:lnTo>
                      <a:pt x="1722" y="2802"/>
                    </a:lnTo>
                    <a:lnTo>
                      <a:pt x="1740" y="2802"/>
                    </a:lnTo>
                    <a:lnTo>
                      <a:pt x="1752" y="2814"/>
                    </a:lnTo>
                    <a:lnTo>
                      <a:pt x="1764" y="2820"/>
                    </a:lnTo>
                    <a:lnTo>
                      <a:pt x="1776" y="2832"/>
                    </a:lnTo>
                    <a:lnTo>
                      <a:pt x="1788" y="2826"/>
                    </a:lnTo>
                    <a:lnTo>
                      <a:pt x="1794" y="2826"/>
                    </a:lnTo>
                    <a:lnTo>
                      <a:pt x="1818" y="2838"/>
                    </a:lnTo>
                    <a:lnTo>
                      <a:pt x="1836" y="2856"/>
                    </a:lnTo>
                    <a:lnTo>
                      <a:pt x="1842" y="2868"/>
                    </a:lnTo>
                    <a:lnTo>
                      <a:pt x="1854" y="2874"/>
                    </a:lnTo>
                    <a:lnTo>
                      <a:pt x="1860" y="2880"/>
                    </a:lnTo>
                    <a:lnTo>
                      <a:pt x="1884" y="2880"/>
                    </a:lnTo>
                    <a:lnTo>
                      <a:pt x="1890" y="2874"/>
                    </a:lnTo>
                    <a:lnTo>
                      <a:pt x="1890" y="2862"/>
                    </a:lnTo>
                    <a:lnTo>
                      <a:pt x="1908" y="2862"/>
                    </a:lnTo>
                    <a:lnTo>
                      <a:pt x="1914" y="2856"/>
                    </a:lnTo>
                    <a:lnTo>
                      <a:pt x="1914" y="2826"/>
                    </a:lnTo>
                    <a:lnTo>
                      <a:pt x="1908" y="2820"/>
                    </a:lnTo>
                    <a:lnTo>
                      <a:pt x="1908" y="2814"/>
                    </a:lnTo>
                    <a:lnTo>
                      <a:pt x="1896" y="2802"/>
                    </a:lnTo>
                    <a:lnTo>
                      <a:pt x="1890" y="2790"/>
                    </a:lnTo>
                    <a:lnTo>
                      <a:pt x="1884" y="2784"/>
                    </a:lnTo>
                    <a:lnTo>
                      <a:pt x="1872" y="2778"/>
                    </a:lnTo>
                    <a:lnTo>
                      <a:pt x="1866" y="2772"/>
                    </a:lnTo>
                    <a:lnTo>
                      <a:pt x="1854" y="2772"/>
                    </a:lnTo>
                    <a:lnTo>
                      <a:pt x="1854" y="2748"/>
                    </a:lnTo>
                    <a:lnTo>
                      <a:pt x="1848" y="2742"/>
                    </a:lnTo>
                    <a:lnTo>
                      <a:pt x="1836" y="2736"/>
                    </a:lnTo>
                    <a:lnTo>
                      <a:pt x="1830" y="2724"/>
                    </a:lnTo>
                    <a:lnTo>
                      <a:pt x="1824" y="2718"/>
                    </a:lnTo>
                    <a:lnTo>
                      <a:pt x="1824" y="2706"/>
                    </a:lnTo>
                    <a:lnTo>
                      <a:pt x="1830" y="2694"/>
                    </a:lnTo>
                    <a:lnTo>
                      <a:pt x="1830" y="2682"/>
                    </a:lnTo>
                    <a:lnTo>
                      <a:pt x="1818" y="2658"/>
                    </a:lnTo>
                    <a:lnTo>
                      <a:pt x="1812" y="2652"/>
                    </a:lnTo>
                    <a:lnTo>
                      <a:pt x="1806" y="2640"/>
                    </a:lnTo>
                    <a:lnTo>
                      <a:pt x="1794" y="2634"/>
                    </a:lnTo>
                    <a:lnTo>
                      <a:pt x="1788" y="2628"/>
                    </a:lnTo>
                    <a:lnTo>
                      <a:pt x="1776" y="2628"/>
                    </a:lnTo>
                    <a:lnTo>
                      <a:pt x="1758" y="2622"/>
                    </a:lnTo>
                    <a:lnTo>
                      <a:pt x="1758" y="2604"/>
                    </a:lnTo>
                    <a:lnTo>
                      <a:pt x="1794" y="2568"/>
                    </a:lnTo>
                    <a:lnTo>
                      <a:pt x="1800" y="2556"/>
                    </a:lnTo>
                    <a:lnTo>
                      <a:pt x="1806" y="2550"/>
                    </a:lnTo>
                    <a:lnTo>
                      <a:pt x="1806" y="2544"/>
                    </a:lnTo>
                    <a:lnTo>
                      <a:pt x="1800" y="2532"/>
                    </a:lnTo>
                    <a:lnTo>
                      <a:pt x="1788" y="2520"/>
                    </a:lnTo>
                    <a:lnTo>
                      <a:pt x="1800" y="2520"/>
                    </a:lnTo>
                    <a:lnTo>
                      <a:pt x="1812" y="2526"/>
                    </a:lnTo>
                    <a:lnTo>
                      <a:pt x="1830" y="2526"/>
                    </a:lnTo>
                    <a:lnTo>
                      <a:pt x="1842" y="2514"/>
                    </a:lnTo>
                    <a:lnTo>
                      <a:pt x="1872" y="2514"/>
                    </a:lnTo>
                    <a:lnTo>
                      <a:pt x="1878" y="2508"/>
                    </a:lnTo>
                    <a:lnTo>
                      <a:pt x="1860" y="2490"/>
                    </a:lnTo>
                    <a:lnTo>
                      <a:pt x="1890" y="2490"/>
                    </a:lnTo>
                    <a:lnTo>
                      <a:pt x="1890" y="2472"/>
                    </a:lnTo>
                    <a:lnTo>
                      <a:pt x="1878" y="2472"/>
                    </a:lnTo>
                    <a:lnTo>
                      <a:pt x="1854" y="2460"/>
                    </a:lnTo>
                    <a:lnTo>
                      <a:pt x="1842" y="2448"/>
                    </a:lnTo>
                    <a:lnTo>
                      <a:pt x="1842" y="2442"/>
                    </a:lnTo>
                    <a:lnTo>
                      <a:pt x="1878" y="2442"/>
                    </a:lnTo>
                    <a:lnTo>
                      <a:pt x="1878" y="2430"/>
                    </a:lnTo>
                    <a:lnTo>
                      <a:pt x="1866" y="2418"/>
                    </a:lnTo>
                    <a:lnTo>
                      <a:pt x="1860" y="2406"/>
                    </a:lnTo>
                    <a:lnTo>
                      <a:pt x="1812" y="2358"/>
                    </a:lnTo>
                    <a:lnTo>
                      <a:pt x="1800" y="2358"/>
                    </a:lnTo>
                    <a:lnTo>
                      <a:pt x="1788" y="2364"/>
                    </a:lnTo>
                    <a:lnTo>
                      <a:pt x="1746" y="2364"/>
                    </a:lnTo>
                    <a:lnTo>
                      <a:pt x="1740" y="2358"/>
                    </a:lnTo>
                    <a:lnTo>
                      <a:pt x="1740" y="2328"/>
                    </a:lnTo>
                    <a:lnTo>
                      <a:pt x="1734" y="2322"/>
                    </a:lnTo>
                    <a:lnTo>
                      <a:pt x="1710" y="2322"/>
                    </a:lnTo>
                    <a:lnTo>
                      <a:pt x="1704" y="2316"/>
                    </a:lnTo>
                    <a:lnTo>
                      <a:pt x="1698" y="2316"/>
                    </a:lnTo>
                    <a:lnTo>
                      <a:pt x="1698" y="2286"/>
                    </a:lnTo>
                    <a:lnTo>
                      <a:pt x="1710" y="2262"/>
                    </a:lnTo>
                    <a:lnTo>
                      <a:pt x="1710" y="2238"/>
                    </a:lnTo>
                    <a:lnTo>
                      <a:pt x="1704" y="2232"/>
                    </a:lnTo>
                    <a:lnTo>
                      <a:pt x="1698" y="2196"/>
                    </a:lnTo>
                    <a:lnTo>
                      <a:pt x="1722" y="2196"/>
                    </a:lnTo>
                    <a:lnTo>
                      <a:pt x="1722" y="2172"/>
                    </a:lnTo>
                    <a:lnTo>
                      <a:pt x="1716" y="2166"/>
                    </a:lnTo>
                    <a:lnTo>
                      <a:pt x="1716" y="2154"/>
                    </a:lnTo>
                    <a:lnTo>
                      <a:pt x="1722" y="2148"/>
                    </a:lnTo>
                    <a:lnTo>
                      <a:pt x="1734" y="2148"/>
                    </a:lnTo>
                    <a:lnTo>
                      <a:pt x="1746" y="2154"/>
                    </a:lnTo>
                    <a:lnTo>
                      <a:pt x="1758" y="2166"/>
                    </a:lnTo>
                    <a:lnTo>
                      <a:pt x="1770" y="2172"/>
                    </a:lnTo>
                    <a:lnTo>
                      <a:pt x="1776" y="2184"/>
                    </a:lnTo>
                    <a:lnTo>
                      <a:pt x="1788" y="2190"/>
                    </a:lnTo>
                    <a:lnTo>
                      <a:pt x="1800" y="2190"/>
                    </a:lnTo>
                    <a:lnTo>
                      <a:pt x="1806" y="2184"/>
                    </a:lnTo>
                    <a:lnTo>
                      <a:pt x="1812" y="2172"/>
                    </a:lnTo>
                    <a:lnTo>
                      <a:pt x="1818" y="2166"/>
                    </a:lnTo>
                    <a:lnTo>
                      <a:pt x="1812" y="2154"/>
                    </a:lnTo>
                    <a:lnTo>
                      <a:pt x="1800" y="2142"/>
                    </a:lnTo>
                    <a:lnTo>
                      <a:pt x="1830" y="2130"/>
                    </a:lnTo>
                    <a:lnTo>
                      <a:pt x="1830" y="2106"/>
                    </a:lnTo>
                    <a:lnTo>
                      <a:pt x="1836" y="2106"/>
                    </a:lnTo>
                    <a:lnTo>
                      <a:pt x="1848" y="2100"/>
                    </a:lnTo>
                    <a:lnTo>
                      <a:pt x="1860" y="2100"/>
                    </a:lnTo>
                    <a:lnTo>
                      <a:pt x="1872" y="2094"/>
                    </a:lnTo>
                    <a:lnTo>
                      <a:pt x="1884" y="2082"/>
                    </a:lnTo>
                    <a:lnTo>
                      <a:pt x="1884" y="2064"/>
                    </a:lnTo>
                    <a:lnTo>
                      <a:pt x="1878" y="2058"/>
                    </a:lnTo>
                    <a:lnTo>
                      <a:pt x="1878" y="2052"/>
                    </a:lnTo>
                    <a:lnTo>
                      <a:pt x="1908" y="2052"/>
                    </a:lnTo>
                    <a:lnTo>
                      <a:pt x="1920" y="2058"/>
                    </a:lnTo>
                    <a:lnTo>
                      <a:pt x="1926" y="2058"/>
                    </a:lnTo>
                    <a:lnTo>
                      <a:pt x="1926" y="2064"/>
                    </a:lnTo>
                    <a:lnTo>
                      <a:pt x="1932" y="2070"/>
                    </a:lnTo>
                    <a:lnTo>
                      <a:pt x="1962" y="2070"/>
                    </a:lnTo>
                    <a:lnTo>
                      <a:pt x="1974" y="2058"/>
                    </a:lnTo>
                    <a:lnTo>
                      <a:pt x="1986" y="2052"/>
                    </a:lnTo>
                    <a:lnTo>
                      <a:pt x="2004" y="2052"/>
                    </a:lnTo>
                    <a:lnTo>
                      <a:pt x="2010" y="2058"/>
                    </a:lnTo>
                    <a:lnTo>
                      <a:pt x="2016" y="2070"/>
                    </a:lnTo>
                    <a:lnTo>
                      <a:pt x="2076" y="2070"/>
                    </a:lnTo>
                    <a:lnTo>
                      <a:pt x="2082" y="2076"/>
                    </a:lnTo>
                    <a:lnTo>
                      <a:pt x="2082" y="2082"/>
                    </a:lnTo>
                    <a:lnTo>
                      <a:pt x="2088" y="2094"/>
                    </a:lnTo>
                    <a:lnTo>
                      <a:pt x="2124" y="2094"/>
                    </a:lnTo>
                    <a:lnTo>
                      <a:pt x="2136" y="2124"/>
                    </a:lnTo>
                    <a:lnTo>
                      <a:pt x="2136" y="2130"/>
                    </a:lnTo>
                    <a:lnTo>
                      <a:pt x="2148" y="2142"/>
                    </a:lnTo>
                    <a:lnTo>
                      <a:pt x="2160" y="2142"/>
                    </a:lnTo>
                    <a:lnTo>
                      <a:pt x="2160" y="2124"/>
                    </a:lnTo>
                    <a:lnTo>
                      <a:pt x="2148" y="2112"/>
                    </a:lnTo>
                    <a:lnTo>
                      <a:pt x="2148" y="2106"/>
                    </a:lnTo>
                    <a:lnTo>
                      <a:pt x="2160" y="2106"/>
                    </a:lnTo>
                    <a:lnTo>
                      <a:pt x="2232" y="2142"/>
                    </a:lnTo>
                    <a:lnTo>
                      <a:pt x="2238" y="2136"/>
                    </a:lnTo>
                    <a:lnTo>
                      <a:pt x="2244" y="2124"/>
                    </a:lnTo>
                    <a:lnTo>
                      <a:pt x="2256" y="2118"/>
                    </a:lnTo>
                    <a:lnTo>
                      <a:pt x="2268" y="2106"/>
                    </a:lnTo>
                    <a:lnTo>
                      <a:pt x="2280" y="2100"/>
                    </a:lnTo>
                    <a:lnTo>
                      <a:pt x="2286" y="2100"/>
                    </a:lnTo>
                    <a:lnTo>
                      <a:pt x="2322" y="2118"/>
                    </a:lnTo>
                    <a:lnTo>
                      <a:pt x="2334" y="2118"/>
                    </a:lnTo>
                    <a:lnTo>
                      <a:pt x="2352" y="2112"/>
                    </a:lnTo>
                    <a:lnTo>
                      <a:pt x="2364" y="2106"/>
                    </a:lnTo>
                    <a:lnTo>
                      <a:pt x="2370" y="2100"/>
                    </a:lnTo>
                    <a:lnTo>
                      <a:pt x="2382" y="2100"/>
                    </a:lnTo>
                    <a:lnTo>
                      <a:pt x="2388" y="2106"/>
                    </a:lnTo>
                    <a:lnTo>
                      <a:pt x="2400" y="2112"/>
                    </a:lnTo>
                    <a:lnTo>
                      <a:pt x="2406" y="2124"/>
                    </a:lnTo>
                    <a:lnTo>
                      <a:pt x="2430" y="2136"/>
                    </a:lnTo>
                    <a:lnTo>
                      <a:pt x="2454" y="2136"/>
                    </a:lnTo>
                    <a:lnTo>
                      <a:pt x="2466" y="2142"/>
                    </a:lnTo>
                    <a:lnTo>
                      <a:pt x="2478" y="2142"/>
                    </a:lnTo>
                    <a:lnTo>
                      <a:pt x="2490" y="2118"/>
                    </a:lnTo>
                    <a:lnTo>
                      <a:pt x="2496" y="2124"/>
                    </a:lnTo>
                    <a:lnTo>
                      <a:pt x="2508" y="2124"/>
                    </a:lnTo>
                    <a:lnTo>
                      <a:pt x="2514" y="2130"/>
                    </a:lnTo>
                    <a:lnTo>
                      <a:pt x="2526" y="2136"/>
                    </a:lnTo>
                    <a:lnTo>
                      <a:pt x="2562" y="2136"/>
                    </a:lnTo>
                    <a:lnTo>
                      <a:pt x="2568" y="2130"/>
                    </a:lnTo>
                    <a:lnTo>
                      <a:pt x="2574" y="2118"/>
                    </a:lnTo>
                    <a:lnTo>
                      <a:pt x="2574" y="2106"/>
                    </a:lnTo>
                    <a:lnTo>
                      <a:pt x="2568" y="2088"/>
                    </a:lnTo>
                    <a:lnTo>
                      <a:pt x="2544" y="2064"/>
                    </a:lnTo>
                    <a:lnTo>
                      <a:pt x="2532" y="2058"/>
                    </a:lnTo>
                    <a:lnTo>
                      <a:pt x="2514" y="2052"/>
                    </a:lnTo>
                    <a:lnTo>
                      <a:pt x="2490" y="2052"/>
                    </a:lnTo>
                    <a:lnTo>
                      <a:pt x="2460" y="2022"/>
                    </a:lnTo>
                    <a:lnTo>
                      <a:pt x="2472" y="2022"/>
                    </a:lnTo>
                    <a:lnTo>
                      <a:pt x="2484" y="2016"/>
                    </a:lnTo>
                    <a:lnTo>
                      <a:pt x="2496" y="2016"/>
                    </a:lnTo>
                    <a:lnTo>
                      <a:pt x="2508" y="2004"/>
                    </a:lnTo>
                    <a:lnTo>
                      <a:pt x="2508" y="1992"/>
                    </a:lnTo>
                    <a:lnTo>
                      <a:pt x="2502" y="1986"/>
                    </a:lnTo>
                    <a:lnTo>
                      <a:pt x="2496" y="1974"/>
                    </a:lnTo>
                    <a:lnTo>
                      <a:pt x="2490" y="1968"/>
                    </a:lnTo>
                    <a:lnTo>
                      <a:pt x="2502" y="1956"/>
                    </a:lnTo>
                    <a:lnTo>
                      <a:pt x="2556" y="1956"/>
                    </a:lnTo>
                    <a:lnTo>
                      <a:pt x="2544" y="1944"/>
                    </a:lnTo>
                    <a:lnTo>
                      <a:pt x="2532" y="1944"/>
                    </a:lnTo>
                    <a:lnTo>
                      <a:pt x="2508" y="1932"/>
                    </a:lnTo>
                    <a:lnTo>
                      <a:pt x="2496" y="1932"/>
                    </a:lnTo>
                    <a:lnTo>
                      <a:pt x="2508" y="1914"/>
                    </a:lnTo>
                    <a:lnTo>
                      <a:pt x="2484" y="1914"/>
                    </a:lnTo>
                    <a:lnTo>
                      <a:pt x="2484" y="1908"/>
                    </a:lnTo>
                    <a:lnTo>
                      <a:pt x="2478" y="1902"/>
                    </a:lnTo>
                    <a:lnTo>
                      <a:pt x="2478" y="1896"/>
                    </a:lnTo>
                    <a:lnTo>
                      <a:pt x="2490" y="1884"/>
                    </a:lnTo>
                    <a:lnTo>
                      <a:pt x="2526" y="1872"/>
                    </a:lnTo>
                    <a:lnTo>
                      <a:pt x="2586" y="1866"/>
                    </a:lnTo>
                    <a:lnTo>
                      <a:pt x="2640" y="1866"/>
                    </a:lnTo>
                    <a:lnTo>
                      <a:pt x="2646" y="1848"/>
                    </a:lnTo>
                    <a:lnTo>
                      <a:pt x="2712" y="1848"/>
                    </a:lnTo>
                    <a:lnTo>
                      <a:pt x="2712" y="1830"/>
                    </a:lnTo>
                    <a:lnTo>
                      <a:pt x="2718" y="1824"/>
                    </a:lnTo>
                    <a:lnTo>
                      <a:pt x="2808" y="1824"/>
                    </a:lnTo>
                    <a:lnTo>
                      <a:pt x="2862" y="1806"/>
                    </a:lnTo>
                    <a:lnTo>
                      <a:pt x="2874" y="1806"/>
                    </a:lnTo>
                    <a:lnTo>
                      <a:pt x="2874" y="1794"/>
                    </a:lnTo>
                    <a:lnTo>
                      <a:pt x="2886" y="1782"/>
                    </a:lnTo>
                    <a:lnTo>
                      <a:pt x="2898" y="1776"/>
                    </a:lnTo>
                    <a:lnTo>
                      <a:pt x="2916" y="1770"/>
                    </a:lnTo>
                    <a:lnTo>
                      <a:pt x="2940" y="1770"/>
                    </a:lnTo>
                    <a:lnTo>
                      <a:pt x="2958" y="1776"/>
                    </a:lnTo>
                    <a:lnTo>
                      <a:pt x="2976" y="1776"/>
                    </a:lnTo>
                    <a:lnTo>
                      <a:pt x="2988" y="1788"/>
                    </a:lnTo>
                    <a:lnTo>
                      <a:pt x="3000" y="1788"/>
                    </a:lnTo>
                    <a:lnTo>
                      <a:pt x="3012" y="1776"/>
                    </a:lnTo>
                    <a:lnTo>
                      <a:pt x="3018" y="1776"/>
                    </a:lnTo>
                    <a:lnTo>
                      <a:pt x="3036" y="1794"/>
                    </a:lnTo>
                    <a:lnTo>
                      <a:pt x="3042" y="1806"/>
                    </a:lnTo>
                    <a:lnTo>
                      <a:pt x="3048" y="1812"/>
                    </a:lnTo>
                    <a:lnTo>
                      <a:pt x="3060" y="1812"/>
                    </a:lnTo>
                    <a:lnTo>
                      <a:pt x="3066" y="1818"/>
                    </a:lnTo>
                    <a:lnTo>
                      <a:pt x="3066" y="1860"/>
                    </a:lnTo>
                    <a:lnTo>
                      <a:pt x="3072" y="1866"/>
                    </a:lnTo>
                    <a:lnTo>
                      <a:pt x="3090" y="1866"/>
                    </a:lnTo>
                    <a:lnTo>
                      <a:pt x="3102" y="1860"/>
                    </a:lnTo>
                    <a:lnTo>
                      <a:pt x="3120" y="1860"/>
                    </a:lnTo>
                    <a:lnTo>
                      <a:pt x="3132" y="1842"/>
                    </a:lnTo>
                    <a:lnTo>
                      <a:pt x="3156" y="1878"/>
                    </a:lnTo>
                    <a:lnTo>
                      <a:pt x="3180" y="1866"/>
                    </a:lnTo>
                    <a:lnTo>
                      <a:pt x="3204" y="1878"/>
                    </a:lnTo>
                    <a:lnTo>
                      <a:pt x="3210" y="1872"/>
                    </a:lnTo>
                    <a:lnTo>
                      <a:pt x="3216" y="1872"/>
                    </a:lnTo>
                    <a:lnTo>
                      <a:pt x="3228" y="1878"/>
                    </a:lnTo>
                    <a:lnTo>
                      <a:pt x="3228" y="1902"/>
                    </a:lnTo>
                    <a:lnTo>
                      <a:pt x="3222" y="1908"/>
                    </a:lnTo>
                    <a:lnTo>
                      <a:pt x="3222" y="1914"/>
                    </a:lnTo>
                    <a:lnTo>
                      <a:pt x="3228" y="1914"/>
                    </a:lnTo>
                    <a:lnTo>
                      <a:pt x="3234" y="1908"/>
                    </a:lnTo>
                    <a:lnTo>
                      <a:pt x="3240" y="1908"/>
                    </a:lnTo>
                    <a:lnTo>
                      <a:pt x="3246" y="1902"/>
                    </a:lnTo>
                    <a:lnTo>
                      <a:pt x="3252" y="1902"/>
                    </a:lnTo>
                    <a:lnTo>
                      <a:pt x="3258" y="1908"/>
                    </a:lnTo>
                    <a:lnTo>
                      <a:pt x="3270" y="1914"/>
                    </a:lnTo>
                    <a:lnTo>
                      <a:pt x="3276" y="1920"/>
                    </a:lnTo>
                    <a:lnTo>
                      <a:pt x="3288" y="1926"/>
                    </a:lnTo>
                    <a:lnTo>
                      <a:pt x="3300" y="1914"/>
                    </a:lnTo>
                    <a:lnTo>
                      <a:pt x="3300" y="1896"/>
                    </a:lnTo>
                    <a:lnTo>
                      <a:pt x="3306" y="1890"/>
                    </a:lnTo>
                    <a:lnTo>
                      <a:pt x="3318" y="1884"/>
                    </a:lnTo>
                    <a:lnTo>
                      <a:pt x="3330" y="1884"/>
                    </a:lnTo>
                    <a:lnTo>
                      <a:pt x="3342" y="1866"/>
                    </a:lnTo>
                    <a:lnTo>
                      <a:pt x="3378" y="1854"/>
                    </a:lnTo>
                    <a:lnTo>
                      <a:pt x="3396" y="1836"/>
                    </a:lnTo>
                    <a:lnTo>
                      <a:pt x="3402" y="1836"/>
                    </a:lnTo>
                    <a:lnTo>
                      <a:pt x="3408" y="1842"/>
                    </a:lnTo>
                    <a:lnTo>
                      <a:pt x="3408" y="1860"/>
                    </a:lnTo>
                    <a:lnTo>
                      <a:pt x="3396" y="1872"/>
                    </a:lnTo>
                    <a:lnTo>
                      <a:pt x="3390" y="1872"/>
                    </a:lnTo>
                    <a:lnTo>
                      <a:pt x="3426" y="1890"/>
                    </a:lnTo>
                    <a:lnTo>
                      <a:pt x="3456" y="1902"/>
                    </a:lnTo>
                    <a:lnTo>
                      <a:pt x="3486" y="1920"/>
                    </a:lnTo>
                    <a:lnTo>
                      <a:pt x="3498" y="1926"/>
                    </a:lnTo>
                    <a:lnTo>
                      <a:pt x="3516" y="1938"/>
                    </a:lnTo>
                    <a:lnTo>
                      <a:pt x="3546" y="1968"/>
                    </a:lnTo>
                    <a:lnTo>
                      <a:pt x="3618" y="2028"/>
                    </a:lnTo>
                    <a:lnTo>
                      <a:pt x="3636" y="2052"/>
                    </a:lnTo>
                    <a:lnTo>
                      <a:pt x="3672" y="2088"/>
                    </a:lnTo>
                    <a:lnTo>
                      <a:pt x="3684" y="2106"/>
                    </a:lnTo>
                    <a:lnTo>
                      <a:pt x="3696" y="2118"/>
                    </a:lnTo>
                    <a:lnTo>
                      <a:pt x="3708" y="2124"/>
                    </a:lnTo>
                    <a:lnTo>
                      <a:pt x="3720" y="2124"/>
                    </a:lnTo>
                    <a:lnTo>
                      <a:pt x="3732" y="2118"/>
                    </a:lnTo>
                    <a:lnTo>
                      <a:pt x="3744" y="2106"/>
                    </a:lnTo>
                    <a:lnTo>
                      <a:pt x="3744" y="2094"/>
                    </a:lnTo>
                    <a:lnTo>
                      <a:pt x="3750" y="2088"/>
                    </a:lnTo>
                    <a:lnTo>
                      <a:pt x="3750" y="2082"/>
                    </a:lnTo>
                    <a:lnTo>
                      <a:pt x="3762" y="2082"/>
                    </a:lnTo>
                    <a:lnTo>
                      <a:pt x="3768" y="2088"/>
                    </a:lnTo>
                    <a:lnTo>
                      <a:pt x="3768" y="2100"/>
                    </a:lnTo>
                    <a:lnTo>
                      <a:pt x="3774" y="2106"/>
                    </a:lnTo>
                    <a:lnTo>
                      <a:pt x="3774" y="2112"/>
                    </a:lnTo>
                    <a:lnTo>
                      <a:pt x="3804" y="2112"/>
                    </a:lnTo>
                    <a:lnTo>
                      <a:pt x="3816" y="2118"/>
                    </a:lnTo>
                    <a:lnTo>
                      <a:pt x="3822" y="2130"/>
                    </a:lnTo>
                    <a:lnTo>
                      <a:pt x="3834" y="2136"/>
                    </a:lnTo>
                    <a:lnTo>
                      <a:pt x="3858" y="2136"/>
                    </a:lnTo>
                    <a:lnTo>
                      <a:pt x="3864" y="2124"/>
                    </a:lnTo>
                    <a:lnTo>
                      <a:pt x="3876" y="2118"/>
                    </a:lnTo>
                    <a:lnTo>
                      <a:pt x="3894" y="2112"/>
                    </a:lnTo>
                    <a:lnTo>
                      <a:pt x="3906" y="2106"/>
                    </a:lnTo>
                    <a:lnTo>
                      <a:pt x="3924" y="2106"/>
                    </a:lnTo>
                    <a:lnTo>
                      <a:pt x="3948" y="2118"/>
                    </a:lnTo>
                    <a:lnTo>
                      <a:pt x="3972" y="2142"/>
                    </a:lnTo>
                    <a:lnTo>
                      <a:pt x="3984" y="2148"/>
                    </a:lnTo>
                    <a:lnTo>
                      <a:pt x="3990" y="2160"/>
                    </a:lnTo>
                    <a:lnTo>
                      <a:pt x="4002" y="2160"/>
                    </a:lnTo>
                    <a:lnTo>
                      <a:pt x="4014" y="2166"/>
                    </a:lnTo>
                    <a:lnTo>
                      <a:pt x="4026" y="2166"/>
                    </a:lnTo>
                    <a:lnTo>
                      <a:pt x="4038" y="2172"/>
                    </a:lnTo>
                    <a:lnTo>
                      <a:pt x="4044" y="2172"/>
                    </a:lnTo>
                    <a:lnTo>
                      <a:pt x="4044" y="2178"/>
                    </a:lnTo>
                    <a:lnTo>
                      <a:pt x="4050" y="2190"/>
                    </a:lnTo>
                    <a:lnTo>
                      <a:pt x="4056" y="2196"/>
                    </a:lnTo>
                    <a:lnTo>
                      <a:pt x="4062" y="2208"/>
                    </a:lnTo>
                    <a:lnTo>
                      <a:pt x="4068" y="2214"/>
                    </a:lnTo>
                    <a:lnTo>
                      <a:pt x="4068" y="2220"/>
                    </a:lnTo>
                    <a:lnTo>
                      <a:pt x="4140" y="2226"/>
                    </a:lnTo>
                    <a:lnTo>
                      <a:pt x="4152" y="2190"/>
                    </a:lnTo>
                    <a:lnTo>
                      <a:pt x="4176" y="2214"/>
                    </a:lnTo>
                    <a:lnTo>
                      <a:pt x="4212" y="2256"/>
                    </a:lnTo>
                    <a:lnTo>
                      <a:pt x="4254" y="2256"/>
                    </a:lnTo>
                    <a:lnTo>
                      <a:pt x="4266" y="2244"/>
                    </a:lnTo>
                    <a:lnTo>
                      <a:pt x="4266" y="2226"/>
                    </a:lnTo>
                    <a:lnTo>
                      <a:pt x="4326" y="2226"/>
                    </a:lnTo>
                    <a:lnTo>
                      <a:pt x="4320" y="2214"/>
                    </a:lnTo>
                    <a:lnTo>
                      <a:pt x="4344" y="2214"/>
                    </a:lnTo>
                    <a:lnTo>
                      <a:pt x="4338" y="2208"/>
                    </a:lnTo>
                    <a:lnTo>
                      <a:pt x="4338" y="2202"/>
                    </a:lnTo>
                    <a:lnTo>
                      <a:pt x="4374" y="2166"/>
                    </a:lnTo>
                    <a:lnTo>
                      <a:pt x="4392" y="2166"/>
                    </a:lnTo>
                    <a:lnTo>
                      <a:pt x="4404" y="2148"/>
                    </a:lnTo>
                    <a:lnTo>
                      <a:pt x="4428" y="2148"/>
                    </a:lnTo>
                    <a:lnTo>
                      <a:pt x="4428" y="2142"/>
                    </a:lnTo>
                    <a:lnTo>
                      <a:pt x="4434" y="2136"/>
                    </a:lnTo>
                    <a:lnTo>
                      <a:pt x="4434" y="2130"/>
                    </a:lnTo>
                    <a:lnTo>
                      <a:pt x="4440" y="2124"/>
                    </a:lnTo>
                    <a:lnTo>
                      <a:pt x="4458" y="2124"/>
                    </a:lnTo>
                    <a:lnTo>
                      <a:pt x="4464" y="2130"/>
                    </a:lnTo>
                    <a:lnTo>
                      <a:pt x="4482" y="2124"/>
                    </a:lnTo>
                    <a:lnTo>
                      <a:pt x="4482" y="2130"/>
                    </a:lnTo>
                    <a:lnTo>
                      <a:pt x="4518" y="2130"/>
                    </a:lnTo>
                    <a:lnTo>
                      <a:pt x="4524" y="2148"/>
                    </a:lnTo>
                    <a:lnTo>
                      <a:pt x="4548" y="2148"/>
                    </a:lnTo>
                    <a:lnTo>
                      <a:pt x="4566" y="2142"/>
                    </a:lnTo>
                    <a:lnTo>
                      <a:pt x="4608" y="2142"/>
                    </a:lnTo>
                    <a:lnTo>
                      <a:pt x="4608" y="2148"/>
                    </a:lnTo>
                    <a:lnTo>
                      <a:pt x="4614" y="2154"/>
                    </a:lnTo>
                    <a:lnTo>
                      <a:pt x="4614" y="2166"/>
                    </a:lnTo>
                    <a:lnTo>
                      <a:pt x="4620" y="2172"/>
                    </a:lnTo>
                    <a:lnTo>
                      <a:pt x="4638" y="2178"/>
                    </a:lnTo>
                    <a:lnTo>
                      <a:pt x="4668" y="2178"/>
                    </a:lnTo>
                    <a:lnTo>
                      <a:pt x="4674" y="2190"/>
                    </a:lnTo>
                    <a:lnTo>
                      <a:pt x="4698" y="2184"/>
                    </a:lnTo>
                    <a:lnTo>
                      <a:pt x="4704" y="2196"/>
                    </a:lnTo>
                    <a:lnTo>
                      <a:pt x="4704" y="2190"/>
                    </a:lnTo>
                    <a:lnTo>
                      <a:pt x="4710" y="2184"/>
                    </a:lnTo>
                    <a:lnTo>
                      <a:pt x="4752" y="2184"/>
                    </a:lnTo>
                    <a:lnTo>
                      <a:pt x="4752" y="2196"/>
                    </a:lnTo>
                    <a:lnTo>
                      <a:pt x="4800" y="2190"/>
                    </a:lnTo>
                    <a:lnTo>
                      <a:pt x="4800" y="2202"/>
                    </a:lnTo>
                    <a:lnTo>
                      <a:pt x="4806" y="2208"/>
                    </a:lnTo>
                    <a:lnTo>
                      <a:pt x="4830" y="2196"/>
                    </a:lnTo>
                    <a:lnTo>
                      <a:pt x="4836" y="2190"/>
                    </a:lnTo>
                    <a:lnTo>
                      <a:pt x="4836" y="2184"/>
                    </a:lnTo>
                    <a:lnTo>
                      <a:pt x="4854" y="2184"/>
                    </a:lnTo>
                    <a:lnTo>
                      <a:pt x="4854" y="2160"/>
                    </a:lnTo>
                    <a:lnTo>
                      <a:pt x="4848" y="2148"/>
                    </a:lnTo>
                    <a:lnTo>
                      <a:pt x="4842" y="2142"/>
                    </a:lnTo>
                    <a:lnTo>
                      <a:pt x="4836" y="2142"/>
                    </a:lnTo>
                    <a:lnTo>
                      <a:pt x="4812" y="2106"/>
                    </a:lnTo>
                    <a:lnTo>
                      <a:pt x="4806" y="2088"/>
                    </a:lnTo>
                    <a:lnTo>
                      <a:pt x="4794" y="2076"/>
                    </a:lnTo>
                    <a:lnTo>
                      <a:pt x="4794" y="2064"/>
                    </a:lnTo>
                    <a:lnTo>
                      <a:pt x="4812" y="2064"/>
                    </a:lnTo>
                    <a:lnTo>
                      <a:pt x="4806" y="2052"/>
                    </a:lnTo>
                    <a:lnTo>
                      <a:pt x="4812" y="2052"/>
                    </a:lnTo>
                    <a:lnTo>
                      <a:pt x="4824" y="2046"/>
                    </a:lnTo>
                    <a:lnTo>
                      <a:pt x="4830" y="2034"/>
                    </a:lnTo>
                    <a:lnTo>
                      <a:pt x="4830" y="2016"/>
                    </a:lnTo>
                    <a:lnTo>
                      <a:pt x="4890" y="2046"/>
                    </a:lnTo>
                    <a:lnTo>
                      <a:pt x="4902" y="2046"/>
                    </a:lnTo>
                    <a:lnTo>
                      <a:pt x="4926" y="2052"/>
                    </a:lnTo>
                    <a:lnTo>
                      <a:pt x="4962" y="2052"/>
                    </a:lnTo>
                    <a:lnTo>
                      <a:pt x="4974" y="2058"/>
                    </a:lnTo>
                    <a:lnTo>
                      <a:pt x="4980" y="2064"/>
                    </a:lnTo>
                    <a:lnTo>
                      <a:pt x="5004" y="2076"/>
                    </a:lnTo>
                    <a:lnTo>
                      <a:pt x="5010" y="2076"/>
                    </a:lnTo>
                    <a:lnTo>
                      <a:pt x="5022" y="2070"/>
                    </a:lnTo>
                    <a:lnTo>
                      <a:pt x="5040" y="2070"/>
                    </a:lnTo>
                    <a:lnTo>
                      <a:pt x="5052" y="2076"/>
                    </a:lnTo>
                    <a:lnTo>
                      <a:pt x="5058" y="2082"/>
                    </a:lnTo>
                    <a:lnTo>
                      <a:pt x="5064" y="2094"/>
                    </a:lnTo>
                    <a:lnTo>
                      <a:pt x="5076" y="2106"/>
                    </a:lnTo>
                    <a:lnTo>
                      <a:pt x="5088" y="2130"/>
                    </a:lnTo>
                    <a:lnTo>
                      <a:pt x="5094" y="2136"/>
                    </a:lnTo>
                    <a:lnTo>
                      <a:pt x="5094" y="2142"/>
                    </a:lnTo>
                    <a:lnTo>
                      <a:pt x="5118" y="2136"/>
                    </a:lnTo>
                    <a:lnTo>
                      <a:pt x="5118" y="2142"/>
                    </a:lnTo>
                    <a:lnTo>
                      <a:pt x="5136" y="2160"/>
                    </a:lnTo>
                    <a:lnTo>
                      <a:pt x="5166" y="2160"/>
                    </a:lnTo>
                    <a:lnTo>
                      <a:pt x="5172" y="2166"/>
                    </a:lnTo>
                    <a:lnTo>
                      <a:pt x="5184" y="2166"/>
                    </a:lnTo>
                    <a:lnTo>
                      <a:pt x="5196" y="2172"/>
                    </a:lnTo>
                    <a:lnTo>
                      <a:pt x="5208" y="2172"/>
                    </a:lnTo>
                    <a:lnTo>
                      <a:pt x="5220" y="2166"/>
                    </a:lnTo>
                    <a:lnTo>
                      <a:pt x="5274" y="2148"/>
                    </a:lnTo>
                    <a:lnTo>
                      <a:pt x="5322" y="2148"/>
                    </a:lnTo>
                    <a:lnTo>
                      <a:pt x="5334" y="2154"/>
                    </a:lnTo>
                    <a:lnTo>
                      <a:pt x="5340" y="2154"/>
                    </a:lnTo>
                    <a:lnTo>
                      <a:pt x="5346" y="2160"/>
                    </a:lnTo>
                    <a:lnTo>
                      <a:pt x="5382" y="2160"/>
                    </a:lnTo>
                    <a:lnTo>
                      <a:pt x="5406" y="2184"/>
                    </a:lnTo>
                    <a:lnTo>
                      <a:pt x="5466" y="2184"/>
                    </a:lnTo>
                    <a:lnTo>
                      <a:pt x="5472" y="2190"/>
                    </a:lnTo>
                    <a:lnTo>
                      <a:pt x="5472" y="2196"/>
                    </a:lnTo>
                    <a:lnTo>
                      <a:pt x="5484" y="2208"/>
                    </a:lnTo>
                    <a:lnTo>
                      <a:pt x="5484" y="2214"/>
                    </a:lnTo>
                    <a:lnTo>
                      <a:pt x="5502" y="2214"/>
                    </a:lnTo>
                    <a:lnTo>
                      <a:pt x="5514" y="2220"/>
                    </a:lnTo>
                    <a:lnTo>
                      <a:pt x="5514" y="2232"/>
                    </a:lnTo>
                    <a:lnTo>
                      <a:pt x="5520" y="2238"/>
                    </a:lnTo>
                    <a:lnTo>
                      <a:pt x="5586" y="2238"/>
                    </a:lnTo>
                    <a:lnTo>
                      <a:pt x="5592" y="2244"/>
                    </a:lnTo>
                    <a:lnTo>
                      <a:pt x="5598" y="2244"/>
                    </a:lnTo>
                    <a:lnTo>
                      <a:pt x="5610" y="2250"/>
                    </a:lnTo>
                    <a:lnTo>
                      <a:pt x="5634" y="2250"/>
                    </a:lnTo>
                    <a:lnTo>
                      <a:pt x="5646" y="2244"/>
                    </a:lnTo>
                    <a:lnTo>
                      <a:pt x="5664" y="2244"/>
                    </a:lnTo>
                    <a:lnTo>
                      <a:pt x="5670" y="2250"/>
                    </a:lnTo>
                    <a:lnTo>
                      <a:pt x="5670" y="2256"/>
                    </a:lnTo>
                    <a:lnTo>
                      <a:pt x="5676" y="2256"/>
                    </a:lnTo>
                    <a:lnTo>
                      <a:pt x="5694" y="2238"/>
                    </a:lnTo>
                    <a:lnTo>
                      <a:pt x="5694" y="2232"/>
                    </a:lnTo>
                    <a:lnTo>
                      <a:pt x="5742" y="2232"/>
                    </a:lnTo>
                    <a:lnTo>
                      <a:pt x="5754" y="2220"/>
                    </a:lnTo>
                    <a:lnTo>
                      <a:pt x="5790" y="2220"/>
                    </a:lnTo>
                    <a:lnTo>
                      <a:pt x="5802" y="2208"/>
                    </a:lnTo>
                    <a:lnTo>
                      <a:pt x="5802" y="2196"/>
                    </a:lnTo>
                    <a:lnTo>
                      <a:pt x="5832" y="2166"/>
                    </a:lnTo>
                    <a:lnTo>
                      <a:pt x="5850" y="2166"/>
                    </a:lnTo>
                    <a:lnTo>
                      <a:pt x="5862" y="2172"/>
                    </a:lnTo>
                    <a:lnTo>
                      <a:pt x="5898" y="2172"/>
                    </a:lnTo>
                    <a:lnTo>
                      <a:pt x="5916" y="2190"/>
                    </a:lnTo>
                    <a:lnTo>
                      <a:pt x="5928" y="2196"/>
                    </a:lnTo>
                    <a:lnTo>
                      <a:pt x="5952" y="2196"/>
                    </a:lnTo>
                    <a:lnTo>
                      <a:pt x="5964" y="2190"/>
                    </a:lnTo>
                    <a:lnTo>
                      <a:pt x="5970" y="2184"/>
                    </a:lnTo>
                    <a:lnTo>
                      <a:pt x="5994" y="2190"/>
                    </a:lnTo>
                    <a:lnTo>
                      <a:pt x="6012" y="2190"/>
                    </a:lnTo>
                    <a:lnTo>
                      <a:pt x="6048" y="2214"/>
                    </a:lnTo>
                    <a:lnTo>
                      <a:pt x="6084" y="2214"/>
                    </a:lnTo>
                    <a:lnTo>
                      <a:pt x="6090" y="2220"/>
                    </a:lnTo>
                    <a:lnTo>
                      <a:pt x="6102" y="2220"/>
                    </a:lnTo>
                    <a:lnTo>
                      <a:pt x="6120" y="2202"/>
                    </a:lnTo>
                    <a:lnTo>
                      <a:pt x="6120" y="2190"/>
                    </a:lnTo>
                    <a:lnTo>
                      <a:pt x="6144" y="2190"/>
                    </a:lnTo>
                    <a:lnTo>
                      <a:pt x="6156" y="2184"/>
                    </a:lnTo>
                    <a:lnTo>
                      <a:pt x="6162" y="2178"/>
                    </a:lnTo>
                    <a:lnTo>
                      <a:pt x="6162" y="2166"/>
                    </a:lnTo>
                    <a:lnTo>
                      <a:pt x="6150" y="2166"/>
                    </a:lnTo>
                    <a:lnTo>
                      <a:pt x="6144" y="2160"/>
                    </a:lnTo>
                    <a:lnTo>
                      <a:pt x="6138" y="2118"/>
                    </a:lnTo>
                    <a:lnTo>
                      <a:pt x="6138" y="2046"/>
                    </a:lnTo>
                    <a:lnTo>
                      <a:pt x="6156" y="2028"/>
                    </a:lnTo>
                    <a:lnTo>
                      <a:pt x="6156" y="2016"/>
                    </a:lnTo>
                    <a:lnTo>
                      <a:pt x="6150" y="2010"/>
                    </a:lnTo>
                    <a:lnTo>
                      <a:pt x="6138" y="2004"/>
                    </a:lnTo>
                    <a:lnTo>
                      <a:pt x="6126" y="1992"/>
                    </a:lnTo>
                    <a:lnTo>
                      <a:pt x="6114" y="1992"/>
                    </a:lnTo>
                    <a:lnTo>
                      <a:pt x="6108" y="1986"/>
                    </a:lnTo>
                    <a:lnTo>
                      <a:pt x="6096" y="1986"/>
                    </a:lnTo>
                    <a:lnTo>
                      <a:pt x="6078" y="1980"/>
                    </a:lnTo>
                    <a:lnTo>
                      <a:pt x="6072" y="1980"/>
                    </a:lnTo>
                    <a:lnTo>
                      <a:pt x="6072" y="1968"/>
                    </a:lnTo>
                    <a:lnTo>
                      <a:pt x="6078" y="1968"/>
                    </a:lnTo>
                    <a:lnTo>
                      <a:pt x="6120" y="1926"/>
                    </a:lnTo>
                    <a:lnTo>
                      <a:pt x="6156" y="1920"/>
                    </a:lnTo>
                    <a:lnTo>
                      <a:pt x="6162" y="1908"/>
                    </a:lnTo>
                    <a:lnTo>
                      <a:pt x="6204" y="1914"/>
                    </a:lnTo>
                    <a:lnTo>
                      <a:pt x="6258" y="1902"/>
                    </a:lnTo>
                    <a:lnTo>
                      <a:pt x="6294" y="1920"/>
                    </a:lnTo>
                    <a:lnTo>
                      <a:pt x="6330" y="1944"/>
                    </a:lnTo>
                    <a:lnTo>
                      <a:pt x="6402" y="1944"/>
                    </a:lnTo>
                    <a:lnTo>
                      <a:pt x="6408" y="1950"/>
                    </a:lnTo>
                    <a:lnTo>
                      <a:pt x="6420" y="1956"/>
                    </a:lnTo>
                    <a:lnTo>
                      <a:pt x="6426" y="1962"/>
                    </a:lnTo>
                    <a:lnTo>
                      <a:pt x="6438" y="1968"/>
                    </a:lnTo>
                    <a:lnTo>
                      <a:pt x="6438" y="1980"/>
                    </a:lnTo>
                    <a:lnTo>
                      <a:pt x="6444" y="1980"/>
                    </a:lnTo>
                    <a:lnTo>
                      <a:pt x="6456" y="1992"/>
                    </a:lnTo>
                    <a:lnTo>
                      <a:pt x="6468" y="1998"/>
                    </a:lnTo>
                    <a:lnTo>
                      <a:pt x="6480" y="2010"/>
                    </a:lnTo>
                    <a:lnTo>
                      <a:pt x="6492" y="2010"/>
                    </a:lnTo>
                    <a:lnTo>
                      <a:pt x="6498" y="2016"/>
                    </a:lnTo>
                    <a:lnTo>
                      <a:pt x="6504" y="2016"/>
                    </a:lnTo>
                    <a:lnTo>
                      <a:pt x="6510" y="2046"/>
                    </a:lnTo>
                    <a:lnTo>
                      <a:pt x="6558" y="2070"/>
                    </a:lnTo>
                    <a:lnTo>
                      <a:pt x="6570" y="2100"/>
                    </a:lnTo>
                    <a:lnTo>
                      <a:pt x="6582" y="2100"/>
                    </a:lnTo>
                    <a:lnTo>
                      <a:pt x="6630" y="2124"/>
                    </a:lnTo>
                    <a:lnTo>
                      <a:pt x="6636" y="2136"/>
                    </a:lnTo>
                    <a:lnTo>
                      <a:pt x="6654" y="2154"/>
                    </a:lnTo>
                    <a:lnTo>
                      <a:pt x="6660" y="2166"/>
                    </a:lnTo>
                    <a:lnTo>
                      <a:pt x="6672" y="2166"/>
                    </a:lnTo>
                    <a:lnTo>
                      <a:pt x="6678" y="2190"/>
                    </a:lnTo>
                    <a:lnTo>
                      <a:pt x="6684" y="2190"/>
                    </a:lnTo>
                    <a:lnTo>
                      <a:pt x="6690" y="2196"/>
                    </a:lnTo>
                    <a:lnTo>
                      <a:pt x="6714" y="2208"/>
                    </a:lnTo>
                    <a:lnTo>
                      <a:pt x="6720" y="2214"/>
                    </a:lnTo>
                    <a:lnTo>
                      <a:pt x="6732" y="2220"/>
                    </a:lnTo>
                    <a:lnTo>
                      <a:pt x="6780" y="2220"/>
                    </a:lnTo>
                    <a:lnTo>
                      <a:pt x="6792" y="2226"/>
                    </a:lnTo>
                    <a:lnTo>
                      <a:pt x="6798" y="2232"/>
                    </a:lnTo>
                    <a:lnTo>
                      <a:pt x="6810" y="2238"/>
                    </a:lnTo>
                    <a:lnTo>
                      <a:pt x="6822" y="2226"/>
                    </a:lnTo>
                    <a:lnTo>
                      <a:pt x="6834" y="2226"/>
                    </a:lnTo>
                    <a:lnTo>
                      <a:pt x="6852" y="2244"/>
                    </a:lnTo>
                    <a:lnTo>
                      <a:pt x="6864" y="2250"/>
                    </a:lnTo>
                    <a:lnTo>
                      <a:pt x="6882" y="2268"/>
                    </a:lnTo>
                    <a:lnTo>
                      <a:pt x="6924" y="2268"/>
                    </a:lnTo>
                    <a:lnTo>
                      <a:pt x="6942" y="2298"/>
                    </a:lnTo>
                    <a:lnTo>
                      <a:pt x="6960" y="2298"/>
                    </a:lnTo>
                    <a:lnTo>
                      <a:pt x="6966" y="2304"/>
                    </a:lnTo>
                    <a:lnTo>
                      <a:pt x="6966" y="2310"/>
                    </a:lnTo>
                    <a:lnTo>
                      <a:pt x="6972" y="2322"/>
                    </a:lnTo>
                    <a:lnTo>
                      <a:pt x="6972" y="2334"/>
                    </a:lnTo>
                    <a:lnTo>
                      <a:pt x="7014" y="2364"/>
                    </a:lnTo>
                    <a:lnTo>
                      <a:pt x="7038" y="2358"/>
                    </a:lnTo>
                    <a:lnTo>
                      <a:pt x="7050" y="2370"/>
                    </a:lnTo>
                    <a:lnTo>
                      <a:pt x="7068" y="2370"/>
                    </a:lnTo>
                    <a:lnTo>
                      <a:pt x="7068" y="2358"/>
                    </a:lnTo>
                    <a:lnTo>
                      <a:pt x="7098" y="2364"/>
                    </a:lnTo>
                    <a:lnTo>
                      <a:pt x="7098" y="2346"/>
                    </a:lnTo>
                    <a:lnTo>
                      <a:pt x="7104" y="2340"/>
                    </a:lnTo>
                    <a:lnTo>
                      <a:pt x="7110" y="2340"/>
                    </a:lnTo>
                    <a:lnTo>
                      <a:pt x="7122" y="2334"/>
                    </a:lnTo>
                    <a:lnTo>
                      <a:pt x="7152" y="2334"/>
                    </a:lnTo>
                    <a:lnTo>
                      <a:pt x="7158" y="2310"/>
                    </a:lnTo>
                    <a:lnTo>
                      <a:pt x="7200" y="2310"/>
                    </a:lnTo>
                    <a:lnTo>
                      <a:pt x="7212" y="2316"/>
                    </a:lnTo>
                    <a:lnTo>
                      <a:pt x="7218" y="2328"/>
                    </a:lnTo>
                    <a:lnTo>
                      <a:pt x="7218" y="2346"/>
                    </a:lnTo>
                    <a:lnTo>
                      <a:pt x="7242" y="2358"/>
                    </a:lnTo>
                    <a:lnTo>
                      <a:pt x="7242" y="2388"/>
                    </a:lnTo>
                    <a:lnTo>
                      <a:pt x="7224" y="2394"/>
                    </a:lnTo>
                    <a:lnTo>
                      <a:pt x="7236" y="2412"/>
                    </a:lnTo>
                    <a:lnTo>
                      <a:pt x="7236" y="2430"/>
                    </a:lnTo>
                    <a:lnTo>
                      <a:pt x="7248" y="2442"/>
                    </a:lnTo>
                    <a:lnTo>
                      <a:pt x="7248" y="2466"/>
                    </a:lnTo>
                    <a:lnTo>
                      <a:pt x="7266" y="2472"/>
                    </a:lnTo>
                    <a:lnTo>
                      <a:pt x="7260" y="2502"/>
                    </a:lnTo>
                    <a:lnTo>
                      <a:pt x="7266" y="2526"/>
                    </a:lnTo>
                    <a:lnTo>
                      <a:pt x="7260" y="2532"/>
                    </a:lnTo>
                    <a:lnTo>
                      <a:pt x="7254" y="2532"/>
                    </a:lnTo>
                    <a:lnTo>
                      <a:pt x="7254" y="2550"/>
                    </a:lnTo>
                    <a:lnTo>
                      <a:pt x="7260" y="2562"/>
                    </a:lnTo>
                    <a:lnTo>
                      <a:pt x="7260" y="2574"/>
                    </a:lnTo>
                    <a:lnTo>
                      <a:pt x="7254" y="2580"/>
                    </a:lnTo>
                    <a:lnTo>
                      <a:pt x="7248" y="2580"/>
                    </a:lnTo>
                    <a:lnTo>
                      <a:pt x="7236" y="2574"/>
                    </a:lnTo>
                    <a:lnTo>
                      <a:pt x="7224" y="2574"/>
                    </a:lnTo>
                    <a:lnTo>
                      <a:pt x="7206" y="2568"/>
                    </a:lnTo>
                    <a:lnTo>
                      <a:pt x="7194" y="2562"/>
                    </a:lnTo>
                    <a:lnTo>
                      <a:pt x="7170" y="2562"/>
                    </a:lnTo>
                    <a:lnTo>
                      <a:pt x="7164" y="2568"/>
                    </a:lnTo>
                    <a:lnTo>
                      <a:pt x="7170" y="2574"/>
                    </a:lnTo>
                    <a:lnTo>
                      <a:pt x="7170" y="2586"/>
                    </a:lnTo>
                    <a:lnTo>
                      <a:pt x="7146" y="2586"/>
                    </a:lnTo>
                    <a:lnTo>
                      <a:pt x="7146" y="2598"/>
                    </a:lnTo>
                    <a:lnTo>
                      <a:pt x="7152" y="2610"/>
                    </a:lnTo>
                    <a:lnTo>
                      <a:pt x="7158" y="2610"/>
                    </a:lnTo>
                    <a:lnTo>
                      <a:pt x="7170" y="2622"/>
                    </a:lnTo>
                    <a:lnTo>
                      <a:pt x="7182" y="2628"/>
                    </a:lnTo>
                    <a:lnTo>
                      <a:pt x="7194" y="2646"/>
                    </a:lnTo>
                    <a:lnTo>
                      <a:pt x="7206" y="2658"/>
                    </a:lnTo>
                    <a:lnTo>
                      <a:pt x="7212" y="2676"/>
                    </a:lnTo>
                    <a:lnTo>
                      <a:pt x="7212" y="2688"/>
                    </a:lnTo>
                    <a:lnTo>
                      <a:pt x="7224" y="2700"/>
                    </a:lnTo>
                    <a:lnTo>
                      <a:pt x="7230" y="2712"/>
                    </a:lnTo>
                    <a:lnTo>
                      <a:pt x="7236" y="2748"/>
                    </a:lnTo>
                    <a:lnTo>
                      <a:pt x="7206" y="2742"/>
                    </a:lnTo>
                    <a:lnTo>
                      <a:pt x="7200" y="2766"/>
                    </a:lnTo>
                    <a:lnTo>
                      <a:pt x="7224" y="2778"/>
                    </a:lnTo>
                    <a:lnTo>
                      <a:pt x="7260" y="2778"/>
                    </a:lnTo>
                    <a:lnTo>
                      <a:pt x="7260" y="2718"/>
                    </a:lnTo>
                    <a:lnTo>
                      <a:pt x="7266" y="2712"/>
                    </a:lnTo>
                    <a:lnTo>
                      <a:pt x="7272" y="2712"/>
                    </a:lnTo>
                    <a:lnTo>
                      <a:pt x="7284" y="2718"/>
                    </a:lnTo>
                    <a:lnTo>
                      <a:pt x="7290" y="2724"/>
                    </a:lnTo>
                    <a:lnTo>
                      <a:pt x="7302" y="2712"/>
                    </a:lnTo>
                    <a:lnTo>
                      <a:pt x="7308" y="2724"/>
                    </a:lnTo>
                    <a:lnTo>
                      <a:pt x="7314" y="2730"/>
                    </a:lnTo>
                    <a:lnTo>
                      <a:pt x="7320" y="2742"/>
                    </a:lnTo>
                    <a:lnTo>
                      <a:pt x="7332" y="2754"/>
                    </a:lnTo>
                    <a:lnTo>
                      <a:pt x="7344" y="2754"/>
                    </a:lnTo>
                    <a:lnTo>
                      <a:pt x="7356" y="2748"/>
                    </a:lnTo>
                    <a:lnTo>
                      <a:pt x="7368" y="2748"/>
                    </a:lnTo>
                    <a:lnTo>
                      <a:pt x="7374" y="2742"/>
                    </a:lnTo>
                    <a:lnTo>
                      <a:pt x="7380" y="2742"/>
                    </a:lnTo>
                    <a:lnTo>
                      <a:pt x="7380" y="2760"/>
                    </a:lnTo>
                    <a:lnTo>
                      <a:pt x="7386" y="2760"/>
                    </a:lnTo>
                    <a:lnTo>
                      <a:pt x="7392" y="2754"/>
                    </a:lnTo>
                    <a:lnTo>
                      <a:pt x="7404" y="2748"/>
                    </a:lnTo>
                    <a:lnTo>
                      <a:pt x="7422" y="2742"/>
                    </a:lnTo>
                    <a:lnTo>
                      <a:pt x="7440" y="2730"/>
                    </a:lnTo>
                    <a:lnTo>
                      <a:pt x="7452" y="2724"/>
                    </a:lnTo>
                    <a:lnTo>
                      <a:pt x="7464" y="2700"/>
                    </a:lnTo>
                    <a:lnTo>
                      <a:pt x="7464" y="2682"/>
                    </a:lnTo>
                    <a:lnTo>
                      <a:pt x="7470" y="2664"/>
                    </a:lnTo>
                    <a:lnTo>
                      <a:pt x="7470" y="2628"/>
                    </a:lnTo>
                    <a:lnTo>
                      <a:pt x="7494" y="2622"/>
                    </a:lnTo>
                    <a:lnTo>
                      <a:pt x="7494" y="2562"/>
                    </a:lnTo>
                    <a:lnTo>
                      <a:pt x="7500" y="2550"/>
                    </a:lnTo>
                    <a:lnTo>
                      <a:pt x="7506" y="2544"/>
                    </a:lnTo>
                    <a:lnTo>
                      <a:pt x="7518" y="2520"/>
                    </a:lnTo>
                    <a:lnTo>
                      <a:pt x="7518" y="2490"/>
                    </a:lnTo>
                    <a:lnTo>
                      <a:pt x="7524" y="2472"/>
                    </a:lnTo>
                    <a:lnTo>
                      <a:pt x="7524" y="2454"/>
                    </a:lnTo>
                    <a:lnTo>
                      <a:pt x="7518" y="2442"/>
                    </a:lnTo>
                    <a:lnTo>
                      <a:pt x="7518" y="2424"/>
                    </a:lnTo>
                    <a:lnTo>
                      <a:pt x="7512" y="2418"/>
                    </a:lnTo>
                    <a:lnTo>
                      <a:pt x="7512" y="2412"/>
                    </a:lnTo>
                    <a:lnTo>
                      <a:pt x="7518" y="2400"/>
                    </a:lnTo>
                    <a:lnTo>
                      <a:pt x="7524" y="2394"/>
                    </a:lnTo>
                    <a:lnTo>
                      <a:pt x="7524" y="2382"/>
                    </a:lnTo>
                    <a:lnTo>
                      <a:pt x="7530" y="2376"/>
                    </a:lnTo>
                    <a:lnTo>
                      <a:pt x="7530" y="2364"/>
                    </a:lnTo>
                    <a:lnTo>
                      <a:pt x="7524" y="2358"/>
                    </a:lnTo>
                    <a:lnTo>
                      <a:pt x="7518" y="2346"/>
                    </a:lnTo>
                    <a:lnTo>
                      <a:pt x="7524" y="2334"/>
                    </a:lnTo>
                    <a:lnTo>
                      <a:pt x="7530" y="2328"/>
                    </a:lnTo>
                    <a:lnTo>
                      <a:pt x="7536" y="2316"/>
                    </a:lnTo>
                    <a:lnTo>
                      <a:pt x="7536" y="2298"/>
                    </a:lnTo>
                    <a:lnTo>
                      <a:pt x="7530" y="2292"/>
                    </a:lnTo>
                    <a:lnTo>
                      <a:pt x="7530" y="2280"/>
                    </a:lnTo>
                    <a:lnTo>
                      <a:pt x="7518" y="2256"/>
                    </a:lnTo>
                    <a:lnTo>
                      <a:pt x="7512" y="2250"/>
                    </a:lnTo>
                    <a:lnTo>
                      <a:pt x="7512" y="2238"/>
                    </a:lnTo>
                    <a:lnTo>
                      <a:pt x="7506" y="2232"/>
                    </a:lnTo>
                    <a:lnTo>
                      <a:pt x="7506" y="2220"/>
                    </a:lnTo>
                    <a:lnTo>
                      <a:pt x="7500" y="2214"/>
                    </a:lnTo>
                    <a:lnTo>
                      <a:pt x="7500" y="2202"/>
                    </a:lnTo>
                    <a:lnTo>
                      <a:pt x="7494" y="2196"/>
                    </a:lnTo>
                    <a:lnTo>
                      <a:pt x="7482" y="2190"/>
                    </a:lnTo>
                    <a:lnTo>
                      <a:pt x="7476" y="2184"/>
                    </a:lnTo>
                    <a:lnTo>
                      <a:pt x="7482" y="2178"/>
                    </a:lnTo>
                    <a:lnTo>
                      <a:pt x="7476" y="2178"/>
                    </a:lnTo>
                    <a:lnTo>
                      <a:pt x="7470" y="2172"/>
                    </a:lnTo>
                    <a:lnTo>
                      <a:pt x="7458" y="2166"/>
                    </a:lnTo>
                    <a:lnTo>
                      <a:pt x="7446" y="2154"/>
                    </a:lnTo>
                    <a:lnTo>
                      <a:pt x="7440" y="2142"/>
                    </a:lnTo>
                    <a:lnTo>
                      <a:pt x="7434" y="2124"/>
                    </a:lnTo>
                    <a:lnTo>
                      <a:pt x="7434" y="2112"/>
                    </a:lnTo>
                    <a:lnTo>
                      <a:pt x="7428" y="2106"/>
                    </a:lnTo>
                    <a:lnTo>
                      <a:pt x="7428" y="2100"/>
                    </a:lnTo>
                    <a:lnTo>
                      <a:pt x="7416" y="2094"/>
                    </a:lnTo>
                    <a:lnTo>
                      <a:pt x="7416" y="2082"/>
                    </a:lnTo>
                    <a:lnTo>
                      <a:pt x="7422" y="2070"/>
                    </a:lnTo>
                    <a:lnTo>
                      <a:pt x="7422" y="2040"/>
                    </a:lnTo>
                    <a:lnTo>
                      <a:pt x="7410" y="2028"/>
                    </a:lnTo>
                    <a:lnTo>
                      <a:pt x="7404" y="2016"/>
                    </a:lnTo>
                    <a:lnTo>
                      <a:pt x="7398" y="2010"/>
                    </a:lnTo>
                    <a:lnTo>
                      <a:pt x="7380" y="2004"/>
                    </a:lnTo>
                    <a:lnTo>
                      <a:pt x="7380" y="1998"/>
                    </a:lnTo>
                    <a:lnTo>
                      <a:pt x="7374" y="1992"/>
                    </a:lnTo>
                    <a:lnTo>
                      <a:pt x="7368" y="1980"/>
                    </a:lnTo>
                    <a:lnTo>
                      <a:pt x="7356" y="1968"/>
                    </a:lnTo>
                    <a:lnTo>
                      <a:pt x="7344" y="1968"/>
                    </a:lnTo>
                    <a:lnTo>
                      <a:pt x="7332" y="1956"/>
                    </a:lnTo>
                    <a:lnTo>
                      <a:pt x="7326" y="1956"/>
                    </a:lnTo>
                    <a:lnTo>
                      <a:pt x="7308" y="1950"/>
                    </a:lnTo>
                    <a:lnTo>
                      <a:pt x="7302" y="1938"/>
                    </a:lnTo>
                    <a:lnTo>
                      <a:pt x="7308" y="1938"/>
                    </a:lnTo>
                    <a:lnTo>
                      <a:pt x="7314" y="1944"/>
                    </a:lnTo>
                    <a:lnTo>
                      <a:pt x="7326" y="1944"/>
                    </a:lnTo>
                    <a:lnTo>
                      <a:pt x="7332" y="1950"/>
                    </a:lnTo>
                    <a:lnTo>
                      <a:pt x="7344" y="1950"/>
                    </a:lnTo>
                    <a:lnTo>
                      <a:pt x="7350" y="1944"/>
                    </a:lnTo>
                    <a:lnTo>
                      <a:pt x="7350" y="1938"/>
                    </a:lnTo>
                    <a:lnTo>
                      <a:pt x="7344" y="1938"/>
                    </a:lnTo>
                    <a:lnTo>
                      <a:pt x="7332" y="1932"/>
                    </a:lnTo>
                    <a:lnTo>
                      <a:pt x="7326" y="1926"/>
                    </a:lnTo>
                    <a:lnTo>
                      <a:pt x="7320" y="1926"/>
                    </a:lnTo>
                    <a:lnTo>
                      <a:pt x="7242" y="1890"/>
                    </a:lnTo>
                    <a:lnTo>
                      <a:pt x="7236" y="1890"/>
                    </a:lnTo>
                    <a:lnTo>
                      <a:pt x="7230" y="1884"/>
                    </a:lnTo>
                    <a:lnTo>
                      <a:pt x="7218" y="1878"/>
                    </a:lnTo>
                    <a:lnTo>
                      <a:pt x="7206" y="1866"/>
                    </a:lnTo>
                    <a:lnTo>
                      <a:pt x="7194" y="1860"/>
                    </a:lnTo>
                    <a:lnTo>
                      <a:pt x="7188" y="1854"/>
                    </a:lnTo>
                    <a:lnTo>
                      <a:pt x="7170" y="1854"/>
                    </a:lnTo>
                    <a:lnTo>
                      <a:pt x="7164" y="1860"/>
                    </a:lnTo>
                    <a:lnTo>
                      <a:pt x="7152" y="1866"/>
                    </a:lnTo>
                    <a:lnTo>
                      <a:pt x="7116" y="1854"/>
                    </a:lnTo>
                    <a:lnTo>
                      <a:pt x="7152" y="1896"/>
                    </a:lnTo>
                    <a:lnTo>
                      <a:pt x="7146" y="1920"/>
                    </a:lnTo>
                    <a:lnTo>
                      <a:pt x="7134" y="1920"/>
                    </a:lnTo>
                    <a:lnTo>
                      <a:pt x="7134" y="1890"/>
                    </a:lnTo>
                    <a:lnTo>
                      <a:pt x="7116" y="1878"/>
                    </a:lnTo>
                    <a:lnTo>
                      <a:pt x="7116" y="1908"/>
                    </a:lnTo>
                    <a:lnTo>
                      <a:pt x="7068" y="1908"/>
                    </a:lnTo>
                    <a:lnTo>
                      <a:pt x="7074" y="1902"/>
                    </a:lnTo>
                    <a:lnTo>
                      <a:pt x="7074" y="1884"/>
                    </a:lnTo>
                    <a:lnTo>
                      <a:pt x="7068" y="1878"/>
                    </a:lnTo>
                    <a:lnTo>
                      <a:pt x="7044" y="1878"/>
                    </a:lnTo>
                    <a:lnTo>
                      <a:pt x="7038" y="1890"/>
                    </a:lnTo>
                    <a:lnTo>
                      <a:pt x="7014" y="1890"/>
                    </a:lnTo>
                    <a:lnTo>
                      <a:pt x="7002" y="1854"/>
                    </a:lnTo>
                    <a:lnTo>
                      <a:pt x="6996" y="1854"/>
                    </a:lnTo>
                    <a:lnTo>
                      <a:pt x="6984" y="1830"/>
                    </a:lnTo>
                    <a:lnTo>
                      <a:pt x="6912" y="1836"/>
                    </a:lnTo>
                    <a:lnTo>
                      <a:pt x="6906" y="1824"/>
                    </a:lnTo>
                    <a:lnTo>
                      <a:pt x="6882" y="1824"/>
                    </a:lnTo>
                    <a:lnTo>
                      <a:pt x="6870" y="1818"/>
                    </a:lnTo>
                    <a:lnTo>
                      <a:pt x="6864" y="1812"/>
                    </a:lnTo>
                    <a:lnTo>
                      <a:pt x="6864" y="1794"/>
                    </a:lnTo>
                    <a:lnTo>
                      <a:pt x="6876" y="1788"/>
                    </a:lnTo>
                    <a:lnTo>
                      <a:pt x="6888" y="1776"/>
                    </a:lnTo>
                    <a:lnTo>
                      <a:pt x="6900" y="1776"/>
                    </a:lnTo>
                    <a:lnTo>
                      <a:pt x="6900" y="1752"/>
                    </a:lnTo>
                    <a:lnTo>
                      <a:pt x="6906" y="1752"/>
                    </a:lnTo>
                    <a:lnTo>
                      <a:pt x="6918" y="1746"/>
                    </a:lnTo>
                    <a:lnTo>
                      <a:pt x="6930" y="1734"/>
                    </a:lnTo>
                    <a:lnTo>
                      <a:pt x="6930" y="1728"/>
                    </a:lnTo>
                    <a:lnTo>
                      <a:pt x="6936" y="1716"/>
                    </a:lnTo>
                    <a:lnTo>
                      <a:pt x="6936" y="1710"/>
                    </a:lnTo>
                    <a:lnTo>
                      <a:pt x="6942" y="1698"/>
                    </a:lnTo>
                    <a:lnTo>
                      <a:pt x="6930" y="1686"/>
                    </a:lnTo>
                    <a:lnTo>
                      <a:pt x="6942" y="1662"/>
                    </a:lnTo>
                    <a:lnTo>
                      <a:pt x="6930" y="1650"/>
                    </a:lnTo>
                    <a:lnTo>
                      <a:pt x="6948" y="1632"/>
                    </a:lnTo>
                    <a:lnTo>
                      <a:pt x="6972" y="1626"/>
                    </a:lnTo>
                    <a:lnTo>
                      <a:pt x="6960" y="1596"/>
                    </a:lnTo>
                    <a:lnTo>
                      <a:pt x="6984" y="1590"/>
                    </a:lnTo>
                    <a:lnTo>
                      <a:pt x="6960" y="1554"/>
                    </a:lnTo>
                    <a:lnTo>
                      <a:pt x="6990" y="1542"/>
                    </a:lnTo>
                    <a:lnTo>
                      <a:pt x="6990" y="1500"/>
                    </a:lnTo>
                    <a:lnTo>
                      <a:pt x="6996" y="1488"/>
                    </a:lnTo>
                    <a:lnTo>
                      <a:pt x="7002" y="1482"/>
                    </a:lnTo>
                    <a:lnTo>
                      <a:pt x="7020" y="1470"/>
                    </a:lnTo>
                    <a:lnTo>
                      <a:pt x="7032" y="1464"/>
                    </a:lnTo>
                    <a:lnTo>
                      <a:pt x="7050" y="1464"/>
                    </a:lnTo>
                    <a:lnTo>
                      <a:pt x="7068" y="1470"/>
                    </a:lnTo>
                    <a:lnTo>
                      <a:pt x="7188" y="1470"/>
                    </a:lnTo>
                    <a:lnTo>
                      <a:pt x="7206" y="1488"/>
                    </a:lnTo>
                    <a:lnTo>
                      <a:pt x="7224" y="1482"/>
                    </a:lnTo>
                    <a:lnTo>
                      <a:pt x="7218" y="1464"/>
                    </a:lnTo>
                    <a:lnTo>
                      <a:pt x="7290" y="1482"/>
                    </a:lnTo>
                    <a:lnTo>
                      <a:pt x="7320" y="1464"/>
                    </a:lnTo>
                    <a:lnTo>
                      <a:pt x="7350" y="1488"/>
                    </a:lnTo>
                    <a:lnTo>
                      <a:pt x="7356" y="1452"/>
                    </a:lnTo>
                    <a:lnTo>
                      <a:pt x="7434" y="1452"/>
                    </a:lnTo>
                    <a:lnTo>
                      <a:pt x="7446" y="1458"/>
                    </a:lnTo>
                    <a:lnTo>
                      <a:pt x="7452" y="1470"/>
                    </a:lnTo>
                    <a:lnTo>
                      <a:pt x="7458" y="1470"/>
                    </a:lnTo>
                    <a:lnTo>
                      <a:pt x="7464" y="1464"/>
                    </a:lnTo>
                    <a:lnTo>
                      <a:pt x="7476" y="1464"/>
                    </a:lnTo>
                    <a:lnTo>
                      <a:pt x="7482" y="1458"/>
                    </a:lnTo>
                    <a:lnTo>
                      <a:pt x="7494" y="1452"/>
                    </a:lnTo>
                    <a:lnTo>
                      <a:pt x="7518" y="1470"/>
                    </a:lnTo>
                    <a:lnTo>
                      <a:pt x="7560" y="1476"/>
                    </a:lnTo>
                    <a:lnTo>
                      <a:pt x="7506" y="1488"/>
                    </a:lnTo>
                    <a:lnTo>
                      <a:pt x="7506" y="1494"/>
                    </a:lnTo>
                    <a:lnTo>
                      <a:pt x="7512" y="1500"/>
                    </a:lnTo>
                    <a:lnTo>
                      <a:pt x="7524" y="1506"/>
                    </a:lnTo>
                    <a:lnTo>
                      <a:pt x="7530" y="1512"/>
                    </a:lnTo>
                    <a:lnTo>
                      <a:pt x="7542" y="1512"/>
                    </a:lnTo>
                    <a:lnTo>
                      <a:pt x="7548" y="1506"/>
                    </a:lnTo>
                    <a:lnTo>
                      <a:pt x="7560" y="1506"/>
                    </a:lnTo>
                    <a:lnTo>
                      <a:pt x="7572" y="1500"/>
                    </a:lnTo>
                    <a:lnTo>
                      <a:pt x="7578" y="1494"/>
                    </a:lnTo>
                    <a:lnTo>
                      <a:pt x="7584" y="1494"/>
                    </a:lnTo>
                    <a:lnTo>
                      <a:pt x="7614" y="1506"/>
                    </a:lnTo>
                    <a:lnTo>
                      <a:pt x="7638" y="1488"/>
                    </a:lnTo>
                    <a:lnTo>
                      <a:pt x="7644" y="1488"/>
                    </a:lnTo>
                    <a:lnTo>
                      <a:pt x="7650" y="1494"/>
                    </a:lnTo>
                    <a:lnTo>
                      <a:pt x="7686" y="1494"/>
                    </a:lnTo>
                    <a:lnTo>
                      <a:pt x="7692" y="1488"/>
                    </a:lnTo>
                    <a:lnTo>
                      <a:pt x="7692" y="1476"/>
                    </a:lnTo>
                    <a:lnTo>
                      <a:pt x="7728" y="1482"/>
                    </a:lnTo>
                    <a:lnTo>
                      <a:pt x="7680" y="1452"/>
                    </a:lnTo>
                    <a:lnTo>
                      <a:pt x="7650" y="1464"/>
                    </a:lnTo>
                    <a:lnTo>
                      <a:pt x="7644" y="1446"/>
                    </a:lnTo>
                    <a:lnTo>
                      <a:pt x="7638" y="1434"/>
                    </a:lnTo>
                    <a:lnTo>
                      <a:pt x="7632" y="1428"/>
                    </a:lnTo>
                    <a:lnTo>
                      <a:pt x="7626" y="1416"/>
                    </a:lnTo>
                    <a:lnTo>
                      <a:pt x="7626" y="1398"/>
                    </a:lnTo>
                    <a:lnTo>
                      <a:pt x="7650" y="1374"/>
                    </a:lnTo>
                    <a:lnTo>
                      <a:pt x="7644" y="1344"/>
                    </a:lnTo>
                    <a:lnTo>
                      <a:pt x="7662" y="1332"/>
                    </a:lnTo>
                    <a:lnTo>
                      <a:pt x="7650" y="1326"/>
                    </a:lnTo>
                    <a:lnTo>
                      <a:pt x="7638" y="1314"/>
                    </a:lnTo>
                    <a:lnTo>
                      <a:pt x="7638" y="1302"/>
                    </a:lnTo>
                    <a:lnTo>
                      <a:pt x="7644" y="1296"/>
                    </a:lnTo>
                    <a:lnTo>
                      <a:pt x="7662" y="1290"/>
                    </a:lnTo>
                    <a:lnTo>
                      <a:pt x="7698" y="1290"/>
                    </a:lnTo>
                    <a:lnTo>
                      <a:pt x="7710" y="1296"/>
                    </a:lnTo>
                    <a:lnTo>
                      <a:pt x="7728" y="1296"/>
                    </a:lnTo>
                    <a:lnTo>
                      <a:pt x="7746" y="1278"/>
                    </a:lnTo>
                    <a:lnTo>
                      <a:pt x="7782" y="1308"/>
                    </a:lnTo>
                    <a:lnTo>
                      <a:pt x="7806" y="1290"/>
                    </a:lnTo>
                    <a:lnTo>
                      <a:pt x="7812" y="1302"/>
                    </a:lnTo>
                    <a:lnTo>
                      <a:pt x="7818" y="1308"/>
                    </a:lnTo>
                    <a:lnTo>
                      <a:pt x="7830" y="1332"/>
                    </a:lnTo>
                    <a:lnTo>
                      <a:pt x="7830" y="1338"/>
                    </a:lnTo>
                    <a:lnTo>
                      <a:pt x="7836" y="1344"/>
                    </a:lnTo>
                    <a:lnTo>
                      <a:pt x="7878" y="1344"/>
                    </a:lnTo>
                    <a:lnTo>
                      <a:pt x="7878" y="1362"/>
                    </a:lnTo>
                    <a:lnTo>
                      <a:pt x="7884" y="1374"/>
                    </a:lnTo>
                    <a:lnTo>
                      <a:pt x="7890" y="1380"/>
                    </a:lnTo>
                    <a:lnTo>
                      <a:pt x="7896" y="1380"/>
                    </a:lnTo>
                    <a:lnTo>
                      <a:pt x="7914" y="1362"/>
                    </a:lnTo>
                    <a:lnTo>
                      <a:pt x="7932" y="1326"/>
                    </a:lnTo>
                    <a:lnTo>
                      <a:pt x="7938" y="1320"/>
                    </a:lnTo>
                    <a:lnTo>
                      <a:pt x="7938" y="1314"/>
                    </a:lnTo>
                    <a:lnTo>
                      <a:pt x="7962" y="1302"/>
                    </a:lnTo>
                    <a:lnTo>
                      <a:pt x="7992" y="1314"/>
                    </a:lnTo>
                    <a:lnTo>
                      <a:pt x="7986" y="1302"/>
                    </a:lnTo>
                    <a:lnTo>
                      <a:pt x="7962" y="1284"/>
                    </a:lnTo>
                    <a:lnTo>
                      <a:pt x="7956" y="1278"/>
                    </a:lnTo>
                    <a:lnTo>
                      <a:pt x="7932" y="1266"/>
                    </a:lnTo>
                    <a:lnTo>
                      <a:pt x="7926" y="1254"/>
                    </a:lnTo>
                    <a:lnTo>
                      <a:pt x="7914" y="1248"/>
                    </a:lnTo>
                    <a:lnTo>
                      <a:pt x="7908" y="1242"/>
                    </a:lnTo>
                    <a:lnTo>
                      <a:pt x="7908" y="1230"/>
                    </a:lnTo>
                    <a:lnTo>
                      <a:pt x="7962" y="1230"/>
                    </a:lnTo>
                    <a:lnTo>
                      <a:pt x="7992" y="1236"/>
                    </a:lnTo>
                    <a:lnTo>
                      <a:pt x="8052" y="1236"/>
                    </a:lnTo>
                    <a:lnTo>
                      <a:pt x="8052" y="1254"/>
                    </a:lnTo>
                    <a:lnTo>
                      <a:pt x="8040" y="1254"/>
                    </a:lnTo>
                    <a:lnTo>
                      <a:pt x="8028" y="1248"/>
                    </a:lnTo>
                    <a:lnTo>
                      <a:pt x="7992" y="1248"/>
                    </a:lnTo>
                    <a:lnTo>
                      <a:pt x="7992" y="1266"/>
                    </a:lnTo>
                    <a:lnTo>
                      <a:pt x="8016" y="1290"/>
                    </a:lnTo>
                    <a:lnTo>
                      <a:pt x="8028" y="1296"/>
                    </a:lnTo>
                    <a:lnTo>
                      <a:pt x="8034" y="1320"/>
                    </a:lnTo>
                    <a:lnTo>
                      <a:pt x="8064" y="1326"/>
                    </a:lnTo>
                    <a:lnTo>
                      <a:pt x="8058" y="1344"/>
                    </a:lnTo>
                    <a:lnTo>
                      <a:pt x="8076" y="1362"/>
                    </a:lnTo>
                    <a:lnTo>
                      <a:pt x="8046" y="1368"/>
                    </a:lnTo>
                    <a:lnTo>
                      <a:pt x="8040" y="1380"/>
                    </a:lnTo>
                    <a:lnTo>
                      <a:pt x="8022" y="1386"/>
                    </a:lnTo>
                    <a:lnTo>
                      <a:pt x="8028" y="1398"/>
                    </a:lnTo>
                    <a:lnTo>
                      <a:pt x="8028" y="1404"/>
                    </a:lnTo>
                    <a:lnTo>
                      <a:pt x="8034" y="1416"/>
                    </a:lnTo>
                    <a:lnTo>
                      <a:pt x="8034" y="1440"/>
                    </a:lnTo>
                    <a:lnTo>
                      <a:pt x="8028" y="1452"/>
                    </a:lnTo>
                    <a:lnTo>
                      <a:pt x="8016" y="1464"/>
                    </a:lnTo>
                    <a:lnTo>
                      <a:pt x="8004" y="1488"/>
                    </a:lnTo>
                    <a:lnTo>
                      <a:pt x="8004" y="1506"/>
                    </a:lnTo>
                    <a:lnTo>
                      <a:pt x="8010" y="1506"/>
                    </a:lnTo>
                    <a:lnTo>
                      <a:pt x="8016" y="1512"/>
                    </a:lnTo>
                    <a:lnTo>
                      <a:pt x="8022" y="1524"/>
                    </a:lnTo>
                    <a:lnTo>
                      <a:pt x="8016" y="1530"/>
                    </a:lnTo>
                    <a:lnTo>
                      <a:pt x="8010" y="1542"/>
                    </a:lnTo>
                    <a:lnTo>
                      <a:pt x="7986" y="1566"/>
                    </a:lnTo>
                    <a:lnTo>
                      <a:pt x="7974" y="1572"/>
                    </a:lnTo>
                    <a:lnTo>
                      <a:pt x="7968" y="1578"/>
                    </a:lnTo>
                    <a:lnTo>
                      <a:pt x="7962" y="1578"/>
                    </a:lnTo>
                    <a:lnTo>
                      <a:pt x="7962" y="1596"/>
                    </a:lnTo>
                    <a:lnTo>
                      <a:pt x="7944" y="1596"/>
                    </a:lnTo>
                    <a:lnTo>
                      <a:pt x="7950" y="1596"/>
                    </a:lnTo>
                    <a:lnTo>
                      <a:pt x="7956" y="1602"/>
                    </a:lnTo>
                    <a:lnTo>
                      <a:pt x="7968" y="1608"/>
                    </a:lnTo>
                    <a:lnTo>
                      <a:pt x="7980" y="1632"/>
                    </a:lnTo>
                    <a:lnTo>
                      <a:pt x="7974" y="1650"/>
                    </a:lnTo>
                    <a:lnTo>
                      <a:pt x="7974" y="1662"/>
                    </a:lnTo>
                    <a:lnTo>
                      <a:pt x="7968" y="1674"/>
                    </a:lnTo>
                    <a:lnTo>
                      <a:pt x="7968" y="1686"/>
                    </a:lnTo>
                    <a:lnTo>
                      <a:pt x="7974" y="1704"/>
                    </a:lnTo>
                    <a:lnTo>
                      <a:pt x="7992" y="1722"/>
                    </a:lnTo>
                    <a:lnTo>
                      <a:pt x="8016" y="1752"/>
                    </a:lnTo>
                    <a:lnTo>
                      <a:pt x="8046" y="1776"/>
                    </a:lnTo>
                    <a:lnTo>
                      <a:pt x="8070" y="1800"/>
                    </a:lnTo>
                    <a:lnTo>
                      <a:pt x="8082" y="1806"/>
                    </a:lnTo>
                    <a:lnTo>
                      <a:pt x="8142" y="1872"/>
                    </a:lnTo>
                    <a:lnTo>
                      <a:pt x="8154" y="1866"/>
                    </a:lnTo>
                    <a:lnTo>
                      <a:pt x="8238" y="1962"/>
                    </a:lnTo>
                    <a:lnTo>
                      <a:pt x="8286" y="1980"/>
                    </a:lnTo>
                    <a:lnTo>
                      <a:pt x="8310" y="2004"/>
                    </a:lnTo>
                    <a:lnTo>
                      <a:pt x="8316" y="2016"/>
                    </a:lnTo>
                    <a:lnTo>
                      <a:pt x="8328" y="2022"/>
                    </a:lnTo>
                    <a:lnTo>
                      <a:pt x="8334" y="2034"/>
                    </a:lnTo>
                    <a:lnTo>
                      <a:pt x="8388" y="2088"/>
                    </a:lnTo>
                    <a:lnTo>
                      <a:pt x="8406" y="2088"/>
                    </a:lnTo>
                    <a:lnTo>
                      <a:pt x="8406" y="2106"/>
                    </a:lnTo>
                    <a:lnTo>
                      <a:pt x="8418" y="2106"/>
                    </a:lnTo>
                    <a:lnTo>
                      <a:pt x="8430" y="2100"/>
                    </a:lnTo>
                    <a:lnTo>
                      <a:pt x="8436" y="2094"/>
                    </a:lnTo>
                    <a:lnTo>
                      <a:pt x="8442" y="2082"/>
                    </a:lnTo>
                    <a:lnTo>
                      <a:pt x="8442" y="2076"/>
                    </a:lnTo>
                    <a:lnTo>
                      <a:pt x="8430" y="2064"/>
                    </a:lnTo>
                    <a:lnTo>
                      <a:pt x="8436" y="2058"/>
                    </a:lnTo>
                    <a:lnTo>
                      <a:pt x="8442" y="2046"/>
                    </a:lnTo>
                    <a:lnTo>
                      <a:pt x="8448" y="2040"/>
                    </a:lnTo>
                    <a:lnTo>
                      <a:pt x="8448" y="2022"/>
                    </a:lnTo>
                    <a:lnTo>
                      <a:pt x="8430" y="2004"/>
                    </a:lnTo>
                    <a:lnTo>
                      <a:pt x="8418" y="1998"/>
                    </a:lnTo>
                    <a:lnTo>
                      <a:pt x="8406" y="1974"/>
                    </a:lnTo>
                    <a:lnTo>
                      <a:pt x="8406" y="1962"/>
                    </a:lnTo>
                    <a:lnTo>
                      <a:pt x="8412" y="1950"/>
                    </a:lnTo>
                    <a:lnTo>
                      <a:pt x="8430" y="1932"/>
                    </a:lnTo>
                    <a:lnTo>
                      <a:pt x="8442" y="1932"/>
                    </a:lnTo>
                    <a:lnTo>
                      <a:pt x="8454" y="1938"/>
                    </a:lnTo>
                    <a:lnTo>
                      <a:pt x="8460" y="1938"/>
                    </a:lnTo>
                    <a:lnTo>
                      <a:pt x="8466" y="1944"/>
                    </a:lnTo>
                    <a:lnTo>
                      <a:pt x="8472" y="1944"/>
                    </a:lnTo>
                    <a:lnTo>
                      <a:pt x="8466" y="1938"/>
                    </a:lnTo>
                    <a:lnTo>
                      <a:pt x="8460" y="1926"/>
                    </a:lnTo>
                    <a:lnTo>
                      <a:pt x="8448" y="1920"/>
                    </a:lnTo>
                    <a:lnTo>
                      <a:pt x="8442" y="1908"/>
                    </a:lnTo>
                    <a:lnTo>
                      <a:pt x="8424" y="1890"/>
                    </a:lnTo>
                    <a:lnTo>
                      <a:pt x="8412" y="1890"/>
                    </a:lnTo>
                    <a:lnTo>
                      <a:pt x="8406" y="1884"/>
                    </a:lnTo>
                    <a:lnTo>
                      <a:pt x="8400" y="1872"/>
                    </a:lnTo>
                    <a:lnTo>
                      <a:pt x="8400" y="1860"/>
                    </a:lnTo>
                    <a:lnTo>
                      <a:pt x="8406" y="1848"/>
                    </a:lnTo>
                    <a:lnTo>
                      <a:pt x="8412" y="1842"/>
                    </a:lnTo>
                    <a:lnTo>
                      <a:pt x="8424" y="1836"/>
                    </a:lnTo>
                    <a:lnTo>
                      <a:pt x="8430" y="1830"/>
                    </a:lnTo>
                    <a:lnTo>
                      <a:pt x="8442" y="1836"/>
                    </a:lnTo>
                    <a:lnTo>
                      <a:pt x="8466" y="1836"/>
                    </a:lnTo>
                    <a:lnTo>
                      <a:pt x="8472" y="1830"/>
                    </a:lnTo>
                    <a:lnTo>
                      <a:pt x="8472" y="1812"/>
                    </a:lnTo>
                    <a:lnTo>
                      <a:pt x="8454" y="1794"/>
                    </a:lnTo>
                    <a:lnTo>
                      <a:pt x="8436" y="1788"/>
                    </a:lnTo>
                    <a:lnTo>
                      <a:pt x="8424" y="1782"/>
                    </a:lnTo>
                    <a:lnTo>
                      <a:pt x="8406" y="1770"/>
                    </a:lnTo>
                    <a:lnTo>
                      <a:pt x="8394" y="1758"/>
                    </a:lnTo>
                    <a:lnTo>
                      <a:pt x="8388" y="1740"/>
                    </a:lnTo>
                    <a:lnTo>
                      <a:pt x="8376" y="1716"/>
                    </a:lnTo>
                    <a:lnTo>
                      <a:pt x="8376" y="1704"/>
                    </a:lnTo>
                    <a:lnTo>
                      <a:pt x="8370" y="1698"/>
                    </a:lnTo>
                    <a:lnTo>
                      <a:pt x="8370" y="1692"/>
                    </a:lnTo>
                    <a:lnTo>
                      <a:pt x="8382" y="1686"/>
                    </a:lnTo>
                    <a:lnTo>
                      <a:pt x="8406" y="1710"/>
                    </a:lnTo>
                    <a:lnTo>
                      <a:pt x="8418" y="1716"/>
                    </a:lnTo>
                    <a:lnTo>
                      <a:pt x="8430" y="1716"/>
                    </a:lnTo>
                    <a:lnTo>
                      <a:pt x="8430" y="1710"/>
                    </a:lnTo>
                    <a:lnTo>
                      <a:pt x="8424" y="1704"/>
                    </a:lnTo>
                    <a:lnTo>
                      <a:pt x="8418" y="1692"/>
                    </a:lnTo>
                    <a:lnTo>
                      <a:pt x="8412" y="1686"/>
                    </a:lnTo>
                    <a:lnTo>
                      <a:pt x="8406" y="1674"/>
                    </a:lnTo>
                    <a:lnTo>
                      <a:pt x="8400" y="1668"/>
                    </a:lnTo>
                    <a:lnTo>
                      <a:pt x="8364" y="1668"/>
                    </a:lnTo>
                    <a:lnTo>
                      <a:pt x="8316" y="1626"/>
                    </a:lnTo>
                    <a:lnTo>
                      <a:pt x="8316" y="1596"/>
                    </a:lnTo>
                    <a:lnTo>
                      <a:pt x="8310" y="1590"/>
                    </a:lnTo>
                    <a:lnTo>
                      <a:pt x="8298" y="1584"/>
                    </a:lnTo>
                    <a:lnTo>
                      <a:pt x="8280" y="1578"/>
                    </a:lnTo>
                    <a:lnTo>
                      <a:pt x="8268" y="1572"/>
                    </a:lnTo>
                    <a:lnTo>
                      <a:pt x="8256" y="1572"/>
                    </a:lnTo>
                    <a:lnTo>
                      <a:pt x="8256" y="1590"/>
                    </a:lnTo>
                    <a:lnTo>
                      <a:pt x="8250" y="1590"/>
                    </a:lnTo>
                    <a:lnTo>
                      <a:pt x="8244" y="1584"/>
                    </a:lnTo>
                    <a:lnTo>
                      <a:pt x="8232" y="1584"/>
                    </a:lnTo>
                    <a:lnTo>
                      <a:pt x="8214" y="1572"/>
                    </a:lnTo>
                    <a:lnTo>
                      <a:pt x="8202" y="1566"/>
                    </a:lnTo>
                    <a:lnTo>
                      <a:pt x="8196" y="1560"/>
                    </a:lnTo>
                    <a:lnTo>
                      <a:pt x="8190" y="1548"/>
                    </a:lnTo>
                    <a:lnTo>
                      <a:pt x="8190" y="1536"/>
                    </a:lnTo>
                    <a:lnTo>
                      <a:pt x="8196" y="1524"/>
                    </a:lnTo>
                    <a:lnTo>
                      <a:pt x="8196" y="1500"/>
                    </a:lnTo>
                    <a:lnTo>
                      <a:pt x="8184" y="1476"/>
                    </a:lnTo>
                    <a:lnTo>
                      <a:pt x="8166" y="1458"/>
                    </a:lnTo>
                    <a:lnTo>
                      <a:pt x="8154" y="1452"/>
                    </a:lnTo>
                    <a:lnTo>
                      <a:pt x="8154" y="1434"/>
                    </a:lnTo>
                    <a:lnTo>
                      <a:pt x="8160" y="1428"/>
                    </a:lnTo>
                    <a:lnTo>
                      <a:pt x="8172" y="1428"/>
                    </a:lnTo>
                    <a:lnTo>
                      <a:pt x="8184" y="1434"/>
                    </a:lnTo>
                    <a:lnTo>
                      <a:pt x="8196" y="1416"/>
                    </a:lnTo>
                    <a:lnTo>
                      <a:pt x="8232" y="1446"/>
                    </a:lnTo>
                    <a:lnTo>
                      <a:pt x="8238" y="1440"/>
                    </a:lnTo>
                    <a:lnTo>
                      <a:pt x="8226" y="1428"/>
                    </a:lnTo>
                    <a:lnTo>
                      <a:pt x="8226" y="1422"/>
                    </a:lnTo>
                    <a:lnTo>
                      <a:pt x="8232" y="1416"/>
                    </a:lnTo>
                    <a:lnTo>
                      <a:pt x="8232" y="1404"/>
                    </a:lnTo>
                    <a:lnTo>
                      <a:pt x="8238" y="1392"/>
                    </a:lnTo>
                    <a:lnTo>
                      <a:pt x="8250" y="1386"/>
                    </a:lnTo>
                    <a:lnTo>
                      <a:pt x="8256" y="1386"/>
                    </a:lnTo>
                    <a:lnTo>
                      <a:pt x="8274" y="1404"/>
                    </a:lnTo>
                    <a:lnTo>
                      <a:pt x="8280" y="1416"/>
                    </a:lnTo>
                    <a:lnTo>
                      <a:pt x="8292" y="1428"/>
                    </a:lnTo>
                    <a:lnTo>
                      <a:pt x="8304" y="1434"/>
                    </a:lnTo>
                    <a:lnTo>
                      <a:pt x="8310" y="1446"/>
                    </a:lnTo>
                    <a:lnTo>
                      <a:pt x="8322" y="1398"/>
                    </a:lnTo>
                    <a:lnTo>
                      <a:pt x="8334" y="1398"/>
                    </a:lnTo>
                    <a:lnTo>
                      <a:pt x="8364" y="1392"/>
                    </a:lnTo>
                    <a:lnTo>
                      <a:pt x="8400" y="1386"/>
                    </a:lnTo>
                    <a:lnTo>
                      <a:pt x="8430" y="1386"/>
                    </a:lnTo>
                    <a:lnTo>
                      <a:pt x="8478" y="1410"/>
                    </a:lnTo>
                    <a:lnTo>
                      <a:pt x="8484" y="1416"/>
                    </a:lnTo>
                    <a:lnTo>
                      <a:pt x="8490" y="1416"/>
                    </a:lnTo>
                    <a:lnTo>
                      <a:pt x="8532" y="1434"/>
                    </a:lnTo>
                    <a:lnTo>
                      <a:pt x="8502" y="1374"/>
                    </a:lnTo>
                    <a:lnTo>
                      <a:pt x="8526" y="1374"/>
                    </a:lnTo>
                    <a:lnTo>
                      <a:pt x="8538" y="1368"/>
                    </a:lnTo>
                    <a:lnTo>
                      <a:pt x="8550" y="1356"/>
                    </a:lnTo>
                    <a:lnTo>
                      <a:pt x="8550" y="1332"/>
                    </a:lnTo>
                    <a:lnTo>
                      <a:pt x="8544" y="1326"/>
                    </a:lnTo>
                    <a:lnTo>
                      <a:pt x="8538" y="1314"/>
                    </a:lnTo>
                    <a:lnTo>
                      <a:pt x="8562" y="1314"/>
                    </a:lnTo>
                    <a:lnTo>
                      <a:pt x="8562" y="1290"/>
                    </a:lnTo>
                    <a:lnTo>
                      <a:pt x="8574" y="1290"/>
                    </a:lnTo>
                    <a:lnTo>
                      <a:pt x="8586" y="1296"/>
                    </a:lnTo>
                    <a:lnTo>
                      <a:pt x="8616" y="1296"/>
                    </a:lnTo>
                    <a:lnTo>
                      <a:pt x="8628" y="1290"/>
                    </a:lnTo>
                    <a:lnTo>
                      <a:pt x="8634" y="1284"/>
                    </a:lnTo>
                    <a:lnTo>
                      <a:pt x="8640" y="1272"/>
                    </a:lnTo>
                    <a:lnTo>
                      <a:pt x="8652" y="1260"/>
                    </a:lnTo>
                    <a:lnTo>
                      <a:pt x="8658" y="1248"/>
                    </a:lnTo>
                    <a:lnTo>
                      <a:pt x="8664" y="1242"/>
                    </a:lnTo>
                    <a:lnTo>
                      <a:pt x="8670" y="1242"/>
                    </a:lnTo>
                    <a:lnTo>
                      <a:pt x="8652" y="1218"/>
                    </a:lnTo>
                    <a:lnTo>
                      <a:pt x="8682" y="1218"/>
                    </a:lnTo>
                    <a:lnTo>
                      <a:pt x="8688" y="1236"/>
                    </a:lnTo>
                    <a:lnTo>
                      <a:pt x="8748" y="1242"/>
                    </a:lnTo>
                    <a:lnTo>
                      <a:pt x="8760" y="1242"/>
                    </a:lnTo>
                    <a:lnTo>
                      <a:pt x="8772" y="1248"/>
                    </a:lnTo>
                    <a:lnTo>
                      <a:pt x="8808" y="1248"/>
                    </a:lnTo>
                    <a:lnTo>
                      <a:pt x="8808" y="1230"/>
                    </a:lnTo>
                    <a:lnTo>
                      <a:pt x="8802" y="1218"/>
                    </a:lnTo>
                    <a:lnTo>
                      <a:pt x="8766" y="1218"/>
                    </a:lnTo>
                    <a:lnTo>
                      <a:pt x="8760" y="1194"/>
                    </a:lnTo>
                    <a:lnTo>
                      <a:pt x="8754" y="1194"/>
                    </a:lnTo>
                    <a:lnTo>
                      <a:pt x="8748" y="1188"/>
                    </a:lnTo>
                    <a:lnTo>
                      <a:pt x="8736" y="1188"/>
                    </a:lnTo>
                    <a:lnTo>
                      <a:pt x="8712" y="1176"/>
                    </a:lnTo>
                    <a:lnTo>
                      <a:pt x="8700" y="1176"/>
                    </a:lnTo>
                    <a:lnTo>
                      <a:pt x="8688" y="1170"/>
                    </a:lnTo>
                    <a:lnTo>
                      <a:pt x="8658" y="1170"/>
                    </a:lnTo>
                    <a:lnTo>
                      <a:pt x="8664" y="1152"/>
                    </a:lnTo>
                    <a:lnTo>
                      <a:pt x="8592" y="1104"/>
                    </a:lnTo>
                    <a:lnTo>
                      <a:pt x="8574" y="1122"/>
                    </a:lnTo>
                    <a:lnTo>
                      <a:pt x="8568" y="1122"/>
                    </a:lnTo>
                    <a:lnTo>
                      <a:pt x="8562" y="1116"/>
                    </a:lnTo>
                    <a:lnTo>
                      <a:pt x="8550" y="1116"/>
                    </a:lnTo>
                    <a:lnTo>
                      <a:pt x="8538" y="1110"/>
                    </a:lnTo>
                    <a:lnTo>
                      <a:pt x="8532" y="1110"/>
                    </a:lnTo>
                    <a:lnTo>
                      <a:pt x="8520" y="1104"/>
                    </a:lnTo>
                    <a:lnTo>
                      <a:pt x="8508" y="1092"/>
                    </a:lnTo>
                    <a:lnTo>
                      <a:pt x="8502" y="1092"/>
                    </a:lnTo>
                    <a:lnTo>
                      <a:pt x="8466" y="1098"/>
                    </a:lnTo>
                    <a:lnTo>
                      <a:pt x="8442" y="1092"/>
                    </a:lnTo>
                    <a:lnTo>
                      <a:pt x="8430" y="1086"/>
                    </a:lnTo>
                    <a:lnTo>
                      <a:pt x="8412" y="1068"/>
                    </a:lnTo>
                    <a:lnTo>
                      <a:pt x="8406" y="1068"/>
                    </a:lnTo>
                    <a:lnTo>
                      <a:pt x="8412" y="1062"/>
                    </a:lnTo>
                    <a:lnTo>
                      <a:pt x="8436" y="1062"/>
                    </a:lnTo>
                    <a:lnTo>
                      <a:pt x="8460" y="1074"/>
                    </a:lnTo>
                    <a:lnTo>
                      <a:pt x="8478" y="1074"/>
                    </a:lnTo>
                    <a:lnTo>
                      <a:pt x="8496" y="1080"/>
                    </a:lnTo>
                    <a:lnTo>
                      <a:pt x="8514" y="1080"/>
                    </a:lnTo>
                    <a:lnTo>
                      <a:pt x="8526" y="1086"/>
                    </a:lnTo>
                    <a:lnTo>
                      <a:pt x="8544" y="1086"/>
                    </a:lnTo>
                    <a:lnTo>
                      <a:pt x="8550" y="1080"/>
                    </a:lnTo>
                    <a:lnTo>
                      <a:pt x="8562" y="1080"/>
                    </a:lnTo>
                    <a:lnTo>
                      <a:pt x="8580" y="1074"/>
                    </a:lnTo>
                    <a:lnTo>
                      <a:pt x="8604" y="1062"/>
                    </a:lnTo>
                    <a:lnTo>
                      <a:pt x="8616" y="1050"/>
                    </a:lnTo>
                    <a:lnTo>
                      <a:pt x="8604" y="1038"/>
                    </a:lnTo>
                    <a:lnTo>
                      <a:pt x="8592" y="1032"/>
                    </a:lnTo>
                    <a:lnTo>
                      <a:pt x="8586" y="1026"/>
                    </a:lnTo>
                    <a:lnTo>
                      <a:pt x="8574" y="1020"/>
                    </a:lnTo>
                    <a:lnTo>
                      <a:pt x="8568" y="1014"/>
                    </a:lnTo>
                    <a:lnTo>
                      <a:pt x="8562" y="1014"/>
                    </a:lnTo>
                    <a:lnTo>
                      <a:pt x="8556" y="1008"/>
                    </a:lnTo>
                    <a:lnTo>
                      <a:pt x="8520" y="990"/>
                    </a:lnTo>
                    <a:lnTo>
                      <a:pt x="8508" y="978"/>
                    </a:lnTo>
                    <a:lnTo>
                      <a:pt x="8514" y="972"/>
                    </a:lnTo>
                    <a:lnTo>
                      <a:pt x="8538" y="972"/>
                    </a:lnTo>
                    <a:lnTo>
                      <a:pt x="8556" y="978"/>
                    </a:lnTo>
                    <a:lnTo>
                      <a:pt x="8562" y="984"/>
                    </a:lnTo>
                    <a:lnTo>
                      <a:pt x="8574" y="990"/>
                    </a:lnTo>
                    <a:lnTo>
                      <a:pt x="8580" y="990"/>
                    </a:lnTo>
                    <a:lnTo>
                      <a:pt x="8586" y="996"/>
                    </a:lnTo>
                    <a:lnTo>
                      <a:pt x="8610" y="1008"/>
                    </a:lnTo>
                    <a:lnTo>
                      <a:pt x="8628" y="1020"/>
                    </a:lnTo>
                    <a:lnTo>
                      <a:pt x="8652" y="1032"/>
                    </a:lnTo>
                    <a:lnTo>
                      <a:pt x="8664" y="1032"/>
                    </a:lnTo>
                    <a:lnTo>
                      <a:pt x="8676" y="1026"/>
                    </a:lnTo>
                    <a:lnTo>
                      <a:pt x="8682" y="1026"/>
                    </a:lnTo>
                    <a:lnTo>
                      <a:pt x="8688" y="1020"/>
                    </a:lnTo>
                    <a:lnTo>
                      <a:pt x="8730" y="1020"/>
                    </a:lnTo>
                    <a:lnTo>
                      <a:pt x="8754" y="1026"/>
                    </a:lnTo>
                    <a:lnTo>
                      <a:pt x="8808" y="1044"/>
                    </a:lnTo>
                    <a:lnTo>
                      <a:pt x="8850" y="1062"/>
                    </a:lnTo>
                    <a:lnTo>
                      <a:pt x="8880" y="1068"/>
                    </a:lnTo>
                    <a:lnTo>
                      <a:pt x="8886" y="1074"/>
                    </a:lnTo>
                    <a:lnTo>
                      <a:pt x="8898" y="1074"/>
                    </a:lnTo>
                    <a:lnTo>
                      <a:pt x="8934" y="1086"/>
                    </a:lnTo>
                    <a:lnTo>
                      <a:pt x="8946" y="1086"/>
                    </a:lnTo>
                    <a:lnTo>
                      <a:pt x="8952" y="1092"/>
                    </a:lnTo>
                    <a:lnTo>
                      <a:pt x="8958" y="1092"/>
                    </a:lnTo>
                    <a:lnTo>
                      <a:pt x="8970" y="1098"/>
                    </a:lnTo>
                    <a:lnTo>
                      <a:pt x="8976" y="1104"/>
                    </a:lnTo>
                    <a:lnTo>
                      <a:pt x="8988" y="1110"/>
                    </a:lnTo>
                    <a:lnTo>
                      <a:pt x="9000" y="1110"/>
                    </a:lnTo>
                    <a:lnTo>
                      <a:pt x="9018" y="1116"/>
                    </a:lnTo>
                    <a:lnTo>
                      <a:pt x="9024" y="1122"/>
                    </a:lnTo>
                    <a:lnTo>
                      <a:pt x="9042" y="1122"/>
                    </a:lnTo>
                    <a:lnTo>
                      <a:pt x="9042" y="1116"/>
                    </a:lnTo>
                    <a:lnTo>
                      <a:pt x="9036" y="1098"/>
                    </a:lnTo>
                    <a:lnTo>
                      <a:pt x="9012" y="1074"/>
                    </a:lnTo>
                    <a:lnTo>
                      <a:pt x="9006" y="1074"/>
                    </a:lnTo>
                    <a:lnTo>
                      <a:pt x="9024" y="1056"/>
                    </a:lnTo>
                    <a:lnTo>
                      <a:pt x="8976" y="1038"/>
                    </a:lnTo>
                    <a:lnTo>
                      <a:pt x="8988" y="1032"/>
                    </a:lnTo>
                    <a:lnTo>
                      <a:pt x="8940" y="1008"/>
                    </a:lnTo>
                    <a:lnTo>
                      <a:pt x="8994" y="1020"/>
                    </a:lnTo>
                    <a:lnTo>
                      <a:pt x="8988" y="996"/>
                    </a:lnTo>
                    <a:lnTo>
                      <a:pt x="9000" y="996"/>
                    </a:lnTo>
                    <a:lnTo>
                      <a:pt x="9012" y="1002"/>
                    </a:lnTo>
                    <a:lnTo>
                      <a:pt x="9048" y="1002"/>
                    </a:lnTo>
                    <a:lnTo>
                      <a:pt x="9048" y="99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5" name="Romania" descr="© INSCALE GmbH, 05.05.2010&#10;http://www.presentationload.com/">
                <a:extLst>
                  <a:ext uri="{FF2B5EF4-FFF2-40B4-BE49-F238E27FC236}">
                    <a16:creationId xmlns:a16="http://schemas.microsoft.com/office/drawing/2014/main" id="{407E4EC1-B95E-E944-BE05-689B428FE4B8}"/>
                  </a:ext>
                </a:extLst>
              </p:cNvPr>
              <p:cNvSpPr>
                <a:spLocks/>
              </p:cNvSpPr>
              <p:nvPr/>
            </p:nvSpPr>
            <p:spPr bwMode="gray">
              <a:xfrm>
                <a:off x="6294880" y="2511213"/>
                <a:ext cx="258052" cy="154500"/>
              </a:xfrm>
              <a:custGeom>
                <a:avLst/>
                <a:gdLst>
                  <a:gd name="T0" fmla="*/ 2147483647 w 612"/>
                  <a:gd name="T1" fmla="*/ 2147483647 h 366"/>
                  <a:gd name="T2" fmla="*/ 2147483647 w 612"/>
                  <a:gd name="T3" fmla="*/ 2147483647 h 366"/>
                  <a:gd name="T4" fmla="*/ 2147483647 w 612"/>
                  <a:gd name="T5" fmla="*/ 2147483647 h 366"/>
                  <a:gd name="T6" fmla="*/ 2147483647 w 612"/>
                  <a:gd name="T7" fmla="*/ 2147483647 h 366"/>
                  <a:gd name="T8" fmla="*/ 2147483647 w 612"/>
                  <a:gd name="T9" fmla="*/ 2147483647 h 366"/>
                  <a:gd name="T10" fmla="*/ 2147483647 w 612"/>
                  <a:gd name="T11" fmla="*/ 2147483647 h 366"/>
                  <a:gd name="T12" fmla="*/ 2147483647 w 612"/>
                  <a:gd name="T13" fmla="*/ 2147483647 h 366"/>
                  <a:gd name="T14" fmla="*/ 2147483647 w 612"/>
                  <a:gd name="T15" fmla="*/ 2147483647 h 366"/>
                  <a:gd name="T16" fmla="*/ 2147483647 w 612"/>
                  <a:gd name="T17" fmla="*/ 2147483647 h 366"/>
                  <a:gd name="T18" fmla="*/ 2147483647 w 612"/>
                  <a:gd name="T19" fmla="*/ 2147483647 h 366"/>
                  <a:gd name="T20" fmla="*/ 2147483647 w 612"/>
                  <a:gd name="T21" fmla="*/ 2147483647 h 366"/>
                  <a:gd name="T22" fmla="*/ 2147483647 w 612"/>
                  <a:gd name="T23" fmla="*/ 2147483647 h 366"/>
                  <a:gd name="T24" fmla="*/ 2147483647 w 612"/>
                  <a:gd name="T25" fmla="*/ 2147483647 h 366"/>
                  <a:gd name="T26" fmla="*/ 2147483647 w 612"/>
                  <a:gd name="T27" fmla="*/ 0 h 366"/>
                  <a:gd name="T28" fmla="*/ 2147483647 w 612"/>
                  <a:gd name="T29" fmla="*/ 2147483647 h 366"/>
                  <a:gd name="T30" fmla="*/ 2147483647 w 612"/>
                  <a:gd name="T31" fmla="*/ 2147483647 h 366"/>
                  <a:gd name="T32" fmla="*/ 2147483647 w 612"/>
                  <a:gd name="T33" fmla="*/ 2147483647 h 366"/>
                  <a:gd name="T34" fmla="*/ 2147483647 w 612"/>
                  <a:gd name="T35" fmla="*/ 2147483647 h 366"/>
                  <a:gd name="T36" fmla="*/ 2147483647 w 612"/>
                  <a:gd name="T37" fmla="*/ 2147483647 h 366"/>
                  <a:gd name="T38" fmla="*/ 2147483647 w 612"/>
                  <a:gd name="T39" fmla="*/ 2147483647 h 366"/>
                  <a:gd name="T40" fmla="*/ 2147483647 w 612"/>
                  <a:gd name="T41" fmla="*/ 2147483647 h 366"/>
                  <a:gd name="T42" fmla="*/ 2147483647 w 612"/>
                  <a:gd name="T43" fmla="*/ 2147483647 h 366"/>
                  <a:gd name="T44" fmla="*/ 2147483647 w 612"/>
                  <a:gd name="T45" fmla="*/ 2147483647 h 366"/>
                  <a:gd name="T46" fmla="*/ 2147483647 w 612"/>
                  <a:gd name="T47" fmla="*/ 2147483647 h 366"/>
                  <a:gd name="T48" fmla="*/ 0 w 612"/>
                  <a:gd name="T49" fmla="*/ 2147483647 h 366"/>
                  <a:gd name="T50" fmla="*/ 2147483647 w 612"/>
                  <a:gd name="T51" fmla="*/ 2147483647 h 366"/>
                  <a:gd name="T52" fmla="*/ 2147483647 w 612"/>
                  <a:gd name="T53" fmla="*/ 2147483647 h 366"/>
                  <a:gd name="T54" fmla="*/ 2147483647 w 612"/>
                  <a:gd name="T55" fmla="*/ 2147483647 h 366"/>
                  <a:gd name="T56" fmla="*/ 2147483647 w 612"/>
                  <a:gd name="T57" fmla="*/ 2147483647 h 366"/>
                  <a:gd name="T58" fmla="*/ 2147483647 w 612"/>
                  <a:gd name="T59" fmla="*/ 2147483647 h 366"/>
                  <a:gd name="T60" fmla="*/ 2147483647 w 612"/>
                  <a:gd name="T61" fmla="*/ 2147483647 h 366"/>
                  <a:gd name="T62" fmla="*/ 2147483647 w 612"/>
                  <a:gd name="T63" fmla="*/ 2147483647 h 366"/>
                  <a:gd name="T64" fmla="*/ 2147483647 w 612"/>
                  <a:gd name="T65" fmla="*/ 2147483647 h 366"/>
                  <a:gd name="T66" fmla="*/ 2147483647 w 612"/>
                  <a:gd name="T67" fmla="*/ 2147483647 h 366"/>
                  <a:gd name="T68" fmla="*/ 2147483647 w 612"/>
                  <a:gd name="T69" fmla="*/ 2147483647 h 366"/>
                  <a:gd name="T70" fmla="*/ 2147483647 w 612"/>
                  <a:gd name="T71" fmla="*/ 2147483647 h 366"/>
                  <a:gd name="T72" fmla="*/ 2147483647 w 612"/>
                  <a:gd name="T73" fmla="*/ 2147483647 h 366"/>
                  <a:gd name="T74" fmla="*/ 2147483647 w 612"/>
                  <a:gd name="T75" fmla="*/ 2147483647 h 366"/>
                  <a:gd name="T76" fmla="*/ 2147483647 w 612"/>
                  <a:gd name="T77" fmla="*/ 2147483647 h 366"/>
                  <a:gd name="T78" fmla="*/ 2147483647 w 612"/>
                  <a:gd name="T79" fmla="*/ 2147483647 h 366"/>
                  <a:gd name="T80" fmla="*/ 2147483647 w 612"/>
                  <a:gd name="T81" fmla="*/ 2147483647 h 366"/>
                  <a:gd name="T82" fmla="*/ 2147483647 w 612"/>
                  <a:gd name="T83" fmla="*/ 2147483647 h 366"/>
                  <a:gd name="T84" fmla="*/ 2147483647 w 612"/>
                  <a:gd name="T85" fmla="*/ 2147483647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2"/>
                  <a:gd name="T130" fmla="*/ 0 h 366"/>
                  <a:gd name="T131" fmla="*/ 612 w 612"/>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2" h="366">
                    <a:moveTo>
                      <a:pt x="516" y="354"/>
                    </a:moveTo>
                    <a:lnTo>
                      <a:pt x="522" y="360"/>
                    </a:lnTo>
                    <a:lnTo>
                      <a:pt x="540" y="360"/>
                    </a:lnTo>
                    <a:lnTo>
                      <a:pt x="540" y="318"/>
                    </a:lnTo>
                    <a:lnTo>
                      <a:pt x="546" y="312"/>
                    </a:lnTo>
                    <a:lnTo>
                      <a:pt x="558" y="294"/>
                    </a:lnTo>
                    <a:lnTo>
                      <a:pt x="564" y="282"/>
                    </a:lnTo>
                    <a:lnTo>
                      <a:pt x="570" y="276"/>
                    </a:lnTo>
                    <a:lnTo>
                      <a:pt x="606" y="276"/>
                    </a:lnTo>
                    <a:lnTo>
                      <a:pt x="612" y="270"/>
                    </a:lnTo>
                    <a:lnTo>
                      <a:pt x="612" y="258"/>
                    </a:lnTo>
                    <a:lnTo>
                      <a:pt x="600" y="222"/>
                    </a:lnTo>
                    <a:lnTo>
                      <a:pt x="600" y="216"/>
                    </a:lnTo>
                    <a:lnTo>
                      <a:pt x="594" y="216"/>
                    </a:lnTo>
                    <a:lnTo>
                      <a:pt x="588" y="222"/>
                    </a:lnTo>
                    <a:lnTo>
                      <a:pt x="570" y="222"/>
                    </a:lnTo>
                    <a:lnTo>
                      <a:pt x="564" y="228"/>
                    </a:lnTo>
                    <a:lnTo>
                      <a:pt x="558" y="228"/>
                    </a:lnTo>
                    <a:lnTo>
                      <a:pt x="552" y="234"/>
                    </a:lnTo>
                    <a:lnTo>
                      <a:pt x="522" y="234"/>
                    </a:lnTo>
                    <a:lnTo>
                      <a:pt x="510" y="222"/>
                    </a:lnTo>
                    <a:lnTo>
                      <a:pt x="510" y="198"/>
                    </a:lnTo>
                    <a:lnTo>
                      <a:pt x="504" y="192"/>
                    </a:lnTo>
                    <a:lnTo>
                      <a:pt x="498" y="180"/>
                    </a:lnTo>
                    <a:lnTo>
                      <a:pt x="498" y="168"/>
                    </a:lnTo>
                    <a:lnTo>
                      <a:pt x="504" y="162"/>
                    </a:lnTo>
                    <a:lnTo>
                      <a:pt x="504" y="150"/>
                    </a:lnTo>
                    <a:lnTo>
                      <a:pt x="510" y="144"/>
                    </a:lnTo>
                    <a:lnTo>
                      <a:pt x="504" y="144"/>
                    </a:lnTo>
                    <a:lnTo>
                      <a:pt x="504" y="102"/>
                    </a:lnTo>
                    <a:lnTo>
                      <a:pt x="498" y="96"/>
                    </a:lnTo>
                    <a:lnTo>
                      <a:pt x="480" y="96"/>
                    </a:lnTo>
                    <a:lnTo>
                      <a:pt x="474" y="78"/>
                    </a:lnTo>
                    <a:lnTo>
                      <a:pt x="462" y="78"/>
                    </a:lnTo>
                    <a:lnTo>
                      <a:pt x="456" y="54"/>
                    </a:lnTo>
                    <a:lnTo>
                      <a:pt x="432" y="42"/>
                    </a:lnTo>
                    <a:lnTo>
                      <a:pt x="432" y="30"/>
                    </a:lnTo>
                    <a:lnTo>
                      <a:pt x="426" y="24"/>
                    </a:lnTo>
                    <a:lnTo>
                      <a:pt x="420" y="12"/>
                    </a:lnTo>
                    <a:lnTo>
                      <a:pt x="414" y="6"/>
                    </a:lnTo>
                    <a:lnTo>
                      <a:pt x="396" y="0"/>
                    </a:lnTo>
                    <a:lnTo>
                      <a:pt x="384" y="0"/>
                    </a:lnTo>
                    <a:lnTo>
                      <a:pt x="378" y="6"/>
                    </a:lnTo>
                    <a:lnTo>
                      <a:pt x="378" y="12"/>
                    </a:lnTo>
                    <a:lnTo>
                      <a:pt x="366" y="24"/>
                    </a:lnTo>
                    <a:lnTo>
                      <a:pt x="348" y="24"/>
                    </a:lnTo>
                    <a:lnTo>
                      <a:pt x="342" y="18"/>
                    </a:lnTo>
                    <a:lnTo>
                      <a:pt x="336" y="30"/>
                    </a:lnTo>
                    <a:lnTo>
                      <a:pt x="312" y="24"/>
                    </a:lnTo>
                    <a:lnTo>
                      <a:pt x="312" y="30"/>
                    </a:lnTo>
                    <a:lnTo>
                      <a:pt x="300" y="42"/>
                    </a:lnTo>
                    <a:lnTo>
                      <a:pt x="288" y="42"/>
                    </a:lnTo>
                    <a:lnTo>
                      <a:pt x="264" y="18"/>
                    </a:lnTo>
                    <a:lnTo>
                      <a:pt x="258" y="18"/>
                    </a:lnTo>
                    <a:lnTo>
                      <a:pt x="246" y="24"/>
                    </a:lnTo>
                    <a:lnTo>
                      <a:pt x="240" y="24"/>
                    </a:lnTo>
                    <a:lnTo>
                      <a:pt x="228" y="30"/>
                    </a:lnTo>
                    <a:lnTo>
                      <a:pt x="222" y="24"/>
                    </a:lnTo>
                    <a:lnTo>
                      <a:pt x="198" y="24"/>
                    </a:lnTo>
                    <a:lnTo>
                      <a:pt x="192" y="18"/>
                    </a:lnTo>
                    <a:lnTo>
                      <a:pt x="168" y="18"/>
                    </a:lnTo>
                    <a:lnTo>
                      <a:pt x="150" y="36"/>
                    </a:lnTo>
                    <a:lnTo>
                      <a:pt x="120" y="36"/>
                    </a:lnTo>
                    <a:lnTo>
                      <a:pt x="108" y="48"/>
                    </a:lnTo>
                    <a:lnTo>
                      <a:pt x="108" y="90"/>
                    </a:lnTo>
                    <a:lnTo>
                      <a:pt x="90" y="108"/>
                    </a:lnTo>
                    <a:lnTo>
                      <a:pt x="78" y="114"/>
                    </a:lnTo>
                    <a:lnTo>
                      <a:pt x="72" y="120"/>
                    </a:lnTo>
                    <a:lnTo>
                      <a:pt x="72" y="138"/>
                    </a:lnTo>
                    <a:lnTo>
                      <a:pt x="66" y="144"/>
                    </a:lnTo>
                    <a:lnTo>
                      <a:pt x="54" y="150"/>
                    </a:lnTo>
                    <a:lnTo>
                      <a:pt x="48" y="156"/>
                    </a:lnTo>
                    <a:lnTo>
                      <a:pt x="30" y="150"/>
                    </a:lnTo>
                    <a:lnTo>
                      <a:pt x="30" y="168"/>
                    </a:lnTo>
                    <a:lnTo>
                      <a:pt x="0" y="174"/>
                    </a:lnTo>
                    <a:lnTo>
                      <a:pt x="6" y="174"/>
                    </a:lnTo>
                    <a:lnTo>
                      <a:pt x="30" y="192"/>
                    </a:lnTo>
                    <a:lnTo>
                      <a:pt x="36" y="192"/>
                    </a:lnTo>
                    <a:lnTo>
                      <a:pt x="48" y="228"/>
                    </a:lnTo>
                    <a:lnTo>
                      <a:pt x="54" y="234"/>
                    </a:lnTo>
                    <a:lnTo>
                      <a:pt x="60" y="234"/>
                    </a:lnTo>
                    <a:lnTo>
                      <a:pt x="66" y="228"/>
                    </a:lnTo>
                    <a:lnTo>
                      <a:pt x="72" y="228"/>
                    </a:lnTo>
                    <a:lnTo>
                      <a:pt x="84" y="234"/>
                    </a:lnTo>
                    <a:lnTo>
                      <a:pt x="84" y="252"/>
                    </a:lnTo>
                    <a:lnTo>
                      <a:pt x="78" y="258"/>
                    </a:lnTo>
                    <a:lnTo>
                      <a:pt x="90" y="276"/>
                    </a:lnTo>
                    <a:lnTo>
                      <a:pt x="114" y="282"/>
                    </a:lnTo>
                    <a:lnTo>
                      <a:pt x="120" y="288"/>
                    </a:lnTo>
                    <a:lnTo>
                      <a:pt x="144" y="282"/>
                    </a:lnTo>
                    <a:lnTo>
                      <a:pt x="168" y="288"/>
                    </a:lnTo>
                    <a:lnTo>
                      <a:pt x="162" y="294"/>
                    </a:lnTo>
                    <a:lnTo>
                      <a:pt x="156" y="306"/>
                    </a:lnTo>
                    <a:lnTo>
                      <a:pt x="162" y="312"/>
                    </a:lnTo>
                    <a:lnTo>
                      <a:pt x="162" y="324"/>
                    </a:lnTo>
                    <a:lnTo>
                      <a:pt x="186" y="324"/>
                    </a:lnTo>
                    <a:lnTo>
                      <a:pt x="192" y="330"/>
                    </a:lnTo>
                    <a:lnTo>
                      <a:pt x="186" y="336"/>
                    </a:lnTo>
                    <a:lnTo>
                      <a:pt x="186" y="342"/>
                    </a:lnTo>
                    <a:lnTo>
                      <a:pt x="180" y="348"/>
                    </a:lnTo>
                    <a:lnTo>
                      <a:pt x="186" y="354"/>
                    </a:lnTo>
                    <a:lnTo>
                      <a:pt x="204" y="354"/>
                    </a:lnTo>
                    <a:lnTo>
                      <a:pt x="216" y="342"/>
                    </a:lnTo>
                    <a:lnTo>
                      <a:pt x="240" y="354"/>
                    </a:lnTo>
                    <a:lnTo>
                      <a:pt x="252" y="354"/>
                    </a:lnTo>
                    <a:lnTo>
                      <a:pt x="258" y="360"/>
                    </a:lnTo>
                    <a:lnTo>
                      <a:pt x="282" y="360"/>
                    </a:lnTo>
                    <a:lnTo>
                      <a:pt x="288" y="354"/>
                    </a:lnTo>
                    <a:lnTo>
                      <a:pt x="288" y="348"/>
                    </a:lnTo>
                    <a:lnTo>
                      <a:pt x="306" y="354"/>
                    </a:lnTo>
                    <a:lnTo>
                      <a:pt x="330" y="354"/>
                    </a:lnTo>
                    <a:lnTo>
                      <a:pt x="336" y="360"/>
                    </a:lnTo>
                    <a:lnTo>
                      <a:pt x="348" y="366"/>
                    </a:lnTo>
                    <a:lnTo>
                      <a:pt x="366" y="366"/>
                    </a:lnTo>
                    <a:lnTo>
                      <a:pt x="372" y="360"/>
                    </a:lnTo>
                    <a:lnTo>
                      <a:pt x="372" y="348"/>
                    </a:lnTo>
                    <a:lnTo>
                      <a:pt x="378" y="342"/>
                    </a:lnTo>
                    <a:lnTo>
                      <a:pt x="384" y="342"/>
                    </a:lnTo>
                    <a:lnTo>
                      <a:pt x="396" y="336"/>
                    </a:lnTo>
                    <a:lnTo>
                      <a:pt x="402" y="336"/>
                    </a:lnTo>
                    <a:lnTo>
                      <a:pt x="402" y="330"/>
                    </a:lnTo>
                    <a:lnTo>
                      <a:pt x="432" y="336"/>
                    </a:lnTo>
                    <a:lnTo>
                      <a:pt x="432" y="324"/>
                    </a:lnTo>
                    <a:lnTo>
                      <a:pt x="438" y="324"/>
                    </a:lnTo>
                    <a:lnTo>
                      <a:pt x="450" y="330"/>
                    </a:lnTo>
                    <a:lnTo>
                      <a:pt x="462" y="330"/>
                    </a:lnTo>
                    <a:lnTo>
                      <a:pt x="474" y="336"/>
                    </a:lnTo>
                    <a:lnTo>
                      <a:pt x="498" y="336"/>
                    </a:lnTo>
                    <a:lnTo>
                      <a:pt x="516" y="35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6" name="Portugal" descr="© INSCALE GmbH, 05.05.2010&#10;http://www.presentationload.com/">
                <a:extLst>
                  <a:ext uri="{FF2B5EF4-FFF2-40B4-BE49-F238E27FC236}">
                    <a16:creationId xmlns:a16="http://schemas.microsoft.com/office/drawing/2014/main" id="{77721379-7E04-7E44-89CE-739E259C5558}"/>
                  </a:ext>
                </a:extLst>
              </p:cNvPr>
              <p:cNvSpPr>
                <a:spLocks/>
              </p:cNvSpPr>
              <p:nvPr/>
            </p:nvSpPr>
            <p:spPr bwMode="gray">
              <a:xfrm>
                <a:off x="5482923" y="2716667"/>
                <a:ext cx="95331" cy="172584"/>
              </a:xfrm>
              <a:custGeom>
                <a:avLst/>
                <a:gdLst>
                  <a:gd name="T0" fmla="*/ 2147483647 w 228"/>
                  <a:gd name="T1" fmla="*/ 2147483647 h 414"/>
                  <a:gd name="T2" fmla="*/ 2147483647 w 228"/>
                  <a:gd name="T3" fmla="*/ 2147483647 h 414"/>
                  <a:gd name="T4" fmla="*/ 2147483647 w 228"/>
                  <a:gd name="T5" fmla="*/ 2147483647 h 414"/>
                  <a:gd name="T6" fmla="*/ 2147483647 w 228"/>
                  <a:gd name="T7" fmla="*/ 2147483647 h 414"/>
                  <a:gd name="T8" fmla="*/ 2147483647 w 228"/>
                  <a:gd name="T9" fmla="*/ 2147483647 h 414"/>
                  <a:gd name="T10" fmla="*/ 2147483647 w 228"/>
                  <a:gd name="T11" fmla="*/ 2147483647 h 414"/>
                  <a:gd name="T12" fmla="*/ 2147483647 w 228"/>
                  <a:gd name="T13" fmla="*/ 0 h 414"/>
                  <a:gd name="T14" fmla="*/ 2147483647 w 228"/>
                  <a:gd name="T15" fmla="*/ 2147483647 h 414"/>
                  <a:gd name="T16" fmla="*/ 2147483647 w 228"/>
                  <a:gd name="T17" fmla="*/ 2147483647 h 414"/>
                  <a:gd name="T18" fmla="*/ 2147483647 w 228"/>
                  <a:gd name="T19" fmla="*/ 2147483647 h 414"/>
                  <a:gd name="T20" fmla="*/ 2147483647 w 228"/>
                  <a:gd name="T21" fmla="*/ 2147483647 h 414"/>
                  <a:gd name="T22" fmla="*/ 2147483647 w 228"/>
                  <a:gd name="T23" fmla="*/ 2147483647 h 414"/>
                  <a:gd name="T24" fmla="*/ 2147483647 w 228"/>
                  <a:gd name="T25" fmla="*/ 2147483647 h 414"/>
                  <a:gd name="T26" fmla="*/ 0 w 228"/>
                  <a:gd name="T27" fmla="*/ 2147483647 h 414"/>
                  <a:gd name="T28" fmla="*/ 2147483647 w 228"/>
                  <a:gd name="T29" fmla="*/ 2147483647 h 414"/>
                  <a:gd name="T30" fmla="*/ 2147483647 w 228"/>
                  <a:gd name="T31" fmla="*/ 2147483647 h 414"/>
                  <a:gd name="T32" fmla="*/ 2147483647 w 228"/>
                  <a:gd name="T33" fmla="*/ 2147483647 h 414"/>
                  <a:gd name="T34" fmla="*/ 2147483647 w 228"/>
                  <a:gd name="T35" fmla="*/ 2147483647 h 414"/>
                  <a:gd name="T36" fmla="*/ 2147483647 w 228"/>
                  <a:gd name="T37" fmla="*/ 2147483647 h 414"/>
                  <a:gd name="T38" fmla="*/ 2147483647 w 228"/>
                  <a:gd name="T39" fmla="*/ 2147483647 h 414"/>
                  <a:gd name="T40" fmla="*/ 2147483647 w 228"/>
                  <a:gd name="T41" fmla="*/ 2147483647 h 414"/>
                  <a:gd name="T42" fmla="*/ 2147483647 w 228"/>
                  <a:gd name="T43" fmla="*/ 2147483647 h 414"/>
                  <a:gd name="T44" fmla="*/ 2147483647 w 228"/>
                  <a:gd name="T45" fmla="*/ 2147483647 h 414"/>
                  <a:gd name="T46" fmla="*/ 2147483647 w 228"/>
                  <a:gd name="T47" fmla="*/ 2147483647 h 414"/>
                  <a:gd name="T48" fmla="*/ 2147483647 w 228"/>
                  <a:gd name="T49" fmla="*/ 2147483647 h 414"/>
                  <a:gd name="T50" fmla="*/ 2147483647 w 228"/>
                  <a:gd name="T51" fmla="*/ 2147483647 h 414"/>
                  <a:gd name="T52" fmla="*/ 2147483647 w 228"/>
                  <a:gd name="T53" fmla="*/ 2147483647 h 414"/>
                  <a:gd name="T54" fmla="*/ 2147483647 w 228"/>
                  <a:gd name="T55" fmla="*/ 2147483647 h 414"/>
                  <a:gd name="T56" fmla="*/ 2147483647 w 228"/>
                  <a:gd name="T57" fmla="*/ 2147483647 h 414"/>
                  <a:gd name="T58" fmla="*/ 2147483647 w 228"/>
                  <a:gd name="T59" fmla="*/ 2147483647 h 414"/>
                  <a:gd name="T60" fmla="*/ 2147483647 w 228"/>
                  <a:gd name="T61" fmla="*/ 2147483647 h 414"/>
                  <a:gd name="T62" fmla="*/ 2147483647 w 228"/>
                  <a:gd name="T63" fmla="*/ 2147483647 h 414"/>
                  <a:gd name="T64" fmla="*/ 2147483647 w 228"/>
                  <a:gd name="T65" fmla="*/ 2147483647 h 414"/>
                  <a:gd name="T66" fmla="*/ 2147483647 w 228"/>
                  <a:gd name="T67" fmla="*/ 2147483647 h 414"/>
                  <a:gd name="T68" fmla="*/ 2147483647 w 228"/>
                  <a:gd name="T69" fmla="*/ 2147483647 h 414"/>
                  <a:gd name="T70" fmla="*/ 2147483647 w 228"/>
                  <a:gd name="T71" fmla="*/ 2147483647 h 414"/>
                  <a:gd name="T72" fmla="*/ 2147483647 w 228"/>
                  <a:gd name="T73" fmla="*/ 2147483647 h 414"/>
                  <a:gd name="T74" fmla="*/ 2147483647 w 228"/>
                  <a:gd name="T75" fmla="*/ 2147483647 h 414"/>
                  <a:gd name="T76" fmla="*/ 2147483647 w 228"/>
                  <a:gd name="T77" fmla="*/ 2147483647 h 414"/>
                  <a:gd name="T78" fmla="*/ 2147483647 w 228"/>
                  <a:gd name="T79" fmla="*/ 2147483647 h 414"/>
                  <a:gd name="T80" fmla="*/ 2147483647 w 228"/>
                  <a:gd name="T81" fmla="*/ 2147483647 h 414"/>
                  <a:gd name="T82" fmla="*/ 2147483647 w 228"/>
                  <a:gd name="T83" fmla="*/ 2147483647 h 41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8"/>
                  <a:gd name="T127" fmla="*/ 0 h 414"/>
                  <a:gd name="T128" fmla="*/ 228 w 228"/>
                  <a:gd name="T129" fmla="*/ 414 h 41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8" h="414">
                    <a:moveTo>
                      <a:pt x="210" y="30"/>
                    </a:moveTo>
                    <a:lnTo>
                      <a:pt x="210" y="12"/>
                    </a:lnTo>
                    <a:lnTo>
                      <a:pt x="156" y="12"/>
                    </a:lnTo>
                    <a:lnTo>
                      <a:pt x="156" y="18"/>
                    </a:lnTo>
                    <a:lnTo>
                      <a:pt x="150" y="24"/>
                    </a:lnTo>
                    <a:lnTo>
                      <a:pt x="138" y="24"/>
                    </a:lnTo>
                    <a:lnTo>
                      <a:pt x="132" y="18"/>
                    </a:lnTo>
                    <a:lnTo>
                      <a:pt x="114" y="18"/>
                    </a:lnTo>
                    <a:lnTo>
                      <a:pt x="108" y="24"/>
                    </a:lnTo>
                    <a:lnTo>
                      <a:pt x="96" y="24"/>
                    </a:lnTo>
                    <a:lnTo>
                      <a:pt x="96" y="18"/>
                    </a:lnTo>
                    <a:lnTo>
                      <a:pt x="102" y="18"/>
                    </a:lnTo>
                    <a:lnTo>
                      <a:pt x="114" y="6"/>
                    </a:lnTo>
                    <a:lnTo>
                      <a:pt x="114" y="0"/>
                    </a:lnTo>
                    <a:lnTo>
                      <a:pt x="90" y="0"/>
                    </a:lnTo>
                    <a:lnTo>
                      <a:pt x="66" y="12"/>
                    </a:lnTo>
                    <a:lnTo>
                      <a:pt x="60" y="18"/>
                    </a:lnTo>
                    <a:lnTo>
                      <a:pt x="60" y="36"/>
                    </a:lnTo>
                    <a:lnTo>
                      <a:pt x="66" y="60"/>
                    </a:lnTo>
                    <a:lnTo>
                      <a:pt x="66" y="78"/>
                    </a:lnTo>
                    <a:lnTo>
                      <a:pt x="60" y="108"/>
                    </a:lnTo>
                    <a:lnTo>
                      <a:pt x="48" y="138"/>
                    </a:lnTo>
                    <a:lnTo>
                      <a:pt x="30" y="174"/>
                    </a:lnTo>
                    <a:lnTo>
                      <a:pt x="12" y="222"/>
                    </a:lnTo>
                    <a:lnTo>
                      <a:pt x="6" y="234"/>
                    </a:lnTo>
                    <a:lnTo>
                      <a:pt x="6" y="240"/>
                    </a:lnTo>
                    <a:lnTo>
                      <a:pt x="0" y="252"/>
                    </a:lnTo>
                    <a:lnTo>
                      <a:pt x="0" y="264"/>
                    </a:lnTo>
                    <a:lnTo>
                      <a:pt x="18" y="282"/>
                    </a:lnTo>
                    <a:lnTo>
                      <a:pt x="30" y="288"/>
                    </a:lnTo>
                    <a:lnTo>
                      <a:pt x="42" y="342"/>
                    </a:lnTo>
                    <a:lnTo>
                      <a:pt x="42" y="348"/>
                    </a:lnTo>
                    <a:lnTo>
                      <a:pt x="36" y="354"/>
                    </a:lnTo>
                    <a:lnTo>
                      <a:pt x="36" y="366"/>
                    </a:lnTo>
                    <a:lnTo>
                      <a:pt x="30" y="384"/>
                    </a:lnTo>
                    <a:lnTo>
                      <a:pt x="24" y="396"/>
                    </a:lnTo>
                    <a:lnTo>
                      <a:pt x="24" y="408"/>
                    </a:lnTo>
                    <a:lnTo>
                      <a:pt x="48" y="408"/>
                    </a:lnTo>
                    <a:lnTo>
                      <a:pt x="60" y="402"/>
                    </a:lnTo>
                    <a:lnTo>
                      <a:pt x="72" y="402"/>
                    </a:lnTo>
                    <a:lnTo>
                      <a:pt x="84" y="414"/>
                    </a:lnTo>
                    <a:lnTo>
                      <a:pt x="96" y="414"/>
                    </a:lnTo>
                    <a:lnTo>
                      <a:pt x="108" y="408"/>
                    </a:lnTo>
                    <a:lnTo>
                      <a:pt x="114" y="402"/>
                    </a:lnTo>
                    <a:lnTo>
                      <a:pt x="120" y="402"/>
                    </a:lnTo>
                    <a:lnTo>
                      <a:pt x="126" y="396"/>
                    </a:lnTo>
                    <a:lnTo>
                      <a:pt x="126" y="348"/>
                    </a:lnTo>
                    <a:lnTo>
                      <a:pt x="132" y="342"/>
                    </a:lnTo>
                    <a:lnTo>
                      <a:pt x="138" y="330"/>
                    </a:lnTo>
                    <a:lnTo>
                      <a:pt x="150" y="330"/>
                    </a:lnTo>
                    <a:lnTo>
                      <a:pt x="162" y="318"/>
                    </a:lnTo>
                    <a:lnTo>
                      <a:pt x="162" y="312"/>
                    </a:lnTo>
                    <a:lnTo>
                      <a:pt x="150" y="312"/>
                    </a:lnTo>
                    <a:lnTo>
                      <a:pt x="144" y="306"/>
                    </a:lnTo>
                    <a:lnTo>
                      <a:pt x="138" y="294"/>
                    </a:lnTo>
                    <a:lnTo>
                      <a:pt x="138" y="288"/>
                    </a:lnTo>
                    <a:lnTo>
                      <a:pt x="132" y="282"/>
                    </a:lnTo>
                    <a:lnTo>
                      <a:pt x="132" y="276"/>
                    </a:lnTo>
                    <a:lnTo>
                      <a:pt x="144" y="264"/>
                    </a:lnTo>
                    <a:lnTo>
                      <a:pt x="156" y="258"/>
                    </a:lnTo>
                    <a:lnTo>
                      <a:pt x="168" y="246"/>
                    </a:lnTo>
                    <a:lnTo>
                      <a:pt x="168" y="240"/>
                    </a:lnTo>
                    <a:lnTo>
                      <a:pt x="156" y="234"/>
                    </a:lnTo>
                    <a:lnTo>
                      <a:pt x="150" y="228"/>
                    </a:lnTo>
                    <a:lnTo>
                      <a:pt x="150" y="216"/>
                    </a:lnTo>
                    <a:lnTo>
                      <a:pt x="126" y="192"/>
                    </a:lnTo>
                    <a:lnTo>
                      <a:pt x="162" y="192"/>
                    </a:lnTo>
                    <a:lnTo>
                      <a:pt x="174" y="180"/>
                    </a:lnTo>
                    <a:lnTo>
                      <a:pt x="174" y="168"/>
                    </a:lnTo>
                    <a:lnTo>
                      <a:pt x="168" y="162"/>
                    </a:lnTo>
                    <a:lnTo>
                      <a:pt x="168" y="150"/>
                    </a:lnTo>
                    <a:lnTo>
                      <a:pt x="174" y="144"/>
                    </a:lnTo>
                    <a:lnTo>
                      <a:pt x="180" y="144"/>
                    </a:lnTo>
                    <a:lnTo>
                      <a:pt x="180" y="126"/>
                    </a:lnTo>
                    <a:lnTo>
                      <a:pt x="186" y="108"/>
                    </a:lnTo>
                    <a:lnTo>
                      <a:pt x="186" y="96"/>
                    </a:lnTo>
                    <a:lnTo>
                      <a:pt x="180" y="90"/>
                    </a:lnTo>
                    <a:lnTo>
                      <a:pt x="174" y="90"/>
                    </a:lnTo>
                    <a:lnTo>
                      <a:pt x="174" y="84"/>
                    </a:lnTo>
                    <a:lnTo>
                      <a:pt x="180" y="78"/>
                    </a:lnTo>
                    <a:lnTo>
                      <a:pt x="204" y="66"/>
                    </a:lnTo>
                    <a:lnTo>
                      <a:pt x="228" y="42"/>
                    </a:lnTo>
                    <a:lnTo>
                      <a:pt x="228" y="36"/>
                    </a:lnTo>
                    <a:lnTo>
                      <a:pt x="216" y="30"/>
                    </a:lnTo>
                    <a:lnTo>
                      <a:pt x="210"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7" name="Poland" descr="© INSCALE GmbH, 05.05.2010&#10;http://www.presentationload.com/">
                <a:extLst>
                  <a:ext uri="{FF2B5EF4-FFF2-40B4-BE49-F238E27FC236}">
                    <a16:creationId xmlns:a16="http://schemas.microsoft.com/office/drawing/2014/main" id="{8F42F1B0-D0ED-7941-BDB5-3D96C8D4D4ED}"/>
                  </a:ext>
                </a:extLst>
              </p:cNvPr>
              <p:cNvSpPr>
                <a:spLocks/>
              </p:cNvSpPr>
              <p:nvPr/>
            </p:nvSpPr>
            <p:spPr bwMode="gray">
              <a:xfrm>
                <a:off x="6128872" y="2297540"/>
                <a:ext cx="262983" cy="189019"/>
              </a:xfrm>
              <a:custGeom>
                <a:avLst/>
                <a:gdLst>
                  <a:gd name="T0" fmla="*/ 2147483647 w 624"/>
                  <a:gd name="T1" fmla="*/ 2147483647 h 450"/>
                  <a:gd name="T2" fmla="*/ 2147483647 w 624"/>
                  <a:gd name="T3" fmla="*/ 2147483647 h 450"/>
                  <a:gd name="T4" fmla="*/ 2147483647 w 624"/>
                  <a:gd name="T5" fmla="*/ 2147483647 h 450"/>
                  <a:gd name="T6" fmla="*/ 2147483647 w 624"/>
                  <a:gd name="T7" fmla="*/ 2147483647 h 450"/>
                  <a:gd name="T8" fmla="*/ 2147483647 w 624"/>
                  <a:gd name="T9" fmla="*/ 2147483647 h 450"/>
                  <a:gd name="T10" fmla="*/ 2147483647 w 624"/>
                  <a:gd name="T11" fmla="*/ 2147483647 h 450"/>
                  <a:gd name="T12" fmla="*/ 2147483647 w 624"/>
                  <a:gd name="T13" fmla="*/ 2147483647 h 450"/>
                  <a:gd name="T14" fmla="*/ 2147483647 w 624"/>
                  <a:gd name="T15" fmla="*/ 2147483647 h 450"/>
                  <a:gd name="T16" fmla="*/ 2147483647 w 624"/>
                  <a:gd name="T17" fmla="*/ 2147483647 h 450"/>
                  <a:gd name="T18" fmla="*/ 2147483647 w 624"/>
                  <a:gd name="T19" fmla="*/ 2147483647 h 450"/>
                  <a:gd name="T20" fmla="*/ 2147483647 w 624"/>
                  <a:gd name="T21" fmla="*/ 2147483647 h 450"/>
                  <a:gd name="T22" fmla="*/ 2147483647 w 624"/>
                  <a:gd name="T23" fmla="*/ 2147483647 h 450"/>
                  <a:gd name="T24" fmla="*/ 2147483647 w 624"/>
                  <a:gd name="T25" fmla="*/ 2147483647 h 450"/>
                  <a:gd name="T26" fmla="*/ 2147483647 w 624"/>
                  <a:gd name="T27" fmla="*/ 2147483647 h 450"/>
                  <a:gd name="T28" fmla="*/ 2147483647 w 624"/>
                  <a:gd name="T29" fmla="*/ 2147483647 h 450"/>
                  <a:gd name="T30" fmla="*/ 2147483647 w 624"/>
                  <a:gd name="T31" fmla="*/ 2147483647 h 450"/>
                  <a:gd name="T32" fmla="*/ 2147483647 w 624"/>
                  <a:gd name="T33" fmla="*/ 2147483647 h 450"/>
                  <a:gd name="T34" fmla="*/ 2147483647 w 624"/>
                  <a:gd name="T35" fmla="*/ 2147483647 h 450"/>
                  <a:gd name="T36" fmla="*/ 2147483647 w 624"/>
                  <a:gd name="T37" fmla="*/ 2147483647 h 450"/>
                  <a:gd name="T38" fmla="*/ 2147483647 w 624"/>
                  <a:gd name="T39" fmla="*/ 2147483647 h 450"/>
                  <a:gd name="T40" fmla="*/ 2147483647 w 624"/>
                  <a:gd name="T41" fmla="*/ 2147483647 h 450"/>
                  <a:gd name="T42" fmla="*/ 2147483647 w 624"/>
                  <a:gd name="T43" fmla="*/ 2147483647 h 450"/>
                  <a:gd name="T44" fmla="*/ 2147483647 w 624"/>
                  <a:gd name="T45" fmla="*/ 2147483647 h 450"/>
                  <a:gd name="T46" fmla="*/ 2147483647 w 624"/>
                  <a:gd name="T47" fmla="*/ 2147483647 h 450"/>
                  <a:gd name="T48" fmla="*/ 2147483647 w 624"/>
                  <a:gd name="T49" fmla="*/ 2147483647 h 450"/>
                  <a:gd name="T50" fmla="*/ 2147483647 w 624"/>
                  <a:gd name="T51" fmla="*/ 2147483647 h 450"/>
                  <a:gd name="T52" fmla="*/ 2147483647 w 624"/>
                  <a:gd name="T53" fmla="*/ 2147483647 h 450"/>
                  <a:gd name="T54" fmla="*/ 2147483647 w 624"/>
                  <a:gd name="T55" fmla="*/ 2147483647 h 450"/>
                  <a:gd name="T56" fmla="*/ 2147483647 w 624"/>
                  <a:gd name="T57" fmla="*/ 2147483647 h 450"/>
                  <a:gd name="T58" fmla="*/ 0 w 624"/>
                  <a:gd name="T59" fmla="*/ 2147483647 h 450"/>
                  <a:gd name="T60" fmla="*/ 2147483647 w 624"/>
                  <a:gd name="T61" fmla="*/ 2147483647 h 450"/>
                  <a:gd name="T62" fmla="*/ 2147483647 w 624"/>
                  <a:gd name="T63" fmla="*/ 2147483647 h 450"/>
                  <a:gd name="T64" fmla="*/ 2147483647 w 624"/>
                  <a:gd name="T65" fmla="*/ 2147483647 h 450"/>
                  <a:gd name="T66" fmla="*/ 2147483647 w 624"/>
                  <a:gd name="T67" fmla="*/ 2147483647 h 450"/>
                  <a:gd name="T68" fmla="*/ 2147483647 w 624"/>
                  <a:gd name="T69" fmla="*/ 2147483647 h 450"/>
                  <a:gd name="T70" fmla="*/ 2147483647 w 624"/>
                  <a:gd name="T71" fmla="*/ 2147483647 h 450"/>
                  <a:gd name="T72" fmla="*/ 2147483647 w 624"/>
                  <a:gd name="T73" fmla="*/ 2147483647 h 450"/>
                  <a:gd name="T74" fmla="*/ 2147483647 w 624"/>
                  <a:gd name="T75" fmla="*/ 2147483647 h 450"/>
                  <a:gd name="T76" fmla="*/ 2147483647 w 624"/>
                  <a:gd name="T77" fmla="*/ 2147483647 h 450"/>
                  <a:gd name="T78" fmla="*/ 2147483647 w 624"/>
                  <a:gd name="T79" fmla="*/ 2147483647 h 450"/>
                  <a:gd name="T80" fmla="*/ 2147483647 w 624"/>
                  <a:gd name="T81" fmla="*/ 2147483647 h 450"/>
                  <a:gd name="T82" fmla="*/ 2147483647 w 624"/>
                  <a:gd name="T83" fmla="*/ 2147483647 h 450"/>
                  <a:gd name="T84" fmla="*/ 2147483647 w 624"/>
                  <a:gd name="T85" fmla="*/ 2147483647 h 450"/>
                  <a:gd name="T86" fmla="*/ 2147483647 w 624"/>
                  <a:gd name="T87" fmla="*/ 2147483647 h 450"/>
                  <a:gd name="T88" fmla="*/ 2147483647 w 624"/>
                  <a:gd name="T89" fmla="*/ 2147483647 h 450"/>
                  <a:gd name="T90" fmla="*/ 2147483647 w 624"/>
                  <a:gd name="T91" fmla="*/ 2147483647 h 450"/>
                  <a:gd name="T92" fmla="*/ 2147483647 w 624"/>
                  <a:gd name="T93" fmla="*/ 2147483647 h 450"/>
                  <a:gd name="T94" fmla="*/ 2147483647 w 624"/>
                  <a:gd name="T95" fmla="*/ 2147483647 h 450"/>
                  <a:gd name="T96" fmla="*/ 2147483647 w 624"/>
                  <a:gd name="T97" fmla="*/ 2147483647 h 450"/>
                  <a:gd name="T98" fmla="*/ 2147483647 w 624"/>
                  <a:gd name="T99" fmla="*/ 2147483647 h 450"/>
                  <a:gd name="T100" fmla="*/ 2147483647 w 624"/>
                  <a:gd name="T101" fmla="*/ 2147483647 h 450"/>
                  <a:gd name="T102" fmla="*/ 2147483647 w 624"/>
                  <a:gd name="T103" fmla="*/ 2147483647 h 450"/>
                  <a:gd name="T104" fmla="*/ 2147483647 w 624"/>
                  <a:gd name="T105" fmla="*/ 2147483647 h 450"/>
                  <a:gd name="T106" fmla="*/ 2147483647 w 624"/>
                  <a:gd name="T107" fmla="*/ 2147483647 h 4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24"/>
                  <a:gd name="T163" fmla="*/ 0 h 450"/>
                  <a:gd name="T164" fmla="*/ 624 w 624"/>
                  <a:gd name="T165" fmla="*/ 450 h 45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24" h="450">
                    <a:moveTo>
                      <a:pt x="426" y="426"/>
                    </a:moveTo>
                    <a:lnTo>
                      <a:pt x="432" y="426"/>
                    </a:lnTo>
                    <a:lnTo>
                      <a:pt x="444" y="420"/>
                    </a:lnTo>
                    <a:lnTo>
                      <a:pt x="450" y="414"/>
                    </a:lnTo>
                    <a:lnTo>
                      <a:pt x="474" y="414"/>
                    </a:lnTo>
                    <a:lnTo>
                      <a:pt x="498" y="438"/>
                    </a:lnTo>
                    <a:lnTo>
                      <a:pt x="528" y="438"/>
                    </a:lnTo>
                    <a:lnTo>
                      <a:pt x="528" y="450"/>
                    </a:lnTo>
                    <a:lnTo>
                      <a:pt x="552" y="450"/>
                    </a:lnTo>
                    <a:lnTo>
                      <a:pt x="540" y="438"/>
                    </a:lnTo>
                    <a:lnTo>
                      <a:pt x="540" y="396"/>
                    </a:lnTo>
                    <a:lnTo>
                      <a:pt x="594" y="348"/>
                    </a:lnTo>
                    <a:lnTo>
                      <a:pt x="606" y="348"/>
                    </a:lnTo>
                    <a:lnTo>
                      <a:pt x="612" y="342"/>
                    </a:lnTo>
                    <a:lnTo>
                      <a:pt x="618" y="342"/>
                    </a:lnTo>
                    <a:lnTo>
                      <a:pt x="624" y="336"/>
                    </a:lnTo>
                    <a:lnTo>
                      <a:pt x="618" y="330"/>
                    </a:lnTo>
                    <a:lnTo>
                      <a:pt x="618" y="324"/>
                    </a:lnTo>
                    <a:lnTo>
                      <a:pt x="612" y="318"/>
                    </a:lnTo>
                    <a:lnTo>
                      <a:pt x="618" y="306"/>
                    </a:lnTo>
                    <a:lnTo>
                      <a:pt x="612" y="300"/>
                    </a:lnTo>
                    <a:lnTo>
                      <a:pt x="600" y="294"/>
                    </a:lnTo>
                    <a:lnTo>
                      <a:pt x="600" y="288"/>
                    </a:lnTo>
                    <a:lnTo>
                      <a:pt x="582" y="270"/>
                    </a:lnTo>
                    <a:lnTo>
                      <a:pt x="576" y="252"/>
                    </a:lnTo>
                    <a:lnTo>
                      <a:pt x="582" y="252"/>
                    </a:lnTo>
                    <a:lnTo>
                      <a:pt x="576" y="240"/>
                    </a:lnTo>
                    <a:lnTo>
                      <a:pt x="576" y="210"/>
                    </a:lnTo>
                    <a:lnTo>
                      <a:pt x="564" y="198"/>
                    </a:lnTo>
                    <a:lnTo>
                      <a:pt x="558" y="198"/>
                    </a:lnTo>
                    <a:lnTo>
                      <a:pt x="552" y="192"/>
                    </a:lnTo>
                    <a:lnTo>
                      <a:pt x="552" y="186"/>
                    </a:lnTo>
                    <a:lnTo>
                      <a:pt x="564" y="186"/>
                    </a:lnTo>
                    <a:lnTo>
                      <a:pt x="564" y="168"/>
                    </a:lnTo>
                    <a:lnTo>
                      <a:pt x="588" y="162"/>
                    </a:lnTo>
                    <a:lnTo>
                      <a:pt x="588" y="150"/>
                    </a:lnTo>
                    <a:lnTo>
                      <a:pt x="594" y="144"/>
                    </a:lnTo>
                    <a:lnTo>
                      <a:pt x="594" y="138"/>
                    </a:lnTo>
                    <a:lnTo>
                      <a:pt x="588" y="132"/>
                    </a:lnTo>
                    <a:lnTo>
                      <a:pt x="576" y="108"/>
                    </a:lnTo>
                    <a:lnTo>
                      <a:pt x="570" y="102"/>
                    </a:lnTo>
                    <a:lnTo>
                      <a:pt x="570" y="90"/>
                    </a:lnTo>
                    <a:lnTo>
                      <a:pt x="564" y="84"/>
                    </a:lnTo>
                    <a:lnTo>
                      <a:pt x="558" y="72"/>
                    </a:lnTo>
                    <a:lnTo>
                      <a:pt x="558" y="48"/>
                    </a:lnTo>
                    <a:lnTo>
                      <a:pt x="546" y="42"/>
                    </a:lnTo>
                    <a:lnTo>
                      <a:pt x="540" y="42"/>
                    </a:lnTo>
                    <a:lnTo>
                      <a:pt x="522" y="36"/>
                    </a:lnTo>
                    <a:lnTo>
                      <a:pt x="498" y="36"/>
                    </a:lnTo>
                    <a:lnTo>
                      <a:pt x="498" y="42"/>
                    </a:lnTo>
                    <a:lnTo>
                      <a:pt x="408" y="42"/>
                    </a:lnTo>
                    <a:lnTo>
                      <a:pt x="402" y="36"/>
                    </a:lnTo>
                    <a:lnTo>
                      <a:pt x="390" y="36"/>
                    </a:lnTo>
                    <a:lnTo>
                      <a:pt x="384" y="30"/>
                    </a:lnTo>
                    <a:lnTo>
                      <a:pt x="360" y="30"/>
                    </a:lnTo>
                    <a:lnTo>
                      <a:pt x="354" y="36"/>
                    </a:lnTo>
                    <a:lnTo>
                      <a:pt x="348" y="36"/>
                    </a:lnTo>
                    <a:lnTo>
                      <a:pt x="342" y="30"/>
                    </a:lnTo>
                    <a:lnTo>
                      <a:pt x="312" y="30"/>
                    </a:lnTo>
                    <a:lnTo>
                      <a:pt x="300" y="36"/>
                    </a:lnTo>
                    <a:lnTo>
                      <a:pt x="282" y="36"/>
                    </a:lnTo>
                    <a:lnTo>
                      <a:pt x="276" y="30"/>
                    </a:lnTo>
                    <a:lnTo>
                      <a:pt x="270" y="18"/>
                    </a:lnTo>
                    <a:lnTo>
                      <a:pt x="264" y="12"/>
                    </a:lnTo>
                    <a:lnTo>
                      <a:pt x="264" y="6"/>
                    </a:lnTo>
                    <a:lnTo>
                      <a:pt x="258" y="6"/>
                    </a:lnTo>
                    <a:lnTo>
                      <a:pt x="252" y="0"/>
                    </a:lnTo>
                    <a:lnTo>
                      <a:pt x="210" y="0"/>
                    </a:lnTo>
                    <a:lnTo>
                      <a:pt x="192" y="6"/>
                    </a:lnTo>
                    <a:lnTo>
                      <a:pt x="180" y="12"/>
                    </a:lnTo>
                    <a:lnTo>
                      <a:pt x="162" y="12"/>
                    </a:lnTo>
                    <a:lnTo>
                      <a:pt x="150" y="18"/>
                    </a:lnTo>
                    <a:lnTo>
                      <a:pt x="144" y="24"/>
                    </a:lnTo>
                    <a:lnTo>
                      <a:pt x="138" y="24"/>
                    </a:lnTo>
                    <a:lnTo>
                      <a:pt x="120" y="42"/>
                    </a:lnTo>
                    <a:lnTo>
                      <a:pt x="60" y="48"/>
                    </a:lnTo>
                    <a:lnTo>
                      <a:pt x="54" y="48"/>
                    </a:lnTo>
                    <a:lnTo>
                      <a:pt x="48" y="54"/>
                    </a:lnTo>
                    <a:lnTo>
                      <a:pt x="24" y="66"/>
                    </a:lnTo>
                    <a:lnTo>
                      <a:pt x="18" y="66"/>
                    </a:lnTo>
                    <a:lnTo>
                      <a:pt x="12" y="72"/>
                    </a:lnTo>
                    <a:lnTo>
                      <a:pt x="18" y="78"/>
                    </a:lnTo>
                    <a:lnTo>
                      <a:pt x="18" y="96"/>
                    </a:lnTo>
                    <a:lnTo>
                      <a:pt x="6" y="90"/>
                    </a:lnTo>
                    <a:lnTo>
                      <a:pt x="6" y="108"/>
                    </a:lnTo>
                    <a:lnTo>
                      <a:pt x="12" y="108"/>
                    </a:lnTo>
                    <a:lnTo>
                      <a:pt x="18" y="114"/>
                    </a:lnTo>
                    <a:lnTo>
                      <a:pt x="18" y="132"/>
                    </a:lnTo>
                    <a:lnTo>
                      <a:pt x="6" y="144"/>
                    </a:lnTo>
                    <a:lnTo>
                      <a:pt x="0" y="144"/>
                    </a:lnTo>
                    <a:lnTo>
                      <a:pt x="0" y="156"/>
                    </a:lnTo>
                    <a:lnTo>
                      <a:pt x="6" y="162"/>
                    </a:lnTo>
                    <a:lnTo>
                      <a:pt x="12" y="162"/>
                    </a:lnTo>
                    <a:lnTo>
                      <a:pt x="18" y="168"/>
                    </a:lnTo>
                    <a:lnTo>
                      <a:pt x="30" y="168"/>
                    </a:lnTo>
                    <a:lnTo>
                      <a:pt x="30" y="186"/>
                    </a:lnTo>
                    <a:lnTo>
                      <a:pt x="24" y="186"/>
                    </a:lnTo>
                    <a:lnTo>
                      <a:pt x="24" y="198"/>
                    </a:lnTo>
                    <a:lnTo>
                      <a:pt x="36" y="198"/>
                    </a:lnTo>
                    <a:lnTo>
                      <a:pt x="36" y="204"/>
                    </a:lnTo>
                    <a:lnTo>
                      <a:pt x="30" y="210"/>
                    </a:lnTo>
                    <a:lnTo>
                      <a:pt x="36" y="210"/>
                    </a:lnTo>
                    <a:lnTo>
                      <a:pt x="42" y="216"/>
                    </a:lnTo>
                    <a:lnTo>
                      <a:pt x="36" y="222"/>
                    </a:lnTo>
                    <a:lnTo>
                      <a:pt x="24" y="228"/>
                    </a:lnTo>
                    <a:lnTo>
                      <a:pt x="24" y="234"/>
                    </a:lnTo>
                    <a:lnTo>
                      <a:pt x="30" y="240"/>
                    </a:lnTo>
                    <a:lnTo>
                      <a:pt x="36" y="240"/>
                    </a:lnTo>
                    <a:lnTo>
                      <a:pt x="42" y="246"/>
                    </a:lnTo>
                    <a:lnTo>
                      <a:pt x="42" y="264"/>
                    </a:lnTo>
                    <a:lnTo>
                      <a:pt x="48" y="258"/>
                    </a:lnTo>
                    <a:lnTo>
                      <a:pt x="54" y="258"/>
                    </a:lnTo>
                    <a:lnTo>
                      <a:pt x="54" y="270"/>
                    </a:lnTo>
                    <a:lnTo>
                      <a:pt x="48" y="276"/>
                    </a:lnTo>
                    <a:lnTo>
                      <a:pt x="60" y="276"/>
                    </a:lnTo>
                    <a:lnTo>
                      <a:pt x="60" y="282"/>
                    </a:lnTo>
                    <a:lnTo>
                      <a:pt x="54" y="282"/>
                    </a:lnTo>
                    <a:lnTo>
                      <a:pt x="54" y="294"/>
                    </a:lnTo>
                    <a:lnTo>
                      <a:pt x="72" y="294"/>
                    </a:lnTo>
                    <a:lnTo>
                      <a:pt x="78" y="312"/>
                    </a:lnTo>
                    <a:lnTo>
                      <a:pt x="96" y="312"/>
                    </a:lnTo>
                    <a:lnTo>
                      <a:pt x="108" y="318"/>
                    </a:lnTo>
                    <a:lnTo>
                      <a:pt x="114" y="318"/>
                    </a:lnTo>
                    <a:lnTo>
                      <a:pt x="114" y="324"/>
                    </a:lnTo>
                    <a:lnTo>
                      <a:pt x="138" y="324"/>
                    </a:lnTo>
                    <a:lnTo>
                      <a:pt x="144" y="330"/>
                    </a:lnTo>
                    <a:lnTo>
                      <a:pt x="132" y="336"/>
                    </a:lnTo>
                    <a:lnTo>
                      <a:pt x="144" y="342"/>
                    </a:lnTo>
                    <a:lnTo>
                      <a:pt x="144" y="354"/>
                    </a:lnTo>
                    <a:lnTo>
                      <a:pt x="150" y="354"/>
                    </a:lnTo>
                    <a:lnTo>
                      <a:pt x="156" y="360"/>
                    </a:lnTo>
                    <a:lnTo>
                      <a:pt x="174" y="360"/>
                    </a:lnTo>
                    <a:lnTo>
                      <a:pt x="174" y="354"/>
                    </a:lnTo>
                    <a:lnTo>
                      <a:pt x="180" y="354"/>
                    </a:lnTo>
                    <a:lnTo>
                      <a:pt x="192" y="348"/>
                    </a:lnTo>
                    <a:lnTo>
                      <a:pt x="210" y="348"/>
                    </a:lnTo>
                    <a:lnTo>
                      <a:pt x="204" y="354"/>
                    </a:lnTo>
                    <a:lnTo>
                      <a:pt x="222" y="354"/>
                    </a:lnTo>
                    <a:lnTo>
                      <a:pt x="228" y="360"/>
                    </a:lnTo>
                    <a:lnTo>
                      <a:pt x="234" y="372"/>
                    </a:lnTo>
                    <a:lnTo>
                      <a:pt x="240" y="378"/>
                    </a:lnTo>
                    <a:lnTo>
                      <a:pt x="246" y="366"/>
                    </a:lnTo>
                    <a:lnTo>
                      <a:pt x="252" y="372"/>
                    </a:lnTo>
                    <a:lnTo>
                      <a:pt x="252" y="378"/>
                    </a:lnTo>
                    <a:lnTo>
                      <a:pt x="270" y="378"/>
                    </a:lnTo>
                    <a:lnTo>
                      <a:pt x="282" y="384"/>
                    </a:lnTo>
                    <a:lnTo>
                      <a:pt x="282" y="390"/>
                    </a:lnTo>
                    <a:lnTo>
                      <a:pt x="288" y="402"/>
                    </a:lnTo>
                    <a:lnTo>
                      <a:pt x="306" y="420"/>
                    </a:lnTo>
                    <a:lnTo>
                      <a:pt x="318" y="420"/>
                    </a:lnTo>
                    <a:lnTo>
                      <a:pt x="330" y="408"/>
                    </a:lnTo>
                    <a:lnTo>
                      <a:pt x="342" y="408"/>
                    </a:lnTo>
                    <a:lnTo>
                      <a:pt x="354" y="420"/>
                    </a:lnTo>
                    <a:lnTo>
                      <a:pt x="360" y="420"/>
                    </a:lnTo>
                    <a:lnTo>
                      <a:pt x="360" y="426"/>
                    </a:lnTo>
                    <a:lnTo>
                      <a:pt x="366" y="432"/>
                    </a:lnTo>
                    <a:lnTo>
                      <a:pt x="378" y="432"/>
                    </a:lnTo>
                    <a:lnTo>
                      <a:pt x="384" y="426"/>
                    </a:lnTo>
                    <a:lnTo>
                      <a:pt x="384" y="420"/>
                    </a:lnTo>
                    <a:lnTo>
                      <a:pt x="414" y="420"/>
                    </a:lnTo>
                    <a:lnTo>
                      <a:pt x="420" y="426"/>
                    </a:lnTo>
                    <a:lnTo>
                      <a:pt x="426" y="4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8" name="Norway" descr="© INSCALE GmbH, 05.05.2010&#10;http://www.presentationload.com/">
                <a:extLst>
                  <a:ext uri="{FF2B5EF4-FFF2-40B4-BE49-F238E27FC236}">
                    <a16:creationId xmlns:a16="http://schemas.microsoft.com/office/drawing/2014/main" id="{74B64ACE-4769-924D-9894-4499D5C994AD}"/>
                  </a:ext>
                </a:extLst>
              </p:cNvPr>
              <p:cNvSpPr>
                <a:spLocks noEditPoints="1"/>
              </p:cNvSpPr>
              <p:nvPr/>
            </p:nvSpPr>
            <p:spPr bwMode="gray">
              <a:xfrm>
                <a:off x="5906981" y="1566122"/>
                <a:ext cx="571986" cy="629513"/>
              </a:xfrm>
              <a:custGeom>
                <a:avLst/>
                <a:gdLst>
                  <a:gd name="T0" fmla="*/ 2147483647 w 1362"/>
                  <a:gd name="T1" fmla="*/ 2147483647 h 1500"/>
                  <a:gd name="T2" fmla="*/ 2147483647 w 1362"/>
                  <a:gd name="T3" fmla="*/ 2147483647 h 1500"/>
                  <a:gd name="T4" fmla="*/ 2147483647 w 1362"/>
                  <a:gd name="T5" fmla="*/ 2147483647 h 1500"/>
                  <a:gd name="T6" fmla="*/ 2147483647 w 1362"/>
                  <a:gd name="T7" fmla="*/ 2147483647 h 1500"/>
                  <a:gd name="T8" fmla="*/ 2147483647 w 1362"/>
                  <a:gd name="T9" fmla="*/ 0 h 1500"/>
                  <a:gd name="T10" fmla="*/ 2147483647 w 1362"/>
                  <a:gd name="T11" fmla="*/ 2147483647 h 1500"/>
                  <a:gd name="T12" fmla="*/ 2147483647 w 1362"/>
                  <a:gd name="T13" fmla="*/ 2147483647 h 1500"/>
                  <a:gd name="T14" fmla="*/ 2147483647 w 1362"/>
                  <a:gd name="T15" fmla="*/ 2147483647 h 1500"/>
                  <a:gd name="T16" fmla="*/ 2147483647 w 1362"/>
                  <a:gd name="T17" fmla="*/ 2147483647 h 1500"/>
                  <a:gd name="T18" fmla="*/ 2147483647 w 1362"/>
                  <a:gd name="T19" fmla="*/ 2147483647 h 1500"/>
                  <a:gd name="T20" fmla="*/ 2147483647 w 1362"/>
                  <a:gd name="T21" fmla="*/ 2147483647 h 1500"/>
                  <a:gd name="T22" fmla="*/ 2147483647 w 1362"/>
                  <a:gd name="T23" fmla="*/ 2147483647 h 1500"/>
                  <a:gd name="T24" fmla="*/ 2147483647 w 1362"/>
                  <a:gd name="T25" fmla="*/ 2147483647 h 1500"/>
                  <a:gd name="T26" fmla="*/ 2147483647 w 1362"/>
                  <a:gd name="T27" fmla="*/ 2147483647 h 1500"/>
                  <a:gd name="T28" fmla="*/ 2147483647 w 1362"/>
                  <a:gd name="T29" fmla="*/ 2147483647 h 1500"/>
                  <a:gd name="T30" fmla="*/ 2147483647 w 1362"/>
                  <a:gd name="T31" fmla="*/ 2147483647 h 1500"/>
                  <a:gd name="T32" fmla="*/ 2147483647 w 1362"/>
                  <a:gd name="T33" fmla="*/ 2147483647 h 1500"/>
                  <a:gd name="T34" fmla="*/ 2147483647 w 1362"/>
                  <a:gd name="T35" fmla="*/ 2147483647 h 1500"/>
                  <a:gd name="T36" fmla="*/ 2147483647 w 1362"/>
                  <a:gd name="T37" fmla="*/ 2147483647 h 1500"/>
                  <a:gd name="T38" fmla="*/ 2147483647 w 1362"/>
                  <a:gd name="T39" fmla="*/ 2147483647 h 1500"/>
                  <a:gd name="T40" fmla="*/ 2147483647 w 1362"/>
                  <a:gd name="T41" fmla="*/ 2147483647 h 1500"/>
                  <a:gd name="T42" fmla="*/ 2147483647 w 1362"/>
                  <a:gd name="T43" fmla="*/ 2147483647 h 1500"/>
                  <a:gd name="T44" fmla="*/ 2147483647 w 1362"/>
                  <a:gd name="T45" fmla="*/ 2147483647 h 1500"/>
                  <a:gd name="T46" fmla="*/ 2147483647 w 1362"/>
                  <a:gd name="T47" fmla="*/ 2147483647 h 1500"/>
                  <a:gd name="T48" fmla="*/ 2147483647 w 1362"/>
                  <a:gd name="T49" fmla="*/ 2147483647 h 1500"/>
                  <a:gd name="T50" fmla="*/ 2147483647 w 1362"/>
                  <a:gd name="T51" fmla="*/ 2147483647 h 1500"/>
                  <a:gd name="T52" fmla="*/ 2147483647 w 1362"/>
                  <a:gd name="T53" fmla="*/ 2147483647 h 1500"/>
                  <a:gd name="T54" fmla="*/ 2147483647 w 1362"/>
                  <a:gd name="T55" fmla="*/ 2147483647 h 1500"/>
                  <a:gd name="T56" fmla="*/ 2147483647 w 1362"/>
                  <a:gd name="T57" fmla="*/ 2147483647 h 1500"/>
                  <a:gd name="T58" fmla="*/ 2147483647 w 1362"/>
                  <a:gd name="T59" fmla="*/ 2147483647 h 1500"/>
                  <a:gd name="T60" fmla="*/ 2147483647 w 1362"/>
                  <a:gd name="T61" fmla="*/ 2147483647 h 1500"/>
                  <a:gd name="T62" fmla="*/ 2147483647 w 1362"/>
                  <a:gd name="T63" fmla="*/ 2147483647 h 1500"/>
                  <a:gd name="T64" fmla="*/ 2147483647 w 1362"/>
                  <a:gd name="T65" fmla="*/ 2147483647 h 1500"/>
                  <a:gd name="T66" fmla="*/ 2147483647 w 1362"/>
                  <a:gd name="T67" fmla="*/ 2147483647 h 1500"/>
                  <a:gd name="T68" fmla="*/ 2147483647 w 1362"/>
                  <a:gd name="T69" fmla="*/ 2147483647 h 1500"/>
                  <a:gd name="T70" fmla="*/ 2147483647 w 1362"/>
                  <a:gd name="T71" fmla="*/ 2147483647 h 1500"/>
                  <a:gd name="T72" fmla="*/ 2147483647 w 1362"/>
                  <a:gd name="T73" fmla="*/ 2147483647 h 1500"/>
                  <a:gd name="T74" fmla="*/ 2147483647 w 1362"/>
                  <a:gd name="T75" fmla="*/ 2147483647 h 1500"/>
                  <a:gd name="T76" fmla="*/ 2147483647 w 1362"/>
                  <a:gd name="T77" fmla="*/ 2147483647 h 1500"/>
                  <a:gd name="T78" fmla="*/ 2147483647 w 1362"/>
                  <a:gd name="T79" fmla="*/ 2147483647 h 1500"/>
                  <a:gd name="T80" fmla="*/ 2147483647 w 1362"/>
                  <a:gd name="T81" fmla="*/ 2147483647 h 1500"/>
                  <a:gd name="T82" fmla="*/ 2147483647 w 1362"/>
                  <a:gd name="T83" fmla="*/ 2147483647 h 1500"/>
                  <a:gd name="T84" fmla="*/ 2147483647 w 1362"/>
                  <a:gd name="T85" fmla="*/ 2147483647 h 1500"/>
                  <a:gd name="T86" fmla="*/ 2147483647 w 1362"/>
                  <a:gd name="T87" fmla="*/ 2147483647 h 1500"/>
                  <a:gd name="T88" fmla="*/ 2147483647 w 1362"/>
                  <a:gd name="T89" fmla="*/ 2147483647 h 1500"/>
                  <a:gd name="T90" fmla="*/ 2147483647 w 1362"/>
                  <a:gd name="T91" fmla="*/ 2147483647 h 1500"/>
                  <a:gd name="T92" fmla="*/ 2147483647 w 1362"/>
                  <a:gd name="T93" fmla="*/ 2147483647 h 1500"/>
                  <a:gd name="T94" fmla="*/ 2147483647 w 1362"/>
                  <a:gd name="T95" fmla="*/ 2147483647 h 1500"/>
                  <a:gd name="T96" fmla="*/ 2147483647 w 1362"/>
                  <a:gd name="T97" fmla="*/ 2147483647 h 1500"/>
                  <a:gd name="T98" fmla="*/ 2147483647 w 1362"/>
                  <a:gd name="T99" fmla="*/ 2147483647 h 1500"/>
                  <a:gd name="T100" fmla="*/ 2147483647 w 1362"/>
                  <a:gd name="T101" fmla="*/ 2147483647 h 1500"/>
                  <a:gd name="T102" fmla="*/ 2147483647 w 1362"/>
                  <a:gd name="T103" fmla="*/ 2147483647 h 1500"/>
                  <a:gd name="T104" fmla="*/ 2147483647 w 1362"/>
                  <a:gd name="T105" fmla="*/ 2147483647 h 1500"/>
                  <a:gd name="T106" fmla="*/ 2147483647 w 1362"/>
                  <a:gd name="T107" fmla="*/ 2147483647 h 1500"/>
                  <a:gd name="T108" fmla="*/ 2147483647 w 1362"/>
                  <a:gd name="T109" fmla="*/ 2147483647 h 1500"/>
                  <a:gd name="T110" fmla="*/ 2147483647 w 1362"/>
                  <a:gd name="T111" fmla="*/ 2147483647 h 1500"/>
                  <a:gd name="T112" fmla="*/ 2147483647 w 1362"/>
                  <a:gd name="T113" fmla="*/ 2147483647 h 1500"/>
                  <a:gd name="T114" fmla="*/ 2147483647 w 1362"/>
                  <a:gd name="T115" fmla="*/ 2147483647 h 15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62"/>
                  <a:gd name="T175" fmla="*/ 0 h 1500"/>
                  <a:gd name="T176" fmla="*/ 1362 w 1362"/>
                  <a:gd name="T177" fmla="*/ 1500 h 15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62" h="1500">
                    <a:moveTo>
                      <a:pt x="324" y="120"/>
                    </a:moveTo>
                    <a:lnTo>
                      <a:pt x="336" y="126"/>
                    </a:lnTo>
                    <a:lnTo>
                      <a:pt x="354" y="132"/>
                    </a:lnTo>
                    <a:lnTo>
                      <a:pt x="378" y="132"/>
                    </a:lnTo>
                    <a:lnTo>
                      <a:pt x="294" y="90"/>
                    </a:lnTo>
                    <a:lnTo>
                      <a:pt x="294" y="102"/>
                    </a:lnTo>
                    <a:lnTo>
                      <a:pt x="306" y="108"/>
                    </a:lnTo>
                    <a:lnTo>
                      <a:pt x="312" y="114"/>
                    </a:lnTo>
                    <a:lnTo>
                      <a:pt x="324" y="120"/>
                    </a:lnTo>
                    <a:close/>
                    <a:moveTo>
                      <a:pt x="684" y="48"/>
                    </a:moveTo>
                    <a:lnTo>
                      <a:pt x="732" y="48"/>
                    </a:lnTo>
                    <a:lnTo>
                      <a:pt x="738" y="54"/>
                    </a:lnTo>
                    <a:lnTo>
                      <a:pt x="750" y="54"/>
                    </a:lnTo>
                    <a:lnTo>
                      <a:pt x="774" y="66"/>
                    </a:lnTo>
                    <a:lnTo>
                      <a:pt x="786" y="66"/>
                    </a:lnTo>
                    <a:lnTo>
                      <a:pt x="798" y="60"/>
                    </a:lnTo>
                    <a:lnTo>
                      <a:pt x="804" y="60"/>
                    </a:lnTo>
                    <a:lnTo>
                      <a:pt x="816" y="54"/>
                    </a:lnTo>
                    <a:lnTo>
                      <a:pt x="828" y="54"/>
                    </a:lnTo>
                    <a:lnTo>
                      <a:pt x="840" y="60"/>
                    </a:lnTo>
                    <a:lnTo>
                      <a:pt x="876" y="72"/>
                    </a:lnTo>
                    <a:lnTo>
                      <a:pt x="888" y="78"/>
                    </a:lnTo>
                    <a:lnTo>
                      <a:pt x="894" y="84"/>
                    </a:lnTo>
                    <a:lnTo>
                      <a:pt x="900" y="84"/>
                    </a:lnTo>
                    <a:lnTo>
                      <a:pt x="924" y="60"/>
                    </a:lnTo>
                    <a:lnTo>
                      <a:pt x="984" y="66"/>
                    </a:lnTo>
                    <a:lnTo>
                      <a:pt x="984" y="42"/>
                    </a:lnTo>
                    <a:lnTo>
                      <a:pt x="1014" y="42"/>
                    </a:lnTo>
                    <a:lnTo>
                      <a:pt x="1026" y="36"/>
                    </a:lnTo>
                    <a:lnTo>
                      <a:pt x="1032" y="24"/>
                    </a:lnTo>
                    <a:lnTo>
                      <a:pt x="1038" y="18"/>
                    </a:lnTo>
                    <a:lnTo>
                      <a:pt x="1032" y="12"/>
                    </a:lnTo>
                    <a:lnTo>
                      <a:pt x="1002" y="12"/>
                    </a:lnTo>
                    <a:lnTo>
                      <a:pt x="990" y="18"/>
                    </a:lnTo>
                    <a:lnTo>
                      <a:pt x="984" y="18"/>
                    </a:lnTo>
                    <a:lnTo>
                      <a:pt x="972" y="6"/>
                    </a:lnTo>
                    <a:lnTo>
                      <a:pt x="960" y="0"/>
                    </a:lnTo>
                    <a:lnTo>
                      <a:pt x="918" y="0"/>
                    </a:lnTo>
                    <a:lnTo>
                      <a:pt x="900" y="6"/>
                    </a:lnTo>
                    <a:lnTo>
                      <a:pt x="882" y="18"/>
                    </a:lnTo>
                    <a:lnTo>
                      <a:pt x="870" y="18"/>
                    </a:lnTo>
                    <a:lnTo>
                      <a:pt x="864" y="12"/>
                    </a:lnTo>
                    <a:lnTo>
                      <a:pt x="864" y="6"/>
                    </a:lnTo>
                    <a:lnTo>
                      <a:pt x="858" y="6"/>
                    </a:lnTo>
                    <a:lnTo>
                      <a:pt x="852" y="0"/>
                    </a:lnTo>
                    <a:lnTo>
                      <a:pt x="822" y="0"/>
                    </a:lnTo>
                    <a:lnTo>
                      <a:pt x="804" y="18"/>
                    </a:lnTo>
                    <a:lnTo>
                      <a:pt x="738" y="0"/>
                    </a:lnTo>
                    <a:lnTo>
                      <a:pt x="726" y="0"/>
                    </a:lnTo>
                    <a:lnTo>
                      <a:pt x="708" y="6"/>
                    </a:lnTo>
                    <a:lnTo>
                      <a:pt x="690" y="6"/>
                    </a:lnTo>
                    <a:lnTo>
                      <a:pt x="672" y="12"/>
                    </a:lnTo>
                    <a:lnTo>
                      <a:pt x="660" y="12"/>
                    </a:lnTo>
                    <a:lnTo>
                      <a:pt x="660" y="6"/>
                    </a:lnTo>
                    <a:lnTo>
                      <a:pt x="666" y="0"/>
                    </a:lnTo>
                    <a:lnTo>
                      <a:pt x="630" y="12"/>
                    </a:lnTo>
                    <a:lnTo>
                      <a:pt x="648" y="36"/>
                    </a:lnTo>
                    <a:lnTo>
                      <a:pt x="684" y="48"/>
                    </a:lnTo>
                    <a:close/>
                    <a:moveTo>
                      <a:pt x="324" y="66"/>
                    </a:moveTo>
                    <a:lnTo>
                      <a:pt x="342" y="66"/>
                    </a:lnTo>
                    <a:lnTo>
                      <a:pt x="348" y="72"/>
                    </a:lnTo>
                    <a:lnTo>
                      <a:pt x="360" y="72"/>
                    </a:lnTo>
                    <a:lnTo>
                      <a:pt x="360" y="78"/>
                    </a:lnTo>
                    <a:lnTo>
                      <a:pt x="342" y="96"/>
                    </a:lnTo>
                    <a:lnTo>
                      <a:pt x="336" y="96"/>
                    </a:lnTo>
                    <a:lnTo>
                      <a:pt x="378" y="114"/>
                    </a:lnTo>
                    <a:lnTo>
                      <a:pt x="390" y="120"/>
                    </a:lnTo>
                    <a:lnTo>
                      <a:pt x="396" y="126"/>
                    </a:lnTo>
                    <a:lnTo>
                      <a:pt x="414" y="126"/>
                    </a:lnTo>
                    <a:lnTo>
                      <a:pt x="426" y="132"/>
                    </a:lnTo>
                    <a:lnTo>
                      <a:pt x="438" y="132"/>
                    </a:lnTo>
                    <a:lnTo>
                      <a:pt x="462" y="108"/>
                    </a:lnTo>
                    <a:lnTo>
                      <a:pt x="504" y="96"/>
                    </a:lnTo>
                    <a:lnTo>
                      <a:pt x="534" y="120"/>
                    </a:lnTo>
                    <a:lnTo>
                      <a:pt x="528" y="120"/>
                    </a:lnTo>
                    <a:lnTo>
                      <a:pt x="516" y="126"/>
                    </a:lnTo>
                    <a:lnTo>
                      <a:pt x="504" y="126"/>
                    </a:lnTo>
                    <a:lnTo>
                      <a:pt x="480" y="132"/>
                    </a:lnTo>
                    <a:lnTo>
                      <a:pt x="468" y="138"/>
                    </a:lnTo>
                    <a:lnTo>
                      <a:pt x="456" y="150"/>
                    </a:lnTo>
                    <a:lnTo>
                      <a:pt x="486" y="150"/>
                    </a:lnTo>
                    <a:lnTo>
                      <a:pt x="498" y="156"/>
                    </a:lnTo>
                    <a:lnTo>
                      <a:pt x="522" y="156"/>
                    </a:lnTo>
                    <a:lnTo>
                      <a:pt x="516" y="162"/>
                    </a:lnTo>
                    <a:lnTo>
                      <a:pt x="504" y="162"/>
                    </a:lnTo>
                    <a:lnTo>
                      <a:pt x="486" y="168"/>
                    </a:lnTo>
                    <a:lnTo>
                      <a:pt x="474" y="174"/>
                    </a:lnTo>
                    <a:lnTo>
                      <a:pt x="468" y="180"/>
                    </a:lnTo>
                    <a:lnTo>
                      <a:pt x="462" y="180"/>
                    </a:lnTo>
                    <a:lnTo>
                      <a:pt x="516" y="198"/>
                    </a:lnTo>
                    <a:lnTo>
                      <a:pt x="522" y="198"/>
                    </a:lnTo>
                    <a:lnTo>
                      <a:pt x="528" y="204"/>
                    </a:lnTo>
                    <a:lnTo>
                      <a:pt x="540" y="210"/>
                    </a:lnTo>
                    <a:lnTo>
                      <a:pt x="558" y="210"/>
                    </a:lnTo>
                    <a:lnTo>
                      <a:pt x="576" y="216"/>
                    </a:lnTo>
                    <a:lnTo>
                      <a:pt x="594" y="210"/>
                    </a:lnTo>
                    <a:lnTo>
                      <a:pt x="606" y="204"/>
                    </a:lnTo>
                    <a:lnTo>
                      <a:pt x="612" y="204"/>
                    </a:lnTo>
                    <a:lnTo>
                      <a:pt x="618" y="198"/>
                    </a:lnTo>
                    <a:lnTo>
                      <a:pt x="612" y="192"/>
                    </a:lnTo>
                    <a:lnTo>
                      <a:pt x="612" y="186"/>
                    </a:lnTo>
                    <a:lnTo>
                      <a:pt x="606" y="180"/>
                    </a:lnTo>
                    <a:lnTo>
                      <a:pt x="606" y="174"/>
                    </a:lnTo>
                    <a:lnTo>
                      <a:pt x="612" y="168"/>
                    </a:lnTo>
                    <a:lnTo>
                      <a:pt x="618" y="168"/>
                    </a:lnTo>
                    <a:lnTo>
                      <a:pt x="630" y="162"/>
                    </a:lnTo>
                    <a:lnTo>
                      <a:pt x="648" y="162"/>
                    </a:lnTo>
                    <a:lnTo>
                      <a:pt x="648" y="144"/>
                    </a:lnTo>
                    <a:lnTo>
                      <a:pt x="678" y="132"/>
                    </a:lnTo>
                    <a:lnTo>
                      <a:pt x="690" y="102"/>
                    </a:lnTo>
                    <a:lnTo>
                      <a:pt x="714" y="114"/>
                    </a:lnTo>
                    <a:lnTo>
                      <a:pt x="738" y="102"/>
                    </a:lnTo>
                    <a:lnTo>
                      <a:pt x="750" y="114"/>
                    </a:lnTo>
                    <a:lnTo>
                      <a:pt x="762" y="120"/>
                    </a:lnTo>
                    <a:lnTo>
                      <a:pt x="780" y="126"/>
                    </a:lnTo>
                    <a:lnTo>
                      <a:pt x="792" y="138"/>
                    </a:lnTo>
                    <a:lnTo>
                      <a:pt x="792" y="144"/>
                    </a:lnTo>
                    <a:lnTo>
                      <a:pt x="786" y="150"/>
                    </a:lnTo>
                    <a:lnTo>
                      <a:pt x="786" y="162"/>
                    </a:lnTo>
                    <a:lnTo>
                      <a:pt x="774" y="174"/>
                    </a:lnTo>
                    <a:lnTo>
                      <a:pt x="828" y="174"/>
                    </a:lnTo>
                    <a:lnTo>
                      <a:pt x="834" y="180"/>
                    </a:lnTo>
                    <a:lnTo>
                      <a:pt x="846" y="186"/>
                    </a:lnTo>
                    <a:lnTo>
                      <a:pt x="852" y="192"/>
                    </a:lnTo>
                    <a:lnTo>
                      <a:pt x="858" y="192"/>
                    </a:lnTo>
                    <a:lnTo>
                      <a:pt x="864" y="186"/>
                    </a:lnTo>
                    <a:lnTo>
                      <a:pt x="876" y="186"/>
                    </a:lnTo>
                    <a:lnTo>
                      <a:pt x="894" y="174"/>
                    </a:lnTo>
                    <a:lnTo>
                      <a:pt x="906" y="168"/>
                    </a:lnTo>
                    <a:lnTo>
                      <a:pt x="924" y="162"/>
                    </a:lnTo>
                    <a:lnTo>
                      <a:pt x="936" y="156"/>
                    </a:lnTo>
                    <a:lnTo>
                      <a:pt x="942" y="150"/>
                    </a:lnTo>
                    <a:lnTo>
                      <a:pt x="942" y="144"/>
                    </a:lnTo>
                    <a:lnTo>
                      <a:pt x="936" y="144"/>
                    </a:lnTo>
                    <a:lnTo>
                      <a:pt x="924" y="138"/>
                    </a:lnTo>
                    <a:lnTo>
                      <a:pt x="888" y="138"/>
                    </a:lnTo>
                    <a:lnTo>
                      <a:pt x="882" y="120"/>
                    </a:lnTo>
                    <a:lnTo>
                      <a:pt x="828" y="114"/>
                    </a:lnTo>
                    <a:lnTo>
                      <a:pt x="828" y="96"/>
                    </a:lnTo>
                    <a:lnTo>
                      <a:pt x="798" y="102"/>
                    </a:lnTo>
                    <a:lnTo>
                      <a:pt x="798" y="84"/>
                    </a:lnTo>
                    <a:lnTo>
                      <a:pt x="726" y="84"/>
                    </a:lnTo>
                    <a:lnTo>
                      <a:pt x="720" y="72"/>
                    </a:lnTo>
                    <a:lnTo>
                      <a:pt x="684" y="72"/>
                    </a:lnTo>
                    <a:lnTo>
                      <a:pt x="678" y="60"/>
                    </a:lnTo>
                    <a:lnTo>
                      <a:pt x="654" y="48"/>
                    </a:lnTo>
                    <a:lnTo>
                      <a:pt x="624" y="48"/>
                    </a:lnTo>
                    <a:lnTo>
                      <a:pt x="624" y="30"/>
                    </a:lnTo>
                    <a:lnTo>
                      <a:pt x="618" y="30"/>
                    </a:lnTo>
                    <a:lnTo>
                      <a:pt x="612" y="24"/>
                    </a:lnTo>
                    <a:lnTo>
                      <a:pt x="540" y="24"/>
                    </a:lnTo>
                    <a:lnTo>
                      <a:pt x="534" y="30"/>
                    </a:lnTo>
                    <a:lnTo>
                      <a:pt x="534" y="36"/>
                    </a:lnTo>
                    <a:lnTo>
                      <a:pt x="540" y="42"/>
                    </a:lnTo>
                    <a:lnTo>
                      <a:pt x="546" y="54"/>
                    </a:lnTo>
                    <a:lnTo>
                      <a:pt x="564" y="72"/>
                    </a:lnTo>
                    <a:lnTo>
                      <a:pt x="552" y="66"/>
                    </a:lnTo>
                    <a:lnTo>
                      <a:pt x="546" y="60"/>
                    </a:lnTo>
                    <a:lnTo>
                      <a:pt x="528" y="48"/>
                    </a:lnTo>
                    <a:lnTo>
                      <a:pt x="492" y="30"/>
                    </a:lnTo>
                    <a:lnTo>
                      <a:pt x="480" y="30"/>
                    </a:lnTo>
                    <a:lnTo>
                      <a:pt x="474" y="36"/>
                    </a:lnTo>
                    <a:lnTo>
                      <a:pt x="468" y="48"/>
                    </a:lnTo>
                    <a:lnTo>
                      <a:pt x="462" y="54"/>
                    </a:lnTo>
                    <a:lnTo>
                      <a:pt x="450" y="54"/>
                    </a:lnTo>
                    <a:lnTo>
                      <a:pt x="438" y="48"/>
                    </a:lnTo>
                    <a:lnTo>
                      <a:pt x="420" y="48"/>
                    </a:lnTo>
                    <a:lnTo>
                      <a:pt x="420" y="42"/>
                    </a:lnTo>
                    <a:lnTo>
                      <a:pt x="426" y="42"/>
                    </a:lnTo>
                    <a:lnTo>
                      <a:pt x="438" y="30"/>
                    </a:lnTo>
                    <a:lnTo>
                      <a:pt x="384" y="30"/>
                    </a:lnTo>
                    <a:lnTo>
                      <a:pt x="372" y="42"/>
                    </a:lnTo>
                    <a:lnTo>
                      <a:pt x="366" y="30"/>
                    </a:lnTo>
                    <a:lnTo>
                      <a:pt x="354" y="30"/>
                    </a:lnTo>
                    <a:lnTo>
                      <a:pt x="318" y="48"/>
                    </a:lnTo>
                    <a:lnTo>
                      <a:pt x="318" y="60"/>
                    </a:lnTo>
                    <a:lnTo>
                      <a:pt x="324" y="66"/>
                    </a:lnTo>
                    <a:close/>
                    <a:moveTo>
                      <a:pt x="642" y="708"/>
                    </a:moveTo>
                    <a:lnTo>
                      <a:pt x="666" y="696"/>
                    </a:lnTo>
                    <a:lnTo>
                      <a:pt x="666" y="690"/>
                    </a:lnTo>
                    <a:lnTo>
                      <a:pt x="678" y="690"/>
                    </a:lnTo>
                    <a:lnTo>
                      <a:pt x="678" y="678"/>
                    </a:lnTo>
                    <a:lnTo>
                      <a:pt x="672" y="672"/>
                    </a:lnTo>
                    <a:lnTo>
                      <a:pt x="630" y="690"/>
                    </a:lnTo>
                    <a:lnTo>
                      <a:pt x="642" y="708"/>
                    </a:lnTo>
                    <a:close/>
                    <a:moveTo>
                      <a:pt x="774" y="648"/>
                    </a:moveTo>
                    <a:lnTo>
                      <a:pt x="780" y="642"/>
                    </a:lnTo>
                    <a:lnTo>
                      <a:pt x="786" y="642"/>
                    </a:lnTo>
                    <a:lnTo>
                      <a:pt x="792" y="636"/>
                    </a:lnTo>
                    <a:lnTo>
                      <a:pt x="792" y="630"/>
                    </a:lnTo>
                    <a:lnTo>
                      <a:pt x="786" y="624"/>
                    </a:lnTo>
                    <a:lnTo>
                      <a:pt x="774" y="624"/>
                    </a:lnTo>
                    <a:lnTo>
                      <a:pt x="768" y="630"/>
                    </a:lnTo>
                    <a:lnTo>
                      <a:pt x="768" y="642"/>
                    </a:lnTo>
                    <a:lnTo>
                      <a:pt x="774" y="648"/>
                    </a:lnTo>
                    <a:close/>
                    <a:moveTo>
                      <a:pt x="594" y="696"/>
                    </a:moveTo>
                    <a:lnTo>
                      <a:pt x="576" y="696"/>
                    </a:lnTo>
                    <a:lnTo>
                      <a:pt x="552" y="708"/>
                    </a:lnTo>
                    <a:lnTo>
                      <a:pt x="546" y="714"/>
                    </a:lnTo>
                    <a:lnTo>
                      <a:pt x="570" y="720"/>
                    </a:lnTo>
                    <a:lnTo>
                      <a:pt x="576" y="714"/>
                    </a:lnTo>
                    <a:lnTo>
                      <a:pt x="588" y="714"/>
                    </a:lnTo>
                    <a:lnTo>
                      <a:pt x="600" y="702"/>
                    </a:lnTo>
                    <a:lnTo>
                      <a:pt x="594" y="696"/>
                    </a:lnTo>
                    <a:close/>
                    <a:moveTo>
                      <a:pt x="918" y="612"/>
                    </a:moveTo>
                    <a:lnTo>
                      <a:pt x="936" y="618"/>
                    </a:lnTo>
                    <a:lnTo>
                      <a:pt x="942" y="606"/>
                    </a:lnTo>
                    <a:lnTo>
                      <a:pt x="948" y="600"/>
                    </a:lnTo>
                    <a:lnTo>
                      <a:pt x="948" y="594"/>
                    </a:lnTo>
                    <a:lnTo>
                      <a:pt x="918" y="594"/>
                    </a:lnTo>
                    <a:lnTo>
                      <a:pt x="918" y="612"/>
                    </a:lnTo>
                    <a:close/>
                    <a:moveTo>
                      <a:pt x="486" y="756"/>
                    </a:moveTo>
                    <a:lnTo>
                      <a:pt x="474" y="756"/>
                    </a:lnTo>
                    <a:lnTo>
                      <a:pt x="438" y="774"/>
                    </a:lnTo>
                    <a:lnTo>
                      <a:pt x="432" y="780"/>
                    </a:lnTo>
                    <a:lnTo>
                      <a:pt x="432" y="786"/>
                    </a:lnTo>
                    <a:lnTo>
                      <a:pt x="444" y="786"/>
                    </a:lnTo>
                    <a:lnTo>
                      <a:pt x="456" y="780"/>
                    </a:lnTo>
                    <a:lnTo>
                      <a:pt x="462" y="774"/>
                    </a:lnTo>
                    <a:lnTo>
                      <a:pt x="474" y="768"/>
                    </a:lnTo>
                    <a:lnTo>
                      <a:pt x="510" y="768"/>
                    </a:lnTo>
                    <a:lnTo>
                      <a:pt x="510" y="762"/>
                    </a:lnTo>
                    <a:lnTo>
                      <a:pt x="504" y="762"/>
                    </a:lnTo>
                    <a:lnTo>
                      <a:pt x="504" y="756"/>
                    </a:lnTo>
                    <a:lnTo>
                      <a:pt x="486" y="756"/>
                    </a:lnTo>
                    <a:close/>
                    <a:moveTo>
                      <a:pt x="1356" y="660"/>
                    </a:moveTo>
                    <a:lnTo>
                      <a:pt x="1326" y="666"/>
                    </a:lnTo>
                    <a:lnTo>
                      <a:pt x="1290" y="654"/>
                    </a:lnTo>
                    <a:lnTo>
                      <a:pt x="1260" y="642"/>
                    </a:lnTo>
                    <a:lnTo>
                      <a:pt x="1302" y="642"/>
                    </a:lnTo>
                    <a:lnTo>
                      <a:pt x="1326" y="630"/>
                    </a:lnTo>
                    <a:lnTo>
                      <a:pt x="1344" y="630"/>
                    </a:lnTo>
                    <a:lnTo>
                      <a:pt x="1350" y="624"/>
                    </a:lnTo>
                    <a:lnTo>
                      <a:pt x="1356" y="624"/>
                    </a:lnTo>
                    <a:lnTo>
                      <a:pt x="1344" y="618"/>
                    </a:lnTo>
                    <a:lnTo>
                      <a:pt x="1338" y="612"/>
                    </a:lnTo>
                    <a:lnTo>
                      <a:pt x="1320" y="606"/>
                    </a:lnTo>
                    <a:lnTo>
                      <a:pt x="1308" y="600"/>
                    </a:lnTo>
                    <a:lnTo>
                      <a:pt x="1284" y="600"/>
                    </a:lnTo>
                    <a:lnTo>
                      <a:pt x="1260" y="588"/>
                    </a:lnTo>
                    <a:lnTo>
                      <a:pt x="1254" y="588"/>
                    </a:lnTo>
                    <a:lnTo>
                      <a:pt x="1242" y="582"/>
                    </a:lnTo>
                    <a:lnTo>
                      <a:pt x="1242" y="588"/>
                    </a:lnTo>
                    <a:lnTo>
                      <a:pt x="1236" y="594"/>
                    </a:lnTo>
                    <a:lnTo>
                      <a:pt x="1236" y="600"/>
                    </a:lnTo>
                    <a:lnTo>
                      <a:pt x="1218" y="618"/>
                    </a:lnTo>
                    <a:lnTo>
                      <a:pt x="1206" y="618"/>
                    </a:lnTo>
                    <a:lnTo>
                      <a:pt x="1200" y="612"/>
                    </a:lnTo>
                    <a:lnTo>
                      <a:pt x="1224" y="588"/>
                    </a:lnTo>
                    <a:lnTo>
                      <a:pt x="1158" y="564"/>
                    </a:lnTo>
                    <a:lnTo>
                      <a:pt x="1158" y="576"/>
                    </a:lnTo>
                    <a:lnTo>
                      <a:pt x="1152" y="594"/>
                    </a:lnTo>
                    <a:lnTo>
                      <a:pt x="1134" y="630"/>
                    </a:lnTo>
                    <a:lnTo>
                      <a:pt x="1128" y="630"/>
                    </a:lnTo>
                    <a:lnTo>
                      <a:pt x="1122" y="624"/>
                    </a:lnTo>
                    <a:lnTo>
                      <a:pt x="1116" y="612"/>
                    </a:lnTo>
                    <a:lnTo>
                      <a:pt x="1116" y="594"/>
                    </a:lnTo>
                    <a:lnTo>
                      <a:pt x="1122" y="582"/>
                    </a:lnTo>
                    <a:lnTo>
                      <a:pt x="1116" y="594"/>
                    </a:lnTo>
                    <a:lnTo>
                      <a:pt x="1104" y="600"/>
                    </a:lnTo>
                    <a:lnTo>
                      <a:pt x="1080" y="624"/>
                    </a:lnTo>
                    <a:lnTo>
                      <a:pt x="1056" y="636"/>
                    </a:lnTo>
                    <a:lnTo>
                      <a:pt x="1050" y="636"/>
                    </a:lnTo>
                    <a:lnTo>
                      <a:pt x="1050" y="630"/>
                    </a:lnTo>
                    <a:lnTo>
                      <a:pt x="1056" y="618"/>
                    </a:lnTo>
                    <a:lnTo>
                      <a:pt x="1086" y="588"/>
                    </a:lnTo>
                    <a:lnTo>
                      <a:pt x="1092" y="576"/>
                    </a:lnTo>
                    <a:lnTo>
                      <a:pt x="1104" y="570"/>
                    </a:lnTo>
                    <a:lnTo>
                      <a:pt x="1068" y="570"/>
                    </a:lnTo>
                    <a:lnTo>
                      <a:pt x="1050" y="582"/>
                    </a:lnTo>
                    <a:lnTo>
                      <a:pt x="1026" y="582"/>
                    </a:lnTo>
                    <a:lnTo>
                      <a:pt x="984" y="606"/>
                    </a:lnTo>
                    <a:lnTo>
                      <a:pt x="960" y="606"/>
                    </a:lnTo>
                    <a:lnTo>
                      <a:pt x="954" y="636"/>
                    </a:lnTo>
                    <a:lnTo>
                      <a:pt x="918" y="624"/>
                    </a:lnTo>
                    <a:lnTo>
                      <a:pt x="882" y="630"/>
                    </a:lnTo>
                    <a:lnTo>
                      <a:pt x="894" y="660"/>
                    </a:lnTo>
                    <a:lnTo>
                      <a:pt x="846" y="648"/>
                    </a:lnTo>
                    <a:lnTo>
                      <a:pt x="828" y="654"/>
                    </a:lnTo>
                    <a:lnTo>
                      <a:pt x="834" y="678"/>
                    </a:lnTo>
                    <a:lnTo>
                      <a:pt x="792" y="690"/>
                    </a:lnTo>
                    <a:lnTo>
                      <a:pt x="792" y="654"/>
                    </a:lnTo>
                    <a:lnTo>
                      <a:pt x="762" y="654"/>
                    </a:lnTo>
                    <a:lnTo>
                      <a:pt x="774" y="678"/>
                    </a:lnTo>
                    <a:lnTo>
                      <a:pt x="750" y="660"/>
                    </a:lnTo>
                    <a:lnTo>
                      <a:pt x="750" y="690"/>
                    </a:lnTo>
                    <a:lnTo>
                      <a:pt x="726" y="690"/>
                    </a:lnTo>
                    <a:lnTo>
                      <a:pt x="726" y="660"/>
                    </a:lnTo>
                    <a:lnTo>
                      <a:pt x="738" y="654"/>
                    </a:lnTo>
                    <a:lnTo>
                      <a:pt x="744" y="648"/>
                    </a:lnTo>
                    <a:lnTo>
                      <a:pt x="708" y="642"/>
                    </a:lnTo>
                    <a:lnTo>
                      <a:pt x="708" y="684"/>
                    </a:lnTo>
                    <a:lnTo>
                      <a:pt x="678" y="696"/>
                    </a:lnTo>
                    <a:lnTo>
                      <a:pt x="696" y="708"/>
                    </a:lnTo>
                    <a:lnTo>
                      <a:pt x="660" y="714"/>
                    </a:lnTo>
                    <a:lnTo>
                      <a:pt x="672" y="726"/>
                    </a:lnTo>
                    <a:lnTo>
                      <a:pt x="630" y="726"/>
                    </a:lnTo>
                    <a:lnTo>
                      <a:pt x="630" y="738"/>
                    </a:lnTo>
                    <a:lnTo>
                      <a:pt x="660" y="750"/>
                    </a:lnTo>
                    <a:lnTo>
                      <a:pt x="654" y="762"/>
                    </a:lnTo>
                    <a:lnTo>
                      <a:pt x="618" y="744"/>
                    </a:lnTo>
                    <a:lnTo>
                      <a:pt x="600" y="750"/>
                    </a:lnTo>
                    <a:lnTo>
                      <a:pt x="624" y="762"/>
                    </a:lnTo>
                    <a:lnTo>
                      <a:pt x="606" y="780"/>
                    </a:lnTo>
                    <a:lnTo>
                      <a:pt x="594" y="762"/>
                    </a:lnTo>
                    <a:lnTo>
                      <a:pt x="576" y="768"/>
                    </a:lnTo>
                    <a:lnTo>
                      <a:pt x="576" y="780"/>
                    </a:lnTo>
                    <a:lnTo>
                      <a:pt x="546" y="780"/>
                    </a:lnTo>
                    <a:lnTo>
                      <a:pt x="540" y="792"/>
                    </a:lnTo>
                    <a:lnTo>
                      <a:pt x="564" y="804"/>
                    </a:lnTo>
                    <a:lnTo>
                      <a:pt x="564" y="822"/>
                    </a:lnTo>
                    <a:lnTo>
                      <a:pt x="528" y="810"/>
                    </a:lnTo>
                    <a:lnTo>
                      <a:pt x="522" y="822"/>
                    </a:lnTo>
                    <a:lnTo>
                      <a:pt x="552" y="834"/>
                    </a:lnTo>
                    <a:lnTo>
                      <a:pt x="504" y="834"/>
                    </a:lnTo>
                    <a:lnTo>
                      <a:pt x="504" y="852"/>
                    </a:lnTo>
                    <a:lnTo>
                      <a:pt x="492" y="846"/>
                    </a:lnTo>
                    <a:lnTo>
                      <a:pt x="486" y="846"/>
                    </a:lnTo>
                    <a:lnTo>
                      <a:pt x="474" y="852"/>
                    </a:lnTo>
                    <a:lnTo>
                      <a:pt x="468" y="858"/>
                    </a:lnTo>
                    <a:lnTo>
                      <a:pt x="456" y="858"/>
                    </a:lnTo>
                    <a:lnTo>
                      <a:pt x="456" y="870"/>
                    </a:lnTo>
                    <a:lnTo>
                      <a:pt x="462" y="876"/>
                    </a:lnTo>
                    <a:lnTo>
                      <a:pt x="456" y="876"/>
                    </a:lnTo>
                    <a:lnTo>
                      <a:pt x="450" y="882"/>
                    </a:lnTo>
                    <a:lnTo>
                      <a:pt x="444" y="882"/>
                    </a:lnTo>
                    <a:lnTo>
                      <a:pt x="444" y="900"/>
                    </a:lnTo>
                    <a:lnTo>
                      <a:pt x="480" y="900"/>
                    </a:lnTo>
                    <a:lnTo>
                      <a:pt x="468" y="912"/>
                    </a:lnTo>
                    <a:lnTo>
                      <a:pt x="432" y="906"/>
                    </a:lnTo>
                    <a:lnTo>
                      <a:pt x="420" y="912"/>
                    </a:lnTo>
                    <a:lnTo>
                      <a:pt x="414" y="918"/>
                    </a:lnTo>
                    <a:lnTo>
                      <a:pt x="414" y="930"/>
                    </a:lnTo>
                    <a:lnTo>
                      <a:pt x="420" y="936"/>
                    </a:lnTo>
                    <a:lnTo>
                      <a:pt x="420" y="948"/>
                    </a:lnTo>
                    <a:lnTo>
                      <a:pt x="408" y="954"/>
                    </a:lnTo>
                    <a:lnTo>
                      <a:pt x="390" y="954"/>
                    </a:lnTo>
                    <a:lnTo>
                      <a:pt x="390" y="972"/>
                    </a:lnTo>
                    <a:lnTo>
                      <a:pt x="408" y="990"/>
                    </a:lnTo>
                    <a:lnTo>
                      <a:pt x="408" y="996"/>
                    </a:lnTo>
                    <a:lnTo>
                      <a:pt x="402" y="1002"/>
                    </a:lnTo>
                    <a:lnTo>
                      <a:pt x="366" y="1002"/>
                    </a:lnTo>
                    <a:lnTo>
                      <a:pt x="360" y="1008"/>
                    </a:lnTo>
                    <a:lnTo>
                      <a:pt x="360" y="1026"/>
                    </a:lnTo>
                    <a:lnTo>
                      <a:pt x="354" y="1032"/>
                    </a:lnTo>
                    <a:lnTo>
                      <a:pt x="342" y="1032"/>
                    </a:lnTo>
                    <a:lnTo>
                      <a:pt x="336" y="1026"/>
                    </a:lnTo>
                    <a:lnTo>
                      <a:pt x="318" y="1026"/>
                    </a:lnTo>
                    <a:lnTo>
                      <a:pt x="294" y="1050"/>
                    </a:lnTo>
                    <a:lnTo>
                      <a:pt x="282" y="1050"/>
                    </a:lnTo>
                    <a:lnTo>
                      <a:pt x="270" y="1062"/>
                    </a:lnTo>
                    <a:lnTo>
                      <a:pt x="270" y="1068"/>
                    </a:lnTo>
                    <a:lnTo>
                      <a:pt x="276" y="1074"/>
                    </a:lnTo>
                    <a:lnTo>
                      <a:pt x="276" y="1080"/>
                    </a:lnTo>
                    <a:lnTo>
                      <a:pt x="264" y="1092"/>
                    </a:lnTo>
                    <a:lnTo>
                      <a:pt x="252" y="1092"/>
                    </a:lnTo>
                    <a:lnTo>
                      <a:pt x="246" y="1086"/>
                    </a:lnTo>
                    <a:lnTo>
                      <a:pt x="234" y="1080"/>
                    </a:lnTo>
                    <a:lnTo>
                      <a:pt x="234" y="1074"/>
                    </a:lnTo>
                    <a:lnTo>
                      <a:pt x="228" y="1074"/>
                    </a:lnTo>
                    <a:lnTo>
                      <a:pt x="204" y="1086"/>
                    </a:lnTo>
                    <a:lnTo>
                      <a:pt x="198" y="1092"/>
                    </a:lnTo>
                    <a:lnTo>
                      <a:pt x="180" y="1092"/>
                    </a:lnTo>
                    <a:lnTo>
                      <a:pt x="180" y="1110"/>
                    </a:lnTo>
                    <a:lnTo>
                      <a:pt x="186" y="1116"/>
                    </a:lnTo>
                    <a:lnTo>
                      <a:pt x="192" y="1116"/>
                    </a:lnTo>
                    <a:lnTo>
                      <a:pt x="192" y="1128"/>
                    </a:lnTo>
                    <a:lnTo>
                      <a:pt x="186" y="1128"/>
                    </a:lnTo>
                    <a:lnTo>
                      <a:pt x="174" y="1116"/>
                    </a:lnTo>
                    <a:lnTo>
                      <a:pt x="162" y="1116"/>
                    </a:lnTo>
                    <a:lnTo>
                      <a:pt x="156" y="1122"/>
                    </a:lnTo>
                    <a:lnTo>
                      <a:pt x="156" y="1134"/>
                    </a:lnTo>
                    <a:lnTo>
                      <a:pt x="168" y="1134"/>
                    </a:lnTo>
                    <a:lnTo>
                      <a:pt x="174" y="1140"/>
                    </a:lnTo>
                    <a:lnTo>
                      <a:pt x="180" y="1140"/>
                    </a:lnTo>
                    <a:lnTo>
                      <a:pt x="180" y="1152"/>
                    </a:lnTo>
                    <a:lnTo>
                      <a:pt x="138" y="1152"/>
                    </a:lnTo>
                    <a:lnTo>
                      <a:pt x="138" y="1146"/>
                    </a:lnTo>
                    <a:lnTo>
                      <a:pt x="132" y="1146"/>
                    </a:lnTo>
                    <a:lnTo>
                      <a:pt x="126" y="1158"/>
                    </a:lnTo>
                    <a:lnTo>
                      <a:pt x="126" y="1170"/>
                    </a:lnTo>
                    <a:lnTo>
                      <a:pt x="120" y="1164"/>
                    </a:lnTo>
                    <a:lnTo>
                      <a:pt x="102" y="1164"/>
                    </a:lnTo>
                    <a:lnTo>
                      <a:pt x="96" y="1158"/>
                    </a:lnTo>
                    <a:lnTo>
                      <a:pt x="90" y="1158"/>
                    </a:lnTo>
                    <a:lnTo>
                      <a:pt x="90" y="1164"/>
                    </a:lnTo>
                    <a:lnTo>
                      <a:pt x="96" y="1170"/>
                    </a:lnTo>
                    <a:lnTo>
                      <a:pt x="120" y="1182"/>
                    </a:lnTo>
                    <a:lnTo>
                      <a:pt x="132" y="1182"/>
                    </a:lnTo>
                    <a:lnTo>
                      <a:pt x="108" y="1200"/>
                    </a:lnTo>
                    <a:lnTo>
                      <a:pt x="108" y="1188"/>
                    </a:lnTo>
                    <a:lnTo>
                      <a:pt x="90" y="1188"/>
                    </a:lnTo>
                    <a:lnTo>
                      <a:pt x="84" y="1194"/>
                    </a:lnTo>
                    <a:lnTo>
                      <a:pt x="60" y="1182"/>
                    </a:lnTo>
                    <a:lnTo>
                      <a:pt x="54" y="1194"/>
                    </a:lnTo>
                    <a:lnTo>
                      <a:pt x="66" y="1200"/>
                    </a:lnTo>
                    <a:lnTo>
                      <a:pt x="30" y="1194"/>
                    </a:lnTo>
                    <a:lnTo>
                      <a:pt x="30" y="1212"/>
                    </a:lnTo>
                    <a:lnTo>
                      <a:pt x="78" y="1212"/>
                    </a:lnTo>
                    <a:lnTo>
                      <a:pt x="54" y="1218"/>
                    </a:lnTo>
                    <a:lnTo>
                      <a:pt x="18" y="1212"/>
                    </a:lnTo>
                    <a:lnTo>
                      <a:pt x="6" y="1224"/>
                    </a:lnTo>
                    <a:lnTo>
                      <a:pt x="6" y="1230"/>
                    </a:lnTo>
                    <a:lnTo>
                      <a:pt x="18" y="1242"/>
                    </a:lnTo>
                    <a:lnTo>
                      <a:pt x="36" y="1242"/>
                    </a:lnTo>
                    <a:lnTo>
                      <a:pt x="18" y="1248"/>
                    </a:lnTo>
                    <a:lnTo>
                      <a:pt x="12" y="1254"/>
                    </a:lnTo>
                    <a:lnTo>
                      <a:pt x="12" y="1260"/>
                    </a:lnTo>
                    <a:lnTo>
                      <a:pt x="66" y="1260"/>
                    </a:lnTo>
                    <a:lnTo>
                      <a:pt x="78" y="1272"/>
                    </a:lnTo>
                    <a:lnTo>
                      <a:pt x="96" y="1260"/>
                    </a:lnTo>
                    <a:lnTo>
                      <a:pt x="108" y="1272"/>
                    </a:lnTo>
                    <a:lnTo>
                      <a:pt x="138" y="1260"/>
                    </a:lnTo>
                    <a:lnTo>
                      <a:pt x="132" y="1266"/>
                    </a:lnTo>
                    <a:lnTo>
                      <a:pt x="126" y="1278"/>
                    </a:lnTo>
                    <a:lnTo>
                      <a:pt x="60" y="1278"/>
                    </a:lnTo>
                    <a:lnTo>
                      <a:pt x="54" y="1272"/>
                    </a:lnTo>
                    <a:lnTo>
                      <a:pt x="24" y="1272"/>
                    </a:lnTo>
                    <a:lnTo>
                      <a:pt x="12" y="1278"/>
                    </a:lnTo>
                    <a:lnTo>
                      <a:pt x="0" y="1278"/>
                    </a:lnTo>
                    <a:lnTo>
                      <a:pt x="6" y="1284"/>
                    </a:lnTo>
                    <a:lnTo>
                      <a:pt x="6" y="1296"/>
                    </a:lnTo>
                    <a:lnTo>
                      <a:pt x="12" y="1296"/>
                    </a:lnTo>
                    <a:lnTo>
                      <a:pt x="18" y="1302"/>
                    </a:lnTo>
                    <a:lnTo>
                      <a:pt x="30" y="1302"/>
                    </a:lnTo>
                    <a:lnTo>
                      <a:pt x="24" y="1308"/>
                    </a:lnTo>
                    <a:lnTo>
                      <a:pt x="18" y="1320"/>
                    </a:lnTo>
                    <a:lnTo>
                      <a:pt x="36" y="1338"/>
                    </a:lnTo>
                    <a:lnTo>
                      <a:pt x="48" y="1338"/>
                    </a:lnTo>
                    <a:lnTo>
                      <a:pt x="72" y="1320"/>
                    </a:lnTo>
                    <a:lnTo>
                      <a:pt x="102" y="1314"/>
                    </a:lnTo>
                    <a:lnTo>
                      <a:pt x="90" y="1338"/>
                    </a:lnTo>
                    <a:lnTo>
                      <a:pt x="78" y="1332"/>
                    </a:lnTo>
                    <a:lnTo>
                      <a:pt x="66" y="1350"/>
                    </a:lnTo>
                    <a:lnTo>
                      <a:pt x="30" y="1350"/>
                    </a:lnTo>
                    <a:lnTo>
                      <a:pt x="48" y="1368"/>
                    </a:lnTo>
                    <a:lnTo>
                      <a:pt x="24" y="1380"/>
                    </a:lnTo>
                    <a:lnTo>
                      <a:pt x="6" y="1380"/>
                    </a:lnTo>
                    <a:lnTo>
                      <a:pt x="6" y="1398"/>
                    </a:lnTo>
                    <a:lnTo>
                      <a:pt x="66" y="1398"/>
                    </a:lnTo>
                    <a:lnTo>
                      <a:pt x="54" y="1422"/>
                    </a:lnTo>
                    <a:lnTo>
                      <a:pt x="66" y="1422"/>
                    </a:lnTo>
                    <a:lnTo>
                      <a:pt x="54" y="1440"/>
                    </a:lnTo>
                    <a:lnTo>
                      <a:pt x="42" y="1434"/>
                    </a:lnTo>
                    <a:lnTo>
                      <a:pt x="36" y="1434"/>
                    </a:lnTo>
                    <a:lnTo>
                      <a:pt x="30" y="1428"/>
                    </a:lnTo>
                    <a:lnTo>
                      <a:pt x="18" y="1428"/>
                    </a:lnTo>
                    <a:lnTo>
                      <a:pt x="18" y="1440"/>
                    </a:lnTo>
                    <a:lnTo>
                      <a:pt x="24" y="1452"/>
                    </a:lnTo>
                    <a:lnTo>
                      <a:pt x="36" y="1464"/>
                    </a:lnTo>
                    <a:lnTo>
                      <a:pt x="84" y="1482"/>
                    </a:lnTo>
                    <a:lnTo>
                      <a:pt x="78" y="1488"/>
                    </a:lnTo>
                    <a:lnTo>
                      <a:pt x="84" y="1494"/>
                    </a:lnTo>
                    <a:lnTo>
                      <a:pt x="126" y="1494"/>
                    </a:lnTo>
                    <a:lnTo>
                      <a:pt x="132" y="1500"/>
                    </a:lnTo>
                    <a:lnTo>
                      <a:pt x="144" y="1500"/>
                    </a:lnTo>
                    <a:lnTo>
                      <a:pt x="192" y="1476"/>
                    </a:lnTo>
                    <a:lnTo>
                      <a:pt x="204" y="1464"/>
                    </a:lnTo>
                    <a:lnTo>
                      <a:pt x="216" y="1458"/>
                    </a:lnTo>
                    <a:lnTo>
                      <a:pt x="222" y="1452"/>
                    </a:lnTo>
                    <a:lnTo>
                      <a:pt x="258" y="1422"/>
                    </a:lnTo>
                    <a:lnTo>
                      <a:pt x="282" y="1422"/>
                    </a:lnTo>
                    <a:lnTo>
                      <a:pt x="294" y="1416"/>
                    </a:lnTo>
                    <a:lnTo>
                      <a:pt x="300" y="1410"/>
                    </a:lnTo>
                    <a:lnTo>
                      <a:pt x="300" y="1386"/>
                    </a:lnTo>
                    <a:lnTo>
                      <a:pt x="294" y="1380"/>
                    </a:lnTo>
                    <a:lnTo>
                      <a:pt x="294" y="1374"/>
                    </a:lnTo>
                    <a:lnTo>
                      <a:pt x="312" y="1368"/>
                    </a:lnTo>
                    <a:lnTo>
                      <a:pt x="306" y="1374"/>
                    </a:lnTo>
                    <a:lnTo>
                      <a:pt x="306" y="1380"/>
                    </a:lnTo>
                    <a:lnTo>
                      <a:pt x="300" y="1386"/>
                    </a:lnTo>
                    <a:lnTo>
                      <a:pt x="300" y="1392"/>
                    </a:lnTo>
                    <a:lnTo>
                      <a:pt x="312" y="1404"/>
                    </a:lnTo>
                    <a:lnTo>
                      <a:pt x="330" y="1410"/>
                    </a:lnTo>
                    <a:lnTo>
                      <a:pt x="342" y="1410"/>
                    </a:lnTo>
                    <a:lnTo>
                      <a:pt x="348" y="1416"/>
                    </a:lnTo>
                    <a:lnTo>
                      <a:pt x="354" y="1416"/>
                    </a:lnTo>
                    <a:lnTo>
                      <a:pt x="372" y="1434"/>
                    </a:lnTo>
                    <a:lnTo>
                      <a:pt x="378" y="1422"/>
                    </a:lnTo>
                    <a:lnTo>
                      <a:pt x="384" y="1416"/>
                    </a:lnTo>
                    <a:lnTo>
                      <a:pt x="384" y="1398"/>
                    </a:lnTo>
                    <a:lnTo>
                      <a:pt x="372" y="1386"/>
                    </a:lnTo>
                    <a:lnTo>
                      <a:pt x="372" y="1380"/>
                    </a:lnTo>
                    <a:lnTo>
                      <a:pt x="378" y="1374"/>
                    </a:lnTo>
                    <a:lnTo>
                      <a:pt x="384" y="1374"/>
                    </a:lnTo>
                    <a:lnTo>
                      <a:pt x="384" y="1368"/>
                    </a:lnTo>
                    <a:lnTo>
                      <a:pt x="378" y="1356"/>
                    </a:lnTo>
                    <a:lnTo>
                      <a:pt x="414" y="1356"/>
                    </a:lnTo>
                    <a:lnTo>
                      <a:pt x="420" y="1350"/>
                    </a:lnTo>
                    <a:lnTo>
                      <a:pt x="420" y="1326"/>
                    </a:lnTo>
                    <a:lnTo>
                      <a:pt x="426" y="1326"/>
                    </a:lnTo>
                    <a:lnTo>
                      <a:pt x="420" y="1314"/>
                    </a:lnTo>
                    <a:lnTo>
                      <a:pt x="420" y="1308"/>
                    </a:lnTo>
                    <a:lnTo>
                      <a:pt x="414" y="1302"/>
                    </a:lnTo>
                    <a:lnTo>
                      <a:pt x="414" y="1296"/>
                    </a:lnTo>
                    <a:lnTo>
                      <a:pt x="408" y="1284"/>
                    </a:lnTo>
                    <a:lnTo>
                      <a:pt x="402" y="1278"/>
                    </a:lnTo>
                    <a:lnTo>
                      <a:pt x="426" y="1272"/>
                    </a:lnTo>
                    <a:lnTo>
                      <a:pt x="438" y="1260"/>
                    </a:lnTo>
                    <a:lnTo>
                      <a:pt x="438" y="1248"/>
                    </a:lnTo>
                    <a:lnTo>
                      <a:pt x="420" y="1230"/>
                    </a:lnTo>
                    <a:lnTo>
                      <a:pt x="414" y="1230"/>
                    </a:lnTo>
                    <a:lnTo>
                      <a:pt x="402" y="1218"/>
                    </a:lnTo>
                    <a:lnTo>
                      <a:pt x="402" y="1200"/>
                    </a:lnTo>
                    <a:lnTo>
                      <a:pt x="408" y="1188"/>
                    </a:lnTo>
                    <a:lnTo>
                      <a:pt x="408" y="1176"/>
                    </a:lnTo>
                    <a:lnTo>
                      <a:pt x="384" y="1152"/>
                    </a:lnTo>
                    <a:lnTo>
                      <a:pt x="384" y="1140"/>
                    </a:lnTo>
                    <a:lnTo>
                      <a:pt x="390" y="1134"/>
                    </a:lnTo>
                    <a:lnTo>
                      <a:pt x="396" y="1134"/>
                    </a:lnTo>
                    <a:lnTo>
                      <a:pt x="402" y="1128"/>
                    </a:lnTo>
                    <a:lnTo>
                      <a:pt x="402" y="1122"/>
                    </a:lnTo>
                    <a:lnTo>
                      <a:pt x="396" y="1116"/>
                    </a:lnTo>
                    <a:lnTo>
                      <a:pt x="390" y="1116"/>
                    </a:lnTo>
                    <a:lnTo>
                      <a:pt x="384" y="1110"/>
                    </a:lnTo>
                    <a:lnTo>
                      <a:pt x="426" y="1068"/>
                    </a:lnTo>
                    <a:lnTo>
                      <a:pt x="438" y="1062"/>
                    </a:lnTo>
                    <a:lnTo>
                      <a:pt x="444" y="1056"/>
                    </a:lnTo>
                    <a:lnTo>
                      <a:pt x="456" y="1050"/>
                    </a:lnTo>
                    <a:lnTo>
                      <a:pt x="498" y="1050"/>
                    </a:lnTo>
                    <a:lnTo>
                      <a:pt x="504" y="1044"/>
                    </a:lnTo>
                    <a:lnTo>
                      <a:pt x="504" y="1038"/>
                    </a:lnTo>
                    <a:lnTo>
                      <a:pt x="486" y="1020"/>
                    </a:lnTo>
                    <a:lnTo>
                      <a:pt x="474" y="1014"/>
                    </a:lnTo>
                    <a:lnTo>
                      <a:pt x="486" y="1008"/>
                    </a:lnTo>
                    <a:lnTo>
                      <a:pt x="492" y="1008"/>
                    </a:lnTo>
                    <a:lnTo>
                      <a:pt x="522" y="978"/>
                    </a:lnTo>
                    <a:lnTo>
                      <a:pt x="528" y="936"/>
                    </a:lnTo>
                    <a:lnTo>
                      <a:pt x="528" y="900"/>
                    </a:lnTo>
                    <a:lnTo>
                      <a:pt x="546" y="912"/>
                    </a:lnTo>
                    <a:lnTo>
                      <a:pt x="558" y="906"/>
                    </a:lnTo>
                    <a:lnTo>
                      <a:pt x="564" y="906"/>
                    </a:lnTo>
                    <a:lnTo>
                      <a:pt x="570" y="900"/>
                    </a:lnTo>
                    <a:lnTo>
                      <a:pt x="576" y="900"/>
                    </a:lnTo>
                    <a:lnTo>
                      <a:pt x="576" y="894"/>
                    </a:lnTo>
                    <a:lnTo>
                      <a:pt x="570" y="888"/>
                    </a:lnTo>
                    <a:lnTo>
                      <a:pt x="570" y="882"/>
                    </a:lnTo>
                    <a:lnTo>
                      <a:pt x="564" y="876"/>
                    </a:lnTo>
                    <a:lnTo>
                      <a:pt x="582" y="876"/>
                    </a:lnTo>
                    <a:lnTo>
                      <a:pt x="588" y="870"/>
                    </a:lnTo>
                    <a:lnTo>
                      <a:pt x="588" y="864"/>
                    </a:lnTo>
                    <a:lnTo>
                      <a:pt x="594" y="858"/>
                    </a:lnTo>
                    <a:lnTo>
                      <a:pt x="606" y="852"/>
                    </a:lnTo>
                    <a:lnTo>
                      <a:pt x="612" y="852"/>
                    </a:lnTo>
                    <a:lnTo>
                      <a:pt x="618" y="834"/>
                    </a:lnTo>
                    <a:lnTo>
                      <a:pt x="612" y="828"/>
                    </a:lnTo>
                    <a:lnTo>
                      <a:pt x="600" y="822"/>
                    </a:lnTo>
                    <a:lnTo>
                      <a:pt x="600" y="810"/>
                    </a:lnTo>
                    <a:lnTo>
                      <a:pt x="606" y="810"/>
                    </a:lnTo>
                    <a:lnTo>
                      <a:pt x="618" y="804"/>
                    </a:lnTo>
                    <a:lnTo>
                      <a:pt x="636" y="786"/>
                    </a:lnTo>
                    <a:lnTo>
                      <a:pt x="678" y="780"/>
                    </a:lnTo>
                    <a:lnTo>
                      <a:pt x="696" y="780"/>
                    </a:lnTo>
                    <a:lnTo>
                      <a:pt x="702" y="774"/>
                    </a:lnTo>
                    <a:lnTo>
                      <a:pt x="702" y="744"/>
                    </a:lnTo>
                    <a:lnTo>
                      <a:pt x="714" y="732"/>
                    </a:lnTo>
                    <a:lnTo>
                      <a:pt x="720" y="738"/>
                    </a:lnTo>
                    <a:lnTo>
                      <a:pt x="720" y="750"/>
                    </a:lnTo>
                    <a:lnTo>
                      <a:pt x="744" y="744"/>
                    </a:lnTo>
                    <a:lnTo>
                      <a:pt x="768" y="750"/>
                    </a:lnTo>
                    <a:lnTo>
                      <a:pt x="792" y="750"/>
                    </a:lnTo>
                    <a:lnTo>
                      <a:pt x="798" y="756"/>
                    </a:lnTo>
                    <a:lnTo>
                      <a:pt x="810" y="756"/>
                    </a:lnTo>
                    <a:lnTo>
                      <a:pt x="816" y="750"/>
                    </a:lnTo>
                    <a:lnTo>
                      <a:pt x="810" y="750"/>
                    </a:lnTo>
                    <a:lnTo>
                      <a:pt x="798" y="738"/>
                    </a:lnTo>
                    <a:lnTo>
                      <a:pt x="798" y="732"/>
                    </a:lnTo>
                    <a:lnTo>
                      <a:pt x="810" y="732"/>
                    </a:lnTo>
                    <a:lnTo>
                      <a:pt x="810" y="708"/>
                    </a:lnTo>
                    <a:lnTo>
                      <a:pt x="840" y="714"/>
                    </a:lnTo>
                    <a:lnTo>
                      <a:pt x="834" y="708"/>
                    </a:lnTo>
                    <a:lnTo>
                      <a:pt x="840" y="702"/>
                    </a:lnTo>
                    <a:lnTo>
                      <a:pt x="858" y="708"/>
                    </a:lnTo>
                    <a:lnTo>
                      <a:pt x="858" y="696"/>
                    </a:lnTo>
                    <a:lnTo>
                      <a:pt x="864" y="690"/>
                    </a:lnTo>
                    <a:lnTo>
                      <a:pt x="882" y="690"/>
                    </a:lnTo>
                    <a:lnTo>
                      <a:pt x="888" y="696"/>
                    </a:lnTo>
                    <a:lnTo>
                      <a:pt x="894" y="708"/>
                    </a:lnTo>
                    <a:lnTo>
                      <a:pt x="906" y="714"/>
                    </a:lnTo>
                    <a:lnTo>
                      <a:pt x="918" y="726"/>
                    </a:lnTo>
                    <a:lnTo>
                      <a:pt x="930" y="726"/>
                    </a:lnTo>
                    <a:lnTo>
                      <a:pt x="942" y="732"/>
                    </a:lnTo>
                    <a:lnTo>
                      <a:pt x="960" y="732"/>
                    </a:lnTo>
                    <a:lnTo>
                      <a:pt x="966" y="738"/>
                    </a:lnTo>
                    <a:lnTo>
                      <a:pt x="978" y="738"/>
                    </a:lnTo>
                    <a:lnTo>
                      <a:pt x="990" y="732"/>
                    </a:lnTo>
                    <a:lnTo>
                      <a:pt x="996" y="726"/>
                    </a:lnTo>
                    <a:lnTo>
                      <a:pt x="1026" y="726"/>
                    </a:lnTo>
                    <a:lnTo>
                      <a:pt x="1038" y="732"/>
                    </a:lnTo>
                    <a:lnTo>
                      <a:pt x="1044" y="738"/>
                    </a:lnTo>
                    <a:lnTo>
                      <a:pt x="1062" y="738"/>
                    </a:lnTo>
                    <a:lnTo>
                      <a:pt x="1062" y="726"/>
                    </a:lnTo>
                    <a:lnTo>
                      <a:pt x="1068" y="720"/>
                    </a:lnTo>
                    <a:lnTo>
                      <a:pt x="1068" y="714"/>
                    </a:lnTo>
                    <a:lnTo>
                      <a:pt x="1092" y="714"/>
                    </a:lnTo>
                    <a:lnTo>
                      <a:pt x="1092" y="678"/>
                    </a:lnTo>
                    <a:lnTo>
                      <a:pt x="1098" y="672"/>
                    </a:lnTo>
                    <a:lnTo>
                      <a:pt x="1098" y="660"/>
                    </a:lnTo>
                    <a:lnTo>
                      <a:pt x="1110" y="654"/>
                    </a:lnTo>
                    <a:lnTo>
                      <a:pt x="1116" y="654"/>
                    </a:lnTo>
                    <a:lnTo>
                      <a:pt x="1128" y="648"/>
                    </a:lnTo>
                    <a:lnTo>
                      <a:pt x="1158" y="648"/>
                    </a:lnTo>
                    <a:lnTo>
                      <a:pt x="1170" y="642"/>
                    </a:lnTo>
                    <a:lnTo>
                      <a:pt x="1206" y="642"/>
                    </a:lnTo>
                    <a:lnTo>
                      <a:pt x="1206" y="654"/>
                    </a:lnTo>
                    <a:lnTo>
                      <a:pt x="1242" y="660"/>
                    </a:lnTo>
                    <a:lnTo>
                      <a:pt x="1248" y="660"/>
                    </a:lnTo>
                    <a:lnTo>
                      <a:pt x="1260" y="672"/>
                    </a:lnTo>
                    <a:lnTo>
                      <a:pt x="1266" y="684"/>
                    </a:lnTo>
                    <a:lnTo>
                      <a:pt x="1266" y="702"/>
                    </a:lnTo>
                    <a:lnTo>
                      <a:pt x="1260" y="702"/>
                    </a:lnTo>
                    <a:lnTo>
                      <a:pt x="1260" y="696"/>
                    </a:lnTo>
                    <a:lnTo>
                      <a:pt x="1254" y="696"/>
                    </a:lnTo>
                    <a:lnTo>
                      <a:pt x="1254" y="708"/>
                    </a:lnTo>
                    <a:lnTo>
                      <a:pt x="1278" y="708"/>
                    </a:lnTo>
                    <a:lnTo>
                      <a:pt x="1284" y="696"/>
                    </a:lnTo>
                    <a:lnTo>
                      <a:pt x="1284" y="690"/>
                    </a:lnTo>
                    <a:lnTo>
                      <a:pt x="1308" y="684"/>
                    </a:lnTo>
                    <a:lnTo>
                      <a:pt x="1314" y="672"/>
                    </a:lnTo>
                    <a:lnTo>
                      <a:pt x="1350" y="672"/>
                    </a:lnTo>
                    <a:lnTo>
                      <a:pt x="1362" y="660"/>
                    </a:lnTo>
                    <a:lnTo>
                      <a:pt x="1356" y="660"/>
                    </a:lnTo>
                    <a:close/>
                    <a:moveTo>
                      <a:pt x="564" y="726"/>
                    </a:moveTo>
                    <a:lnTo>
                      <a:pt x="540" y="738"/>
                    </a:lnTo>
                    <a:lnTo>
                      <a:pt x="546" y="756"/>
                    </a:lnTo>
                    <a:lnTo>
                      <a:pt x="576" y="756"/>
                    </a:lnTo>
                    <a:lnTo>
                      <a:pt x="570" y="738"/>
                    </a:lnTo>
                    <a:lnTo>
                      <a:pt x="564" y="726"/>
                    </a:lnTo>
                    <a:close/>
                    <a:moveTo>
                      <a:pt x="522" y="714"/>
                    </a:moveTo>
                    <a:lnTo>
                      <a:pt x="516" y="720"/>
                    </a:lnTo>
                    <a:lnTo>
                      <a:pt x="510" y="732"/>
                    </a:lnTo>
                    <a:lnTo>
                      <a:pt x="510" y="750"/>
                    </a:lnTo>
                    <a:lnTo>
                      <a:pt x="528" y="768"/>
                    </a:lnTo>
                    <a:lnTo>
                      <a:pt x="528" y="756"/>
                    </a:lnTo>
                    <a:lnTo>
                      <a:pt x="534" y="744"/>
                    </a:lnTo>
                    <a:lnTo>
                      <a:pt x="534" y="720"/>
                    </a:lnTo>
                    <a:lnTo>
                      <a:pt x="528" y="714"/>
                    </a:lnTo>
                    <a:lnTo>
                      <a:pt x="522" y="714"/>
                    </a:lnTo>
                    <a:close/>
                    <a:moveTo>
                      <a:pt x="606" y="738"/>
                    </a:moveTo>
                    <a:lnTo>
                      <a:pt x="618" y="732"/>
                    </a:lnTo>
                    <a:lnTo>
                      <a:pt x="624" y="732"/>
                    </a:lnTo>
                    <a:lnTo>
                      <a:pt x="630" y="726"/>
                    </a:lnTo>
                    <a:lnTo>
                      <a:pt x="618" y="720"/>
                    </a:lnTo>
                    <a:lnTo>
                      <a:pt x="588" y="720"/>
                    </a:lnTo>
                    <a:lnTo>
                      <a:pt x="576" y="732"/>
                    </a:lnTo>
                    <a:lnTo>
                      <a:pt x="582" y="744"/>
                    </a:lnTo>
                    <a:lnTo>
                      <a:pt x="606" y="73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39" name="Netherlands" descr="© INSCALE GmbH, 05.05.2010&#10;http://www.presentationload.com/">
                <a:extLst>
                  <a:ext uri="{FF2B5EF4-FFF2-40B4-BE49-F238E27FC236}">
                    <a16:creationId xmlns:a16="http://schemas.microsoft.com/office/drawing/2014/main" id="{D9F4C0EE-5326-F446-81E9-AFEA62121026}"/>
                  </a:ext>
                </a:extLst>
              </p:cNvPr>
              <p:cNvSpPr>
                <a:spLocks/>
              </p:cNvSpPr>
              <p:nvPr/>
            </p:nvSpPr>
            <p:spPr bwMode="gray">
              <a:xfrm>
                <a:off x="5841236" y="2341918"/>
                <a:ext cx="113411" cy="88756"/>
              </a:xfrm>
              <a:custGeom>
                <a:avLst/>
                <a:gdLst>
                  <a:gd name="T0" fmla="*/ 0 w 270"/>
                  <a:gd name="T1" fmla="*/ 2147483647 h 210"/>
                  <a:gd name="T2" fmla="*/ 2147483647 w 270"/>
                  <a:gd name="T3" fmla="*/ 2147483647 h 210"/>
                  <a:gd name="T4" fmla="*/ 2147483647 w 270"/>
                  <a:gd name="T5" fmla="*/ 2147483647 h 210"/>
                  <a:gd name="T6" fmla="*/ 2147483647 w 270"/>
                  <a:gd name="T7" fmla="*/ 2147483647 h 210"/>
                  <a:gd name="T8" fmla="*/ 2147483647 w 270"/>
                  <a:gd name="T9" fmla="*/ 2147483647 h 210"/>
                  <a:gd name="T10" fmla="*/ 2147483647 w 270"/>
                  <a:gd name="T11" fmla="*/ 2147483647 h 210"/>
                  <a:gd name="T12" fmla="*/ 2147483647 w 270"/>
                  <a:gd name="T13" fmla="*/ 2147483647 h 210"/>
                  <a:gd name="T14" fmla="*/ 2147483647 w 270"/>
                  <a:gd name="T15" fmla="*/ 2147483647 h 210"/>
                  <a:gd name="T16" fmla="*/ 2147483647 w 270"/>
                  <a:gd name="T17" fmla="*/ 2147483647 h 210"/>
                  <a:gd name="T18" fmla="*/ 2147483647 w 270"/>
                  <a:gd name="T19" fmla="*/ 2147483647 h 210"/>
                  <a:gd name="T20" fmla="*/ 2147483647 w 270"/>
                  <a:gd name="T21" fmla="*/ 2147483647 h 210"/>
                  <a:gd name="T22" fmla="*/ 2147483647 w 270"/>
                  <a:gd name="T23" fmla="*/ 2147483647 h 210"/>
                  <a:gd name="T24" fmla="*/ 2147483647 w 270"/>
                  <a:gd name="T25" fmla="*/ 2147483647 h 210"/>
                  <a:gd name="T26" fmla="*/ 2147483647 w 270"/>
                  <a:gd name="T27" fmla="*/ 2147483647 h 210"/>
                  <a:gd name="T28" fmla="*/ 2147483647 w 270"/>
                  <a:gd name="T29" fmla="*/ 2147483647 h 210"/>
                  <a:gd name="T30" fmla="*/ 2147483647 w 270"/>
                  <a:gd name="T31" fmla="*/ 2147483647 h 210"/>
                  <a:gd name="T32" fmla="*/ 2147483647 w 270"/>
                  <a:gd name="T33" fmla="*/ 2147483647 h 210"/>
                  <a:gd name="T34" fmla="*/ 2147483647 w 270"/>
                  <a:gd name="T35" fmla="*/ 2147483647 h 210"/>
                  <a:gd name="T36" fmla="*/ 2147483647 w 270"/>
                  <a:gd name="T37" fmla="*/ 2147483647 h 210"/>
                  <a:gd name="T38" fmla="*/ 2147483647 w 270"/>
                  <a:gd name="T39" fmla="*/ 2147483647 h 210"/>
                  <a:gd name="T40" fmla="*/ 2147483647 w 270"/>
                  <a:gd name="T41" fmla="*/ 2147483647 h 210"/>
                  <a:gd name="T42" fmla="*/ 2147483647 w 270"/>
                  <a:gd name="T43" fmla="*/ 2147483647 h 210"/>
                  <a:gd name="T44" fmla="*/ 2147483647 w 270"/>
                  <a:gd name="T45" fmla="*/ 2147483647 h 210"/>
                  <a:gd name="T46" fmla="*/ 2147483647 w 270"/>
                  <a:gd name="T47" fmla="*/ 2147483647 h 210"/>
                  <a:gd name="T48" fmla="*/ 2147483647 w 270"/>
                  <a:gd name="T49" fmla="*/ 2147483647 h 210"/>
                  <a:gd name="T50" fmla="*/ 2147483647 w 270"/>
                  <a:gd name="T51" fmla="*/ 2147483647 h 210"/>
                  <a:gd name="T52" fmla="*/ 2147483647 w 270"/>
                  <a:gd name="T53" fmla="*/ 2147483647 h 210"/>
                  <a:gd name="T54" fmla="*/ 2147483647 w 270"/>
                  <a:gd name="T55" fmla="*/ 2147483647 h 210"/>
                  <a:gd name="T56" fmla="*/ 2147483647 w 270"/>
                  <a:gd name="T57" fmla="*/ 2147483647 h 210"/>
                  <a:gd name="T58" fmla="*/ 2147483647 w 270"/>
                  <a:gd name="T59" fmla="*/ 0 h 210"/>
                  <a:gd name="T60" fmla="*/ 2147483647 w 270"/>
                  <a:gd name="T61" fmla="*/ 2147483647 h 210"/>
                  <a:gd name="T62" fmla="*/ 2147483647 w 270"/>
                  <a:gd name="T63" fmla="*/ 2147483647 h 210"/>
                  <a:gd name="T64" fmla="*/ 2147483647 w 270"/>
                  <a:gd name="T65" fmla="*/ 2147483647 h 210"/>
                  <a:gd name="T66" fmla="*/ 2147483647 w 270"/>
                  <a:gd name="T67" fmla="*/ 2147483647 h 210"/>
                  <a:gd name="T68" fmla="*/ 2147483647 w 270"/>
                  <a:gd name="T69" fmla="*/ 2147483647 h 210"/>
                  <a:gd name="T70" fmla="*/ 2147483647 w 270"/>
                  <a:gd name="T71" fmla="*/ 2147483647 h 210"/>
                  <a:gd name="T72" fmla="*/ 2147483647 w 270"/>
                  <a:gd name="T73" fmla="*/ 2147483647 h 210"/>
                  <a:gd name="T74" fmla="*/ 2147483647 w 270"/>
                  <a:gd name="T75" fmla="*/ 2147483647 h 210"/>
                  <a:gd name="T76" fmla="*/ 2147483647 w 270"/>
                  <a:gd name="T77" fmla="*/ 2147483647 h 210"/>
                  <a:gd name="T78" fmla="*/ 2147483647 w 270"/>
                  <a:gd name="T79" fmla="*/ 2147483647 h 210"/>
                  <a:gd name="T80" fmla="*/ 2147483647 w 270"/>
                  <a:gd name="T81" fmla="*/ 2147483647 h 210"/>
                  <a:gd name="T82" fmla="*/ 2147483647 w 270"/>
                  <a:gd name="T83" fmla="*/ 2147483647 h 210"/>
                  <a:gd name="T84" fmla="*/ 2147483647 w 270"/>
                  <a:gd name="T85" fmla="*/ 2147483647 h 210"/>
                  <a:gd name="T86" fmla="*/ 2147483647 w 270"/>
                  <a:gd name="T87" fmla="*/ 2147483647 h 210"/>
                  <a:gd name="T88" fmla="*/ 2147483647 w 270"/>
                  <a:gd name="T89" fmla="*/ 2147483647 h 21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70"/>
                  <a:gd name="T136" fmla="*/ 0 h 210"/>
                  <a:gd name="T137" fmla="*/ 270 w 270"/>
                  <a:gd name="T138" fmla="*/ 210 h 21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70" h="210">
                    <a:moveTo>
                      <a:pt x="18" y="156"/>
                    </a:moveTo>
                    <a:lnTo>
                      <a:pt x="0" y="174"/>
                    </a:lnTo>
                    <a:lnTo>
                      <a:pt x="12" y="162"/>
                    </a:lnTo>
                    <a:lnTo>
                      <a:pt x="24" y="162"/>
                    </a:lnTo>
                    <a:lnTo>
                      <a:pt x="30" y="168"/>
                    </a:lnTo>
                    <a:lnTo>
                      <a:pt x="54" y="168"/>
                    </a:lnTo>
                    <a:lnTo>
                      <a:pt x="60" y="174"/>
                    </a:lnTo>
                    <a:lnTo>
                      <a:pt x="66" y="162"/>
                    </a:lnTo>
                    <a:lnTo>
                      <a:pt x="84" y="168"/>
                    </a:lnTo>
                    <a:lnTo>
                      <a:pt x="84" y="156"/>
                    </a:lnTo>
                    <a:lnTo>
                      <a:pt x="96" y="162"/>
                    </a:lnTo>
                    <a:lnTo>
                      <a:pt x="96" y="156"/>
                    </a:lnTo>
                    <a:lnTo>
                      <a:pt x="132" y="156"/>
                    </a:lnTo>
                    <a:lnTo>
                      <a:pt x="132" y="168"/>
                    </a:lnTo>
                    <a:lnTo>
                      <a:pt x="138" y="174"/>
                    </a:lnTo>
                    <a:lnTo>
                      <a:pt x="150" y="174"/>
                    </a:lnTo>
                    <a:lnTo>
                      <a:pt x="162" y="168"/>
                    </a:lnTo>
                    <a:lnTo>
                      <a:pt x="168" y="168"/>
                    </a:lnTo>
                    <a:lnTo>
                      <a:pt x="174" y="174"/>
                    </a:lnTo>
                    <a:lnTo>
                      <a:pt x="174" y="192"/>
                    </a:lnTo>
                    <a:lnTo>
                      <a:pt x="168" y="198"/>
                    </a:lnTo>
                    <a:lnTo>
                      <a:pt x="168" y="210"/>
                    </a:lnTo>
                    <a:lnTo>
                      <a:pt x="180" y="210"/>
                    </a:lnTo>
                    <a:lnTo>
                      <a:pt x="180" y="198"/>
                    </a:lnTo>
                    <a:lnTo>
                      <a:pt x="186" y="192"/>
                    </a:lnTo>
                    <a:lnTo>
                      <a:pt x="186" y="180"/>
                    </a:lnTo>
                    <a:lnTo>
                      <a:pt x="180" y="174"/>
                    </a:lnTo>
                    <a:lnTo>
                      <a:pt x="186" y="168"/>
                    </a:lnTo>
                    <a:lnTo>
                      <a:pt x="198" y="162"/>
                    </a:lnTo>
                    <a:lnTo>
                      <a:pt x="198" y="156"/>
                    </a:lnTo>
                    <a:lnTo>
                      <a:pt x="192" y="150"/>
                    </a:lnTo>
                    <a:lnTo>
                      <a:pt x="192" y="144"/>
                    </a:lnTo>
                    <a:lnTo>
                      <a:pt x="186" y="120"/>
                    </a:lnTo>
                    <a:lnTo>
                      <a:pt x="192" y="120"/>
                    </a:lnTo>
                    <a:lnTo>
                      <a:pt x="198" y="126"/>
                    </a:lnTo>
                    <a:lnTo>
                      <a:pt x="222" y="126"/>
                    </a:lnTo>
                    <a:lnTo>
                      <a:pt x="222" y="120"/>
                    </a:lnTo>
                    <a:lnTo>
                      <a:pt x="228" y="114"/>
                    </a:lnTo>
                    <a:lnTo>
                      <a:pt x="234" y="114"/>
                    </a:lnTo>
                    <a:lnTo>
                      <a:pt x="240" y="102"/>
                    </a:lnTo>
                    <a:lnTo>
                      <a:pt x="246" y="96"/>
                    </a:lnTo>
                    <a:lnTo>
                      <a:pt x="252" y="96"/>
                    </a:lnTo>
                    <a:lnTo>
                      <a:pt x="252" y="90"/>
                    </a:lnTo>
                    <a:lnTo>
                      <a:pt x="240" y="78"/>
                    </a:lnTo>
                    <a:lnTo>
                      <a:pt x="234" y="78"/>
                    </a:lnTo>
                    <a:lnTo>
                      <a:pt x="228" y="72"/>
                    </a:lnTo>
                    <a:lnTo>
                      <a:pt x="228" y="66"/>
                    </a:lnTo>
                    <a:lnTo>
                      <a:pt x="234" y="66"/>
                    </a:lnTo>
                    <a:lnTo>
                      <a:pt x="246" y="60"/>
                    </a:lnTo>
                    <a:lnTo>
                      <a:pt x="258" y="60"/>
                    </a:lnTo>
                    <a:lnTo>
                      <a:pt x="252" y="54"/>
                    </a:lnTo>
                    <a:lnTo>
                      <a:pt x="252" y="36"/>
                    </a:lnTo>
                    <a:lnTo>
                      <a:pt x="258" y="36"/>
                    </a:lnTo>
                    <a:lnTo>
                      <a:pt x="270" y="30"/>
                    </a:lnTo>
                    <a:lnTo>
                      <a:pt x="264" y="18"/>
                    </a:lnTo>
                    <a:lnTo>
                      <a:pt x="270" y="12"/>
                    </a:lnTo>
                    <a:lnTo>
                      <a:pt x="264" y="12"/>
                    </a:lnTo>
                    <a:lnTo>
                      <a:pt x="252" y="6"/>
                    </a:lnTo>
                    <a:lnTo>
                      <a:pt x="246" y="6"/>
                    </a:lnTo>
                    <a:lnTo>
                      <a:pt x="234" y="0"/>
                    </a:lnTo>
                    <a:lnTo>
                      <a:pt x="180" y="0"/>
                    </a:lnTo>
                    <a:lnTo>
                      <a:pt x="168" y="12"/>
                    </a:lnTo>
                    <a:lnTo>
                      <a:pt x="156" y="18"/>
                    </a:lnTo>
                    <a:lnTo>
                      <a:pt x="156" y="30"/>
                    </a:lnTo>
                    <a:lnTo>
                      <a:pt x="162" y="36"/>
                    </a:lnTo>
                    <a:lnTo>
                      <a:pt x="162" y="54"/>
                    </a:lnTo>
                    <a:lnTo>
                      <a:pt x="168" y="60"/>
                    </a:lnTo>
                    <a:lnTo>
                      <a:pt x="174" y="60"/>
                    </a:lnTo>
                    <a:lnTo>
                      <a:pt x="180" y="66"/>
                    </a:lnTo>
                    <a:lnTo>
                      <a:pt x="180" y="78"/>
                    </a:lnTo>
                    <a:lnTo>
                      <a:pt x="168" y="84"/>
                    </a:lnTo>
                    <a:lnTo>
                      <a:pt x="162" y="90"/>
                    </a:lnTo>
                    <a:lnTo>
                      <a:pt x="144" y="90"/>
                    </a:lnTo>
                    <a:lnTo>
                      <a:pt x="138" y="84"/>
                    </a:lnTo>
                    <a:lnTo>
                      <a:pt x="138" y="66"/>
                    </a:lnTo>
                    <a:lnTo>
                      <a:pt x="150" y="54"/>
                    </a:lnTo>
                    <a:lnTo>
                      <a:pt x="150" y="36"/>
                    </a:lnTo>
                    <a:lnTo>
                      <a:pt x="144" y="30"/>
                    </a:lnTo>
                    <a:lnTo>
                      <a:pt x="144" y="24"/>
                    </a:lnTo>
                    <a:lnTo>
                      <a:pt x="132" y="36"/>
                    </a:lnTo>
                    <a:lnTo>
                      <a:pt x="120" y="42"/>
                    </a:lnTo>
                    <a:lnTo>
                      <a:pt x="114" y="48"/>
                    </a:lnTo>
                    <a:lnTo>
                      <a:pt x="102" y="54"/>
                    </a:lnTo>
                    <a:lnTo>
                      <a:pt x="96" y="66"/>
                    </a:lnTo>
                    <a:lnTo>
                      <a:pt x="96" y="84"/>
                    </a:lnTo>
                    <a:lnTo>
                      <a:pt x="90" y="90"/>
                    </a:lnTo>
                    <a:lnTo>
                      <a:pt x="90" y="102"/>
                    </a:lnTo>
                    <a:lnTo>
                      <a:pt x="60" y="132"/>
                    </a:lnTo>
                    <a:lnTo>
                      <a:pt x="72" y="144"/>
                    </a:lnTo>
                    <a:lnTo>
                      <a:pt x="42" y="144"/>
                    </a:lnTo>
                    <a:lnTo>
                      <a:pt x="18" y="15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0" name="Montenegro" descr="© INSCALE GmbH, 05.05.2010&#10;http://www.presentationload.com/">
                <a:extLst>
                  <a:ext uri="{FF2B5EF4-FFF2-40B4-BE49-F238E27FC236}">
                    <a16:creationId xmlns:a16="http://schemas.microsoft.com/office/drawing/2014/main" id="{41602E57-5095-7B46-9EB4-CBDC40702D86}"/>
                  </a:ext>
                </a:extLst>
              </p:cNvPr>
              <p:cNvSpPr>
                <a:spLocks/>
              </p:cNvSpPr>
              <p:nvPr/>
            </p:nvSpPr>
            <p:spPr bwMode="gray">
              <a:xfrm>
                <a:off x="6250500" y="2665716"/>
                <a:ext cx="47666" cy="57528"/>
              </a:xfrm>
              <a:custGeom>
                <a:avLst/>
                <a:gdLst>
                  <a:gd name="T0" fmla="*/ 2147483647 w 114"/>
                  <a:gd name="T1" fmla="*/ 2147483647 h 138"/>
                  <a:gd name="T2" fmla="*/ 2147483647 w 114"/>
                  <a:gd name="T3" fmla="*/ 2147483647 h 138"/>
                  <a:gd name="T4" fmla="*/ 2147483647 w 114"/>
                  <a:gd name="T5" fmla="*/ 2147483647 h 138"/>
                  <a:gd name="T6" fmla="*/ 2147483647 w 114"/>
                  <a:gd name="T7" fmla="*/ 2147483647 h 138"/>
                  <a:gd name="T8" fmla="*/ 2147483647 w 114"/>
                  <a:gd name="T9" fmla="*/ 2147483647 h 138"/>
                  <a:gd name="T10" fmla="*/ 2147483647 w 114"/>
                  <a:gd name="T11" fmla="*/ 2147483647 h 138"/>
                  <a:gd name="T12" fmla="*/ 2147483647 w 114"/>
                  <a:gd name="T13" fmla="*/ 0 h 138"/>
                  <a:gd name="T14" fmla="*/ 2147483647 w 114"/>
                  <a:gd name="T15" fmla="*/ 0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0 w 114"/>
                  <a:gd name="T29" fmla="*/ 2147483647 h 138"/>
                  <a:gd name="T30" fmla="*/ 0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2147483647 h 138"/>
                  <a:gd name="T56" fmla="*/ 2147483647 w 114"/>
                  <a:gd name="T57" fmla="*/ 2147483647 h 138"/>
                  <a:gd name="T58" fmla="*/ 2147483647 w 114"/>
                  <a:gd name="T59" fmla="*/ 2147483647 h 138"/>
                  <a:gd name="T60" fmla="*/ 2147483647 w 114"/>
                  <a:gd name="T61" fmla="*/ 2147483647 h 138"/>
                  <a:gd name="T62" fmla="*/ 2147483647 w 114"/>
                  <a:gd name="T63" fmla="*/ 2147483647 h 138"/>
                  <a:gd name="T64" fmla="*/ 2147483647 w 114"/>
                  <a:gd name="T65" fmla="*/ 2147483647 h 138"/>
                  <a:gd name="T66" fmla="*/ 2147483647 w 114"/>
                  <a:gd name="T67" fmla="*/ 2147483647 h 138"/>
                  <a:gd name="T68" fmla="*/ 2147483647 w 114"/>
                  <a:gd name="T69" fmla="*/ 2147483647 h 138"/>
                  <a:gd name="T70" fmla="*/ 2147483647 w 114"/>
                  <a:gd name="T71" fmla="*/ 2147483647 h 1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38"/>
                  <a:gd name="T110" fmla="*/ 114 w 114"/>
                  <a:gd name="T111" fmla="*/ 138 h 1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38">
                    <a:moveTo>
                      <a:pt x="114" y="42"/>
                    </a:moveTo>
                    <a:lnTo>
                      <a:pt x="108" y="48"/>
                    </a:lnTo>
                    <a:lnTo>
                      <a:pt x="96" y="30"/>
                    </a:lnTo>
                    <a:lnTo>
                      <a:pt x="84" y="18"/>
                    </a:lnTo>
                    <a:lnTo>
                      <a:pt x="66" y="6"/>
                    </a:lnTo>
                    <a:lnTo>
                      <a:pt x="60" y="6"/>
                    </a:lnTo>
                    <a:lnTo>
                      <a:pt x="48" y="0"/>
                    </a:lnTo>
                    <a:lnTo>
                      <a:pt x="42" y="0"/>
                    </a:lnTo>
                    <a:lnTo>
                      <a:pt x="42" y="24"/>
                    </a:lnTo>
                    <a:lnTo>
                      <a:pt x="24" y="24"/>
                    </a:lnTo>
                    <a:lnTo>
                      <a:pt x="18" y="30"/>
                    </a:lnTo>
                    <a:lnTo>
                      <a:pt x="18" y="36"/>
                    </a:lnTo>
                    <a:lnTo>
                      <a:pt x="12" y="48"/>
                    </a:lnTo>
                    <a:lnTo>
                      <a:pt x="6" y="48"/>
                    </a:lnTo>
                    <a:lnTo>
                      <a:pt x="0" y="54"/>
                    </a:lnTo>
                    <a:lnTo>
                      <a:pt x="0" y="60"/>
                    </a:lnTo>
                    <a:lnTo>
                      <a:pt x="6" y="66"/>
                    </a:lnTo>
                    <a:lnTo>
                      <a:pt x="12" y="66"/>
                    </a:lnTo>
                    <a:lnTo>
                      <a:pt x="24" y="72"/>
                    </a:lnTo>
                    <a:lnTo>
                      <a:pt x="6" y="102"/>
                    </a:lnTo>
                    <a:lnTo>
                      <a:pt x="18" y="102"/>
                    </a:lnTo>
                    <a:lnTo>
                      <a:pt x="24" y="96"/>
                    </a:lnTo>
                    <a:lnTo>
                      <a:pt x="36" y="96"/>
                    </a:lnTo>
                    <a:lnTo>
                      <a:pt x="36" y="114"/>
                    </a:lnTo>
                    <a:lnTo>
                      <a:pt x="60" y="138"/>
                    </a:lnTo>
                    <a:lnTo>
                      <a:pt x="72" y="126"/>
                    </a:lnTo>
                    <a:lnTo>
                      <a:pt x="66" y="108"/>
                    </a:lnTo>
                    <a:lnTo>
                      <a:pt x="60" y="114"/>
                    </a:lnTo>
                    <a:lnTo>
                      <a:pt x="42" y="102"/>
                    </a:lnTo>
                    <a:lnTo>
                      <a:pt x="66" y="102"/>
                    </a:lnTo>
                    <a:lnTo>
                      <a:pt x="78" y="96"/>
                    </a:lnTo>
                    <a:lnTo>
                      <a:pt x="78" y="78"/>
                    </a:lnTo>
                    <a:lnTo>
                      <a:pt x="108" y="90"/>
                    </a:lnTo>
                    <a:lnTo>
                      <a:pt x="114" y="84"/>
                    </a:lnTo>
                    <a:lnTo>
                      <a:pt x="114" y="90"/>
                    </a:lnTo>
                    <a:lnTo>
                      <a:pt x="114"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1" name="Moldova" descr="© INSCALE GmbH, 05.05.2010&#10;http://www.presentationload.com/">
                <a:extLst>
                  <a:ext uri="{FF2B5EF4-FFF2-40B4-BE49-F238E27FC236}">
                    <a16:creationId xmlns:a16="http://schemas.microsoft.com/office/drawing/2014/main" id="{C4B6E996-D810-5D43-A650-B30F69FD8D71}"/>
                  </a:ext>
                </a:extLst>
              </p:cNvPr>
              <p:cNvSpPr>
                <a:spLocks/>
              </p:cNvSpPr>
              <p:nvPr/>
            </p:nvSpPr>
            <p:spPr bwMode="gray">
              <a:xfrm>
                <a:off x="6462530" y="2504637"/>
                <a:ext cx="90401" cy="100262"/>
              </a:xfrm>
              <a:custGeom>
                <a:avLst/>
                <a:gdLst>
                  <a:gd name="T0" fmla="*/ 2147483647 w 216"/>
                  <a:gd name="T1" fmla="*/ 2147483647 h 240"/>
                  <a:gd name="T2" fmla="*/ 2147483647 w 216"/>
                  <a:gd name="T3" fmla="*/ 2147483647 h 240"/>
                  <a:gd name="T4" fmla="*/ 2147483647 w 216"/>
                  <a:gd name="T5" fmla="*/ 2147483647 h 240"/>
                  <a:gd name="T6" fmla="*/ 2147483647 w 216"/>
                  <a:gd name="T7" fmla="*/ 2147483647 h 240"/>
                  <a:gd name="T8" fmla="*/ 2147483647 w 216"/>
                  <a:gd name="T9" fmla="*/ 2147483647 h 240"/>
                  <a:gd name="T10" fmla="*/ 2147483647 w 216"/>
                  <a:gd name="T11" fmla="*/ 2147483647 h 240"/>
                  <a:gd name="T12" fmla="*/ 2147483647 w 216"/>
                  <a:gd name="T13" fmla="*/ 2147483647 h 240"/>
                  <a:gd name="T14" fmla="*/ 2147483647 w 216"/>
                  <a:gd name="T15" fmla="*/ 2147483647 h 240"/>
                  <a:gd name="T16" fmla="*/ 2147483647 w 216"/>
                  <a:gd name="T17" fmla="*/ 2147483647 h 240"/>
                  <a:gd name="T18" fmla="*/ 2147483647 w 216"/>
                  <a:gd name="T19" fmla="*/ 2147483647 h 240"/>
                  <a:gd name="T20" fmla="*/ 2147483647 w 216"/>
                  <a:gd name="T21" fmla="*/ 2147483647 h 240"/>
                  <a:gd name="T22" fmla="*/ 2147483647 w 216"/>
                  <a:gd name="T23" fmla="*/ 2147483647 h 240"/>
                  <a:gd name="T24" fmla="*/ 2147483647 w 216"/>
                  <a:gd name="T25" fmla="*/ 2147483647 h 240"/>
                  <a:gd name="T26" fmla="*/ 2147483647 w 216"/>
                  <a:gd name="T27" fmla="*/ 2147483647 h 240"/>
                  <a:gd name="T28" fmla="*/ 2147483647 w 216"/>
                  <a:gd name="T29" fmla="*/ 2147483647 h 240"/>
                  <a:gd name="T30" fmla="*/ 2147483647 w 216"/>
                  <a:gd name="T31" fmla="*/ 2147483647 h 240"/>
                  <a:gd name="T32" fmla="*/ 2147483647 w 216"/>
                  <a:gd name="T33" fmla="*/ 2147483647 h 240"/>
                  <a:gd name="T34" fmla="*/ 2147483647 w 216"/>
                  <a:gd name="T35" fmla="*/ 2147483647 h 240"/>
                  <a:gd name="T36" fmla="*/ 2147483647 w 216"/>
                  <a:gd name="T37" fmla="*/ 2147483647 h 240"/>
                  <a:gd name="T38" fmla="*/ 2147483647 w 216"/>
                  <a:gd name="T39" fmla="*/ 2147483647 h 240"/>
                  <a:gd name="T40" fmla="*/ 2147483647 w 216"/>
                  <a:gd name="T41" fmla="*/ 2147483647 h 240"/>
                  <a:gd name="T42" fmla="*/ 2147483647 w 216"/>
                  <a:gd name="T43" fmla="*/ 2147483647 h 240"/>
                  <a:gd name="T44" fmla="*/ 2147483647 w 216"/>
                  <a:gd name="T45" fmla="*/ 2147483647 h 240"/>
                  <a:gd name="T46" fmla="*/ 2147483647 w 216"/>
                  <a:gd name="T47" fmla="*/ 2147483647 h 240"/>
                  <a:gd name="T48" fmla="*/ 2147483647 w 216"/>
                  <a:gd name="T49" fmla="*/ 2147483647 h 240"/>
                  <a:gd name="T50" fmla="*/ 2147483647 w 216"/>
                  <a:gd name="T51" fmla="*/ 2147483647 h 240"/>
                  <a:gd name="T52" fmla="*/ 2147483647 w 216"/>
                  <a:gd name="T53" fmla="*/ 2147483647 h 240"/>
                  <a:gd name="T54" fmla="*/ 2147483647 w 216"/>
                  <a:gd name="T55" fmla="*/ 2147483647 h 240"/>
                  <a:gd name="T56" fmla="*/ 2147483647 w 216"/>
                  <a:gd name="T57" fmla="*/ 2147483647 h 240"/>
                  <a:gd name="T58" fmla="*/ 2147483647 w 216"/>
                  <a:gd name="T59" fmla="*/ 2147483647 h 240"/>
                  <a:gd name="T60" fmla="*/ 2147483647 w 216"/>
                  <a:gd name="T61" fmla="*/ 0 h 240"/>
                  <a:gd name="T62" fmla="*/ 2147483647 w 216"/>
                  <a:gd name="T63" fmla="*/ 2147483647 h 240"/>
                  <a:gd name="T64" fmla="*/ 2147483647 w 216"/>
                  <a:gd name="T65" fmla="*/ 2147483647 h 240"/>
                  <a:gd name="T66" fmla="*/ 2147483647 w 216"/>
                  <a:gd name="T67" fmla="*/ 2147483647 h 2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240"/>
                  <a:gd name="T104" fmla="*/ 216 w 216"/>
                  <a:gd name="T105" fmla="*/ 240 h 2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240">
                    <a:moveTo>
                      <a:pt x="0" y="18"/>
                    </a:moveTo>
                    <a:lnTo>
                      <a:pt x="18" y="24"/>
                    </a:lnTo>
                    <a:lnTo>
                      <a:pt x="24" y="30"/>
                    </a:lnTo>
                    <a:lnTo>
                      <a:pt x="30" y="42"/>
                    </a:lnTo>
                    <a:lnTo>
                      <a:pt x="36" y="48"/>
                    </a:lnTo>
                    <a:lnTo>
                      <a:pt x="36" y="60"/>
                    </a:lnTo>
                    <a:lnTo>
                      <a:pt x="60" y="72"/>
                    </a:lnTo>
                    <a:lnTo>
                      <a:pt x="66" y="96"/>
                    </a:lnTo>
                    <a:lnTo>
                      <a:pt x="78" y="96"/>
                    </a:lnTo>
                    <a:lnTo>
                      <a:pt x="84" y="114"/>
                    </a:lnTo>
                    <a:lnTo>
                      <a:pt x="102" y="114"/>
                    </a:lnTo>
                    <a:lnTo>
                      <a:pt x="108" y="120"/>
                    </a:lnTo>
                    <a:lnTo>
                      <a:pt x="108" y="162"/>
                    </a:lnTo>
                    <a:lnTo>
                      <a:pt x="114" y="162"/>
                    </a:lnTo>
                    <a:lnTo>
                      <a:pt x="108" y="168"/>
                    </a:lnTo>
                    <a:lnTo>
                      <a:pt x="108" y="180"/>
                    </a:lnTo>
                    <a:lnTo>
                      <a:pt x="102" y="186"/>
                    </a:lnTo>
                    <a:lnTo>
                      <a:pt x="102" y="198"/>
                    </a:lnTo>
                    <a:lnTo>
                      <a:pt x="108" y="210"/>
                    </a:lnTo>
                    <a:lnTo>
                      <a:pt x="114" y="216"/>
                    </a:lnTo>
                    <a:lnTo>
                      <a:pt x="114" y="240"/>
                    </a:lnTo>
                    <a:lnTo>
                      <a:pt x="138" y="234"/>
                    </a:lnTo>
                    <a:lnTo>
                      <a:pt x="138" y="222"/>
                    </a:lnTo>
                    <a:lnTo>
                      <a:pt x="132" y="216"/>
                    </a:lnTo>
                    <a:lnTo>
                      <a:pt x="132" y="204"/>
                    </a:lnTo>
                    <a:lnTo>
                      <a:pt x="138" y="204"/>
                    </a:lnTo>
                    <a:lnTo>
                      <a:pt x="150" y="198"/>
                    </a:lnTo>
                    <a:lnTo>
                      <a:pt x="156" y="192"/>
                    </a:lnTo>
                    <a:lnTo>
                      <a:pt x="174" y="180"/>
                    </a:lnTo>
                    <a:lnTo>
                      <a:pt x="168" y="174"/>
                    </a:lnTo>
                    <a:lnTo>
                      <a:pt x="156" y="168"/>
                    </a:lnTo>
                    <a:lnTo>
                      <a:pt x="150" y="168"/>
                    </a:lnTo>
                    <a:lnTo>
                      <a:pt x="150" y="162"/>
                    </a:lnTo>
                    <a:lnTo>
                      <a:pt x="156" y="156"/>
                    </a:lnTo>
                    <a:lnTo>
                      <a:pt x="174" y="156"/>
                    </a:lnTo>
                    <a:lnTo>
                      <a:pt x="180" y="162"/>
                    </a:lnTo>
                    <a:lnTo>
                      <a:pt x="198" y="162"/>
                    </a:lnTo>
                    <a:lnTo>
                      <a:pt x="210" y="156"/>
                    </a:lnTo>
                    <a:lnTo>
                      <a:pt x="216" y="156"/>
                    </a:lnTo>
                    <a:lnTo>
                      <a:pt x="216" y="126"/>
                    </a:lnTo>
                    <a:lnTo>
                      <a:pt x="210" y="120"/>
                    </a:lnTo>
                    <a:lnTo>
                      <a:pt x="198" y="120"/>
                    </a:lnTo>
                    <a:lnTo>
                      <a:pt x="192" y="114"/>
                    </a:lnTo>
                    <a:lnTo>
                      <a:pt x="180" y="114"/>
                    </a:lnTo>
                    <a:lnTo>
                      <a:pt x="180" y="96"/>
                    </a:lnTo>
                    <a:lnTo>
                      <a:pt x="186" y="90"/>
                    </a:lnTo>
                    <a:lnTo>
                      <a:pt x="180" y="84"/>
                    </a:lnTo>
                    <a:lnTo>
                      <a:pt x="174" y="84"/>
                    </a:lnTo>
                    <a:lnTo>
                      <a:pt x="162" y="90"/>
                    </a:lnTo>
                    <a:lnTo>
                      <a:pt x="162" y="66"/>
                    </a:lnTo>
                    <a:lnTo>
                      <a:pt x="168" y="60"/>
                    </a:lnTo>
                    <a:lnTo>
                      <a:pt x="162" y="48"/>
                    </a:lnTo>
                    <a:lnTo>
                      <a:pt x="156" y="42"/>
                    </a:lnTo>
                    <a:lnTo>
                      <a:pt x="144" y="36"/>
                    </a:lnTo>
                    <a:lnTo>
                      <a:pt x="126" y="36"/>
                    </a:lnTo>
                    <a:lnTo>
                      <a:pt x="126" y="24"/>
                    </a:lnTo>
                    <a:lnTo>
                      <a:pt x="120" y="18"/>
                    </a:lnTo>
                    <a:lnTo>
                      <a:pt x="78" y="18"/>
                    </a:lnTo>
                    <a:lnTo>
                      <a:pt x="78" y="12"/>
                    </a:lnTo>
                    <a:lnTo>
                      <a:pt x="72" y="12"/>
                    </a:lnTo>
                    <a:lnTo>
                      <a:pt x="60" y="0"/>
                    </a:lnTo>
                    <a:lnTo>
                      <a:pt x="54" y="0"/>
                    </a:lnTo>
                    <a:lnTo>
                      <a:pt x="42" y="6"/>
                    </a:lnTo>
                    <a:lnTo>
                      <a:pt x="36" y="6"/>
                    </a:lnTo>
                    <a:lnTo>
                      <a:pt x="36" y="12"/>
                    </a:lnTo>
                    <a:lnTo>
                      <a:pt x="24" y="12"/>
                    </a:lnTo>
                    <a:lnTo>
                      <a:pt x="12" y="6"/>
                    </a:lnTo>
                    <a:lnTo>
                      <a:pt x="6" y="6"/>
                    </a:lnTo>
                    <a:lnTo>
                      <a:pt x="0"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2" name="Malta" descr="© INSCALE GmbH, 05.05.2010&#10;http://www.presentationload.com/">
                <a:extLst>
                  <a:ext uri="{FF2B5EF4-FFF2-40B4-BE49-F238E27FC236}">
                    <a16:creationId xmlns:a16="http://schemas.microsoft.com/office/drawing/2014/main" id="{7C6C9138-AD91-3C43-B3A2-740010BE940B}"/>
                  </a:ext>
                </a:extLst>
              </p:cNvPr>
              <p:cNvSpPr>
                <a:spLocks/>
              </p:cNvSpPr>
              <p:nvPr/>
            </p:nvSpPr>
            <p:spPr bwMode="gray">
              <a:xfrm>
                <a:off x="6138733" y="2915548"/>
                <a:ext cx="13149" cy="11506"/>
              </a:xfrm>
              <a:custGeom>
                <a:avLst/>
                <a:gdLst>
                  <a:gd name="T0" fmla="*/ 2147483647 w 30"/>
                  <a:gd name="T1" fmla="*/ 2147483647 h 30"/>
                  <a:gd name="T2" fmla="*/ 2147483647 w 30"/>
                  <a:gd name="T3" fmla="*/ 2147483647 h 30"/>
                  <a:gd name="T4" fmla="*/ 2147483647 w 30"/>
                  <a:gd name="T5" fmla="*/ 2147483647 h 30"/>
                  <a:gd name="T6" fmla="*/ 2147483647 w 30"/>
                  <a:gd name="T7" fmla="*/ 0 h 30"/>
                  <a:gd name="T8" fmla="*/ 2147483647 w 30"/>
                  <a:gd name="T9" fmla="*/ 0 h 30"/>
                  <a:gd name="T10" fmla="*/ 0 w 30"/>
                  <a:gd name="T11" fmla="*/ 2147483647 h 30"/>
                  <a:gd name="T12" fmla="*/ 0 w 30"/>
                  <a:gd name="T13" fmla="*/ 2147483647 h 30"/>
                  <a:gd name="T14" fmla="*/ 2147483647 w 30"/>
                  <a:gd name="T15" fmla="*/ 2147483647 h 30"/>
                  <a:gd name="T16" fmla="*/ 2147483647 w 30"/>
                  <a:gd name="T17" fmla="*/ 2147483647 h 30"/>
                  <a:gd name="T18" fmla="*/ 2147483647 w 30"/>
                  <a:gd name="T19" fmla="*/ 2147483647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4" y="30"/>
                    </a:moveTo>
                    <a:lnTo>
                      <a:pt x="30" y="24"/>
                    </a:lnTo>
                    <a:lnTo>
                      <a:pt x="30" y="12"/>
                    </a:lnTo>
                    <a:lnTo>
                      <a:pt x="18" y="0"/>
                    </a:lnTo>
                    <a:lnTo>
                      <a:pt x="6" y="0"/>
                    </a:lnTo>
                    <a:lnTo>
                      <a:pt x="0" y="6"/>
                    </a:lnTo>
                    <a:lnTo>
                      <a:pt x="0" y="18"/>
                    </a:lnTo>
                    <a:lnTo>
                      <a:pt x="6" y="24"/>
                    </a:lnTo>
                    <a:lnTo>
                      <a:pt x="18" y="30"/>
                    </a:lnTo>
                    <a:lnTo>
                      <a:pt x="24" y="3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3" name="Macedonia" descr="© INSCALE GmbH, 05.05.2010&#10;http://www.presentationload.com/">
                <a:extLst>
                  <a:ext uri="{FF2B5EF4-FFF2-40B4-BE49-F238E27FC236}">
                    <a16:creationId xmlns:a16="http://schemas.microsoft.com/office/drawing/2014/main" id="{E7D26578-A51F-874F-B158-592C4DE5AB8C}"/>
                  </a:ext>
                </a:extLst>
              </p:cNvPr>
              <p:cNvSpPr>
                <a:spLocks/>
              </p:cNvSpPr>
              <p:nvPr/>
            </p:nvSpPr>
            <p:spPr bwMode="gray">
              <a:xfrm>
                <a:off x="6309671" y="2705163"/>
                <a:ext cx="69033" cy="54241"/>
              </a:xfrm>
              <a:custGeom>
                <a:avLst/>
                <a:gdLst>
                  <a:gd name="T0" fmla="*/ 2147483647 w 162"/>
                  <a:gd name="T1" fmla="*/ 2147483647 h 126"/>
                  <a:gd name="T2" fmla="*/ 2147483647 w 162"/>
                  <a:gd name="T3" fmla="*/ 2147483647 h 126"/>
                  <a:gd name="T4" fmla="*/ 2147483647 w 162"/>
                  <a:gd name="T5" fmla="*/ 2147483647 h 126"/>
                  <a:gd name="T6" fmla="*/ 2147483647 w 162"/>
                  <a:gd name="T7" fmla="*/ 2147483647 h 126"/>
                  <a:gd name="T8" fmla="*/ 2147483647 w 162"/>
                  <a:gd name="T9" fmla="*/ 0 h 126"/>
                  <a:gd name="T10" fmla="*/ 2147483647 w 162"/>
                  <a:gd name="T11" fmla="*/ 2147483647 h 126"/>
                  <a:gd name="T12" fmla="*/ 2147483647 w 162"/>
                  <a:gd name="T13" fmla="*/ 2147483647 h 126"/>
                  <a:gd name="T14" fmla="*/ 2147483647 w 162"/>
                  <a:gd name="T15" fmla="*/ 2147483647 h 126"/>
                  <a:gd name="T16" fmla="*/ 2147483647 w 162"/>
                  <a:gd name="T17" fmla="*/ 2147483647 h 126"/>
                  <a:gd name="T18" fmla="*/ 2147483647 w 162"/>
                  <a:gd name="T19" fmla="*/ 2147483647 h 126"/>
                  <a:gd name="T20" fmla="*/ 2147483647 w 162"/>
                  <a:gd name="T21" fmla="*/ 2147483647 h 126"/>
                  <a:gd name="T22" fmla="*/ 0 w 162"/>
                  <a:gd name="T23" fmla="*/ 2147483647 h 126"/>
                  <a:gd name="T24" fmla="*/ 0 w 162"/>
                  <a:gd name="T25" fmla="*/ 2147483647 h 126"/>
                  <a:gd name="T26" fmla="*/ 2147483647 w 162"/>
                  <a:gd name="T27" fmla="*/ 2147483647 h 126"/>
                  <a:gd name="T28" fmla="*/ 2147483647 w 162"/>
                  <a:gd name="T29" fmla="*/ 2147483647 h 126"/>
                  <a:gd name="T30" fmla="*/ 2147483647 w 162"/>
                  <a:gd name="T31" fmla="*/ 2147483647 h 126"/>
                  <a:gd name="T32" fmla="*/ 2147483647 w 162"/>
                  <a:gd name="T33" fmla="*/ 2147483647 h 126"/>
                  <a:gd name="T34" fmla="*/ 2147483647 w 162"/>
                  <a:gd name="T35" fmla="*/ 2147483647 h 126"/>
                  <a:gd name="T36" fmla="*/ 2147483647 w 162"/>
                  <a:gd name="T37" fmla="*/ 2147483647 h 126"/>
                  <a:gd name="T38" fmla="*/ 2147483647 w 162"/>
                  <a:gd name="T39" fmla="*/ 2147483647 h 126"/>
                  <a:gd name="T40" fmla="*/ 2147483647 w 162"/>
                  <a:gd name="T41" fmla="*/ 2147483647 h 126"/>
                  <a:gd name="T42" fmla="*/ 2147483647 w 162"/>
                  <a:gd name="T43" fmla="*/ 2147483647 h 126"/>
                  <a:gd name="T44" fmla="*/ 2147483647 w 162"/>
                  <a:gd name="T45" fmla="*/ 2147483647 h 126"/>
                  <a:gd name="T46" fmla="*/ 2147483647 w 162"/>
                  <a:gd name="T47" fmla="*/ 2147483647 h 126"/>
                  <a:gd name="T48" fmla="*/ 2147483647 w 162"/>
                  <a:gd name="T49" fmla="*/ 2147483647 h 126"/>
                  <a:gd name="T50" fmla="*/ 2147483647 w 162"/>
                  <a:gd name="T51" fmla="*/ 2147483647 h 126"/>
                  <a:gd name="T52" fmla="*/ 2147483647 w 162"/>
                  <a:gd name="T53" fmla="*/ 2147483647 h 126"/>
                  <a:gd name="T54" fmla="*/ 2147483647 w 162"/>
                  <a:gd name="T55" fmla="*/ 2147483647 h 126"/>
                  <a:gd name="T56" fmla="*/ 2147483647 w 162"/>
                  <a:gd name="T57" fmla="*/ 2147483647 h 126"/>
                  <a:gd name="T58" fmla="*/ 2147483647 w 162"/>
                  <a:gd name="T59" fmla="*/ 2147483647 h 126"/>
                  <a:gd name="T60" fmla="*/ 2147483647 w 162"/>
                  <a:gd name="T61" fmla="*/ 2147483647 h 126"/>
                  <a:gd name="T62" fmla="*/ 2147483647 w 162"/>
                  <a:gd name="T63" fmla="*/ 2147483647 h 126"/>
                  <a:gd name="T64" fmla="*/ 2147483647 w 162"/>
                  <a:gd name="T65" fmla="*/ 2147483647 h 1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26"/>
                  <a:gd name="T101" fmla="*/ 162 w 162"/>
                  <a:gd name="T102" fmla="*/ 126 h 1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26">
                    <a:moveTo>
                      <a:pt x="150" y="42"/>
                    </a:moveTo>
                    <a:lnTo>
                      <a:pt x="132" y="30"/>
                    </a:lnTo>
                    <a:lnTo>
                      <a:pt x="132" y="18"/>
                    </a:lnTo>
                    <a:lnTo>
                      <a:pt x="126" y="18"/>
                    </a:lnTo>
                    <a:lnTo>
                      <a:pt x="114" y="0"/>
                    </a:lnTo>
                    <a:lnTo>
                      <a:pt x="72" y="6"/>
                    </a:lnTo>
                    <a:lnTo>
                      <a:pt x="66" y="12"/>
                    </a:lnTo>
                    <a:lnTo>
                      <a:pt x="48" y="12"/>
                    </a:lnTo>
                    <a:lnTo>
                      <a:pt x="48" y="24"/>
                    </a:lnTo>
                    <a:lnTo>
                      <a:pt x="24" y="24"/>
                    </a:lnTo>
                    <a:lnTo>
                      <a:pt x="18" y="36"/>
                    </a:lnTo>
                    <a:lnTo>
                      <a:pt x="0" y="42"/>
                    </a:lnTo>
                    <a:lnTo>
                      <a:pt x="0" y="66"/>
                    </a:lnTo>
                    <a:lnTo>
                      <a:pt x="6" y="78"/>
                    </a:lnTo>
                    <a:lnTo>
                      <a:pt x="6" y="102"/>
                    </a:lnTo>
                    <a:lnTo>
                      <a:pt x="12" y="108"/>
                    </a:lnTo>
                    <a:lnTo>
                      <a:pt x="18" y="108"/>
                    </a:lnTo>
                    <a:lnTo>
                      <a:pt x="18" y="126"/>
                    </a:lnTo>
                    <a:lnTo>
                      <a:pt x="42" y="120"/>
                    </a:lnTo>
                    <a:lnTo>
                      <a:pt x="42" y="126"/>
                    </a:lnTo>
                    <a:lnTo>
                      <a:pt x="54" y="120"/>
                    </a:lnTo>
                    <a:lnTo>
                      <a:pt x="60" y="120"/>
                    </a:lnTo>
                    <a:lnTo>
                      <a:pt x="66" y="126"/>
                    </a:lnTo>
                    <a:lnTo>
                      <a:pt x="90" y="126"/>
                    </a:lnTo>
                    <a:lnTo>
                      <a:pt x="96" y="114"/>
                    </a:lnTo>
                    <a:lnTo>
                      <a:pt x="96" y="108"/>
                    </a:lnTo>
                    <a:lnTo>
                      <a:pt x="120" y="108"/>
                    </a:lnTo>
                    <a:lnTo>
                      <a:pt x="132" y="102"/>
                    </a:lnTo>
                    <a:lnTo>
                      <a:pt x="156" y="78"/>
                    </a:lnTo>
                    <a:lnTo>
                      <a:pt x="162" y="66"/>
                    </a:lnTo>
                    <a:lnTo>
                      <a:pt x="162" y="60"/>
                    </a:lnTo>
                    <a:lnTo>
                      <a:pt x="156" y="48"/>
                    </a:lnTo>
                    <a:lnTo>
                      <a:pt x="150"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4" name="Luxembourg" descr="© INSCALE GmbH, 05.05.2010&#10;http://www.presentationload.com/">
                <a:extLst>
                  <a:ext uri="{FF2B5EF4-FFF2-40B4-BE49-F238E27FC236}">
                    <a16:creationId xmlns:a16="http://schemas.microsoft.com/office/drawing/2014/main" id="{C5C08330-487F-1B4B-8B52-1869EF4AE934}"/>
                  </a:ext>
                </a:extLst>
              </p:cNvPr>
              <p:cNvSpPr>
                <a:spLocks/>
              </p:cNvSpPr>
              <p:nvPr/>
            </p:nvSpPr>
            <p:spPr bwMode="gray">
              <a:xfrm>
                <a:off x="5910269" y="2450399"/>
                <a:ext cx="21367" cy="18081"/>
              </a:xfrm>
              <a:custGeom>
                <a:avLst/>
                <a:gdLst>
                  <a:gd name="T0" fmla="*/ 2147483647 w 54"/>
                  <a:gd name="T1" fmla="*/ 2147483647 h 42"/>
                  <a:gd name="T2" fmla="*/ 2147483647 w 54"/>
                  <a:gd name="T3" fmla="*/ 2147483647 h 42"/>
                  <a:gd name="T4" fmla="*/ 2147483647 w 54"/>
                  <a:gd name="T5" fmla="*/ 2147483647 h 42"/>
                  <a:gd name="T6" fmla="*/ 2147483647 w 54"/>
                  <a:gd name="T7" fmla="*/ 2147483647 h 42"/>
                  <a:gd name="T8" fmla="*/ 2147483647 w 54"/>
                  <a:gd name="T9" fmla="*/ 2147483647 h 42"/>
                  <a:gd name="T10" fmla="*/ 2147483647 w 54"/>
                  <a:gd name="T11" fmla="*/ 2147483647 h 42"/>
                  <a:gd name="T12" fmla="*/ 2147483647 w 54"/>
                  <a:gd name="T13" fmla="*/ 2147483647 h 42"/>
                  <a:gd name="T14" fmla="*/ 2147483647 w 54"/>
                  <a:gd name="T15" fmla="*/ 2147483647 h 42"/>
                  <a:gd name="T16" fmla="*/ 2147483647 w 54"/>
                  <a:gd name="T17" fmla="*/ 0 h 42"/>
                  <a:gd name="T18" fmla="*/ 2147483647 w 54"/>
                  <a:gd name="T19" fmla="*/ 0 h 42"/>
                  <a:gd name="T20" fmla="*/ 2147483647 w 54"/>
                  <a:gd name="T21" fmla="*/ 2147483647 h 42"/>
                  <a:gd name="T22" fmla="*/ 2147483647 w 54"/>
                  <a:gd name="T23" fmla="*/ 2147483647 h 42"/>
                  <a:gd name="T24" fmla="*/ 0 w 54"/>
                  <a:gd name="T25" fmla="*/ 2147483647 h 42"/>
                  <a:gd name="T26" fmla="*/ 0 w 54"/>
                  <a:gd name="T27" fmla="*/ 2147483647 h 42"/>
                  <a:gd name="T28" fmla="*/ 2147483647 w 54"/>
                  <a:gd name="T29" fmla="*/ 2147483647 h 42"/>
                  <a:gd name="T30" fmla="*/ 2147483647 w 54"/>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
                  <a:gd name="T49" fmla="*/ 0 h 42"/>
                  <a:gd name="T50" fmla="*/ 54 w 54"/>
                  <a:gd name="T51" fmla="*/ 42 h 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 h="42">
                    <a:moveTo>
                      <a:pt x="18" y="42"/>
                    </a:moveTo>
                    <a:lnTo>
                      <a:pt x="30" y="36"/>
                    </a:lnTo>
                    <a:lnTo>
                      <a:pt x="48" y="42"/>
                    </a:lnTo>
                    <a:lnTo>
                      <a:pt x="54" y="36"/>
                    </a:lnTo>
                    <a:lnTo>
                      <a:pt x="54" y="24"/>
                    </a:lnTo>
                    <a:lnTo>
                      <a:pt x="42" y="18"/>
                    </a:lnTo>
                    <a:lnTo>
                      <a:pt x="36" y="18"/>
                    </a:lnTo>
                    <a:lnTo>
                      <a:pt x="30" y="12"/>
                    </a:lnTo>
                    <a:lnTo>
                      <a:pt x="30" y="0"/>
                    </a:lnTo>
                    <a:lnTo>
                      <a:pt x="24" y="0"/>
                    </a:lnTo>
                    <a:lnTo>
                      <a:pt x="18" y="6"/>
                    </a:lnTo>
                    <a:lnTo>
                      <a:pt x="6" y="12"/>
                    </a:lnTo>
                    <a:lnTo>
                      <a:pt x="0" y="12"/>
                    </a:lnTo>
                    <a:lnTo>
                      <a:pt x="0" y="18"/>
                    </a:lnTo>
                    <a:lnTo>
                      <a:pt x="12" y="30"/>
                    </a:lnTo>
                    <a:lnTo>
                      <a:pt x="18"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5" name="Lithuania" descr="© INSCALE GmbH, 05.05.2010&#10;http://www.presentationload.com/">
                <a:extLst>
                  <a:ext uri="{FF2B5EF4-FFF2-40B4-BE49-F238E27FC236}">
                    <a16:creationId xmlns:a16="http://schemas.microsoft.com/office/drawing/2014/main" id="{87C43DAC-5783-5B49-8376-C43F802C59BE}"/>
                  </a:ext>
                </a:extLst>
              </p:cNvPr>
              <p:cNvSpPr>
                <a:spLocks/>
              </p:cNvSpPr>
              <p:nvPr/>
            </p:nvSpPr>
            <p:spPr bwMode="gray">
              <a:xfrm>
                <a:off x="6298168" y="2244945"/>
                <a:ext cx="142997" cy="82182"/>
              </a:xfrm>
              <a:custGeom>
                <a:avLst/>
                <a:gdLst>
                  <a:gd name="T0" fmla="*/ 2147483647 w 342"/>
                  <a:gd name="T1" fmla="*/ 2147483647 h 198"/>
                  <a:gd name="T2" fmla="*/ 2147483647 w 342"/>
                  <a:gd name="T3" fmla="*/ 2147483647 h 198"/>
                  <a:gd name="T4" fmla="*/ 2147483647 w 342"/>
                  <a:gd name="T5" fmla="*/ 2147483647 h 198"/>
                  <a:gd name="T6" fmla="*/ 2147483647 w 342"/>
                  <a:gd name="T7" fmla="*/ 2147483647 h 198"/>
                  <a:gd name="T8" fmla="*/ 2147483647 w 342"/>
                  <a:gd name="T9" fmla="*/ 2147483647 h 198"/>
                  <a:gd name="T10" fmla="*/ 2147483647 w 342"/>
                  <a:gd name="T11" fmla="*/ 2147483647 h 198"/>
                  <a:gd name="T12" fmla="*/ 2147483647 w 342"/>
                  <a:gd name="T13" fmla="*/ 2147483647 h 198"/>
                  <a:gd name="T14" fmla="*/ 2147483647 w 342"/>
                  <a:gd name="T15" fmla="*/ 2147483647 h 198"/>
                  <a:gd name="T16" fmla="*/ 2147483647 w 342"/>
                  <a:gd name="T17" fmla="*/ 2147483647 h 198"/>
                  <a:gd name="T18" fmla="*/ 2147483647 w 342"/>
                  <a:gd name="T19" fmla="*/ 2147483647 h 198"/>
                  <a:gd name="T20" fmla="*/ 2147483647 w 342"/>
                  <a:gd name="T21" fmla="*/ 2147483647 h 198"/>
                  <a:gd name="T22" fmla="*/ 2147483647 w 342"/>
                  <a:gd name="T23" fmla="*/ 2147483647 h 198"/>
                  <a:gd name="T24" fmla="*/ 2147483647 w 342"/>
                  <a:gd name="T25" fmla="*/ 0 h 198"/>
                  <a:gd name="T26" fmla="*/ 2147483647 w 342"/>
                  <a:gd name="T27" fmla="*/ 2147483647 h 198"/>
                  <a:gd name="T28" fmla="*/ 0 w 342"/>
                  <a:gd name="T29" fmla="*/ 2147483647 h 198"/>
                  <a:gd name="T30" fmla="*/ 2147483647 w 342"/>
                  <a:gd name="T31" fmla="*/ 2147483647 h 198"/>
                  <a:gd name="T32" fmla="*/ 2147483647 w 342"/>
                  <a:gd name="T33" fmla="*/ 2147483647 h 198"/>
                  <a:gd name="T34" fmla="*/ 2147483647 w 342"/>
                  <a:gd name="T35" fmla="*/ 2147483647 h 198"/>
                  <a:gd name="T36" fmla="*/ 2147483647 w 342"/>
                  <a:gd name="T37" fmla="*/ 2147483647 h 198"/>
                  <a:gd name="T38" fmla="*/ 2147483647 w 342"/>
                  <a:gd name="T39" fmla="*/ 2147483647 h 198"/>
                  <a:gd name="T40" fmla="*/ 2147483647 w 342"/>
                  <a:gd name="T41" fmla="*/ 2147483647 h 198"/>
                  <a:gd name="T42" fmla="*/ 2147483647 w 342"/>
                  <a:gd name="T43" fmla="*/ 2147483647 h 198"/>
                  <a:gd name="T44" fmla="*/ 2147483647 w 342"/>
                  <a:gd name="T45" fmla="*/ 2147483647 h 198"/>
                  <a:gd name="T46" fmla="*/ 2147483647 w 342"/>
                  <a:gd name="T47" fmla="*/ 2147483647 h 198"/>
                  <a:gd name="T48" fmla="*/ 2147483647 w 342"/>
                  <a:gd name="T49" fmla="*/ 2147483647 h 198"/>
                  <a:gd name="T50" fmla="*/ 2147483647 w 342"/>
                  <a:gd name="T51" fmla="*/ 2147483647 h 198"/>
                  <a:gd name="T52" fmla="*/ 2147483647 w 342"/>
                  <a:gd name="T53" fmla="*/ 2147483647 h 198"/>
                  <a:gd name="T54" fmla="*/ 2147483647 w 342"/>
                  <a:gd name="T55" fmla="*/ 2147483647 h 198"/>
                  <a:gd name="T56" fmla="*/ 2147483647 w 342"/>
                  <a:gd name="T57" fmla="*/ 2147483647 h 198"/>
                  <a:gd name="T58" fmla="*/ 2147483647 w 342"/>
                  <a:gd name="T59" fmla="*/ 2147483647 h 198"/>
                  <a:gd name="T60" fmla="*/ 2147483647 w 342"/>
                  <a:gd name="T61" fmla="*/ 2147483647 h 198"/>
                  <a:gd name="T62" fmla="*/ 2147483647 w 342"/>
                  <a:gd name="T63" fmla="*/ 2147483647 h 198"/>
                  <a:gd name="T64" fmla="*/ 2147483647 w 342"/>
                  <a:gd name="T65" fmla="*/ 2147483647 h 198"/>
                  <a:gd name="T66" fmla="*/ 2147483647 w 342"/>
                  <a:gd name="T67" fmla="*/ 2147483647 h 198"/>
                  <a:gd name="T68" fmla="*/ 2147483647 w 342"/>
                  <a:gd name="T69" fmla="*/ 2147483647 h 198"/>
                  <a:gd name="T70" fmla="*/ 2147483647 w 342"/>
                  <a:gd name="T71" fmla="*/ 2147483647 h 198"/>
                  <a:gd name="T72" fmla="*/ 2147483647 w 342"/>
                  <a:gd name="T73" fmla="*/ 2147483647 h 198"/>
                  <a:gd name="T74" fmla="*/ 2147483647 w 342"/>
                  <a:gd name="T75" fmla="*/ 2147483647 h 198"/>
                  <a:gd name="T76" fmla="*/ 2147483647 w 342"/>
                  <a:gd name="T77" fmla="*/ 2147483647 h 198"/>
                  <a:gd name="T78" fmla="*/ 2147483647 w 342"/>
                  <a:gd name="T79" fmla="*/ 2147483647 h 198"/>
                  <a:gd name="T80" fmla="*/ 2147483647 w 342"/>
                  <a:gd name="T81" fmla="*/ 2147483647 h 198"/>
                  <a:gd name="T82" fmla="*/ 2147483647 w 342"/>
                  <a:gd name="T83" fmla="*/ 2147483647 h 198"/>
                  <a:gd name="T84" fmla="*/ 2147483647 w 342"/>
                  <a:gd name="T85" fmla="*/ 2147483647 h 1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2"/>
                  <a:gd name="T130" fmla="*/ 0 h 198"/>
                  <a:gd name="T131" fmla="*/ 342 w 342"/>
                  <a:gd name="T132" fmla="*/ 198 h 19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2" h="198">
                    <a:moveTo>
                      <a:pt x="330" y="60"/>
                    </a:moveTo>
                    <a:lnTo>
                      <a:pt x="312" y="54"/>
                    </a:lnTo>
                    <a:lnTo>
                      <a:pt x="294" y="42"/>
                    </a:lnTo>
                    <a:lnTo>
                      <a:pt x="282" y="30"/>
                    </a:lnTo>
                    <a:lnTo>
                      <a:pt x="276" y="30"/>
                    </a:lnTo>
                    <a:lnTo>
                      <a:pt x="264" y="24"/>
                    </a:lnTo>
                    <a:lnTo>
                      <a:pt x="234" y="24"/>
                    </a:lnTo>
                    <a:lnTo>
                      <a:pt x="228" y="12"/>
                    </a:lnTo>
                    <a:lnTo>
                      <a:pt x="222" y="6"/>
                    </a:lnTo>
                    <a:lnTo>
                      <a:pt x="210" y="6"/>
                    </a:lnTo>
                    <a:lnTo>
                      <a:pt x="198" y="18"/>
                    </a:lnTo>
                    <a:lnTo>
                      <a:pt x="180" y="18"/>
                    </a:lnTo>
                    <a:lnTo>
                      <a:pt x="174" y="12"/>
                    </a:lnTo>
                    <a:lnTo>
                      <a:pt x="162" y="12"/>
                    </a:lnTo>
                    <a:lnTo>
                      <a:pt x="156" y="18"/>
                    </a:lnTo>
                    <a:lnTo>
                      <a:pt x="150" y="18"/>
                    </a:lnTo>
                    <a:lnTo>
                      <a:pt x="144" y="12"/>
                    </a:lnTo>
                    <a:lnTo>
                      <a:pt x="138" y="12"/>
                    </a:lnTo>
                    <a:lnTo>
                      <a:pt x="126" y="6"/>
                    </a:lnTo>
                    <a:lnTo>
                      <a:pt x="120" y="6"/>
                    </a:lnTo>
                    <a:lnTo>
                      <a:pt x="114" y="12"/>
                    </a:lnTo>
                    <a:lnTo>
                      <a:pt x="108" y="12"/>
                    </a:lnTo>
                    <a:lnTo>
                      <a:pt x="102" y="6"/>
                    </a:lnTo>
                    <a:lnTo>
                      <a:pt x="96" y="6"/>
                    </a:lnTo>
                    <a:lnTo>
                      <a:pt x="90" y="0"/>
                    </a:lnTo>
                    <a:lnTo>
                      <a:pt x="72" y="0"/>
                    </a:lnTo>
                    <a:lnTo>
                      <a:pt x="60" y="12"/>
                    </a:lnTo>
                    <a:lnTo>
                      <a:pt x="18" y="12"/>
                    </a:lnTo>
                    <a:lnTo>
                      <a:pt x="6" y="18"/>
                    </a:lnTo>
                    <a:lnTo>
                      <a:pt x="0" y="18"/>
                    </a:lnTo>
                    <a:lnTo>
                      <a:pt x="0" y="60"/>
                    </a:lnTo>
                    <a:lnTo>
                      <a:pt x="12" y="84"/>
                    </a:lnTo>
                    <a:lnTo>
                      <a:pt x="18" y="90"/>
                    </a:lnTo>
                    <a:lnTo>
                      <a:pt x="18" y="96"/>
                    </a:lnTo>
                    <a:lnTo>
                      <a:pt x="30" y="96"/>
                    </a:lnTo>
                    <a:lnTo>
                      <a:pt x="30" y="102"/>
                    </a:lnTo>
                    <a:lnTo>
                      <a:pt x="42" y="102"/>
                    </a:lnTo>
                    <a:lnTo>
                      <a:pt x="48" y="108"/>
                    </a:lnTo>
                    <a:lnTo>
                      <a:pt x="72" y="108"/>
                    </a:lnTo>
                    <a:lnTo>
                      <a:pt x="84" y="102"/>
                    </a:lnTo>
                    <a:lnTo>
                      <a:pt x="102" y="102"/>
                    </a:lnTo>
                    <a:lnTo>
                      <a:pt x="108" y="114"/>
                    </a:lnTo>
                    <a:lnTo>
                      <a:pt x="108" y="132"/>
                    </a:lnTo>
                    <a:lnTo>
                      <a:pt x="96" y="144"/>
                    </a:lnTo>
                    <a:lnTo>
                      <a:pt x="102" y="162"/>
                    </a:lnTo>
                    <a:lnTo>
                      <a:pt x="120" y="162"/>
                    </a:lnTo>
                    <a:lnTo>
                      <a:pt x="138" y="168"/>
                    </a:lnTo>
                    <a:lnTo>
                      <a:pt x="144" y="168"/>
                    </a:lnTo>
                    <a:lnTo>
                      <a:pt x="156" y="174"/>
                    </a:lnTo>
                    <a:lnTo>
                      <a:pt x="156" y="198"/>
                    </a:lnTo>
                    <a:lnTo>
                      <a:pt x="162" y="198"/>
                    </a:lnTo>
                    <a:lnTo>
                      <a:pt x="168" y="192"/>
                    </a:lnTo>
                    <a:lnTo>
                      <a:pt x="180" y="192"/>
                    </a:lnTo>
                    <a:lnTo>
                      <a:pt x="192" y="186"/>
                    </a:lnTo>
                    <a:lnTo>
                      <a:pt x="198" y="186"/>
                    </a:lnTo>
                    <a:lnTo>
                      <a:pt x="204" y="192"/>
                    </a:lnTo>
                    <a:lnTo>
                      <a:pt x="204" y="198"/>
                    </a:lnTo>
                    <a:lnTo>
                      <a:pt x="234" y="198"/>
                    </a:lnTo>
                    <a:lnTo>
                      <a:pt x="234" y="180"/>
                    </a:lnTo>
                    <a:lnTo>
                      <a:pt x="246" y="192"/>
                    </a:lnTo>
                    <a:lnTo>
                      <a:pt x="252" y="180"/>
                    </a:lnTo>
                    <a:lnTo>
                      <a:pt x="258" y="174"/>
                    </a:lnTo>
                    <a:lnTo>
                      <a:pt x="270" y="168"/>
                    </a:lnTo>
                    <a:lnTo>
                      <a:pt x="288" y="168"/>
                    </a:lnTo>
                    <a:lnTo>
                      <a:pt x="288" y="174"/>
                    </a:lnTo>
                    <a:lnTo>
                      <a:pt x="282" y="180"/>
                    </a:lnTo>
                    <a:lnTo>
                      <a:pt x="294" y="180"/>
                    </a:lnTo>
                    <a:lnTo>
                      <a:pt x="294" y="174"/>
                    </a:lnTo>
                    <a:lnTo>
                      <a:pt x="288" y="168"/>
                    </a:lnTo>
                    <a:lnTo>
                      <a:pt x="288" y="156"/>
                    </a:lnTo>
                    <a:lnTo>
                      <a:pt x="282" y="150"/>
                    </a:lnTo>
                    <a:lnTo>
                      <a:pt x="282" y="144"/>
                    </a:lnTo>
                    <a:lnTo>
                      <a:pt x="294" y="144"/>
                    </a:lnTo>
                    <a:lnTo>
                      <a:pt x="294" y="138"/>
                    </a:lnTo>
                    <a:lnTo>
                      <a:pt x="288" y="126"/>
                    </a:lnTo>
                    <a:lnTo>
                      <a:pt x="288" y="120"/>
                    </a:lnTo>
                    <a:lnTo>
                      <a:pt x="294" y="114"/>
                    </a:lnTo>
                    <a:lnTo>
                      <a:pt x="312" y="114"/>
                    </a:lnTo>
                    <a:lnTo>
                      <a:pt x="306" y="96"/>
                    </a:lnTo>
                    <a:lnTo>
                      <a:pt x="312" y="96"/>
                    </a:lnTo>
                    <a:lnTo>
                      <a:pt x="318" y="102"/>
                    </a:lnTo>
                    <a:lnTo>
                      <a:pt x="336" y="102"/>
                    </a:lnTo>
                    <a:lnTo>
                      <a:pt x="342" y="96"/>
                    </a:lnTo>
                    <a:lnTo>
                      <a:pt x="324" y="78"/>
                    </a:lnTo>
                    <a:lnTo>
                      <a:pt x="324" y="72"/>
                    </a:lnTo>
                    <a:lnTo>
                      <a:pt x="330" y="66"/>
                    </a:lnTo>
                    <a:lnTo>
                      <a:pt x="330"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6" name="Liechtenstein" descr="© INSCALE GmbH, 05.05.2010&#10;http://www.presentationload.com/">
                <a:extLst>
                  <a:ext uri="{FF2B5EF4-FFF2-40B4-BE49-F238E27FC236}">
                    <a16:creationId xmlns:a16="http://schemas.microsoft.com/office/drawing/2014/main" id="{E8485444-1643-8142-AAEE-5A6A9A8C409D}"/>
                  </a:ext>
                </a:extLst>
              </p:cNvPr>
              <p:cNvSpPr>
                <a:spLocks/>
              </p:cNvSpPr>
              <p:nvPr/>
            </p:nvSpPr>
            <p:spPr bwMode="gray">
              <a:xfrm>
                <a:off x="6005599" y="2542442"/>
                <a:ext cx="6574" cy="9862"/>
              </a:xfrm>
              <a:custGeom>
                <a:avLst/>
                <a:gdLst>
                  <a:gd name="T0" fmla="*/ 2147483647 w 18"/>
                  <a:gd name="T1" fmla="*/ 0 h 24"/>
                  <a:gd name="T2" fmla="*/ 2147483647 w 18"/>
                  <a:gd name="T3" fmla="*/ 2147483647 h 24"/>
                  <a:gd name="T4" fmla="*/ 0 w 18"/>
                  <a:gd name="T5" fmla="*/ 2147483647 h 24"/>
                  <a:gd name="T6" fmla="*/ 0 w 18"/>
                  <a:gd name="T7" fmla="*/ 2147483647 h 24"/>
                  <a:gd name="T8" fmla="*/ 2147483647 w 18"/>
                  <a:gd name="T9" fmla="*/ 2147483647 h 24"/>
                  <a:gd name="T10" fmla="*/ 2147483647 w 18"/>
                  <a:gd name="T11" fmla="*/ 0 h 24"/>
                  <a:gd name="T12" fmla="*/ 2147483647 w 18"/>
                  <a:gd name="T13" fmla="*/ 0 h 24"/>
                  <a:gd name="T14" fmla="*/ 0 60000 65536"/>
                  <a:gd name="T15" fmla="*/ 0 60000 65536"/>
                  <a:gd name="T16" fmla="*/ 0 60000 65536"/>
                  <a:gd name="T17" fmla="*/ 0 60000 65536"/>
                  <a:gd name="T18" fmla="*/ 0 60000 65536"/>
                  <a:gd name="T19" fmla="*/ 0 60000 65536"/>
                  <a:gd name="T20" fmla="*/ 0 60000 65536"/>
                  <a:gd name="T21" fmla="*/ 0 w 18"/>
                  <a:gd name="T22" fmla="*/ 0 h 24"/>
                  <a:gd name="T23" fmla="*/ 18 w 1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24">
                    <a:moveTo>
                      <a:pt x="12" y="0"/>
                    </a:moveTo>
                    <a:lnTo>
                      <a:pt x="6" y="6"/>
                    </a:lnTo>
                    <a:lnTo>
                      <a:pt x="0" y="18"/>
                    </a:lnTo>
                    <a:lnTo>
                      <a:pt x="0" y="24"/>
                    </a:lnTo>
                    <a:lnTo>
                      <a:pt x="18" y="24"/>
                    </a:lnTo>
                    <a:lnTo>
                      <a:pt x="18" y="0"/>
                    </a:lnTo>
                    <a:lnTo>
                      <a:pt x="12"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7" name="Latvia" descr="© INSCALE GmbH, 05.05.2010&#10;http://www.presentationload.com/">
                <a:extLst>
                  <a:ext uri="{FF2B5EF4-FFF2-40B4-BE49-F238E27FC236}">
                    <a16:creationId xmlns:a16="http://schemas.microsoft.com/office/drawing/2014/main" id="{7A8B7642-A5EB-AA4D-BE53-B9AAE4FBF55C}"/>
                  </a:ext>
                </a:extLst>
              </p:cNvPr>
              <p:cNvSpPr>
                <a:spLocks/>
              </p:cNvSpPr>
              <p:nvPr/>
            </p:nvSpPr>
            <p:spPr bwMode="gray">
              <a:xfrm>
                <a:off x="6294880" y="2193990"/>
                <a:ext cx="179157" cy="75607"/>
              </a:xfrm>
              <a:custGeom>
                <a:avLst/>
                <a:gdLst>
                  <a:gd name="T0" fmla="*/ 2147483647 w 426"/>
                  <a:gd name="T1" fmla="*/ 2147483647 h 180"/>
                  <a:gd name="T2" fmla="*/ 2147483647 w 426"/>
                  <a:gd name="T3" fmla="*/ 2147483647 h 180"/>
                  <a:gd name="T4" fmla="*/ 2147483647 w 426"/>
                  <a:gd name="T5" fmla="*/ 2147483647 h 180"/>
                  <a:gd name="T6" fmla="*/ 2147483647 w 426"/>
                  <a:gd name="T7" fmla="*/ 2147483647 h 180"/>
                  <a:gd name="T8" fmla="*/ 2147483647 w 426"/>
                  <a:gd name="T9" fmla="*/ 2147483647 h 180"/>
                  <a:gd name="T10" fmla="*/ 2147483647 w 426"/>
                  <a:gd name="T11" fmla="*/ 2147483647 h 180"/>
                  <a:gd name="T12" fmla="*/ 2147483647 w 426"/>
                  <a:gd name="T13" fmla="*/ 2147483647 h 180"/>
                  <a:gd name="T14" fmla="*/ 2147483647 w 426"/>
                  <a:gd name="T15" fmla="*/ 2147483647 h 180"/>
                  <a:gd name="T16" fmla="*/ 2147483647 w 426"/>
                  <a:gd name="T17" fmla="*/ 2147483647 h 180"/>
                  <a:gd name="T18" fmla="*/ 2147483647 w 426"/>
                  <a:gd name="T19" fmla="*/ 2147483647 h 180"/>
                  <a:gd name="T20" fmla="*/ 2147483647 w 426"/>
                  <a:gd name="T21" fmla="*/ 2147483647 h 180"/>
                  <a:gd name="T22" fmla="*/ 2147483647 w 426"/>
                  <a:gd name="T23" fmla="*/ 2147483647 h 180"/>
                  <a:gd name="T24" fmla="*/ 2147483647 w 426"/>
                  <a:gd name="T25" fmla="*/ 2147483647 h 180"/>
                  <a:gd name="T26" fmla="*/ 2147483647 w 426"/>
                  <a:gd name="T27" fmla="*/ 2147483647 h 180"/>
                  <a:gd name="T28" fmla="*/ 2147483647 w 426"/>
                  <a:gd name="T29" fmla="*/ 2147483647 h 180"/>
                  <a:gd name="T30" fmla="*/ 2147483647 w 426"/>
                  <a:gd name="T31" fmla="*/ 2147483647 h 180"/>
                  <a:gd name="T32" fmla="*/ 2147483647 w 426"/>
                  <a:gd name="T33" fmla="*/ 2147483647 h 180"/>
                  <a:gd name="T34" fmla="*/ 2147483647 w 426"/>
                  <a:gd name="T35" fmla="*/ 2147483647 h 180"/>
                  <a:gd name="T36" fmla="*/ 2147483647 w 426"/>
                  <a:gd name="T37" fmla="*/ 2147483647 h 180"/>
                  <a:gd name="T38" fmla="*/ 2147483647 w 426"/>
                  <a:gd name="T39" fmla="*/ 2147483647 h 180"/>
                  <a:gd name="T40" fmla="*/ 2147483647 w 426"/>
                  <a:gd name="T41" fmla="*/ 2147483647 h 180"/>
                  <a:gd name="T42" fmla="*/ 2147483647 w 426"/>
                  <a:gd name="T43" fmla="*/ 2147483647 h 180"/>
                  <a:gd name="T44" fmla="*/ 2147483647 w 426"/>
                  <a:gd name="T45" fmla="*/ 2147483647 h 180"/>
                  <a:gd name="T46" fmla="*/ 2147483647 w 426"/>
                  <a:gd name="T47" fmla="*/ 2147483647 h 180"/>
                  <a:gd name="T48" fmla="*/ 2147483647 w 426"/>
                  <a:gd name="T49" fmla="*/ 2147483647 h 180"/>
                  <a:gd name="T50" fmla="*/ 2147483647 w 426"/>
                  <a:gd name="T51" fmla="*/ 2147483647 h 180"/>
                  <a:gd name="T52" fmla="*/ 2147483647 w 426"/>
                  <a:gd name="T53" fmla="*/ 2147483647 h 180"/>
                  <a:gd name="T54" fmla="*/ 2147483647 w 426"/>
                  <a:gd name="T55" fmla="*/ 2147483647 h 180"/>
                  <a:gd name="T56" fmla="*/ 2147483647 w 426"/>
                  <a:gd name="T57" fmla="*/ 2147483647 h 180"/>
                  <a:gd name="T58" fmla="*/ 2147483647 w 426"/>
                  <a:gd name="T59" fmla="*/ 2147483647 h 180"/>
                  <a:gd name="T60" fmla="*/ 2147483647 w 426"/>
                  <a:gd name="T61" fmla="*/ 0 h 180"/>
                  <a:gd name="T62" fmla="*/ 2147483647 w 426"/>
                  <a:gd name="T63" fmla="*/ 2147483647 h 180"/>
                  <a:gd name="T64" fmla="*/ 2147483647 w 426"/>
                  <a:gd name="T65" fmla="*/ 2147483647 h 180"/>
                  <a:gd name="T66" fmla="*/ 2147483647 w 426"/>
                  <a:gd name="T67" fmla="*/ 2147483647 h 180"/>
                  <a:gd name="T68" fmla="*/ 2147483647 w 426"/>
                  <a:gd name="T69" fmla="*/ 2147483647 h 180"/>
                  <a:gd name="T70" fmla="*/ 2147483647 w 426"/>
                  <a:gd name="T71" fmla="*/ 2147483647 h 180"/>
                  <a:gd name="T72" fmla="*/ 2147483647 w 426"/>
                  <a:gd name="T73" fmla="*/ 2147483647 h 180"/>
                  <a:gd name="T74" fmla="*/ 2147483647 w 426"/>
                  <a:gd name="T75" fmla="*/ 2147483647 h 180"/>
                  <a:gd name="T76" fmla="*/ 2147483647 w 426"/>
                  <a:gd name="T77" fmla="*/ 2147483647 h 180"/>
                  <a:gd name="T78" fmla="*/ 2147483647 w 426"/>
                  <a:gd name="T79" fmla="*/ 2147483647 h 180"/>
                  <a:gd name="T80" fmla="*/ 2147483647 w 426"/>
                  <a:gd name="T81" fmla="*/ 2147483647 h 180"/>
                  <a:gd name="T82" fmla="*/ 2147483647 w 426"/>
                  <a:gd name="T83" fmla="*/ 2147483647 h 180"/>
                  <a:gd name="T84" fmla="*/ 0 w 426"/>
                  <a:gd name="T85" fmla="*/ 2147483647 h 180"/>
                  <a:gd name="T86" fmla="*/ 2147483647 w 426"/>
                  <a:gd name="T87" fmla="*/ 2147483647 h 1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26"/>
                  <a:gd name="T133" fmla="*/ 0 h 180"/>
                  <a:gd name="T134" fmla="*/ 426 w 426"/>
                  <a:gd name="T135" fmla="*/ 180 h 1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26" h="180">
                    <a:moveTo>
                      <a:pt x="6" y="144"/>
                    </a:moveTo>
                    <a:lnTo>
                      <a:pt x="6" y="138"/>
                    </a:lnTo>
                    <a:lnTo>
                      <a:pt x="12" y="138"/>
                    </a:lnTo>
                    <a:lnTo>
                      <a:pt x="24" y="132"/>
                    </a:lnTo>
                    <a:lnTo>
                      <a:pt x="66" y="132"/>
                    </a:lnTo>
                    <a:lnTo>
                      <a:pt x="78" y="120"/>
                    </a:lnTo>
                    <a:lnTo>
                      <a:pt x="96" y="120"/>
                    </a:lnTo>
                    <a:lnTo>
                      <a:pt x="102" y="126"/>
                    </a:lnTo>
                    <a:lnTo>
                      <a:pt x="108" y="126"/>
                    </a:lnTo>
                    <a:lnTo>
                      <a:pt x="114" y="132"/>
                    </a:lnTo>
                    <a:lnTo>
                      <a:pt x="120" y="132"/>
                    </a:lnTo>
                    <a:lnTo>
                      <a:pt x="126" y="126"/>
                    </a:lnTo>
                    <a:lnTo>
                      <a:pt x="132" y="126"/>
                    </a:lnTo>
                    <a:lnTo>
                      <a:pt x="144" y="132"/>
                    </a:lnTo>
                    <a:lnTo>
                      <a:pt x="150" y="132"/>
                    </a:lnTo>
                    <a:lnTo>
                      <a:pt x="156" y="138"/>
                    </a:lnTo>
                    <a:lnTo>
                      <a:pt x="162" y="138"/>
                    </a:lnTo>
                    <a:lnTo>
                      <a:pt x="168" y="132"/>
                    </a:lnTo>
                    <a:lnTo>
                      <a:pt x="180" y="132"/>
                    </a:lnTo>
                    <a:lnTo>
                      <a:pt x="186" y="138"/>
                    </a:lnTo>
                    <a:lnTo>
                      <a:pt x="204" y="138"/>
                    </a:lnTo>
                    <a:lnTo>
                      <a:pt x="216" y="126"/>
                    </a:lnTo>
                    <a:lnTo>
                      <a:pt x="228" y="126"/>
                    </a:lnTo>
                    <a:lnTo>
                      <a:pt x="234" y="132"/>
                    </a:lnTo>
                    <a:lnTo>
                      <a:pt x="240" y="144"/>
                    </a:lnTo>
                    <a:lnTo>
                      <a:pt x="270" y="144"/>
                    </a:lnTo>
                    <a:lnTo>
                      <a:pt x="282" y="150"/>
                    </a:lnTo>
                    <a:lnTo>
                      <a:pt x="288" y="150"/>
                    </a:lnTo>
                    <a:lnTo>
                      <a:pt x="300" y="162"/>
                    </a:lnTo>
                    <a:lnTo>
                      <a:pt x="318" y="174"/>
                    </a:lnTo>
                    <a:lnTo>
                      <a:pt x="336" y="180"/>
                    </a:lnTo>
                    <a:lnTo>
                      <a:pt x="360" y="168"/>
                    </a:lnTo>
                    <a:lnTo>
                      <a:pt x="378" y="168"/>
                    </a:lnTo>
                    <a:lnTo>
                      <a:pt x="384" y="174"/>
                    </a:lnTo>
                    <a:lnTo>
                      <a:pt x="390" y="168"/>
                    </a:lnTo>
                    <a:lnTo>
                      <a:pt x="396" y="168"/>
                    </a:lnTo>
                    <a:lnTo>
                      <a:pt x="402" y="162"/>
                    </a:lnTo>
                    <a:lnTo>
                      <a:pt x="408" y="150"/>
                    </a:lnTo>
                    <a:lnTo>
                      <a:pt x="414" y="144"/>
                    </a:lnTo>
                    <a:lnTo>
                      <a:pt x="420" y="150"/>
                    </a:lnTo>
                    <a:lnTo>
                      <a:pt x="426" y="150"/>
                    </a:lnTo>
                    <a:lnTo>
                      <a:pt x="426" y="126"/>
                    </a:lnTo>
                    <a:lnTo>
                      <a:pt x="414" y="114"/>
                    </a:lnTo>
                    <a:lnTo>
                      <a:pt x="408" y="102"/>
                    </a:lnTo>
                    <a:lnTo>
                      <a:pt x="402" y="96"/>
                    </a:lnTo>
                    <a:lnTo>
                      <a:pt x="378" y="90"/>
                    </a:lnTo>
                    <a:lnTo>
                      <a:pt x="384" y="72"/>
                    </a:lnTo>
                    <a:lnTo>
                      <a:pt x="402" y="72"/>
                    </a:lnTo>
                    <a:lnTo>
                      <a:pt x="402" y="66"/>
                    </a:lnTo>
                    <a:lnTo>
                      <a:pt x="396" y="60"/>
                    </a:lnTo>
                    <a:lnTo>
                      <a:pt x="384" y="54"/>
                    </a:lnTo>
                    <a:lnTo>
                      <a:pt x="372" y="42"/>
                    </a:lnTo>
                    <a:lnTo>
                      <a:pt x="354" y="42"/>
                    </a:lnTo>
                    <a:lnTo>
                      <a:pt x="348" y="36"/>
                    </a:lnTo>
                    <a:lnTo>
                      <a:pt x="330" y="36"/>
                    </a:lnTo>
                    <a:lnTo>
                      <a:pt x="324" y="42"/>
                    </a:lnTo>
                    <a:lnTo>
                      <a:pt x="306" y="42"/>
                    </a:lnTo>
                    <a:lnTo>
                      <a:pt x="288" y="24"/>
                    </a:lnTo>
                    <a:lnTo>
                      <a:pt x="276" y="18"/>
                    </a:lnTo>
                    <a:lnTo>
                      <a:pt x="270" y="12"/>
                    </a:lnTo>
                    <a:lnTo>
                      <a:pt x="246" y="0"/>
                    </a:lnTo>
                    <a:lnTo>
                      <a:pt x="216" y="0"/>
                    </a:lnTo>
                    <a:lnTo>
                      <a:pt x="186" y="12"/>
                    </a:lnTo>
                    <a:lnTo>
                      <a:pt x="174" y="12"/>
                    </a:lnTo>
                    <a:lnTo>
                      <a:pt x="180" y="24"/>
                    </a:lnTo>
                    <a:lnTo>
                      <a:pt x="180" y="30"/>
                    </a:lnTo>
                    <a:lnTo>
                      <a:pt x="186" y="42"/>
                    </a:lnTo>
                    <a:lnTo>
                      <a:pt x="186" y="60"/>
                    </a:lnTo>
                    <a:lnTo>
                      <a:pt x="192" y="66"/>
                    </a:lnTo>
                    <a:lnTo>
                      <a:pt x="186" y="78"/>
                    </a:lnTo>
                    <a:lnTo>
                      <a:pt x="156" y="78"/>
                    </a:lnTo>
                    <a:lnTo>
                      <a:pt x="138" y="72"/>
                    </a:lnTo>
                    <a:lnTo>
                      <a:pt x="126" y="72"/>
                    </a:lnTo>
                    <a:lnTo>
                      <a:pt x="114" y="54"/>
                    </a:lnTo>
                    <a:lnTo>
                      <a:pt x="84" y="24"/>
                    </a:lnTo>
                    <a:lnTo>
                      <a:pt x="72" y="24"/>
                    </a:lnTo>
                    <a:lnTo>
                      <a:pt x="60" y="30"/>
                    </a:lnTo>
                    <a:lnTo>
                      <a:pt x="48" y="30"/>
                    </a:lnTo>
                    <a:lnTo>
                      <a:pt x="36" y="36"/>
                    </a:lnTo>
                    <a:lnTo>
                      <a:pt x="30" y="42"/>
                    </a:lnTo>
                    <a:lnTo>
                      <a:pt x="24" y="54"/>
                    </a:lnTo>
                    <a:lnTo>
                      <a:pt x="24" y="66"/>
                    </a:lnTo>
                    <a:lnTo>
                      <a:pt x="18" y="78"/>
                    </a:lnTo>
                    <a:lnTo>
                      <a:pt x="6" y="84"/>
                    </a:lnTo>
                    <a:lnTo>
                      <a:pt x="0" y="96"/>
                    </a:lnTo>
                    <a:lnTo>
                      <a:pt x="0" y="120"/>
                    </a:lnTo>
                    <a:lnTo>
                      <a:pt x="6" y="132"/>
                    </a:lnTo>
                    <a:lnTo>
                      <a:pt x="6" y="150"/>
                    </a:lnTo>
                    <a:lnTo>
                      <a:pt x="6" y="14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8" name="Kosovo" descr="© INSCALE GmbH, 05.05.2010&#10;http://www.presentationload.com/">
                <a:extLst>
                  <a:ext uri="{FF2B5EF4-FFF2-40B4-BE49-F238E27FC236}">
                    <a16:creationId xmlns:a16="http://schemas.microsoft.com/office/drawing/2014/main" id="{50CB441F-5C96-ED49-9B36-9BEEE4CE36AE}"/>
                  </a:ext>
                </a:extLst>
              </p:cNvPr>
              <p:cNvSpPr>
                <a:spLocks noEditPoints="1"/>
              </p:cNvSpPr>
              <p:nvPr/>
            </p:nvSpPr>
            <p:spPr bwMode="gray">
              <a:xfrm>
                <a:off x="6296325" y="2667027"/>
                <a:ext cx="54170" cy="54573"/>
              </a:xfrm>
              <a:custGeom>
                <a:avLst/>
                <a:gdLst/>
                <a:ahLst/>
                <a:cxnLst>
                  <a:cxn ang="0">
                    <a:pos x="6" y="75"/>
                  </a:cxn>
                  <a:cxn ang="0">
                    <a:pos x="0" y="72"/>
                  </a:cxn>
                  <a:cxn ang="0">
                    <a:pos x="227" y="122"/>
                  </a:cxn>
                  <a:cxn ang="0">
                    <a:pos x="218" y="127"/>
                  </a:cxn>
                  <a:cxn ang="0">
                    <a:pos x="214" y="120"/>
                  </a:cxn>
                  <a:cxn ang="0">
                    <a:pos x="206" y="113"/>
                  </a:cxn>
                  <a:cxn ang="0">
                    <a:pos x="197" y="111"/>
                  </a:cxn>
                  <a:cxn ang="0">
                    <a:pos x="190" y="110"/>
                  </a:cxn>
                  <a:cxn ang="0">
                    <a:pos x="185" y="110"/>
                  </a:cxn>
                  <a:cxn ang="0">
                    <a:pos x="185" y="101"/>
                  </a:cxn>
                  <a:cxn ang="0">
                    <a:pos x="189" y="95"/>
                  </a:cxn>
                  <a:cxn ang="0">
                    <a:pos x="187" y="84"/>
                  </a:cxn>
                  <a:cxn ang="0">
                    <a:pos x="177" y="78"/>
                  </a:cxn>
                  <a:cxn ang="0">
                    <a:pos x="169" y="76"/>
                  </a:cxn>
                  <a:cxn ang="0">
                    <a:pos x="170" y="61"/>
                  </a:cxn>
                  <a:cxn ang="0">
                    <a:pos x="165" y="56"/>
                  </a:cxn>
                  <a:cxn ang="0">
                    <a:pos x="161" y="61"/>
                  </a:cxn>
                  <a:cxn ang="0">
                    <a:pos x="157" y="53"/>
                  </a:cxn>
                  <a:cxn ang="0">
                    <a:pos x="158" y="35"/>
                  </a:cxn>
                  <a:cxn ang="0">
                    <a:pos x="154" y="32"/>
                  </a:cxn>
                  <a:cxn ang="0">
                    <a:pos x="147" y="32"/>
                  </a:cxn>
                  <a:cxn ang="0">
                    <a:pos x="137" y="32"/>
                  </a:cxn>
                  <a:cxn ang="0">
                    <a:pos x="126" y="27"/>
                  </a:cxn>
                  <a:cxn ang="0">
                    <a:pos x="131" y="20"/>
                  </a:cxn>
                  <a:cxn ang="0">
                    <a:pos x="130" y="12"/>
                  </a:cxn>
                  <a:cxn ang="0">
                    <a:pos x="122" y="0"/>
                  </a:cxn>
                  <a:cxn ang="0">
                    <a:pos x="115" y="6"/>
                  </a:cxn>
                  <a:cxn ang="0">
                    <a:pos x="104" y="13"/>
                  </a:cxn>
                  <a:cxn ang="0">
                    <a:pos x="96" y="15"/>
                  </a:cxn>
                  <a:cxn ang="0">
                    <a:pos x="89" y="13"/>
                  </a:cxn>
                  <a:cxn ang="0">
                    <a:pos x="91" y="22"/>
                  </a:cxn>
                  <a:cxn ang="0">
                    <a:pos x="101" y="27"/>
                  </a:cxn>
                  <a:cxn ang="0">
                    <a:pos x="97" y="33"/>
                  </a:cxn>
                  <a:cxn ang="0">
                    <a:pos x="100" y="40"/>
                  </a:cxn>
                  <a:cxn ang="0">
                    <a:pos x="99" y="46"/>
                  </a:cxn>
                  <a:cxn ang="0">
                    <a:pos x="92" y="49"/>
                  </a:cxn>
                  <a:cxn ang="0">
                    <a:pos x="88" y="45"/>
                  </a:cxn>
                  <a:cxn ang="0">
                    <a:pos x="70" y="59"/>
                  </a:cxn>
                  <a:cxn ang="0">
                    <a:pos x="73" y="71"/>
                  </a:cxn>
                  <a:cxn ang="0">
                    <a:pos x="45" y="74"/>
                  </a:cxn>
                  <a:cxn ang="0">
                    <a:pos x="14" y="72"/>
                  </a:cxn>
                  <a:cxn ang="0">
                    <a:pos x="6" y="75"/>
                  </a:cxn>
                  <a:cxn ang="0">
                    <a:pos x="6" y="141"/>
                  </a:cxn>
                  <a:cxn ang="0">
                    <a:pos x="14" y="155"/>
                  </a:cxn>
                  <a:cxn ang="0">
                    <a:pos x="27" y="173"/>
                  </a:cxn>
                  <a:cxn ang="0">
                    <a:pos x="50" y="175"/>
                  </a:cxn>
                  <a:cxn ang="0">
                    <a:pos x="60" y="211"/>
                  </a:cxn>
                  <a:cxn ang="0">
                    <a:pos x="60" y="237"/>
                  </a:cxn>
                  <a:cxn ang="0">
                    <a:pos x="92" y="226"/>
                  </a:cxn>
                  <a:cxn ang="0">
                    <a:pos x="138" y="205"/>
                  </a:cxn>
                  <a:cxn ang="0">
                    <a:pos x="146" y="184"/>
                  </a:cxn>
                  <a:cxn ang="0">
                    <a:pos x="189" y="173"/>
                  </a:cxn>
                  <a:cxn ang="0">
                    <a:pos x="209" y="163"/>
                  </a:cxn>
                  <a:cxn ang="0">
                    <a:pos x="217" y="156"/>
                  </a:cxn>
                  <a:cxn ang="0">
                    <a:pos x="225" y="144"/>
                  </a:cxn>
                  <a:cxn ang="0">
                    <a:pos x="228" y="137"/>
                  </a:cxn>
                  <a:cxn ang="0">
                    <a:pos x="232" y="129"/>
                  </a:cxn>
                </a:cxnLst>
                <a:rect l="0" t="0" r="r" b="b"/>
                <a:pathLst>
                  <a:path w="232" h="237">
                    <a:moveTo>
                      <a:pt x="0" y="72"/>
                    </a:moveTo>
                    <a:cubicBezTo>
                      <a:pt x="1" y="72"/>
                      <a:pt x="2" y="73"/>
                      <a:pt x="6" y="75"/>
                    </a:cubicBezTo>
                    <a:cubicBezTo>
                      <a:pt x="6" y="66"/>
                      <a:pt x="6" y="66"/>
                      <a:pt x="6" y="66"/>
                    </a:cubicBezTo>
                    <a:lnTo>
                      <a:pt x="0" y="72"/>
                    </a:lnTo>
                    <a:close/>
                    <a:moveTo>
                      <a:pt x="231" y="124"/>
                    </a:moveTo>
                    <a:cubicBezTo>
                      <a:pt x="227" y="122"/>
                      <a:pt x="227" y="122"/>
                      <a:pt x="227" y="122"/>
                    </a:cubicBezTo>
                    <a:cubicBezTo>
                      <a:pt x="223" y="124"/>
                      <a:pt x="223" y="124"/>
                      <a:pt x="223" y="124"/>
                    </a:cubicBezTo>
                    <a:cubicBezTo>
                      <a:pt x="218" y="127"/>
                      <a:pt x="218" y="127"/>
                      <a:pt x="218" y="127"/>
                    </a:cubicBezTo>
                    <a:cubicBezTo>
                      <a:pt x="216" y="124"/>
                      <a:pt x="216" y="124"/>
                      <a:pt x="216" y="124"/>
                    </a:cubicBezTo>
                    <a:cubicBezTo>
                      <a:pt x="214" y="120"/>
                      <a:pt x="214" y="120"/>
                      <a:pt x="214" y="120"/>
                    </a:cubicBezTo>
                    <a:cubicBezTo>
                      <a:pt x="210" y="117"/>
                      <a:pt x="210" y="117"/>
                      <a:pt x="210" y="117"/>
                    </a:cubicBezTo>
                    <a:cubicBezTo>
                      <a:pt x="206" y="113"/>
                      <a:pt x="206" y="113"/>
                      <a:pt x="206" y="113"/>
                    </a:cubicBezTo>
                    <a:cubicBezTo>
                      <a:pt x="202" y="113"/>
                      <a:pt x="202" y="113"/>
                      <a:pt x="202" y="113"/>
                    </a:cubicBezTo>
                    <a:cubicBezTo>
                      <a:pt x="197" y="111"/>
                      <a:pt x="197" y="111"/>
                      <a:pt x="197" y="111"/>
                    </a:cubicBezTo>
                    <a:cubicBezTo>
                      <a:pt x="195" y="113"/>
                      <a:pt x="195" y="113"/>
                      <a:pt x="195" y="113"/>
                    </a:cubicBezTo>
                    <a:cubicBezTo>
                      <a:pt x="190" y="110"/>
                      <a:pt x="190" y="110"/>
                      <a:pt x="190" y="110"/>
                    </a:cubicBezTo>
                    <a:cubicBezTo>
                      <a:pt x="186" y="111"/>
                      <a:pt x="186" y="111"/>
                      <a:pt x="186" y="111"/>
                    </a:cubicBezTo>
                    <a:cubicBezTo>
                      <a:pt x="185" y="110"/>
                      <a:pt x="185" y="110"/>
                      <a:pt x="185" y="110"/>
                    </a:cubicBezTo>
                    <a:cubicBezTo>
                      <a:pt x="187" y="106"/>
                      <a:pt x="187" y="106"/>
                      <a:pt x="187" y="106"/>
                    </a:cubicBezTo>
                    <a:cubicBezTo>
                      <a:pt x="185" y="101"/>
                      <a:pt x="185" y="101"/>
                      <a:pt x="185" y="101"/>
                    </a:cubicBezTo>
                    <a:cubicBezTo>
                      <a:pt x="189" y="100"/>
                      <a:pt x="189" y="100"/>
                      <a:pt x="189" y="100"/>
                    </a:cubicBezTo>
                    <a:cubicBezTo>
                      <a:pt x="189" y="95"/>
                      <a:pt x="189" y="95"/>
                      <a:pt x="189" y="95"/>
                    </a:cubicBezTo>
                    <a:cubicBezTo>
                      <a:pt x="191" y="85"/>
                      <a:pt x="191" y="85"/>
                      <a:pt x="191" y="85"/>
                    </a:cubicBezTo>
                    <a:cubicBezTo>
                      <a:pt x="187" y="84"/>
                      <a:pt x="187" y="84"/>
                      <a:pt x="187" y="84"/>
                    </a:cubicBezTo>
                    <a:cubicBezTo>
                      <a:pt x="182" y="80"/>
                      <a:pt x="182" y="80"/>
                      <a:pt x="182" y="80"/>
                    </a:cubicBezTo>
                    <a:cubicBezTo>
                      <a:pt x="177" y="78"/>
                      <a:pt x="177" y="78"/>
                      <a:pt x="177" y="78"/>
                    </a:cubicBezTo>
                    <a:cubicBezTo>
                      <a:pt x="172" y="78"/>
                      <a:pt x="172" y="78"/>
                      <a:pt x="172" y="78"/>
                    </a:cubicBezTo>
                    <a:cubicBezTo>
                      <a:pt x="169" y="76"/>
                      <a:pt x="169" y="76"/>
                      <a:pt x="169" y="76"/>
                    </a:cubicBezTo>
                    <a:cubicBezTo>
                      <a:pt x="169" y="71"/>
                      <a:pt x="169" y="71"/>
                      <a:pt x="169" y="71"/>
                    </a:cubicBezTo>
                    <a:cubicBezTo>
                      <a:pt x="170" y="61"/>
                      <a:pt x="170" y="61"/>
                      <a:pt x="170" y="61"/>
                    </a:cubicBezTo>
                    <a:cubicBezTo>
                      <a:pt x="167" y="57"/>
                      <a:pt x="167" y="57"/>
                      <a:pt x="167" y="57"/>
                    </a:cubicBezTo>
                    <a:cubicBezTo>
                      <a:pt x="165" y="56"/>
                      <a:pt x="165" y="56"/>
                      <a:pt x="165" y="56"/>
                    </a:cubicBezTo>
                    <a:cubicBezTo>
                      <a:pt x="163" y="59"/>
                      <a:pt x="163" y="59"/>
                      <a:pt x="163" y="59"/>
                    </a:cubicBezTo>
                    <a:cubicBezTo>
                      <a:pt x="161" y="61"/>
                      <a:pt x="161" y="61"/>
                      <a:pt x="161" y="61"/>
                    </a:cubicBezTo>
                    <a:cubicBezTo>
                      <a:pt x="158" y="60"/>
                      <a:pt x="158" y="60"/>
                      <a:pt x="158" y="60"/>
                    </a:cubicBezTo>
                    <a:cubicBezTo>
                      <a:pt x="157" y="53"/>
                      <a:pt x="157" y="53"/>
                      <a:pt x="157" y="53"/>
                    </a:cubicBezTo>
                    <a:cubicBezTo>
                      <a:pt x="159" y="36"/>
                      <a:pt x="159" y="36"/>
                      <a:pt x="159" y="36"/>
                    </a:cubicBezTo>
                    <a:cubicBezTo>
                      <a:pt x="158" y="35"/>
                      <a:pt x="158" y="35"/>
                      <a:pt x="158" y="35"/>
                    </a:cubicBezTo>
                    <a:cubicBezTo>
                      <a:pt x="151" y="36"/>
                      <a:pt x="151" y="36"/>
                      <a:pt x="151" y="36"/>
                    </a:cubicBezTo>
                    <a:cubicBezTo>
                      <a:pt x="154" y="32"/>
                      <a:pt x="154" y="32"/>
                      <a:pt x="154" y="32"/>
                    </a:cubicBezTo>
                    <a:cubicBezTo>
                      <a:pt x="152" y="29"/>
                      <a:pt x="152" y="29"/>
                      <a:pt x="152" y="29"/>
                    </a:cubicBezTo>
                    <a:cubicBezTo>
                      <a:pt x="147" y="32"/>
                      <a:pt x="147" y="32"/>
                      <a:pt x="147" y="32"/>
                    </a:cubicBezTo>
                    <a:cubicBezTo>
                      <a:pt x="142" y="30"/>
                      <a:pt x="142" y="30"/>
                      <a:pt x="142" y="30"/>
                    </a:cubicBezTo>
                    <a:cubicBezTo>
                      <a:pt x="137" y="32"/>
                      <a:pt x="137" y="32"/>
                      <a:pt x="137" y="32"/>
                    </a:cubicBezTo>
                    <a:cubicBezTo>
                      <a:pt x="132" y="28"/>
                      <a:pt x="132" y="28"/>
                      <a:pt x="132" y="28"/>
                    </a:cubicBezTo>
                    <a:cubicBezTo>
                      <a:pt x="126" y="27"/>
                      <a:pt x="126" y="27"/>
                      <a:pt x="126" y="27"/>
                    </a:cubicBezTo>
                    <a:cubicBezTo>
                      <a:pt x="125" y="24"/>
                      <a:pt x="125" y="24"/>
                      <a:pt x="125" y="24"/>
                    </a:cubicBezTo>
                    <a:cubicBezTo>
                      <a:pt x="131" y="20"/>
                      <a:pt x="131" y="20"/>
                      <a:pt x="131" y="20"/>
                    </a:cubicBezTo>
                    <a:cubicBezTo>
                      <a:pt x="131" y="17"/>
                      <a:pt x="131" y="17"/>
                      <a:pt x="131" y="17"/>
                    </a:cubicBezTo>
                    <a:cubicBezTo>
                      <a:pt x="130" y="12"/>
                      <a:pt x="130" y="12"/>
                      <a:pt x="130" y="12"/>
                    </a:cubicBezTo>
                    <a:cubicBezTo>
                      <a:pt x="126" y="5"/>
                      <a:pt x="126" y="5"/>
                      <a:pt x="126" y="5"/>
                    </a:cubicBezTo>
                    <a:cubicBezTo>
                      <a:pt x="122" y="0"/>
                      <a:pt x="122" y="0"/>
                      <a:pt x="122" y="0"/>
                    </a:cubicBezTo>
                    <a:cubicBezTo>
                      <a:pt x="116" y="2"/>
                      <a:pt x="116" y="2"/>
                      <a:pt x="116" y="2"/>
                    </a:cubicBezTo>
                    <a:cubicBezTo>
                      <a:pt x="115" y="6"/>
                      <a:pt x="115" y="6"/>
                      <a:pt x="115" y="6"/>
                    </a:cubicBezTo>
                    <a:cubicBezTo>
                      <a:pt x="112" y="8"/>
                      <a:pt x="112" y="8"/>
                      <a:pt x="112" y="8"/>
                    </a:cubicBezTo>
                    <a:cubicBezTo>
                      <a:pt x="104" y="13"/>
                      <a:pt x="104" y="13"/>
                      <a:pt x="104" y="13"/>
                    </a:cubicBezTo>
                    <a:cubicBezTo>
                      <a:pt x="100" y="16"/>
                      <a:pt x="100" y="16"/>
                      <a:pt x="100" y="16"/>
                    </a:cubicBezTo>
                    <a:cubicBezTo>
                      <a:pt x="96" y="15"/>
                      <a:pt x="96" y="15"/>
                      <a:pt x="96" y="15"/>
                    </a:cubicBezTo>
                    <a:cubicBezTo>
                      <a:pt x="92" y="17"/>
                      <a:pt x="92" y="17"/>
                      <a:pt x="92" y="17"/>
                    </a:cubicBezTo>
                    <a:cubicBezTo>
                      <a:pt x="89" y="13"/>
                      <a:pt x="89" y="13"/>
                      <a:pt x="89" y="13"/>
                    </a:cubicBezTo>
                    <a:cubicBezTo>
                      <a:pt x="88" y="16"/>
                      <a:pt x="88" y="16"/>
                      <a:pt x="88" y="16"/>
                    </a:cubicBezTo>
                    <a:cubicBezTo>
                      <a:pt x="91" y="22"/>
                      <a:pt x="91" y="22"/>
                      <a:pt x="91" y="22"/>
                    </a:cubicBezTo>
                    <a:cubicBezTo>
                      <a:pt x="99" y="24"/>
                      <a:pt x="99" y="24"/>
                      <a:pt x="99" y="24"/>
                    </a:cubicBezTo>
                    <a:cubicBezTo>
                      <a:pt x="101" y="27"/>
                      <a:pt x="101" y="27"/>
                      <a:pt x="101" y="27"/>
                    </a:cubicBezTo>
                    <a:cubicBezTo>
                      <a:pt x="97" y="30"/>
                      <a:pt x="97" y="30"/>
                      <a:pt x="97" y="30"/>
                    </a:cubicBezTo>
                    <a:cubicBezTo>
                      <a:pt x="97" y="33"/>
                      <a:pt x="97" y="33"/>
                      <a:pt x="97" y="33"/>
                    </a:cubicBezTo>
                    <a:cubicBezTo>
                      <a:pt x="101" y="35"/>
                      <a:pt x="101" y="35"/>
                      <a:pt x="101" y="35"/>
                    </a:cubicBezTo>
                    <a:cubicBezTo>
                      <a:pt x="100" y="40"/>
                      <a:pt x="100" y="40"/>
                      <a:pt x="100" y="40"/>
                    </a:cubicBezTo>
                    <a:cubicBezTo>
                      <a:pt x="97" y="42"/>
                      <a:pt x="97" y="42"/>
                      <a:pt x="97" y="42"/>
                    </a:cubicBezTo>
                    <a:cubicBezTo>
                      <a:pt x="99" y="46"/>
                      <a:pt x="99" y="46"/>
                      <a:pt x="99" y="46"/>
                    </a:cubicBezTo>
                    <a:cubicBezTo>
                      <a:pt x="96" y="47"/>
                      <a:pt x="96" y="47"/>
                      <a:pt x="96" y="47"/>
                    </a:cubicBezTo>
                    <a:cubicBezTo>
                      <a:pt x="92" y="49"/>
                      <a:pt x="92" y="49"/>
                      <a:pt x="92" y="49"/>
                    </a:cubicBezTo>
                    <a:cubicBezTo>
                      <a:pt x="91" y="44"/>
                      <a:pt x="91" y="44"/>
                      <a:pt x="91" y="44"/>
                    </a:cubicBezTo>
                    <a:cubicBezTo>
                      <a:pt x="88" y="45"/>
                      <a:pt x="88" y="45"/>
                      <a:pt x="88" y="45"/>
                    </a:cubicBezTo>
                    <a:cubicBezTo>
                      <a:pt x="78" y="53"/>
                      <a:pt x="78" y="53"/>
                      <a:pt x="78" y="53"/>
                    </a:cubicBezTo>
                    <a:cubicBezTo>
                      <a:pt x="70" y="59"/>
                      <a:pt x="70" y="59"/>
                      <a:pt x="70" y="59"/>
                    </a:cubicBezTo>
                    <a:cubicBezTo>
                      <a:pt x="72" y="65"/>
                      <a:pt x="72" y="65"/>
                      <a:pt x="72" y="65"/>
                    </a:cubicBezTo>
                    <a:cubicBezTo>
                      <a:pt x="73" y="71"/>
                      <a:pt x="73" y="71"/>
                      <a:pt x="73" y="71"/>
                    </a:cubicBezTo>
                    <a:cubicBezTo>
                      <a:pt x="63" y="74"/>
                      <a:pt x="63" y="74"/>
                      <a:pt x="63" y="74"/>
                    </a:cubicBezTo>
                    <a:cubicBezTo>
                      <a:pt x="45" y="74"/>
                      <a:pt x="45" y="74"/>
                      <a:pt x="45" y="74"/>
                    </a:cubicBezTo>
                    <a:cubicBezTo>
                      <a:pt x="32" y="75"/>
                      <a:pt x="32" y="75"/>
                      <a:pt x="32" y="75"/>
                    </a:cubicBezTo>
                    <a:cubicBezTo>
                      <a:pt x="14" y="72"/>
                      <a:pt x="14" y="72"/>
                      <a:pt x="14" y="72"/>
                    </a:cubicBezTo>
                    <a:cubicBezTo>
                      <a:pt x="9" y="77"/>
                      <a:pt x="9" y="77"/>
                      <a:pt x="9" y="77"/>
                    </a:cubicBezTo>
                    <a:cubicBezTo>
                      <a:pt x="8" y="76"/>
                      <a:pt x="7" y="76"/>
                      <a:pt x="6" y="75"/>
                    </a:cubicBezTo>
                    <a:cubicBezTo>
                      <a:pt x="6" y="116"/>
                      <a:pt x="6" y="116"/>
                      <a:pt x="6" y="116"/>
                    </a:cubicBezTo>
                    <a:cubicBezTo>
                      <a:pt x="6" y="141"/>
                      <a:pt x="6" y="141"/>
                      <a:pt x="6" y="141"/>
                    </a:cubicBezTo>
                    <a:cubicBezTo>
                      <a:pt x="14" y="153"/>
                      <a:pt x="14" y="153"/>
                      <a:pt x="14" y="153"/>
                    </a:cubicBezTo>
                    <a:cubicBezTo>
                      <a:pt x="14" y="154"/>
                      <a:pt x="14" y="155"/>
                      <a:pt x="14" y="155"/>
                    </a:cubicBezTo>
                    <a:cubicBezTo>
                      <a:pt x="14" y="155"/>
                      <a:pt x="15" y="155"/>
                      <a:pt x="16" y="156"/>
                    </a:cubicBezTo>
                    <a:cubicBezTo>
                      <a:pt x="27" y="173"/>
                      <a:pt x="27" y="173"/>
                      <a:pt x="27" y="173"/>
                    </a:cubicBezTo>
                    <a:cubicBezTo>
                      <a:pt x="48" y="173"/>
                      <a:pt x="48" y="173"/>
                      <a:pt x="48" y="173"/>
                    </a:cubicBezTo>
                    <a:cubicBezTo>
                      <a:pt x="48" y="173"/>
                      <a:pt x="49" y="174"/>
                      <a:pt x="50" y="175"/>
                    </a:cubicBezTo>
                    <a:cubicBezTo>
                      <a:pt x="59" y="201"/>
                      <a:pt x="59" y="201"/>
                      <a:pt x="59" y="201"/>
                    </a:cubicBezTo>
                    <a:cubicBezTo>
                      <a:pt x="59" y="205"/>
                      <a:pt x="60" y="208"/>
                      <a:pt x="60" y="211"/>
                    </a:cubicBezTo>
                    <a:cubicBezTo>
                      <a:pt x="60" y="229"/>
                      <a:pt x="60" y="229"/>
                      <a:pt x="60" y="229"/>
                    </a:cubicBezTo>
                    <a:cubicBezTo>
                      <a:pt x="60" y="237"/>
                      <a:pt x="60" y="237"/>
                      <a:pt x="60" y="237"/>
                    </a:cubicBezTo>
                    <a:cubicBezTo>
                      <a:pt x="76" y="232"/>
                      <a:pt x="76" y="232"/>
                      <a:pt x="76" y="232"/>
                    </a:cubicBezTo>
                    <a:cubicBezTo>
                      <a:pt x="92" y="226"/>
                      <a:pt x="92" y="226"/>
                      <a:pt x="92" y="226"/>
                    </a:cubicBezTo>
                    <a:cubicBezTo>
                      <a:pt x="103" y="205"/>
                      <a:pt x="103" y="205"/>
                      <a:pt x="103" y="205"/>
                    </a:cubicBezTo>
                    <a:cubicBezTo>
                      <a:pt x="138" y="205"/>
                      <a:pt x="138" y="205"/>
                      <a:pt x="138" y="205"/>
                    </a:cubicBezTo>
                    <a:cubicBezTo>
                      <a:pt x="146" y="205"/>
                      <a:pt x="146" y="205"/>
                      <a:pt x="146" y="205"/>
                    </a:cubicBezTo>
                    <a:cubicBezTo>
                      <a:pt x="146" y="184"/>
                      <a:pt x="146" y="184"/>
                      <a:pt x="146" y="184"/>
                    </a:cubicBezTo>
                    <a:cubicBezTo>
                      <a:pt x="178" y="184"/>
                      <a:pt x="178" y="184"/>
                      <a:pt x="178" y="184"/>
                    </a:cubicBezTo>
                    <a:cubicBezTo>
                      <a:pt x="189" y="173"/>
                      <a:pt x="189" y="173"/>
                      <a:pt x="189" y="173"/>
                    </a:cubicBezTo>
                    <a:cubicBezTo>
                      <a:pt x="210" y="170"/>
                      <a:pt x="210" y="170"/>
                      <a:pt x="210" y="170"/>
                    </a:cubicBezTo>
                    <a:cubicBezTo>
                      <a:pt x="209" y="163"/>
                      <a:pt x="209" y="163"/>
                      <a:pt x="209" y="163"/>
                    </a:cubicBezTo>
                    <a:cubicBezTo>
                      <a:pt x="213" y="159"/>
                      <a:pt x="213" y="159"/>
                      <a:pt x="213" y="159"/>
                    </a:cubicBezTo>
                    <a:cubicBezTo>
                      <a:pt x="217" y="156"/>
                      <a:pt x="217" y="156"/>
                      <a:pt x="217" y="156"/>
                    </a:cubicBezTo>
                    <a:cubicBezTo>
                      <a:pt x="219" y="147"/>
                      <a:pt x="219" y="147"/>
                      <a:pt x="219" y="147"/>
                    </a:cubicBezTo>
                    <a:cubicBezTo>
                      <a:pt x="225" y="144"/>
                      <a:pt x="225" y="144"/>
                      <a:pt x="225" y="144"/>
                    </a:cubicBezTo>
                    <a:cubicBezTo>
                      <a:pt x="225" y="141"/>
                      <a:pt x="225" y="141"/>
                      <a:pt x="225" y="141"/>
                    </a:cubicBezTo>
                    <a:cubicBezTo>
                      <a:pt x="228" y="137"/>
                      <a:pt x="228" y="137"/>
                      <a:pt x="228" y="137"/>
                    </a:cubicBezTo>
                    <a:cubicBezTo>
                      <a:pt x="229" y="133"/>
                      <a:pt x="229" y="133"/>
                      <a:pt x="229" y="133"/>
                    </a:cubicBezTo>
                    <a:cubicBezTo>
                      <a:pt x="232" y="129"/>
                      <a:pt x="232" y="129"/>
                      <a:pt x="232" y="129"/>
                    </a:cubicBezTo>
                    <a:cubicBezTo>
                      <a:pt x="231" y="124"/>
                      <a:pt x="231" y="124"/>
                      <a:pt x="231" y="124"/>
                    </a:cubicBez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49" name="Kazakhstan" descr="© INSCALE GmbH, 05.05.2010&#10;http://www.presentationload.com/">
                <a:extLst>
                  <a:ext uri="{FF2B5EF4-FFF2-40B4-BE49-F238E27FC236}">
                    <a16:creationId xmlns:a16="http://schemas.microsoft.com/office/drawing/2014/main" id="{C0B33654-AFB9-9A41-B51F-A6C91F3D4B90}"/>
                  </a:ext>
                </a:extLst>
              </p:cNvPr>
              <p:cNvSpPr>
                <a:spLocks noEditPoints="1"/>
              </p:cNvSpPr>
              <p:nvPr/>
            </p:nvSpPr>
            <p:spPr bwMode="gray">
              <a:xfrm>
                <a:off x="6983565" y="2279461"/>
                <a:ext cx="1056861" cy="489805"/>
              </a:xfrm>
              <a:custGeom>
                <a:avLst/>
                <a:gdLst>
                  <a:gd name="T0" fmla="*/ 2147483647 w 2514"/>
                  <a:gd name="T1" fmla="*/ 2147483647 h 1164"/>
                  <a:gd name="T2" fmla="*/ 2147483647 w 2514"/>
                  <a:gd name="T3" fmla="*/ 2147483647 h 1164"/>
                  <a:gd name="T4" fmla="*/ 2147483647 w 2514"/>
                  <a:gd name="T5" fmla="*/ 2147483647 h 1164"/>
                  <a:gd name="T6" fmla="*/ 2147483647 w 2514"/>
                  <a:gd name="T7" fmla="*/ 2147483647 h 1164"/>
                  <a:gd name="T8" fmla="*/ 2147483647 w 2514"/>
                  <a:gd name="T9" fmla="*/ 2147483647 h 1164"/>
                  <a:gd name="T10" fmla="*/ 2147483647 w 2514"/>
                  <a:gd name="T11" fmla="*/ 2147483647 h 1164"/>
                  <a:gd name="T12" fmla="*/ 2147483647 w 2514"/>
                  <a:gd name="T13" fmla="*/ 2147483647 h 1164"/>
                  <a:gd name="T14" fmla="*/ 2147483647 w 2514"/>
                  <a:gd name="T15" fmla="*/ 2147483647 h 1164"/>
                  <a:gd name="T16" fmla="*/ 2147483647 w 2514"/>
                  <a:gd name="T17" fmla="*/ 2147483647 h 1164"/>
                  <a:gd name="T18" fmla="*/ 2147483647 w 2514"/>
                  <a:gd name="T19" fmla="*/ 2147483647 h 1164"/>
                  <a:gd name="T20" fmla="*/ 2147483647 w 2514"/>
                  <a:gd name="T21" fmla="*/ 2147483647 h 1164"/>
                  <a:gd name="T22" fmla="*/ 2147483647 w 2514"/>
                  <a:gd name="T23" fmla="*/ 2147483647 h 1164"/>
                  <a:gd name="T24" fmla="*/ 2147483647 w 2514"/>
                  <a:gd name="T25" fmla="*/ 2147483647 h 1164"/>
                  <a:gd name="T26" fmla="*/ 2147483647 w 2514"/>
                  <a:gd name="T27" fmla="*/ 2147483647 h 1164"/>
                  <a:gd name="T28" fmla="*/ 2147483647 w 2514"/>
                  <a:gd name="T29" fmla="*/ 2147483647 h 1164"/>
                  <a:gd name="T30" fmla="*/ 2147483647 w 2514"/>
                  <a:gd name="T31" fmla="*/ 2147483647 h 1164"/>
                  <a:gd name="T32" fmla="*/ 2147483647 w 2514"/>
                  <a:gd name="T33" fmla="*/ 2147483647 h 1164"/>
                  <a:gd name="T34" fmla="*/ 2147483647 w 2514"/>
                  <a:gd name="T35" fmla="*/ 2147483647 h 1164"/>
                  <a:gd name="T36" fmla="*/ 2147483647 w 2514"/>
                  <a:gd name="T37" fmla="*/ 2147483647 h 1164"/>
                  <a:gd name="T38" fmla="*/ 2147483647 w 2514"/>
                  <a:gd name="T39" fmla="*/ 2147483647 h 1164"/>
                  <a:gd name="T40" fmla="*/ 2147483647 w 2514"/>
                  <a:gd name="T41" fmla="*/ 2147483647 h 1164"/>
                  <a:gd name="T42" fmla="*/ 2147483647 w 2514"/>
                  <a:gd name="T43" fmla="*/ 2147483647 h 1164"/>
                  <a:gd name="T44" fmla="*/ 2147483647 w 2514"/>
                  <a:gd name="T45" fmla="*/ 2147483647 h 1164"/>
                  <a:gd name="T46" fmla="*/ 2147483647 w 2514"/>
                  <a:gd name="T47" fmla="*/ 2147483647 h 1164"/>
                  <a:gd name="T48" fmla="*/ 2147483647 w 2514"/>
                  <a:gd name="T49" fmla="*/ 2147483647 h 1164"/>
                  <a:gd name="T50" fmla="*/ 2147483647 w 2514"/>
                  <a:gd name="T51" fmla="*/ 2147483647 h 1164"/>
                  <a:gd name="T52" fmla="*/ 2147483647 w 2514"/>
                  <a:gd name="T53" fmla="*/ 2147483647 h 1164"/>
                  <a:gd name="T54" fmla="*/ 2147483647 w 2514"/>
                  <a:gd name="T55" fmla="*/ 2147483647 h 1164"/>
                  <a:gd name="T56" fmla="*/ 2147483647 w 2514"/>
                  <a:gd name="T57" fmla="*/ 2147483647 h 1164"/>
                  <a:gd name="T58" fmla="*/ 2147483647 w 2514"/>
                  <a:gd name="T59" fmla="*/ 2147483647 h 1164"/>
                  <a:gd name="T60" fmla="*/ 2147483647 w 2514"/>
                  <a:gd name="T61" fmla="*/ 2147483647 h 1164"/>
                  <a:gd name="T62" fmla="*/ 2147483647 w 2514"/>
                  <a:gd name="T63" fmla="*/ 2147483647 h 1164"/>
                  <a:gd name="T64" fmla="*/ 2147483647 w 2514"/>
                  <a:gd name="T65" fmla="*/ 2147483647 h 1164"/>
                  <a:gd name="T66" fmla="*/ 2147483647 w 2514"/>
                  <a:gd name="T67" fmla="*/ 2147483647 h 1164"/>
                  <a:gd name="T68" fmla="*/ 2147483647 w 2514"/>
                  <a:gd name="T69" fmla="*/ 2147483647 h 1164"/>
                  <a:gd name="T70" fmla="*/ 2147483647 w 2514"/>
                  <a:gd name="T71" fmla="*/ 2147483647 h 1164"/>
                  <a:gd name="T72" fmla="*/ 2147483647 w 2514"/>
                  <a:gd name="T73" fmla="*/ 2147483647 h 1164"/>
                  <a:gd name="T74" fmla="*/ 2147483647 w 2514"/>
                  <a:gd name="T75" fmla="*/ 2147483647 h 1164"/>
                  <a:gd name="T76" fmla="*/ 2147483647 w 2514"/>
                  <a:gd name="T77" fmla="*/ 2147483647 h 1164"/>
                  <a:gd name="T78" fmla="*/ 2147483647 w 2514"/>
                  <a:gd name="T79" fmla="*/ 2147483647 h 1164"/>
                  <a:gd name="T80" fmla="*/ 2147483647 w 2514"/>
                  <a:gd name="T81" fmla="*/ 2147483647 h 1164"/>
                  <a:gd name="T82" fmla="*/ 2147483647 w 2514"/>
                  <a:gd name="T83" fmla="*/ 2147483647 h 1164"/>
                  <a:gd name="T84" fmla="*/ 2147483647 w 2514"/>
                  <a:gd name="T85" fmla="*/ 2147483647 h 1164"/>
                  <a:gd name="T86" fmla="*/ 2147483647 w 2514"/>
                  <a:gd name="T87" fmla="*/ 2147483647 h 1164"/>
                  <a:gd name="T88" fmla="*/ 2147483647 w 2514"/>
                  <a:gd name="T89" fmla="*/ 2147483647 h 1164"/>
                  <a:gd name="T90" fmla="*/ 2147483647 w 2514"/>
                  <a:gd name="T91" fmla="*/ 2147483647 h 1164"/>
                  <a:gd name="T92" fmla="*/ 2147483647 w 2514"/>
                  <a:gd name="T93" fmla="*/ 2147483647 h 1164"/>
                  <a:gd name="T94" fmla="*/ 2147483647 w 2514"/>
                  <a:gd name="T95" fmla="*/ 2147483647 h 1164"/>
                  <a:gd name="T96" fmla="*/ 2147483647 w 2514"/>
                  <a:gd name="T97" fmla="*/ 2147483647 h 1164"/>
                  <a:gd name="T98" fmla="*/ 2147483647 w 2514"/>
                  <a:gd name="T99" fmla="*/ 2147483647 h 1164"/>
                  <a:gd name="T100" fmla="*/ 2147483647 w 2514"/>
                  <a:gd name="T101" fmla="*/ 2147483647 h 1164"/>
                  <a:gd name="T102" fmla="*/ 2147483647 w 2514"/>
                  <a:gd name="T103" fmla="*/ 2147483647 h 1164"/>
                  <a:gd name="T104" fmla="*/ 2147483647 w 2514"/>
                  <a:gd name="T105" fmla="*/ 2147483647 h 1164"/>
                  <a:gd name="T106" fmla="*/ 2147483647 w 2514"/>
                  <a:gd name="T107" fmla="*/ 2147483647 h 1164"/>
                  <a:gd name="T108" fmla="*/ 2147483647 w 2514"/>
                  <a:gd name="T109" fmla="*/ 2147483647 h 1164"/>
                  <a:gd name="T110" fmla="*/ 2147483647 w 2514"/>
                  <a:gd name="T111" fmla="*/ 2147483647 h 1164"/>
                  <a:gd name="T112" fmla="*/ 2147483647 w 2514"/>
                  <a:gd name="T113" fmla="*/ 2147483647 h 1164"/>
                  <a:gd name="T114" fmla="*/ 2147483647 w 2514"/>
                  <a:gd name="T115" fmla="*/ 2147483647 h 1164"/>
                  <a:gd name="T116" fmla="*/ 2147483647 w 2514"/>
                  <a:gd name="T117" fmla="*/ 2147483647 h 1164"/>
                  <a:gd name="T118" fmla="*/ 2147483647 w 2514"/>
                  <a:gd name="T119" fmla="*/ 2147483647 h 1164"/>
                  <a:gd name="T120" fmla="*/ 2147483647 w 2514"/>
                  <a:gd name="T121" fmla="*/ 2147483647 h 1164"/>
                  <a:gd name="T122" fmla="*/ 2147483647 w 2514"/>
                  <a:gd name="T123" fmla="*/ 2147483647 h 11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14"/>
                  <a:gd name="T187" fmla="*/ 0 h 1164"/>
                  <a:gd name="T188" fmla="*/ 2514 w 2514"/>
                  <a:gd name="T189" fmla="*/ 1164 h 11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14" h="1164">
                    <a:moveTo>
                      <a:pt x="852" y="756"/>
                    </a:moveTo>
                    <a:lnTo>
                      <a:pt x="840" y="744"/>
                    </a:lnTo>
                    <a:lnTo>
                      <a:pt x="822" y="768"/>
                    </a:lnTo>
                    <a:lnTo>
                      <a:pt x="816" y="780"/>
                    </a:lnTo>
                    <a:lnTo>
                      <a:pt x="870" y="804"/>
                    </a:lnTo>
                    <a:lnTo>
                      <a:pt x="870" y="786"/>
                    </a:lnTo>
                    <a:lnTo>
                      <a:pt x="864" y="780"/>
                    </a:lnTo>
                    <a:lnTo>
                      <a:pt x="858" y="768"/>
                    </a:lnTo>
                    <a:lnTo>
                      <a:pt x="858" y="762"/>
                    </a:lnTo>
                    <a:lnTo>
                      <a:pt x="852" y="756"/>
                    </a:lnTo>
                    <a:close/>
                    <a:moveTo>
                      <a:pt x="2484" y="492"/>
                    </a:moveTo>
                    <a:lnTo>
                      <a:pt x="2484" y="486"/>
                    </a:lnTo>
                    <a:lnTo>
                      <a:pt x="2514" y="486"/>
                    </a:lnTo>
                    <a:lnTo>
                      <a:pt x="2478" y="444"/>
                    </a:lnTo>
                    <a:lnTo>
                      <a:pt x="2454" y="420"/>
                    </a:lnTo>
                    <a:lnTo>
                      <a:pt x="2442" y="456"/>
                    </a:lnTo>
                    <a:lnTo>
                      <a:pt x="2370" y="450"/>
                    </a:lnTo>
                    <a:lnTo>
                      <a:pt x="2370" y="444"/>
                    </a:lnTo>
                    <a:lnTo>
                      <a:pt x="2364" y="438"/>
                    </a:lnTo>
                    <a:lnTo>
                      <a:pt x="2358" y="426"/>
                    </a:lnTo>
                    <a:lnTo>
                      <a:pt x="2352" y="420"/>
                    </a:lnTo>
                    <a:lnTo>
                      <a:pt x="2346" y="408"/>
                    </a:lnTo>
                    <a:lnTo>
                      <a:pt x="2346" y="402"/>
                    </a:lnTo>
                    <a:lnTo>
                      <a:pt x="2340" y="402"/>
                    </a:lnTo>
                    <a:lnTo>
                      <a:pt x="2328" y="396"/>
                    </a:lnTo>
                    <a:lnTo>
                      <a:pt x="2316" y="396"/>
                    </a:lnTo>
                    <a:lnTo>
                      <a:pt x="2304" y="390"/>
                    </a:lnTo>
                    <a:lnTo>
                      <a:pt x="2292" y="390"/>
                    </a:lnTo>
                    <a:lnTo>
                      <a:pt x="2286" y="378"/>
                    </a:lnTo>
                    <a:lnTo>
                      <a:pt x="2274" y="372"/>
                    </a:lnTo>
                    <a:lnTo>
                      <a:pt x="2250" y="348"/>
                    </a:lnTo>
                    <a:lnTo>
                      <a:pt x="2226" y="336"/>
                    </a:lnTo>
                    <a:lnTo>
                      <a:pt x="2208" y="336"/>
                    </a:lnTo>
                    <a:lnTo>
                      <a:pt x="2196" y="342"/>
                    </a:lnTo>
                    <a:lnTo>
                      <a:pt x="2178" y="348"/>
                    </a:lnTo>
                    <a:lnTo>
                      <a:pt x="2166" y="354"/>
                    </a:lnTo>
                    <a:lnTo>
                      <a:pt x="2160" y="366"/>
                    </a:lnTo>
                    <a:lnTo>
                      <a:pt x="2136" y="366"/>
                    </a:lnTo>
                    <a:lnTo>
                      <a:pt x="2124" y="360"/>
                    </a:lnTo>
                    <a:lnTo>
                      <a:pt x="2118" y="348"/>
                    </a:lnTo>
                    <a:lnTo>
                      <a:pt x="2106" y="342"/>
                    </a:lnTo>
                    <a:lnTo>
                      <a:pt x="2076" y="342"/>
                    </a:lnTo>
                    <a:lnTo>
                      <a:pt x="2076" y="336"/>
                    </a:lnTo>
                    <a:lnTo>
                      <a:pt x="2070" y="330"/>
                    </a:lnTo>
                    <a:lnTo>
                      <a:pt x="2070" y="318"/>
                    </a:lnTo>
                    <a:lnTo>
                      <a:pt x="2064" y="312"/>
                    </a:lnTo>
                    <a:lnTo>
                      <a:pt x="2052" y="312"/>
                    </a:lnTo>
                    <a:lnTo>
                      <a:pt x="2052" y="318"/>
                    </a:lnTo>
                    <a:lnTo>
                      <a:pt x="2046" y="324"/>
                    </a:lnTo>
                    <a:lnTo>
                      <a:pt x="2046" y="336"/>
                    </a:lnTo>
                    <a:lnTo>
                      <a:pt x="2034" y="348"/>
                    </a:lnTo>
                    <a:lnTo>
                      <a:pt x="2022" y="354"/>
                    </a:lnTo>
                    <a:lnTo>
                      <a:pt x="2010" y="354"/>
                    </a:lnTo>
                    <a:lnTo>
                      <a:pt x="1998" y="348"/>
                    </a:lnTo>
                    <a:lnTo>
                      <a:pt x="1986" y="336"/>
                    </a:lnTo>
                    <a:lnTo>
                      <a:pt x="1974" y="318"/>
                    </a:lnTo>
                    <a:lnTo>
                      <a:pt x="1938" y="282"/>
                    </a:lnTo>
                    <a:lnTo>
                      <a:pt x="1920" y="258"/>
                    </a:lnTo>
                    <a:lnTo>
                      <a:pt x="1848" y="198"/>
                    </a:lnTo>
                    <a:lnTo>
                      <a:pt x="1818" y="168"/>
                    </a:lnTo>
                    <a:lnTo>
                      <a:pt x="1800" y="156"/>
                    </a:lnTo>
                    <a:lnTo>
                      <a:pt x="1788" y="150"/>
                    </a:lnTo>
                    <a:lnTo>
                      <a:pt x="1758" y="132"/>
                    </a:lnTo>
                    <a:lnTo>
                      <a:pt x="1728" y="120"/>
                    </a:lnTo>
                    <a:lnTo>
                      <a:pt x="1692" y="102"/>
                    </a:lnTo>
                    <a:lnTo>
                      <a:pt x="1698" y="102"/>
                    </a:lnTo>
                    <a:lnTo>
                      <a:pt x="1710" y="90"/>
                    </a:lnTo>
                    <a:lnTo>
                      <a:pt x="1710" y="72"/>
                    </a:lnTo>
                    <a:lnTo>
                      <a:pt x="1704" y="66"/>
                    </a:lnTo>
                    <a:lnTo>
                      <a:pt x="1698" y="66"/>
                    </a:lnTo>
                    <a:lnTo>
                      <a:pt x="1680" y="84"/>
                    </a:lnTo>
                    <a:lnTo>
                      <a:pt x="1644" y="96"/>
                    </a:lnTo>
                    <a:lnTo>
                      <a:pt x="1632" y="114"/>
                    </a:lnTo>
                    <a:lnTo>
                      <a:pt x="1620" y="114"/>
                    </a:lnTo>
                    <a:lnTo>
                      <a:pt x="1608" y="120"/>
                    </a:lnTo>
                    <a:lnTo>
                      <a:pt x="1602" y="126"/>
                    </a:lnTo>
                    <a:lnTo>
                      <a:pt x="1602" y="144"/>
                    </a:lnTo>
                    <a:lnTo>
                      <a:pt x="1590" y="156"/>
                    </a:lnTo>
                    <a:lnTo>
                      <a:pt x="1578" y="150"/>
                    </a:lnTo>
                    <a:lnTo>
                      <a:pt x="1572" y="144"/>
                    </a:lnTo>
                    <a:lnTo>
                      <a:pt x="1560" y="138"/>
                    </a:lnTo>
                    <a:lnTo>
                      <a:pt x="1554" y="132"/>
                    </a:lnTo>
                    <a:lnTo>
                      <a:pt x="1548" y="132"/>
                    </a:lnTo>
                    <a:lnTo>
                      <a:pt x="1542" y="138"/>
                    </a:lnTo>
                    <a:lnTo>
                      <a:pt x="1536" y="138"/>
                    </a:lnTo>
                    <a:lnTo>
                      <a:pt x="1530" y="144"/>
                    </a:lnTo>
                    <a:lnTo>
                      <a:pt x="1524" y="144"/>
                    </a:lnTo>
                    <a:lnTo>
                      <a:pt x="1524" y="138"/>
                    </a:lnTo>
                    <a:lnTo>
                      <a:pt x="1530" y="132"/>
                    </a:lnTo>
                    <a:lnTo>
                      <a:pt x="1530" y="108"/>
                    </a:lnTo>
                    <a:lnTo>
                      <a:pt x="1518" y="102"/>
                    </a:lnTo>
                    <a:lnTo>
                      <a:pt x="1512" y="102"/>
                    </a:lnTo>
                    <a:lnTo>
                      <a:pt x="1506" y="108"/>
                    </a:lnTo>
                    <a:lnTo>
                      <a:pt x="1482" y="96"/>
                    </a:lnTo>
                    <a:lnTo>
                      <a:pt x="1458" y="108"/>
                    </a:lnTo>
                    <a:lnTo>
                      <a:pt x="1434" y="72"/>
                    </a:lnTo>
                    <a:lnTo>
                      <a:pt x="1422" y="90"/>
                    </a:lnTo>
                    <a:lnTo>
                      <a:pt x="1404" y="90"/>
                    </a:lnTo>
                    <a:lnTo>
                      <a:pt x="1392" y="96"/>
                    </a:lnTo>
                    <a:lnTo>
                      <a:pt x="1374" y="96"/>
                    </a:lnTo>
                    <a:lnTo>
                      <a:pt x="1368" y="90"/>
                    </a:lnTo>
                    <a:lnTo>
                      <a:pt x="1368" y="48"/>
                    </a:lnTo>
                    <a:lnTo>
                      <a:pt x="1362" y="42"/>
                    </a:lnTo>
                    <a:lnTo>
                      <a:pt x="1350" y="42"/>
                    </a:lnTo>
                    <a:lnTo>
                      <a:pt x="1344" y="36"/>
                    </a:lnTo>
                    <a:lnTo>
                      <a:pt x="1338" y="24"/>
                    </a:lnTo>
                    <a:lnTo>
                      <a:pt x="1320" y="6"/>
                    </a:lnTo>
                    <a:lnTo>
                      <a:pt x="1314" y="6"/>
                    </a:lnTo>
                    <a:lnTo>
                      <a:pt x="1302" y="18"/>
                    </a:lnTo>
                    <a:lnTo>
                      <a:pt x="1290" y="18"/>
                    </a:lnTo>
                    <a:lnTo>
                      <a:pt x="1278" y="6"/>
                    </a:lnTo>
                    <a:lnTo>
                      <a:pt x="1260" y="6"/>
                    </a:lnTo>
                    <a:lnTo>
                      <a:pt x="1242" y="0"/>
                    </a:lnTo>
                    <a:lnTo>
                      <a:pt x="1218" y="0"/>
                    </a:lnTo>
                    <a:lnTo>
                      <a:pt x="1200" y="6"/>
                    </a:lnTo>
                    <a:lnTo>
                      <a:pt x="1188" y="12"/>
                    </a:lnTo>
                    <a:lnTo>
                      <a:pt x="1176" y="24"/>
                    </a:lnTo>
                    <a:lnTo>
                      <a:pt x="1176" y="36"/>
                    </a:lnTo>
                    <a:lnTo>
                      <a:pt x="1164" y="36"/>
                    </a:lnTo>
                    <a:lnTo>
                      <a:pt x="1110" y="54"/>
                    </a:lnTo>
                    <a:lnTo>
                      <a:pt x="1020" y="54"/>
                    </a:lnTo>
                    <a:lnTo>
                      <a:pt x="1014" y="60"/>
                    </a:lnTo>
                    <a:lnTo>
                      <a:pt x="1014" y="78"/>
                    </a:lnTo>
                    <a:lnTo>
                      <a:pt x="948" y="78"/>
                    </a:lnTo>
                    <a:lnTo>
                      <a:pt x="942" y="96"/>
                    </a:lnTo>
                    <a:lnTo>
                      <a:pt x="888" y="96"/>
                    </a:lnTo>
                    <a:lnTo>
                      <a:pt x="828" y="102"/>
                    </a:lnTo>
                    <a:lnTo>
                      <a:pt x="792" y="114"/>
                    </a:lnTo>
                    <a:lnTo>
                      <a:pt x="780" y="126"/>
                    </a:lnTo>
                    <a:lnTo>
                      <a:pt x="780" y="132"/>
                    </a:lnTo>
                    <a:lnTo>
                      <a:pt x="786" y="138"/>
                    </a:lnTo>
                    <a:lnTo>
                      <a:pt x="786" y="144"/>
                    </a:lnTo>
                    <a:lnTo>
                      <a:pt x="810" y="144"/>
                    </a:lnTo>
                    <a:lnTo>
                      <a:pt x="798" y="162"/>
                    </a:lnTo>
                    <a:lnTo>
                      <a:pt x="810" y="162"/>
                    </a:lnTo>
                    <a:lnTo>
                      <a:pt x="834" y="174"/>
                    </a:lnTo>
                    <a:lnTo>
                      <a:pt x="846" y="174"/>
                    </a:lnTo>
                    <a:lnTo>
                      <a:pt x="858" y="186"/>
                    </a:lnTo>
                    <a:lnTo>
                      <a:pt x="804" y="186"/>
                    </a:lnTo>
                    <a:lnTo>
                      <a:pt x="792" y="198"/>
                    </a:lnTo>
                    <a:lnTo>
                      <a:pt x="798" y="204"/>
                    </a:lnTo>
                    <a:lnTo>
                      <a:pt x="804" y="216"/>
                    </a:lnTo>
                    <a:lnTo>
                      <a:pt x="810" y="222"/>
                    </a:lnTo>
                    <a:lnTo>
                      <a:pt x="810" y="234"/>
                    </a:lnTo>
                    <a:lnTo>
                      <a:pt x="798" y="246"/>
                    </a:lnTo>
                    <a:lnTo>
                      <a:pt x="786" y="246"/>
                    </a:lnTo>
                    <a:lnTo>
                      <a:pt x="774" y="252"/>
                    </a:lnTo>
                    <a:lnTo>
                      <a:pt x="762" y="252"/>
                    </a:lnTo>
                    <a:lnTo>
                      <a:pt x="792" y="282"/>
                    </a:lnTo>
                    <a:lnTo>
                      <a:pt x="816" y="282"/>
                    </a:lnTo>
                    <a:lnTo>
                      <a:pt x="834" y="288"/>
                    </a:lnTo>
                    <a:lnTo>
                      <a:pt x="846" y="294"/>
                    </a:lnTo>
                    <a:lnTo>
                      <a:pt x="870" y="318"/>
                    </a:lnTo>
                    <a:lnTo>
                      <a:pt x="876" y="336"/>
                    </a:lnTo>
                    <a:lnTo>
                      <a:pt x="876" y="348"/>
                    </a:lnTo>
                    <a:lnTo>
                      <a:pt x="870" y="360"/>
                    </a:lnTo>
                    <a:lnTo>
                      <a:pt x="864" y="366"/>
                    </a:lnTo>
                    <a:lnTo>
                      <a:pt x="828" y="366"/>
                    </a:lnTo>
                    <a:lnTo>
                      <a:pt x="816" y="360"/>
                    </a:lnTo>
                    <a:lnTo>
                      <a:pt x="810" y="354"/>
                    </a:lnTo>
                    <a:lnTo>
                      <a:pt x="798" y="354"/>
                    </a:lnTo>
                    <a:lnTo>
                      <a:pt x="792" y="348"/>
                    </a:lnTo>
                    <a:lnTo>
                      <a:pt x="780" y="372"/>
                    </a:lnTo>
                    <a:lnTo>
                      <a:pt x="768" y="372"/>
                    </a:lnTo>
                    <a:lnTo>
                      <a:pt x="756" y="366"/>
                    </a:lnTo>
                    <a:lnTo>
                      <a:pt x="732" y="366"/>
                    </a:lnTo>
                    <a:lnTo>
                      <a:pt x="708" y="354"/>
                    </a:lnTo>
                    <a:lnTo>
                      <a:pt x="702" y="342"/>
                    </a:lnTo>
                    <a:lnTo>
                      <a:pt x="690" y="336"/>
                    </a:lnTo>
                    <a:lnTo>
                      <a:pt x="684" y="330"/>
                    </a:lnTo>
                    <a:lnTo>
                      <a:pt x="672" y="330"/>
                    </a:lnTo>
                    <a:lnTo>
                      <a:pt x="666" y="336"/>
                    </a:lnTo>
                    <a:lnTo>
                      <a:pt x="654" y="342"/>
                    </a:lnTo>
                    <a:lnTo>
                      <a:pt x="636" y="348"/>
                    </a:lnTo>
                    <a:lnTo>
                      <a:pt x="624" y="348"/>
                    </a:lnTo>
                    <a:lnTo>
                      <a:pt x="588" y="330"/>
                    </a:lnTo>
                    <a:lnTo>
                      <a:pt x="582" y="330"/>
                    </a:lnTo>
                    <a:lnTo>
                      <a:pt x="570" y="336"/>
                    </a:lnTo>
                    <a:lnTo>
                      <a:pt x="558" y="348"/>
                    </a:lnTo>
                    <a:lnTo>
                      <a:pt x="546" y="354"/>
                    </a:lnTo>
                    <a:lnTo>
                      <a:pt x="540" y="366"/>
                    </a:lnTo>
                    <a:lnTo>
                      <a:pt x="534" y="372"/>
                    </a:lnTo>
                    <a:lnTo>
                      <a:pt x="462" y="336"/>
                    </a:lnTo>
                    <a:lnTo>
                      <a:pt x="450" y="336"/>
                    </a:lnTo>
                    <a:lnTo>
                      <a:pt x="450" y="342"/>
                    </a:lnTo>
                    <a:lnTo>
                      <a:pt x="462" y="354"/>
                    </a:lnTo>
                    <a:lnTo>
                      <a:pt x="462" y="372"/>
                    </a:lnTo>
                    <a:lnTo>
                      <a:pt x="450" y="372"/>
                    </a:lnTo>
                    <a:lnTo>
                      <a:pt x="438" y="360"/>
                    </a:lnTo>
                    <a:lnTo>
                      <a:pt x="438" y="354"/>
                    </a:lnTo>
                    <a:lnTo>
                      <a:pt x="426" y="324"/>
                    </a:lnTo>
                    <a:lnTo>
                      <a:pt x="390" y="324"/>
                    </a:lnTo>
                    <a:lnTo>
                      <a:pt x="384" y="312"/>
                    </a:lnTo>
                    <a:lnTo>
                      <a:pt x="384" y="306"/>
                    </a:lnTo>
                    <a:lnTo>
                      <a:pt x="378" y="300"/>
                    </a:lnTo>
                    <a:lnTo>
                      <a:pt x="318" y="300"/>
                    </a:lnTo>
                    <a:lnTo>
                      <a:pt x="312" y="288"/>
                    </a:lnTo>
                    <a:lnTo>
                      <a:pt x="306" y="282"/>
                    </a:lnTo>
                    <a:lnTo>
                      <a:pt x="288" y="282"/>
                    </a:lnTo>
                    <a:lnTo>
                      <a:pt x="276" y="288"/>
                    </a:lnTo>
                    <a:lnTo>
                      <a:pt x="264" y="300"/>
                    </a:lnTo>
                    <a:lnTo>
                      <a:pt x="234" y="300"/>
                    </a:lnTo>
                    <a:lnTo>
                      <a:pt x="228" y="294"/>
                    </a:lnTo>
                    <a:lnTo>
                      <a:pt x="228" y="288"/>
                    </a:lnTo>
                    <a:lnTo>
                      <a:pt x="222" y="288"/>
                    </a:lnTo>
                    <a:lnTo>
                      <a:pt x="210" y="282"/>
                    </a:lnTo>
                    <a:lnTo>
                      <a:pt x="180" y="282"/>
                    </a:lnTo>
                    <a:lnTo>
                      <a:pt x="180" y="288"/>
                    </a:lnTo>
                    <a:lnTo>
                      <a:pt x="186" y="294"/>
                    </a:lnTo>
                    <a:lnTo>
                      <a:pt x="186" y="312"/>
                    </a:lnTo>
                    <a:lnTo>
                      <a:pt x="174" y="324"/>
                    </a:lnTo>
                    <a:lnTo>
                      <a:pt x="162" y="330"/>
                    </a:lnTo>
                    <a:lnTo>
                      <a:pt x="150" y="330"/>
                    </a:lnTo>
                    <a:lnTo>
                      <a:pt x="138" y="336"/>
                    </a:lnTo>
                    <a:lnTo>
                      <a:pt x="132" y="336"/>
                    </a:lnTo>
                    <a:lnTo>
                      <a:pt x="132" y="360"/>
                    </a:lnTo>
                    <a:lnTo>
                      <a:pt x="102" y="372"/>
                    </a:lnTo>
                    <a:lnTo>
                      <a:pt x="114" y="384"/>
                    </a:lnTo>
                    <a:lnTo>
                      <a:pt x="120" y="396"/>
                    </a:lnTo>
                    <a:lnTo>
                      <a:pt x="114" y="402"/>
                    </a:lnTo>
                    <a:lnTo>
                      <a:pt x="108" y="414"/>
                    </a:lnTo>
                    <a:lnTo>
                      <a:pt x="102" y="420"/>
                    </a:lnTo>
                    <a:lnTo>
                      <a:pt x="90" y="420"/>
                    </a:lnTo>
                    <a:lnTo>
                      <a:pt x="78" y="414"/>
                    </a:lnTo>
                    <a:lnTo>
                      <a:pt x="72" y="402"/>
                    </a:lnTo>
                    <a:lnTo>
                      <a:pt x="60" y="396"/>
                    </a:lnTo>
                    <a:lnTo>
                      <a:pt x="48" y="384"/>
                    </a:lnTo>
                    <a:lnTo>
                      <a:pt x="36" y="378"/>
                    </a:lnTo>
                    <a:lnTo>
                      <a:pt x="24" y="378"/>
                    </a:lnTo>
                    <a:lnTo>
                      <a:pt x="18" y="384"/>
                    </a:lnTo>
                    <a:lnTo>
                      <a:pt x="18" y="396"/>
                    </a:lnTo>
                    <a:lnTo>
                      <a:pt x="24" y="402"/>
                    </a:lnTo>
                    <a:lnTo>
                      <a:pt x="24" y="426"/>
                    </a:lnTo>
                    <a:lnTo>
                      <a:pt x="0" y="426"/>
                    </a:lnTo>
                    <a:lnTo>
                      <a:pt x="6" y="462"/>
                    </a:lnTo>
                    <a:lnTo>
                      <a:pt x="12" y="468"/>
                    </a:lnTo>
                    <a:lnTo>
                      <a:pt x="12" y="492"/>
                    </a:lnTo>
                    <a:lnTo>
                      <a:pt x="0" y="516"/>
                    </a:lnTo>
                    <a:lnTo>
                      <a:pt x="0" y="546"/>
                    </a:lnTo>
                    <a:lnTo>
                      <a:pt x="6" y="546"/>
                    </a:lnTo>
                    <a:lnTo>
                      <a:pt x="12" y="552"/>
                    </a:lnTo>
                    <a:lnTo>
                      <a:pt x="36" y="552"/>
                    </a:lnTo>
                    <a:lnTo>
                      <a:pt x="42" y="558"/>
                    </a:lnTo>
                    <a:lnTo>
                      <a:pt x="42" y="588"/>
                    </a:lnTo>
                    <a:lnTo>
                      <a:pt x="48" y="594"/>
                    </a:lnTo>
                    <a:lnTo>
                      <a:pt x="90" y="594"/>
                    </a:lnTo>
                    <a:lnTo>
                      <a:pt x="102" y="588"/>
                    </a:lnTo>
                    <a:lnTo>
                      <a:pt x="114" y="588"/>
                    </a:lnTo>
                    <a:lnTo>
                      <a:pt x="162" y="636"/>
                    </a:lnTo>
                    <a:lnTo>
                      <a:pt x="168" y="648"/>
                    </a:lnTo>
                    <a:lnTo>
                      <a:pt x="180" y="660"/>
                    </a:lnTo>
                    <a:lnTo>
                      <a:pt x="180" y="672"/>
                    </a:lnTo>
                    <a:lnTo>
                      <a:pt x="144" y="672"/>
                    </a:lnTo>
                    <a:lnTo>
                      <a:pt x="144" y="678"/>
                    </a:lnTo>
                    <a:lnTo>
                      <a:pt x="156" y="690"/>
                    </a:lnTo>
                    <a:lnTo>
                      <a:pt x="174" y="696"/>
                    </a:lnTo>
                    <a:lnTo>
                      <a:pt x="186" y="696"/>
                    </a:lnTo>
                    <a:lnTo>
                      <a:pt x="192" y="702"/>
                    </a:lnTo>
                    <a:lnTo>
                      <a:pt x="198" y="702"/>
                    </a:lnTo>
                    <a:lnTo>
                      <a:pt x="204" y="690"/>
                    </a:lnTo>
                    <a:lnTo>
                      <a:pt x="222" y="690"/>
                    </a:lnTo>
                    <a:lnTo>
                      <a:pt x="228" y="684"/>
                    </a:lnTo>
                    <a:lnTo>
                      <a:pt x="246" y="672"/>
                    </a:lnTo>
                    <a:lnTo>
                      <a:pt x="306" y="648"/>
                    </a:lnTo>
                    <a:lnTo>
                      <a:pt x="324" y="642"/>
                    </a:lnTo>
                    <a:lnTo>
                      <a:pt x="336" y="648"/>
                    </a:lnTo>
                    <a:lnTo>
                      <a:pt x="342" y="654"/>
                    </a:lnTo>
                    <a:lnTo>
                      <a:pt x="360" y="666"/>
                    </a:lnTo>
                    <a:lnTo>
                      <a:pt x="366" y="672"/>
                    </a:lnTo>
                    <a:lnTo>
                      <a:pt x="384" y="672"/>
                    </a:lnTo>
                    <a:lnTo>
                      <a:pt x="390" y="666"/>
                    </a:lnTo>
                    <a:lnTo>
                      <a:pt x="402" y="666"/>
                    </a:lnTo>
                    <a:lnTo>
                      <a:pt x="408" y="660"/>
                    </a:lnTo>
                    <a:lnTo>
                      <a:pt x="414" y="666"/>
                    </a:lnTo>
                    <a:lnTo>
                      <a:pt x="426" y="672"/>
                    </a:lnTo>
                    <a:lnTo>
                      <a:pt x="450" y="696"/>
                    </a:lnTo>
                    <a:lnTo>
                      <a:pt x="450" y="726"/>
                    </a:lnTo>
                    <a:lnTo>
                      <a:pt x="444" y="732"/>
                    </a:lnTo>
                    <a:lnTo>
                      <a:pt x="444" y="738"/>
                    </a:lnTo>
                    <a:lnTo>
                      <a:pt x="438" y="744"/>
                    </a:lnTo>
                    <a:lnTo>
                      <a:pt x="438" y="750"/>
                    </a:lnTo>
                    <a:lnTo>
                      <a:pt x="444" y="756"/>
                    </a:lnTo>
                    <a:lnTo>
                      <a:pt x="450" y="768"/>
                    </a:lnTo>
                    <a:lnTo>
                      <a:pt x="462" y="774"/>
                    </a:lnTo>
                    <a:lnTo>
                      <a:pt x="474" y="786"/>
                    </a:lnTo>
                    <a:lnTo>
                      <a:pt x="486" y="786"/>
                    </a:lnTo>
                    <a:lnTo>
                      <a:pt x="504" y="768"/>
                    </a:lnTo>
                    <a:lnTo>
                      <a:pt x="516" y="762"/>
                    </a:lnTo>
                    <a:lnTo>
                      <a:pt x="528" y="762"/>
                    </a:lnTo>
                    <a:lnTo>
                      <a:pt x="528" y="792"/>
                    </a:lnTo>
                    <a:lnTo>
                      <a:pt x="546" y="810"/>
                    </a:lnTo>
                    <a:lnTo>
                      <a:pt x="510" y="816"/>
                    </a:lnTo>
                    <a:lnTo>
                      <a:pt x="510" y="828"/>
                    </a:lnTo>
                    <a:lnTo>
                      <a:pt x="504" y="834"/>
                    </a:lnTo>
                    <a:lnTo>
                      <a:pt x="498" y="834"/>
                    </a:lnTo>
                    <a:lnTo>
                      <a:pt x="486" y="822"/>
                    </a:lnTo>
                    <a:lnTo>
                      <a:pt x="486" y="816"/>
                    </a:lnTo>
                    <a:lnTo>
                      <a:pt x="498" y="804"/>
                    </a:lnTo>
                    <a:lnTo>
                      <a:pt x="504" y="804"/>
                    </a:lnTo>
                    <a:lnTo>
                      <a:pt x="510" y="798"/>
                    </a:lnTo>
                    <a:lnTo>
                      <a:pt x="480" y="798"/>
                    </a:lnTo>
                    <a:lnTo>
                      <a:pt x="462" y="792"/>
                    </a:lnTo>
                    <a:lnTo>
                      <a:pt x="450" y="792"/>
                    </a:lnTo>
                    <a:lnTo>
                      <a:pt x="432" y="786"/>
                    </a:lnTo>
                    <a:lnTo>
                      <a:pt x="408" y="786"/>
                    </a:lnTo>
                    <a:lnTo>
                      <a:pt x="390" y="780"/>
                    </a:lnTo>
                    <a:lnTo>
                      <a:pt x="372" y="780"/>
                    </a:lnTo>
                    <a:lnTo>
                      <a:pt x="360" y="774"/>
                    </a:lnTo>
                    <a:lnTo>
                      <a:pt x="348" y="774"/>
                    </a:lnTo>
                    <a:lnTo>
                      <a:pt x="360" y="804"/>
                    </a:lnTo>
                    <a:lnTo>
                      <a:pt x="342" y="804"/>
                    </a:lnTo>
                    <a:lnTo>
                      <a:pt x="330" y="816"/>
                    </a:lnTo>
                    <a:lnTo>
                      <a:pt x="330" y="822"/>
                    </a:lnTo>
                    <a:lnTo>
                      <a:pt x="336" y="828"/>
                    </a:lnTo>
                    <a:lnTo>
                      <a:pt x="348" y="834"/>
                    </a:lnTo>
                    <a:lnTo>
                      <a:pt x="354" y="840"/>
                    </a:lnTo>
                    <a:lnTo>
                      <a:pt x="366" y="840"/>
                    </a:lnTo>
                    <a:lnTo>
                      <a:pt x="372" y="846"/>
                    </a:lnTo>
                    <a:lnTo>
                      <a:pt x="372" y="852"/>
                    </a:lnTo>
                    <a:lnTo>
                      <a:pt x="360" y="852"/>
                    </a:lnTo>
                    <a:lnTo>
                      <a:pt x="348" y="846"/>
                    </a:lnTo>
                    <a:lnTo>
                      <a:pt x="336" y="846"/>
                    </a:lnTo>
                    <a:lnTo>
                      <a:pt x="324" y="840"/>
                    </a:lnTo>
                    <a:lnTo>
                      <a:pt x="306" y="834"/>
                    </a:lnTo>
                    <a:lnTo>
                      <a:pt x="300" y="834"/>
                    </a:lnTo>
                    <a:lnTo>
                      <a:pt x="294" y="840"/>
                    </a:lnTo>
                    <a:lnTo>
                      <a:pt x="294" y="846"/>
                    </a:lnTo>
                    <a:lnTo>
                      <a:pt x="306" y="858"/>
                    </a:lnTo>
                    <a:lnTo>
                      <a:pt x="318" y="864"/>
                    </a:lnTo>
                    <a:lnTo>
                      <a:pt x="324" y="870"/>
                    </a:lnTo>
                    <a:lnTo>
                      <a:pt x="336" y="870"/>
                    </a:lnTo>
                    <a:lnTo>
                      <a:pt x="336" y="882"/>
                    </a:lnTo>
                    <a:lnTo>
                      <a:pt x="342" y="894"/>
                    </a:lnTo>
                    <a:lnTo>
                      <a:pt x="366" y="918"/>
                    </a:lnTo>
                    <a:lnTo>
                      <a:pt x="372" y="930"/>
                    </a:lnTo>
                    <a:lnTo>
                      <a:pt x="372" y="954"/>
                    </a:lnTo>
                    <a:lnTo>
                      <a:pt x="408" y="960"/>
                    </a:lnTo>
                    <a:lnTo>
                      <a:pt x="414" y="978"/>
                    </a:lnTo>
                    <a:lnTo>
                      <a:pt x="444" y="978"/>
                    </a:lnTo>
                    <a:lnTo>
                      <a:pt x="480" y="996"/>
                    </a:lnTo>
                    <a:lnTo>
                      <a:pt x="486" y="1002"/>
                    </a:lnTo>
                    <a:lnTo>
                      <a:pt x="486" y="1014"/>
                    </a:lnTo>
                    <a:lnTo>
                      <a:pt x="480" y="1020"/>
                    </a:lnTo>
                    <a:lnTo>
                      <a:pt x="468" y="1026"/>
                    </a:lnTo>
                    <a:lnTo>
                      <a:pt x="462" y="1038"/>
                    </a:lnTo>
                    <a:lnTo>
                      <a:pt x="462" y="1056"/>
                    </a:lnTo>
                    <a:lnTo>
                      <a:pt x="468" y="1062"/>
                    </a:lnTo>
                    <a:lnTo>
                      <a:pt x="492" y="1062"/>
                    </a:lnTo>
                    <a:lnTo>
                      <a:pt x="498" y="1056"/>
                    </a:lnTo>
                    <a:lnTo>
                      <a:pt x="504" y="1038"/>
                    </a:lnTo>
                    <a:lnTo>
                      <a:pt x="510" y="1026"/>
                    </a:lnTo>
                    <a:lnTo>
                      <a:pt x="516" y="1020"/>
                    </a:lnTo>
                    <a:lnTo>
                      <a:pt x="528" y="1020"/>
                    </a:lnTo>
                    <a:lnTo>
                      <a:pt x="546" y="1026"/>
                    </a:lnTo>
                    <a:lnTo>
                      <a:pt x="546" y="1020"/>
                    </a:lnTo>
                    <a:lnTo>
                      <a:pt x="552" y="1014"/>
                    </a:lnTo>
                    <a:lnTo>
                      <a:pt x="570" y="1014"/>
                    </a:lnTo>
                    <a:lnTo>
                      <a:pt x="594" y="1026"/>
                    </a:lnTo>
                    <a:lnTo>
                      <a:pt x="606" y="1026"/>
                    </a:lnTo>
                    <a:lnTo>
                      <a:pt x="618" y="1038"/>
                    </a:lnTo>
                    <a:lnTo>
                      <a:pt x="630" y="1044"/>
                    </a:lnTo>
                    <a:lnTo>
                      <a:pt x="636" y="1056"/>
                    </a:lnTo>
                    <a:lnTo>
                      <a:pt x="642" y="1062"/>
                    </a:lnTo>
                    <a:lnTo>
                      <a:pt x="648" y="1074"/>
                    </a:lnTo>
                    <a:lnTo>
                      <a:pt x="672" y="1098"/>
                    </a:lnTo>
                    <a:lnTo>
                      <a:pt x="684" y="1104"/>
                    </a:lnTo>
                    <a:lnTo>
                      <a:pt x="690" y="1110"/>
                    </a:lnTo>
                    <a:lnTo>
                      <a:pt x="696" y="1104"/>
                    </a:lnTo>
                    <a:lnTo>
                      <a:pt x="696" y="1098"/>
                    </a:lnTo>
                    <a:lnTo>
                      <a:pt x="702" y="1092"/>
                    </a:lnTo>
                    <a:lnTo>
                      <a:pt x="654" y="810"/>
                    </a:lnTo>
                    <a:lnTo>
                      <a:pt x="798" y="768"/>
                    </a:lnTo>
                    <a:lnTo>
                      <a:pt x="804" y="774"/>
                    </a:lnTo>
                    <a:lnTo>
                      <a:pt x="804" y="762"/>
                    </a:lnTo>
                    <a:lnTo>
                      <a:pt x="810" y="756"/>
                    </a:lnTo>
                    <a:lnTo>
                      <a:pt x="810" y="750"/>
                    </a:lnTo>
                    <a:lnTo>
                      <a:pt x="816" y="738"/>
                    </a:lnTo>
                    <a:lnTo>
                      <a:pt x="816" y="732"/>
                    </a:lnTo>
                    <a:lnTo>
                      <a:pt x="822" y="726"/>
                    </a:lnTo>
                    <a:lnTo>
                      <a:pt x="846" y="726"/>
                    </a:lnTo>
                    <a:lnTo>
                      <a:pt x="852" y="750"/>
                    </a:lnTo>
                    <a:lnTo>
                      <a:pt x="864" y="744"/>
                    </a:lnTo>
                    <a:lnTo>
                      <a:pt x="870" y="744"/>
                    </a:lnTo>
                    <a:lnTo>
                      <a:pt x="876" y="738"/>
                    </a:lnTo>
                    <a:lnTo>
                      <a:pt x="876" y="732"/>
                    </a:lnTo>
                    <a:lnTo>
                      <a:pt x="852" y="708"/>
                    </a:lnTo>
                    <a:lnTo>
                      <a:pt x="870" y="708"/>
                    </a:lnTo>
                    <a:lnTo>
                      <a:pt x="882" y="720"/>
                    </a:lnTo>
                    <a:lnTo>
                      <a:pt x="936" y="720"/>
                    </a:lnTo>
                    <a:lnTo>
                      <a:pt x="924" y="708"/>
                    </a:lnTo>
                    <a:lnTo>
                      <a:pt x="918" y="708"/>
                    </a:lnTo>
                    <a:lnTo>
                      <a:pt x="906" y="696"/>
                    </a:lnTo>
                    <a:lnTo>
                      <a:pt x="882" y="696"/>
                    </a:lnTo>
                    <a:lnTo>
                      <a:pt x="876" y="690"/>
                    </a:lnTo>
                    <a:lnTo>
                      <a:pt x="876" y="684"/>
                    </a:lnTo>
                    <a:lnTo>
                      <a:pt x="882" y="678"/>
                    </a:lnTo>
                    <a:lnTo>
                      <a:pt x="906" y="678"/>
                    </a:lnTo>
                    <a:lnTo>
                      <a:pt x="924" y="666"/>
                    </a:lnTo>
                    <a:lnTo>
                      <a:pt x="930" y="672"/>
                    </a:lnTo>
                    <a:lnTo>
                      <a:pt x="936" y="684"/>
                    </a:lnTo>
                    <a:lnTo>
                      <a:pt x="942" y="690"/>
                    </a:lnTo>
                    <a:lnTo>
                      <a:pt x="948" y="690"/>
                    </a:lnTo>
                    <a:lnTo>
                      <a:pt x="954" y="684"/>
                    </a:lnTo>
                    <a:lnTo>
                      <a:pt x="960" y="690"/>
                    </a:lnTo>
                    <a:lnTo>
                      <a:pt x="966" y="702"/>
                    </a:lnTo>
                    <a:lnTo>
                      <a:pt x="966" y="708"/>
                    </a:lnTo>
                    <a:lnTo>
                      <a:pt x="960" y="714"/>
                    </a:lnTo>
                    <a:lnTo>
                      <a:pt x="954" y="714"/>
                    </a:lnTo>
                    <a:lnTo>
                      <a:pt x="942" y="720"/>
                    </a:lnTo>
                    <a:lnTo>
                      <a:pt x="924" y="738"/>
                    </a:lnTo>
                    <a:lnTo>
                      <a:pt x="888" y="738"/>
                    </a:lnTo>
                    <a:lnTo>
                      <a:pt x="882" y="744"/>
                    </a:lnTo>
                    <a:lnTo>
                      <a:pt x="882" y="756"/>
                    </a:lnTo>
                    <a:lnTo>
                      <a:pt x="888" y="762"/>
                    </a:lnTo>
                    <a:lnTo>
                      <a:pt x="900" y="762"/>
                    </a:lnTo>
                    <a:lnTo>
                      <a:pt x="906" y="768"/>
                    </a:lnTo>
                    <a:lnTo>
                      <a:pt x="918" y="768"/>
                    </a:lnTo>
                    <a:lnTo>
                      <a:pt x="918" y="786"/>
                    </a:lnTo>
                    <a:lnTo>
                      <a:pt x="912" y="798"/>
                    </a:lnTo>
                    <a:lnTo>
                      <a:pt x="912" y="816"/>
                    </a:lnTo>
                    <a:lnTo>
                      <a:pt x="918" y="822"/>
                    </a:lnTo>
                    <a:lnTo>
                      <a:pt x="984" y="858"/>
                    </a:lnTo>
                    <a:lnTo>
                      <a:pt x="1062" y="930"/>
                    </a:lnTo>
                    <a:lnTo>
                      <a:pt x="1068" y="930"/>
                    </a:lnTo>
                    <a:lnTo>
                      <a:pt x="1074" y="924"/>
                    </a:lnTo>
                    <a:lnTo>
                      <a:pt x="1110" y="924"/>
                    </a:lnTo>
                    <a:lnTo>
                      <a:pt x="1128" y="918"/>
                    </a:lnTo>
                    <a:lnTo>
                      <a:pt x="1188" y="918"/>
                    </a:lnTo>
                    <a:lnTo>
                      <a:pt x="1206" y="924"/>
                    </a:lnTo>
                    <a:lnTo>
                      <a:pt x="1224" y="924"/>
                    </a:lnTo>
                    <a:lnTo>
                      <a:pt x="1230" y="918"/>
                    </a:lnTo>
                    <a:lnTo>
                      <a:pt x="1254" y="906"/>
                    </a:lnTo>
                    <a:lnTo>
                      <a:pt x="1266" y="906"/>
                    </a:lnTo>
                    <a:lnTo>
                      <a:pt x="1272" y="918"/>
                    </a:lnTo>
                    <a:lnTo>
                      <a:pt x="1290" y="936"/>
                    </a:lnTo>
                    <a:lnTo>
                      <a:pt x="1296" y="954"/>
                    </a:lnTo>
                    <a:lnTo>
                      <a:pt x="1308" y="960"/>
                    </a:lnTo>
                    <a:lnTo>
                      <a:pt x="1314" y="972"/>
                    </a:lnTo>
                    <a:lnTo>
                      <a:pt x="1344" y="972"/>
                    </a:lnTo>
                    <a:lnTo>
                      <a:pt x="1344" y="984"/>
                    </a:lnTo>
                    <a:lnTo>
                      <a:pt x="1350" y="1002"/>
                    </a:lnTo>
                    <a:lnTo>
                      <a:pt x="1350" y="1044"/>
                    </a:lnTo>
                    <a:lnTo>
                      <a:pt x="1356" y="1050"/>
                    </a:lnTo>
                    <a:lnTo>
                      <a:pt x="1362" y="1050"/>
                    </a:lnTo>
                    <a:lnTo>
                      <a:pt x="1368" y="1044"/>
                    </a:lnTo>
                    <a:lnTo>
                      <a:pt x="1380" y="1044"/>
                    </a:lnTo>
                    <a:lnTo>
                      <a:pt x="1386" y="1050"/>
                    </a:lnTo>
                    <a:lnTo>
                      <a:pt x="1416" y="1110"/>
                    </a:lnTo>
                    <a:lnTo>
                      <a:pt x="1494" y="1110"/>
                    </a:lnTo>
                    <a:lnTo>
                      <a:pt x="1512" y="1116"/>
                    </a:lnTo>
                    <a:lnTo>
                      <a:pt x="1512" y="1134"/>
                    </a:lnTo>
                    <a:lnTo>
                      <a:pt x="1506" y="1140"/>
                    </a:lnTo>
                    <a:lnTo>
                      <a:pt x="1506" y="1152"/>
                    </a:lnTo>
                    <a:lnTo>
                      <a:pt x="1512" y="1152"/>
                    </a:lnTo>
                    <a:lnTo>
                      <a:pt x="1524" y="1158"/>
                    </a:lnTo>
                    <a:lnTo>
                      <a:pt x="1536" y="1158"/>
                    </a:lnTo>
                    <a:lnTo>
                      <a:pt x="1542" y="1164"/>
                    </a:lnTo>
                    <a:lnTo>
                      <a:pt x="1542" y="1152"/>
                    </a:lnTo>
                    <a:lnTo>
                      <a:pt x="1536" y="1146"/>
                    </a:lnTo>
                    <a:lnTo>
                      <a:pt x="1536" y="1134"/>
                    </a:lnTo>
                    <a:lnTo>
                      <a:pt x="1548" y="1122"/>
                    </a:lnTo>
                    <a:lnTo>
                      <a:pt x="1560" y="1116"/>
                    </a:lnTo>
                    <a:lnTo>
                      <a:pt x="1566" y="1110"/>
                    </a:lnTo>
                    <a:lnTo>
                      <a:pt x="1572" y="1110"/>
                    </a:lnTo>
                    <a:lnTo>
                      <a:pt x="1572" y="1092"/>
                    </a:lnTo>
                    <a:lnTo>
                      <a:pt x="1584" y="1080"/>
                    </a:lnTo>
                    <a:lnTo>
                      <a:pt x="1596" y="1074"/>
                    </a:lnTo>
                    <a:lnTo>
                      <a:pt x="1608" y="1074"/>
                    </a:lnTo>
                    <a:lnTo>
                      <a:pt x="1614" y="1068"/>
                    </a:lnTo>
                    <a:lnTo>
                      <a:pt x="1620" y="1068"/>
                    </a:lnTo>
                    <a:lnTo>
                      <a:pt x="1632" y="1044"/>
                    </a:lnTo>
                    <a:lnTo>
                      <a:pt x="1656" y="1044"/>
                    </a:lnTo>
                    <a:lnTo>
                      <a:pt x="1686" y="1026"/>
                    </a:lnTo>
                    <a:lnTo>
                      <a:pt x="1662" y="1026"/>
                    </a:lnTo>
                    <a:lnTo>
                      <a:pt x="1662" y="1008"/>
                    </a:lnTo>
                    <a:lnTo>
                      <a:pt x="1668" y="996"/>
                    </a:lnTo>
                    <a:lnTo>
                      <a:pt x="1686" y="978"/>
                    </a:lnTo>
                    <a:lnTo>
                      <a:pt x="1716" y="978"/>
                    </a:lnTo>
                    <a:lnTo>
                      <a:pt x="1728" y="984"/>
                    </a:lnTo>
                    <a:lnTo>
                      <a:pt x="1746" y="990"/>
                    </a:lnTo>
                    <a:lnTo>
                      <a:pt x="1782" y="1008"/>
                    </a:lnTo>
                    <a:lnTo>
                      <a:pt x="1812" y="1008"/>
                    </a:lnTo>
                    <a:lnTo>
                      <a:pt x="1830" y="1014"/>
                    </a:lnTo>
                    <a:lnTo>
                      <a:pt x="1830" y="1002"/>
                    </a:lnTo>
                    <a:lnTo>
                      <a:pt x="1824" y="990"/>
                    </a:lnTo>
                    <a:lnTo>
                      <a:pt x="1824" y="960"/>
                    </a:lnTo>
                    <a:lnTo>
                      <a:pt x="1830" y="954"/>
                    </a:lnTo>
                    <a:lnTo>
                      <a:pt x="1872" y="954"/>
                    </a:lnTo>
                    <a:lnTo>
                      <a:pt x="1884" y="960"/>
                    </a:lnTo>
                    <a:lnTo>
                      <a:pt x="1890" y="972"/>
                    </a:lnTo>
                    <a:lnTo>
                      <a:pt x="1914" y="972"/>
                    </a:lnTo>
                    <a:lnTo>
                      <a:pt x="1926" y="978"/>
                    </a:lnTo>
                    <a:lnTo>
                      <a:pt x="1944" y="978"/>
                    </a:lnTo>
                    <a:lnTo>
                      <a:pt x="1962" y="972"/>
                    </a:lnTo>
                    <a:lnTo>
                      <a:pt x="2082" y="972"/>
                    </a:lnTo>
                    <a:lnTo>
                      <a:pt x="2094" y="978"/>
                    </a:lnTo>
                    <a:lnTo>
                      <a:pt x="2106" y="978"/>
                    </a:lnTo>
                    <a:lnTo>
                      <a:pt x="2154" y="972"/>
                    </a:lnTo>
                    <a:lnTo>
                      <a:pt x="2166" y="984"/>
                    </a:lnTo>
                    <a:lnTo>
                      <a:pt x="2184" y="984"/>
                    </a:lnTo>
                    <a:lnTo>
                      <a:pt x="2208" y="1014"/>
                    </a:lnTo>
                    <a:lnTo>
                      <a:pt x="2250" y="1014"/>
                    </a:lnTo>
                    <a:lnTo>
                      <a:pt x="2268" y="1020"/>
                    </a:lnTo>
                    <a:lnTo>
                      <a:pt x="2262" y="1014"/>
                    </a:lnTo>
                    <a:lnTo>
                      <a:pt x="2262" y="1002"/>
                    </a:lnTo>
                    <a:lnTo>
                      <a:pt x="2256" y="996"/>
                    </a:lnTo>
                    <a:lnTo>
                      <a:pt x="2256" y="984"/>
                    </a:lnTo>
                    <a:lnTo>
                      <a:pt x="2280" y="984"/>
                    </a:lnTo>
                    <a:lnTo>
                      <a:pt x="2262" y="966"/>
                    </a:lnTo>
                    <a:lnTo>
                      <a:pt x="2262" y="960"/>
                    </a:lnTo>
                    <a:lnTo>
                      <a:pt x="2268" y="954"/>
                    </a:lnTo>
                    <a:lnTo>
                      <a:pt x="2286" y="954"/>
                    </a:lnTo>
                    <a:lnTo>
                      <a:pt x="2286" y="942"/>
                    </a:lnTo>
                    <a:lnTo>
                      <a:pt x="2274" y="936"/>
                    </a:lnTo>
                    <a:lnTo>
                      <a:pt x="2268" y="924"/>
                    </a:lnTo>
                    <a:lnTo>
                      <a:pt x="2226" y="882"/>
                    </a:lnTo>
                    <a:lnTo>
                      <a:pt x="2214" y="858"/>
                    </a:lnTo>
                    <a:lnTo>
                      <a:pt x="2214" y="828"/>
                    </a:lnTo>
                    <a:lnTo>
                      <a:pt x="2196" y="828"/>
                    </a:lnTo>
                    <a:lnTo>
                      <a:pt x="2184" y="822"/>
                    </a:lnTo>
                    <a:lnTo>
                      <a:pt x="2178" y="816"/>
                    </a:lnTo>
                    <a:lnTo>
                      <a:pt x="2178" y="810"/>
                    </a:lnTo>
                    <a:lnTo>
                      <a:pt x="2184" y="804"/>
                    </a:lnTo>
                    <a:lnTo>
                      <a:pt x="2196" y="798"/>
                    </a:lnTo>
                    <a:lnTo>
                      <a:pt x="2208" y="798"/>
                    </a:lnTo>
                    <a:lnTo>
                      <a:pt x="2220" y="792"/>
                    </a:lnTo>
                    <a:lnTo>
                      <a:pt x="2232" y="792"/>
                    </a:lnTo>
                    <a:lnTo>
                      <a:pt x="2268" y="774"/>
                    </a:lnTo>
                    <a:lnTo>
                      <a:pt x="2280" y="774"/>
                    </a:lnTo>
                    <a:lnTo>
                      <a:pt x="2286" y="780"/>
                    </a:lnTo>
                    <a:lnTo>
                      <a:pt x="2292" y="792"/>
                    </a:lnTo>
                    <a:lnTo>
                      <a:pt x="2298" y="798"/>
                    </a:lnTo>
                    <a:lnTo>
                      <a:pt x="2316" y="786"/>
                    </a:lnTo>
                    <a:lnTo>
                      <a:pt x="2328" y="798"/>
                    </a:lnTo>
                    <a:lnTo>
                      <a:pt x="2334" y="798"/>
                    </a:lnTo>
                    <a:lnTo>
                      <a:pt x="2340" y="792"/>
                    </a:lnTo>
                    <a:lnTo>
                      <a:pt x="2340" y="780"/>
                    </a:lnTo>
                    <a:lnTo>
                      <a:pt x="2334" y="774"/>
                    </a:lnTo>
                    <a:lnTo>
                      <a:pt x="2328" y="774"/>
                    </a:lnTo>
                    <a:lnTo>
                      <a:pt x="2322" y="768"/>
                    </a:lnTo>
                    <a:lnTo>
                      <a:pt x="2316" y="768"/>
                    </a:lnTo>
                    <a:lnTo>
                      <a:pt x="2316" y="630"/>
                    </a:lnTo>
                    <a:lnTo>
                      <a:pt x="2328" y="630"/>
                    </a:lnTo>
                    <a:lnTo>
                      <a:pt x="2340" y="636"/>
                    </a:lnTo>
                    <a:lnTo>
                      <a:pt x="2352" y="636"/>
                    </a:lnTo>
                    <a:lnTo>
                      <a:pt x="2376" y="648"/>
                    </a:lnTo>
                    <a:lnTo>
                      <a:pt x="2424" y="648"/>
                    </a:lnTo>
                    <a:lnTo>
                      <a:pt x="2436" y="660"/>
                    </a:lnTo>
                    <a:lnTo>
                      <a:pt x="2454" y="642"/>
                    </a:lnTo>
                    <a:lnTo>
                      <a:pt x="2472" y="642"/>
                    </a:lnTo>
                    <a:lnTo>
                      <a:pt x="2478" y="636"/>
                    </a:lnTo>
                    <a:lnTo>
                      <a:pt x="2478" y="618"/>
                    </a:lnTo>
                    <a:lnTo>
                      <a:pt x="2466" y="594"/>
                    </a:lnTo>
                    <a:lnTo>
                      <a:pt x="2454" y="582"/>
                    </a:lnTo>
                    <a:lnTo>
                      <a:pt x="2442" y="558"/>
                    </a:lnTo>
                    <a:lnTo>
                      <a:pt x="2442" y="540"/>
                    </a:lnTo>
                    <a:lnTo>
                      <a:pt x="2454" y="528"/>
                    </a:lnTo>
                    <a:lnTo>
                      <a:pt x="2496" y="528"/>
                    </a:lnTo>
                    <a:lnTo>
                      <a:pt x="2502" y="522"/>
                    </a:lnTo>
                    <a:lnTo>
                      <a:pt x="2502" y="510"/>
                    </a:lnTo>
                    <a:lnTo>
                      <a:pt x="2484" y="492"/>
                    </a:lnTo>
                    <a:close/>
                    <a:moveTo>
                      <a:pt x="2082" y="696"/>
                    </a:moveTo>
                    <a:lnTo>
                      <a:pt x="2046" y="696"/>
                    </a:lnTo>
                    <a:lnTo>
                      <a:pt x="2046" y="702"/>
                    </a:lnTo>
                    <a:lnTo>
                      <a:pt x="2040" y="708"/>
                    </a:lnTo>
                    <a:lnTo>
                      <a:pt x="2028" y="708"/>
                    </a:lnTo>
                    <a:lnTo>
                      <a:pt x="2022" y="702"/>
                    </a:lnTo>
                    <a:lnTo>
                      <a:pt x="2010" y="696"/>
                    </a:lnTo>
                    <a:lnTo>
                      <a:pt x="1980" y="702"/>
                    </a:lnTo>
                    <a:lnTo>
                      <a:pt x="1950" y="696"/>
                    </a:lnTo>
                    <a:lnTo>
                      <a:pt x="1932" y="696"/>
                    </a:lnTo>
                    <a:lnTo>
                      <a:pt x="1908" y="690"/>
                    </a:lnTo>
                    <a:lnTo>
                      <a:pt x="1860" y="690"/>
                    </a:lnTo>
                    <a:lnTo>
                      <a:pt x="1854" y="684"/>
                    </a:lnTo>
                    <a:lnTo>
                      <a:pt x="1854" y="678"/>
                    </a:lnTo>
                    <a:lnTo>
                      <a:pt x="1836" y="696"/>
                    </a:lnTo>
                    <a:lnTo>
                      <a:pt x="1830" y="696"/>
                    </a:lnTo>
                    <a:lnTo>
                      <a:pt x="1824" y="708"/>
                    </a:lnTo>
                    <a:lnTo>
                      <a:pt x="1824" y="714"/>
                    </a:lnTo>
                    <a:lnTo>
                      <a:pt x="1818" y="726"/>
                    </a:lnTo>
                    <a:lnTo>
                      <a:pt x="1812" y="732"/>
                    </a:lnTo>
                    <a:lnTo>
                      <a:pt x="1794" y="732"/>
                    </a:lnTo>
                    <a:lnTo>
                      <a:pt x="1800" y="762"/>
                    </a:lnTo>
                    <a:lnTo>
                      <a:pt x="1788" y="768"/>
                    </a:lnTo>
                    <a:lnTo>
                      <a:pt x="1806" y="786"/>
                    </a:lnTo>
                    <a:lnTo>
                      <a:pt x="1800" y="810"/>
                    </a:lnTo>
                    <a:lnTo>
                      <a:pt x="1794" y="810"/>
                    </a:lnTo>
                    <a:lnTo>
                      <a:pt x="1788" y="798"/>
                    </a:lnTo>
                    <a:lnTo>
                      <a:pt x="1776" y="792"/>
                    </a:lnTo>
                    <a:lnTo>
                      <a:pt x="1770" y="780"/>
                    </a:lnTo>
                    <a:lnTo>
                      <a:pt x="1758" y="774"/>
                    </a:lnTo>
                    <a:lnTo>
                      <a:pt x="1752" y="762"/>
                    </a:lnTo>
                    <a:lnTo>
                      <a:pt x="1752" y="750"/>
                    </a:lnTo>
                    <a:lnTo>
                      <a:pt x="1746" y="732"/>
                    </a:lnTo>
                    <a:lnTo>
                      <a:pt x="1746" y="720"/>
                    </a:lnTo>
                    <a:lnTo>
                      <a:pt x="1764" y="702"/>
                    </a:lnTo>
                    <a:lnTo>
                      <a:pt x="1776" y="702"/>
                    </a:lnTo>
                    <a:lnTo>
                      <a:pt x="1782" y="696"/>
                    </a:lnTo>
                    <a:lnTo>
                      <a:pt x="1788" y="684"/>
                    </a:lnTo>
                    <a:lnTo>
                      <a:pt x="1788" y="678"/>
                    </a:lnTo>
                    <a:lnTo>
                      <a:pt x="1800" y="666"/>
                    </a:lnTo>
                    <a:lnTo>
                      <a:pt x="1818" y="666"/>
                    </a:lnTo>
                    <a:lnTo>
                      <a:pt x="1830" y="672"/>
                    </a:lnTo>
                    <a:lnTo>
                      <a:pt x="1848" y="672"/>
                    </a:lnTo>
                    <a:lnTo>
                      <a:pt x="1854" y="666"/>
                    </a:lnTo>
                    <a:lnTo>
                      <a:pt x="1896" y="666"/>
                    </a:lnTo>
                    <a:lnTo>
                      <a:pt x="1908" y="672"/>
                    </a:lnTo>
                    <a:lnTo>
                      <a:pt x="1914" y="678"/>
                    </a:lnTo>
                    <a:lnTo>
                      <a:pt x="1932" y="678"/>
                    </a:lnTo>
                    <a:lnTo>
                      <a:pt x="1944" y="684"/>
                    </a:lnTo>
                    <a:lnTo>
                      <a:pt x="1974" y="684"/>
                    </a:lnTo>
                    <a:lnTo>
                      <a:pt x="1986" y="672"/>
                    </a:lnTo>
                    <a:lnTo>
                      <a:pt x="2028" y="672"/>
                    </a:lnTo>
                    <a:lnTo>
                      <a:pt x="2034" y="678"/>
                    </a:lnTo>
                    <a:lnTo>
                      <a:pt x="2046" y="678"/>
                    </a:lnTo>
                    <a:lnTo>
                      <a:pt x="2052" y="672"/>
                    </a:lnTo>
                    <a:lnTo>
                      <a:pt x="2064" y="666"/>
                    </a:lnTo>
                    <a:lnTo>
                      <a:pt x="2088" y="666"/>
                    </a:lnTo>
                    <a:lnTo>
                      <a:pt x="2088" y="684"/>
                    </a:lnTo>
                    <a:lnTo>
                      <a:pt x="2082" y="690"/>
                    </a:lnTo>
                    <a:lnTo>
                      <a:pt x="2082" y="69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0" name="Italy" descr="© INSCALE GmbH, 05.05.2010&#10;http://www.presentationload.com/">
                <a:extLst>
                  <a:ext uri="{FF2B5EF4-FFF2-40B4-BE49-F238E27FC236}">
                    <a16:creationId xmlns:a16="http://schemas.microsoft.com/office/drawing/2014/main" id="{432C6A73-7584-8047-B155-0F5B9B64F206}"/>
                  </a:ext>
                </a:extLst>
              </p:cNvPr>
              <p:cNvSpPr>
                <a:spLocks noEditPoints="1"/>
              </p:cNvSpPr>
              <p:nvPr/>
            </p:nvSpPr>
            <p:spPr bwMode="gray">
              <a:xfrm>
                <a:off x="5929993" y="2549016"/>
                <a:ext cx="327085" cy="348450"/>
              </a:xfrm>
              <a:custGeom>
                <a:avLst/>
                <a:gdLst>
                  <a:gd name="T0" fmla="*/ 2147483647 w 780"/>
                  <a:gd name="T1" fmla="*/ 2147483647 h 828"/>
                  <a:gd name="T2" fmla="*/ 2147483647 w 780"/>
                  <a:gd name="T3" fmla="*/ 2147483647 h 828"/>
                  <a:gd name="T4" fmla="*/ 2147483647 w 780"/>
                  <a:gd name="T5" fmla="*/ 2147483647 h 828"/>
                  <a:gd name="T6" fmla="*/ 2147483647 w 780"/>
                  <a:gd name="T7" fmla="*/ 2147483647 h 828"/>
                  <a:gd name="T8" fmla="*/ 2147483647 w 780"/>
                  <a:gd name="T9" fmla="*/ 2147483647 h 828"/>
                  <a:gd name="T10" fmla="*/ 2147483647 w 780"/>
                  <a:gd name="T11" fmla="*/ 2147483647 h 828"/>
                  <a:gd name="T12" fmla="*/ 2147483647 w 780"/>
                  <a:gd name="T13" fmla="*/ 2147483647 h 828"/>
                  <a:gd name="T14" fmla="*/ 2147483647 w 780"/>
                  <a:gd name="T15" fmla="*/ 2147483647 h 828"/>
                  <a:gd name="T16" fmla="*/ 2147483647 w 780"/>
                  <a:gd name="T17" fmla="*/ 2147483647 h 828"/>
                  <a:gd name="T18" fmla="*/ 2147483647 w 780"/>
                  <a:gd name="T19" fmla="*/ 2147483647 h 828"/>
                  <a:gd name="T20" fmla="*/ 2147483647 w 780"/>
                  <a:gd name="T21" fmla="*/ 2147483647 h 828"/>
                  <a:gd name="T22" fmla="*/ 2147483647 w 780"/>
                  <a:gd name="T23" fmla="*/ 2147483647 h 828"/>
                  <a:gd name="T24" fmla="*/ 2147483647 w 780"/>
                  <a:gd name="T25" fmla="*/ 2147483647 h 828"/>
                  <a:gd name="T26" fmla="*/ 2147483647 w 780"/>
                  <a:gd name="T27" fmla="*/ 2147483647 h 828"/>
                  <a:gd name="T28" fmla="*/ 2147483647 w 780"/>
                  <a:gd name="T29" fmla="*/ 2147483647 h 828"/>
                  <a:gd name="T30" fmla="*/ 2147483647 w 780"/>
                  <a:gd name="T31" fmla="*/ 2147483647 h 828"/>
                  <a:gd name="T32" fmla="*/ 2147483647 w 780"/>
                  <a:gd name="T33" fmla="*/ 2147483647 h 828"/>
                  <a:gd name="T34" fmla="*/ 2147483647 w 780"/>
                  <a:gd name="T35" fmla="*/ 2147483647 h 828"/>
                  <a:gd name="T36" fmla="*/ 2147483647 w 780"/>
                  <a:gd name="T37" fmla="*/ 2147483647 h 828"/>
                  <a:gd name="T38" fmla="*/ 2147483647 w 780"/>
                  <a:gd name="T39" fmla="*/ 2147483647 h 828"/>
                  <a:gd name="T40" fmla="*/ 2147483647 w 780"/>
                  <a:gd name="T41" fmla="*/ 2147483647 h 828"/>
                  <a:gd name="T42" fmla="*/ 2147483647 w 780"/>
                  <a:gd name="T43" fmla="*/ 2147483647 h 828"/>
                  <a:gd name="T44" fmla="*/ 2147483647 w 780"/>
                  <a:gd name="T45" fmla="*/ 2147483647 h 828"/>
                  <a:gd name="T46" fmla="*/ 2147483647 w 780"/>
                  <a:gd name="T47" fmla="*/ 2147483647 h 828"/>
                  <a:gd name="T48" fmla="*/ 2147483647 w 780"/>
                  <a:gd name="T49" fmla="*/ 2147483647 h 828"/>
                  <a:gd name="T50" fmla="*/ 2147483647 w 780"/>
                  <a:gd name="T51" fmla="*/ 2147483647 h 828"/>
                  <a:gd name="T52" fmla="*/ 2147483647 w 780"/>
                  <a:gd name="T53" fmla="*/ 2147483647 h 828"/>
                  <a:gd name="T54" fmla="*/ 2147483647 w 780"/>
                  <a:gd name="T55" fmla="*/ 2147483647 h 828"/>
                  <a:gd name="T56" fmla="*/ 2147483647 w 780"/>
                  <a:gd name="T57" fmla="*/ 2147483647 h 828"/>
                  <a:gd name="T58" fmla="*/ 2147483647 w 780"/>
                  <a:gd name="T59" fmla="*/ 2147483647 h 828"/>
                  <a:gd name="T60" fmla="*/ 2147483647 w 780"/>
                  <a:gd name="T61" fmla="*/ 2147483647 h 828"/>
                  <a:gd name="T62" fmla="*/ 2147483647 w 780"/>
                  <a:gd name="T63" fmla="*/ 2147483647 h 828"/>
                  <a:gd name="T64" fmla="*/ 2147483647 w 780"/>
                  <a:gd name="T65" fmla="*/ 2147483647 h 828"/>
                  <a:gd name="T66" fmla="*/ 2147483647 w 780"/>
                  <a:gd name="T67" fmla="*/ 2147483647 h 828"/>
                  <a:gd name="T68" fmla="*/ 2147483647 w 780"/>
                  <a:gd name="T69" fmla="*/ 2147483647 h 828"/>
                  <a:gd name="T70" fmla="*/ 2147483647 w 780"/>
                  <a:gd name="T71" fmla="*/ 2147483647 h 828"/>
                  <a:gd name="T72" fmla="*/ 2147483647 w 780"/>
                  <a:gd name="T73" fmla="*/ 2147483647 h 828"/>
                  <a:gd name="T74" fmla="*/ 2147483647 w 780"/>
                  <a:gd name="T75" fmla="*/ 2147483647 h 828"/>
                  <a:gd name="T76" fmla="*/ 2147483647 w 780"/>
                  <a:gd name="T77" fmla="*/ 2147483647 h 828"/>
                  <a:gd name="T78" fmla="*/ 2147483647 w 780"/>
                  <a:gd name="T79" fmla="*/ 2147483647 h 828"/>
                  <a:gd name="T80" fmla="*/ 2147483647 w 780"/>
                  <a:gd name="T81" fmla="*/ 2147483647 h 828"/>
                  <a:gd name="T82" fmla="*/ 2147483647 w 780"/>
                  <a:gd name="T83" fmla="*/ 2147483647 h 828"/>
                  <a:gd name="T84" fmla="*/ 2147483647 w 780"/>
                  <a:gd name="T85" fmla="*/ 2147483647 h 828"/>
                  <a:gd name="T86" fmla="*/ 2147483647 w 780"/>
                  <a:gd name="T87" fmla="*/ 2147483647 h 828"/>
                  <a:gd name="T88" fmla="*/ 2147483647 w 780"/>
                  <a:gd name="T89" fmla="*/ 2147483647 h 828"/>
                  <a:gd name="T90" fmla="*/ 2147483647 w 780"/>
                  <a:gd name="T91" fmla="*/ 2147483647 h 828"/>
                  <a:gd name="T92" fmla="*/ 2147483647 w 780"/>
                  <a:gd name="T93" fmla="*/ 2147483647 h 828"/>
                  <a:gd name="T94" fmla="*/ 2147483647 w 780"/>
                  <a:gd name="T95" fmla="*/ 2147483647 h 828"/>
                  <a:gd name="T96" fmla="*/ 2147483647 w 780"/>
                  <a:gd name="T97" fmla="*/ 2147483647 h 828"/>
                  <a:gd name="T98" fmla="*/ 2147483647 w 780"/>
                  <a:gd name="T99" fmla="*/ 2147483647 h 828"/>
                  <a:gd name="T100" fmla="*/ 2147483647 w 780"/>
                  <a:gd name="T101" fmla="*/ 2147483647 h 828"/>
                  <a:gd name="T102" fmla="*/ 2147483647 w 780"/>
                  <a:gd name="T103" fmla="*/ 2147483647 h 828"/>
                  <a:gd name="T104" fmla="*/ 2147483647 w 780"/>
                  <a:gd name="T105" fmla="*/ 2147483647 h 828"/>
                  <a:gd name="T106" fmla="*/ 2147483647 w 780"/>
                  <a:gd name="T107" fmla="*/ 2147483647 h 828"/>
                  <a:gd name="T108" fmla="*/ 2147483647 w 780"/>
                  <a:gd name="T109" fmla="*/ 2147483647 h 828"/>
                  <a:gd name="T110" fmla="*/ 2147483647 w 780"/>
                  <a:gd name="T111" fmla="*/ 2147483647 h 828"/>
                  <a:gd name="T112" fmla="*/ 2147483647 w 780"/>
                  <a:gd name="T113" fmla="*/ 2147483647 h 8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0"/>
                  <a:gd name="T172" fmla="*/ 0 h 828"/>
                  <a:gd name="T173" fmla="*/ 780 w 780"/>
                  <a:gd name="T174" fmla="*/ 828 h 82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0" h="828">
                    <a:moveTo>
                      <a:pt x="570" y="720"/>
                    </a:moveTo>
                    <a:lnTo>
                      <a:pt x="558" y="714"/>
                    </a:lnTo>
                    <a:lnTo>
                      <a:pt x="552" y="708"/>
                    </a:lnTo>
                    <a:lnTo>
                      <a:pt x="540" y="708"/>
                    </a:lnTo>
                    <a:lnTo>
                      <a:pt x="534" y="714"/>
                    </a:lnTo>
                    <a:lnTo>
                      <a:pt x="522" y="720"/>
                    </a:lnTo>
                    <a:lnTo>
                      <a:pt x="516" y="726"/>
                    </a:lnTo>
                    <a:lnTo>
                      <a:pt x="468" y="726"/>
                    </a:lnTo>
                    <a:lnTo>
                      <a:pt x="456" y="720"/>
                    </a:lnTo>
                    <a:lnTo>
                      <a:pt x="444" y="708"/>
                    </a:lnTo>
                    <a:lnTo>
                      <a:pt x="438" y="708"/>
                    </a:lnTo>
                    <a:lnTo>
                      <a:pt x="420" y="726"/>
                    </a:lnTo>
                    <a:lnTo>
                      <a:pt x="402" y="714"/>
                    </a:lnTo>
                    <a:lnTo>
                      <a:pt x="396" y="714"/>
                    </a:lnTo>
                    <a:lnTo>
                      <a:pt x="384" y="726"/>
                    </a:lnTo>
                    <a:lnTo>
                      <a:pt x="384" y="738"/>
                    </a:lnTo>
                    <a:lnTo>
                      <a:pt x="396" y="750"/>
                    </a:lnTo>
                    <a:lnTo>
                      <a:pt x="420" y="762"/>
                    </a:lnTo>
                    <a:lnTo>
                      <a:pt x="426" y="762"/>
                    </a:lnTo>
                    <a:lnTo>
                      <a:pt x="444" y="780"/>
                    </a:lnTo>
                    <a:lnTo>
                      <a:pt x="444" y="786"/>
                    </a:lnTo>
                    <a:lnTo>
                      <a:pt x="456" y="786"/>
                    </a:lnTo>
                    <a:lnTo>
                      <a:pt x="468" y="798"/>
                    </a:lnTo>
                    <a:lnTo>
                      <a:pt x="480" y="804"/>
                    </a:lnTo>
                    <a:lnTo>
                      <a:pt x="498" y="798"/>
                    </a:lnTo>
                    <a:lnTo>
                      <a:pt x="504" y="804"/>
                    </a:lnTo>
                    <a:lnTo>
                      <a:pt x="516" y="810"/>
                    </a:lnTo>
                    <a:lnTo>
                      <a:pt x="522" y="822"/>
                    </a:lnTo>
                    <a:lnTo>
                      <a:pt x="534" y="828"/>
                    </a:lnTo>
                    <a:lnTo>
                      <a:pt x="558" y="828"/>
                    </a:lnTo>
                    <a:lnTo>
                      <a:pt x="570" y="816"/>
                    </a:lnTo>
                    <a:lnTo>
                      <a:pt x="570" y="792"/>
                    </a:lnTo>
                    <a:lnTo>
                      <a:pt x="564" y="780"/>
                    </a:lnTo>
                    <a:lnTo>
                      <a:pt x="564" y="768"/>
                    </a:lnTo>
                    <a:lnTo>
                      <a:pt x="570" y="750"/>
                    </a:lnTo>
                    <a:lnTo>
                      <a:pt x="576" y="738"/>
                    </a:lnTo>
                    <a:lnTo>
                      <a:pt x="582" y="732"/>
                    </a:lnTo>
                    <a:lnTo>
                      <a:pt x="582" y="714"/>
                    </a:lnTo>
                    <a:lnTo>
                      <a:pt x="576" y="702"/>
                    </a:lnTo>
                    <a:lnTo>
                      <a:pt x="570" y="720"/>
                    </a:lnTo>
                    <a:close/>
                    <a:moveTo>
                      <a:pt x="180" y="468"/>
                    </a:moveTo>
                    <a:lnTo>
                      <a:pt x="156" y="480"/>
                    </a:lnTo>
                    <a:lnTo>
                      <a:pt x="150" y="486"/>
                    </a:lnTo>
                    <a:lnTo>
                      <a:pt x="138" y="492"/>
                    </a:lnTo>
                    <a:lnTo>
                      <a:pt x="132" y="498"/>
                    </a:lnTo>
                    <a:lnTo>
                      <a:pt x="126" y="498"/>
                    </a:lnTo>
                    <a:lnTo>
                      <a:pt x="114" y="492"/>
                    </a:lnTo>
                    <a:lnTo>
                      <a:pt x="102" y="480"/>
                    </a:lnTo>
                    <a:lnTo>
                      <a:pt x="96" y="498"/>
                    </a:lnTo>
                    <a:lnTo>
                      <a:pt x="102" y="504"/>
                    </a:lnTo>
                    <a:lnTo>
                      <a:pt x="114" y="510"/>
                    </a:lnTo>
                    <a:lnTo>
                      <a:pt x="120" y="522"/>
                    </a:lnTo>
                    <a:lnTo>
                      <a:pt x="120" y="540"/>
                    </a:lnTo>
                    <a:lnTo>
                      <a:pt x="114" y="558"/>
                    </a:lnTo>
                    <a:lnTo>
                      <a:pt x="114" y="570"/>
                    </a:lnTo>
                    <a:lnTo>
                      <a:pt x="126" y="582"/>
                    </a:lnTo>
                    <a:lnTo>
                      <a:pt x="114" y="588"/>
                    </a:lnTo>
                    <a:lnTo>
                      <a:pt x="120" y="636"/>
                    </a:lnTo>
                    <a:lnTo>
                      <a:pt x="108" y="636"/>
                    </a:lnTo>
                    <a:lnTo>
                      <a:pt x="126" y="654"/>
                    </a:lnTo>
                    <a:lnTo>
                      <a:pt x="138" y="654"/>
                    </a:lnTo>
                    <a:lnTo>
                      <a:pt x="144" y="642"/>
                    </a:lnTo>
                    <a:lnTo>
                      <a:pt x="156" y="630"/>
                    </a:lnTo>
                    <a:lnTo>
                      <a:pt x="156" y="618"/>
                    </a:lnTo>
                    <a:lnTo>
                      <a:pt x="168" y="630"/>
                    </a:lnTo>
                    <a:lnTo>
                      <a:pt x="180" y="636"/>
                    </a:lnTo>
                    <a:lnTo>
                      <a:pt x="186" y="636"/>
                    </a:lnTo>
                    <a:lnTo>
                      <a:pt x="192" y="630"/>
                    </a:lnTo>
                    <a:lnTo>
                      <a:pt x="198" y="618"/>
                    </a:lnTo>
                    <a:lnTo>
                      <a:pt x="198" y="594"/>
                    </a:lnTo>
                    <a:lnTo>
                      <a:pt x="204" y="582"/>
                    </a:lnTo>
                    <a:lnTo>
                      <a:pt x="204" y="558"/>
                    </a:lnTo>
                    <a:lnTo>
                      <a:pt x="198" y="552"/>
                    </a:lnTo>
                    <a:lnTo>
                      <a:pt x="192" y="552"/>
                    </a:lnTo>
                    <a:lnTo>
                      <a:pt x="192" y="546"/>
                    </a:lnTo>
                    <a:lnTo>
                      <a:pt x="198" y="540"/>
                    </a:lnTo>
                    <a:lnTo>
                      <a:pt x="204" y="540"/>
                    </a:lnTo>
                    <a:lnTo>
                      <a:pt x="210" y="534"/>
                    </a:lnTo>
                    <a:lnTo>
                      <a:pt x="210" y="522"/>
                    </a:lnTo>
                    <a:lnTo>
                      <a:pt x="204" y="510"/>
                    </a:lnTo>
                    <a:lnTo>
                      <a:pt x="204" y="492"/>
                    </a:lnTo>
                    <a:lnTo>
                      <a:pt x="198" y="480"/>
                    </a:lnTo>
                    <a:lnTo>
                      <a:pt x="186" y="474"/>
                    </a:lnTo>
                    <a:lnTo>
                      <a:pt x="180" y="468"/>
                    </a:lnTo>
                    <a:close/>
                    <a:moveTo>
                      <a:pt x="774" y="546"/>
                    </a:moveTo>
                    <a:lnTo>
                      <a:pt x="768" y="534"/>
                    </a:lnTo>
                    <a:lnTo>
                      <a:pt x="756" y="528"/>
                    </a:lnTo>
                    <a:lnTo>
                      <a:pt x="738" y="510"/>
                    </a:lnTo>
                    <a:lnTo>
                      <a:pt x="678" y="480"/>
                    </a:lnTo>
                    <a:lnTo>
                      <a:pt x="672" y="480"/>
                    </a:lnTo>
                    <a:lnTo>
                      <a:pt x="660" y="474"/>
                    </a:lnTo>
                    <a:lnTo>
                      <a:pt x="648" y="474"/>
                    </a:lnTo>
                    <a:lnTo>
                      <a:pt x="630" y="468"/>
                    </a:lnTo>
                    <a:lnTo>
                      <a:pt x="606" y="456"/>
                    </a:lnTo>
                    <a:lnTo>
                      <a:pt x="606" y="450"/>
                    </a:lnTo>
                    <a:lnTo>
                      <a:pt x="612" y="438"/>
                    </a:lnTo>
                    <a:lnTo>
                      <a:pt x="624" y="426"/>
                    </a:lnTo>
                    <a:lnTo>
                      <a:pt x="624" y="420"/>
                    </a:lnTo>
                    <a:lnTo>
                      <a:pt x="618" y="414"/>
                    </a:lnTo>
                    <a:lnTo>
                      <a:pt x="612" y="414"/>
                    </a:lnTo>
                    <a:lnTo>
                      <a:pt x="594" y="408"/>
                    </a:lnTo>
                    <a:lnTo>
                      <a:pt x="552" y="408"/>
                    </a:lnTo>
                    <a:lnTo>
                      <a:pt x="540" y="402"/>
                    </a:lnTo>
                    <a:lnTo>
                      <a:pt x="534" y="396"/>
                    </a:lnTo>
                    <a:lnTo>
                      <a:pt x="516" y="384"/>
                    </a:lnTo>
                    <a:lnTo>
                      <a:pt x="492" y="360"/>
                    </a:lnTo>
                    <a:lnTo>
                      <a:pt x="480" y="342"/>
                    </a:lnTo>
                    <a:lnTo>
                      <a:pt x="474" y="336"/>
                    </a:lnTo>
                    <a:lnTo>
                      <a:pt x="468" y="324"/>
                    </a:lnTo>
                    <a:lnTo>
                      <a:pt x="468" y="312"/>
                    </a:lnTo>
                    <a:lnTo>
                      <a:pt x="450" y="276"/>
                    </a:lnTo>
                    <a:lnTo>
                      <a:pt x="438" y="270"/>
                    </a:lnTo>
                    <a:lnTo>
                      <a:pt x="432" y="264"/>
                    </a:lnTo>
                    <a:lnTo>
                      <a:pt x="420" y="258"/>
                    </a:lnTo>
                    <a:lnTo>
                      <a:pt x="414" y="252"/>
                    </a:lnTo>
                    <a:lnTo>
                      <a:pt x="378" y="222"/>
                    </a:lnTo>
                    <a:lnTo>
                      <a:pt x="372" y="210"/>
                    </a:lnTo>
                    <a:lnTo>
                      <a:pt x="360" y="198"/>
                    </a:lnTo>
                    <a:lnTo>
                      <a:pt x="360" y="186"/>
                    </a:lnTo>
                    <a:lnTo>
                      <a:pt x="366" y="180"/>
                    </a:lnTo>
                    <a:lnTo>
                      <a:pt x="384" y="180"/>
                    </a:lnTo>
                    <a:lnTo>
                      <a:pt x="384" y="174"/>
                    </a:lnTo>
                    <a:lnTo>
                      <a:pt x="372" y="162"/>
                    </a:lnTo>
                    <a:lnTo>
                      <a:pt x="366" y="150"/>
                    </a:lnTo>
                    <a:lnTo>
                      <a:pt x="366" y="138"/>
                    </a:lnTo>
                    <a:lnTo>
                      <a:pt x="402" y="120"/>
                    </a:lnTo>
                    <a:lnTo>
                      <a:pt x="408" y="114"/>
                    </a:lnTo>
                    <a:lnTo>
                      <a:pt x="414" y="114"/>
                    </a:lnTo>
                    <a:lnTo>
                      <a:pt x="438" y="108"/>
                    </a:lnTo>
                    <a:lnTo>
                      <a:pt x="444" y="72"/>
                    </a:lnTo>
                    <a:lnTo>
                      <a:pt x="432" y="66"/>
                    </a:lnTo>
                    <a:lnTo>
                      <a:pt x="438" y="60"/>
                    </a:lnTo>
                    <a:lnTo>
                      <a:pt x="438" y="42"/>
                    </a:lnTo>
                    <a:lnTo>
                      <a:pt x="384" y="42"/>
                    </a:lnTo>
                    <a:lnTo>
                      <a:pt x="378" y="24"/>
                    </a:lnTo>
                    <a:lnTo>
                      <a:pt x="366" y="24"/>
                    </a:lnTo>
                    <a:lnTo>
                      <a:pt x="366" y="6"/>
                    </a:lnTo>
                    <a:lnTo>
                      <a:pt x="360" y="0"/>
                    </a:lnTo>
                    <a:lnTo>
                      <a:pt x="342" y="0"/>
                    </a:lnTo>
                    <a:lnTo>
                      <a:pt x="336" y="6"/>
                    </a:lnTo>
                    <a:lnTo>
                      <a:pt x="336" y="12"/>
                    </a:lnTo>
                    <a:lnTo>
                      <a:pt x="294" y="12"/>
                    </a:lnTo>
                    <a:lnTo>
                      <a:pt x="282" y="30"/>
                    </a:lnTo>
                    <a:lnTo>
                      <a:pt x="270" y="24"/>
                    </a:lnTo>
                    <a:lnTo>
                      <a:pt x="252" y="24"/>
                    </a:lnTo>
                    <a:lnTo>
                      <a:pt x="246" y="42"/>
                    </a:lnTo>
                    <a:lnTo>
                      <a:pt x="222" y="42"/>
                    </a:lnTo>
                    <a:lnTo>
                      <a:pt x="222" y="48"/>
                    </a:lnTo>
                    <a:lnTo>
                      <a:pt x="234" y="60"/>
                    </a:lnTo>
                    <a:lnTo>
                      <a:pt x="228" y="72"/>
                    </a:lnTo>
                    <a:lnTo>
                      <a:pt x="210" y="60"/>
                    </a:lnTo>
                    <a:lnTo>
                      <a:pt x="192" y="66"/>
                    </a:lnTo>
                    <a:lnTo>
                      <a:pt x="180" y="48"/>
                    </a:lnTo>
                    <a:lnTo>
                      <a:pt x="174" y="72"/>
                    </a:lnTo>
                    <a:lnTo>
                      <a:pt x="162" y="84"/>
                    </a:lnTo>
                    <a:lnTo>
                      <a:pt x="162" y="102"/>
                    </a:lnTo>
                    <a:lnTo>
                      <a:pt x="138" y="78"/>
                    </a:lnTo>
                    <a:lnTo>
                      <a:pt x="132" y="78"/>
                    </a:lnTo>
                    <a:lnTo>
                      <a:pt x="132" y="72"/>
                    </a:lnTo>
                    <a:lnTo>
                      <a:pt x="126" y="66"/>
                    </a:lnTo>
                    <a:lnTo>
                      <a:pt x="126" y="60"/>
                    </a:lnTo>
                    <a:lnTo>
                      <a:pt x="120" y="54"/>
                    </a:lnTo>
                    <a:lnTo>
                      <a:pt x="108" y="54"/>
                    </a:lnTo>
                    <a:lnTo>
                      <a:pt x="102" y="60"/>
                    </a:lnTo>
                    <a:lnTo>
                      <a:pt x="102" y="78"/>
                    </a:lnTo>
                    <a:lnTo>
                      <a:pt x="84" y="96"/>
                    </a:lnTo>
                    <a:lnTo>
                      <a:pt x="78" y="96"/>
                    </a:lnTo>
                    <a:lnTo>
                      <a:pt x="66" y="84"/>
                    </a:lnTo>
                    <a:lnTo>
                      <a:pt x="54" y="84"/>
                    </a:lnTo>
                    <a:lnTo>
                      <a:pt x="42" y="96"/>
                    </a:lnTo>
                    <a:lnTo>
                      <a:pt x="30" y="96"/>
                    </a:lnTo>
                    <a:lnTo>
                      <a:pt x="30" y="102"/>
                    </a:lnTo>
                    <a:lnTo>
                      <a:pt x="24" y="102"/>
                    </a:lnTo>
                    <a:lnTo>
                      <a:pt x="18" y="108"/>
                    </a:lnTo>
                    <a:lnTo>
                      <a:pt x="42" y="132"/>
                    </a:lnTo>
                    <a:lnTo>
                      <a:pt x="42" y="138"/>
                    </a:lnTo>
                    <a:lnTo>
                      <a:pt x="24" y="156"/>
                    </a:lnTo>
                    <a:lnTo>
                      <a:pt x="0" y="156"/>
                    </a:lnTo>
                    <a:lnTo>
                      <a:pt x="12" y="174"/>
                    </a:lnTo>
                    <a:lnTo>
                      <a:pt x="24" y="174"/>
                    </a:lnTo>
                    <a:lnTo>
                      <a:pt x="30" y="180"/>
                    </a:lnTo>
                    <a:lnTo>
                      <a:pt x="30" y="192"/>
                    </a:lnTo>
                    <a:lnTo>
                      <a:pt x="24" y="198"/>
                    </a:lnTo>
                    <a:lnTo>
                      <a:pt x="24" y="204"/>
                    </a:lnTo>
                    <a:lnTo>
                      <a:pt x="18" y="210"/>
                    </a:lnTo>
                    <a:lnTo>
                      <a:pt x="18" y="216"/>
                    </a:lnTo>
                    <a:lnTo>
                      <a:pt x="24" y="222"/>
                    </a:lnTo>
                    <a:lnTo>
                      <a:pt x="36" y="228"/>
                    </a:lnTo>
                    <a:lnTo>
                      <a:pt x="42" y="228"/>
                    </a:lnTo>
                    <a:lnTo>
                      <a:pt x="42" y="234"/>
                    </a:lnTo>
                    <a:lnTo>
                      <a:pt x="66" y="234"/>
                    </a:lnTo>
                    <a:lnTo>
                      <a:pt x="72" y="240"/>
                    </a:lnTo>
                    <a:lnTo>
                      <a:pt x="72" y="246"/>
                    </a:lnTo>
                    <a:lnTo>
                      <a:pt x="54" y="264"/>
                    </a:lnTo>
                    <a:lnTo>
                      <a:pt x="54" y="270"/>
                    </a:lnTo>
                    <a:lnTo>
                      <a:pt x="66" y="270"/>
                    </a:lnTo>
                    <a:lnTo>
                      <a:pt x="90" y="258"/>
                    </a:lnTo>
                    <a:lnTo>
                      <a:pt x="120" y="228"/>
                    </a:lnTo>
                    <a:lnTo>
                      <a:pt x="144" y="216"/>
                    </a:lnTo>
                    <a:lnTo>
                      <a:pt x="156" y="216"/>
                    </a:lnTo>
                    <a:lnTo>
                      <a:pt x="168" y="222"/>
                    </a:lnTo>
                    <a:lnTo>
                      <a:pt x="204" y="234"/>
                    </a:lnTo>
                    <a:lnTo>
                      <a:pt x="216" y="240"/>
                    </a:lnTo>
                    <a:lnTo>
                      <a:pt x="228" y="252"/>
                    </a:lnTo>
                    <a:lnTo>
                      <a:pt x="234" y="264"/>
                    </a:lnTo>
                    <a:lnTo>
                      <a:pt x="234" y="276"/>
                    </a:lnTo>
                    <a:lnTo>
                      <a:pt x="240" y="282"/>
                    </a:lnTo>
                    <a:lnTo>
                      <a:pt x="240" y="288"/>
                    </a:lnTo>
                    <a:lnTo>
                      <a:pt x="252" y="300"/>
                    </a:lnTo>
                    <a:lnTo>
                      <a:pt x="252" y="306"/>
                    </a:lnTo>
                    <a:lnTo>
                      <a:pt x="246" y="318"/>
                    </a:lnTo>
                    <a:lnTo>
                      <a:pt x="246" y="324"/>
                    </a:lnTo>
                    <a:lnTo>
                      <a:pt x="258" y="336"/>
                    </a:lnTo>
                    <a:lnTo>
                      <a:pt x="282" y="348"/>
                    </a:lnTo>
                    <a:lnTo>
                      <a:pt x="288" y="354"/>
                    </a:lnTo>
                    <a:lnTo>
                      <a:pt x="294" y="354"/>
                    </a:lnTo>
                    <a:lnTo>
                      <a:pt x="300" y="372"/>
                    </a:lnTo>
                    <a:lnTo>
                      <a:pt x="330" y="372"/>
                    </a:lnTo>
                    <a:lnTo>
                      <a:pt x="348" y="390"/>
                    </a:lnTo>
                    <a:lnTo>
                      <a:pt x="354" y="402"/>
                    </a:lnTo>
                    <a:lnTo>
                      <a:pt x="366" y="414"/>
                    </a:lnTo>
                    <a:lnTo>
                      <a:pt x="378" y="420"/>
                    </a:lnTo>
                    <a:lnTo>
                      <a:pt x="384" y="432"/>
                    </a:lnTo>
                    <a:lnTo>
                      <a:pt x="420" y="468"/>
                    </a:lnTo>
                    <a:lnTo>
                      <a:pt x="456" y="468"/>
                    </a:lnTo>
                    <a:lnTo>
                      <a:pt x="462" y="474"/>
                    </a:lnTo>
                    <a:lnTo>
                      <a:pt x="468" y="486"/>
                    </a:lnTo>
                    <a:lnTo>
                      <a:pt x="492" y="498"/>
                    </a:lnTo>
                    <a:lnTo>
                      <a:pt x="510" y="504"/>
                    </a:lnTo>
                    <a:lnTo>
                      <a:pt x="528" y="504"/>
                    </a:lnTo>
                    <a:lnTo>
                      <a:pt x="540" y="510"/>
                    </a:lnTo>
                    <a:lnTo>
                      <a:pt x="546" y="510"/>
                    </a:lnTo>
                    <a:lnTo>
                      <a:pt x="552" y="522"/>
                    </a:lnTo>
                    <a:lnTo>
                      <a:pt x="552" y="534"/>
                    </a:lnTo>
                    <a:lnTo>
                      <a:pt x="564" y="558"/>
                    </a:lnTo>
                    <a:lnTo>
                      <a:pt x="570" y="564"/>
                    </a:lnTo>
                    <a:lnTo>
                      <a:pt x="582" y="564"/>
                    </a:lnTo>
                    <a:lnTo>
                      <a:pt x="594" y="558"/>
                    </a:lnTo>
                    <a:lnTo>
                      <a:pt x="600" y="558"/>
                    </a:lnTo>
                    <a:lnTo>
                      <a:pt x="600" y="570"/>
                    </a:lnTo>
                    <a:lnTo>
                      <a:pt x="606" y="582"/>
                    </a:lnTo>
                    <a:lnTo>
                      <a:pt x="606" y="606"/>
                    </a:lnTo>
                    <a:lnTo>
                      <a:pt x="612" y="618"/>
                    </a:lnTo>
                    <a:lnTo>
                      <a:pt x="630" y="636"/>
                    </a:lnTo>
                    <a:lnTo>
                      <a:pt x="630" y="666"/>
                    </a:lnTo>
                    <a:lnTo>
                      <a:pt x="612" y="666"/>
                    </a:lnTo>
                    <a:lnTo>
                      <a:pt x="612" y="690"/>
                    </a:lnTo>
                    <a:lnTo>
                      <a:pt x="606" y="696"/>
                    </a:lnTo>
                    <a:lnTo>
                      <a:pt x="600" y="708"/>
                    </a:lnTo>
                    <a:lnTo>
                      <a:pt x="594" y="714"/>
                    </a:lnTo>
                    <a:lnTo>
                      <a:pt x="594" y="732"/>
                    </a:lnTo>
                    <a:lnTo>
                      <a:pt x="606" y="732"/>
                    </a:lnTo>
                    <a:lnTo>
                      <a:pt x="618" y="726"/>
                    </a:lnTo>
                    <a:lnTo>
                      <a:pt x="624" y="726"/>
                    </a:lnTo>
                    <a:lnTo>
                      <a:pt x="636" y="702"/>
                    </a:lnTo>
                    <a:lnTo>
                      <a:pt x="654" y="696"/>
                    </a:lnTo>
                    <a:lnTo>
                      <a:pt x="654" y="666"/>
                    </a:lnTo>
                    <a:lnTo>
                      <a:pt x="666" y="654"/>
                    </a:lnTo>
                    <a:lnTo>
                      <a:pt x="678" y="654"/>
                    </a:lnTo>
                    <a:lnTo>
                      <a:pt x="684" y="648"/>
                    </a:lnTo>
                    <a:lnTo>
                      <a:pt x="696" y="648"/>
                    </a:lnTo>
                    <a:lnTo>
                      <a:pt x="696" y="636"/>
                    </a:lnTo>
                    <a:lnTo>
                      <a:pt x="690" y="630"/>
                    </a:lnTo>
                    <a:lnTo>
                      <a:pt x="690" y="618"/>
                    </a:lnTo>
                    <a:lnTo>
                      <a:pt x="678" y="606"/>
                    </a:lnTo>
                    <a:lnTo>
                      <a:pt x="666" y="606"/>
                    </a:lnTo>
                    <a:lnTo>
                      <a:pt x="648" y="588"/>
                    </a:lnTo>
                    <a:lnTo>
                      <a:pt x="654" y="582"/>
                    </a:lnTo>
                    <a:lnTo>
                      <a:pt x="660" y="570"/>
                    </a:lnTo>
                    <a:lnTo>
                      <a:pt x="666" y="552"/>
                    </a:lnTo>
                    <a:lnTo>
                      <a:pt x="672" y="540"/>
                    </a:lnTo>
                    <a:lnTo>
                      <a:pt x="684" y="528"/>
                    </a:lnTo>
                    <a:lnTo>
                      <a:pt x="690" y="534"/>
                    </a:lnTo>
                    <a:lnTo>
                      <a:pt x="702" y="534"/>
                    </a:lnTo>
                    <a:lnTo>
                      <a:pt x="708" y="540"/>
                    </a:lnTo>
                    <a:lnTo>
                      <a:pt x="738" y="540"/>
                    </a:lnTo>
                    <a:lnTo>
                      <a:pt x="738" y="552"/>
                    </a:lnTo>
                    <a:lnTo>
                      <a:pt x="744" y="558"/>
                    </a:lnTo>
                    <a:lnTo>
                      <a:pt x="744" y="564"/>
                    </a:lnTo>
                    <a:lnTo>
                      <a:pt x="750" y="576"/>
                    </a:lnTo>
                    <a:lnTo>
                      <a:pt x="762" y="576"/>
                    </a:lnTo>
                    <a:lnTo>
                      <a:pt x="774" y="570"/>
                    </a:lnTo>
                    <a:lnTo>
                      <a:pt x="780" y="564"/>
                    </a:lnTo>
                    <a:lnTo>
                      <a:pt x="780" y="558"/>
                    </a:lnTo>
                    <a:lnTo>
                      <a:pt x="774" y="5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1" name="Ireland" descr="© INSCALE GmbH, 05.05.2010&#10;http://www.presentationload.com/">
                <a:extLst>
                  <a:ext uri="{FF2B5EF4-FFF2-40B4-BE49-F238E27FC236}">
                    <a16:creationId xmlns:a16="http://schemas.microsoft.com/office/drawing/2014/main" id="{A86599D3-BE89-FB47-A8C3-7B051043C749}"/>
                  </a:ext>
                </a:extLst>
              </p:cNvPr>
              <p:cNvSpPr>
                <a:spLocks/>
              </p:cNvSpPr>
              <p:nvPr/>
            </p:nvSpPr>
            <p:spPr bwMode="gray">
              <a:xfrm>
                <a:off x="5501001" y="2282749"/>
                <a:ext cx="118342" cy="124916"/>
              </a:xfrm>
              <a:custGeom>
                <a:avLst/>
                <a:gdLst>
                  <a:gd name="T0" fmla="*/ 2147483647 w 282"/>
                  <a:gd name="T1" fmla="*/ 2147483647 h 300"/>
                  <a:gd name="T2" fmla="*/ 2147483647 w 282"/>
                  <a:gd name="T3" fmla="*/ 2147483647 h 300"/>
                  <a:gd name="T4" fmla="*/ 2147483647 w 282"/>
                  <a:gd name="T5" fmla="*/ 2147483647 h 300"/>
                  <a:gd name="T6" fmla="*/ 2147483647 w 282"/>
                  <a:gd name="T7" fmla="*/ 2147483647 h 300"/>
                  <a:gd name="T8" fmla="*/ 2147483647 w 282"/>
                  <a:gd name="T9" fmla="*/ 2147483647 h 300"/>
                  <a:gd name="T10" fmla="*/ 2147483647 w 282"/>
                  <a:gd name="T11" fmla="*/ 2147483647 h 300"/>
                  <a:gd name="T12" fmla="*/ 2147483647 w 282"/>
                  <a:gd name="T13" fmla="*/ 2147483647 h 300"/>
                  <a:gd name="T14" fmla="*/ 2147483647 w 282"/>
                  <a:gd name="T15" fmla="*/ 2147483647 h 300"/>
                  <a:gd name="T16" fmla="*/ 2147483647 w 282"/>
                  <a:gd name="T17" fmla="*/ 2147483647 h 300"/>
                  <a:gd name="T18" fmla="*/ 2147483647 w 282"/>
                  <a:gd name="T19" fmla="*/ 2147483647 h 300"/>
                  <a:gd name="T20" fmla="*/ 2147483647 w 282"/>
                  <a:gd name="T21" fmla="*/ 2147483647 h 300"/>
                  <a:gd name="T22" fmla="*/ 2147483647 w 282"/>
                  <a:gd name="T23" fmla="*/ 2147483647 h 300"/>
                  <a:gd name="T24" fmla="*/ 2147483647 w 282"/>
                  <a:gd name="T25" fmla="*/ 0 h 300"/>
                  <a:gd name="T26" fmla="*/ 2147483647 w 282"/>
                  <a:gd name="T27" fmla="*/ 2147483647 h 300"/>
                  <a:gd name="T28" fmla="*/ 2147483647 w 282"/>
                  <a:gd name="T29" fmla="*/ 2147483647 h 300"/>
                  <a:gd name="T30" fmla="*/ 2147483647 w 282"/>
                  <a:gd name="T31" fmla="*/ 2147483647 h 300"/>
                  <a:gd name="T32" fmla="*/ 2147483647 w 282"/>
                  <a:gd name="T33" fmla="*/ 2147483647 h 300"/>
                  <a:gd name="T34" fmla="*/ 2147483647 w 282"/>
                  <a:gd name="T35" fmla="*/ 2147483647 h 300"/>
                  <a:gd name="T36" fmla="*/ 2147483647 w 282"/>
                  <a:gd name="T37" fmla="*/ 2147483647 h 300"/>
                  <a:gd name="T38" fmla="*/ 2147483647 w 282"/>
                  <a:gd name="T39" fmla="*/ 2147483647 h 300"/>
                  <a:gd name="T40" fmla="*/ 2147483647 w 282"/>
                  <a:gd name="T41" fmla="*/ 2147483647 h 300"/>
                  <a:gd name="T42" fmla="*/ 2147483647 w 282"/>
                  <a:gd name="T43" fmla="*/ 2147483647 h 300"/>
                  <a:gd name="T44" fmla="*/ 2147483647 w 282"/>
                  <a:gd name="T45" fmla="*/ 2147483647 h 300"/>
                  <a:gd name="T46" fmla="*/ 2147483647 w 282"/>
                  <a:gd name="T47" fmla="*/ 2147483647 h 300"/>
                  <a:gd name="T48" fmla="*/ 2147483647 w 282"/>
                  <a:gd name="T49" fmla="*/ 2147483647 h 300"/>
                  <a:gd name="T50" fmla="*/ 2147483647 w 282"/>
                  <a:gd name="T51" fmla="*/ 2147483647 h 300"/>
                  <a:gd name="T52" fmla="*/ 2147483647 w 282"/>
                  <a:gd name="T53" fmla="*/ 2147483647 h 300"/>
                  <a:gd name="T54" fmla="*/ 2147483647 w 282"/>
                  <a:gd name="T55" fmla="*/ 2147483647 h 300"/>
                  <a:gd name="T56" fmla="*/ 2147483647 w 282"/>
                  <a:gd name="T57" fmla="*/ 2147483647 h 300"/>
                  <a:gd name="T58" fmla="*/ 2147483647 w 282"/>
                  <a:gd name="T59" fmla="*/ 2147483647 h 300"/>
                  <a:gd name="T60" fmla="*/ 2147483647 w 282"/>
                  <a:gd name="T61" fmla="*/ 2147483647 h 300"/>
                  <a:gd name="T62" fmla="*/ 2147483647 w 282"/>
                  <a:gd name="T63" fmla="*/ 2147483647 h 300"/>
                  <a:gd name="T64" fmla="*/ 2147483647 w 282"/>
                  <a:gd name="T65" fmla="*/ 2147483647 h 300"/>
                  <a:gd name="T66" fmla="*/ 2147483647 w 282"/>
                  <a:gd name="T67" fmla="*/ 2147483647 h 300"/>
                  <a:gd name="T68" fmla="*/ 2147483647 w 282"/>
                  <a:gd name="T69" fmla="*/ 2147483647 h 300"/>
                  <a:gd name="T70" fmla="*/ 2147483647 w 282"/>
                  <a:gd name="T71" fmla="*/ 2147483647 h 300"/>
                  <a:gd name="T72" fmla="*/ 2147483647 w 282"/>
                  <a:gd name="T73" fmla="*/ 2147483647 h 300"/>
                  <a:gd name="T74" fmla="*/ 2147483647 w 282"/>
                  <a:gd name="T75" fmla="*/ 2147483647 h 300"/>
                  <a:gd name="T76" fmla="*/ 2147483647 w 282"/>
                  <a:gd name="T77" fmla="*/ 2147483647 h 300"/>
                  <a:gd name="T78" fmla="*/ 2147483647 w 282"/>
                  <a:gd name="T79" fmla="*/ 2147483647 h 300"/>
                  <a:gd name="T80" fmla="*/ 0 w 282"/>
                  <a:gd name="T81" fmla="*/ 2147483647 h 300"/>
                  <a:gd name="T82" fmla="*/ 2147483647 w 282"/>
                  <a:gd name="T83" fmla="*/ 2147483647 h 300"/>
                  <a:gd name="T84" fmla="*/ 2147483647 w 282"/>
                  <a:gd name="T85" fmla="*/ 2147483647 h 300"/>
                  <a:gd name="T86" fmla="*/ 2147483647 w 282"/>
                  <a:gd name="T87" fmla="*/ 2147483647 h 300"/>
                  <a:gd name="T88" fmla="*/ 2147483647 w 282"/>
                  <a:gd name="T89" fmla="*/ 2147483647 h 300"/>
                  <a:gd name="T90" fmla="*/ 2147483647 w 282"/>
                  <a:gd name="T91" fmla="*/ 2147483647 h 300"/>
                  <a:gd name="T92" fmla="*/ 2147483647 w 282"/>
                  <a:gd name="T93" fmla="*/ 2147483647 h 300"/>
                  <a:gd name="T94" fmla="*/ 2147483647 w 282"/>
                  <a:gd name="T95" fmla="*/ 2147483647 h 300"/>
                  <a:gd name="T96" fmla="*/ 2147483647 w 282"/>
                  <a:gd name="T97" fmla="*/ 2147483647 h 300"/>
                  <a:gd name="T98" fmla="*/ 2147483647 w 282"/>
                  <a:gd name="T99" fmla="*/ 2147483647 h 300"/>
                  <a:gd name="T100" fmla="*/ 2147483647 w 282"/>
                  <a:gd name="T101" fmla="*/ 2147483647 h 300"/>
                  <a:gd name="T102" fmla="*/ 2147483647 w 282"/>
                  <a:gd name="T103" fmla="*/ 2147483647 h 300"/>
                  <a:gd name="T104" fmla="*/ 2147483647 w 282"/>
                  <a:gd name="T105" fmla="*/ 2147483647 h 300"/>
                  <a:gd name="T106" fmla="*/ 2147483647 w 282"/>
                  <a:gd name="T107" fmla="*/ 2147483647 h 300"/>
                  <a:gd name="T108" fmla="*/ 2147483647 w 282"/>
                  <a:gd name="T109" fmla="*/ 2147483647 h 300"/>
                  <a:gd name="T110" fmla="*/ 2147483647 w 282"/>
                  <a:gd name="T111" fmla="*/ 2147483647 h 3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82"/>
                  <a:gd name="T169" fmla="*/ 0 h 300"/>
                  <a:gd name="T170" fmla="*/ 282 w 282"/>
                  <a:gd name="T171" fmla="*/ 300 h 30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82" h="300">
                    <a:moveTo>
                      <a:pt x="276" y="156"/>
                    </a:moveTo>
                    <a:lnTo>
                      <a:pt x="276" y="144"/>
                    </a:lnTo>
                    <a:lnTo>
                      <a:pt x="270" y="132"/>
                    </a:lnTo>
                    <a:lnTo>
                      <a:pt x="264" y="126"/>
                    </a:lnTo>
                    <a:lnTo>
                      <a:pt x="264" y="114"/>
                    </a:lnTo>
                    <a:lnTo>
                      <a:pt x="258" y="108"/>
                    </a:lnTo>
                    <a:lnTo>
                      <a:pt x="258" y="102"/>
                    </a:lnTo>
                    <a:lnTo>
                      <a:pt x="276" y="102"/>
                    </a:lnTo>
                    <a:lnTo>
                      <a:pt x="282" y="96"/>
                    </a:lnTo>
                    <a:lnTo>
                      <a:pt x="246" y="90"/>
                    </a:lnTo>
                    <a:lnTo>
                      <a:pt x="228" y="66"/>
                    </a:lnTo>
                    <a:lnTo>
                      <a:pt x="204" y="90"/>
                    </a:lnTo>
                    <a:lnTo>
                      <a:pt x="192" y="90"/>
                    </a:lnTo>
                    <a:lnTo>
                      <a:pt x="168" y="78"/>
                    </a:lnTo>
                    <a:lnTo>
                      <a:pt x="162" y="72"/>
                    </a:lnTo>
                    <a:lnTo>
                      <a:pt x="174" y="60"/>
                    </a:lnTo>
                    <a:lnTo>
                      <a:pt x="180" y="60"/>
                    </a:lnTo>
                    <a:lnTo>
                      <a:pt x="186" y="54"/>
                    </a:lnTo>
                    <a:lnTo>
                      <a:pt x="192" y="54"/>
                    </a:lnTo>
                    <a:lnTo>
                      <a:pt x="192" y="42"/>
                    </a:lnTo>
                    <a:lnTo>
                      <a:pt x="234" y="18"/>
                    </a:lnTo>
                    <a:lnTo>
                      <a:pt x="240" y="12"/>
                    </a:lnTo>
                    <a:lnTo>
                      <a:pt x="240" y="6"/>
                    </a:lnTo>
                    <a:lnTo>
                      <a:pt x="234" y="6"/>
                    </a:lnTo>
                    <a:lnTo>
                      <a:pt x="228" y="0"/>
                    </a:lnTo>
                    <a:lnTo>
                      <a:pt x="222" y="0"/>
                    </a:lnTo>
                    <a:lnTo>
                      <a:pt x="210" y="6"/>
                    </a:lnTo>
                    <a:lnTo>
                      <a:pt x="204" y="18"/>
                    </a:lnTo>
                    <a:lnTo>
                      <a:pt x="198" y="6"/>
                    </a:lnTo>
                    <a:lnTo>
                      <a:pt x="174" y="6"/>
                    </a:lnTo>
                    <a:lnTo>
                      <a:pt x="162" y="12"/>
                    </a:lnTo>
                    <a:lnTo>
                      <a:pt x="156" y="12"/>
                    </a:lnTo>
                    <a:lnTo>
                      <a:pt x="150" y="18"/>
                    </a:lnTo>
                    <a:lnTo>
                      <a:pt x="150" y="30"/>
                    </a:lnTo>
                    <a:lnTo>
                      <a:pt x="144" y="36"/>
                    </a:lnTo>
                    <a:lnTo>
                      <a:pt x="144" y="42"/>
                    </a:lnTo>
                    <a:lnTo>
                      <a:pt x="126" y="42"/>
                    </a:lnTo>
                    <a:lnTo>
                      <a:pt x="120" y="48"/>
                    </a:lnTo>
                    <a:lnTo>
                      <a:pt x="120" y="54"/>
                    </a:lnTo>
                    <a:lnTo>
                      <a:pt x="138" y="54"/>
                    </a:lnTo>
                    <a:lnTo>
                      <a:pt x="144" y="60"/>
                    </a:lnTo>
                    <a:lnTo>
                      <a:pt x="150" y="60"/>
                    </a:lnTo>
                    <a:lnTo>
                      <a:pt x="150" y="66"/>
                    </a:lnTo>
                    <a:lnTo>
                      <a:pt x="144" y="72"/>
                    </a:lnTo>
                    <a:lnTo>
                      <a:pt x="132" y="72"/>
                    </a:lnTo>
                    <a:lnTo>
                      <a:pt x="132" y="78"/>
                    </a:lnTo>
                    <a:lnTo>
                      <a:pt x="126" y="84"/>
                    </a:lnTo>
                    <a:lnTo>
                      <a:pt x="102" y="84"/>
                    </a:lnTo>
                    <a:lnTo>
                      <a:pt x="102" y="90"/>
                    </a:lnTo>
                    <a:lnTo>
                      <a:pt x="90" y="78"/>
                    </a:lnTo>
                    <a:lnTo>
                      <a:pt x="42" y="78"/>
                    </a:lnTo>
                    <a:lnTo>
                      <a:pt x="42" y="102"/>
                    </a:lnTo>
                    <a:lnTo>
                      <a:pt x="54" y="102"/>
                    </a:lnTo>
                    <a:lnTo>
                      <a:pt x="54" y="108"/>
                    </a:lnTo>
                    <a:lnTo>
                      <a:pt x="60" y="114"/>
                    </a:lnTo>
                    <a:lnTo>
                      <a:pt x="42" y="126"/>
                    </a:lnTo>
                    <a:lnTo>
                      <a:pt x="36" y="126"/>
                    </a:lnTo>
                    <a:lnTo>
                      <a:pt x="30" y="132"/>
                    </a:lnTo>
                    <a:lnTo>
                      <a:pt x="30" y="138"/>
                    </a:lnTo>
                    <a:lnTo>
                      <a:pt x="42" y="150"/>
                    </a:lnTo>
                    <a:lnTo>
                      <a:pt x="54" y="156"/>
                    </a:lnTo>
                    <a:lnTo>
                      <a:pt x="60" y="162"/>
                    </a:lnTo>
                    <a:lnTo>
                      <a:pt x="72" y="162"/>
                    </a:lnTo>
                    <a:lnTo>
                      <a:pt x="78" y="156"/>
                    </a:lnTo>
                    <a:lnTo>
                      <a:pt x="96" y="156"/>
                    </a:lnTo>
                    <a:lnTo>
                      <a:pt x="96" y="168"/>
                    </a:lnTo>
                    <a:lnTo>
                      <a:pt x="90" y="174"/>
                    </a:lnTo>
                    <a:lnTo>
                      <a:pt x="72" y="174"/>
                    </a:lnTo>
                    <a:lnTo>
                      <a:pt x="72" y="192"/>
                    </a:lnTo>
                    <a:lnTo>
                      <a:pt x="54" y="192"/>
                    </a:lnTo>
                    <a:lnTo>
                      <a:pt x="48" y="198"/>
                    </a:lnTo>
                    <a:lnTo>
                      <a:pt x="48" y="210"/>
                    </a:lnTo>
                    <a:lnTo>
                      <a:pt x="42" y="222"/>
                    </a:lnTo>
                    <a:lnTo>
                      <a:pt x="42" y="234"/>
                    </a:lnTo>
                    <a:lnTo>
                      <a:pt x="18" y="234"/>
                    </a:lnTo>
                    <a:lnTo>
                      <a:pt x="12" y="240"/>
                    </a:lnTo>
                    <a:lnTo>
                      <a:pt x="6" y="240"/>
                    </a:lnTo>
                    <a:lnTo>
                      <a:pt x="6" y="246"/>
                    </a:lnTo>
                    <a:lnTo>
                      <a:pt x="12" y="246"/>
                    </a:lnTo>
                    <a:lnTo>
                      <a:pt x="18" y="252"/>
                    </a:lnTo>
                    <a:lnTo>
                      <a:pt x="6" y="252"/>
                    </a:lnTo>
                    <a:lnTo>
                      <a:pt x="0" y="258"/>
                    </a:lnTo>
                    <a:lnTo>
                      <a:pt x="0" y="270"/>
                    </a:lnTo>
                    <a:lnTo>
                      <a:pt x="42" y="270"/>
                    </a:lnTo>
                    <a:lnTo>
                      <a:pt x="24" y="288"/>
                    </a:lnTo>
                    <a:lnTo>
                      <a:pt x="30" y="282"/>
                    </a:lnTo>
                    <a:lnTo>
                      <a:pt x="48" y="282"/>
                    </a:lnTo>
                    <a:lnTo>
                      <a:pt x="48" y="288"/>
                    </a:lnTo>
                    <a:lnTo>
                      <a:pt x="42" y="288"/>
                    </a:lnTo>
                    <a:lnTo>
                      <a:pt x="36" y="294"/>
                    </a:lnTo>
                    <a:lnTo>
                      <a:pt x="30" y="294"/>
                    </a:lnTo>
                    <a:lnTo>
                      <a:pt x="36" y="300"/>
                    </a:lnTo>
                    <a:lnTo>
                      <a:pt x="60" y="300"/>
                    </a:lnTo>
                    <a:lnTo>
                      <a:pt x="96" y="288"/>
                    </a:lnTo>
                    <a:lnTo>
                      <a:pt x="108" y="282"/>
                    </a:lnTo>
                    <a:lnTo>
                      <a:pt x="120" y="270"/>
                    </a:lnTo>
                    <a:lnTo>
                      <a:pt x="120" y="264"/>
                    </a:lnTo>
                    <a:lnTo>
                      <a:pt x="132" y="270"/>
                    </a:lnTo>
                    <a:lnTo>
                      <a:pt x="138" y="270"/>
                    </a:lnTo>
                    <a:lnTo>
                      <a:pt x="150" y="264"/>
                    </a:lnTo>
                    <a:lnTo>
                      <a:pt x="162" y="252"/>
                    </a:lnTo>
                    <a:lnTo>
                      <a:pt x="180" y="246"/>
                    </a:lnTo>
                    <a:lnTo>
                      <a:pt x="204" y="246"/>
                    </a:lnTo>
                    <a:lnTo>
                      <a:pt x="210" y="240"/>
                    </a:lnTo>
                    <a:lnTo>
                      <a:pt x="252" y="240"/>
                    </a:lnTo>
                    <a:lnTo>
                      <a:pt x="246" y="222"/>
                    </a:lnTo>
                    <a:lnTo>
                      <a:pt x="264" y="222"/>
                    </a:lnTo>
                    <a:lnTo>
                      <a:pt x="264" y="198"/>
                    </a:lnTo>
                    <a:lnTo>
                      <a:pt x="270" y="192"/>
                    </a:lnTo>
                    <a:lnTo>
                      <a:pt x="270" y="180"/>
                    </a:lnTo>
                    <a:lnTo>
                      <a:pt x="276" y="168"/>
                    </a:lnTo>
                    <a:lnTo>
                      <a:pt x="276" y="15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2" name="Iceland" descr="© INSCALE GmbH, 05.05.2010&#10;http://www.presentationload.com/">
                <a:extLst>
                  <a:ext uri="{FF2B5EF4-FFF2-40B4-BE49-F238E27FC236}">
                    <a16:creationId xmlns:a16="http://schemas.microsoft.com/office/drawing/2014/main" id="{25E7F990-2155-6545-926F-81373A9446AB}"/>
                  </a:ext>
                </a:extLst>
              </p:cNvPr>
              <p:cNvSpPr>
                <a:spLocks/>
              </p:cNvSpPr>
              <p:nvPr/>
            </p:nvSpPr>
            <p:spPr bwMode="gray">
              <a:xfrm>
                <a:off x="5247881" y="1935940"/>
                <a:ext cx="239972" cy="93688"/>
              </a:xfrm>
              <a:custGeom>
                <a:avLst/>
                <a:gdLst>
                  <a:gd name="T0" fmla="*/ 2147483647 w 570"/>
                  <a:gd name="T1" fmla="*/ 2147483647 h 222"/>
                  <a:gd name="T2" fmla="*/ 2147483647 w 570"/>
                  <a:gd name="T3" fmla="*/ 2147483647 h 222"/>
                  <a:gd name="T4" fmla="*/ 2147483647 w 570"/>
                  <a:gd name="T5" fmla="*/ 2147483647 h 222"/>
                  <a:gd name="T6" fmla="*/ 2147483647 w 570"/>
                  <a:gd name="T7" fmla="*/ 2147483647 h 222"/>
                  <a:gd name="T8" fmla="*/ 2147483647 w 570"/>
                  <a:gd name="T9" fmla="*/ 2147483647 h 222"/>
                  <a:gd name="T10" fmla="*/ 2147483647 w 570"/>
                  <a:gd name="T11" fmla="*/ 2147483647 h 222"/>
                  <a:gd name="T12" fmla="*/ 2147483647 w 570"/>
                  <a:gd name="T13" fmla="*/ 2147483647 h 222"/>
                  <a:gd name="T14" fmla="*/ 2147483647 w 570"/>
                  <a:gd name="T15" fmla="*/ 2147483647 h 222"/>
                  <a:gd name="T16" fmla="*/ 2147483647 w 570"/>
                  <a:gd name="T17" fmla="*/ 2147483647 h 222"/>
                  <a:gd name="T18" fmla="*/ 2147483647 w 570"/>
                  <a:gd name="T19" fmla="*/ 2147483647 h 222"/>
                  <a:gd name="T20" fmla="*/ 2147483647 w 570"/>
                  <a:gd name="T21" fmla="*/ 2147483647 h 222"/>
                  <a:gd name="T22" fmla="*/ 2147483647 w 570"/>
                  <a:gd name="T23" fmla="*/ 2147483647 h 222"/>
                  <a:gd name="T24" fmla="*/ 2147483647 w 570"/>
                  <a:gd name="T25" fmla="*/ 2147483647 h 222"/>
                  <a:gd name="T26" fmla="*/ 2147483647 w 570"/>
                  <a:gd name="T27" fmla="*/ 2147483647 h 222"/>
                  <a:gd name="T28" fmla="*/ 2147483647 w 570"/>
                  <a:gd name="T29" fmla="*/ 2147483647 h 222"/>
                  <a:gd name="T30" fmla="*/ 2147483647 w 570"/>
                  <a:gd name="T31" fmla="*/ 2147483647 h 222"/>
                  <a:gd name="T32" fmla="*/ 2147483647 w 570"/>
                  <a:gd name="T33" fmla="*/ 2147483647 h 222"/>
                  <a:gd name="T34" fmla="*/ 2147483647 w 570"/>
                  <a:gd name="T35" fmla="*/ 2147483647 h 222"/>
                  <a:gd name="T36" fmla="*/ 2147483647 w 570"/>
                  <a:gd name="T37" fmla="*/ 2147483647 h 222"/>
                  <a:gd name="T38" fmla="*/ 2147483647 w 570"/>
                  <a:gd name="T39" fmla="*/ 2147483647 h 222"/>
                  <a:gd name="T40" fmla="*/ 2147483647 w 570"/>
                  <a:gd name="T41" fmla="*/ 2147483647 h 222"/>
                  <a:gd name="T42" fmla="*/ 2147483647 w 570"/>
                  <a:gd name="T43" fmla="*/ 2147483647 h 222"/>
                  <a:gd name="T44" fmla="*/ 2147483647 w 570"/>
                  <a:gd name="T45" fmla="*/ 2147483647 h 222"/>
                  <a:gd name="T46" fmla="*/ 2147483647 w 570"/>
                  <a:gd name="T47" fmla="*/ 2147483647 h 222"/>
                  <a:gd name="T48" fmla="*/ 2147483647 w 570"/>
                  <a:gd name="T49" fmla="*/ 2147483647 h 222"/>
                  <a:gd name="T50" fmla="*/ 2147483647 w 570"/>
                  <a:gd name="T51" fmla="*/ 2147483647 h 222"/>
                  <a:gd name="T52" fmla="*/ 2147483647 w 570"/>
                  <a:gd name="T53" fmla="*/ 2147483647 h 222"/>
                  <a:gd name="T54" fmla="*/ 2147483647 w 570"/>
                  <a:gd name="T55" fmla="*/ 2147483647 h 222"/>
                  <a:gd name="T56" fmla="*/ 2147483647 w 570"/>
                  <a:gd name="T57" fmla="*/ 2147483647 h 222"/>
                  <a:gd name="T58" fmla="*/ 2147483647 w 570"/>
                  <a:gd name="T59" fmla="*/ 2147483647 h 222"/>
                  <a:gd name="T60" fmla="*/ 2147483647 w 570"/>
                  <a:gd name="T61" fmla="*/ 2147483647 h 222"/>
                  <a:gd name="T62" fmla="*/ 2147483647 w 570"/>
                  <a:gd name="T63" fmla="*/ 2147483647 h 222"/>
                  <a:gd name="T64" fmla="*/ 2147483647 w 570"/>
                  <a:gd name="T65" fmla="*/ 2147483647 h 222"/>
                  <a:gd name="T66" fmla="*/ 0 w 570"/>
                  <a:gd name="T67" fmla="*/ 2147483647 h 222"/>
                  <a:gd name="T68" fmla="*/ 2147483647 w 570"/>
                  <a:gd name="T69" fmla="*/ 2147483647 h 222"/>
                  <a:gd name="T70" fmla="*/ 2147483647 w 570"/>
                  <a:gd name="T71" fmla="*/ 2147483647 h 222"/>
                  <a:gd name="T72" fmla="*/ 2147483647 w 570"/>
                  <a:gd name="T73" fmla="*/ 2147483647 h 222"/>
                  <a:gd name="T74" fmla="*/ 2147483647 w 570"/>
                  <a:gd name="T75" fmla="*/ 2147483647 h 222"/>
                  <a:gd name="T76" fmla="*/ 2147483647 w 570"/>
                  <a:gd name="T77" fmla="*/ 2147483647 h 222"/>
                  <a:gd name="T78" fmla="*/ 2147483647 w 570"/>
                  <a:gd name="T79" fmla="*/ 2147483647 h 222"/>
                  <a:gd name="T80" fmla="*/ 2147483647 w 570"/>
                  <a:gd name="T81" fmla="*/ 2147483647 h 222"/>
                  <a:gd name="T82" fmla="*/ 2147483647 w 570"/>
                  <a:gd name="T83" fmla="*/ 2147483647 h 222"/>
                  <a:gd name="T84" fmla="*/ 2147483647 w 570"/>
                  <a:gd name="T85" fmla="*/ 2147483647 h 222"/>
                  <a:gd name="T86" fmla="*/ 2147483647 w 570"/>
                  <a:gd name="T87" fmla="*/ 2147483647 h 222"/>
                  <a:gd name="T88" fmla="*/ 2147483647 w 570"/>
                  <a:gd name="T89" fmla="*/ 2147483647 h 222"/>
                  <a:gd name="T90" fmla="*/ 2147483647 w 570"/>
                  <a:gd name="T91" fmla="*/ 2147483647 h 222"/>
                  <a:gd name="T92" fmla="*/ 2147483647 w 570"/>
                  <a:gd name="T93" fmla="*/ 2147483647 h 22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70"/>
                  <a:gd name="T142" fmla="*/ 0 h 222"/>
                  <a:gd name="T143" fmla="*/ 570 w 570"/>
                  <a:gd name="T144" fmla="*/ 222 h 22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70" h="222">
                    <a:moveTo>
                      <a:pt x="252" y="222"/>
                    </a:moveTo>
                    <a:lnTo>
                      <a:pt x="270" y="216"/>
                    </a:lnTo>
                    <a:lnTo>
                      <a:pt x="306" y="216"/>
                    </a:lnTo>
                    <a:lnTo>
                      <a:pt x="312" y="204"/>
                    </a:lnTo>
                    <a:lnTo>
                      <a:pt x="312" y="192"/>
                    </a:lnTo>
                    <a:lnTo>
                      <a:pt x="324" y="198"/>
                    </a:lnTo>
                    <a:lnTo>
                      <a:pt x="330" y="198"/>
                    </a:lnTo>
                    <a:lnTo>
                      <a:pt x="342" y="204"/>
                    </a:lnTo>
                    <a:lnTo>
                      <a:pt x="348" y="204"/>
                    </a:lnTo>
                    <a:lnTo>
                      <a:pt x="360" y="192"/>
                    </a:lnTo>
                    <a:lnTo>
                      <a:pt x="360" y="186"/>
                    </a:lnTo>
                    <a:lnTo>
                      <a:pt x="372" y="186"/>
                    </a:lnTo>
                    <a:lnTo>
                      <a:pt x="378" y="192"/>
                    </a:lnTo>
                    <a:lnTo>
                      <a:pt x="390" y="192"/>
                    </a:lnTo>
                    <a:lnTo>
                      <a:pt x="414" y="180"/>
                    </a:lnTo>
                    <a:lnTo>
                      <a:pt x="432" y="168"/>
                    </a:lnTo>
                    <a:lnTo>
                      <a:pt x="456" y="156"/>
                    </a:lnTo>
                    <a:lnTo>
                      <a:pt x="474" y="156"/>
                    </a:lnTo>
                    <a:lnTo>
                      <a:pt x="480" y="162"/>
                    </a:lnTo>
                    <a:lnTo>
                      <a:pt x="492" y="162"/>
                    </a:lnTo>
                    <a:lnTo>
                      <a:pt x="504" y="156"/>
                    </a:lnTo>
                    <a:lnTo>
                      <a:pt x="510" y="144"/>
                    </a:lnTo>
                    <a:lnTo>
                      <a:pt x="510" y="138"/>
                    </a:lnTo>
                    <a:lnTo>
                      <a:pt x="516" y="126"/>
                    </a:lnTo>
                    <a:lnTo>
                      <a:pt x="528" y="126"/>
                    </a:lnTo>
                    <a:lnTo>
                      <a:pt x="552" y="114"/>
                    </a:lnTo>
                    <a:lnTo>
                      <a:pt x="564" y="102"/>
                    </a:lnTo>
                    <a:lnTo>
                      <a:pt x="570" y="102"/>
                    </a:lnTo>
                    <a:lnTo>
                      <a:pt x="552" y="102"/>
                    </a:lnTo>
                    <a:lnTo>
                      <a:pt x="570" y="84"/>
                    </a:lnTo>
                    <a:lnTo>
                      <a:pt x="570" y="78"/>
                    </a:lnTo>
                    <a:lnTo>
                      <a:pt x="564" y="72"/>
                    </a:lnTo>
                    <a:lnTo>
                      <a:pt x="552" y="66"/>
                    </a:lnTo>
                    <a:lnTo>
                      <a:pt x="540" y="66"/>
                    </a:lnTo>
                    <a:lnTo>
                      <a:pt x="534" y="72"/>
                    </a:lnTo>
                    <a:lnTo>
                      <a:pt x="528" y="72"/>
                    </a:lnTo>
                    <a:lnTo>
                      <a:pt x="534" y="60"/>
                    </a:lnTo>
                    <a:lnTo>
                      <a:pt x="504" y="60"/>
                    </a:lnTo>
                    <a:lnTo>
                      <a:pt x="522" y="36"/>
                    </a:lnTo>
                    <a:lnTo>
                      <a:pt x="504" y="36"/>
                    </a:lnTo>
                    <a:lnTo>
                      <a:pt x="510" y="18"/>
                    </a:lnTo>
                    <a:lnTo>
                      <a:pt x="480" y="24"/>
                    </a:lnTo>
                    <a:lnTo>
                      <a:pt x="474" y="18"/>
                    </a:lnTo>
                    <a:lnTo>
                      <a:pt x="462" y="12"/>
                    </a:lnTo>
                    <a:lnTo>
                      <a:pt x="456" y="6"/>
                    </a:lnTo>
                    <a:lnTo>
                      <a:pt x="444" y="0"/>
                    </a:lnTo>
                    <a:lnTo>
                      <a:pt x="432" y="0"/>
                    </a:lnTo>
                    <a:lnTo>
                      <a:pt x="432" y="24"/>
                    </a:lnTo>
                    <a:lnTo>
                      <a:pt x="414" y="30"/>
                    </a:lnTo>
                    <a:lnTo>
                      <a:pt x="408" y="30"/>
                    </a:lnTo>
                    <a:lnTo>
                      <a:pt x="402" y="24"/>
                    </a:lnTo>
                    <a:lnTo>
                      <a:pt x="378" y="24"/>
                    </a:lnTo>
                    <a:lnTo>
                      <a:pt x="372" y="30"/>
                    </a:lnTo>
                    <a:lnTo>
                      <a:pt x="366" y="42"/>
                    </a:lnTo>
                    <a:lnTo>
                      <a:pt x="360" y="36"/>
                    </a:lnTo>
                    <a:lnTo>
                      <a:pt x="348" y="30"/>
                    </a:lnTo>
                    <a:lnTo>
                      <a:pt x="342" y="24"/>
                    </a:lnTo>
                    <a:lnTo>
                      <a:pt x="336" y="24"/>
                    </a:lnTo>
                    <a:lnTo>
                      <a:pt x="330" y="30"/>
                    </a:lnTo>
                    <a:lnTo>
                      <a:pt x="330" y="60"/>
                    </a:lnTo>
                    <a:lnTo>
                      <a:pt x="324" y="48"/>
                    </a:lnTo>
                    <a:lnTo>
                      <a:pt x="318" y="42"/>
                    </a:lnTo>
                    <a:lnTo>
                      <a:pt x="306" y="36"/>
                    </a:lnTo>
                    <a:lnTo>
                      <a:pt x="300" y="24"/>
                    </a:lnTo>
                    <a:lnTo>
                      <a:pt x="288" y="24"/>
                    </a:lnTo>
                    <a:lnTo>
                      <a:pt x="288" y="30"/>
                    </a:lnTo>
                    <a:lnTo>
                      <a:pt x="270" y="30"/>
                    </a:lnTo>
                    <a:lnTo>
                      <a:pt x="264" y="36"/>
                    </a:lnTo>
                    <a:lnTo>
                      <a:pt x="264" y="54"/>
                    </a:lnTo>
                    <a:lnTo>
                      <a:pt x="252" y="54"/>
                    </a:lnTo>
                    <a:lnTo>
                      <a:pt x="240" y="42"/>
                    </a:lnTo>
                    <a:lnTo>
                      <a:pt x="228" y="36"/>
                    </a:lnTo>
                    <a:lnTo>
                      <a:pt x="222" y="30"/>
                    </a:lnTo>
                    <a:lnTo>
                      <a:pt x="216" y="30"/>
                    </a:lnTo>
                    <a:lnTo>
                      <a:pt x="216" y="48"/>
                    </a:lnTo>
                    <a:lnTo>
                      <a:pt x="210" y="60"/>
                    </a:lnTo>
                    <a:lnTo>
                      <a:pt x="210" y="72"/>
                    </a:lnTo>
                    <a:lnTo>
                      <a:pt x="204" y="72"/>
                    </a:lnTo>
                    <a:lnTo>
                      <a:pt x="192" y="60"/>
                    </a:lnTo>
                    <a:lnTo>
                      <a:pt x="186" y="60"/>
                    </a:lnTo>
                    <a:lnTo>
                      <a:pt x="162" y="84"/>
                    </a:lnTo>
                    <a:lnTo>
                      <a:pt x="162" y="90"/>
                    </a:lnTo>
                    <a:lnTo>
                      <a:pt x="156" y="84"/>
                    </a:lnTo>
                    <a:lnTo>
                      <a:pt x="144" y="60"/>
                    </a:lnTo>
                    <a:lnTo>
                      <a:pt x="162" y="42"/>
                    </a:lnTo>
                    <a:lnTo>
                      <a:pt x="162" y="36"/>
                    </a:lnTo>
                    <a:lnTo>
                      <a:pt x="156" y="30"/>
                    </a:lnTo>
                    <a:lnTo>
                      <a:pt x="108" y="6"/>
                    </a:lnTo>
                    <a:lnTo>
                      <a:pt x="96" y="6"/>
                    </a:lnTo>
                    <a:lnTo>
                      <a:pt x="96" y="36"/>
                    </a:lnTo>
                    <a:lnTo>
                      <a:pt x="90" y="36"/>
                    </a:lnTo>
                    <a:lnTo>
                      <a:pt x="84" y="30"/>
                    </a:lnTo>
                    <a:lnTo>
                      <a:pt x="78" y="30"/>
                    </a:lnTo>
                    <a:lnTo>
                      <a:pt x="66" y="24"/>
                    </a:lnTo>
                    <a:lnTo>
                      <a:pt x="54" y="24"/>
                    </a:lnTo>
                    <a:lnTo>
                      <a:pt x="42" y="30"/>
                    </a:lnTo>
                    <a:lnTo>
                      <a:pt x="30" y="42"/>
                    </a:lnTo>
                    <a:lnTo>
                      <a:pt x="48" y="54"/>
                    </a:lnTo>
                    <a:lnTo>
                      <a:pt x="30" y="54"/>
                    </a:lnTo>
                    <a:lnTo>
                      <a:pt x="18" y="60"/>
                    </a:lnTo>
                    <a:lnTo>
                      <a:pt x="12" y="66"/>
                    </a:lnTo>
                    <a:lnTo>
                      <a:pt x="0" y="66"/>
                    </a:lnTo>
                    <a:lnTo>
                      <a:pt x="6" y="72"/>
                    </a:lnTo>
                    <a:lnTo>
                      <a:pt x="18" y="78"/>
                    </a:lnTo>
                    <a:lnTo>
                      <a:pt x="30" y="78"/>
                    </a:lnTo>
                    <a:lnTo>
                      <a:pt x="54" y="66"/>
                    </a:lnTo>
                    <a:lnTo>
                      <a:pt x="66" y="66"/>
                    </a:lnTo>
                    <a:lnTo>
                      <a:pt x="72" y="60"/>
                    </a:lnTo>
                    <a:lnTo>
                      <a:pt x="78" y="60"/>
                    </a:lnTo>
                    <a:lnTo>
                      <a:pt x="126" y="72"/>
                    </a:lnTo>
                    <a:lnTo>
                      <a:pt x="90" y="90"/>
                    </a:lnTo>
                    <a:lnTo>
                      <a:pt x="102" y="90"/>
                    </a:lnTo>
                    <a:lnTo>
                      <a:pt x="108" y="96"/>
                    </a:lnTo>
                    <a:lnTo>
                      <a:pt x="114" y="96"/>
                    </a:lnTo>
                    <a:lnTo>
                      <a:pt x="120" y="102"/>
                    </a:lnTo>
                    <a:lnTo>
                      <a:pt x="114" y="102"/>
                    </a:lnTo>
                    <a:lnTo>
                      <a:pt x="108" y="108"/>
                    </a:lnTo>
                    <a:lnTo>
                      <a:pt x="6" y="108"/>
                    </a:lnTo>
                    <a:lnTo>
                      <a:pt x="0" y="114"/>
                    </a:lnTo>
                    <a:lnTo>
                      <a:pt x="12" y="120"/>
                    </a:lnTo>
                    <a:lnTo>
                      <a:pt x="60" y="120"/>
                    </a:lnTo>
                    <a:lnTo>
                      <a:pt x="84" y="132"/>
                    </a:lnTo>
                    <a:lnTo>
                      <a:pt x="90" y="138"/>
                    </a:lnTo>
                    <a:lnTo>
                      <a:pt x="126" y="132"/>
                    </a:lnTo>
                    <a:lnTo>
                      <a:pt x="108" y="150"/>
                    </a:lnTo>
                    <a:lnTo>
                      <a:pt x="120" y="156"/>
                    </a:lnTo>
                    <a:lnTo>
                      <a:pt x="114" y="162"/>
                    </a:lnTo>
                    <a:lnTo>
                      <a:pt x="114" y="168"/>
                    </a:lnTo>
                    <a:lnTo>
                      <a:pt x="108" y="174"/>
                    </a:lnTo>
                    <a:lnTo>
                      <a:pt x="90" y="174"/>
                    </a:lnTo>
                    <a:lnTo>
                      <a:pt x="78" y="180"/>
                    </a:lnTo>
                    <a:lnTo>
                      <a:pt x="54" y="180"/>
                    </a:lnTo>
                    <a:lnTo>
                      <a:pt x="54" y="186"/>
                    </a:lnTo>
                    <a:lnTo>
                      <a:pt x="66" y="192"/>
                    </a:lnTo>
                    <a:lnTo>
                      <a:pt x="120" y="192"/>
                    </a:lnTo>
                    <a:lnTo>
                      <a:pt x="132" y="186"/>
                    </a:lnTo>
                    <a:lnTo>
                      <a:pt x="138" y="180"/>
                    </a:lnTo>
                    <a:lnTo>
                      <a:pt x="168" y="198"/>
                    </a:lnTo>
                    <a:lnTo>
                      <a:pt x="180" y="186"/>
                    </a:lnTo>
                    <a:lnTo>
                      <a:pt x="180" y="198"/>
                    </a:lnTo>
                    <a:lnTo>
                      <a:pt x="228" y="222"/>
                    </a:lnTo>
                    <a:lnTo>
                      <a:pt x="252" y="22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3" name="Hungary" descr="© INSCALE GmbH, 05.05.2010&#10;http://www.presentationload.com/">
                <a:extLst>
                  <a:ext uri="{FF2B5EF4-FFF2-40B4-BE49-F238E27FC236}">
                    <a16:creationId xmlns:a16="http://schemas.microsoft.com/office/drawing/2014/main" id="{A03B9C79-226B-BB46-BD9F-40641F7BB179}"/>
                  </a:ext>
                </a:extLst>
              </p:cNvPr>
              <p:cNvSpPr>
                <a:spLocks/>
              </p:cNvSpPr>
              <p:nvPr/>
            </p:nvSpPr>
            <p:spPr bwMode="gray">
              <a:xfrm>
                <a:off x="6186401" y="2501352"/>
                <a:ext cx="179157" cy="93688"/>
              </a:xfrm>
              <a:custGeom>
                <a:avLst/>
                <a:gdLst>
                  <a:gd name="T0" fmla="*/ 2147483647 w 426"/>
                  <a:gd name="T1" fmla="*/ 2147483647 h 222"/>
                  <a:gd name="T2" fmla="*/ 2147483647 w 426"/>
                  <a:gd name="T3" fmla="*/ 2147483647 h 222"/>
                  <a:gd name="T4" fmla="*/ 2147483647 w 426"/>
                  <a:gd name="T5" fmla="*/ 2147483647 h 222"/>
                  <a:gd name="T6" fmla="*/ 0 w 426"/>
                  <a:gd name="T7" fmla="*/ 2147483647 h 222"/>
                  <a:gd name="T8" fmla="*/ 2147483647 w 426"/>
                  <a:gd name="T9" fmla="*/ 2147483647 h 222"/>
                  <a:gd name="T10" fmla="*/ 2147483647 w 426"/>
                  <a:gd name="T11" fmla="*/ 2147483647 h 222"/>
                  <a:gd name="T12" fmla="*/ 2147483647 w 426"/>
                  <a:gd name="T13" fmla="*/ 2147483647 h 222"/>
                  <a:gd name="T14" fmla="*/ 2147483647 w 426"/>
                  <a:gd name="T15" fmla="*/ 2147483647 h 222"/>
                  <a:gd name="T16" fmla="*/ 2147483647 w 426"/>
                  <a:gd name="T17" fmla="*/ 2147483647 h 222"/>
                  <a:gd name="T18" fmla="*/ 2147483647 w 426"/>
                  <a:gd name="T19" fmla="*/ 2147483647 h 222"/>
                  <a:gd name="T20" fmla="*/ 2147483647 w 426"/>
                  <a:gd name="T21" fmla="*/ 2147483647 h 222"/>
                  <a:gd name="T22" fmla="*/ 2147483647 w 426"/>
                  <a:gd name="T23" fmla="*/ 2147483647 h 222"/>
                  <a:gd name="T24" fmla="*/ 2147483647 w 426"/>
                  <a:gd name="T25" fmla="*/ 2147483647 h 222"/>
                  <a:gd name="T26" fmla="*/ 2147483647 w 426"/>
                  <a:gd name="T27" fmla="*/ 2147483647 h 222"/>
                  <a:gd name="T28" fmla="*/ 2147483647 w 426"/>
                  <a:gd name="T29" fmla="*/ 2147483647 h 222"/>
                  <a:gd name="T30" fmla="*/ 2147483647 w 426"/>
                  <a:gd name="T31" fmla="*/ 2147483647 h 222"/>
                  <a:gd name="T32" fmla="*/ 2147483647 w 426"/>
                  <a:gd name="T33" fmla="*/ 2147483647 h 222"/>
                  <a:gd name="T34" fmla="*/ 2147483647 w 426"/>
                  <a:gd name="T35" fmla="*/ 2147483647 h 222"/>
                  <a:gd name="T36" fmla="*/ 2147483647 w 426"/>
                  <a:gd name="T37" fmla="*/ 2147483647 h 222"/>
                  <a:gd name="T38" fmla="*/ 2147483647 w 426"/>
                  <a:gd name="T39" fmla="*/ 2147483647 h 222"/>
                  <a:gd name="T40" fmla="*/ 2147483647 w 426"/>
                  <a:gd name="T41" fmla="*/ 2147483647 h 222"/>
                  <a:gd name="T42" fmla="*/ 2147483647 w 426"/>
                  <a:gd name="T43" fmla="*/ 2147483647 h 222"/>
                  <a:gd name="T44" fmla="*/ 2147483647 w 426"/>
                  <a:gd name="T45" fmla="*/ 2147483647 h 222"/>
                  <a:gd name="T46" fmla="*/ 2147483647 w 426"/>
                  <a:gd name="T47" fmla="*/ 2147483647 h 222"/>
                  <a:gd name="T48" fmla="*/ 2147483647 w 426"/>
                  <a:gd name="T49" fmla="*/ 0 h 222"/>
                  <a:gd name="T50" fmla="*/ 2147483647 w 426"/>
                  <a:gd name="T51" fmla="*/ 2147483647 h 222"/>
                  <a:gd name="T52" fmla="*/ 2147483647 w 426"/>
                  <a:gd name="T53" fmla="*/ 0 h 222"/>
                  <a:gd name="T54" fmla="*/ 2147483647 w 426"/>
                  <a:gd name="T55" fmla="*/ 2147483647 h 222"/>
                  <a:gd name="T56" fmla="*/ 2147483647 w 426"/>
                  <a:gd name="T57" fmla="*/ 2147483647 h 222"/>
                  <a:gd name="T58" fmla="*/ 2147483647 w 426"/>
                  <a:gd name="T59" fmla="*/ 2147483647 h 222"/>
                  <a:gd name="T60" fmla="*/ 2147483647 w 426"/>
                  <a:gd name="T61" fmla="*/ 2147483647 h 222"/>
                  <a:gd name="T62" fmla="*/ 2147483647 w 426"/>
                  <a:gd name="T63" fmla="*/ 2147483647 h 222"/>
                  <a:gd name="T64" fmla="*/ 2147483647 w 426"/>
                  <a:gd name="T65" fmla="*/ 2147483647 h 222"/>
                  <a:gd name="T66" fmla="*/ 2147483647 w 426"/>
                  <a:gd name="T67" fmla="*/ 2147483647 h 222"/>
                  <a:gd name="T68" fmla="*/ 2147483647 w 426"/>
                  <a:gd name="T69" fmla="*/ 2147483647 h 222"/>
                  <a:gd name="T70" fmla="*/ 2147483647 w 426"/>
                  <a:gd name="T71" fmla="*/ 2147483647 h 22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6"/>
                  <a:gd name="T109" fmla="*/ 0 h 222"/>
                  <a:gd name="T110" fmla="*/ 426 w 426"/>
                  <a:gd name="T111" fmla="*/ 222 h 22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6" h="222">
                    <a:moveTo>
                      <a:pt x="42" y="66"/>
                    </a:moveTo>
                    <a:lnTo>
                      <a:pt x="24" y="66"/>
                    </a:lnTo>
                    <a:lnTo>
                      <a:pt x="18" y="78"/>
                    </a:lnTo>
                    <a:lnTo>
                      <a:pt x="30" y="78"/>
                    </a:lnTo>
                    <a:lnTo>
                      <a:pt x="18" y="96"/>
                    </a:lnTo>
                    <a:lnTo>
                      <a:pt x="18" y="120"/>
                    </a:lnTo>
                    <a:lnTo>
                      <a:pt x="0" y="120"/>
                    </a:lnTo>
                    <a:lnTo>
                      <a:pt x="0" y="126"/>
                    </a:lnTo>
                    <a:lnTo>
                      <a:pt x="6" y="132"/>
                    </a:lnTo>
                    <a:lnTo>
                      <a:pt x="12" y="150"/>
                    </a:lnTo>
                    <a:lnTo>
                      <a:pt x="30" y="162"/>
                    </a:lnTo>
                    <a:lnTo>
                      <a:pt x="42" y="168"/>
                    </a:lnTo>
                    <a:lnTo>
                      <a:pt x="48" y="174"/>
                    </a:lnTo>
                    <a:lnTo>
                      <a:pt x="48" y="180"/>
                    </a:lnTo>
                    <a:lnTo>
                      <a:pt x="60" y="192"/>
                    </a:lnTo>
                    <a:lnTo>
                      <a:pt x="72" y="198"/>
                    </a:lnTo>
                    <a:lnTo>
                      <a:pt x="78" y="204"/>
                    </a:lnTo>
                    <a:lnTo>
                      <a:pt x="90" y="210"/>
                    </a:lnTo>
                    <a:lnTo>
                      <a:pt x="108" y="210"/>
                    </a:lnTo>
                    <a:lnTo>
                      <a:pt x="114" y="222"/>
                    </a:lnTo>
                    <a:lnTo>
                      <a:pt x="156" y="216"/>
                    </a:lnTo>
                    <a:lnTo>
                      <a:pt x="168" y="210"/>
                    </a:lnTo>
                    <a:lnTo>
                      <a:pt x="174" y="204"/>
                    </a:lnTo>
                    <a:lnTo>
                      <a:pt x="198" y="204"/>
                    </a:lnTo>
                    <a:lnTo>
                      <a:pt x="216" y="186"/>
                    </a:lnTo>
                    <a:lnTo>
                      <a:pt x="240" y="186"/>
                    </a:lnTo>
                    <a:lnTo>
                      <a:pt x="258" y="198"/>
                    </a:lnTo>
                    <a:lnTo>
                      <a:pt x="288" y="192"/>
                    </a:lnTo>
                    <a:lnTo>
                      <a:pt x="288" y="174"/>
                    </a:lnTo>
                    <a:lnTo>
                      <a:pt x="306" y="180"/>
                    </a:lnTo>
                    <a:lnTo>
                      <a:pt x="312" y="174"/>
                    </a:lnTo>
                    <a:lnTo>
                      <a:pt x="324" y="168"/>
                    </a:lnTo>
                    <a:lnTo>
                      <a:pt x="330" y="162"/>
                    </a:lnTo>
                    <a:lnTo>
                      <a:pt x="330" y="144"/>
                    </a:lnTo>
                    <a:lnTo>
                      <a:pt x="336" y="138"/>
                    </a:lnTo>
                    <a:lnTo>
                      <a:pt x="348" y="132"/>
                    </a:lnTo>
                    <a:lnTo>
                      <a:pt x="366" y="114"/>
                    </a:lnTo>
                    <a:lnTo>
                      <a:pt x="366" y="72"/>
                    </a:lnTo>
                    <a:lnTo>
                      <a:pt x="378" y="60"/>
                    </a:lnTo>
                    <a:lnTo>
                      <a:pt x="408" y="60"/>
                    </a:lnTo>
                    <a:lnTo>
                      <a:pt x="426" y="42"/>
                    </a:lnTo>
                    <a:lnTo>
                      <a:pt x="420" y="36"/>
                    </a:lnTo>
                    <a:lnTo>
                      <a:pt x="408" y="36"/>
                    </a:lnTo>
                    <a:lnTo>
                      <a:pt x="402" y="30"/>
                    </a:lnTo>
                    <a:lnTo>
                      <a:pt x="396" y="30"/>
                    </a:lnTo>
                    <a:lnTo>
                      <a:pt x="372" y="6"/>
                    </a:lnTo>
                    <a:lnTo>
                      <a:pt x="348" y="6"/>
                    </a:lnTo>
                    <a:lnTo>
                      <a:pt x="336" y="12"/>
                    </a:lnTo>
                    <a:lnTo>
                      <a:pt x="324" y="12"/>
                    </a:lnTo>
                    <a:lnTo>
                      <a:pt x="324" y="0"/>
                    </a:lnTo>
                    <a:lnTo>
                      <a:pt x="312" y="0"/>
                    </a:lnTo>
                    <a:lnTo>
                      <a:pt x="312" y="18"/>
                    </a:lnTo>
                    <a:lnTo>
                      <a:pt x="294" y="12"/>
                    </a:lnTo>
                    <a:lnTo>
                      <a:pt x="294" y="0"/>
                    </a:lnTo>
                    <a:lnTo>
                      <a:pt x="270" y="0"/>
                    </a:lnTo>
                    <a:lnTo>
                      <a:pt x="264" y="12"/>
                    </a:lnTo>
                    <a:lnTo>
                      <a:pt x="252" y="24"/>
                    </a:lnTo>
                    <a:lnTo>
                      <a:pt x="246" y="24"/>
                    </a:lnTo>
                    <a:lnTo>
                      <a:pt x="234" y="30"/>
                    </a:lnTo>
                    <a:lnTo>
                      <a:pt x="210" y="30"/>
                    </a:lnTo>
                    <a:lnTo>
                      <a:pt x="204" y="42"/>
                    </a:lnTo>
                    <a:lnTo>
                      <a:pt x="168" y="36"/>
                    </a:lnTo>
                    <a:lnTo>
                      <a:pt x="156" y="60"/>
                    </a:lnTo>
                    <a:lnTo>
                      <a:pt x="144" y="60"/>
                    </a:lnTo>
                    <a:lnTo>
                      <a:pt x="126" y="66"/>
                    </a:lnTo>
                    <a:lnTo>
                      <a:pt x="84" y="66"/>
                    </a:lnTo>
                    <a:lnTo>
                      <a:pt x="78" y="60"/>
                    </a:lnTo>
                    <a:lnTo>
                      <a:pt x="72" y="48"/>
                    </a:lnTo>
                    <a:lnTo>
                      <a:pt x="66" y="42"/>
                    </a:lnTo>
                    <a:lnTo>
                      <a:pt x="54" y="60"/>
                    </a:lnTo>
                    <a:lnTo>
                      <a:pt x="42" y="54"/>
                    </a:lnTo>
                    <a:lnTo>
                      <a:pt x="42" y="6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4" name="Greece" descr="© INSCALE GmbH, 05.05.2010&#10;http://www.presentationload.com/">
                <a:extLst>
                  <a:ext uri="{FF2B5EF4-FFF2-40B4-BE49-F238E27FC236}">
                    <a16:creationId xmlns:a16="http://schemas.microsoft.com/office/drawing/2014/main" id="{718529EA-7B3E-674C-9476-1F1CA2291A4F}"/>
                  </a:ext>
                </a:extLst>
              </p:cNvPr>
              <p:cNvSpPr>
                <a:spLocks noEditPoints="1"/>
              </p:cNvSpPr>
              <p:nvPr/>
            </p:nvSpPr>
            <p:spPr bwMode="gray">
              <a:xfrm>
                <a:off x="6308028" y="2728174"/>
                <a:ext cx="223534" cy="231754"/>
              </a:xfrm>
              <a:custGeom>
                <a:avLst/>
                <a:gdLst>
                  <a:gd name="T0" fmla="*/ 0 w 534"/>
                  <a:gd name="T1" fmla="*/ 2147483647 h 552"/>
                  <a:gd name="T2" fmla="*/ 2147483647 w 534"/>
                  <a:gd name="T3" fmla="*/ 2147483647 h 552"/>
                  <a:gd name="T4" fmla="*/ 2147483647 w 534"/>
                  <a:gd name="T5" fmla="*/ 2147483647 h 552"/>
                  <a:gd name="T6" fmla="*/ 2147483647 w 534"/>
                  <a:gd name="T7" fmla="*/ 2147483647 h 552"/>
                  <a:gd name="T8" fmla="*/ 2147483647 w 534"/>
                  <a:gd name="T9" fmla="*/ 2147483647 h 552"/>
                  <a:gd name="T10" fmla="*/ 2147483647 w 534"/>
                  <a:gd name="T11" fmla="*/ 2147483647 h 552"/>
                  <a:gd name="T12" fmla="*/ 2147483647 w 534"/>
                  <a:gd name="T13" fmla="*/ 2147483647 h 552"/>
                  <a:gd name="T14" fmla="*/ 2147483647 w 534"/>
                  <a:gd name="T15" fmla="*/ 2147483647 h 552"/>
                  <a:gd name="T16" fmla="*/ 2147483647 w 534"/>
                  <a:gd name="T17" fmla="*/ 2147483647 h 552"/>
                  <a:gd name="T18" fmla="*/ 2147483647 w 534"/>
                  <a:gd name="T19" fmla="*/ 2147483647 h 552"/>
                  <a:gd name="T20" fmla="*/ 2147483647 w 534"/>
                  <a:gd name="T21" fmla="*/ 2147483647 h 552"/>
                  <a:gd name="T22" fmla="*/ 2147483647 w 534"/>
                  <a:gd name="T23" fmla="*/ 2147483647 h 552"/>
                  <a:gd name="T24" fmla="*/ 2147483647 w 534"/>
                  <a:gd name="T25" fmla="*/ 2147483647 h 552"/>
                  <a:gd name="T26" fmla="*/ 2147483647 w 534"/>
                  <a:gd name="T27" fmla="*/ 2147483647 h 552"/>
                  <a:gd name="T28" fmla="*/ 2147483647 w 534"/>
                  <a:gd name="T29" fmla="*/ 2147483647 h 552"/>
                  <a:gd name="T30" fmla="*/ 2147483647 w 534"/>
                  <a:gd name="T31" fmla="*/ 2147483647 h 552"/>
                  <a:gd name="T32" fmla="*/ 2147483647 w 534"/>
                  <a:gd name="T33" fmla="*/ 2147483647 h 552"/>
                  <a:gd name="T34" fmla="*/ 2147483647 w 534"/>
                  <a:gd name="T35" fmla="*/ 2147483647 h 552"/>
                  <a:gd name="T36" fmla="*/ 2147483647 w 534"/>
                  <a:gd name="T37" fmla="*/ 2147483647 h 552"/>
                  <a:gd name="T38" fmla="*/ 2147483647 w 534"/>
                  <a:gd name="T39" fmla="*/ 2147483647 h 552"/>
                  <a:gd name="T40" fmla="*/ 2147483647 w 534"/>
                  <a:gd name="T41" fmla="*/ 2147483647 h 552"/>
                  <a:gd name="T42" fmla="*/ 2147483647 w 534"/>
                  <a:gd name="T43" fmla="*/ 2147483647 h 552"/>
                  <a:gd name="T44" fmla="*/ 2147483647 w 534"/>
                  <a:gd name="T45" fmla="*/ 2147483647 h 552"/>
                  <a:gd name="T46" fmla="*/ 2147483647 w 534"/>
                  <a:gd name="T47" fmla="*/ 2147483647 h 552"/>
                  <a:gd name="T48" fmla="*/ 2147483647 w 534"/>
                  <a:gd name="T49" fmla="*/ 2147483647 h 552"/>
                  <a:gd name="T50" fmla="*/ 2147483647 w 534"/>
                  <a:gd name="T51" fmla="*/ 2147483647 h 552"/>
                  <a:gd name="T52" fmla="*/ 2147483647 w 534"/>
                  <a:gd name="T53" fmla="*/ 2147483647 h 552"/>
                  <a:gd name="T54" fmla="*/ 2147483647 w 534"/>
                  <a:gd name="T55" fmla="*/ 2147483647 h 552"/>
                  <a:gd name="T56" fmla="*/ 2147483647 w 534"/>
                  <a:gd name="T57" fmla="*/ 2147483647 h 552"/>
                  <a:gd name="T58" fmla="*/ 2147483647 w 534"/>
                  <a:gd name="T59" fmla="*/ 2147483647 h 552"/>
                  <a:gd name="T60" fmla="*/ 2147483647 w 534"/>
                  <a:gd name="T61" fmla="*/ 2147483647 h 552"/>
                  <a:gd name="T62" fmla="*/ 2147483647 w 534"/>
                  <a:gd name="T63" fmla="*/ 2147483647 h 552"/>
                  <a:gd name="T64" fmla="*/ 2147483647 w 534"/>
                  <a:gd name="T65" fmla="*/ 2147483647 h 552"/>
                  <a:gd name="T66" fmla="*/ 2147483647 w 534"/>
                  <a:gd name="T67" fmla="*/ 2147483647 h 552"/>
                  <a:gd name="T68" fmla="*/ 2147483647 w 534"/>
                  <a:gd name="T69" fmla="*/ 2147483647 h 552"/>
                  <a:gd name="T70" fmla="*/ 2147483647 w 534"/>
                  <a:gd name="T71" fmla="*/ 2147483647 h 552"/>
                  <a:gd name="T72" fmla="*/ 2147483647 w 534"/>
                  <a:gd name="T73" fmla="*/ 2147483647 h 552"/>
                  <a:gd name="T74" fmla="*/ 2147483647 w 534"/>
                  <a:gd name="T75" fmla="*/ 2147483647 h 552"/>
                  <a:gd name="T76" fmla="*/ 2147483647 w 534"/>
                  <a:gd name="T77" fmla="*/ 2147483647 h 552"/>
                  <a:gd name="T78" fmla="*/ 2147483647 w 534"/>
                  <a:gd name="T79" fmla="*/ 2147483647 h 552"/>
                  <a:gd name="T80" fmla="*/ 2147483647 w 534"/>
                  <a:gd name="T81" fmla="*/ 2147483647 h 552"/>
                  <a:gd name="T82" fmla="*/ 2147483647 w 534"/>
                  <a:gd name="T83" fmla="*/ 2147483647 h 552"/>
                  <a:gd name="T84" fmla="*/ 2147483647 w 534"/>
                  <a:gd name="T85" fmla="*/ 2147483647 h 552"/>
                  <a:gd name="T86" fmla="*/ 2147483647 w 534"/>
                  <a:gd name="T87" fmla="*/ 2147483647 h 552"/>
                  <a:gd name="T88" fmla="*/ 2147483647 w 534"/>
                  <a:gd name="T89" fmla="*/ 2147483647 h 552"/>
                  <a:gd name="T90" fmla="*/ 2147483647 w 534"/>
                  <a:gd name="T91" fmla="*/ 2147483647 h 552"/>
                  <a:gd name="T92" fmla="*/ 2147483647 w 534"/>
                  <a:gd name="T93" fmla="*/ 2147483647 h 552"/>
                  <a:gd name="T94" fmla="*/ 2147483647 w 534"/>
                  <a:gd name="T95" fmla="*/ 2147483647 h 552"/>
                  <a:gd name="T96" fmla="*/ 2147483647 w 534"/>
                  <a:gd name="T97" fmla="*/ 2147483647 h 552"/>
                  <a:gd name="T98" fmla="*/ 2147483647 w 534"/>
                  <a:gd name="T99" fmla="*/ 2147483647 h 552"/>
                  <a:gd name="T100" fmla="*/ 2147483647 w 534"/>
                  <a:gd name="T101" fmla="*/ 2147483647 h 552"/>
                  <a:gd name="T102" fmla="*/ 2147483647 w 534"/>
                  <a:gd name="T103" fmla="*/ 2147483647 h 552"/>
                  <a:gd name="T104" fmla="*/ 2147483647 w 534"/>
                  <a:gd name="T105" fmla="*/ 2147483647 h 552"/>
                  <a:gd name="T106" fmla="*/ 2147483647 w 534"/>
                  <a:gd name="T107" fmla="*/ 2147483647 h 5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34"/>
                  <a:gd name="T163" fmla="*/ 0 h 552"/>
                  <a:gd name="T164" fmla="*/ 534 w 534"/>
                  <a:gd name="T165" fmla="*/ 552 h 55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34" h="552">
                    <a:moveTo>
                      <a:pt x="240" y="108"/>
                    </a:moveTo>
                    <a:lnTo>
                      <a:pt x="270" y="126"/>
                    </a:lnTo>
                    <a:lnTo>
                      <a:pt x="282" y="120"/>
                    </a:lnTo>
                    <a:lnTo>
                      <a:pt x="240" y="108"/>
                    </a:lnTo>
                    <a:close/>
                    <a:moveTo>
                      <a:pt x="24" y="258"/>
                    </a:moveTo>
                    <a:lnTo>
                      <a:pt x="0" y="282"/>
                    </a:lnTo>
                    <a:lnTo>
                      <a:pt x="42" y="294"/>
                    </a:lnTo>
                    <a:lnTo>
                      <a:pt x="24" y="258"/>
                    </a:lnTo>
                    <a:close/>
                    <a:moveTo>
                      <a:pt x="312" y="414"/>
                    </a:moveTo>
                    <a:lnTo>
                      <a:pt x="312" y="420"/>
                    </a:lnTo>
                    <a:lnTo>
                      <a:pt x="324" y="420"/>
                    </a:lnTo>
                    <a:lnTo>
                      <a:pt x="324" y="414"/>
                    </a:lnTo>
                    <a:lnTo>
                      <a:pt x="318" y="408"/>
                    </a:lnTo>
                    <a:lnTo>
                      <a:pt x="312" y="408"/>
                    </a:lnTo>
                    <a:lnTo>
                      <a:pt x="312" y="414"/>
                    </a:lnTo>
                    <a:close/>
                    <a:moveTo>
                      <a:pt x="306" y="390"/>
                    </a:moveTo>
                    <a:lnTo>
                      <a:pt x="300" y="378"/>
                    </a:lnTo>
                    <a:lnTo>
                      <a:pt x="294" y="390"/>
                    </a:lnTo>
                    <a:lnTo>
                      <a:pt x="306" y="390"/>
                    </a:lnTo>
                    <a:close/>
                    <a:moveTo>
                      <a:pt x="294" y="294"/>
                    </a:moveTo>
                    <a:lnTo>
                      <a:pt x="318" y="336"/>
                    </a:lnTo>
                    <a:lnTo>
                      <a:pt x="330" y="318"/>
                    </a:lnTo>
                    <a:lnTo>
                      <a:pt x="294" y="294"/>
                    </a:lnTo>
                    <a:close/>
                    <a:moveTo>
                      <a:pt x="108" y="264"/>
                    </a:moveTo>
                    <a:lnTo>
                      <a:pt x="138" y="264"/>
                    </a:lnTo>
                    <a:lnTo>
                      <a:pt x="144" y="270"/>
                    </a:lnTo>
                    <a:lnTo>
                      <a:pt x="156" y="270"/>
                    </a:lnTo>
                    <a:lnTo>
                      <a:pt x="180" y="282"/>
                    </a:lnTo>
                    <a:lnTo>
                      <a:pt x="192" y="282"/>
                    </a:lnTo>
                    <a:lnTo>
                      <a:pt x="198" y="288"/>
                    </a:lnTo>
                    <a:lnTo>
                      <a:pt x="204" y="288"/>
                    </a:lnTo>
                    <a:lnTo>
                      <a:pt x="216" y="300"/>
                    </a:lnTo>
                    <a:lnTo>
                      <a:pt x="228" y="306"/>
                    </a:lnTo>
                    <a:lnTo>
                      <a:pt x="234" y="312"/>
                    </a:lnTo>
                    <a:lnTo>
                      <a:pt x="246" y="312"/>
                    </a:lnTo>
                    <a:lnTo>
                      <a:pt x="252" y="306"/>
                    </a:lnTo>
                    <a:lnTo>
                      <a:pt x="252" y="288"/>
                    </a:lnTo>
                    <a:lnTo>
                      <a:pt x="228" y="264"/>
                    </a:lnTo>
                    <a:lnTo>
                      <a:pt x="216" y="258"/>
                    </a:lnTo>
                    <a:lnTo>
                      <a:pt x="210" y="252"/>
                    </a:lnTo>
                    <a:lnTo>
                      <a:pt x="204" y="252"/>
                    </a:lnTo>
                    <a:lnTo>
                      <a:pt x="198" y="246"/>
                    </a:lnTo>
                    <a:lnTo>
                      <a:pt x="186" y="246"/>
                    </a:lnTo>
                    <a:lnTo>
                      <a:pt x="174" y="234"/>
                    </a:lnTo>
                    <a:lnTo>
                      <a:pt x="168" y="234"/>
                    </a:lnTo>
                    <a:lnTo>
                      <a:pt x="174" y="228"/>
                    </a:lnTo>
                    <a:lnTo>
                      <a:pt x="192" y="228"/>
                    </a:lnTo>
                    <a:lnTo>
                      <a:pt x="198" y="240"/>
                    </a:lnTo>
                    <a:lnTo>
                      <a:pt x="222" y="252"/>
                    </a:lnTo>
                    <a:lnTo>
                      <a:pt x="234" y="264"/>
                    </a:lnTo>
                    <a:lnTo>
                      <a:pt x="258" y="264"/>
                    </a:lnTo>
                    <a:lnTo>
                      <a:pt x="270" y="252"/>
                    </a:lnTo>
                    <a:lnTo>
                      <a:pt x="258" y="240"/>
                    </a:lnTo>
                    <a:lnTo>
                      <a:pt x="246" y="240"/>
                    </a:lnTo>
                    <a:lnTo>
                      <a:pt x="234" y="234"/>
                    </a:lnTo>
                    <a:lnTo>
                      <a:pt x="222" y="234"/>
                    </a:lnTo>
                    <a:lnTo>
                      <a:pt x="210" y="228"/>
                    </a:lnTo>
                    <a:lnTo>
                      <a:pt x="204" y="216"/>
                    </a:lnTo>
                    <a:lnTo>
                      <a:pt x="198" y="210"/>
                    </a:lnTo>
                    <a:lnTo>
                      <a:pt x="198" y="204"/>
                    </a:lnTo>
                    <a:lnTo>
                      <a:pt x="192" y="192"/>
                    </a:lnTo>
                    <a:lnTo>
                      <a:pt x="186" y="186"/>
                    </a:lnTo>
                    <a:lnTo>
                      <a:pt x="174" y="162"/>
                    </a:lnTo>
                    <a:lnTo>
                      <a:pt x="168" y="156"/>
                    </a:lnTo>
                    <a:lnTo>
                      <a:pt x="162" y="144"/>
                    </a:lnTo>
                    <a:lnTo>
                      <a:pt x="150" y="132"/>
                    </a:lnTo>
                    <a:lnTo>
                      <a:pt x="150" y="120"/>
                    </a:lnTo>
                    <a:lnTo>
                      <a:pt x="144" y="114"/>
                    </a:lnTo>
                    <a:lnTo>
                      <a:pt x="144" y="102"/>
                    </a:lnTo>
                    <a:lnTo>
                      <a:pt x="150" y="96"/>
                    </a:lnTo>
                    <a:lnTo>
                      <a:pt x="156" y="96"/>
                    </a:lnTo>
                    <a:lnTo>
                      <a:pt x="162" y="102"/>
                    </a:lnTo>
                    <a:lnTo>
                      <a:pt x="162" y="108"/>
                    </a:lnTo>
                    <a:lnTo>
                      <a:pt x="168" y="114"/>
                    </a:lnTo>
                    <a:lnTo>
                      <a:pt x="180" y="114"/>
                    </a:lnTo>
                    <a:lnTo>
                      <a:pt x="180" y="120"/>
                    </a:lnTo>
                    <a:lnTo>
                      <a:pt x="186" y="120"/>
                    </a:lnTo>
                    <a:lnTo>
                      <a:pt x="198" y="132"/>
                    </a:lnTo>
                    <a:lnTo>
                      <a:pt x="198" y="144"/>
                    </a:lnTo>
                    <a:lnTo>
                      <a:pt x="204" y="144"/>
                    </a:lnTo>
                    <a:lnTo>
                      <a:pt x="210" y="138"/>
                    </a:lnTo>
                    <a:lnTo>
                      <a:pt x="216" y="138"/>
                    </a:lnTo>
                    <a:lnTo>
                      <a:pt x="204" y="120"/>
                    </a:lnTo>
                    <a:lnTo>
                      <a:pt x="210" y="120"/>
                    </a:lnTo>
                    <a:lnTo>
                      <a:pt x="234" y="132"/>
                    </a:lnTo>
                    <a:lnTo>
                      <a:pt x="222" y="114"/>
                    </a:lnTo>
                    <a:lnTo>
                      <a:pt x="228" y="108"/>
                    </a:lnTo>
                    <a:lnTo>
                      <a:pt x="228" y="84"/>
                    </a:lnTo>
                    <a:lnTo>
                      <a:pt x="240" y="72"/>
                    </a:lnTo>
                    <a:lnTo>
                      <a:pt x="270" y="72"/>
                    </a:lnTo>
                    <a:lnTo>
                      <a:pt x="276" y="78"/>
                    </a:lnTo>
                    <a:lnTo>
                      <a:pt x="276" y="90"/>
                    </a:lnTo>
                    <a:lnTo>
                      <a:pt x="288" y="90"/>
                    </a:lnTo>
                    <a:lnTo>
                      <a:pt x="294" y="84"/>
                    </a:lnTo>
                    <a:lnTo>
                      <a:pt x="300" y="72"/>
                    </a:lnTo>
                    <a:lnTo>
                      <a:pt x="306" y="66"/>
                    </a:lnTo>
                    <a:lnTo>
                      <a:pt x="342" y="66"/>
                    </a:lnTo>
                    <a:lnTo>
                      <a:pt x="360" y="72"/>
                    </a:lnTo>
                    <a:lnTo>
                      <a:pt x="372" y="72"/>
                    </a:lnTo>
                    <a:lnTo>
                      <a:pt x="378" y="78"/>
                    </a:lnTo>
                    <a:lnTo>
                      <a:pt x="384" y="78"/>
                    </a:lnTo>
                    <a:lnTo>
                      <a:pt x="384" y="72"/>
                    </a:lnTo>
                    <a:lnTo>
                      <a:pt x="390" y="60"/>
                    </a:lnTo>
                    <a:lnTo>
                      <a:pt x="390" y="48"/>
                    </a:lnTo>
                    <a:lnTo>
                      <a:pt x="384" y="42"/>
                    </a:lnTo>
                    <a:lnTo>
                      <a:pt x="384" y="36"/>
                    </a:lnTo>
                    <a:lnTo>
                      <a:pt x="390" y="30"/>
                    </a:lnTo>
                    <a:lnTo>
                      <a:pt x="408" y="30"/>
                    </a:lnTo>
                    <a:lnTo>
                      <a:pt x="408" y="18"/>
                    </a:lnTo>
                    <a:lnTo>
                      <a:pt x="402" y="12"/>
                    </a:lnTo>
                    <a:lnTo>
                      <a:pt x="402" y="6"/>
                    </a:lnTo>
                    <a:lnTo>
                      <a:pt x="390" y="6"/>
                    </a:lnTo>
                    <a:lnTo>
                      <a:pt x="384" y="0"/>
                    </a:lnTo>
                    <a:lnTo>
                      <a:pt x="366" y="6"/>
                    </a:lnTo>
                    <a:lnTo>
                      <a:pt x="372" y="12"/>
                    </a:lnTo>
                    <a:lnTo>
                      <a:pt x="372" y="30"/>
                    </a:lnTo>
                    <a:lnTo>
                      <a:pt x="366" y="36"/>
                    </a:lnTo>
                    <a:lnTo>
                      <a:pt x="348" y="36"/>
                    </a:lnTo>
                    <a:lnTo>
                      <a:pt x="336" y="24"/>
                    </a:lnTo>
                    <a:lnTo>
                      <a:pt x="324" y="36"/>
                    </a:lnTo>
                    <a:lnTo>
                      <a:pt x="312" y="36"/>
                    </a:lnTo>
                    <a:lnTo>
                      <a:pt x="300" y="24"/>
                    </a:lnTo>
                    <a:lnTo>
                      <a:pt x="294" y="30"/>
                    </a:lnTo>
                    <a:lnTo>
                      <a:pt x="282" y="30"/>
                    </a:lnTo>
                    <a:lnTo>
                      <a:pt x="264" y="12"/>
                    </a:lnTo>
                    <a:lnTo>
                      <a:pt x="264" y="6"/>
                    </a:lnTo>
                    <a:lnTo>
                      <a:pt x="234" y="12"/>
                    </a:lnTo>
                    <a:lnTo>
                      <a:pt x="228" y="30"/>
                    </a:lnTo>
                    <a:lnTo>
                      <a:pt x="204" y="24"/>
                    </a:lnTo>
                    <a:lnTo>
                      <a:pt x="198" y="30"/>
                    </a:lnTo>
                    <a:lnTo>
                      <a:pt x="186" y="36"/>
                    </a:lnTo>
                    <a:lnTo>
                      <a:pt x="174" y="36"/>
                    </a:lnTo>
                    <a:lnTo>
                      <a:pt x="168" y="30"/>
                    </a:lnTo>
                    <a:lnTo>
                      <a:pt x="162" y="30"/>
                    </a:lnTo>
                    <a:lnTo>
                      <a:pt x="150" y="36"/>
                    </a:lnTo>
                    <a:lnTo>
                      <a:pt x="138" y="48"/>
                    </a:lnTo>
                    <a:lnTo>
                      <a:pt x="126" y="54"/>
                    </a:lnTo>
                    <a:lnTo>
                      <a:pt x="102" y="54"/>
                    </a:lnTo>
                    <a:lnTo>
                      <a:pt x="102" y="60"/>
                    </a:lnTo>
                    <a:lnTo>
                      <a:pt x="96" y="72"/>
                    </a:lnTo>
                    <a:lnTo>
                      <a:pt x="72" y="72"/>
                    </a:lnTo>
                    <a:lnTo>
                      <a:pt x="66" y="66"/>
                    </a:lnTo>
                    <a:lnTo>
                      <a:pt x="60" y="66"/>
                    </a:lnTo>
                    <a:lnTo>
                      <a:pt x="48" y="72"/>
                    </a:lnTo>
                    <a:lnTo>
                      <a:pt x="54" y="84"/>
                    </a:lnTo>
                    <a:lnTo>
                      <a:pt x="54" y="90"/>
                    </a:lnTo>
                    <a:lnTo>
                      <a:pt x="42" y="102"/>
                    </a:lnTo>
                    <a:lnTo>
                      <a:pt x="24" y="102"/>
                    </a:lnTo>
                    <a:lnTo>
                      <a:pt x="24" y="126"/>
                    </a:lnTo>
                    <a:lnTo>
                      <a:pt x="12" y="132"/>
                    </a:lnTo>
                    <a:lnTo>
                      <a:pt x="0" y="132"/>
                    </a:lnTo>
                    <a:lnTo>
                      <a:pt x="0" y="198"/>
                    </a:lnTo>
                    <a:lnTo>
                      <a:pt x="6" y="204"/>
                    </a:lnTo>
                    <a:lnTo>
                      <a:pt x="18" y="210"/>
                    </a:lnTo>
                    <a:lnTo>
                      <a:pt x="24" y="216"/>
                    </a:lnTo>
                    <a:lnTo>
                      <a:pt x="30" y="228"/>
                    </a:lnTo>
                    <a:lnTo>
                      <a:pt x="36" y="234"/>
                    </a:lnTo>
                    <a:lnTo>
                      <a:pt x="42" y="246"/>
                    </a:lnTo>
                    <a:lnTo>
                      <a:pt x="54" y="258"/>
                    </a:lnTo>
                    <a:lnTo>
                      <a:pt x="60" y="270"/>
                    </a:lnTo>
                    <a:lnTo>
                      <a:pt x="84" y="270"/>
                    </a:lnTo>
                    <a:lnTo>
                      <a:pt x="96" y="264"/>
                    </a:lnTo>
                    <a:lnTo>
                      <a:pt x="108" y="264"/>
                    </a:lnTo>
                    <a:close/>
                    <a:moveTo>
                      <a:pt x="396" y="252"/>
                    </a:moveTo>
                    <a:lnTo>
                      <a:pt x="372" y="252"/>
                    </a:lnTo>
                    <a:lnTo>
                      <a:pt x="372" y="270"/>
                    </a:lnTo>
                    <a:lnTo>
                      <a:pt x="384" y="294"/>
                    </a:lnTo>
                    <a:lnTo>
                      <a:pt x="396" y="252"/>
                    </a:lnTo>
                    <a:close/>
                    <a:moveTo>
                      <a:pt x="24" y="312"/>
                    </a:moveTo>
                    <a:lnTo>
                      <a:pt x="18" y="318"/>
                    </a:lnTo>
                    <a:lnTo>
                      <a:pt x="24" y="324"/>
                    </a:lnTo>
                    <a:lnTo>
                      <a:pt x="30" y="324"/>
                    </a:lnTo>
                    <a:lnTo>
                      <a:pt x="36" y="330"/>
                    </a:lnTo>
                    <a:lnTo>
                      <a:pt x="42" y="324"/>
                    </a:lnTo>
                    <a:lnTo>
                      <a:pt x="42" y="318"/>
                    </a:lnTo>
                    <a:lnTo>
                      <a:pt x="30" y="306"/>
                    </a:lnTo>
                    <a:lnTo>
                      <a:pt x="24" y="312"/>
                    </a:lnTo>
                    <a:close/>
                    <a:moveTo>
                      <a:pt x="378" y="390"/>
                    </a:moveTo>
                    <a:lnTo>
                      <a:pt x="378" y="408"/>
                    </a:lnTo>
                    <a:lnTo>
                      <a:pt x="390" y="390"/>
                    </a:lnTo>
                    <a:lnTo>
                      <a:pt x="378" y="390"/>
                    </a:lnTo>
                    <a:close/>
                    <a:moveTo>
                      <a:pt x="408" y="330"/>
                    </a:moveTo>
                    <a:lnTo>
                      <a:pt x="396" y="330"/>
                    </a:lnTo>
                    <a:lnTo>
                      <a:pt x="384" y="336"/>
                    </a:lnTo>
                    <a:lnTo>
                      <a:pt x="384" y="342"/>
                    </a:lnTo>
                    <a:lnTo>
                      <a:pt x="396" y="342"/>
                    </a:lnTo>
                    <a:lnTo>
                      <a:pt x="402" y="336"/>
                    </a:lnTo>
                    <a:lnTo>
                      <a:pt x="408" y="336"/>
                    </a:lnTo>
                    <a:lnTo>
                      <a:pt x="408" y="330"/>
                    </a:lnTo>
                    <a:close/>
                    <a:moveTo>
                      <a:pt x="396" y="192"/>
                    </a:moveTo>
                    <a:lnTo>
                      <a:pt x="372" y="198"/>
                    </a:lnTo>
                    <a:lnTo>
                      <a:pt x="372" y="210"/>
                    </a:lnTo>
                    <a:lnTo>
                      <a:pt x="390" y="210"/>
                    </a:lnTo>
                    <a:lnTo>
                      <a:pt x="396" y="216"/>
                    </a:lnTo>
                    <a:lnTo>
                      <a:pt x="396" y="222"/>
                    </a:lnTo>
                    <a:lnTo>
                      <a:pt x="414" y="222"/>
                    </a:lnTo>
                    <a:lnTo>
                      <a:pt x="414" y="210"/>
                    </a:lnTo>
                    <a:lnTo>
                      <a:pt x="396" y="192"/>
                    </a:lnTo>
                    <a:close/>
                    <a:moveTo>
                      <a:pt x="342" y="372"/>
                    </a:moveTo>
                    <a:lnTo>
                      <a:pt x="342" y="378"/>
                    </a:lnTo>
                    <a:lnTo>
                      <a:pt x="348" y="384"/>
                    </a:lnTo>
                    <a:lnTo>
                      <a:pt x="360" y="384"/>
                    </a:lnTo>
                    <a:lnTo>
                      <a:pt x="366" y="378"/>
                    </a:lnTo>
                    <a:lnTo>
                      <a:pt x="366" y="372"/>
                    </a:lnTo>
                    <a:lnTo>
                      <a:pt x="360" y="366"/>
                    </a:lnTo>
                    <a:lnTo>
                      <a:pt x="342" y="366"/>
                    </a:lnTo>
                    <a:lnTo>
                      <a:pt x="342" y="372"/>
                    </a:lnTo>
                    <a:close/>
                    <a:moveTo>
                      <a:pt x="444" y="312"/>
                    </a:moveTo>
                    <a:lnTo>
                      <a:pt x="432" y="312"/>
                    </a:lnTo>
                    <a:lnTo>
                      <a:pt x="432" y="330"/>
                    </a:lnTo>
                    <a:lnTo>
                      <a:pt x="444" y="336"/>
                    </a:lnTo>
                    <a:lnTo>
                      <a:pt x="450" y="330"/>
                    </a:lnTo>
                    <a:lnTo>
                      <a:pt x="450" y="318"/>
                    </a:lnTo>
                    <a:lnTo>
                      <a:pt x="444" y="312"/>
                    </a:lnTo>
                    <a:close/>
                    <a:moveTo>
                      <a:pt x="444" y="372"/>
                    </a:moveTo>
                    <a:lnTo>
                      <a:pt x="456" y="354"/>
                    </a:lnTo>
                    <a:lnTo>
                      <a:pt x="438" y="354"/>
                    </a:lnTo>
                    <a:lnTo>
                      <a:pt x="444" y="372"/>
                    </a:lnTo>
                    <a:close/>
                    <a:moveTo>
                      <a:pt x="276" y="222"/>
                    </a:moveTo>
                    <a:lnTo>
                      <a:pt x="276" y="240"/>
                    </a:lnTo>
                    <a:lnTo>
                      <a:pt x="288" y="240"/>
                    </a:lnTo>
                    <a:lnTo>
                      <a:pt x="276" y="222"/>
                    </a:lnTo>
                    <a:close/>
                    <a:moveTo>
                      <a:pt x="534" y="420"/>
                    </a:moveTo>
                    <a:lnTo>
                      <a:pt x="522" y="420"/>
                    </a:lnTo>
                    <a:lnTo>
                      <a:pt x="516" y="426"/>
                    </a:lnTo>
                    <a:lnTo>
                      <a:pt x="510" y="438"/>
                    </a:lnTo>
                    <a:lnTo>
                      <a:pt x="510" y="468"/>
                    </a:lnTo>
                    <a:lnTo>
                      <a:pt x="516" y="468"/>
                    </a:lnTo>
                    <a:lnTo>
                      <a:pt x="522" y="456"/>
                    </a:lnTo>
                    <a:lnTo>
                      <a:pt x="528" y="450"/>
                    </a:lnTo>
                    <a:lnTo>
                      <a:pt x="534" y="438"/>
                    </a:lnTo>
                    <a:lnTo>
                      <a:pt x="534" y="420"/>
                    </a:lnTo>
                    <a:close/>
                    <a:moveTo>
                      <a:pt x="462" y="384"/>
                    </a:moveTo>
                    <a:lnTo>
                      <a:pt x="456" y="408"/>
                    </a:lnTo>
                    <a:lnTo>
                      <a:pt x="498" y="378"/>
                    </a:lnTo>
                    <a:lnTo>
                      <a:pt x="486" y="372"/>
                    </a:lnTo>
                    <a:lnTo>
                      <a:pt x="462" y="384"/>
                    </a:lnTo>
                    <a:close/>
                    <a:moveTo>
                      <a:pt x="462" y="510"/>
                    </a:moveTo>
                    <a:lnTo>
                      <a:pt x="480" y="510"/>
                    </a:lnTo>
                    <a:lnTo>
                      <a:pt x="468" y="468"/>
                    </a:lnTo>
                    <a:lnTo>
                      <a:pt x="462" y="510"/>
                    </a:lnTo>
                    <a:close/>
                    <a:moveTo>
                      <a:pt x="276" y="330"/>
                    </a:moveTo>
                    <a:lnTo>
                      <a:pt x="270" y="336"/>
                    </a:lnTo>
                    <a:lnTo>
                      <a:pt x="270" y="348"/>
                    </a:lnTo>
                    <a:lnTo>
                      <a:pt x="276" y="348"/>
                    </a:lnTo>
                    <a:lnTo>
                      <a:pt x="288" y="336"/>
                    </a:lnTo>
                    <a:lnTo>
                      <a:pt x="282" y="330"/>
                    </a:lnTo>
                    <a:lnTo>
                      <a:pt x="276" y="330"/>
                    </a:lnTo>
                    <a:close/>
                    <a:moveTo>
                      <a:pt x="186" y="432"/>
                    </a:moveTo>
                    <a:lnTo>
                      <a:pt x="180" y="438"/>
                    </a:lnTo>
                    <a:lnTo>
                      <a:pt x="180" y="450"/>
                    </a:lnTo>
                    <a:lnTo>
                      <a:pt x="186" y="456"/>
                    </a:lnTo>
                    <a:lnTo>
                      <a:pt x="198" y="444"/>
                    </a:lnTo>
                    <a:lnTo>
                      <a:pt x="198" y="438"/>
                    </a:lnTo>
                    <a:lnTo>
                      <a:pt x="192" y="432"/>
                    </a:lnTo>
                    <a:lnTo>
                      <a:pt x="186" y="432"/>
                    </a:lnTo>
                    <a:close/>
                    <a:moveTo>
                      <a:pt x="384" y="528"/>
                    </a:moveTo>
                    <a:lnTo>
                      <a:pt x="378" y="528"/>
                    </a:lnTo>
                    <a:lnTo>
                      <a:pt x="378" y="516"/>
                    </a:lnTo>
                    <a:lnTo>
                      <a:pt x="372" y="510"/>
                    </a:lnTo>
                    <a:lnTo>
                      <a:pt x="342" y="510"/>
                    </a:lnTo>
                    <a:lnTo>
                      <a:pt x="306" y="504"/>
                    </a:lnTo>
                    <a:lnTo>
                      <a:pt x="276" y="504"/>
                    </a:lnTo>
                    <a:lnTo>
                      <a:pt x="246" y="486"/>
                    </a:lnTo>
                    <a:lnTo>
                      <a:pt x="228" y="504"/>
                    </a:lnTo>
                    <a:lnTo>
                      <a:pt x="234" y="510"/>
                    </a:lnTo>
                    <a:lnTo>
                      <a:pt x="246" y="516"/>
                    </a:lnTo>
                    <a:lnTo>
                      <a:pt x="252" y="522"/>
                    </a:lnTo>
                    <a:lnTo>
                      <a:pt x="258" y="516"/>
                    </a:lnTo>
                    <a:lnTo>
                      <a:pt x="264" y="528"/>
                    </a:lnTo>
                    <a:lnTo>
                      <a:pt x="300" y="528"/>
                    </a:lnTo>
                    <a:lnTo>
                      <a:pt x="312" y="552"/>
                    </a:lnTo>
                    <a:lnTo>
                      <a:pt x="354" y="546"/>
                    </a:lnTo>
                    <a:lnTo>
                      <a:pt x="354" y="540"/>
                    </a:lnTo>
                    <a:lnTo>
                      <a:pt x="402" y="540"/>
                    </a:lnTo>
                    <a:lnTo>
                      <a:pt x="414" y="528"/>
                    </a:lnTo>
                    <a:lnTo>
                      <a:pt x="414" y="522"/>
                    </a:lnTo>
                    <a:lnTo>
                      <a:pt x="408" y="516"/>
                    </a:lnTo>
                    <a:lnTo>
                      <a:pt x="402" y="516"/>
                    </a:lnTo>
                    <a:lnTo>
                      <a:pt x="396" y="522"/>
                    </a:lnTo>
                    <a:lnTo>
                      <a:pt x="390" y="522"/>
                    </a:lnTo>
                    <a:lnTo>
                      <a:pt x="384" y="528"/>
                    </a:lnTo>
                    <a:close/>
                    <a:moveTo>
                      <a:pt x="420" y="408"/>
                    </a:moveTo>
                    <a:lnTo>
                      <a:pt x="408" y="408"/>
                    </a:lnTo>
                    <a:lnTo>
                      <a:pt x="408" y="420"/>
                    </a:lnTo>
                    <a:lnTo>
                      <a:pt x="420" y="420"/>
                    </a:lnTo>
                    <a:lnTo>
                      <a:pt x="426" y="414"/>
                    </a:lnTo>
                    <a:lnTo>
                      <a:pt x="420" y="408"/>
                    </a:lnTo>
                    <a:close/>
                    <a:moveTo>
                      <a:pt x="114" y="276"/>
                    </a:moveTo>
                    <a:lnTo>
                      <a:pt x="90" y="288"/>
                    </a:lnTo>
                    <a:lnTo>
                      <a:pt x="84" y="288"/>
                    </a:lnTo>
                    <a:lnTo>
                      <a:pt x="66" y="312"/>
                    </a:lnTo>
                    <a:lnTo>
                      <a:pt x="96" y="336"/>
                    </a:lnTo>
                    <a:lnTo>
                      <a:pt x="96" y="348"/>
                    </a:lnTo>
                    <a:lnTo>
                      <a:pt x="90" y="366"/>
                    </a:lnTo>
                    <a:lnTo>
                      <a:pt x="90" y="384"/>
                    </a:lnTo>
                    <a:lnTo>
                      <a:pt x="96" y="390"/>
                    </a:lnTo>
                    <a:lnTo>
                      <a:pt x="108" y="396"/>
                    </a:lnTo>
                    <a:lnTo>
                      <a:pt x="114" y="396"/>
                    </a:lnTo>
                    <a:lnTo>
                      <a:pt x="114" y="390"/>
                    </a:lnTo>
                    <a:lnTo>
                      <a:pt x="126" y="378"/>
                    </a:lnTo>
                    <a:lnTo>
                      <a:pt x="132" y="378"/>
                    </a:lnTo>
                    <a:lnTo>
                      <a:pt x="156" y="420"/>
                    </a:lnTo>
                    <a:lnTo>
                      <a:pt x="162" y="390"/>
                    </a:lnTo>
                    <a:lnTo>
                      <a:pt x="180" y="414"/>
                    </a:lnTo>
                    <a:lnTo>
                      <a:pt x="204" y="420"/>
                    </a:lnTo>
                    <a:lnTo>
                      <a:pt x="186" y="402"/>
                    </a:lnTo>
                    <a:lnTo>
                      <a:pt x="192" y="396"/>
                    </a:lnTo>
                    <a:lnTo>
                      <a:pt x="192" y="372"/>
                    </a:lnTo>
                    <a:lnTo>
                      <a:pt x="186" y="366"/>
                    </a:lnTo>
                    <a:lnTo>
                      <a:pt x="180" y="354"/>
                    </a:lnTo>
                    <a:lnTo>
                      <a:pt x="174" y="348"/>
                    </a:lnTo>
                    <a:lnTo>
                      <a:pt x="168" y="336"/>
                    </a:lnTo>
                    <a:lnTo>
                      <a:pt x="168" y="330"/>
                    </a:lnTo>
                    <a:lnTo>
                      <a:pt x="186" y="330"/>
                    </a:lnTo>
                    <a:lnTo>
                      <a:pt x="198" y="336"/>
                    </a:lnTo>
                    <a:lnTo>
                      <a:pt x="210" y="348"/>
                    </a:lnTo>
                    <a:lnTo>
                      <a:pt x="222" y="342"/>
                    </a:lnTo>
                    <a:lnTo>
                      <a:pt x="210" y="336"/>
                    </a:lnTo>
                    <a:lnTo>
                      <a:pt x="204" y="324"/>
                    </a:lnTo>
                    <a:lnTo>
                      <a:pt x="192" y="318"/>
                    </a:lnTo>
                    <a:lnTo>
                      <a:pt x="186" y="312"/>
                    </a:lnTo>
                    <a:lnTo>
                      <a:pt x="174" y="306"/>
                    </a:lnTo>
                    <a:lnTo>
                      <a:pt x="156" y="294"/>
                    </a:lnTo>
                    <a:lnTo>
                      <a:pt x="138" y="288"/>
                    </a:lnTo>
                    <a:lnTo>
                      <a:pt x="126" y="282"/>
                    </a:lnTo>
                    <a:lnTo>
                      <a:pt x="120" y="276"/>
                    </a:lnTo>
                    <a:lnTo>
                      <a:pt x="114" y="27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5" name="Germany" descr="© INSCALE GmbH, 05.05.2010&#10;http://www.presentationload.com/">
                <a:extLst>
                  <a:ext uri="{FF2B5EF4-FFF2-40B4-BE49-F238E27FC236}">
                    <a16:creationId xmlns:a16="http://schemas.microsoft.com/office/drawing/2014/main" id="{B89F9DA9-90DD-4443-A1C0-A024E61314CA}"/>
                  </a:ext>
                </a:extLst>
              </p:cNvPr>
              <p:cNvSpPr>
                <a:spLocks/>
              </p:cNvSpPr>
              <p:nvPr/>
            </p:nvSpPr>
            <p:spPr bwMode="gray">
              <a:xfrm>
                <a:off x="5916843" y="2294253"/>
                <a:ext cx="236686" cy="248188"/>
              </a:xfrm>
              <a:custGeom>
                <a:avLst/>
                <a:gdLst>
                  <a:gd name="T0" fmla="*/ 2147483647 w 564"/>
                  <a:gd name="T1" fmla="*/ 2147483647 h 588"/>
                  <a:gd name="T2" fmla="*/ 2147483647 w 564"/>
                  <a:gd name="T3" fmla="*/ 2147483647 h 588"/>
                  <a:gd name="T4" fmla="*/ 2147483647 w 564"/>
                  <a:gd name="T5" fmla="*/ 2147483647 h 588"/>
                  <a:gd name="T6" fmla="*/ 2147483647 w 564"/>
                  <a:gd name="T7" fmla="*/ 2147483647 h 588"/>
                  <a:gd name="T8" fmla="*/ 2147483647 w 564"/>
                  <a:gd name="T9" fmla="*/ 2147483647 h 588"/>
                  <a:gd name="T10" fmla="*/ 2147483647 w 564"/>
                  <a:gd name="T11" fmla="*/ 2147483647 h 588"/>
                  <a:gd name="T12" fmla="*/ 2147483647 w 564"/>
                  <a:gd name="T13" fmla="*/ 2147483647 h 588"/>
                  <a:gd name="T14" fmla="*/ 2147483647 w 564"/>
                  <a:gd name="T15" fmla="*/ 2147483647 h 588"/>
                  <a:gd name="T16" fmla="*/ 2147483647 w 564"/>
                  <a:gd name="T17" fmla="*/ 2147483647 h 588"/>
                  <a:gd name="T18" fmla="*/ 2147483647 w 564"/>
                  <a:gd name="T19" fmla="*/ 2147483647 h 588"/>
                  <a:gd name="T20" fmla="*/ 2147483647 w 564"/>
                  <a:gd name="T21" fmla="*/ 2147483647 h 588"/>
                  <a:gd name="T22" fmla="*/ 2147483647 w 564"/>
                  <a:gd name="T23" fmla="*/ 2147483647 h 588"/>
                  <a:gd name="T24" fmla="*/ 2147483647 w 564"/>
                  <a:gd name="T25" fmla="*/ 2147483647 h 588"/>
                  <a:gd name="T26" fmla="*/ 2147483647 w 564"/>
                  <a:gd name="T27" fmla="*/ 2147483647 h 588"/>
                  <a:gd name="T28" fmla="*/ 2147483647 w 564"/>
                  <a:gd name="T29" fmla="*/ 2147483647 h 588"/>
                  <a:gd name="T30" fmla="*/ 2147483647 w 564"/>
                  <a:gd name="T31" fmla="*/ 2147483647 h 588"/>
                  <a:gd name="T32" fmla="*/ 2147483647 w 564"/>
                  <a:gd name="T33" fmla="*/ 2147483647 h 588"/>
                  <a:gd name="T34" fmla="*/ 2147483647 w 564"/>
                  <a:gd name="T35" fmla="*/ 2147483647 h 588"/>
                  <a:gd name="T36" fmla="*/ 2147483647 w 564"/>
                  <a:gd name="T37" fmla="*/ 2147483647 h 588"/>
                  <a:gd name="T38" fmla="*/ 2147483647 w 564"/>
                  <a:gd name="T39" fmla="*/ 2147483647 h 588"/>
                  <a:gd name="T40" fmla="*/ 2147483647 w 564"/>
                  <a:gd name="T41" fmla="*/ 2147483647 h 588"/>
                  <a:gd name="T42" fmla="*/ 2147483647 w 564"/>
                  <a:gd name="T43" fmla="*/ 2147483647 h 588"/>
                  <a:gd name="T44" fmla="*/ 2147483647 w 564"/>
                  <a:gd name="T45" fmla="*/ 2147483647 h 588"/>
                  <a:gd name="T46" fmla="*/ 2147483647 w 564"/>
                  <a:gd name="T47" fmla="*/ 2147483647 h 588"/>
                  <a:gd name="T48" fmla="*/ 2147483647 w 564"/>
                  <a:gd name="T49" fmla="*/ 2147483647 h 588"/>
                  <a:gd name="T50" fmla="*/ 2147483647 w 564"/>
                  <a:gd name="T51" fmla="*/ 2147483647 h 588"/>
                  <a:gd name="T52" fmla="*/ 2147483647 w 564"/>
                  <a:gd name="T53" fmla="*/ 2147483647 h 588"/>
                  <a:gd name="T54" fmla="*/ 2147483647 w 564"/>
                  <a:gd name="T55" fmla="*/ 2147483647 h 588"/>
                  <a:gd name="T56" fmla="*/ 2147483647 w 564"/>
                  <a:gd name="T57" fmla="*/ 2147483647 h 588"/>
                  <a:gd name="T58" fmla="*/ 2147483647 w 564"/>
                  <a:gd name="T59" fmla="*/ 2147483647 h 588"/>
                  <a:gd name="T60" fmla="*/ 2147483647 w 564"/>
                  <a:gd name="T61" fmla="*/ 2147483647 h 588"/>
                  <a:gd name="T62" fmla="*/ 2147483647 w 564"/>
                  <a:gd name="T63" fmla="*/ 2147483647 h 588"/>
                  <a:gd name="T64" fmla="*/ 2147483647 w 564"/>
                  <a:gd name="T65" fmla="*/ 2147483647 h 588"/>
                  <a:gd name="T66" fmla="*/ 2147483647 w 564"/>
                  <a:gd name="T67" fmla="*/ 2147483647 h 588"/>
                  <a:gd name="T68" fmla="*/ 2147483647 w 564"/>
                  <a:gd name="T69" fmla="*/ 2147483647 h 588"/>
                  <a:gd name="T70" fmla="*/ 2147483647 w 564"/>
                  <a:gd name="T71" fmla="*/ 2147483647 h 588"/>
                  <a:gd name="T72" fmla="*/ 2147483647 w 564"/>
                  <a:gd name="T73" fmla="*/ 2147483647 h 588"/>
                  <a:gd name="T74" fmla="*/ 2147483647 w 564"/>
                  <a:gd name="T75" fmla="*/ 2147483647 h 588"/>
                  <a:gd name="T76" fmla="*/ 2147483647 w 564"/>
                  <a:gd name="T77" fmla="*/ 2147483647 h 588"/>
                  <a:gd name="T78" fmla="*/ 2147483647 w 564"/>
                  <a:gd name="T79" fmla="*/ 2147483647 h 588"/>
                  <a:gd name="T80" fmla="*/ 2147483647 w 564"/>
                  <a:gd name="T81" fmla="*/ 2147483647 h 588"/>
                  <a:gd name="T82" fmla="*/ 2147483647 w 564"/>
                  <a:gd name="T83" fmla="*/ 0 h 588"/>
                  <a:gd name="T84" fmla="*/ 2147483647 w 564"/>
                  <a:gd name="T85" fmla="*/ 2147483647 h 588"/>
                  <a:gd name="T86" fmla="*/ 2147483647 w 564"/>
                  <a:gd name="T87" fmla="*/ 2147483647 h 588"/>
                  <a:gd name="T88" fmla="*/ 2147483647 w 564"/>
                  <a:gd name="T89" fmla="*/ 2147483647 h 588"/>
                  <a:gd name="T90" fmla="*/ 2147483647 w 564"/>
                  <a:gd name="T91" fmla="*/ 2147483647 h 588"/>
                  <a:gd name="T92" fmla="*/ 2147483647 w 564"/>
                  <a:gd name="T93" fmla="*/ 2147483647 h 588"/>
                  <a:gd name="T94" fmla="*/ 2147483647 w 564"/>
                  <a:gd name="T95" fmla="*/ 2147483647 h 588"/>
                  <a:gd name="T96" fmla="*/ 2147483647 w 564"/>
                  <a:gd name="T97" fmla="*/ 2147483647 h 588"/>
                  <a:gd name="T98" fmla="*/ 2147483647 w 564"/>
                  <a:gd name="T99" fmla="*/ 2147483647 h 588"/>
                  <a:gd name="T100" fmla="*/ 2147483647 w 564"/>
                  <a:gd name="T101" fmla="*/ 2147483647 h 588"/>
                  <a:gd name="T102" fmla="*/ 2147483647 w 564"/>
                  <a:gd name="T103" fmla="*/ 2147483647 h 588"/>
                  <a:gd name="T104" fmla="*/ 0 w 564"/>
                  <a:gd name="T105" fmla="*/ 2147483647 h 588"/>
                  <a:gd name="T106" fmla="*/ 2147483647 w 564"/>
                  <a:gd name="T107" fmla="*/ 2147483647 h 588"/>
                  <a:gd name="T108" fmla="*/ 2147483647 w 564"/>
                  <a:gd name="T109" fmla="*/ 2147483647 h 588"/>
                  <a:gd name="T110" fmla="*/ 2147483647 w 564"/>
                  <a:gd name="T111" fmla="*/ 2147483647 h 5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4"/>
                  <a:gd name="T169" fmla="*/ 0 h 588"/>
                  <a:gd name="T170" fmla="*/ 564 w 564"/>
                  <a:gd name="T171" fmla="*/ 588 h 58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4" h="588">
                    <a:moveTo>
                      <a:pt x="30" y="414"/>
                    </a:moveTo>
                    <a:lnTo>
                      <a:pt x="30" y="420"/>
                    </a:lnTo>
                    <a:lnTo>
                      <a:pt x="36" y="420"/>
                    </a:lnTo>
                    <a:lnTo>
                      <a:pt x="36" y="444"/>
                    </a:lnTo>
                    <a:lnTo>
                      <a:pt x="60" y="444"/>
                    </a:lnTo>
                    <a:lnTo>
                      <a:pt x="60" y="450"/>
                    </a:lnTo>
                    <a:lnTo>
                      <a:pt x="72" y="450"/>
                    </a:lnTo>
                    <a:lnTo>
                      <a:pt x="84" y="444"/>
                    </a:lnTo>
                    <a:lnTo>
                      <a:pt x="96" y="444"/>
                    </a:lnTo>
                    <a:lnTo>
                      <a:pt x="96" y="450"/>
                    </a:lnTo>
                    <a:lnTo>
                      <a:pt x="120" y="450"/>
                    </a:lnTo>
                    <a:lnTo>
                      <a:pt x="138" y="456"/>
                    </a:lnTo>
                    <a:lnTo>
                      <a:pt x="132" y="468"/>
                    </a:lnTo>
                    <a:lnTo>
                      <a:pt x="114" y="486"/>
                    </a:lnTo>
                    <a:lnTo>
                      <a:pt x="114" y="498"/>
                    </a:lnTo>
                    <a:lnTo>
                      <a:pt x="108" y="510"/>
                    </a:lnTo>
                    <a:lnTo>
                      <a:pt x="102" y="516"/>
                    </a:lnTo>
                    <a:lnTo>
                      <a:pt x="96" y="528"/>
                    </a:lnTo>
                    <a:lnTo>
                      <a:pt x="96" y="570"/>
                    </a:lnTo>
                    <a:lnTo>
                      <a:pt x="132" y="570"/>
                    </a:lnTo>
                    <a:lnTo>
                      <a:pt x="150" y="564"/>
                    </a:lnTo>
                    <a:lnTo>
                      <a:pt x="156" y="570"/>
                    </a:lnTo>
                    <a:lnTo>
                      <a:pt x="150" y="564"/>
                    </a:lnTo>
                    <a:lnTo>
                      <a:pt x="150" y="552"/>
                    </a:lnTo>
                    <a:lnTo>
                      <a:pt x="156" y="546"/>
                    </a:lnTo>
                    <a:lnTo>
                      <a:pt x="162" y="546"/>
                    </a:lnTo>
                    <a:lnTo>
                      <a:pt x="174" y="552"/>
                    </a:lnTo>
                    <a:lnTo>
                      <a:pt x="180" y="558"/>
                    </a:lnTo>
                    <a:lnTo>
                      <a:pt x="192" y="558"/>
                    </a:lnTo>
                    <a:lnTo>
                      <a:pt x="210" y="564"/>
                    </a:lnTo>
                    <a:lnTo>
                      <a:pt x="216" y="576"/>
                    </a:lnTo>
                    <a:lnTo>
                      <a:pt x="252" y="576"/>
                    </a:lnTo>
                    <a:lnTo>
                      <a:pt x="258" y="582"/>
                    </a:lnTo>
                    <a:lnTo>
                      <a:pt x="258" y="588"/>
                    </a:lnTo>
                    <a:lnTo>
                      <a:pt x="270" y="588"/>
                    </a:lnTo>
                    <a:lnTo>
                      <a:pt x="276" y="582"/>
                    </a:lnTo>
                    <a:lnTo>
                      <a:pt x="276" y="570"/>
                    </a:lnTo>
                    <a:lnTo>
                      <a:pt x="294" y="570"/>
                    </a:lnTo>
                    <a:lnTo>
                      <a:pt x="312" y="588"/>
                    </a:lnTo>
                    <a:lnTo>
                      <a:pt x="330" y="588"/>
                    </a:lnTo>
                    <a:lnTo>
                      <a:pt x="336" y="582"/>
                    </a:lnTo>
                    <a:lnTo>
                      <a:pt x="354" y="570"/>
                    </a:lnTo>
                    <a:lnTo>
                      <a:pt x="372" y="570"/>
                    </a:lnTo>
                    <a:lnTo>
                      <a:pt x="390" y="558"/>
                    </a:lnTo>
                    <a:lnTo>
                      <a:pt x="402" y="564"/>
                    </a:lnTo>
                    <a:lnTo>
                      <a:pt x="420" y="570"/>
                    </a:lnTo>
                    <a:lnTo>
                      <a:pt x="432" y="582"/>
                    </a:lnTo>
                    <a:lnTo>
                      <a:pt x="438" y="582"/>
                    </a:lnTo>
                    <a:lnTo>
                      <a:pt x="438" y="540"/>
                    </a:lnTo>
                    <a:lnTo>
                      <a:pt x="426" y="540"/>
                    </a:lnTo>
                    <a:lnTo>
                      <a:pt x="426" y="534"/>
                    </a:lnTo>
                    <a:lnTo>
                      <a:pt x="432" y="528"/>
                    </a:lnTo>
                    <a:lnTo>
                      <a:pt x="432" y="522"/>
                    </a:lnTo>
                    <a:lnTo>
                      <a:pt x="438" y="516"/>
                    </a:lnTo>
                    <a:lnTo>
                      <a:pt x="456" y="516"/>
                    </a:lnTo>
                    <a:lnTo>
                      <a:pt x="462" y="522"/>
                    </a:lnTo>
                    <a:lnTo>
                      <a:pt x="468" y="522"/>
                    </a:lnTo>
                    <a:lnTo>
                      <a:pt x="468" y="504"/>
                    </a:lnTo>
                    <a:lnTo>
                      <a:pt x="462" y="492"/>
                    </a:lnTo>
                    <a:lnTo>
                      <a:pt x="480" y="492"/>
                    </a:lnTo>
                    <a:lnTo>
                      <a:pt x="486" y="474"/>
                    </a:lnTo>
                    <a:lnTo>
                      <a:pt x="486" y="462"/>
                    </a:lnTo>
                    <a:lnTo>
                      <a:pt x="480" y="462"/>
                    </a:lnTo>
                    <a:lnTo>
                      <a:pt x="474" y="456"/>
                    </a:lnTo>
                    <a:lnTo>
                      <a:pt x="462" y="456"/>
                    </a:lnTo>
                    <a:lnTo>
                      <a:pt x="456" y="444"/>
                    </a:lnTo>
                    <a:lnTo>
                      <a:pt x="450" y="444"/>
                    </a:lnTo>
                    <a:lnTo>
                      <a:pt x="444" y="432"/>
                    </a:lnTo>
                    <a:lnTo>
                      <a:pt x="432" y="432"/>
                    </a:lnTo>
                    <a:lnTo>
                      <a:pt x="420" y="426"/>
                    </a:lnTo>
                    <a:lnTo>
                      <a:pt x="420" y="420"/>
                    </a:lnTo>
                    <a:lnTo>
                      <a:pt x="414" y="420"/>
                    </a:lnTo>
                    <a:lnTo>
                      <a:pt x="408" y="408"/>
                    </a:lnTo>
                    <a:lnTo>
                      <a:pt x="396" y="396"/>
                    </a:lnTo>
                    <a:lnTo>
                      <a:pt x="396" y="390"/>
                    </a:lnTo>
                    <a:lnTo>
                      <a:pt x="402" y="390"/>
                    </a:lnTo>
                    <a:lnTo>
                      <a:pt x="408" y="384"/>
                    </a:lnTo>
                    <a:lnTo>
                      <a:pt x="396" y="372"/>
                    </a:lnTo>
                    <a:lnTo>
                      <a:pt x="390" y="372"/>
                    </a:lnTo>
                    <a:lnTo>
                      <a:pt x="384" y="366"/>
                    </a:lnTo>
                    <a:lnTo>
                      <a:pt x="384" y="354"/>
                    </a:lnTo>
                    <a:lnTo>
                      <a:pt x="390" y="354"/>
                    </a:lnTo>
                    <a:lnTo>
                      <a:pt x="390" y="360"/>
                    </a:lnTo>
                    <a:lnTo>
                      <a:pt x="402" y="360"/>
                    </a:lnTo>
                    <a:lnTo>
                      <a:pt x="402" y="354"/>
                    </a:lnTo>
                    <a:lnTo>
                      <a:pt x="414" y="354"/>
                    </a:lnTo>
                    <a:lnTo>
                      <a:pt x="414" y="348"/>
                    </a:lnTo>
                    <a:lnTo>
                      <a:pt x="420" y="342"/>
                    </a:lnTo>
                    <a:lnTo>
                      <a:pt x="426" y="342"/>
                    </a:lnTo>
                    <a:lnTo>
                      <a:pt x="438" y="348"/>
                    </a:lnTo>
                    <a:lnTo>
                      <a:pt x="450" y="336"/>
                    </a:lnTo>
                    <a:lnTo>
                      <a:pt x="468" y="330"/>
                    </a:lnTo>
                    <a:lnTo>
                      <a:pt x="468" y="324"/>
                    </a:lnTo>
                    <a:lnTo>
                      <a:pt x="492" y="324"/>
                    </a:lnTo>
                    <a:lnTo>
                      <a:pt x="492" y="318"/>
                    </a:lnTo>
                    <a:lnTo>
                      <a:pt x="510" y="318"/>
                    </a:lnTo>
                    <a:lnTo>
                      <a:pt x="510" y="312"/>
                    </a:lnTo>
                    <a:lnTo>
                      <a:pt x="516" y="306"/>
                    </a:lnTo>
                    <a:lnTo>
                      <a:pt x="522" y="306"/>
                    </a:lnTo>
                    <a:lnTo>
                      <a:pt x="528" y="300"/>
                    </a:lnTo>
                    <a:lnTo>
                      <a:pt x="540" y="312"/>
                    </a:lnTo>
                    <a:lnTo>
                      <a:pt x="552" y="312"/>
                    </a:lnTo>
                    <a:lnTo>
                      <a:pt x="558" y="300"/>
                    </a:lnTo>
                    <a:lnTo>
                      <a:pt x="558" y="294"/>
                    </a:lnTo>
                    <a:lnTo>
                      <a:pt x="564" y="288"/>
                    </a:lnTo>
                    <a:lnTo>
                      <a:pt x="564" y="282"/>
                    </a:lnTo>
                    <a:lnTo>
                      <a:pt x="552" y="282"/>
                    </a:lnTo>
                    <a:lnTo>
                      <a:pt x="558" y="276"/>
                    </a:lnTo>
                    <a:lnTo>
                      <a:pt x="558" y="264"/>
                    </a:lnTo>
                    <a:lnTo>
                      <a:pt x="552" y="264"/>
                    </a:lnTo>
                    <a:lnTo>
                      <a:pt x="546" y="270"/>
                    </a:lnTo>
                    <a:lnTo>
                      <a:pt x="546" y="252"/>
                    </a:lnTo>
                    <a:lnTo>
                      <a:pt x="540" y="246"/>
                    </a:lnTo>
                    <a:lnTo>
                      <a:pt x="534" y="246"/>
                    </a:lnTo>
                    <a:lnTo>
                      <a:pt x="528" y="240"/>
                    </a:lnTo>
                    <a:lnTo>
                      <a:pt x="528" y="234"/>
                    </a:lnTo>
                    <a:lnTo>
                      <a:pt x="540" y="228"/>
                    </a:lnTo>
                    <a:lnTo>
                      <a:pt x="546" y="222"/>
                    </a:lnTo>
                    <a:lnTo>
                      <a:pt x="540" y="216"/>
                    </a:lnTo>
                    <a:lnTo>
                      <a:pt x="534" y="216"/>
                    </a:lnTo>
                    <a:lnTo>
                      <a:pt x="540" y="210"/>
                    </a:lnTo>
                    <a:lnTo>
                      <a:pt x="540" y="204"/>
                    </a:lnTo>
                    <a:lnTo>
                      <a:pt x="528" y="204"/>
                    </a:lnTo>
                    <a:lnTo>
                      <a:pt x="528" y="192"/>
                    </a:lnTo>
                    <a:lnTo>
                      <a:pt x="534" y="192"/>
                    </a:lnTo>
                    <a:lnTo>
                      <a:pt x="534" y="174"/>
                    </a:lnTo>
                    <a:lnTo>
                      <a:pt x="522" y="174"/>
                    </a:lnTo>
                    <a:lnTo>
                      <a:pt x="516" y="168"/>
                    </a:lnTo>
                    <a:lnTo>
                      <a:pt x="510" y="168"/>
                    </a:lnTo>
                    <a:lnTo>
                      <a:pt x="504" y="162"/>
                    </a:lnTo>
                    <a:lnTo>
                      <a:pt x="504" y="150"/>
                    </a:lnTo>
                    <a:lnTo>
                      <a:pt x="510" y="150"/>
                    </a:lnTo>
                    <a:lnTo>
                      <a:pt x="522" y="138"/>
                    </a:lnTo>
                    <a:lnTo>
                      <a:pt x="522" y="120"/>
                    </a:lnTo>
                    <a:lnTo>
                      <a:pt x="516" y="114"/>
                    </a:lnTo>
                    <a:lnTo>
                      <a:pt x="510" y="114"/>
                    </a:lnTo>
                    <a:lnTo>
                      <a:pt x="510" y="96"/>
                    </a:lnTo>
                    <a:lnTo>
                      <a:pt x="504" y="90"/>
                    </a:lnTo>
                    <a:lnTo>
                      <a:pt x="486" y="84"/>
                    </a:lnTo>
                    <a:lnTo>
                      <a:pt x="486" y="78"/>
                    </a:lnTo>
                    <a:lnTo>
                      <a:pt x="480" y="66"/>
                    </a:lnTo>
                    <a:lnTo>
                      <a:pt x="474" y="60"/>
                    </a:lnTo>
                    <a:lnTo>
                      <a:pt x="456" y="60"/>
                    </a:lnTo>
                    <a:lnTo>
                      <a:pt x="450" y="54"/>
                    </a:lnTo>
                    <a:lnTo>
                      <a:pt x="444" y="54"/>
                    </a:lnTo>
                    <a:lnTo>
                      <a:pt x="438" y="48"/>
                    </a:lnTo>
                    <a:lnTo>
                      <a:pt x="426" y="48"/>
                    </a:lnTo>
                    <a:lnTo>
                      <a:pt x="420" y="42"/>
                    </a:lnTo>
                    <a:lnTo>
                      <a:pt x="396" y="42"/>
                    </a:lnTo>
                    <a:lnTo>
                      <a:pt x="384" y="54"/>
                    </a:lnTo>
                    <a:lnTo>
                      <a:pt x="342" y="54"/>
                    </a:lnTo>
                    <a:lnTo>
                      <a:pt x="342" y="72"/>
                    </a:lnTo>
                    <a:lnTo>
                      <a:pt x="300" y="72"/>
                    </a:lnTo>
                    <a:lnTo>
                      <a:pt x="300" y="60"/>
                    </a:lnTo>
                    <a:lnTo>
                      <a:pt x="312" y="48"/>
                    </a:lnTo>
                    <a:lnTo>
                      <a:pt x="312" y="42"/>
                    </a:lnTo>
                    <a:lnTo>
                      <a:pt x="318" y="30"/>
                    </a:lnTo>
                    <a:lnTo>
                      <a:pt x="294" y="42"/>
                    </a:lnTo>
                    <a:lnTo>
                      <a:pt x="252" y="36"/>
                    </a:lnTo>
                    <a:lnTo>
                      <a:pt x="246" y="30"/>
                    </a:lnTo>
                    <a:lnTo>
                      <a:pt x="246" y="18"/>
                    </a:lnTo>
                    <a:lnTo>
                      <a:pt x="240" y="6"/>
                    </a:lnTo>
                    <a:lnTo>
                      <a:pt x="234" y="6"/>
                    </a:lnTo>
                    <a:lnTo>
                      <a:pt x="234" y="12"/>
                    </a:lnTo>
                    <a:lnTo>
                      <a:pt x="228" y="6"/>
                    </a:lnTo>
                    <a:lnTo>
                      <a:pt x="204" y="6"/>
                    </a:lnTo>
                    <a:lnTo>
                      <a:pt x="198" y="0"/>
                    </a:lnTo>
                    <a:lnTo>
                      <a:pt x="168" y="0"/>
                    </a:lnTo>
                    <a:lnTo>
                      <a:pt x="192" y="36"/>
                    </a:lnTo>
                    <a:lnTo>
                      <a:pt x="180" y="48"/>
                    </a:lnTo>
                    <a:lnTo>
                      <a:pt x="198" y="72"/>
                    </a:lnTo>
                    <a:lnTo>
                      <a:pt x="216" y="90"/>
                    </a:lnTo>
                    <a:lnTo>
                      <a:pt x="186" y="78"/>
                    </a:lnTo>
                    <a:lnTo>
                      <a:pt x="162" y="84"/>
                    </a:lnTo>
                    <a:lnTo>
                      <a:pt x="162" y="108"/>
                    </a:lnTo>
                    <a:lnTo>
                      <a:pt x="132" y="108"/>
                    </a:lnTo>
                    <a:lnTo>
                      <a:pt x="126" y="96"/>
                    </a:lnTo>
                    <a:lnTo>
                      <a:pt x="84" y="96"/>
                    </a:lnTo>
                    <a:lnTo>
                      <a:pt x="84" y="126"/>
                    </a:lnTo>
                    <a:lnTo>
                      <a:pt x="90" y="126"/>
                    </a:lnTo>
                    <a:lnTo>
                      <a:pt x="84" y="132"/>
                    </a:lnTo>
                    <a:lnTo>
                      <a:pt x="90" y="144"/>
                    </a:lnTo>
                    <a:lnTo>
                      <a:pt x="78" y="150"/>
                    </a:lnTo>
                    <a:lnTo>
                      <a:pt x="72" y="150"/>
                    </a:lnTo>
                    <a:lnTo>
                      <a:pt x="72" y="168"/>
                    </a:lnTo>
                    <a:lnTo>
                      <a:pt x="78" y="174"/>
                    </a:lnTo>
                    <a:lnTo>
                      <a:pt x="66" y="174"/>
                    </a:lnTo>
                    <a:lnTo>
                      <a:pt x="54" y="180"/>
                    </a:lnTo>
                    <a:lnTo>
                      <a:pt x="48" y="180"/>
                    </a:lnTo>
                    <a:lnTo>
                      <a:pt x="48" y="186"/>
                    </a:lnTo>
                    <a:lnTo>
                      <a:pt x="54" y="192"/>
                    </a:lnTo>
                    <a:lnTo>
                      <a:pt x="60" y="192"/>
                    </a:lnTo>
                    <a:lnTo>
                      <a:pt x="72" y="204"/>
                    </a:lnTo>
                    <a:lnTo>
                      <a:pt x="72" y="210"/>
                    </a:lnTo>
                    <a:lnTo>
                      <a:pt x="66" y="210"/>
                    </a:lnTo>
                    <a:lnTo>
                      <a:pt x="60" y="216"/>
                    </a:lnTo>
                    <a:lnTo>
                      <a:pt x="54" y="228"/>
                    </a:lnTo>
                    <a:lnTo>
                      <a:pt x="48" y="228"/>
                    </a:lnTo>
                    <a:lnTo>
                      <a:pt x="42" y="234"/>
                    </a:lnTo>
                    <a:lnTo>
                      <a:pt x="42" y="240"/>
                    </a:lnTo>
                    <a:lnTo>
                      <a:pt x="18" y="240"/>
                    </a:lnTo>
                    <a:lnTo>
                      <a:pt x="12" y="234"/>
                    </a:lnTo>
                    <a:lnTo>
                      <a:pt x="6" y="234"/>
                    </a:lnTo>
                    <a:lnTo>
                      <a:pt x="12" y="258"/>
                    </a:lnTo>
                    <a:lnTo>
                      <a:pt x="12" y="264"/>
                    </a:lnTo>
                    <a:lnTo>
                      <a:pt x="18" y="270"/>
                    </a:lnTo>
                    <a:lnTo>
                      <a:pt x="18" y="276"/>
                    </a:lnTo>
                    <a:lnTo>
                      <a:pt x="6" y="282"/>
                    </a:lnTo>
                    <a:lnTo>
                      <a:pt x="0" y="288"/>
                    </a:lnTo>
                    <a:lnTo>
                      <a:pt x="6" y="294"/>
                    </a:lnTo>
                    <a:lnTo>
                      <a:pt x="6" y="306"/>
                    </a:lnTo>
                    <a:lnTo>
                      <a:pt x="0" y="312"/>
                    </a:lnTo>
                    <a:lnTo>
                      <a:pt x="0" y="324"/>
                    </a:lnTo>
                    <a:lnTo>
                      <a:pt x="12" y="324"/>
                    </a:lnTo>
                    <a:lnTo>
                      <a:pt x="24" y="336"/>
                    </a:lnTo>
                    <a:lnTo>
                      <a:pt x="24" y="354"/>
                    </a:lnTo>
                    <a:lnTo>
                      <a:pt x="30" y="360"/>
                    </a:lnTo>
                    <a:lnTo>
                      <a:pt x="18" y="360"/>
                    </a:lnTo>
                    <a:lnTo>
                      <a:pt x="12" y="366"/>
                    </a:lnTo>
                    <a:lnTo>
                      <a:pt x="12" y="384"/>
                    </a:lnTo>
                    <a:lnTo>
                      <a:pt x="18" y="390"/>
                    </a:lnTo>
                    <a:lnTo>
                      <a:pt x="24" y="390"/>
                    </a:lnTo>
                    <a:lnTo>
                      <a:pt x="36" y="396"/>
                    </a:lnTo>
                    <a:lnTo>
                      <a:pt x="36" y="408"/>
                    </a:lnTo>
                    <a:lnTo>
                      <a:pt x="30" y="4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6" name="Georgia" descr="© INSCALE GmbH, 05.05.2010&#10;http://www.presentationload.com/">
                <a:extLst>
                  <a:ext uri="{FF2B5EF4-FFF2-40B4-BE49-F238E27FC236}">
                    <a16:creationId xmlns:a16="http://schemas.microsoft.com/office/drawing/2014/main" id="{26C5B8BD-7CAB-EA4A-9B37-26BD21AD7A84}"/>
                  </a:ext>
                </a:extLst>
              </p:cNvPr>
              <p:cNvSpPr>
                <a:spLocks/>
              </p:cNvSpPr>
              <p:nvPr/>
            </p:nvSpPr>
            <p:spPr bwMode="gray">
              <a:xfrm>
                <a:off x="6835637" y="2665716"/>
                <a:ext cx="193948" cy="88756"/>
              </a:xfrm>
              <a:custGeom>
                <a:avLst/>
                <a:gdLst>
                  <a:gd name="T0" fmla="*/ 2147483647 w 462"/>
                  <a:gd name="T1" fmla="*/ 2147483647 h 210"/>
                  <a:gd name="T2" fmla="*/ 2147483647 w 462"/>
                  <a:gd name="T3" fmla="*/ 2147483647 h 210"/>
                  <a:gd name="T4" fmla="*/ 2147483647 w 462"/>
                  <a:gd name="T5" fmla="*/ 2147483647 h 210"/>
                  <a:gd name="T6" fmla="*/ 2147483647 w 462"/>
                  <a:gd name="T7" fmla="*/ 2147483647 h 210"/>
                  <a:gd name="T8" fmla="*/ 2147483647 w 462"/>
                  <a:gd name="T9" fmla="*/ 2147483647 h 210"/>
                  <a:gd name="T10" fmla="*/ 2147483647 w 462"/>
                  <a:gd name="T11" fmla="*/ 2147483647 h 210"/>
                  <a:gd name="T12" fmla="*/ 2147483647 w 462"/>
                  <a:gd name="T13" fmla="*/ 2147483647 h 210"/>
                  <a:gd name="T14" fmla="*/ 2147483647 w 462"/>
                  <a:gd name="T15" fmla="*/ 2147483647 h 210"/>
                  <a:gd name="T16" fmla="*/ 2147483647 w 462"/>
                  <a:gd name="T17" fmla="*/ 2147483647 h 210"/>
                  <a:gd name="T18" fmla="*/ 2147483647 w 462"/>
                  <a:gd name="T19" fmla="*/ 2147483647 h 210"/>
                  <a:gd name="T20" fmla="*/ 2147483647 w 462"/>
                  <a:gd name="T21" fmla="*/ 2147483647 h 210"/>
                  <a:gd name="T22" fmla="*/ 2147483647 w 462"/>
                  <a:gd name="T23" fmla="*/ 2147483647 h 210"/>
                  <a:gd name="T24" fmla="*/ 2147483647 w 462"/>
                  <a:gd name="T25" fmla="*/ 2147483647 h 210"/>
                  <a:gd name="T26" fmla="*/ 2147483647 w 462"/>
                  <a:gd name="T27" fmla="*/ 2147483647 h 210"/>
                  <a:gd name="T28" fmla="*/ 2147483647 w 462"/>
                  <a:gd name="T29" fmla="*/ 2147483647 h 210"/>
                  <a:gd name="T30" fmla="*/ 2147483647 w 462"/>
                  <a:gd name="T31" fmla="*/ 2147483647 h 210"/>
                  <a:gd name="T32" fmla="*/ 2147483647 w 462"/>
                  <a:gd name="T33" fmla="*/ 2147483647 h 210"/>
                  <a:gd name="T34" fmla="*/ 2147483647 w 462"/>
                  <a:gd name="T35" fmla="*/ 2147483647 h 210"/>
                  <a:gd name="T36" fmla="*/ 2147483647 w 462"/>
                  <a:gd name="T37" fmla="*/ 2147483647 h 210"/>
                  <a:gd name="T38" fmla="*/ 2147483647 w 462"/>
                  <a:gd name="T39" fmla="*/ 2147483647 h 210"/>
                  <a:gd name="T40" fmla="*/ 2147483647 w 462"/>
                  <a:gd name="T41" fmla="*/ 2147483647 h 210"/>
                  <a:gd name="T42" fmla="*/ 2147483647 w 462"/>
                  <a:gd name="T43" fmla="*/ 2147483647 h 210"/>
                  <a:gd name="T44" fmla="*/ 2147483647 w 462"/>
                  <a:gd name="T45" fmla="*/ 2147483647 h 210"/>
                  <a:gd name="T46" fmla="*/ 2147483647 w 462"/>
                  <a:gd name="T47" fmla="*/ 2147483647 h 210"/>
                  <a:gd name="T48" fmla="*/ 2147483647 w 462"/>
                  <a:gd name="T49" fmla="*/ 2147483647 h 210"/>
                  <a:gd name="T50" fmla="*/ 2147483647 w 462"/>
                  <a:gd name="T51" fmla="*/ 2147483647 h 210"/>
                  <a:gd name="T52" fmla="*/ 2147483647 w 462"/>
                  <a:gd name="T53" fmla="*/ 2147483647 h 210"/>
                  <a:gd name="T54" fmla="*/ 2147483647 w 462"/>
                  <a:gd name="T55" fmla="*/ 2147483647 h 210"/>
                  <a:gd name="T56" fmla="*/ 2147483647 w 462"/>
                  <a:gd name="T57" fmla="*/ 2147483647 h 210"/>
                  <a:gd name="T58" fmla="*/ 2147483647 w 462"/>
                  <a:gd name="T59" fmla="*/ 2147483647 h 210"/>
                  <a:gd name="T60" fmla="*/ 2147483647 w 462"/>
                  <a:gd name="T61" fmla="*/ 2147483647 h 210"/>
                  <a:gd name="T62" fmla="*/ 2147483647 w 462"/>
                  <a:gd name="T63" fmla="*/ 2147483647 h 210"/>
                  <a:gd name="T64" fmla="*/ 2147483647 w 462"/>
                  <a:gd name="T65" fmla="*/ 2147483647 h 210"/>
                  <a:gd name="T66" fmla="*/ 2147483647 w 462"/>
                  <a:gd name="T67" fmla="*/ 2147483647 h 210"/>
                  <a:gd name="T68" fmla="*/ 2147483647 w 462"/>
                  <a:gd name="T69" fmla="*/ 2147483647 h 210"/>
                  <a:gd name="T70" fmla="*/ 2147483647 w 462"/>
                  <a:gd name="T71" fmla="*/ 2147483647 h 210"/>
                  <a:gd name="T72" fmla="*/ 2147483647 w 462"/>
                  <a:gd name="T73" fmla="*/ 2147483647 h 210"/>
                  <a:gd name="T74" fmla="*/ 2147483647 w 462"/>
                  <a:gd name="T75" fmla="*/ 2147483647 h 210"/>
                  <a:gd name="T76" fmla="*/ 2147483647 w 462"/>
                  <a:gd name="T77" fmla="*/ 2147483647 h 210"/>
                  <a:gd name="T78" fmla="*/ 2147483647 w 462"/>
                  <a:gd name="T79" fmla="*/ 2147483647 h 210"/>
                  <a:gd name="T80" fmla="*/ 2147483647 w 462"/>
                  <a:gd name="T81" fmla="*/ 0 h 210"/>
                  <a:gd name="T82" fmla="*/ 0 w 462"/>
                  <a:gd name="T83" fmla="*/ 2147483647 h 2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2"/>
                  <a:gd name="T127" fmla="*/ 0 h 210"/>
                  <a:gd name="T128" fmla="*/ 462 w 462"/>
                  <a:gd name="T129" fmla="*/ 210 h 2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2" h="210">
                    <a:moveTo>
                      <a:pt x="6" y="18"/>
                    </a:moveTo>
                    <a:lnTo>
                      <a:pt x="12" y="18"/>
                    </a:lnTo>
                    <a:lnTo>
                      <a:pt x="18" y="24"/>
                    </a:lnTo>
                    <a:lnTo>
                      <a:pt x="30" y="30"/>
                    </a:lnTo>
                    <a:lnTo>
                      <a:pt x="42" y="42"/>
                    </a:lnTo>
                    <a:lnTo>
                      <a:pt x="60" y="48"/>
                    </a:lnTo>
                    <a:lnTo>
                      <a:pt x="72" y="54"/>
                    </a:lnTo>
                    <a:lnTo>
                      <a:pt x="78" y="54"/>
                    </a:lnTo>
                    <a:lnTo>
                      <a:pt x="84" y="60"/>
                    </a:lnTo>
                    <a:lnTo>
                      <a:pt x="96" y="66"/>
                    </a:lnTo>
                    <a:lnTo>
                      <a:pt x="102" y="78"/>
                    </a:lnTo>
                    <a:lnTo>
                      <a:pt x="114" y="84"/>
                    </a:lnTo>
                    <a:lnTo>
                      <a:pt x="114" y="96"/>
                    </a:lnTo>
                    <a:lnTo>
                      <a:pt x="120" y="114"/>
                    </a:lnTo>
                    <a:lnTo>
                      <a:pt x="120" y="132"/>
                    </a:lnTo>
                    <a:lnTo>
                      <a:pt x="126" y="138"/>
                    </a:lnTo>
                    <a:lnTo>
                      <a:pt x="132" y="150"/>
                    </a:lnTo>
                    <a:lnTo>
                      <a:pt x="138" y="156"/>
                    </a:lnTo>
                    <a:lnTo>
                      <a:pt x="138" y="162"/>
                    </a:lnTo>
                    <a:lnTo>
                      <a:pt x="132" y="168"/>
                    </a:lnTo>
                    <a:lnTo>
                      <a:pt x="168" y="174"/>
                    </a:lnTo>
                    <a:lnTo>
                      <a:pt x="174" y="168"/>
                    </a:lnTo>
                    <a:lnTo>
                      <a:pt x="186" y="162"/>
                    </a:lnTo>
                    <a:lnTo>
                      <a:pt x="198" y="162"/>
                    </a:lnTo>
                    <a:lnTo>
                      <a:pt x="210" y="168"/>
                    </a:lnTo>
                    <a:lnTo>
                      <a:pt x="216" y="174"/>
                    </a:lnTo>
                    <a:lnTo>
                      <a:pt x="222" y="186"/>
                    </a:lnTo>
                    <a:lnTo>
                      <a:pt x="222" y="192"/>
                    </a:lnTo>
                    <a:lnTo>
                      <a:pt x="246" y="192"/>
                    </a:lnTo>
                    <a:lnTo>
                      <a:pt x="246" y="198"/>
                    </a:lnTo>
                    <a:lnTo>
                      <a:pt x="252" y="204"/>
                    </a:lnTo>
                    <a:lnTo>
                      <a:pt x="276" y="198"/>
                    </a:lnTo>
                    <a:lnTo>
                      <a:pt x="282" y="192"/>
                    </a:lnTo>
                    <a:lnTo>
                      <a:pt x="336" y="198"/>
                    </a:lnTo>
                    <a:lnTo>
                      <a:pt x="336" y="180"/>
                    </a:lnTo>
                    <a:lnTo>
                      <a:pt x="342" y="180"/>
                    </a:lnTo>
                    <a:lnTo>
                      <a:pt x="348" y="186"/>
                    </a:lnTo>
                    <a:lnTo>
                      <a:pt x="354" y="186"/>
                    </a:lnTo>
                    <a:lnTo>
                      <a:pt x="354" y="180"/>
                    </a:lnTo>
                    <a:lnTo>
                      <a:pt x="366" y="168"/>
                    </a:lnTo>
                    <a:lnTo>
                      <a:pt x="390" y="168"/>
                    </a:lnTo>
                    <a:lnTo>
                      <a:pt x="396" y="174"/>
                    </a:lnTo>
                    <a:lnTo>
                      <a:pt x="396" y="180"/>
                    </a:lnTo>
                    <a:lnTo>
                      <a:pt x="414" y="198"/>
                    </a:lnTo>
                    <a:lnTo>
                      <a:pt x="426" y="192"/>
                    </a:lnTo>
                    <a:lnTo>
                      <a:pt x="438" y="192"/>
                    </a:lnTo>
                    <a:lnTo>
                      <a:pt x="456" y="210"/>
                    </a:lnTo>
                    <a:lnTo>
                      <a:pt x="462" y="204"/>
                    </a:lnTo>
                    <a:lnTo>
                      <a:pt x="456" y="192"/>
                    </a:lnTo>
                    <a:lnTo>
                      <a:pt x="450" y="186"/>
                    </a:lnTo>
                    <a:lnTo>
                      <a:pt x="444" y="174"/>
                    </a:lnTo>
                    <a:lnTo>
                      <a:pt x="438" y="168"/>
                    </a:lnTo>
                    <a:lnTo>
                      <a:pt x="432" y="168"/>
                    </a:lnTo>
                    <a:lnTo>
                      <a:pt x="414" y="150"/>
                    </a:lnTo>
                    <a:lnTo>
                      <a:pt x="420" y="144"/>
                    </a:lnTo>
                    <a:lnTo>
                      <a:pt x="432" y="144"/>
                    </a:lnTo>
                    <a:lnTo>
                      <a:pt x="420" y="132"/>
                    </a:lnTo>
                    <a:lnTo>
                      <a:pt x="408" y="126"/>
                    </a:lnTo>
                    <a:lnTo>
                      <a:pt x="396" y="114"/>
                    </a:lnTo>
                    <a:lnTo>
                      <a:pt x="378" y="114"/>
                    </a:lnTo>
                    <a:lnTo>
                      <a:pt x="378" y="108"/>
                    </a:lnTo>
                    <a:lnTo>
                      <a:pt x="384" y="102"/>
                    </a:lnTo>
                    <a:lnTo>
                      <a:pt x="384" y="90"/>
                    </a:lnTo>
                    <a:lnTo>
                      <a:pt x="354" y="84"/>
                    </a:lnTo>
                    <a:lnTo>
                      <a:pt x="342" y="72"/>
                    </a:lnTo>
                    <a:lnTo>
                      <a:pt x="330" y="66"/>
                    </a:lnTo>
                    <a:lnTo>
                      <a:pt x="300" y="66"/>
                    </a:lnTo>
                    <a:lnTo>
                      <a:pt x="300" y="72"/>
                    </a:lnTo>
                    <a:lnTo>
                      <a:pt x="288" y="72"/>
                    </a:lnTo>
                    <a:lnTo>
                      <a:pt x="282" y="78"/>
                    </a:lnTo>
                    <a:lnTo>
                      <a:pt x="258" y="78"/>
                    </a:lnTo>
                    <a:lnTo>
                      <a:pt x="246" y="72"/>
                    </a:lnTo>
                    <a:lnTo>
                      <a:pt x="240" y="72"/>
                    </a:lnTo>
                    <a:lnTo>
                      <a:pt x="240" y="66"/>
                    </a:lnTo>
                    <a:lnTo>
                      <a:pt x="192" y="36"/>
                    </a:lnTo>
                    <a:lnTo>
                      <a:pt x="186" y="36"/>
                    </a:lnTo>
                    <a:lnTo>
                      <a:pt x="180" y="30"/>
                    </a:lnTo>
                    <a:lnTo>
                      <a:pt x="144" y="30"/>
                    </a:lnTo>
                    <a:lnTo>
                      <a:pt x="84" y="18"/>
                    </a:lnTo>
                    <a:lnTo>
                      <a:pt x="66" y="12"/>
                    </a:lnTo>
                    <a:lnTo>
                      <a:pt x="54" y="6"/>
                    </a:lnTo>
                    <a:lnTo>
                      <a:pt x="36" y="0"/>
                    </a:lnTo>
                    <a:lnTo>
                      <a:pt x="24" y="0"/>
                    </a:lnTo>
                    <a:lnTo>
                      <a:pt x="0" y="18"/>
                    </a:lnTo>
                    <a:lnTo>
                      <a:pt x="6"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7" name="France" descr="© INSCALE GmbH, 05.05.2010&#10;http://www.presentationload.com/">
                <a:extLst>
                  <a:ext uri="{FF2B5EF4-FFF2-40B4-BE49-F238E27FC236}">
                    <a16:creationId xmlns:a16="http://schemas.microsoft.com/office/drawing/2014/main" id="{D42B4C03-BDF8-5D4C-9E65-940AA21EB39B}"/>
                  </a:ext>
                </a:extLst>
              </p:cNvPr>
              <p:cNvSpPr>
                <a:spLocks noEditPoints="1"/>
              </p:cNvSpPr>
              <p:nvPr/>
            </p:nvSpPr>
            <p:spPr bwMode="gray">
              <a:xfrm>
                <a:off x="5629205" y="2414239"/>
                <a:ext cx="382969" cy="330373"/>
              </a:xfrm>
              <a:custGeom>
                <a:avLst/>
                <a:gdLst>
                  <a:gd name="T0" fmla="*/ 2147483647 w 230"/>
                  <a:gd name="T1" fmla="*/ 2147483647 h 198"/>
                  <a:gd name="T2" fmla="*/ 2147483647 w 230"/>
                  <a:gd name="T3" fmla="*/ 2147483647 h 198"/>
                  <a:gd name="T4" fmla="*/ 2147483647 w 230"/>
                  <a:gd name="T5" fmla="*/ 2147483647 h 198"/>
                  <a:gd name="T6" fmla="*/ 2147483647 w 230"/>
                  <a:gd name="T7" fmla="*/ 2147483647 h 198"/>
                  <a:gd name="T8" fmla="*/ 2147483647 w 230"/>
                  <a:gd name="T9" fmla="*/ 2147483647 h 198"/>
                  <a:gd name="T10" fmla="*/ 2147483647 w 230"/>
                  <a:gd name="T11" fmla="*/ 2147483647 h 198"/>
                  <a:gd name="T12" fmla="*/ 2147483647 w 230"/>
                  <a:gd name="T13" fmla="*/ 2147483647 h 198"/>
                  <a:gd name="T14" fmla="*/ 2147483647 w 230"/>
                  <a:gd name="T15" fmla="*/ 2147483647 h 198"/>
                  <a:gd name="T16" fmla="*/ 2147483647 w 230"/>
                  <a:gd name="T17" fmla="*/ 2147483647 h 198"/>
                  <a:gd name="T18" fmla="*/ 2147483647 w 230"/>
                  <a:gd name="T19" fmla="*/ 2147483647 h 198"/>
                  <a:gd name="T20" fmla="*/ 2147483647 w 230"/>
                  <a:gd name="T21" fmla="*/ 2147483647 h 198"/>
                  <a:gd name="T22" fmla="*/ 2147483647 w 230"/>
                  <a:gd name="T23" fmla="*/ 2147483647 h 198"/>
                  <a:gd name="T24" fmla="*/ 2147483647 w 230"/>
                  <a:gd name="T25" fmla="*/ 2147483647 h 198"/>
                  <a:gd name="T26" fmla="*/ 2147483647 w 230"/>
                  <a:gd name="T27" fmla="*/ 2147483647 h 198"/>
                  <a:gd name="T28" fmla="*/ 2147483647 w 230"/>
                  <a:gd name="T29" fmla="*/ 2147483647 h 198"/>
                  <a:gd name="T30" fmla="*/ 2147483647 w 230"/>
                  <a:gd name="T31" fmla="*/ 2147483647 h 198"/>
                  <a:gd name="T32" fmla="*/ 2147483647 w 230"/>
                  <a:gd name="T33" fmla="*/ 2147483647 h 198"/>
                  <a:gd name="T34" fmla="*/ 2147483647 w 230"/>
                  <a:gd name="T35" fmla="*/ 2147483647 h 198"/>
                  <a:gd name="T36" fmla="*/ 2147483647 w 230"/>
                  <a:gd name="T37" fmla="*/ 2147483647 h 198"/>
                  <a:gd name="T38" fmla="*/ 2147483647 w 230"/>
                  <a:gd name="T39" fmla="*/ 2147483647 h 198"/>
                  <a:gd name="T40" fmla="*/ 2147483647 w 230"/>
                  <a:gd name="T41" fmla="*/ 2147483647 h 198"/>
                  <a:gd name="T42" fmla="*/ 2147483647 w 230"/>
                  <a:gd name="T43" fmla="*/ 2147483647 h 198"/>
                  <a:gd name="T44" fmla="*/ 2147483647 w 230"/>
                  <a:gd name="T45" fmla="*/ 2147483647 h 198"/>
                  <a:gd name="T46" fmla="*/ 2147483647 w 230"/>
                  <a:gd name="T47" fmla="*/ 2147483647 h 198"/>
                  <a:gd name="T48" fmla="*/ 2147483647 w 230"/>
                  <a:gd name="T49" fmla="*/ 2147483647 h 198"/>
                  <a:gd name="T50" fmla="*/ 2147483647 w 230"/>
                  <a:gd name="T51" fmla="*/ 2147483647 h 198"/>
                  <a:gd name="T52" fmla="*/ 2147483647 w 230"/>
                  <a:gd name="T53" fmla="*/ 2147483647 h 198"/>
                  <a:gd name="T54" fmla="*/ 2147483647 w 230"/>
                  <a:gd name="T55" fmla="*/ 2147483647 h 198"/>
                  <a:gd name="T56" fmla="*/ 2147483647 w 230"/>
                  <a:gd name="T57" fmla="*/ 2147483647 h 198"/>
                  <a:gd name="T58" fmla="*/ 2147483647 w 230"/>
                  <a:gd name="T59" fmla="*/ 2147483647 h 198"/>
                  <a:gd name="T60" fmla="*/ 2147483647 w 230"/>
                  <a:gd name="T61" fmla="*/ 2147483647 h 198"/>
                  <a:gd name="T62" fmla="*/ 2147483647 w 230"/>
                  <a:gd name="T63" fmla="*/ 2147483647 h 198"/>
                  <a:gd name="T64" fmla="*/ 2147483647 w 230"/>
                  <a:gd name="T65" fmla="*/ 2147483647 h 198"/>
                  <a:gd name="T66" fmla="*/ 2147483647 w 230"/>
                  <a:gd name="T67" fmla="*/ 2147483647 h 198"/>
                  <a:gd name="T68" fmla="*/ 2147483647 w 230"/>
                  <a:gd name="T69" fmla="*/ 2147483647 h 198"/>
                  <a:gd name="T70" fmla="*/ 2147483647 w 230"/>
                  <a:gd name="T71" fmla="*/ 2147483647 h 198"/>
                  <a:gd name="T72" fmla="*/ 2147483647 w 230"/>
                  <a:gd name="T73" fmla="*/ 2147483647 h 198"/>
                  <a:gd name="T74" fmla="*/ 2147483647 w 230"/>
                  <a:gd name="T75" fmla="*/ 2147483647 h 198"/>
                  <a:gd name="T76" fmla="*/ 2147483647 w 230"/>
                  <a:gd name="T77" fmla="*/ 2147483647 h 198"/>
                  <a:gd name="T78" fmla="*/ 2147483647 w 230"/>
                  <a:gd name="T79" fmla="*/ 2147483647 h 198"/>
                  <a:gd name="T80" fmla="*/ 2147483647 w 230"/>
                  <a:gd name="T81" fmla="*/ 2147483647 h 198"/>
                  <a:gd name="T82" fmla="*/ 2147483647 w 230"/>
                  <a:gd name="T83" fmla="*/ 2147483647 h 198"/>
                  <a:gd name="T84" fmla="*/ 2147483647 w 230"/>
                  <a:gd name="T85" fmla="*/ 2147483647 h 198"/>
                  <a:gd name="T86" fmla="*/ 2147483647 w 230"/>
                  <a:gd name="T87" fmla="*/ 2147483647 h 198"/>
                  <a:gd name="T88" fmla="*/ 2147483647 w 230"/>
                  <a:gd name="T89" fmla="*/ 2147483647 h 198"/>
                  <a:gd name="T90" fmla="*/ 2147483647 w 230"/>
                  <a:gd name="T91" fmla="*/ 2147483647 h 198"/>
                  <a:gd name="T92" fmla="*/ 2147483647 w 230"/>
                  <a:gd name="T93" fmla="*/ 2147483647 h 198"/>
                  <a:gd name="T94" fmla="*/ 2147483647 w 230"/>
                  <a:gd name="T95" fmla="*/ 2147483647 h 198"/>
                  <a:gd name="T96" fmla="*/ 2147483647 w 230"/>
                  <a:gd name="T97" fmla="*/ 2147483647 h 198"/>
                  <a:gd name="T98" fmla="*/ 2147483647 w 230"/>
                  <a:gd name="T99" fmla="*/ 2147483647 h 198"/>
                  <a:gd name="T100" fmla="*/ 2147483647 w 230"/>
                  <a:gd name="T101" fmla="*/ 2147483647 h 198"/>
                  <a:gd name="T102" fmla="*/ 2147483647 w 230"/>
                  <a:gd name="T103" fmla="*/ 2147483647 h 198"/>
                  <a:gd name="T104" fmla="*/ 2147483647 w 230"/>
                  <a:gd name="T105" fmla="*/ 2147483647 h 198"/>
                  <a:gd name="T106" fmla="*/ 2147483647 w 230"/>
                  <a:gd name="T107" fmla="*/ 2147483647 h 198"/>
                  <a:gd name="T108" fmla="*/ 2147483647 w 230"/>
                  <a:gd name="T109" fmla="*/ 2147483647 h 198"/>
                  <a:gd name="T110" fmla="*/ 2147483647 w 230"/>
                  <a:gd name="T111" fmla="*/ 2147483647 h 198"/>
                  <a:gd name="T112" fmla="*/ 2147483647 w 230"/>
                  <a:gd name="T113" fmla="*/ 2147483647 h 198"/>
                  <a:gd name="T114" fmla="*/ 2147483647 w 230"/>
                  <a:gd name="T115" fmla="*/ 2147483647 h 198"/>
                  <a:gd name="T116" fmla="*/ 2147483647 w 230"/>
                  <a:gd name="T117" fmla="*/ 2147483647 h 198"/>
                  <a:gd name="T118" fmla="*/ 2147483647 w 230"/>
                  <a:gd name="T119" fmla="*/ 2147483647 h 198"/>
                  <a:gd name="T120" fmla="*/ 2147483647 w 230"/>
                  <a:gd name="T121" fmla="*/ 2147483647 h 1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
                  <a:gd name="T184" fmla="*/ 0 h 198"/>
                  <a:gd name="T185" fmla="*/ 230 w 230"/>
                  <a:gd name="T186" fmla="*/ 198 h 1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 h="198">
                    <a:moveTo>
                      <a:pt x="230" y="172"/>
                    </a:moveTo>
                    <a:lnTo>
                      <a:pt x="230" y="172"/>
                    </a:lnTo>
                    <a:lnTo>
                      <a:pt x="230" y="166"/>
                    </a:lnTo>
                    <a:lnTo>
                      <a:pt x="228" y="166"/>
                    </a:lnTo>
                    <a:lnTo>
                      <a:pt x="224" y="168"/>
                    </a:lnTo>
                    <a:lnTo>
                      <a:pt x="224" y="170"/>
                    </a:lnTo>
                    <a:lnTo>
                      <a:pt x="220" y="172"/>
                    </a:lnTo>
                    <a:lnTo>
                      <a:pt x="218" y="174"/>
                    </a:lnTo>
                    <a:lnTo>
                      <a:pt x="216" y="178"/>
                    </a:lnTo>
                    <a:lnTo>
                      <a:pt x="216" y="182"/>
                    </a:lnTo>
                    <a:lnTo>
                      <a:pt x="218" y="186"/>
                    </a:lnTo>
                    <a:lnTo>
                      <a:pt x="218" y="190"/>
                    </a:lnTo>
                    <a:lnTo>
                      <a:pt x="218" y="192"/>
                    </a:lnTo>
                    <a:lnTo>
                      <a:pt x="218" y="194"/>
                    </a:lnTo>
                    <a:lnTo>
                      <a:pt x="222" y="196"/>
                    </a:lnTo>
                    <a:lnTo>
                      <a:pt x="224" y="198"/>
                    </a:lnTo>
                    <a:lnTo>
                      <a:pt x="230" y="192"/>
                    </a:lnTo>
                    <a:lnTo>
                      <a:pt x="230" y="186"/>
                    </a:lnTo>
                    <a:lnTo>
                      <a:pt x="228" y="186"/>
                    </a:lnTo>
                    <a:lnTo>
                      <a:pt x="230" y="184"/>
                    </a:lnTo>
                    <a:lnTo>
                      <a:pt x="230" y="172"/>
                    </a:lnTo>
                    <a:close/>
                    <a:moveTo>
                      <a:pt x="198" y="40"/>
                    </a:moveTo>
                    <a:lnTo>
                      <a:pt x="198" y="40"/>
                    </a:lnTo>
                    <a:lnTo>
                      <a:pt x="196" y="40"/>
                    </a:lnTo>
                    <a:lnTo>
                      <a:pt x="192" y="40"/>
                    </a:lnTo>
                    <a:lnTo>
                      <a:pt x="190" y="40"/>
                    </a:lnTo>
                    <a:lnTo>
                      <a:pt x="184" y="40"/>
                    </a:lnTo>
                    <a:lnTo>
                      <a:pt x="184" y="34"/>
                    </a:lnTo>
                    <a:lnTo>
                      <a:pt x="182" y="34"/>
                    </a:lnTo>
                    <a:lnTo>
                      <a:pt x="182" y="32"/>
                    </a:lnTo>
                    <a:lnTo>
                      <a:pt x="178" y="30"/>
                    </a:lnTo>
                    <a:lnTo>
                      <a:pt x="174" y="34"/>
                    </a:lnTo>
                    <a:lnTo>
                      <a:pt x="172" y="32"/>
                    </a:lnTo>
                    <a:lnTo>
                      <a:pt x="166" y="32"/>
                    </a:lnTo>
                    <a:lnTo>
                      <a:pt x="164" y="28"/>
                    </a:lnTo>
                    <a:lnTo>
                      <a:pt x="162" y="28"/>
                    </a:lnTo>
                    <a:lnTo>
                      <a:pt x="158" y="28"/>
                    </a:lnTo>
                    <a:lnTo>
                      <a:pt x="156" y="28"/>
                    </a:lnTo>
                    <a:lnTo>
                      <a:pt x="156" y="22"/>
                    </a:lnTo>
                    <a:lnTo>
                      <a:pt x="152" y="24"/>
                    </a:lnTo>
                    <a:lnTo>
                      <a:pt x="146" y="24"/>
                    </a:lnTo>
                    <a:lnTo>
                      <a:pt x="146" y="18"/>
                    </a:lnTo>
                    <a:lnTo>
                      <a:pt x="144" y="16"/>
                    </a:lnTo>
                    <a:lnTo>
                      <a:pt x="142" y="14"/>
                    </a:lnTo>
                    <a:lnTo>
                      <a:pt x="136" y="14"/>
                    </a:lnTo>
                    <a:lnTo>
                      <a:pt x="132" y="12"/>
                    </a:lnTo>
                    <a:lnTo>
                      <a:pt x="126" y="10"/>
                    </a:lnTo>
                    <a:lnTo>
                      <a:pt x="126" y="6"/>
                    </a:lnTo>
                    <a:lnTo>
                      <a:pt x="126" y="0"/>
                    </a:lnTo>
                    <a:lnTo>
                      <a:pt x="118" y="0"/>
                    </a:lnTo>
                    <a:lnTo>
                      <a:pt x="114" y="2"/>
                    </a:lnTo>
                    <a:lnTo>
                      <a:pt x="112" y="2"/>
                    </a:lnTo>
                    <a:lnTo>
                      <a:pt x="110" y="4"/>
                    </a:lnTo>
                    <a:lnTo>
                      <a:pt x="104" y="4"/>
                    </a:lnTo>
                    <a:lnTo>
                      <a:pt x="104" y="6"/>
                    </a:lnTo>
                    <a:lnTo>
                      <a:pt x="104" y="8"/>
                    </a:lnTo>
                    <a:lnTo>
                      <a:pt x="104" y="12"/>
                    </a:lnTo>
                    <a:lnTo>
                      <a:pt x="106" y="14"/>
                    </a:lnTo>
                    <a:lnTo>
                      <a:pt x="106" y="20"/>
                    </a:lnTo>
                    <a:lnTo>
                      <a:pt x="104" y="22"/>
                    </a:lnTo>
                    <a:lnTo>
                      <a:pt x="98" y="24"/>
                    </a:lnTo>
                    <a:lnTo>
                      <a:pt x="92" y="24"/>
                    </a:lnTo>
                    <a:lnTo>
                      <a:pt x="82" y="32"/>
                    </a:lnTo>
                    <a:lnTo>
                      <a:pt x="86" y="34"/>
                    </a:lnTo>
                    <a:lnTo>
                      <a:pt x="84" y="34"/>
                    </a:lnTo>
                    <a:lnTo>
                      <a:pt x="82" y="34"/>
                    </a:lnTo>
                    <a:lnTo>
                      <a:pt x="76" y="38"/>
                    </a:lnTo>
                    <a:lnTo>
                      <a:pt x="68" y="38"/>
                    </a:lnTo>
                    <a:lnTo>
                      <a:pt x="66" y="36"/>
                    </a:lnTo>
                    <a:lnTo>
                      <a:pt x="60" y="30"/>
                    </a:lnTo>
                    <a:lnTo>
                      <a:pt x="58" y="30"/>
                    </a:lnTo>
                    <a:lnTo>
                      <a:pt x="56" y="28"/>
                    </a:lnTo>
                    <a:lnTo>
                      <a:pt x="52" y="28"/>
                    </a:lnTo>
                    <a:lnTo>
                      <a:pt x="52" y="30"/>
                    </a:lnTo>
                    <a:lnTo>
                      <a:pt x="52" y="34"/>
                    </a:lnTo>
                    <a:lnTo>
                      <a:pt x="54" y="34"/>
                    </a:lnTo>
                    <a:lnTo>
                      <a:pt x="56" y="38"/>
                    </a:lnTo>
                    <a:lnTo>
                      <a:pt x="58" y="40"/>
                    </a:lnTo>
                    <a:lnTo>
                      <a:pt x="58" y="46"/>
                    </a:lnTo>
                    <a:lnTo>
                      <a:pt x="56" y="48"/>
                    </a:lnTo>
                    <a:lnTo>
                      <a:pt x="54" y="48"/>
                    </a:lnTo>
                    <a:lnTo>
                      <a:pt x="48" y="48"/>
                    </a:lnTo>
                    <a:lnTo>
                      <a:pt x="38" y="48"/>
                    </a:lnTo>
                    <a:lnTo>
                      <a:pt x="38" y="54"/>
                    </a:lnTo>
                    <a:lnTo>
                      <a:pt x="36" y="52"/>
                    </a:lnTo>
                    <a:lnTo>
                      <a:pt x="34" y="48"/>
                    </a:lnTo>
                    <a:lnTo>
                      <a:pt x="32" y="48"/>
                    </a:lnTo>
                    <a:lnTo>
                      <a:pt x="30" y="46"/>
                    </a:lnTo>
                    <a:lnTo>
                      <a:pt x="26" y="46"/>
                    </a:lnTo>
                    <a:lnTo>
                      <a:pt x="24" y="48"/>
                    </a:lnTo>
                    <a:lnTo>
                      <a:pt x="22" y="48"/>
                    </a:lnTo>
                    <a:lnTo>
                      <a:pt x="20" y="48"/>
                    </a:lnTo>
                    <a:lnTo>
                      <a:pt x="16" y="48"/>
                    </a:lnTo>
                    <a:lnTo>
                      <a:pt x="12" y="50"/>
                    </a:lnTo>
                    <a:lnTo>
                      <a:pt x="8" y="50"/>
                    </a:lnTo>
                    <a:lnTo>
                      <a:pt x="6" y="52"/>
                    </a:lnTo>
                    <a:lnTo>
                      <a:pt x="4" y="54"/>
                    </a:lnTo>
                    <a:lnTo>
                      <a:pt x="6" y="56"/>
                    </a:lnTo>
                    <a:lnTo>
                      <a:pt x="8" y="56"/>
                    </a:lnTo>
                    <a:lnTo>
                      <a:pt x="10" y="58"/>
                    </a:lnTo>
                    <a:lnTo>
                      <a:pt x="10" y="60"/>
                    </a:lnTo>
                    <a:lnTo>
                      <a:pt x="6" y="60"/>
                    </a:lnTo>
                    <a:lnTo>
                      <a:pt x="2" y="60"/>
                    </a:lnTo>
                    <a:lnTo>
                      <a:pt x="0" y="60"/>
                    </a:lnTo>
                    <a:lnTo>
                      <a:pt x="0" y="62"/>
                    </a:lnTo>
                    <a:lnTo>
                      <a:pt x="6" y="66"/>
                    </a:lnTo>
                    <a:lnTo>
                      <a:pt x="12" y="66"/>
                    </a:lnTo>
                    <a:lnTo>
                      <a:pt x="12" y="64"/>
                    </a:lnTo>
                    <a:lnTo>
                      <a:pt x="26" y="72"/>
                    </a:lnTo>
                    <a:lnTo>
                      <a:pt x="32" y="72"/>
                    </a:lnTo>
                    <a:lnTo>
                      <a:pt x="38" y="76"/>
                    </a:lnTo>
                    <a:lnTo>
                      <a:pt x="48" y="76"/>
                    </a:lnTo>
                    <a:lnTo>
                      <a:pt x="40" y="80"/>
                    </a:lnTo>
                    <a:lnTo>
                      <a:pt x="42" y="84"/>
                    </a:lnTo>
                    <a:lnTo>
                      <a:pt x="44" y="86"/>
                    </a:lnTo>
                    <a:lnTo>
                      <a:pt x="46" y="92"/>
                    </a:lnTo>
                    <a:lnTo>
                      <a:pt x="52" y="96"/>
                    </a:lnTo>
                    <a:lnTo>
                      <a:pt x="58" y="96"/>
                    </a:lnTo>
                    <a:lnTo>
                      <a:pt x="58" y="106"/>
                    </a:lnTo>
                    <a:lnTo>
                      <a:pt x="62" y="114"/>
                    </a:lnTo>
                    <a:lnTo>
                      <a:pt x="66" y="124"/>
                    </a:lnTo>
                    <a:lnTo>
                      <a:pt x="58" y="114"/>
                    </a:lnTo>
                    <a:lnTo>
                      <a:pt x="58" y="118"/>
                    </a:lnTo>
                    <a:lnTo>
                      <a:pt x="56" y="120"/>
                    </a:lnTo>
                    <a:lnTo>
                      <a:pt x="56" y="132"/>
                    </a:lnTo>
                    <a:lnTo>
                      <a:pt x="54" y="134"/>
                    </a:lnTo>
                    <a:lnTo>
                      <a:pt x="52" y="144"/>
                    </a:lnTo>
                    <a:lnTo>
                      <a:pt x="52" y="146"/>
                    </a:lnTo>
                    <a:lnTo>
                      <a:pt x="50" y="150"/>
                    </a:lnTo>
                    <a:lnTo>
                      <a:pt x="50" y="152"/>
                    </a:lnTo>
                    <a:lnTo>
                      <a:pt x="48" y="152"/>
                    </a:lnTo>
                    <a:lnTo>
                      <a:pt x="48" y="154"/>
                    </a:lnTo>
                    <a:lnTo>
                      <a:pt x="46" y="156"/>
                    </a:lnTo>
                    <a:lnTo>
                      <a:pt x="44" y="158"/>
                    </a:lnTo>
                    <a:lnTo>
                      <a:pt x="46" y="160"/>
                    </a:lnTo>
                    <a:lnTo>
                      <a:pt x="46" y="158"/>
                    </a:lnTo>
                    <a:lnTo>
                      <a:pt x="48" y="158"/>
                    </a:lnTo>
                    <a:lnTo>
                      <a:pt x="52" y="160"/>
                    </a:lnTo>
                    <a:lnTo>
                      <a:pt x="52" y="162"/>
                    </a:lnTo>
                    <a:lnTo>
                      <a:pt x="50" y="164"/>
                    </a:lnTo>
                    <a:lnTo>
                      <a:pt x="60" y="164"/>
                    </a:lnTo>
                    <a:lnTo>
                      <a:pt x="64" y="168"/>
                    </a:lnTo>
                    <a:lnTo>
                      <a:pt x="66" y="166"/>
                    </a:lnTo>
                    <a:lnTo>
                      <a:pt x="68" y="166"/>
                    </a:lnTo>
                    <a:lnTo>
                      <a:pt x="72" y="170"/>
                    </a:lnTo>
                    <a:lnTo>
                      <a:pt x="78" y="170"/>
                    </a:lnTo>
                    <a:lnTo>
                      <a:pt x="78" y="172"/>
                    </a:lnTo>
                    <a:lnTo>
                      <a:pt x="84" y="172"/>
                    </a:lnTo>
                    <a:lnTo>
                      <a:pt x="84" y="168"/>
                    </a:lnTo>
                    <a:lnTo>
                      <a:pt x="86" y="166"/>
                    </a:lnTo>
                    <a:lnTo>
                      <a:pt x="90" y="166"/>
                    </a:lnTo>
                    <a:lnTo>
                      <a:pt x="92" y="168"/>
                    </a:lnTo>
                    <a:lnTo>
                      <a:pt x="92" y="170"/>
                    </a:lnTo>
                    <a:lnTo>
                      <a:pt x="96" y="170"/>
                    </a:lnTo>
                    <a:lnTo>
                      <a:pt x="96" y="172"/>
                    </a:lnTo>
                    <a:lnTo>
                      <a:pt x="104" y="172"/>
                    </a:lnTo>
                    <a:lnTo>
                      <a:pt x="104" y="174"/>
                    </a:lnTo>
                    <a:lnTo>
                      <a:pt x="104" y="176"/>
                    </a:lnTo>
                    <a:lnTo>
                      <a:pt x="112" y="176"/>
                    </a:lnTo>
                    <a:lnTo>
                      <a:pt x="112" y="178"/>
                    </a:lnTo>
                    <a:lnTo>
                      <a:pt x="118" y="178"/>
                    </a:lnTo>
                    <a:lnTo>
                      <a:pt x="118" y="176"/>
                    </a:lnTo>
                    <a:lnTo>
                      <a:pt x="118" y="174"/>
                    </a:lnTo>
                    <a:lnTo>
                      <a:pt x="122" y="174"/>
                    </a:lnTo>
                    <a:lnTo>
                      <a:pt x="122" y="170"/>
                    </a:lnTo>
                    <a:lnTo>
                      <a:pt x="126" y="164"/>
                    </a:lnTo>
                    <a:lnTo>
                      <a:pt x="130" y="160"/>
                    </a:lnTo>
                    <a:lnTo>
                      <a:pt x="132" y="158"/>
                    </a:lnTo>
                    <a:lnTo>
                      <a:pt x="134" y="156"/>
                    </a:lnTo>
                    <a:lnTo>
                      <a:pt x="138" y="154"/>
                    </a:lnTo>
                    <a:lnTo>
                      <a:pt x="140" y="152"/>
                    </a:lnTo>
                    <a:lnTo>
                      <a:pt x="144" y="152"/>
                    </a:lnTo>
                    <a:lnTo>
                      <a:pt x="146" y="154"/>
                    </a:lnTo>
                    <a:lnTo>
                      <a:pt x="150" y="154"/>
                    </a:lnTo>
                    <a:lnTo>
                      <a:pt x="152" y="156"/>
                    </a:lnTo>
                    <a:lnTo>
                      <a:pt x="162" y="156"/>
                    </a:lnTo>
                    <a:lnTo>
                      <a:pt x="166" y="160"/>
                    </a:lnTo>
                    <a:lnTo>
                      <a:pt x="166" y="162"/>
                    </a:lnTo>
                    <a:lnTo>
                      <a:pt x="170" y="162"/>
                    </a:lnTo>
                    <a:lnTo>
                      <a:pt x="172" y="164"/>
                    </a:lnTo>
                    <a:lnTo>
                      <a:pt x="178" y="164"/>
                    </a:lnTo>
                    <a:lnTo>
                      <a:pt x="182" y="162"/>
                    </a:lnTo>
                    <a:lnTo>
                      <a:pt x="184" y="160"/>
                    </a:lnTo>
                    <a:lnTo>
                      <a:pt x="186" y="154"/>
                    </a:lnTo>
                    <a:lnTo>
                      <a:pt x="192" y="150"/>
                    </a:lnTo>
                    <a:lnTo>
                      <a:pt x="196" y="150"/>
                    </a:lnTo>
                    <a:lnTo>
                      <a:pt x="196" y="148"/>
                    </a:lnTo>
                    <a:lnTo>
                      <a:pt x="200" y="144"/>
                    </a:lnTo>
                    <a:lnTo>
                      <a:pt x="200" y="142"/>
                    </a:lnTo>
                    <a:lnTo>
                      <a:pt x="198" y="140"/>
                    </a:lnTo>
                    <a:lnTo>
                      <a:pt x="192" y="140"/>
                    </a:lnTo>
                    <a:lnTo>
                      <a:pt x="188" y="138"/>
                    </a:lnTo>
                    <a:lnTo>
                      <a:pt x="186" y="136"/>
                    </a:lnTo>
                    <a:lnTo>
                      <a:pt x="186" y="134"/>
                    </a:lnTo>
                    <a:lnTo>
                      <a:pt x="188" y="132"/>
                    </a:lnTo>
                    <a:lnTo>
                      <a:pt x="190" y="130"/>
                    </a:lnTo>
                    <a:lnTo>
                      <a:pt x="190" y="126"/>
                    </a:lnTo>
                    <a:lnTo>
                      <a:pt x="188" y="126"/>
                    </a:lnTo>
                    <a:lnTo>
                      <a:pt x="184" y="126"/>
                    </a:lnTo>
                    <a:lnTo>
                      <a:pt x="182" y="120"/>
                    </a:lnTo>
                    <a:lnTo>
                      <a:pt x="188" y="120"/>
                    </a:lnTo>
                    <a:lnTo>
                      <a:pt x="192" y="116"/>
                    </a:lnTo>
                    <a:lnTo>
                      <a:pt x="192" y="114"/>
                    </a:lnTo>
                    <a:lnTo>
                      <a:pt x="186" y="108"/>
                    </a:lnTo>
                    <a:lnTo>
                      <a:pt x="188" y="106"/>
                    </a:lnTo>
                    <a:lnTo>
                      <a:pt x="190" y="106"/>
                    </a:lnTo>
                    <a:lnTo>
                      <a:pt x="190" y="104"/>
                    </a:lnTo>
                    <a:lnTo>
                      <a:pt x="186" y="100"/>
                    </a:lnTo>
                    <a:lnTo>
                      <a:pt x="188" y="94"/>
                    </a:lnTo>
                    <a:lnTo>
                      <a:pt x="186" y="94"/>
                    </a:lnTo>
                    <a:lnTo>
                      <a:pt x="182" y="94"/>
                    </a:lnTo>
                    <a:lnTo>
                      <a:pt x="176" y="100"/>
                    </a:lnTo>
                    <a:lnTo>
                      <a:pt x="174" y="100"/>
                    </a:lnTo>
                    <a:lnTo>
                      <a:pt x="174" y="98"/>
                    </a:lnTo>
                    <a:lnTo>
                      <a:pt x="176" y="96"/>
                    </a:lnTo>
                    <a:lnTo>
                      <a:pt x="174" y="94"/>
                    </a:lnTo>
                    <a:lnTo>
                      <a:pt x="178" y="92"/>
                    </a:lnTo>
                    <a:lnTo>
                      <a:pt x="178" y="88"/>
                    </a:lnTo>
                    <a:lnTo>
                      <a:pt x="182" y="86"/>
                    </a:lnTo>
                    <a:lnTo>
                      <a:pt x="182" y="82"/>
                    </a:lnTo>
                    <a:lnTo>
                      <a:pt x="186" y="82"/>
                    </a:lnTo>
                    <a:lnTo>
                      <a:pt x="188" y="80"/>
                    </a:lnTo>
                    <a:lnTo>
                      <a:pt x="190" y="78"/>
                    </a:lnTo>
                    <a:lnTo>
                      <a:pt x="192" y="76"/>
                    </a:lnTo>
                    <a:lnTo>
                      <a:pt x="192" y="74"/>
                    </a:lnTo>
                    <a:lnTo>
                      <a:pt x="198" y="76"/>
                    </a:lnTo>
                    <a:lnTo>
                      <a:pt x="198" y="72"/>
                    </a:lnTo>
                    <a:lnTo>
                      <a:pt x="198" y="60"/>
                    </a:lnTo>
                    <a:lnTo>
                      <a:pt x="200" y="58"/>
                    </a:lnTo>
                    <a:lnTo>
                      <a:pt x="202" y="56"/>
                    </a:lnTo>
                    <a:lnTo>
                      <a:pt x="204" y="54"/>
                    </a:lnTo>
                    <a:lnTo>
                      <a:pt x="204" y="50"/>
                    </a:lnTo>
                    <a:lnTo>
                      <a:pt x="208" y="46"/>
                    </a:lnTo>
                    <a:lnTo>
                      <a:pt x="210" y="42"/>
                    </a:lnTo>
                    <a:lnTo>
                      <a:pt x="204" y="40"/>
                    </a:lnTo>
                    <a:lnTo>
                      <a:pt x="198" y="4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8" name="Finland" descr="© INSCALE GmbH, 05.05.2010&#10;http://www.presentationload.com/">
                <a:extLst>
                  <a:ext uri="{FF2B5EF4-FFF2-40B4-BE49-F238E27FC236}">
                    <a16:creationId xmlns:a16="http://schemas.microsoft.com/office/drawing/2014/main" id="{FE6A7BB9-2D68-1841-947A-FC03759FA4B9}"/>
                  </a:ext>
                </a:extLst>
              </p:cNvPr>
              <p:cNvSpPr>
                <a:spLocks/>
              </p:cNvSpPr>
              <p:nvPr/>
            </p:nvSpPr>
            <p:spPr bwMode="gray">
              <a:xfrm>
                <a:off x="6257074" y="1835679"/>
                <a:ext cx="264627" cy="300787"/>
              </a:xfrm>
              <a:custGeom>
                <a:avLst/>
                <a:gdLst>
                  <a:gd name="T0" fmla="*/ 2147483647 w 630"/>
                  <a:gd name="T1" fmla="*/ 2147483647 h 714"/>
                  <a:gd name="T2" fmla="*/ 2147483647 w 630"/>
                  <a:gd name="T3" fmla="*/ 2147483647 h 714"/>
                  <a:gd name="T4" fmla="*/ 2147483647 w 630"/>
                  <a:gd name="T5" fmla="*/ 2147483647 h 714"/>
                  <a:gd name="T6" fmla="*/ 2147483647 w 630"/>
                  <a:gd name="T7" fmla="*/ 2147483647 h 714"/>
                  <a:gd name="T8" fmla="*/ 2147483647 w 630"/>
                  <a:gd name="T9" fmla="*/ 2147483647 h 714"/>
                  <a:gd name="T10" fmla="*/ 2147483647 w 630"/>
                  <a:gd name="T11" fmla="*/ 2147483647 h 714"/>
                  <a:gd name="T12" fmla="*/ 2147483647 w 630"/>
                  <a:gd name="T13" fmla="*/ 2147483647 h 714"/>
                  <a:gd name="T14" fmla="*/ 2147483647 w 630"/>
                  <a:gd name="T15" fmla="*/ 2147483647 h 714"/>
                  <a:gd name="T16" fmla="*/ 2147483647 w 630"/>
                  <a:gd name="T17" fmla="*/ 2147483647 h 714"/>
                  <a:gd name="T18" fmla="*/ 2147483647 w 630"/>
                  <a:gd name="T19" fmla="*/ 2147483647 h 714"/>
                  <a:gd name="T20" fmla="*/ 2147483647 w 630"/>
                  <a:gd name="T21" fmla="*/ 2147483647 h 714"/>
                  <a:gd name="T22" fmla="*/ 2147483647 w 630"/>
                  <a:gd name="T23" fmla="*/ 2147483647 h 714"/>
                  <a:gd name="T24" fmla="*/ 2147483647 w 630"/>
                  <a:gd name="T25" fmla="*/ 2147483647 h 714"/>
                  <a:gd name="T26" fmla="*/ 2147483647 w 630"/>
                  <a:gd name="T27" fmla="*/ 2147483647 h 714"/>
                  <a:gd name="T28" fmla="*/ 2147483647 w 630"/>
                  <a:gd name="T29" fmla="*/ 2147483647 h 714"/>
                  <a:gd name="T30" fmla="*/ 2147483647 w 630"/>
                  <a:gd name="T31" fmla="*/ 2147483647 h 714"/>
                  <a:gd name="T32" fmla="*/ 2147483647 w 630"/>
                  <a:gd name="T33" fmla="*/ 2147483647 h 714"/>
                  <a:gd name="T34" fmla="*/ 2147483647 w 630"/>
                  <a:gd name="T35" fmla="*/ 2147483647 h 714"/>
                  <a:gd name="T36" fmla="*/ 2147483647 w 630"/>
                  <a:gd name="T37" fmla="*/ 2147483647 h 714"/>
                  <a:gd name="T38" fmla="*/ 2147483647 w 630"/>
                  <a:gd name="T39" fmla="*/ 2147483647 h 714"/>
                  <a:gd name="T40" fmla="*/ 2147483647 w 630"/>
                  <a:gd name="T41" fmla="*/ 2147483647 h 714"/>
                  <a:gd name="T42" fmla="*/ 2147483647 w 630"/>
                  <a:gd name="T43" fmla="*/ 2147483647 h 714"/>
                  <a:gd name="T44" fmla="*/ 2147483647 w 630"/>
                  <a:gd name="T45" fmla="*/ 2147483647 h 714"/>
                  <a:gd name="T46" fmla="*/ 2147483647 w 630"/>
                  <a:gd name="T47" fmla="*/ 2147483647 h 714"/>
                  <a:gd name="T48" fmla="*/ 2147483647 w 630"/>
                  <a:gd name="T49" fmla="*/ 2147483647 h 714"/>
                  <a:gd name="T50" fmla="*/ 2147483647 w 630"/>
                  <a:gd name="T51" fmla="*/ 2147483647 h 714"/>
                  <a:gd name="T52" fmla="*/ 2147483647 w 630"/>
                  <a:gd name="T53" fmla="*/ 2147483647 h 714"/>
                  <a:gd name="T54" fmla="*/ 2147483647 w 630"/>
                  <a:gd name="T55" fmla="*/ 2147483647 h 714"/>
                  <a:gd name="T56" fmla="*/ 2147483647 w 630"/>
                  <a:gd name="T57" fmla="*/ 2147483647 h 714"/>
                  <a:gd name="T58" fmla="*/ 2147483647 w 630"/>
                  <a:gd name="T59" fmla="*/ 2147483647 h 714"/>
                  <a:gd name="T60" fmla="*/ 2147483647 w 630"/>
                  <a:gd name="T61" fmla="*/ 2147483647 h 714"/>
                  <a:gd name="T62" fmla="*/ 2147483647 w 630"/>
                  <a:gd name="T63" fmla="*/ 2147483647 h 714"/>
                  <a:gd name="T64" fmla="*/ 2147483647 w 630"/>
                  <a:gd name="T65" fmla="*/ 2147483647 h 714"/>
                  <a:gd name="T66" fmla="*/ 2147483647 w 630"/>
                  <a:gd name="T67" fmla="*/ 2147483647 h 714"/>
                  <a:gd name="T68" fmla="*/ 2147483647 w 630"/>
                  <a:gd name="T69" fmla="*/ 2147483647 h 714"/>
                  <a:gd name="T70" fmla="*/ 2147483647 w 630"/>
                  <a:gd name="T71" fmla="*/ 2147483647 h 714"/>
                  <a:gd name="T72" fmla="*/ 2147483647 w 630"/>
                  <a:gd name="T73" fmla="*/ 2147483647 h 714"/>
                  <a:gd name="T74" fmla="*/ 2147483647 w 630"/>
                  <a:gd name="T75" fmla="*/ 2147483647 h 714"/>
                  <a:gd name="T76" fmla="*/ 2147483647 w 630"/>
                  <a:gd name="T77" fmla="*/ 2147483647 h 714"/>
                  <a:gd name="T78" fmla="*/ 2147483647 w 630"/>
                  <a:gd name="T79" fmla="*/ 2147483647 h 714"/>
                  <a:gd name="T80" fmla="*/ 2147483647 w 630"/>
                  <a:gd name="T81" fmla="*/ 2147483647 h 714"/>
                  <a:gd name="T82" fmla="*/ 2147483647 w 630"/>
                  <a:gd name="T83" fmla="*/ 2147483647 h 714"/>
                  <a:gd name="T84" fmla="*/ 2147483647 w 630"/>
                  <a:gd name="T85" fmla="*/ 2147483647 h 714"/>
                  <a:gd name="T86" fmla="*/ 2147483647 w 630"/>
                  <a:gd name="T87" fmla="*/ 2147483647 h 714"/>
                  <a:gd name="T88" fmla="*/ 2147483647 w 630"/>
                  <a:gd name="T89" fmla="*/ 2147483647 h 714"/>
                  <a:gd name="T90" fmla="*/ 2147483647 w 630"/>
                  <a:gd name="T91" fmla="*/ 2147483647 h 714"/>
                  <a:gd name="T92" fmla="*/ 2147483647 w 630"/>
                  <a:gd name="T93" fmla="*/ 2147483647 h 714"/>
                  <a:gd name="T94" fmla="*/ 2147483647 w 630"/>
                  <a:gd name="T95" fmla="*/ 2147483647 h 714"/>
                  <a:gd name="T96" fmla="*/ 2147483647 w 630"/>
                  <a:gd name="T97" fmla="*/ 2147483647 h 714"/>
                  <a:gd name="T98" fmla="*/ 2147483647 w 630"/>
                  <a:gd name="T99" fmla="*/ 2147483647 h 714"/>
                  <a:gd name="T100" fmla="*/ 2147483647 w 630"/>
                  <a:gd name="T101" fmla="*/ 2147483647 h 714"/>
                  <a:gd name="T102" fmla="*/ 2147483647 w 630"/>
                  <a:gd name="T103" fmla="*/ 2147483647 h 714"/>
                  <a:gd name="T104" fmla="*/ 2147483647 w 630"/>
                  <a:gd name="T105" fmla="*/ 2147483647 h 714"/>
                  <a:gd name="T106" fmla="*/ 2147483647 w 630"/>
                  <a:gd name="T107" fmla="*/ 0 h 714"/>
                  <a:gd name="T108" fmla="*/ 2147483647 w 630"/>
                  <a:gd name="T109" fmla="*/ 2147483647 h 714"/>
                  <a:gd name="T110" fmla="*/ 2147483647 w 630"/>
                  <a:gd name="T111" fmla="*/ 2147483647 h 714"/>
                  <a:gd name="T112" fmla="*/ 2147483647 w 630"/>
                  <a:gd name="T113" fmla="*/ 2147483647 h 714"/>
                  <a:gd name="T114" fmla="*/ 2147483647 w 630"/>
                  <a:gd name="T115" fmla="*/ 2147483647 h 714"/>
                  <a:gd name="T116" fmla="*/ 2147483647 w 630"/>
                  <a:gd name="T117" fmla="*/ 2147483647 h 71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30"/>
                  <a:gd name="T178" fmla="*/ 0 h 714"/>
                  <a:gd name="T179" fmla="*/ 630 w 630"/>
                  <a:gd name="T180" fmla="*/ 714 h 71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30" h="714">
                    <a:moveTo>
                      <a:pt x="162" y="84"/>
                    </a:moveTo>
                    <a:lnTo>
                      <a:pt x="156" y="90"/>
                    </a:lnTo>
                    <a:lnTo>
                      <a:pt x="144" y="96"/>
                    </a:lnTo>
                    <a:lnTo>
                      <a:pt x="132" y="96"/>
                    </a:lnTo>
                    <a:lnTo>
                      <a:pt x="126" y="90"/>
                    </a:lnTo>
                    <a:lnTo>
                      <a:pt x="108" y="90"/>
                    </a:lnTo>
                    <a:lnTo>
                      <a:pt x="96" y="84"/>
                    </a:lnTo>
                    <a:lnTo>
                      <a:pt x="84" y="84"/>
                    </a:lnTo>
                    <a:lnTo>
                      <a:pt x="72" y="72"/>
                    </a:lnTo>
                    <a:lnTo>
                      <a:pt x="60" y="66"/>
                    </a:lnTo>
                    <a:lnTo>
                      <a:pt x="54" y="54"/>
                    </a:lnTo>
                    <a:lnTo>
                      <a:pt x="48" y="48"/>
                    </a:lnTo>
                    <a:lnTo>
                      <a:pt x="30" y="48"/>
                    </a:lnTo>
                    <a:lnTo>
                      <a:pt x="24" y="54"/>
                    </a:lnTo>
                    <a:lnTo>
                      <a:pt x="24" y="66"/>
                    </a:lnTo>
                    <a:lnTo>
                      <a:pt x="6" y="60"/>
                    </a:lnTo>
                    <a:lnTo>
                      <a:pt x="0" y="66"/>
                    </a:lnTo>
                    <a:lnTo>
                      <a:pt x="6" y="72"/>
                    </a:lnTo>
                    <a:lnTo>
                      <a:pt x="18" y="78"/>
                    </a:lnTo>
                    <a:lnTo>
                      <a:pt x="24" y="84"/>
                    </a:lnTo>
                    <a:lnTo>
                      <a:pt x="36" y="90"/>
                    </a:lnTo>
                    <a:lnTo>
                      <a:pt x="48" y="90"/>
                    </a:lnTo>
                    <a:lnTo>
                      <a:pt x="54" y="96"/>
                    </a:lnTo>
                    <a:lnTo>
                      <a:pt x="60" y="96"/>
                    </a:lnTo>
                    <a:lnTo>
                      <a:pt x="72" y="108"/>
                    </a:lnTo>
                    <a:lnTo>
                      <a:pt x="108" y="108"/>
                    </a:lnTo>
                    <a:lnTo>
                      <a:pt x="138" y="126"/>
                    </a:lnTo>
                    <a:lnTo>
                      <a:pt x="150" y="126"/>
                    </a:lnTo>
                    <a:lnTo>
                      <a:pt x="156" y="132"/>
                    </a:lnTo>
                    <a:lnTo>
                      <a:pt x="162" y="132"/>
                    </a:lnTo>
                    <a:lnTo>
                      <a:pt x="162" y="156"/>
                    </a:lnTo>
                    <a:lnTo>
                      <a:pt x="156" y="162"/>
                    </a:lnTo>
                    <a:lnTo>
                      <a:pt x="156" y="168"/>
                    </a:lnTo>
                    <a:lnTo>
                      <a:pt x="168" y="174"/>
                    </a:lnTo>
                    <a:lnTo>
                      <a:pt x="162" y="198"/>
                    </a:lnTo>
                    <a:lnTo>
                      <a:pt x="186" y="210"/>
                    </a:lnTo>
                    <a:lnTo>
                      <a:pt x="180" y="222"/>
                    </a:lnTo>
                    <a:lnTo>
                      <a:pt x="174" y="228"/>
                    </a:lnTo>
                    <a:lnTo>
                      <a:pt x="168" y="240"/>
                    </a:lnTo>
                    <a:lnTo>
                      <a:pt x="168" y="246"/>
                    </a:lnTo>
                    <a:lnTo>
                      <a:pt x="180" y="258"/>
                    </a:lnTo>
                    <a:lnTo>
                      <a:pt x="192" y="264"/>
                    </a:lnTo>
                    <a:lnTo>
                      <a:pt x="198" y="270"/>
                    </a:lnTo>
                    <a:lnTo>
                      <a:pt x="210" y="306"/>
                    </a:lnTo>
                    <a:lnTo>
                      <a:pt x="222" y="294"/>
                    </a:lnTo>
                    <a:lnTo>
                      <a:pt x="228" y="294"/>
                    </a:lnTo>
                    <a:lnTo>
                      <a:pt x="234" y="300"/>
                    </a:lnTo>
                    <a:lnTo>
                      <a:pt x="246" y="300"/>
                    </a:lnTo>
                    <a:lnTo>
                      <a:pt x="270" y="324"/>
                    </a:lnTo>
                    <a:lnTo>
                      <a:pt x="270" y="336"/>
                    </a:lnTo>
                    <a:lnTo>
                      <a:pt x="276" y="348"/>
                    </a:lnTo>
                    <a:lnTo>
                      <a:pt x="276" y="354"/>
                    </a:lnTo>
                    <a:lnTo>
                      <a:pt x="264" y="348"/>
                    </a:lnTo>
                    <a:lnTo>
                      <a:pt x="246" y="348"/>
                    </a:lnTo>
                    <a:lnTo>
                      <a:pt x="240" y="354"/>
                    </a:lnTo>
                    <a:lnTo>
                      <a:pt x="234" y="366"/>
                    </a:lnTo>
                    <a:lnTo>
                      <a:pt x="228" y="372"/>
                    </a:lnTo>
                    <a:lnTo>
                      <a:pt x="222" y="384"/>
                    </a:lnTo>
                    <a:lnTo>
                      <a:pt x="216" y="390"/>
                    </a:lnTo>
                    <a:lnTo>
                      <a:pt x="180" y="420"/>
                    </a:lnTo>
                    <a:lnTo>
                      <a:pt x="144" y="432"/>
                    </a:lnTo>
                    <a:lnTo>
                      <a:pt x="138" y="438"/>
                    </a:lnTo>
                    <a:lnTo>
                      <a:pt x="126" y="444"/>
                    </a:lnTo>
                    <a:lnTo>
                      <a:pt x="120" y="456"/>
                    </a:lnTo>
                    <a:lnTo>
                      <a:pt x="120" y="462"/>
                    </a:lnTo>
                    <a:lnTo>
                      <a:pt x="108" y="474"/>
                    </a:lnTo>
                    <a:lnTo>
                      <a:pt x="90" y="474"/>
                    </a:lnTo>
                    <a:lnTo>
                      <a:pt x="66" y="504"/>
                    </a:lnTo>
                    <a:lnTo>
                      <a:pt x="66" y="534"/>
                    </a:lnTo>
                    <a:lnTo>
                      <a:pt x="72" y="540"/>
                    </a:lnTo>
                    <a:lnTo>
                      <a:pt x="72" y="570"/>
                    </a:lnTo>
                    <a:lnTo>
                      <a:pt x="96" y="588"/>
                    </a:lnTo>
                    <a:lnTo>
                      <a:pt x="96" y="594"/>
                    </a:lnTo>
                    <a:lnTo>
                      <a:pt x="90" y="600"/>
                    </a:lnTo>
                    <a:lnTo>
                      <a:pt x="90" y="612"/>
                    </a:lnTo>
                    <a:lnTo>
                      <a:pt x="84" y="630"/>
                    </a:lnTo>
                    <a:lnTo>
                      <a:pt x="84" y="648"/>
                    </a:lnTo>
                    <a:lnTo>
                      <a:pt x="90" y="654"/>
                    </a:lnTo>
                    <a:lnTo>
                      <a:pt x="96" y="666"/>
                    </a:lnTo>
                    <a:lnTo>
                      <a:pt x="108" y="678"/>
                    </a:lnTo>
                    <a:lnTo>
                      <a:pt x="132" y="690"/>
                    </a:lnTo>
                    <a:lnTo>
                      <a:pt x="174" y="690"/>
                    </a:lnTo>
                    <a:lnTo>
                      <a:pt x="174" y="696"/>
                    </a:lnTo>
                    <a:lnTo>
                      <a:pt x="168" y="702"/>
                    </a:lnTo>
                    <a:lnTo>
                      <a:pt x="168" y="708"/>
                    </a:lnTo>
                    <a:lnTo>
                      <a:pt x="174" y="714"/>
                    </a:lnTo>
                    <a:lnTo>
                      <a:pt x="240" y="714"/>
                    </a:lnTo>
                    <a:lnTo>
                      <a:pt x="252" y="708"/>
                    </a:lnTo>
                    <a:lnTo>
                      <a:pt x="270" y="708"/>
                    </a:lnTo>
                    <a:lnTo>
                      <a:pt x="300" y="696"/>
                    </a:lnTo>
                    <a:lnTo>
                      <a:pt x="336" y="696"/>
                    </a:lnTo>
                    <a:lnTo>
                      <a:pt x="384" y="672"/>
                    </a:lnTo>
                    <a:lnTo>
                      <a:pt x="462" y="672"/>
                    </a:lnTo>
                    <a:lnTo>
                      <a:pt x="456" y="660"/>
                    </a:lnTo>
                    <a:lnTo>
                      <a:pt x="516" y="630"/>
                    </a:lnTo>
                    <a:lnTo>
                      <a:pt x="576" y="570"/>
                    </a:lnTo>
                    <a:lnTo>
                      <a:pt x="582" y="570"/>
                    </a:lnTo>
                    <a:lnTo>
                      <a:pt x="618" y="534"/>
                    </a:lnTo>
                    <a:lnTo>
                      <a:pt x="624" y="522"/>
                    </a:lnTo>
                    <a:lnTo>
                      <a:pt x="630" y="516"/>
                    </a:lnTo>
                    <a:lnTo>
                      <a:pt x="630" y="504"/>
                    </a:lnTo>
                    <a:lnTo>
                      <a:pt x="624" y="492"/>
                    </a:lnTo>
                    <a:lnTo>
                      <a:pt x="618" y="486"/>
                    </a:lnTo>
                    <a:lnTo>
                      <a:pt x="612" y="474"/>
                    </a:lnTo>
                    <a:lnTo>
                      <a:pt x="540" y="438"/>
                    </a:lnTo>
                    <a:lnTo>
                      <a:pt x="546" y="438"/>
                    </a:lnTo>
                    <a:lnTo>
                      <a:pt x="570" y="414"/>
                    </a:lnTo>
                    <a:lnTo>
                      <a:pt x="570" y="408"/>
                    </a:lnTo>
                    <a:lnTo>
                      <a:pt x="564" y="402"/>
                    </a:lnTo>
                    <a:lnTo>
                      <a:pt x="552" y="396"/>
                    </a:lnTo>
                    <a:lnTo>
                      <a:pt x="528" y="390"/>
                    </a:lnTo>
                    <a:lnTo>
                      <a:pt x="534" y="378"/>
                    </a:lnTo>
                    <a:lnTo>
                      <a:pt x="540" y="372"/>
                    </a:lnTo>
                    <a:lnTo>
                      <a:pt x="540" y="366"/>
                    </a:lnTo>
                    <a:lnTo>
                      <a:pt x="534" y="360"/>
                    </a:lnTo>
                    <a:lnTo>
                      <a:pt x="528" y="360"/>
                    </a:lnTo>
                    <a:lnTo>
                      <a:pt x="522" y="354"/>
                    </a:lnTo>
                    <a:lnTo>
                      <a:pt x="510" y="354"/>
                    </a:lnTo>
                    <a:lnTo>
                      <a:pt x="510" y="342"/>
                    </a:lnTo>
                    <a:lnTo>
                      <a:pt x="498" y="330"/>
                    </a:lnTo>
                    <a:lnTo>
                      <a:pt x="504" y="300"/>
                    </a:lnTo>
                    <a:lnTo>
                      <a:pt x="510" y="300"/>
                    </a:lnTo>
                    <a:lnTo>
                      <a:pt x="522" y="306"/>
                    </a:lnTo>
                    <a:lnTo>
                      <a:pt x="534" y="306"/>
                    </a:lnTo>
                    <a:lnTo>
                      <a:pt x="540" y="300"/>
                    </a:lnTo>
                    <a:lnTo>
                      <a:pt x="540" y="294"/>
                    </a:lnTo>
                    <a:lnTo>
                      <a:pt x="534" y="288"/>
                    </a:lnTo>
                    <a:lnTo>
                      <a:pt x="522" y="282"/>
                    </a:lnTo>
                    <a:lnTo>
                      <a:pt x="498" y="258"/>
                    </a:lnTo>
                    <a:lnTo>
                      <a:pt x="486" y="252"/>
                    </a:lnTo>
                    <a:lnTo>
                      <a:pt x="480" y="240"/>
                    </a:lnTo>
                    <a:lnTo>
                      <a:pt x="468" y="234"/>
                    </a:lnTo>
                    <a:lnTo>
                      <a:pt x="450" y="216"/>
                    </a:lnTo>
                    <a:lnTo>
                      <a:pt x="456" y="210"/>
                    </a:lnTo>
                    <a:lnTo>
                      <a:pt x="468" y="204"/>
                    </a:lnTo>
                    <a:lnTo>
                      <a:pt x="474" y="204"/>
                    </a:lnTo>
                    <a:lnTo>
                      <a:pt x="474" y="192"/>
                    </a:lnTo>
                    <a:lnTo>
                      <a:pt x="480" y="192"/>
                    </a:lnTo>
                    <a:lnTo>
                      <a:pt x="492" y="186"/>
                    </a:lnTo>
                    <a:lnTo>
                      <a:pt x="498" y="186"/>
                    </a:lnTo>
                    <a:lnTo>
                      <a:pt x="498" y="174"/>
                    </a:lnTo>
                    <a:lnTo>
                      <a:pt x="450" y="126"/>
                    </a:lnTo>
                    <a:lnTo>
                      <a:pt x="432" y="126"/>
                    </a:lnTo>
                    <a:lnTo>
                      <a:pt x="426" y="132"/>
                    </a:lnTo>
                    <a:lnTo>
                      <a:pt x="420" y="132"/>
                    </a:lnTo>
                    <a:lnTo>
                      <a:pt x="414" y="126"/>
                    </a:lnTo>
                    <a:lnTo>
                      <a:pt x="414" y="120"/>
                    </a:lnTo>
                    <a:lnTo>
                      <a:pt x="408" y="108"/>
                    </a:lnTo>
                    <a:lnTo>
                      <a:pt x="408" y="96"/>
                    </a:lnTo>
                    <a:lnTo>
                      <a:pt x="426" y="96"/>
                    </a:lnTo>
                    <a:lnTo>
                      <a:pt x="426" y="90"/>
                    </a:lnTo>
                    <a:lnTo>
                      <a:pt x="414" y="78"/>
                    </a:lnTo>
                    <a:lnTo>
                      <a:pt x="420" y="54"/>
                    </a:lnTo>
                    <a:lnTo>
                      <a:pt x="426" y="54"/>
                    </a:lnTo>
                    <a:lnTo>
                      <a:pt x="426" y="60"/>
                    </a:lnTo>
                    <a:lnTo>
                      <a:pt x="432" y="60"/>
                    </a:lnTo>
                    <a:lnTo>
                      <a:pt x="432" y="42"/>
                    </a:lnTo>
                    <a:lnTo>
                      <a:pt x="426" y="30"/>
                    </a:lnTo>
                    <a:lnTo>
                      <a:pt x="414" y="18"/>
                    </a:lnTo>
                    <a:lnTo>
                      <a:pt x="408" y="18"/>
                    </a:lnTo>
                    <a:lnTo>
                      <a:pt x="372" y="12"/>
                    </a:lnTo>
                    <a:lnTo>
                      <a:pt x="372" y="0"/>
                    </a:lnTo>
                    <a:lnTo>
                      <a:pt x="336" y="0"/>
                    </a:lnTo>
                    <a:lnTo>
                      <a:pt x="324" y="6"/>
                    </a:lnTo>
                    <a:lnTo>
                      <a:pt x="294" y="6"/>
                    </a:lnTo>
                    <a:lnTo>
                      <a:pt x="282" y="12"/>
                    </a:lnTo>
                    <a:lnTo>
                      <a:pt x="276" y="12"/>
                    </a:lnTo>
                    <a:lnTo>
                      <a:pt x="264" y="18"/>
                    </a:lnTo>
                    <a:lnTo>
                      <a:pt x="264" y="30"/>
                    </a:lnTo>
                    <a:lnTo>
                      <a:pt x="258" y="36"/>
                    </a:lnTo>
                    <a:lnTo>
                      <a:pt x="258" y="72"/>
                    </a:lnTo>
                    <a:lnTo>
                      <a:pt x="234" y="72"/>
                    </a:lnTo>
                    <a:lnTo>
                      <a:pt x="234" y="78"/>
                    </a:lnTo>
                    <a:lnTo>
                      <a:pt x="228" y="84"/>
                    </a:lnTo>
                    <a:lnTo>
                      <a:pt x="228" y="96"/>
                    </a:lnTo>
                    <a:lnTo>
                      <a:pt x="210" y="96"/>
                    </a:lnTo>
                    <a:lnTo>
                      <a:pt x="204" y="90"/>
                    </a:lnTo>
                    <a:lnTo>
                      <a:pt x="192" y="84"/>
                    </a:lnTo>
                    <a:lnTo>
                      <a:pt x="162" y="8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59" name="Estonia" descr="© INSCALE GmbH, 05.05.2010&#10;http://www.presentationload.com/">
                <a:extLst>
                  <a:ext uri="{FF2B5EF4-FFF2-40B4-BE49-F238E27FC236}">
                    <a16:creationId xmlns:a16="http://schemas.microsoft.com/office/drawing/2014/main" id="{CE06D3AE-C02E-4149-9CC9-748120621FE3}"/>
                  </a:ext>
                </a:extLst>
              </p:cNvPr>
              <p:cNvSpPr>
                <a:spLocks noEditPoints="1"/>
              </p:cNvSpPr>
              <p:nvPr/>
            </p:nvSpPr>
            <p:spPr bwMode="gray">
              <a:xfrm>
                <a:off x="6309671" y="2146327"/>
                <a:ext cx="146285" cy="65745"/>
              </a:xfrm>
              <a:custGeom>
                <a:avLst/>
                <a:gdLst>
                  <a:gd name="T0" fmla="*/ 2147483647 w 348"/>
                  <a:gd name="T1" fmla="*/ 2147483647 h 156"/>
                  <a:gd name="T2" fmla="*/ 2147483647 w 348"/>
                  <a:gd name="T3" fmla="*/ 2147483647 h 156"/>
                  <a:gd name="T4" fmla="*/ 2147483647 w 348"/>
                  <a:gd name="T5" fmla="*/ 2147483647 h 156"/>
                  <a:gd name="T6" fmla="*/ 2147483647 w 348"/>
                  <a:gd name="T7" fmla="*/ 2147483647 h 156"/>
                  <a:gd name="T8" fmla="*/ 2147483647 w 348"/>
                  <a:gd name="T9" fmla="*/ 2147483647 h 156"/>
                  <a:gd name="T10" fmla="*/ 2147483647 w 348"/>
                  <a:gd name="T11" fmla="*/ 2147483647 h 156"/>
                  <a:gd name="T12" fmla="*/ 2147483647 w 348"/>
                  <a:gd name="T13" fmla="*/ 2147483647 h 156"/>
                  <a:gd name="T14" fmla="*/ 2147483647 w 348"/>
                  <a:gd name="T15" fmla="*/ 0 h 156"/>
                  <a:gd name="T16" fmla="*/ 2147483647 w 348"/>
                  <a:gd name="T17" fmla="*/ 2147483647 h 156"/>
                  <a:gd name="T18" fmla="*/ 2147483647 w 348"/>
                  <a:gd name="T19" fmla="*/ 2147483647 h 156"/>
                  <a:gd name="T20" fmla="*/ 2147483647 w 348"/>
                  <a:gd name="T21" fmla="*/ 2147483647 h 156"/>
                  <a:gd name="T22" fmla="*/ 2147483647 w 348"/>
                  <a:gd name="T23" fmla="*/ 2147483647 h 156"/>
                  <a:gd name="T24" fmla="*/ 2147483647 w 348"/>
                  <a:gd name="T25" fmla="*/ 2147483647 h 156"/>
                  <a:gd name="T26" fmla="*/ 2147483647 w 348"/>
                  <a:gd name="T27" fmla="*/ 2147483647 h 156"/>
                  <a:gd name="T28" fmla="*/ 2147483647 w 348"/>
                  <a:gd name="T29" fmla="*/ 2147483647 h 156"/>
                  <a:gd name="T30" fmla="*/ 2147483647 w 348"/>
                  <a:gd name="T31" fmla="*/ 2147483647 h 156"/>
                  <a:gd name="T32" fmla="*/ 2147483647 w 348"/>
                  <a:gd name="T33" fmla="*/ 2147483647 h 156"/>
                  <a:gd name="T34" fmla="*/ 2147483647 w 348"/>
                  <a:gd name="T35" fmla="*/ 2147483647 h 156"/>
                  <a:gd name="T36" fmla="*/ 2147483647 w 348"/>
                  <a:gd name="T37" fmla="*/ 2147483647 h 156"/>
                  <a:gd name="T38" fmla="*/ 2147483647 w 348"/>
                  <a:gd name="T39" fmla="*/ 2147483647 h 156"/>
                  <a:gd name="T40" fmla="*/ 2147483647 w 348"/>
                  <a:gd name="T41" fmla="*/ 2147483647 h 156"/>
                  <a:gd name="T42" fmla="*/ 2147483647 w 348"/>
                  <a:gd name="T43" fmla="*/ 2147483647 h 156"/>
                  <a:gd name="T44" fmla="*/ 2147483647 w 348"/>
                  <a:gd name="T45" fmla="*/ 2147483647 h 156"/>
                  <a:gd name="T46" fmla="*/ 2147483647 w 348"/>
                  <a:gd name="T47" fmla="*/ 2147483647 h 156"/>
                  <a:gd name="T48" fmla="*/ 0 w 348"/>
                  <a:gd name="T49" fmla="*/ 2147483647 h 156"/>
                  <a:gd name="T50" fmla="*/ 2147483647 w 348"/>
                  <a:gd name="T51" fmla="*/ 2147483647 h 156"/>
                  <a:gd name="T52" fmla="*/ 2147483647 w 348"/>
                  <a:gd name="T53" fmla="*/ 2147483647 h 156"/>
                  <a:gd name="T54" fmla="*/ 2147483647 w 348"/>
                  <a:gd name="T55" fmla="*/ 2147483647 h 156"/>
                  <a:gd name="T56" fmla="*/ 2147483647 w 348"/>
                  <a:gd name="T57" fmla="*/ 2147483647 h 156"/>
                  <a:gd name="T58" fmla="*/ 2147483647 w 348"/>
                  <a:gd name="T59" fmla="*/ 2147483647 h 156"/>
                  <a:gd name="T60" fmla="*/ 2147483647 w 348"/>
                  <a:gd name="T61" fmla="*/ 2147483647 h 156"/>
                  <a:gd name="T62" fmla="*/ 2147483647 w 348"/>
                  <a:gd name="T63" fmla="*/ 2147483647 h 156"/>
                  <a:gd name="T64" fmla="*/ 2147483647 w 348"/>
                  <a:gd name="T65" fmla="*/ 2147483647 h 156"/>
                  <a:gd name="T66" fmla="*/ 2147483647 w 348"/>
                  <a:gd name="T67" fmla="*/ 2147483647 h 156"/>
                  <a:gd name="T68" fmla="*/ 2147483647 w 348"/>
                  <a:gd name="T69" fmla="*/ 2147483647 h 156"/>
                  <a:gd name="T70" fmla="*/ 2147483647 w 348"/>
                  <a:gd name="T71" fmla="*/ 2147483647 h 1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48"/>
                  <a:gd name="T109" fmla="*/ 0 h 156"/>
                  <a:gd name="T110" fmla="*/ 348 w 348"/>
                  <a:gd name="T111" fmla="*/ 156 h 1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48" h="156">
                    <a:moveTo>
                      <a:pt x="336" y="114"/>
                    </a:moveTo>
                    <a:lnTo>
                      <a:pt x="324" y="108"/>
                    </a:lnTo>
                    <a:lnTo>
                      <a:pt x="336" y="84"/>
                    </a:lnTo>
                    <a:lnTo>
                      <a:pt x="318" y="78"/>
                    </a:lnTo>
                    <a:lnTo>
                      <a:pt x="318" y="60"/>
                    </a:lnTo>
                    <a:lnTo>
                      <a:pt x="330" y="48"/>
                    </a:lnTo>
                    <a:lnTo>
                      <a:pt x="336" y="48"/>
                    </a:lnTo>
                    <a:lnTo>
                      <a:pt x="342" y="42"/>
                    </a:lnTo>
                    <a:lnTo>
                      <a:pt x="336" y="30"/>
                    </a:lnTo>
                    <a:lnTo>
                      <a:pt x="342" y="18"/>
                    </a:lnTo>
                    <a:lnTo>
                      <a:pt x="330" y="12"/>
                    </a:lnTo>
                    <a:lnTo>
                      <a:pt x="312" y="12"/>
                    </a:lnTo>
                    <a:lnTo>
                      <a:pt x="294" y="6"/>
                    </a:lnTo>
                    <a:lnTo>
                      <a:pt x="276" y="6"/>
                    </a:lnTo>
                    <a:lnTo>
                      <a:pt x="264" y="0"/>
                    </a:lnTo>
                    <a:lnTo>
                      <a:pt x="204" y="0"/>
                    </a:lnTo>
                    <a:lnTo>
                      <a:pt x="192" y="6"/>
                    </a:lnTo>
                    <a:lnTo>
                      <a:pt x="156" y="6"/>
                    </a:lnTo>
                    <a:lnTo>
                      <a:pt x="150" y="12"/>
                    </a:lnTo>
                    <a:lnTo>
                      <a:pt x="126" y="24"/>
                    </a:lnTo>
                    <a:lnTo>
                      <a:pt x="108" y="30"/>
                    </a:lnTo>
                    <a:lnTo>
                      <a:pt x="96" y="36"/>
                    </a:lnTo>
                    <a:lnTo>
                      <a:pt x="90" y="36"/>
                    </a:lnTo>
                    <a:lnTo>
                      <a:pt x="84" y="42"/>
                    </a:lnTo>
                    <a:lnTo>
                      <a:pt x="84" y="48"/>
                    </a:lnTo>
                    <a:lnTo>
                      <a:pt x="90" y="60"/>
                    </a:lnTo>
                    <a:lnTo>
                      <a:pt x="90" y="72"/>
                    </a:lnTo>
                    <a:lnTo>
                      <a:pt x="96" y="78"/>
                    </a:lnTo>
                    <a:lnTo>
                      <a:pt x="96" y="84"/>
                    </a:lnTo>
                    <a:lnTo>
                      <a:pt x="150" y="90"/>
                    </a:lnTo>
                    <a:lnTo>
                      <a:pt x="138" y="126"/>
                    </a:lnTo>
                    <a:lnTo>
                      <a:pt x="150" y="126"/>
                    </a:lnTo>
                    <a:lnTo>
                      <a:pt x="180" y="114"/>
                    </a:lnTo>
                    <a:lnTo>
                      <a:pt x="210" y="114"/>
                    </a:lnTo>
                    <a:lnTo>
                      <a:pt x="234" y="126"/>
                    </a:lnTo>
                    <a:lnTo>
                      <a:pt x="240" y="132"/>
                    </a:lnTo>
                    <a:lnTo>
                      <a:pt x="252" y="138"/>
                    </a:lnTo>
                    <a:lnTo>
                      <a:pt x="270" y="156"/>
                    </a:lnTo>
                    <a:lnTo>
                      <a:pt x="288" y="156"/>
                    </a:lnTo>
                    <a:lnTo>
                      <a:pt x="294" y="150"/>
                    </a:lnTo>
                    <a:lnTo>
                      <a:pt x="312" y="150"/>
                    </a:lnTo>
                    <a:lnTo>
                      <a:pt x="318" y="156"/>
                    </a:lnTo>
                    <a:lnTo>
                      <a:pt x="330" y="156"/>
                    </a:lnTo>
                    <a:lnTo>
                      <a:pt x="330" y="144"/>
                    </a:lnTo>
                    <a:lnTo>
                      <a:pt x="348" y="132"/>
                    </a:lnTo>
                    <a:lnTo>
                      <a:pt x="336" y="114"/>
                    </a:lnTo>
                    <a:close/>
                    <a:moveTo>
                      <a:pt x="36" y="78"/>
                    </a:moveTo>
                    <a:lnTo>
                      <a:pt x="6" y="78"/>
                    </a:lnTo>
                    <a:lnTo>
                      <a:pt x="0" y="84"/>
                    </a:lnTo>
                    <a:lnTo>
                      <a:pt x="0" y="102"/>
                    </a:lnTo>
                    <a:lnTo>
                      <a:pt x="6" y="108"/>
                    </a:lnTo>
                    <a:lnTo>
                      <a:pt x="18" y="132"/>
                    </a:lnTo>
                    <a:lnTo>
                      <a:pt x="24" y="126"/>
                    </a:lnTo>
                    <a:lnTo>
                      <a:pt x="30" y="114"/>
                    </a:lnTo>
                    <a:lnTo>
                      <a:pt x="42" y="108"/>
                    </a:lnTo>
                    <a:lnTo>
                      <a:pt x="54" y="108"/>
                    </a:lnTo>
                    <a:lnTo>
                      <a:pt x="60" y="102"/>
                    </a:lnTo>
                    <a:lnTo>
                      <a:pt x="72" y="96"/>
                    </a:lnTo>
                    <a:lnTo>
                      <a:pt x="78" y="90"/>
                    </a:lnTo>
                    <a:lnTo>
                      <a:pt x="72" y="72"/>
                    </a:lnTo>
                    <a:lnTo>
                      <a:pt x="36" y="78"/>
                    </a:lnTo>
                    <a:close/>
                    <a:moveTo>
                      <a:pt x="36" y="66"/>
                    </a:moveTo>
                    <a:lnTo>
                      <a:pt x="48" y="66"/>
                    </a:lnTo>
                    <a:lnTo>
                      <a:pt x="54" y="54"/>
                    </a:lnTo>
                    <a:lnTo>
                      <a:pt x="60" y="48"/>
                    </a:lnTo>
                    <a:lnTo>
                      <a:pt x="60" y="42"/>
                    </a:lnTo>
                    <a:lnTo>
                      <a:pt x="54" y="36"/>
                    </a:lnTo>
                    <a:lnTo>
                      <a:pt x="48" y="36"/>
                    </a:lnTo>
                    <a:lnTo>
                      <a:pt x="36" y="42"/>
                    </a:lnTo>
                    <a:lnTo>
                      <a:pt x="30" y="48"/>
                    </a:lnTo>
                    <a:lnTo>
                      <a:pt x="24" y="60"/>
                    </a:lnTo>
                    <a:lnTo>
                      <a:pt x="30" y="66"/>
                    </a:lnTo>
                    <a:lnTo>
                      <a:pt x="36" y="6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0" name="Denmark" descr="© INSCALE GmbH, 05.05.2010&#10;http://www.presentationload.com/">
                <a:extLst>
                  <a:ext uri="{FF2B5EF4-FFF2-40B4-BE49-F238E27FC236}">
                    <a16:creationId xmlns:a16="http://schemas.microsoft.com/office/drawing/2014/main" id="{6D8BB66F-C023-7E4D-A3CB-74343C2BF968}"/>
                  </a:ext>
                </a:extLst>
              </p:cNvPr>
              <p:cNvSpPr>
                <a:spLocks noEditPoints="1"/>
              </p:cNvSpPr>
              <p:nvPr/>
            </p:nvSpPr>
            <p:spPr bwMode="gray">
              <a:xfrm>
                <a:off x="5974370" y="2208785"/>
                <a:ext cx="116699" cy="98618"/>
              </a:xfrm>
              <a:custGeom>
                <a:avLst/>
                <a:gdLst>
                  <a:gd name="T0" fmla="*/ 2147483647 w 71"/>
                  <a:gd name="T1" fmla="*/ 2147483647 h 60"/>
                  <a:gd name="T2" fmla="*/ 2147483647 w 71"/>
                  <a:gd name="T3" fmla="*/ 2147483647 h 60"/>
                  <a:gd name="T4" fmla="*/ 2147483647 w 71"/>
                  <a:gd name="T5" fmla="*/ 2147483647 h 60"/>
                  <a:gd name="T6" fmla="*/ 2147483647 w 71"/>
                  <a:gd name="T7" fmla="*/ 2147483647 h 60"/>
                  <a:gd name="T8" fmla="*/ 2147483647 w 71"/>
                  <a:gd name="T9" fmla="*/ 2147483647 h 60"/>
                  <a:gd name="T10" fmla="*/ 2147483647 w 71"/>
                  <a:gd name="T11" fmla="*/ 2147483647 h 60"/>
                  <a:gd name="T12" fmla="*/ 2147483647 w 71"/>
                  <a:gd name="T13" fmla="*/ 2147483647 h 60"/>
                  <a:gd name="T14" fmla="*/ 2147483647 w 71"/>
                  <a:gd name="T15" fmla="*/ 2147483647 h 60"/>
                  <a:gd name="T16" fmla="*/ 2147483647 w 71"/>
                  <a:gd name="T17" fmla="*/ 2147483647 h 60"/>
                  <a:gd name="T18" fmla="*/ 2147483647 w 71"/>
                  <a:gd name="T19" fmla="*/ 2147483647 h 60"/>
                  <a:gd name="T20" fmla="*/ 2147483647 w 71"/>
                  <a:gd name="T21" fmla="*/ 2147483647 h 60"/>
                  <a:gd name="T22" fmla="*/ 2147483647 w 71"/>
                  <a:gd name="T23" fmla="*/ 2147483647 h 60"/>
                  <a:gd name="T24" fmla="*/ 2147483647 w 71"/>
                  <a:gd name="T25" fmla="*/ 2147483647 h 60"/>
                  <a:gd name="T26" fmla="*/ 2147483647 w 71"/>
                  <a:gd name="T27" fmla="*/ 2147483647 h 60"/>
                  <a:gd name="T28" fmla="*/ 2147483647 w 71"/>
                  <a:gd name="T29" fmla="*/ 2147483647 h 60"/>
                  <a:gd name="T30" fmla="*/ 2147483647 w 71"/>
                  <a:gd name="T31" fmla="*/ 2147483647 h 60"/>
                  <a:gd name="T32" fmla="*/ 2147483647 w 71"/>
                  <a:gd name="T33" fmla="*/ 2147483647 h 60"/>
                  <a:gd name="T34" fmla="*/ 2147483647 w 71"/>
                  <a:gd name="T35" fmla="*/ 2147483647 h 60"/>
                  <a:gd name="T36" fmla="*/ 2147483647 w 71"/>
                  <a:gd name="T37" fmla="*/ 2147483647 h 60"/>
                  <a:gd name="T38" fmla="*/ 2147483647 w 71"/>
                  <a:gd name="T39" fmla="*/ 2147483647 h 60"/>
                  <a:gd name="T40" fmla="*/ 2147483647 w 71"/>
                  <a:gd name="T41" fmla="*/ 2147483647 h 60"/>
                  <a:gd name="T42" fmla="*/ 2147483647 w 71"/>
                  <a:gd name="T43" fmla="*/ 2147483647 h 60"/>
                  <a:gd name="T44" fmla="*/ 2147483647 w 71"/>
                  <a:gd name="T45" fmla="*/ 2147483647 h 60"/>
                  <a:gd name="T46" fmla="*/ 2147483647 w 71"/>
                  <a:gd name="T47" fmla="*/ 2147483647 h 60"/>
                  <a:gd name="T48" fmla="*/ 2147483647 w 71"/>
                  <a:gd name="T49" fmla="*/ 2147483647 h 60"/>
                  <a:gd name="T50" fmla="*/ 2147483647 w 71"/>
                  <a:gd name="T51" fmla="*/ 2147483647 h 60"/>
                  <a:gd name="T52" fmla="*/ 2147483647 w 71"/>
                  <a:gd name="T53" fmla="*/ 2147483647 h 60"/>
                  <a:gd name="T54" fmla="*/ 2147483647 w 71"/>
                  <a:gd name="T55" fmla="*/ 2147483647 h 60"/>
                  <a:gd name="T56" fmla="*/ 2147483647 w 71"/>
                  <a:gd name="T57" fmla="*/ 2147483647 h 60"/>
                  <a:gd name="T58" fmla="*/ 2147483647 w 71"/>
                  <a:gd name="T59" fmla="*/ 2147483647 h 60"/>
                  <a:gd name="T60" fmla="*/ 2147483647 w 71"/>
                  <a:gd name="T61" fmla="*/ 2147483647 h 60"/>
                  <a:gd name="T62" fmla="*/ 2147483647 w 71"/>
                  <a:gd name="T63" fmla="*/ 0 h 60"/>
                  <a:gd name="T64" fmla="*/ 2147483647 w 71"/>
                  <a:gd name="T65" fmla="*/ 2147483647 h 60"/>
                  <a:gd name="T66" fmla="*/ 2147483647 w 71"/>
                  <a:gd name="T67" fmla="*/ 2147483647 h 60"/>
                  <a:gd name="T68" fmla="*/ 2147483647 w 71"/>
                  <a:gd name="T69" fmla="*/ 2147483647 h 60"/>
                  <a:gd name="T70" fmla="*/ 2147483647 w 71"/>
                  <a:gd name="T71" fmla="*/ 2147483647 h 60"/>
                  <a:gd name="T72" fmla="*/ 2147483647 w 71"/>
                  <a:gd name="T73" fmla="*/ 2147483647 h 60"/>
                  <a:gd name="T74" fmla="*/ 2147483647 w 71"/>
                  <a:gd name="T75" fmla="*/ 2147483647 h 60"/>
                  <a:gd name="T76" fmla="*/ 2147483647 w 71"/>
                  <a:gd name="T77" fmla="*/ 2147483647 h 60"/>
                  <a:gd name="T78" fmla="*/ 2147483647 w 71"/>
                  <a:gd name="T79" fmla="*/ 2147483647 h 60"/>
                  <a:gd name="T80" fmla="*/ 2147483647 w 71"/>
                  <a:gd name="T81" fmla="*/ 2147483647 h 60"/>
                  <a:gd name="T82" fmla="*/ 0 w 71"/>
                  <a:gd name="T83" fmla="*/ 2147483647 h 60"/>
                  <a:gd name="T84" fmla="*/ 0 w 71"/>
                  <a:gd name="T85" fmla="*/ 2147483647 h 60"/>
                  <a:gd name="T86" fmla="*/ 2147483647 w 71"/>
                  <a:gd name="T87" fmla="*/ 2147483647 h 60"/>
                  <a:gd name="T88" fmla="*/ 2147483647 w 71"/>
                  <a:gd name="T89" fmla="*/ 2147483647 h 60"/>
                  <a:gd name="T90" fmla="*/ 2147483647 w 71"/>
                  <a:gd name="T91" fmla="*/ 2147483647 h 60"/>
                  <a:gd name="T92" fmla="*/ 2147483647 w 71"/>
                  <a:gd name="T93" fmla="*/ 2147483647 h 60"/>
                  <a:gd name="T94" fmla="*/ 2147483647 w 71"/>
                  <a:gd name="T95" fmla="*/ 2147483647 h 60"/>
                  <a:gd name="T96" fmla="*/ 2147483647 w 71"/>
                  <a:gd name="T97" fmla="*/ 2147483647 h 60"/>
                  <a:gd name="T98" fmla="*/ 2147483647 w 71"/>
                  <a:gd name="T99" fmla="*/ 2147483647 h 60"/>
                  <a:gd name="T100" fmla="*/ 2147483647 w 71"/>
                  <a:gd name="T101" fmla="*/ 2147483647 h 60"/>
                  <a:gd name="T102" fmla="*/ 2147483647 w 71"/>
                  <a:gd name="T103" fmla="*/ 2147483647 h 60"/>
                  <a:gd name="T104" fmla="*/ 2147483647 w 71"/>
                  <a:gd name="T105" fmla="*/ 2147483647 h 60"/>
                  <a:gd name="T106" fmla="*/ 2147483647 w 71"/>
                  <a:gd name="T107" fmla="*/ 2147483647 h 60"/>
                  <a:gd name="T108" fmla="*/ 2147483647 w 71"/>
                  <a:gd name="T109" fmla="*/ 2147483647 h 60"/>
                  <a:gd name="T110" fmla="*/ 2147483647 w 71"/>
                  <a:gd name="T111" fmla="*/ 2147483647 h 60"/>
                  <a:gd name="T112" fmla="*/ 2147483647 w 71"/>
                  <a:gd name="T113" fmla="*/ 2147483647 h 60"/>
                  <a:gd name="T114" fmla="*/ 2147483647 w 71"/>
                  <a:gd name="T115" fmla="*/ 2147483647 h 60"/>
                  <a:gd name="T116" fmla="*/ 2147483647 w 71"/>
                  <a:gd name="T117" fmla="*/ 2147483647 h 60"/>
                  <a:gd name="T118" fmla="*/ 2147483647 w 71"/>
                  <a:gd name="T119" fmla="*/ 2147483647 h 60"/>
                  <a:gd name="T120" fmla="*/ 2147483647 w 71"/>
                  <a:gd name="T121" fmla="*/ 2147483647 h 6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1"/>
                  <a:gd name="T184" fmla="*/ 0 h 60"/>
                  <a:gd name="T185" fmla="*/ 71 w 71"/>
                  <a:gd name="T186" fmla="*/ 60 h 6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1" h="60">
                    <a:moveTo>
                      <a:pt x="62" y="48"/>
                    </a:moveTo>
                    <a:lnTo>
                      <a:pt x="67" y="46"/>
                    </a:lnTo>
                    <a:lnTo>
                      <a:pt x="69" y="46"/>
                    </a:lnTo>
                    <a:lnTo>
                      <a:pt x="69" y="43"/>
                    </a:lnTo>
                    <a:lnTo>
                      <a:pt x="67" y="43"/>
                    </a:lnTo>
                    <a:lnTo>
                      <a:pt x="62" y="41"/>
                    </a:lnTo>
                    <a:lnTo>
                      <a:pt x="62" y="38"/>
                    </a:lnTo>
                    <a:lnTo>
                      <a:pt x="64" y="38"/>
                    </a:lnTo>
                    <a:lnTo>
                      <a:pt x="64" y="36"/>
                    </a:lnTo>
                    <a:lnTo>
                      <a:pt x="67" y="34"/>
                    </a:lnTo>
                    <a:lnTo>
                      <a:pt x="67" y="29"/>
                    </a:lnTo>
                    <a:lnTo>
                      <a:pt x="64" y="29"/>
                    </a:lnTo>
                    <a:lnTo>
                      <a:pt x="62" y="29"/>
                    </a:lnTo>
                    <a:lnTo>
                      <a:pt x="60" y="31"/>
                    </a:lnTo>
                    <a:lnTo>
                      <a:pt x="60" y="34"/>
                    </a:lnTo>
                    <a:lnTo>
                      <a:pt x="57" y="36"/>
                    </a:lnTo>
                    <a:lnTo>
                      <a:pt x="57" y="34"/>
                    </a:lnTo>
                    <a:lnTo>
                      <a:pt x="55" y="31"/>
                    </a:lnTo>
                    <a:lnTo>
                      <a:pt x="52" y="34"/>
                    </a:lnTo>
                    <a:lnTo>
                      <a:pt x="45" y="38"/>
                    </a:lnTo>
                    <a:lnTo>
                      <a:pt x="48" y="38"/>
                    </a:lnTo>
                    <a:lnTo>
                      <a:pt x="50" y="41"/>
                    </a:lnTo>
                    <a:lnTo>
                      <a:pt x="50" y="43"/>
                    </a:lnTo>
                    <a:lnTo>
                      <a:pt x="50" y="46"/>
                    </a:lnTo>
                    <a:lnTo>
                      <a:pt x="50" y="48"/>
                    </a:lnTo>
                    <a:lnTo>
                      <a:pt x="48" y="48"/>
                    </a:lnTo>
                    <a:lnTo>
                      <a:pt x="50" y="48"/>
                    </a:lnTo>
                    <a:lnTo>
                      <a:pt x="50" y="50"/>
                    </a:lnTo>
                    <a:lnTo>
                      <a:pt x="55" y="50"/>
                    </a:lnTo>
                    <a:lnTo>
                      <a:pt x="55" y="48"/>
                    </a:lnTo>
                    <a:lnTo>
                      <a:pt x="57" y="48"/>
                    </a:lnTo>
                    <a:lnTo>
                      <a:pt x="57" y="50"/>
                    </a:lnTo>
                    <a:lnTo>
                      <a:pt x="60" y="53"/>
                    </a:lnTo>
                    <a:lnTo>
                      <a:pt x="60" y="55"/>
                    </a:lnTo>
                    <a:lnTo>
                      <a:pt x="62" y="55"/>
                    </a:lnTo>
                    <a:lnTo>
                      <a:pt x="62" y="53"/>
                    </a:lnTo>
                    <a:lnTo>
                      <a:pt x="62" y="48"/>
                    </a:lnTo>
                    <a:close/>
                    <a:moveTo>
                      <a:pt x="71" y="53"/>
                    </a:moveTo>
                    <a:lnTo>
                      <a:pt x="62" y="55"/>
                    </a:lnTo>
                    <a:lnTo>
                      <a:pt x="60" y="58"/>
                    </a:lnTo>
                    <a:lnTo>
                      <a:pt x="57" y="58"/>
                    </a:lnTo>
                    <a:lnTo>
                      <a:pt x="57" y="55"/>
                    </a:lnTo>
                    <a:lnTo>
                      <a:pt x="55" y="55"/>
                    </a:lnTo>
                    <a:lnTo>
                      <a:pt x="50" y="53"/>
                    </a:lnTo>
                    <a:lnTo>
                      <a:pt x="45" y="53"/>
                    </a:lnTo>
                    <a:lnTo>
                      <a:pt x="45" y="58"/>
                    </a:lnTo>
                    <a:lnTo>
                      <a:pt x="50" y="58"/>
                    </a:lnTo>
                    <a:lnTo>
                      <a:pt x="52" y="58"/>
                    </a:lnTo>
                    <a:lnTo>
                      <a:pt x="55" y="60"/>
                    </a:lnTo>
                    <a:lnTo>
                      <a:pt x="57" y="60"/>
                    </a:lnTo>
                    <a:lnTo>
                      <a:pt x="60" y="60"/>
                    </a:lnTo>
                    <a:lnTo>
                      <a:pt x="62" y="60"/>
                    </a:lnTo>
                    <a:lnTo>
                      <a:pt x="69" y="58"/>
                    </a:lnTo>
                    <a:lnTo>
                      <a:pt x="71" y="58"/>
                    </a:lnTo>
                    <a:lnTo>
                      <a:pt x="71" y="53"/>
                    </a:lnTo>
                    <a:close/>
                    <a:moveTo>
                      <a:pt x="31" y="12"/>
                    </a:moveTo>
                    <a:lnTo>
                      <a:pt x="36" y="7"/>
                    </a:lnTo>
                    <a:lnTo>
                      <a:pt x="36" y="3"/>
                    </a:lnTo>
                    <a:lnTo>
                      <a:pt x="36" y="0"/>
                    </a:lnTo>
                    <a:lnTo>
                      <a:pt x="26" y="0"/>
                    </a:lnTo>
                    <a:lnTo>
                      <a:pt x="26" y="3"/>
                    </a:lnTo>
                    <a:lnTo>
                      <a:pt x="21" y="7"/>
                    </a:lnTo>
                    <a:lnTo>
                      <a:pt x="21" y="10"/>
                    </a:lnTo>
                    <a:lnTo>
                      <a:pt x="19" y="10"/>
                    </a:lnTo>
                    <a:lnTo>
                      <a:pt x="19" y="19"/>
                    </a:lnTo>
                    <a:lnTo>
                      <a:pt x="14" y="14"/>
                    </a:lnTo>
                    <a:lnTo>
                      <a:pt x="12" y="7"/>
                    </a:lnTo>
                    <a:lnTo>
                      <a:pt x="7" y="10"/>
                    </a:lnTo>
                    <a:lnTo>
                      <a:pt x="5" y="10"/>
                    </a:lnTo>
                    <a:lnTo>
                      <a:pt x="5" y="12"/>
                    </a:lnTo>
                    <a:lnTo>
                      <a:pt x="5" y="14"/>
                    </a:lnTo>
                    <a:lnTo>
                      <a:pt x="7" y="14"/>
                    </a:lnTo>
                    <a:lnTo>
                      <a:pt x="12" y="19"/>
                    </a:lnTo>
                    <a:lnTo>
                      <a:pt x="12" y="22"/>
                    </a:lnTo>
                    <a:lnTo>
                      <a:pt x="5" y="19"/>
                    </a:lnTo>
                    <a:lnTo>
                      <a:pt x="2" y="24"/>
                    </a:lnTo>
                    <a:lnTo>
                      <a:pt x="0" y="24"/>
                    </a:lnTo>
                    <a:lnTo>
                      <a:pt x="0" y="29"/>
                    </a:lnTo>
                    <a:lnTo>
                      <a:pt x="0" y="31"/>
                    </a:lnTo>
                    <a:lnTo>
                      <a:pt x="5" y="34"/>
                    </a:lnTo>
                    <a:lnTo>
                      <a:pt x="7" y="34"/>
                    </a:lnTo>
                    <a:lnTo>
                      <a:pt x="2" y="38"/>
                    </a:lnTo>
                    <a:lnTo>
                      <a:pt x="2" y="41"/>
                    </a:lnTo>
                    <a:lnTo>
                      <a:pt x="5" y="43"/>
                    </a:lnTo>
                    <a:lnTo>
                      <a:pt x="7" y="43"/>
                    </a:lnTo>
                    <a:lnTo>
                      <a:pt x="7" y="48"/>
                    </a:lnTo>
                    <a:lnTo>
                      <a:pt x="5" y="53"/>
                    </a:lnTo>
                    <a:lnTo>
                      <a:pt x="7" y="53"/>
                    </a:lnTo>
                    <a:lnTo>
                      <a:pt x="17" y="53"/>
                    </a:lnTo>
                    <a:lnTo>
                      <a:pt x="17" y="55"/>
                    </a:lnTo>
                    <a:lnTo>
                      <a:pt x="24" y="55"/>
                    </a:lnTo>
                    <a:lnTo>
                      <a:pt x="26" y="58"/>
                    </a:lnTo>
                    <a:lnTo>
                      <a:pt x="26" y="55"/>
                    </a:lnTo>
                    <a:lnTo>
                      <a:pt x="24" y="53"/>
                    </a:lnTo>
                    <a:lnTo>
                      <a:pt x="24" y="48"/>
                    </a:lnTo>
                    <a:lnTo>
                      <a:pt x="26" y="43"/>
                    </a:lnTo>
                    <a:lnTo>
                      <a:pt x="24" y="41"/>
                    </a:lnTo>
                    <a:lnTo>
                      <a:pt x="24" y="38"/>
                    </a:lnTo>
                    <a:lnTo>
                      <a:pt x="21" y="38"/>
                    </a:lnTo>
                    <a:lnTo>
                      <a:pt x="24" y="38"/>
                    </a:lnTo>
                    <a:lnTo>
                      <a:pt x="31" y="34"/>
                    </a:lnTo>
                    <a:lnTo>
                      <a:pt x="33" y="26"/>
                    </a:lnTo>
                    <a:lnTo>
                      <a:pt x="38" y="26"/>
                    </a:lnTo>
                    <a:lnTo>
                      <a:pt x="41" y="19"/>
                    </a:lnTo>
                    <a:lnTo>
                      <a:pt x="31" y="19"/>
                    </a:lnTo>
                    <a:lnTo>
                      <a:pt x="31" y="12"/>
                    </a:lnTo>
                    <a:close/>
                    <a:moveTo>
                      <a:pt x="29" y="38"/>
                    </a:moveTo>
                    <a:lnTo>
                      <a:pt x="31" y="48"/>
                    </a:lnTo>
                    <a:lnTo>
                      <a:pt x="36" y="53"/>
                    </a:lnTo>
                    <a:lnTo>
                      <a:pt x="38" y="46"/>
                    </a:lnTo>
                    <a:lnTo>
                      <a:pt x="33" y="41"/>
                    </a:lnTo>
                    <a:lnTo>
                      <a:pt x="29" y="3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1" name="Czech Republic" descr="© INSCALE GmbH, 05.05.2010&#10;http://www.presentationload.com/">
                <a:extLst>
                  <a:ext uri="{FF2B5EF4-FFF2-40B4-BE49-F238E27FC236}">
                    <a16:creationId xmlns:a16="http://schemas.microsoft.com/office/drawing/2014/main" id="{6812D76C-750E-6642-B93E-D6DFC510F133}"/>
                  </a:ext>
                </a:extLst>
              </p:cNvPr>
              <p:cNvSpPr>
                <a:spLocks/>
              </p:cNvSpPr>
              <p:nvPr/>
            </p:nvSpPr>
            <p:spPr bwMode="gray">
              <a:xfrm>
                <a:off x="6077920" y="2420815"/>
                <a:ext cx="177513" cy="80539"/>
              </a:xfrm>
              <a:custGeom>
                <a:avLst/>
                <a:gdLst>
                  <a:gd name="T0" fmla="*/ 2147483647 w 420"/>
                  <a:gd name="T1" fmla="*/ 2147483647 h 192"/>
                  <a:gd name="T2" fmla="*/ 2147483647 w 420"/>
                  <a:gd name="T3" fmla="*/ 2147483647 h 192"/>
                  <a:gd name="T4" fmla="*/ 2147483647 w 420"/>
                  <a:gd name="T5" fmla="*/ 2147483647 h 192"/>
                  <a:gd name="T6" fmla="*/ 2147483647 w 420"/>
                  <a:gd name="T7" fmla="*/ 2147483647 h 192"/>
                  <a:gd name="T8" fmla="*/ 2147483647 w 420"/>
                  <a:gd name="T9" fmla="*/ 2147483647 h 192"/>
                  <a:gd name="T10" fmla="*/ 2147483647 w 420"/>
                  <a:gd name="T11" fmla="*/ 2147483647 h 192"/>
                  <a:gd name="T12" fmla="*/ 2147483647 w 420"/>
                  <a:gd name="T13" fmla="*/ 2147483647 h 192"/>
                  <a:gd name="T14" fmla="*/ 2147483647 w 420"/>
                  <a:gd name="T15" fmla="*/ 2147483647 h 192"/>
                  <a:gd name="T16" fmla="*/ 2147483647 w 420"/>
                  <a:gd name="T17" fmla="*/ 2147483647 h 192"/>
                  <a:gd name="T18" fmla="*/ 2147483647 w 420"/>
                  <a:gd name="T19" fmla="*/ 2147483647 h 192"/>
                  <a:gd name="T20" fmla="*/ 2147483647 w 420"/>
                  <a:gd name="T21" fmla="*/ 2147483647 h 192"/>
                  <a:gd name="T22" fmla="*/ 2147483647 w 420"/>
                  <a:gd name="T23" fmla="*/ 2147483647 h 192"/>
                  <a:gd name="T24" fmla="*/ 2147483647 w 420"/>
                  <a:gd name="T25" fmla="*/ 2147483647 h 192"/>
                  <a:gd name="T26" fmla="*/ 2147483647 w 420"/>
                  <a:gd name="T27" fmla="*/ 2147483647 h 192"/>
                  <a:gd name="T28" fmla="*/ 2147483647 w 420"/>
                  <a:gd name="T29" fmla="*/ 0 h 192"/>
                  <a:gd name="T30" fmla="*/ 2147483647 w 420"/>
                  <a:gd name="T31" fmla="*/ 2147483647 h 192"/>
                  <a:gd name="T32" fmla="*/ 2147483647 w 420"/>
                  <a:gd name="T33" fmla="*/ 0 h 192"/>
                  <a:gd name="T34" fmla="*/ 2147483647 w 420"/>
                  <a:gd name="T35" fmla="*/ 2147483647 h 192"/>
                  <a:gd name="T36" fmla="*/ 2147483647 w 420"/>
                  <a:gd name="T37" fmla="*/ 2147483647 h 192"/>
                  <a:gd name="T38" fmla="*/ 2147483647 w 420"/>
                  <a:gd name="T39" fmla="*/ 2147483647 h 192"/>
                  <a:gd name="T40" fmla="*/ 2147483647 w 420"/>
                  <a:gd name="T41" fmla="*/ 2147483647 h 192"/>
                  <a:gd name="T42" fmla="*/ 2147483647 w 420"/>
                  <a:gd name="T43" fmla="*/ 2147483647 h 192"/>
                  <a:gd name="T44" fmla="*/ 2147483647 w 420"/>
                  <a:gd name="T45" fmla="*/ 2147483647 h 192"/>
                  <a:gd name="T46" fmla="*/ 2147483647 w 420"/>
                  <a:gd name="T47" fmla="*/ 2147483647 h 192"/>
                  <a:gd name="T48" fmla="*/ 2147483647 w 420"/>
                  <a:gd name="T49" fmla="*/ 2147483647 h 192"/>
                  <a:gd name="T50" fmla="*/ 2147483647 w 420"/>
                  <a:gd name="T51" fmla="*/ 2147483647 h 192"/>
                  <a:gd name="T52" fmla="*/ 0 w 420"/>
                  <a:gd name="T53" fmla="*/ 2147483647 h 192"/>
                  <a:gd name="T54" fmla="*/ 2147483647 w 420"/>
                  <a:gd name="T55" fmla="*/ 2147483647 h 192"/>
                  <a:gd name="T56" fmla="*/ 2147483647 w 420"/>
                  <a:gd name="T57" fmla="*/ 2147483647 h 192"/>
                  <a:gd name="T58" fmla="*/ 2147483647 w 420"/>
                  <a:gd name="T59" fmla="*/ 2147483647 h 192"/>
                  <a:gd name="T60" fmla="*/ 2147483647 w 420"/>
                  <a:gd name="T61" fmla="*/ 2147483647 h 192"/>
                  <a:gd name="T62" fmla="*/ 2147483647 w 420"/>
                  <a:gd name="T63" fmla="*/ 2147483647 h 192"/>
                  <a:gd name="T64" fmla="*/ 2147483647 w 420"/>
                  <a:gd name="T65" fmla="*/ 2147483647 h 192"/>
                  <a:gd name="T66" fmla="*/ 2147483647 w 420"/>
                  <a:gd name="T67" fmla="*/ 2147483647 h 192"/>
                  <a:gd name="T68" fmla="*/ 2147483647 w 420"/>
                  <a:gd name="T69" fmla="*/ 2147483647 h 192"/>
                  <a:gd name="T70" fmla="*/ 2147483647 w 420"/>
                  <a:gd name="T71" fmla="*/ 2147483647 h 192"/>
                  <a:gd name="T72" fmla="*/ 2147483647 w 420"/>
                  <a:gd name="T73" fmla="*/ 2147483647 h 192"/>
                  <a:gd name="T74" fmla="*/ 2147483647 w 420"/>
                  <a:gd name="T75" fmla="*/ 2147483647 h 192"/>
                  <a:gd name="T76" fmla="*/ 2147483647 w 420"/>
                  <a:gd name="T77" fmla="*/ 2147483647 h 192"/>
                  <a:gd name="T78" fmla="*/ 2147483647 w 420"/>
                  <a:gd name="T79" fmla="*/ 2147483647 h 192"/>
                  <a:gd name="T80" fmla="*/ 2147483647 w 420"/>
                  <a:gd name="T81" fmla="*/ 2147483647 h 192"/>
                  <a:gd name="T82" fmla="*/ 2147483647 w 420"/>
                  <a:gd name="T83" fmla="*/ 2147483647 h 192"/>
                  <a:gd name="T84" fmla="*/ 2147483647 w 420"/>
                  <a:gd name="T85" fmla="*/ 2147483647 h 192"/>
                  <a:gd name="T86" fmla="*/ 2147483647 w 420"/>
                  <a:gd name="T87" fmla="*/ 2147483647 h 192"/>
                  <a:gd name="T88" fmla="*/ 2147483647 w 420"/>
                  <a:gd name="T89" fmla="*/ 2147483647 h 192"/>
                  <a:gd name="T90" fmla="*/ 2147483647 w 420"/>
                  <a:gd name="T91" fmla="*/ 2147483647 h 192"/>
                  <a:gd name="T92" fmla="*/ 2147483647 w 420"/>
                  <a:gd name="T93" fmla="*/ 2147483647 h 192"/>
                  <a:gd name="T94" fmla="*/ 2147483647 w 420"/>
                  <a:gd name="T95" fmla="*/ 2147483647 h 192"/>
                  <a:gd name="T96" fmla="*/ 2147483647 w 420"/>
                  <a:gd name="T97" fmla="*/ 2147483647 h 192"/>
                  <a:gd name="T98" fmla="*/ 2147483647 w 420"/>
                  <a:gd name="T99" fmla="*/ 2147483647 h 192"/>
                  <a:gd name="T100" fmla="*/ 2147483647 w 420"/>
                  <a:gd name="T101" fmla="*/ 2147483647 h 192"/>
                  <a:gd name="T102" fmla="*/ 2147483647 w 420"/>
                  <a:gd name="T103" fmla="*/ 2147483647 h 192"/>
                  <a:gd name="T104" fmla="*/ 2147483647 w 420"/>
                  <a:gd name="T105" fmla="*/ 2147483647 h 19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0"/>
                  <a:gd name="T160" fmla="*/ 0 h 192"/>
                  <a:gd name="T161" fmla="*/ 420 w 420"/>
                  <a:gd name="T162" fmla="*/ 192 h 19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0" h="192">
                    <a:moveTo>
                      <a:pt x="408" y="108"/>
                    </a:moveTo>
                    <a:lnTo>
                      <a:pt x="402" y="96"/>
                    </a:lnTo>
                    <a:lnTo>
                      <a:pt x="402" y="90"/>
                    </a:lnTo>
                    <a:lnTo>
                      <a:pt x="390" y="84"/>
                    </a:lnTo>
                    <a:lnTo>
                      <a:pt x="372" y="84"/>
                    </a:lnTo>
                    <a:lnTo>
                      <a:pt x="372" y="78"/>
                    </a:lnTo>
                    <a:lnTo>
                      <a:pt x="366" y="72"/>
                    </a:lnTo>
                    <a:lnTo>
                      <a:pt x="360" y="84"/>
                    </a:lnTo>
                    <a:lnTo>
                      <a:pt x="354" y="78"/>
                    </a:lnTo>
                    <a:lnTo>
                      <a:pt x="348" y="66"/>
                    </a:lnTo>
                    <a:lnTo>
                      <a:pt x="342" y="60"/>
                    </a:lnTo>
                    <a:lnTo>
                      <a:pt x="324" y="60"/>
                    </a:lnTo>
                    <a:lnTo>
                      <a:pt x="330" y="54"/>
                    </a:lnTo>
                    <a:lnTo>
                      <a:pt x="312" y="54"/>
                    </a:lnTo>
                    <a:lnTo>
                      <a:pt x="300" y="60"/>
                    </a:lnTo>
                    <a:lnTo>
                      <a:pt x="294" y="60"/>
                    </a:lnTo>
                    <a:lnTo>
                      <a:pt x="294" y="66"/>
                    </a:lnTo>
                    <a:lnTo>
                      <a:pt x="276" y="66"/>
                    </a:lnTo>
                    <a:lnTo>
                      <a:pt x="270" y="60"/>
                    </a:lnTo>
                    <a:lnTo>
                      <a:pt x="264" y="60"/>
                    </a:lnTo>
                    <a:lnTo>
                      <a:pt x="264" y="48"/>
                    </a:lnTo>
                    <a:lnTo>
                      <a:pt x="252" y="42"/>
                    </a:lnTo>
                    <a:lnTo>
                      <a:pt x="264" y="36"/>
                    </a:lnTo>
                    <a:lnTo>
                      <a:pt x="258" y="30"/>
                    </a:lnTo>
                    <a:lnTo>
                      <a:pt x="234" y="30"/>
                    </a:lnTo>
                    <a:lnTo>
                      <a:pt x="234" y="24"/>
                    </a:lnTo>
                    <a:lnTo>
                      <a:pt x="228" y="24"/>
                    </a:lnTo>
                    <a:lnTo>
                      <a:pt x="216" y="18"/>
                    </a:lnTo>
                    <a:lnTo>
                      <a:pt x="198" y="18"/>
                    </a:lnTo>
                    <a:lnTo>
                      <a:pt x="192" y="0"/>
                    </a:lnTo>
                    <a:lnTo>
                      <a:pt x="174" y="0"/>
                    </a:lnTo>
                    <a:lnTo>
                      <a:pt x="162" y="12"/>
                    </a:lnTo>
                    <a:lnTo>
                      <a:pt x="156" y="12"/>
                    </a:lnTo>
                    <a:lnTo>
                      <a:pt x="144" y="0"/>
                    </a:lnTo>
                    <a:lnTo>
                      <a:pt x="138" y="6"/>
                    </a:lnTo>
                    <a:lnTo>
                      <a:pt x="132" y="6"/>
                    </a:lnTo>
                    <a:lnTo>
                      <a:pt x="126" y="12"/>
                    </a:lnTo>
                    <a:lnTo>
                      <a:pt x="126" y="18"/>
                    </a:lnTo>
                    <a:lnTo>
                      <a:pt x="108" y="18"/>
                    </a:lnTo>
                    <a:lnTo>
                      <a:pt x="108" y="24"/>
                    </a:lnTo>
                    <a:lnTo>
                      <a:pt x="84" y="24"/>
                    </a:lnTo>
                    <a:lnTo>
                      <a:pt x="84" y="30"/>
                    </a:lnTo>
                    <a:lnTo>
                      <a:pt x="66" y="36"/>
                    </a:lnTo>
                    <a:lnTo>
                      <a:pt x="54" y="48"/>
                    </a:lnTo>
                    <a:lnTo>
                      <a:pt x="42" y="42"/>
                    </a:lnTo>
                    <a:lnTo>
                      <a:pt x="36" y="42"/>
                    </a:lnTo>
                    <a:lnTo>
                      <a:pt x="30" y="48"/>
                    </a:lnTo>
                    <a:lnTo>
                      <a:pt x="30" y="54"/>
                    </a:lnTo>
                    <a:lnTo>
                      <a:pt x="18" y="54"/>
                    </a:lnTo>
                    <a:lnTo>
                      <a:pt x="18" y="60"/>
                    </a:lnTo>
                    <a:lnTo>
                      <a:pt x="6" y="60"/>
                    </a:lnTo>
                    <a:lnTo>
                      <a:pt x="6" y="54"/>
                    </a:lnTo>
                    <a:lnTo>
                      <a:pt x="0" y="54"/>
                    </a:lnTo>
                    <a:lnTo>
                      <a:pt x="0" y="66"/>
                    </a:lnTo>
                    <a:lnTo>
                      <a:pt x="6" y="72"/>
                    </a:lnTo>
                    <a:lnTo>
                      <a:pt x="12" y="72"/>
                    </a:lnTo>
                    <a:lnTo>
                      <a:pt x="24" y="84"/>
                    </a:lnTo>
                    <a:lnTo>
                      <a:pt x="18" y="90"/>
                    </a:lnTo>
                    <a:lnTo>
                      <a:pt x="12" y="90"/>
                    </a:lnTo>
                    <a:lnTo>
                      <a:pt x="12" y="96"/>
                    </a:lnTo>
                    <a:lnTo>
                      <a:pt x="24" y="108"/>
                    </a:lnTo>
                    <a:lnTo>
                      <a:pt x="30" y="120"/>
                    </a:lnTo>
                    <a:lnTo>
                      <a:pt x="36" y="120"/>
                    </a:lnTo>
                    <a:lnTo>
                      <a:pt x="36" y="126"/>
                    </a:lnTo>
                    <a:lnTo>
                      <a:pt x="48" y="132"/>
                    </a:lnTo>
                    <a:lnTo>
                      <a:pt x="60" y="132"/>
                    </a:lnTo>
                    <a:lnTo>
                      <a:pt x="66" y="144"/>
                    </a:lnTo>
                    <a:lnTo>
                      <a:pt x="72" y="144"/>
                    </a:lnTo>
                    <a:lnTo>
                      <a:pt x="78" y="156"/>
                    </a:lnTo>
                    <a:lnTo>
                      <a:pt x="90" y="156"/>
                    </a:lnTo>
                    <a:lnTo>
                      <a:pt x="96" y="162"/>
                    </a:lnTo>
                    <a:lnTo>
                      <a:pt x="102" y="162"/>
                    </a:lnTo>
                    <a:lnTo>
                      <a:pt x="102" y="174"/>
                    </a:lnTo>
                    <a:lnTo>
                      <a:pt x="120" y="192"/>
                    </a:lnTo>
                    <a:lnTo>
                      <a:pt x="132" y="192"/>
                    </a:lnTo>
                    <a:lnTo>
                      <a:pt x="144" y="186"/>
                    </a:lnTo>
                    <a:lnTo>
                      <a:pt x="150" y="186"/>
                    </a:lnTo>
                    <a:lnTo>
                      <a:pt x="162" y="192"/>
                    </a:lnTo>
                    <a:lnTo>
                      <a:pt x="162" y="174"/>
                    </a:lnTo>
                    <a:lnTo>
                      <a:pt x="168" y="174"/>
                    </a:lnTo>
                    <a:lnTo>
                      <a:pt x="174" y="162"/>
                    </a:lnTo>
                    <a:lnTo>
                      <a:pt x="180" y="156"/>
                    </a:lnTo>
                    <a:lnTo>
                      <a:pt x="198" y="156"/>
                    </a:lnTo>
                    <a:lnTo>
                      <a:pt x="210" y="162"/>
                    </a:lnTo>
                    <a:lnTo>
                      <a:pt x="222" y="174"/>
                    </a:lnTo>
                    <a:lnTo>
                      <a:pt x="234" y="168"/>
                    </a:lnTo>
                    <a:lnTo>
                      <a:pt x="246" y="180"/>
                    </a:lnTo>
                    <a:lnTo>
                      <a:pt x="258" y="174"/>
                    </a:lnTo>
                    <a:lnTo>
                      <a:pt x="264" y="168"/>
                    </a:lnTo>
                    <a:lnTo>
                      <a:pt x="276" y="168"/>
                    </a:lnTo>
                    <a:lnTo>
                      <a:pt x="282" y="174"/>
                    </a:lnTo>
                    <a:lnTo>
                      <a:pt x="288" y="174"/>
                    </a:lnTo>
                    <a:lnTo>
                      <a:pt x="300" y="180"/>
                    </a:lnTo>
                    <a:lnTo>
                      <a:pt x="306" y="174"/>
                    </a:lnTo>
                    <a:lnTo>
                      <a:pt x="324" y="174"/>
                    </a:lnTo>
                    <a:lnTo>
                      <a:pt x="330" y="168"/>
                    </a:lnTo>
                    <a:lnTo>
                      <a:pt x="330" y="174"/>
                    </a:lnTo>
                    <a:lnTo>
                      <a:pt x="348" y="174"/>
                    </a:lnTo>
                    <a:lnTo>
                      <a:pt x="360" y="168"/>
                    </a:lnTo>
                    <a:lnTo>
                      <a:pt x="366" y="162"/>
                    </a:lnTo>
                    <a:lnTo>
                      <a:pt x="378" y="156"/>
                    </a:lnTo>
                    <a:lnTo>
                      <a:pt x="378" y="132"/>
                    </a:lnTo>
                    <a:lnTo>
                      <a:pt x="402" y="126"/>
                    </a:lnTo>
                    <a:lnTo>
                      <a:pt x="420" y="114"/>
                    </a:lnTo>
                    <a:lnTo>
                      <a:pt x="414" y="108"/>
                    </a:lnTo>
                    <a:lnTo>
                      <a:pt x="408" y="1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2" name="Cyprus" descr="© INSCALE GmbH, 05.05.2010&#10;http://www.presentationload.com/">
                <a:extLst>
                  <a:ext uri="{FF2B5EF4-FFF2-40B4-BE49-F238E27FC236}">
                    <a16:creationId xmlns:a16="http://schemas.microsoft.com/office/drawing/2014/main" id="{41039561-FAA9-334C-9CF3-0180C3FF7A9A}"/>
                  </a:ext>
                </a:extLst>
              </p:cNvPr>
              <p:cNvSpPr>
                <a:spLocks/>
              </p:cNvSpPr>
              <p:nvPr/>
            </p:nvSpPr>
            <p:spPr bwMode="gray">
              <a:xfrm>
                <a:off x="6648262" y="2935273"/>
                <a:ext cx="62458" cy="36160"/>
              </a:xfrm>
              <a:custGeom>
                <a:avLst/>
                <a:gdLst>
                  <a:gd name="T0" fmla="*/ 0 w 150"/>
                  <a:gd name="T1" fmla="*/ 2147483647 h 84"/>
                  <a:gd name="T2" fmla="*/ 2147483647 w 150"/>
                  <a:gd name="T3" fmla="*/ 2147483647 h 84"/>
                  <a:gd name="T4" fmla="*/ 2147483647 w 150"/>
                  <a:gd name="T5" fmla="*/ 2147483647 h 84"/>
                  <a:gd name="T6" fmla="*/ 2147483647 w 150"/>
                  <a:gd name="T7" fmla="*/ 2147483647 h 84"/>
                  <a:gd name="T8" fmla="*/ 2147483647 w 150"/>
                  <a:gd name="T9" fmla="*/ 2147483647 h 84"/>
                  <a:gd name="T10" fmla="*/ 2147483647 w 150"/>
                  <a:gd name="T11" fmla="*/ 2147483647 h 84"/>
                  <a:gd name="T12" fmla="*/ 2147483647 w 150"/>
                  <a:gd name="T13" fmla="*/ 2147483647 h 84"/>
                  <a:gd name="T14" fmla="*/ 2147483647 w 150"/>
                  <a:gd name="T15" fmla="*/ 2147483647 h 84"/>
                  <a:gd name="T16" fmla="*/ 2147483647 w 150"/>
                  <a:gd name="T17" fmla="*/ 2147483647 h 84"/>
                  <a:gd name="T18" fmla="*/ 2147483647 w 150"/>
                  <a:gd name="T19" fmla="*/ 2147483647 h 84"/>
                  <a:gd name="T20" fmla="*/ 2147483647 w 150"/>
                  <a:gd name="T21" fmla="*/ 2147483647 h 84"/>
                  <a:gd name="T22" fmla="*/ 2147483647 w 150"/>
                  <a:gd name="T23" fmla="*/ 2147483647 h 84"/>
                  <a:gd name="T24" fmla="*/ 2147483647 w 150"/>
                  <a:gd name="T25" fmla="*/ 2147483647 h 84"/>
                  <a:gd name="T26" fmla="*/ 2147483647 w 150"/>
                  <a:gd name="T27" fmla="*/ 0 h 84"/>
                  <a:gd name="T28" fmla="*/ 2147483647 w 150"/>
                  <a:gd name="T29" fmla="*/ 2147483647 h 84"/>
                  <a:gd name="T30" fmla="*/ 2147483647 w 150"/>
                  <a:gd name="T31" fmla="*/ 2147483647 h 84"/>
                  <a:gd name="T32" fmla="*/ 2147483647 w 150"/>
                  <a:gd name="T33" fmla="*/ 2147483647 h 84"/>
                  <a:gd name="T34" fmla="*/ 2147483647 w 150"/>
                  <a:gd name="T35" fmla="*/ 2147483647 h 84"/>
                  <a:gd name="T36" fmla="*/ 2147483647 w 150"/>
                  <a:gd name="T37" fmla="*/ 2147483647 h 84"/>
                  <a:gd name="T38" fmla="*/ 0 w 150"/>
                  <a:gd name="T39" fmla="*/ 2147483647 h 84"/>
                  <a:gd name="T40" fmla="*/ 0 w 150"/>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0"/>
                  <a:gd name="T64" fmla="*/ 0 h 84"/>
                  <a:gd name="T65" fmla="*/ 150 w 150"/>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0" h="84">
                    <a:moveTo>
                      <a:pt x="0" y="48"/>
                    </a:moveTo>
                    <a:lnTo>
                      <a:pt x="6" y="60"/>
                    </a:lnTo>
                    <a:lnTo>
                      <a:pt x="30" y="72"/>
                    </a:lnTo>
                    <a:lnTo>
                      <a:pt x="36" y="84"/>
                    </a:lnTo>
                    <a:lnTo>
                      <a:pt x="54" y="84"/>
                    </a:lnTo>
                    <a:lnTo>
                      <a:pt x="60" y="78"/>
                    </a:lnTo>
                    <a:lnTo>
                      <a:pt x="72" y="72"/>
                    </a:lnTo>
                    <a:lnTo>
                      <a:pt x="78" y="66"/>
                    </a:lnTo>
                    <a:lnTo>
                      <a:pt x="90" y="60"/>
                    </a:lnTo>
                    <a:lnTo>
                      <a:pt x="96" y="54"/>
                    </a:lnTo>
                    <a:lnTo>
                      <a:pt x="102" y="60"/>
                    </a:lnTo>
                    <a:lnTo>
                      <a:pt x="120" y="60"/>
                    </a:lnTo>
                    <a:lnTo>
                      <a:pt x="120" y="36"/>
                    </a:lnTo>
                    <a:lnTo>
                      <a:pt x="150" y="0"/>
                    </a:lnTo>
                    <a:lnTo>
                      <a:pt x="108" y="24"/>
                    </a:lnTo>
                    <a:lnTo>
                      <a:pt x="54" y="24"/>
                    </a:lnTo>
                    <a:lnTo>
                      <a:pt x="48" y="30"/>
                    </a:lnTo>
                    <a:lnTo>
                      <a:pt x="48" y="36"/>
                    </a:lnTo>
                    <a:lnTo>
                      <a:pt x="12" y="36"/>
                    </a:lnTo>
                    <a:lnTo>
                      <a:pt x="0" y="42"/>
                    </a:lnTo>
                    <a:lnTo>
                      <a:pt x="0" y="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3" name="Croatia" descr="© INSCALE GmbH, 05.05.2010&#10;http://www.presentationload.com/">
                <a:extLst>
                  <a:ext uri="{FF2B5EF4-FFF2-40B4-BE49-F238E27FC236}">
                    <a16:creationId xmlns:a16="http://schemas.microsoft.com/office/drawing/2014/main" id="{BBC11803-FA6B-204D-A034-708255F53A5A}"/>
                  </a:ext>
                </a:extLst>
              </p:cNvPr>
              <p:cNvSpPr>
                <a:spLocks/>
              </p:cNvSpPr>
              <p:nvPr/>
            </p:nvSpPr>
            <p:spPr bwMode="gray">
              <a:xfrm>
                <a:off x="6120655" y="2570385"/>
                <a:ext cx="154502" cy="115054"/>
              </a:xfrm>
              <a:custGeom>
                <a:avLst/>
                <a:gdLst>
                  <a:gd name="T0" fmla="*/ 2147483647 w 366"/>
                  <a:gd name="T1" fmla="*/ 2147483647 h 276"/>
                  <a:gd name="T2" fmla="*/ 2147483647 w 366"/>
                  <a:gd name="T3" fmla="*/ 2147483647 h 276"/>
                  <a:gd name="T4" fmla="*/ 2147483647 w 366"/>
                  <a:gd name="T5" fmla="*/ 2147483647 h 276"/>
                  <a:gd name="T6" fmla="*/ 2147483647 w 366"/>
                  <a:gd name="T7" fmla="*/ 2147483647 h 276"/>
                  <a:gd name="T8" fmla="*/ 2147483647 w 366"/>
                  <a:gd name="T9" fmla="*/ 2147483647 h 276"/>
                  <a:gd name="T10" fmla="*/ 2147483647 w 366"/>
                  <a:gd name="T11" fmla="*/ 2147483647 h 276"/>
                  <a:gd name="T12" fmla="*/ 2147483647 w 366"/>
                  <a:gd name="T13" fmla="*/ 2147483647 h 276"/>
                  <a:gd name="T14" fmla="*/ 2147483647 w 366"/>
                  <a:gd name="T15" fmla="*/ 2147483647 h 276"/>
                  <a:gd name="T16" fmla="*/ 2147483647 w 366"/>
                  <a:gd name="T17" fmla="*/ 2147483647 h 276"/>
                  <a:gd name="T18" fmla="*/ 2147483647 w 366"/>
                  <a:gd name="T19" fmla="*/ 2147483647 h 276"/>
                  <a:gd name="T20" fmla="*/ 2147483647 w 366"/>
                  <a:gd name="T21" fmla="*/ 2147483647 h 276"/>
                  <a:gd name="T22" fmla="*/ 2147483647 w 366"/>
                  <a:gd name="T23" fmla="*/ 0 h 276"/>
                  <a:gd name="T24" fmla="*/ 2147483647 w 366"/>
                  <a:gd name="T25" fmla="*/ 2147483647 h 276"/>
                  <a:gd name="T26" fmla="*/ 2147483647 w 366"/>
                  <a:gd name="T27" fmla="*/ 2147483647 h 276"/>
                  <a:gd name="T28" fmla="*/ 2147483647 w 366"/>
                  <a:gd name="T29" fmla="*/ 2147483647 h 276"/>
                  <a:gd name="T30" fmla="*/ 2147483647 w 366"/>
                  <a:gd name="T31" fmla="*/ 2147483647 h 276"/>
                  <a:gd name="T32" fmla="*/ 2147483647 w 366"/>
                  <a:gd name="T33" fmla="*/ 2147483647 h 276"/>
                  <a:gd name="T34" fmla="*/ 2147483647 w 366"/>
                  <a:gd name="T35" fmla="*/ 2147483647 h 276"/>
                  <a:gd name="T36" fmla="*/ 2147483647 w 366"/>
                  <a:gd name="T37" fmla="*/ 2147483647 h 276"/>
                  <a:gd name="T38" fmla="*/ 2147483647 w 366"/>
                  <a:gd name="T39" fmla="*/ 2147483647 h 276"/>
                  <a:gd name="T40" fmla="*/ 0 w 366"/>
                  <a:gd name="T41" fmla="*/ 2147483647 h 276"/>
                  <a:gd name="T42" fmla="*/ 2147483647 w 366"/>
                  <a:gd name="T43" fmla="*/ 2147483647 h 276"/>
                  <a:gd name="T44" fmla="*/ 2147483647 w 366"/>
                  <a:gd name="T45" fmla="*/ 2147483647 h 276"/>
                  <a:gd name="T46" fmla="*/ 2147483647 w 366"/>
                  <a:gd name="T47" fmla="*/ 2147483647 h 276"/>
                  <a:gd name="T48" fmla="*/ 2147483647 w 366"/>
                  <a:gd name="T49" fmla="*/ 2147483647 h 276"/>
                  <a:gd name="T50" fmla="*/ 2147483647 w 366"/>
                  <a:gd name="T51" fmla="*/ 2147483647 h 276"/>
                  <a:gd name="T52" fmla="*/ 2147483647 w 366"/>
                  <a:gd name="T53" fmla="*/ 2147483647 h 276"/>
                  <a:gd name="T54" fmla="*/ 2147483647 w 366"/>
                  <a:gd name="T55" fmla="*/ 2147483647 h 276"/>
                  <a:gd name="T56" fmla="*/ 2147483647 w 366"/>
                  <a:gd name="T57" fmla="*/ 2147483647 h 276"/>
                  <a:gd name="T58" fmla="*/ 2147483647 w 366"/>
                  <a:gd name="T59" fmla="*/ 2147483647 h 276"/>
                  <a:gd name="T60" fmla="*/ 2147483647 w 366"/>
                  <a:gd name="T61" fmla="*/ 2147483647 h 276"/>
                  <a:gd name="T62" fmla="*/ 2147483647 w 366"/>
                  <a:gd name="T63" fmla="*/ 2147483647 h 276"/>
                  <a:gd name="T64" fmla="*/ 2147483647 w 366"/>
                  <a:gd name="T65" fmla="*/ 2147483647 h 276"/>
                  <a:gd name="T66" fmla="*/ 2147483647 w 366"/>
                  <a:gd name="T67" fmla="*/ 2147483647 h 276"/>
                  <a:gd name="T68" fmla="*/ 2147483647 w 366"/>
                  <a:gd name="T69" fmla="*/ 2147483647 h 276"/>
                  <a:gd name="T70" fmla="*/ 2147483647 w 366"/>
                  <a:gd name="T71" fmla="*/ 2147483647 h 276"/>
                  <a:gd name="T72" fmla="*/ 2147483647 w 366"/>
                  <a:gd name="T73" fmla="*/ 2147483647 h 276"/>
                  <a:gd name="T74" fmla="*/ 2147483647 w 366"/>
                  <a:gd name="T75" fmla="*/ 2147483647 h 276"/>
                  <a:gd name="T76" fmla="*/ 2147483647 w 366"/>
                  <a:gd name="T77" fmla="*/ 2147483647 h 276"/>
                  <a:gd name="T78" fmla="*/ 2147483647 w 366"/>
                  <a:gd name="T79" fmla="*/ 2147483647 h 276"/>
                  <a:gd name="T80" fmla="*/ 2147483647 w 366"/>
                  <a:gd name="T81" fmla="*/ 2147483647 h 276"/>
                  <a:gd name="T82" fmla="*/ 2147483647 w 366"/>
                  <a:gd name="T83" fmla="*/ 2147483647 h 276"/>
                  <a:gd name="T84" fmla="*/ 2147483647 w 366"/>
                  <a:gd name="T85" fmla="*/ 2147483647 h 276"/>
                  <a:gd name="T86" fmla="*/ 2147483647 w 366"/>
                  <a:gd name="T87" fmla="*/ 2147483647 h 276"/>
                  <a:gd name="T88" fmla="*/ 2147483647 w 366"/>
                  <a:gd name="T89" fmla="*/ 2147483647 h 276"/>
                  <a:gd name="T90" fmla="*/ 2147483647 w 366"/>
                  <a:gd name="T91" fmla="*/ 2147483647 h 27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66"/>
                  <a:gd name="T139" fmla="*/ 0 h 276"/>
                  <a:gd name="T140" fmla="*/ 366 w 366"/>
                  <a:gd name="T141" fmla="*/ 276 h 27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66" h="276">
                    <a:moveTo>
                      <a:pt x="342" y="126"/>
                    </a:moveTo>
                    <a:lnTo>
                      <a:pt x="342" y="114"/>
                    </a:lnTo>
                    <a:lnTo>
                      <a:pt x="348" y="114"/>
                    </a:lnTo>
                    <a:lnTo>
                      <a:pt x="354" y="108"/>
                    </a:lnTo>
                    <a:lnTo>
                      <a:pt x="360" y="108"/>
                    </a:lnTo>
                    <a:lnTo>
                      <a:pt x="366" y="102"/>
                    </a:lnTo>
                    <a:lnTo>
                      <a:pt x="360" y="102"/>
                    </a:lnTo>
                    <a:lnTo>
                      <a:pt x="348" y="96"/>
                    </a:lnTo>
                    <a:lnTo>
                      <a:pt x="336" y="96"/>
                    </a:lnTo>
                    <a:lnTo>
                      <a:pt x="342" y="78"/>
                    </a:lnTo>
                    <a:lnTo>
                      <a:pt x="336" y="78"/>
                    </a:lnTo>
                    <a:lnTo>
                      <a:pt x="330" y="48"/>
                    </a:lnTo>
                    <a:lnTo>
                      <a:pt x="324" y="48"/>
                    </a:lnTo>
                    <a:lnTo>
                      <a:pt x="312" y="54"/>
                    </a:lnTo>
                    <a:lnTo>
                      <a:pt x="270" y="60"/>
                    </a:lnTo>
                    <a:lnTo>
                      <a:pt x="264" y="48"/>
                    </a:lnTo>
                    <a:lnTo>
                      <a:pt x="246" y="48"/>
                    </a:lnTo>
                    <a:lnTo>
                      <a:pt x="234" y="42"/>
                    </a:lnTo>
                    <a:lnTo>
                      <a:pt x="228" y="36"/>
                    </a:lnTo>
                    <a:lnTo>
                      <a:pt x="216" y="30"/>
                    </a:lnTo>
                    <a:lnTo>
                      <a:pt x="204" y="18"/>
                    </a:lnTo>
                    <a:lnTo>
                      <a:pt x="204" y="12"/>
                    </a:lnTo>
                    <a:lnTo>
                      <a:pt x="198" y="6"/>
                    </a:lnTo>
                    <a:lnTo>
                      <a:pt x="186" y="0"/>
                    </a:lnTo>
                    <a:lnTo>
                      <a:pt x="162" y="0"/>
                    </a:lnTo>
                    <a:lnTo>
                      <a:pt x="162" y="12"/>
                    </a:lnTo>
                    <a:lnTo>
                      <a:pt x="150" y="18"/>
                    </a:lnTo>
                    <a:lnTo>
                      <a:pt x="120" y="18"/>
                    </a:lnTo>
                    <a:lnTo>
                      <a:pt x="120" y="30"/>
                    </a:lnTo>
                    <a:lnTo>
                      <a:pt x="126" y="36"/>
                    </a:lnTo>
                    <a:lnTo>
                      <a:pt x="126" y="42"/>
                    </a:lnTo>
                    <a:lnTo>
                      <a:pt x="114" y="54"/>
                    </a:lnTo>
                    <a:lnTo>
                      <a:pt x="102" y="60"/>
                    </a:lnTo>
                    <a:lnTo>
                      <a:pt x="102" y="78"/>
                    </a:lnTo>
                    <a:lnTo>
                      <a:pt x="60" y="78"/>
                    </a:lnTo>
                    <a:lnTo>
                      <a:pt x="54" y="72"/>
                    </a:lnTo>
                    <a:lnTo>
                      <a:pt x="54" y="66"/>
                    </a:lnTo>
                    <a:lnTo>
                      <a:pt x="48" y="78"/>
                    </a:lnTo>
                    <a:lnTo>
                      <a:pt x="30" y="78"/>
                    </a:lnTo>
                    <a:lnTo>
                      <a:pt x="18" y="72"/>
                    </a:lnTo>
                    <a:lnTo>
                      <a:pt x="18" y="84"/>
                    </a:lnTo>
                    <a:lnTo>
                      <a:pt x="0" y="84"/>
                    </a:lnTo>
                    <a:lnTo>
                      <a:pt x="0" y="132"/>
                    </a:lnTo>
                    <a:lnTo>
                      <a:pt x="6" y="132"/>
                    </a:lnTo>
                    <a:lnTo>
                      <a:pt x="12" y="120"/>
                    </a:lnTo>
                    <a:lnTo>
                      <a:pt x="24" y="114"/>
                    </a:lnTo>
                    <a:lnTo>
                      <a:pt x="30" y="102"/>
                    </a:lnTo>
                    <a:lnTo>
                      <a:pt x="42" y="102"/>
                    </a:lnTo>
                    <a:lnTo>
                      <a:pt x="48" y="114"/>
                    </a:lnTo>
                    <a:lnTo>
                      <a:pt x="48" y="132"/>
                    </a:lnTo>
                    <a:lnTo>
                      <a:pt x="78" y="126"/>
                    </a:lnTo>
                    <a:lnTo>
                      <a:pt x="78" y="132"/>
                    </a:lnTo>
                    <a:lnTo>
                      <a:pt x="72" y="144"/>
                    </a:lnTo>
                    <a:lnTo>
                      <a:pt x="72" y="150"/>
                    </a:lnTo>
                    <a:lnTo>
                      <a:pt x="84" y="162"/>
                    </a:lnTo>
                    <a:lnTo>
                      <a:pt x="96" y="168"/>
                    </a:lnTo>
                    <a:lnTo>
                      <a:pt x="96" y="180"/>
                    </a:lnTo>
                    <a:lnTo>
                      <a:pt x="144" y="216"/>
                    </a:lnTo>
                    <a:lnTo>
                      <a:pt x="144" y="240"/>
                    </a:lnTo>
                    <a:lnTo>
                      <a:pt x="198" y="240"/>
                    </a:lnTo>
                    <a:lnTo>
                      <a:pt x="210" y="246"/>
                    </a:lnTo>
                    <a:lnTo>
                      <a:pt x="216" y="252"/>
                    </a:lnTo>
                    <a:lnTo>
                      <a:pt x="216" y="276"/>
                    </a:lnTo>
                    <a:lnTo>
                      <a:pt x="246" y="276"/>
                    </a:lnTo>
                    <a:lnTo>
                      <a:pt x="252" y="270"/>
                    </a:lnTo>
                    <a:lnTo>
                      <a:pt x="252" y="264"/>
                    </a:lnTo>
                    <a:lnTo>
                      <a:pt x="246" y="252"/>
                    </a:lnTo>
                    <a:lnTo>
                      <a:pt x="234" y="246"/>
                    </a:lnTo>
                    <a:lnTo>
                      <a:pt x="216" y="234"/>
                    </a:lnTo>
                    <a:lnTo>
                      <a:pt x="204" y="228"/>
                    </a:lnTo>
                    <a:lnTo>
                      <a:pt x="192" y="216"/>
                    </a:lnTo>
                    <a:lnTo>
                      <a:pt x="180" y="186"/>
                    </a:lnTo>
                    <a:lnTo>
                      <a:pt x="162" y="180"/>
                    </a:lnTo>
                    <a:lnTo>
                      <a:pt x="162" y="162"/>
                    </a:lnTo>
                    <a:lnTo>
                      <a:pt x="156" y="156"/>
                    </a:lnTo>
                    <a:lnTo>
                      <a:pt x="150" y="156"/>
                    </a:lnTo>
                    <a:lnTo>
                      <a:pt x="150" y="144"/>
                    </a:lnTo>
                    <a:lnTo>
                      <a:pt x="132" y="138"/>
                    </a:lnTo>
                    <a:lnTo>
                      <a:pt x="120" y="126"/>
                    </a:lnTo>
                    <a:lnTo>
                      <a:pt x="138" y="120"/>
                    </a:lnTo>
                    <a:lnTo>
                      <a:pt x="138" y="96"/>
                    </a:lnTo>
                    <a:lnTo>
                      <a:pt x="144" y="96"/>
                    </a:lnTo>
                    <a:lnTo>
                      <a:pt x="150" y="102"/>
                    </a:lnTo>
                    <a:lnTo>
                      <a:pt x="162" y="108"/>
                    </a:lnTo>
                    <a:lnTo>
                      <a:pt x="186" y="102"/>
                    </a:lnTo>
                    <a:lnTo>
                      <a:pt x="210" y="102"/>
                    </a:lnTo>
                    <a:lnTo>
                      <a:pt x="228" y="108"/>
                    </a:lnTo>
                    <a:lnTo>
                      <a:pt x="240" y="102"/>
                    </a:lnTo>
                    <a:lnTo>
                      <a:pt x="252" y="102"/>
                    </a:lnTo>
                    <a:lnTo>
                      <a:pt x="258" y="108"/>
                    </a:lnTo>
                    <a:lnTo>
                      <a:pt x="312" y="108"/>
                    </a:lnTo>
                    <a:lnTo>
                      <a:pt x="324" y="126"/>
                    </a:lnTo>
                    <a:lnTo>
                      <a:pt x="342" y="1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4" name="Bulgaria" descr="© INSCALE GmbH, 05.05.2010&#10;http://www.presentationload.com/">
                <a:extLst>
                  <a:ext uri="{FF2B5EF4-FFF2-40B4-BE49-F238E27FC236}">
                    <a16:creationId xmlns:a16="http://schemas.microsoft.com/office/drawing/2014/main" id="{BC8BC042-AA0D-EE4F-9E1B-265E40F89A1F}"/>
                  </a:ext>
                </a:extLst>
              </p:cNvPr>
              <p:cNvSpPr>
                <a:spLocks/>
              </p:cNvSpPr>
              <p:nvPr/>
            </p:nvSpPr>
            <p:spPr bwMode="gray">
              <a:xfrm>
                <a:off x="6358982" y="2647637"/>
                <a:ext cx="166008" cy="95331"/>
              </a:xfrm>
              <a:custGeom>
                <a:avLst/>
                <a:gdLst>
                  <a:gd name="T0" fmla="*/ 2147483647 w 396"/>
                  <a:gd name="T1" fmla="*/ 2147483647 h 228"/>
                  <a:gd name="T2" fmla="*/ 2147483647 w 396"/>
                  <a:gd name="T3" fmla="*/ 2147483647 h 228"/>
                  <a:gd name="T4" fmla="*/ 2147483647 w 396"/>
                  <a:gd name="T5" fmla="*/ 2147483647 h 228"/>
                  <a:gd name="T6" fmla="*/ 2147483647 w 396"/>
                  <a:gd name="T7" fmla="*/ 2147483647 h 228"/>
                  <a:gd name="T8" fmla="*/ 2147483647 w 396"/>
                  <a:gd name="T9" fmla="*/ 2147483647 h 228"/>
                  <a:gd name="T10" fmla="*/ 2147483647 w 396"/>
                  <a:gd name="T11" fmla="*/ 2147483647 h 228"/>
                  <a:gd name="T12" fmla="*/ 2147483647 w 396"/>
                  <a:gd name="T13" fmla="*/ 2147483647 h 228"/>
                  <a:gd name="T14" fmla="*/ 2147483647 w 396"/>
                  <a:gd name="T15" fmla="*/ 0 h 228"/>
                  <a:gd name="T16" fmla="*/ 2147483647 w 396"/>
                  <a:gd name="T17" fmla="*/ 2147483647 h 228"/>
                  <a:gd name="T18" fmla="*/ 2147483647 w 396"/>
                  <a:gd name="T19" fmla="*/ 2147483647 h 228"/>
                  <a:gd name="T20" fmla="*/ 2147483647 w 396"/>
                  <a:gd name="T21" fmla="*/ 2147483647 h 228"/>
                  <a:gd name="T22" fmla="*/ 2147483647 w 396"/>
                  <a:gd name="T23" fmla="*/ 2147483647 h 228"/>
                  <a:gd name="T24" fmla="*/ 2147483647 w 396"/>
                  <a:gd name="T25" fmla="*/ 2147483647 h 228"/>
                  <a:gd name="T26" fmla="*/ 2147483647 w 396"/>
                  <a:gd name="T27" fmla="*/ 2147483647 h 228"/>
                  <a:gd name="T28" fmla="*/ 2147483647 w 396"/>
                  <a:gd name="T29" fmla="*/ 2147483647 h 228"/>
                  <a:gd name="T30" fmla="*/ 2147483647 w 396"/>
                  <a:gd name="T31" fmla="*/ 2147483647 h 228"/>
                  <a:gd name="T32" fmla="*/ 2147483647 w 396"/>
                  <a:gd name="T33" fmla="*/ 2147483647 h 228"/>
                  <a:gd name="T34" fmla="*/ 2147483647 w 396"/>
                  <a:gd name="T35" fmla="*/ 2147483647 h 228"/>
                  <a:gd name="T36" fmla="*/ 2147483647 w 396"/>
                  <a:gd name="T37" fmla="*/ 2147483647 h 228"/>
                  <a:gd name="T38" fmla="*/ 2147483647 w 396"/>
                  <a:gd name="T39" fmla="*/ 2147483647 h 228"/>
                  <a:gd name="T40" fmla="*/ 2147483647 w 396"/>
                  <a:gd name="T41" fmla="*/ 2147483647 h 228"/>
                  <a:gd name="T42" fmla="*/ 2147483647 w 396"/>
                  <a:gd name="T43" fmla="*/ 0 h 228"/>
                  <a:gd name="T44" fmla="*/ 0 w 396"/>
                  <a:gd name="T45" fmla="*/ 2147483647 h 228"/>
                  <a:gd name="T46" fmla="*/ 2147483647 w 396"/>
                  <a:gd name="T47" fmla="*/ 2147483647 h 228"/>
                  <a:gd name="T48" fmla="*/ 2147483647 w 396"/>
                  <a:gd name="T49" fmla="*/ 2147483647 h 228"/>
                  <a:gd name="T50" fmla="*/ 2147483647 w 396"/>
                  <a:gd name="T51" fmla="*/ 2147483647 h 228"/>
                  <a:gd name="T52" fmla="*/ 2147483647 w 396"/>
                  <a:gd name="T53" fmla="*/ 2147483647 h 228"/>
                  <a:gd name="T54" fmla="*/ 2147483647 w 396"/>
                  <a:gd name="T55" fmla="*/ 2147483647 h 228"/>
                  <a:gd name="T56" fmla="*/ 0 w 396"/>
                  <a:gd name="T57" fmla="*/ 2147483647 h 228"/>
                  <a:gd name="T58" fmla="*/ 2147483647 w 396"/>
                  <a:gd name="T59" fmla="*/ 2147483647 h 228"/>
                  <a:gd name="T60" fmla="*/ 2147483647 w 396"/>
                  <a:gd name="T61" fmla="*/ 2147483647 h 228"/>
                  <a:gd name="T62" fmla="*/ 2147483647 w 396"/>
                  <a:gd name="T63" fmla="*/ 2147483647 h 228"/>
                  <a:gd name="T64" fmla="*/ 2147483647 w 396"/>
                  <a:gd name="T65" fmla="*/ 2147483647 h 228"/>
                  <a:gd name="T66" fmla="*/ 2147483647 w 396"/>
                  <a:gd name="T67" fmla="*/ 2147483647 h 228"/>
                  <a:gd name="T68" fmla="*/ 2147483647 w 396"/>
                  <a:gd name="T69" fmla="*/ 2147483647 h 228"/>
                  <a:gd name="T70" fmla="*/ 2147483647 w 396"/>
                  <a:gd name="T71" fmla="*/ 2147483647 h 228"/>
                  <a:gd name="T72" fmla="*/ 2147483647 w 396"/>
                  <a:gd name="T73" fmla="*/ 2147483647 h 228"/>
                  <a:gd name="T74" fmla="*/ 2147483647 w 396"/>
                  <a:gd name="T75" fmla="*/ 2147483647 h 228"/>
                  <a:gd name="T76" fmla="*/ 2147483647 w 396"/>
                  <a:gd name="T77" fmla="*/ 2147483647 h 228"/>
                  <a:gd name="T78" fmla="*/ 2147483647 w 396"/>
                  <a:gd name="T79" fmla="*/ 2147483647 h 228"/>
                  <a:gd name="T80" fmla="*/ 2147483647 w 396"/>
                  <a:gd name="T81" fmla="*/ 2147483647 h 228"/>
                  <a:gd name="T82" fmla="*/ 2147483647 w 396"/>
                  <a:gd name="T83" fmla="*/ 2147483647 h 228"/>
                  <a:gd name="T84" fmla="*/ 2147483647 w 396"/>
                  <a:gd name="T85" fmla="*/ 2147483647 h 228"/>
                  <a:gd name="T86" fmla="*/ 2147483647 w 396"/>
                  <a:gd name="T87" fmla="*/ 2147483647 h 228"/>
                  <a:gd name="T88" fmla="*/ 2147483647 w 396"/>
                  <a:gd name="T89" fmla="*/ 2147483647 h 228"/>
                  <a:gd name="T90" fmla="*/ 2147483647 w 396"/>
                  <a:gd name="T91" fmla="*/ 2147483647 h 228"/>
                  <a:gd name="T92" fmla="*/ 2147483647 w 396"/>
                  <a:gd name="T93" fmla="*/ 2147483647 h 22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96"/>
                  <a:gd name="T142" fmla="*/ 0 h 228"/>
                  <a:gd name="T143" fmla="*/ 396 w 396"/>
                  <a:gd name="T144" fmla="*/ 228 h 22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96" h="228">
                    <a:moveTo>
                      <a:pt x="372" y="168"/>
                    </a:moveTo>
                    <a:lnTo>
                      <a:pt x="336" y="126"/>
                    </a:lnTo>
                    <a:lnTo>
                      <a:pt x="354" y="108"/>
                    </a:lnTo>
                    <a:lnTo>
                      <a:pt x="354" y="78"/>
                    </a:lnTo>
                    <a:lnTo>
                      <a:pt x="360" y="72"/>
                    </a:lnTo>
                    <a:lnTo>
                      <a:pt x="372" y="66"/>
                    </a:lnTo>
                    <a:lnTo>
                      <a:pt x="396" y="66"/>
                    </a:lnTo>
                    <a:lnTo>
                      <a:pt x="396" y="48"/>
                    </a:lnTo>
                    <a:lnTo>
                      <a:pt x="390" y="36"/>
                    </a:lnTo>
                    <a:lnTo>
                      <a:pt x="372" y="36"/>
                    </a:lnTo>
                    <a:lnTo>
                      <a:pt x="348" y="12"/>
                    </a:lnTo>
                    <a:lnTo>
                      <a:pt x="324" y="12"/>
                    </a:lnTo>
                    <a:lnTo>
                      <a:pt x="312" y="6"/>
                    </a:lnTo>
                    <a:lnTo>
                      <a:pt x="300" y="6"/>
                    </a:lnTo>
                    <a:lnTo>
                      <a:pt x="288" y="0"/>
                    </a:lnTo>
                    <a:lnTo>
                      <a:pt x="282" y="0"/>
                    </a:lnTo>
                    <a:lnTo>
                      <a:pt x="282" y="12"/>
                    </a:lnTo>
                    <a:lnTo>
                      <a:pt x="252" y="6"/>
                    </a:lnTo>
                    <a:lnTo>
                      <a:pt x="252" y="12"/>
                    </a:lnTo>
                    <a:lnTo>
                      <a:pt x="246" y="12"/>
                    </a:lnTo>
                    <a:lnTo>
                      <a:pt x="234" y="18"/>
                    </a:lnTo>
                    <a:lnTo>
                      <a:pt x="228" y="18"/>
                    </a:lnTo>
                    <a:lnTo>
                      <a:pt x="222" y="24"/>
                    </a:lnTo>
                    <a:lnTo>
                      <a:pt x="222" y="36"/>
                    </a:lnTo>
                    <a:lnTo>
                      <a:pt x="216" y="42"/>
                    </a:lnTo>
                    <a:lnTo>
                      <a:pt x="198" y="42"/>
                    </a:lnTo>
                    <a:lnTo>
                      <a:pt x="186" y="36"/>
                    </a:lnTo>
                    <a:lnTo>
                      <a:pt x="180" y="30"/>
                    </a:lnTo>
                    <a:lnTo>
                      <a:pt x="156" y="30"/>
                    </a:lnTo>
                    <a:lnTo>
                      <a:pt x="138" y="24"/>
                    </a:lnTo>
                    <a:lnTo>
                      <a:pt x="138" y="30"/>
                    </a:lnTo>
                    <a:lnTo>
                      <a:pt x="132" y="36"/>
                    </a:lnTo>
                    <a:lnTo>
                      <a:pt x="108" y="36"/>
                    </a:lnTo>
                    <a:lnTo>
                      <a:pt x="102" y="30"/>
                    </a:lnTo>
                    <a:lnTo>
                      <a:pt x="90" y="30"/>
                    </a:lnTo>
                    <a:lnTo>
                      <a:pt x="66" y="18"/>
                    </a:lnTo>
                    <a:lnTo>
                      <a:pt x="54" y="30"/>
                    </a:lnTo>
                    <a:lnTo>
                      <a:pt x="36" y="30"/>
                    </a:lnTo>
                    <a:lnTo>
                      <a:pt x="30" y="24"/>
                    </a:lnTo>
                    <a:lnTo>
                      <a:pt x="36" y="18"/>
                    </a:lnTo>
                    <a:lnTo>
                      <a:pt x="36" y="12"/>
                    </a:lnTo>
                    <a:lnTo>
                      <a:pt x="42" y="6"/>
                    </a:lnTo>
                    <a:lnTo>
                      <a:pt x="36" y="0"/>
                    </a:lnTo>
                    <a:lnTo>
                      <a:pt x="12" y="0"/>
                    </a:lnTo>
                    <a:lnTo>
                      <a:pt x="12" y="12"/>
                    </a:lnTo>
                    <a:lnTo>
                      <a:pt x="0" y="24"/>
                    </a:lnTo>
                    <a:lnTo>
                      <a:pt x="0" y="42"/>
                    </a:lnTo>
                    <a:lnTo>
                      <a:pt x="18" y="48"/>
                    </a:lnTo>
                    <a:lnTo>
                      <a:pt x="12" y="60"/>
                    </a:lnTo>
                    <a:lnTo>
                      <a:pt x="30" y="66"/>
                    </a:lnTo>
                    <a:lnTo>
                      <a:pt x="36" y="72"/>
                    </a:lnTo>
                    <a:lnTo>
                      <a:pt x="36" y="96"/>
                    </a:lnTo>
                    <a:lnTo>
                      <a:pt x="30" y="102"/>
                    </a:lnTo>
                    <a:lnTo>
                      <a:pt x="6" y="102"/>
                    </a:lnTo>
                    <a:lnTo>
                      <a:pt x="6" y="108"/>
                    </a:lnTo>
                    <a:lnTo>
                      <a:pt x="12" y="114"/>
                    </a:lnTo>
                    <a:lnTo>
                      <a:pt x="12" y="138"/>
                    </a:lnTo>
                    <a:lnTo>
                      <a:pt x="0" y="138"/>
                    </a:lnTo>
                    <a:lnTo>
                      <a:pt x="12" y="156"/>
                    </a:lnTo>
                    <a:lnTo>
                      <a:pt x="18" y="156"/>
                    </a:lnTo>
                    <a:lnTo>
                      <a:pt x="18" y="168"/>
                    </a:lnTo>
                    <a:lnTo>
                      <a:pt x="36" y="180"/>
                    </a:lnTo>
                    <a:lnTo>
                      <a:pt x="42" y="186"/>
                    </a:lnTo>
                    <a:lnTo>
                      <a:pt x="48" y="198"/>
                    </a:lnTo>
                    <a:lnTo>
                      <a:pt x="48" y="210"/>
                    </a:lnTo>
                    <a:lnTo>
                      <a:pt x="42" y="222"/>
                    </a:lnTo>
                    <a:lnTo>
                      <a:pt x="48" y="222"/>
                    </a:lnTo>
                    <a:lnTo>
                      <a:pt x="54" y="228"/>
                    </a:lnTo>
                    <a:lnTo>
                      <a:pt x="66" y="228"/>
                    </a:lnTo>
                    <a:lnTo>
                      <a:pt x="78" y="222"/>
                    </a:lnTo>
                    <a:lnTo>
                      <a:pt x="84" y="216"/>
                    </a:lnTo>
                    <a:lnTo>
                      <a:pt x="108" y="222"/>
                    </a:lnTo>
                    <a:lnTo>
                      <a:pt x="114" y="204"/>
                    </a:lnTo>
                    <a:lnTo>
                      <a:pt x="144" y="198"/>
                    </a:lnTo>
                    <a:lnTo>
                      <a:pt x="144" y="204"/>
                    </a:lnTo>
                    <a:lnTo>
                      <a:pt x="162" y="222"/>
                    </a:lnTo>
                    <a:lnTo>
                      <a:pt x="174" y="222"/>
                    </a:lnTo>
                    <a:lnTo>
                      <a:pt x="180" y="216"/>
                    </a:lnTo>
                    <a:lnTo>
                      <a:pt x="192" y="228"/>
                    </a:lnTo>
                    <a:lnTo>
                      <a:pt x="204" y="228"/>
                    </a:lnTo>
                    <a:lnTo>
                      <a:pt x="216" y="216"/>
                    </a:lnTo>
                    <a:lnTo>
                      <a:pt x="228" y="228"/>
                    </a:lnTo>
                    <a:lnTo>
                      <a:pt x="246" y="228"/>
                    </a:lnTo>
                    <a:lnTo>
                      <a:pt x="252" y="222"/>
                    </a:lnTo>
                    <a:lnTo>
                      <a:pt x="252" y="204"/>
                    </a:lnTo>
                    <a:lnTo>
                      <a:pt x="246" y="198"/>
                    </a:lnTo>
                    <a:lnTo>
                      <a:pt x="264" y="192"/>
                    </a:lnTo>
                    <a:lnTo>
                      <a:pt x="282" y="168"/>
                    </a:lnTo>
                    <a:lnTo>
                      <a:pt x="312" y="174"/>
                    </a:lnTo>
                    <a:lnTo>
                      <a:pt x="324" y="156"/>
                    </a:lnTo>
                    <a:lnTo>
                      <a:pt x="336" y="174"/>
                    </a:lnTo>
                    <a:lnTo>
                      <a:pt x="348" y="174"/>
                    </a:lnTo>
                    <a:lnTo>
                      <a:pt x="360" y="180"/>
                    </a:lnTo>
                    <a:lnTo>
                      <a:pt x="372" y="180"/>
                    </a:lnTo>
                    <a:lnTo>
                      <a:pt x="372" y="1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5" name="Bosnia and Herzegovina" descr="© INSCALE GmbH, 05.05.2010&#10;http://www.presentationload.com/">
                <a:extLst>
                  <a:ext uri="{FF2B5EF4-FFF2-40B4-BE49-F238E27FC236}">
                    <a16:creationId xmlns:a16="http://schemas.microsoft.com/office/drawing/2014/main" id="{D6EB5837-32B1-BE47-8E74-07C6F4BE6DEF}"/>
                  </a:ext>
                </a:extLst>
              </p:cNvPr>
              <p:cNvSpPr>
                <a:spLocks/>
              </p:cNvSpPr>
              <p:nvPr/>
            </p:nvSpPr>
            <p:spPr bwMode="gray">
              <a:xfrm>
                <a:off x="6171607" y="2609833"/>
                <a:ext cx="111767" cy="98618"/>
              </a:xfrm>
              <a:custGeom>
                <a:avLst/>
                <a:gdLst>
                  <a:gd name="T0" fmla="*/ 2147483647 w 264"/>
                  <a:gd name="T1" fmla="*/ 2147483647 h 234"/>
                  <a:gd name="T2" fmla="*/ 2147483647 w 264"/>
                  <a:gd name="T3" fmla="*/ 2147483647 h 234"/>
                  <a:gd name="T4" fmla="*/ 2147483647 w 264"/>
                  <a:gd name="T5" fmla="*/ 2147483647 h 234"/>
                  <a:gd name="T6" fmla="*/ 2147483647 w 264"/>
                  <a:gd name="T7" fmla="*/ 2147483647 h 234"/>
                  <a:gd name="T8" fmla="*/ 2147483647 w 264"/>
                  <a:gd name="T9" fmla="*/ 2147483647 h 234"/>
                  <a:gd name="T10" fmla="*/ 2147483647 w 264"/>
                  <a:gd name="T11" fmla="*/ 2147483647 h 234"/>
                  <a:gd name="T12" fmla="*/ 2147483647 w 264"/>
                  <a:gd name="T13" fmla="*/ 2147483647 h 234"/>
                  <a:gd name="T14" fmla="*/ 2147483647 w 264"/>
                  <a:gd name="T15" fmla="*/ 2147483647 h 234"/>
                  <a:gd name="T16" fmla="*/ 2147483647 w 264"/>
                  <a:gd name="T17" fmla="*/ 2147483647 h 234"/>
                  <a:gd name="T18" fmla="*/ 2147483647 w 264"/>
                  <a:gd name="T19" fmla="*/ 2147483647 h 234"/>
                  <a:gd name="T20" fmla="*/ 2147483647 w 264"/>
                  <a:gd name="T21" fmla="*/ 2147483647 h 234"/>
                  <a:gd name="T22" fmla="*/ 2147483647 w 264"/>
                  <a:gd name="T23" fmla="*/ 2147483647 h 234"/>
                  <a:gd name="T24" fmla="*/ 2147483647 w 264"/>
                  <a:gd name="T25" fmla="*/ 2147483647 h 234"/>
                  <a:gd name="T26" fmla="*/ 2147483647 w 264"/>
                  <a:gd name="T27" fmla="*/ 2147483647 h 234"/>
                  <a:gd name="T28" fmla="*/ 2147483647 w 264"/>
                  <a:gd name="T29" fmla="*/ 2147483647 h 234"/>
                  <a:gd name="T30" fmla="*/ 2147483647 w 264"/>
                  <a:gd name="T31" fmla="*/ 2147483647 h 234"/>
                  <a:gd name="T32" fmla="*/ 2147483647 w 264"/>
                  <a:gd name="T33" fmla="*/ 2147483647 h 234"/>
                  <a:gd name="T34" fmla="*/ 2147483647 w 264"/>
                  <a:gd name="T35" fmla="*/ 2147483647 h 234"/>
                  <a:gd name="T36" fmla="*/ 2147483647 w 264"/>
                  <a:gd name="T37" fmla="*/ 2147483647 h 234"/>
                  <a:gd name="T38" fmla="*/ 2147483647 w 264"/>
                  <a:gd name="T39" fmla="*/ 0 h 234"/>
                  <a:gd name="T40" fmla="*/ 2147483647 w 264"/>
                  <a:gd name="T41" fmla="*/ 0 h 234"/>
                  <a:gd name="T42" fmla="*/ 2147483647 w 264"/>
                  <a:gd name="T43" fmla="*/ 2147483647 h 234"/>
                  <a:gd name="T44" fmla="*/ 0 w 264"/>
                  <a:gd name="T45" fmla="*/ 2147483647 h 234"/>
                  <a:gd name="T46" fmla="*/ 2147483647 w 264"/>
                  <a:gd name="T47" fmla="*/ 2147483647 h 234"/>
                  <a:gd name="T48" fmla="*/ 2147483647 w 264"/>
                  <a:gd name="T49" fmla="*/ 2147483647 h 234"/>
                  <a:gd name="T50" fmla="*/ 2147483647 w 264"/>
                  <a:gd name="T51" fmla="*/ 2147483647 h 234"/>
                  <a:gd name="T52" fmla="*/ 2147483647 w 264"/>
                  <a:gd name="T53" fmla="*/ 2147483647 h 234"/>
                  <a:gd name="T54" fmla="*/ 2147483647 w 264"/>
                  <a:gd name="T55" fmla="*/ 2147483647 h 234"/>
                  <a:gd name="T56" fmla="*/ 2147483647 w 264"/>
                  <a:gd name="T57" fmla="*/ 2147483647 h 234"/>
                  <a:gd name="T58" fmla="*/ 2147483647 w 264"/>
                  <a:gd name="T59" fmla="*/ 2147483647 h 234"/>
                  <a:gd name="T60" fmla="*/ 2147483647 w 264"/>
                  <a:gd name="T61" fmla="*/ 2147483647 h 234"/>
                  <a:gd name="T62" fmla="*/ 2147483647 w 264"/>
                  <a:gd name="T63" fmla="*/ 2147483647 h 234"/>
                  <a:gd name="T64" fmla="*/ 2147483647 w 264"/>
                  <a:gd name="T65" fmla="*/ 2147483647 h 234"/>
                  <a:gd name="T66" fmla="*/ 2147483647 w 264"/>
                  <a:gd name="T67" fmla="*/ 2147483647 h 234"/>
                  <a:gd name="T68" fmla="*/ 2147483647 w 264"/>
                  <a:gd name="T69" fmla="*/ 2147483647 h 234"/>
                  <a:gd name="T70" fmla="*/ 2147483647 w 264"/>
                  <a:gd name="T71" fmla="*/ 2147483647 h 234"/>
                  <a:gd name="T72" fmla="*/ 2147483647 w 264"/>
                  <a:gd name="T73" fmla="*/ 2147483647 h 234"/>
                  <a:gd name="T74" fmla="*/ 2147483647 w 264"/>
                  <a:gd name="T75" fmla="*/ 2147483647 h 234"/>
                  <a:gd name="T76" fmla="*/ 2147483647 w 264"/>
                  <a:gd name="T77" fmla="*/ 2147483647 h 234"/>
                  <a:gd name="T78" fmla="*/ 2147483647 w 264"/>
                  <a:gd name="T79" fmla="*/ 2147483647 h 234"/>
                  <a:gd name="T80" fmla="*/ 2147483647 w 264"/>
                  <a:gd name="T81" fmla="*/ 2147483647 h 234"/>
                  <a:gd name="T82" fmla="*/ 2147483647 w 264"/>
                  <a:gd name="T83" fmla="*/ 2147483647 h 234"/>
                  <a:gd name="T84" fmla="*/ 2147483647 w 264"/>
                  <a:gd name="T85" fmla="*/ 2147483647 h 234"/>
                  <a:gd name="T86" fmla="*/ 2147483647 w 264"/>
                  <a:gd name="T87" fmla="*/ 2147483647 h 234"/>
                  <a:gd name="T88" fmla="*/ 2147483647 w 264"/>
                  <a:gd name="T89" fmla="*/ 2147483647 h 234"/>
                  <a:gd name="T90" fmla="*/ 2147483647 w 264"/>
                  <a:gd name="T91" fmla="*/ 2147483647 h 234"/>
                  <a:gd name="T92" fmla="*/ 2147483647 w 264"/>
                  <a:gd name="T93" fmla="*/ 2147483647 h 234"/>
                  <a:gd name="T94" fmla="*/ 2147483647 w 264"/>
                  <a:gd name="T95" fmla="*/ 2147483647 h 234"/>
                  <a:gd name="T96" fmla="*/ 2147483647 w 264"/>
                  <a:gd name="T97" fmla="*/ 2147483647 h 234"/>
                  <a:gd name="T98" fmla="*/ 2147483647 w 264"/>
                  <a:gd name="T99" fmla="*/ 2147483647 h 234"/>
                  <a:gd name="T100" fmla="*/ 2147483647 w 264"/>
                  <a:gd name="T101" fmla="*/ 2147483647 h 234"/>
                  <a:gd name="T102" fmla="*/ 2147483647 w 264"/>
                  <a:gd name="T103" fmla="*/ 2147483647 h 234"/>
                  <a:gd name="T104" fmla="*/ 2147483647 w 264"/>
                  <a:gd name="T105" fmla="*/ 2147483647 h 234"/>
                  <a:gd name="T106" fmla="*/ 2147483647 w 264"/>
                  <a:gd name="T107" fmla="*/ 2147483647 h 234"/>
                  <a:gd name="T108" fmla="*/ 2147483647 w 264"/>
                  <a:gd name="T109" fmla="*/ 2147483647 h 234"/>
                  <a:gd name="T110" fmla="*/ 2147483647 w 264"/>
                  <a:gd name="T111" fmla="*/ 2147483647 h 234"/>
                  <a:gd name="T112" fmla="*/ 2147483647 w 264"/>
                  <a:gd name="T113" fmla="*/ 2147483647 h 234"/>
                  <a:gd name="T114" fmla="*/ 2147483647 w 264"/>
                  <a:gd name="T115" fmla="*/ 2147483647 h 234"/>
                  <a:gd name="T116" fmla="*/ 2147483647 w 264"/>
                  <a:gd name="T117" fmla="*/ 2147483647 h 234"/>
                  <a:gd name="T118" fmla="*/ 2147483647 w 264"/>
                  <a:gd name="T119" fmla="*/ 2147483647 h 234"/>
                  <a:gd name="T120" fmla="*/ 2147483647 w 264"/>
                  <a:gd name="T121" fmla="*/ 2147483647 h 234"/>
                  <a:gd name="T122" fmla="*/ 2147483647 w 264"/>
                  <a:gd name="T123" fmla="*/ 2147483647 h 234"/>
                  <a:gd name="T124" fmla="*/ 2147483647 w 264"/>
                  <a:gd name="T125" fmla="*/ 2147483647 h 2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4"/>
                  <a:gd name="T190" fmla="*/ 0 h 234"/>
                  <a:gd name="T191" fmla="*/ 264 w 264"/>
                  <a:gd name="T192" fmla="*/ 234 h 2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4" h="234">
                    <a:moveTo>
                      <a:pt x="246" y="78"/>
                    </a:moveTo>
                    <a:lnTo>
                      <a:pt x="228" y="78"/>
                    </a:lnTo>
                    <a:lnTo>
                      <a:pt x="228" y="60"/>
                    </a:lnTo>
                    <a:lnTo>
                      <a:pt x="246" y="42"/>
                    </a:lnTo>
                    <a:lnTo>
                      <a:pt x="246" y="30"/>
                    </a:lnTo>
                    <a:lnTo>
                      <a:pt x="234" y="30"/>
                    </a:lnTo>
                    <a:lnTo>
                      <a:pt x="222" y="36"/>
                    </a:lnTo>
                    <a:lnTo>
                      <a:pt x="216" y="36"/>
                    </a:lnTo>
                    <a:lnTo>
                      <a:pt x="216" y="30"/>
                    </a:lnTo>
                    <a:lnTo>
                      <a:pt x="204" y="30"/>
                    </a:lnTo>
                    <a:lnTo>
                      <a:pt x="192" y="12"/>
                    </a:lnTo>
                    <a:lnTo>
                      <a:pt x="138" y="12"/>
                    </a:lnTo>
                    <a:lnTo>
                      <a:pt x="132" y="6"/>
                    </a:lnTo>
                    <a:lnTo>
                      <a:pt x="120" y="6"/>
                    </a:lnTo>
                    <a:lnTo>
                      <a:pt x="108" y="12"/>
                    </a:lnTo>
                    <a:lnTo>
                      <a:pt x="90" y="6"/>
                    </a:lnTo>
                    <a:lnTo>
                      <a:pt x="66" y="6"/>
                    </a:lnTo>
                    <a:lnTo>
                      <a:pt x="42" y="12"/>
                    </a:lnTo>
                    <a:lnTo>
                      <a:pt x="30" y="6"/>
                    </a:lnTo>
                    <a:lnTo>
                      <a:pt x="24" y="0"/>
                    </a:lnTo>
                    <a:lnTo>
                      <a:pt x="18" y="0"/>
                    </a:lnTo>
                    <a:lnTo>
                      <a:pt x="18" y="24"/>
                    </a:lnTo>
                    <a:lnTo>
                      <a:pt x="0" y="30"/>
                    </a:lnTo>
                    <a:lnTo>
                      <a:pt x="12" y="42"/>
                    </a:lnTo>
                    <a:lnTo>
                      <a:pt x="30" y="48"/>
                    </a:lnTo>
                    <a:lnTo>
                      <a:pt x="30" y="60"/>
                    </a:lnTo>
                    <a:lnTo>
                      <a:pt x="36" y="60"/>
                    </a:lnTo>
                    <a:lnTo>
                      <a:pt x="42" y="66"/>
                    </a:lnTo>
                    <a:lnTo>
                      <a:pt x="42" y="84"/>
                    </a:lnTo>
                    <a:lnTo>
                      <a:pt x="60" y="90"/>
                    </a:lnTo>
                    <a:lnTo>
                      <a:pt x="72" y="120"/>
                    </a:lnTo>
                    <a:lnTo>
                      <a:pt x="84" y="132"/>
                    </a:lnTo>
                    <a:lnTo>
                      <a:pt x="96" y="138"/>
                    </a:lnTo>
                    <a:lnTo>
                      <a:pt x="114" y="150"/>
                    </a:lnTo>
                    <a:lnTo>
                      <a:pt x="126" y="156"/>
                    </a:lnTo>
                    <a:lnTo>
                      <a:pt x="132" y="168"/>
                    </a:lnTo>
                    <a:lnTo>
                      <a:pt x="132" y="174"/>
                    </a:lnTo>
                    <a:lnTo>
                      <a:pt x="126" y="180"/>
                    </a:lnTo>
                    <a:lnTo>
                      <a:pt x="138" y="180"/>
                    </a:lnTo>
                    <a:lnTo>
                      <a:pt x="156" y="198"/>
                    </a:lnTo>
                    <a:lnTo>
                      <a:pt x="162" y="210"/>
                    </a:lnTo>
                    <a:lnTo>
                      <a:pt x="174" y="216"/>
                    </a:lnTo>
                    <a:lnTo>
                      <a:pt x="192" y="234"/>
                    </a:lnTo>
                    <a:lnTo>
                      <a:pt x="210" y="204"/>
                    </a:lnTo>
                    <a:lnTo>
                      <a:pt x="198" y="198"/>
                    </a:lnTo>
                    <a:lnTo>
                      <a:pt x="192" y="198"/>
                    </a:lnTo>
                    <a:lnTo>
                      <a:pt x="186" y="192"/>
                    </a:lnTo>
                    <a:lnTo>
                      <a:pt x="186" y="186"/>
                    </a:lnTo>
                    <a:lnTo>
                      <a:pt x="192" y="180"/>
                    </a:lnTo>
                    <a:lnTo>
                      <a:pt x="198" y="180"/>
                    </a:lnTo>
                    <a:lnTo>
                      <a:pt x="204" y="168"/>
                    </a:lnTo>
                    <a:lnTo>
                      <a:pt x="204" y="162"/>
                    </a:lnTo>
                    <a:lnTo>
                      <a:pt x="210" y="156"/>
                    </a:lnTo>
                    <a:lnTo>
                      <a:pt x="228" y="156"/>
                    </a:lnTo>
                    <a:lnTo>
                      <a:pt x="228" y="132"/>
                    </a:lnTo>
                    <a:lnTo>
                      <a:pt x="258" y="132"/>
                    </a:lnTo>
                    <a:lnTo>
                      <a:pt x="258" y="126"/>
                    </a:lnTo>
                    <a:lnTo>
                      <a:pt x="252" y="114"/>
                    </a:lnTo>
                    <a:lnTo>
                      <a:pt x="240" y="102"/>
                    </a:lnTo>
                    <a:lnTo>
                      <a:pt x="264" y="96"/>
                    </a:lnTo>
                    <a:lnTo>
                      <a:pt x="258" y="84"/>
                    </a:lnTo>
                    <a:lnTo>
                      <a:pt x="252" y="78"/>
                    </a:lnTo>
                    <a:lnTo>
                      <a:pt x="246" y="7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6" name="Belgium" descr="© INSCALE GmbH, 05.05.2010&#10;http://www.presentationload.com/">
                <a:extLst>
                  <a:ext uri="{FF2B5EF4-FFF2-40B4-BE49-F238E27FC236}">
                    <a16:creationId xmlns:a16="http://schemas.microsoft.com/office/drawing/2014/main" id="{BBDD6EBE-E22F-C049-B245-D89DCAC2AE33}"/>
                  </a:ext>
                </a:extLst>
              </p:cNvPr>
              <p:cNvSpPr>
                <a:spLocks/>
              </p:cNvSpPr>
              <p:nvPr/>
            </p:nvSpPr>
            <p:spPr bwMode="gray">
              <a:xfrm>
                <a:off x="5836305" y="2407665"/>
                <a:ext cx="93688" cy="64102"/>
              </a:xfrm>
              <a:custGeom>
                <a:avLst/>
                <a:gdLst>
                  <a:gd name="T0" fmla="*/ 0 w 222"/>
                  <a:gd name="T1" fmla="*/ 2147483647 h 150"/>
                  <a:gd name="T2" fmla="*/ 2147483647 w 222"/>
                  <a:gd name="T3" fmla="*/ 2147483647 h 150"/>
                  <a:gd name="T4" fmla="*/ 2147483647 w 222"/>
                  <a:gd name="T5" fmla="*/ 2147483647 h 150"/>
                  <a:gd name="T6" fmla="*/ 2147483647 w 222"/>
                  <a:gd name="T7" fmla="*/ 2147483647 h 150"/>
                  <a:gd name="T8" fmla="*/ 2147483647 w 222"/>
                  <a:gd name="T9" fmla="*/ 2147483647 h 150"/>
                  <a:gd name="T10" fmla="*/ 2147483647 w 222"/>
                  <a:gd name="T11" fmla="*/ 2147483647 h 150"/>
                  <a:gd name="T12" fmla="*/ 2147483647 w 222"/>
                  <a:gd name="T13" fmla="*/ 2147483647 h 150"/>
                  <a:gd name="T14" fmla="*/ 2147483647 w 222"/>
                  <a:gd name="T15" fmla="*/ 2147483647 h 150"/>
                  <a:gd name="T16" fmla="*/ 2147483647 w 222"/>
                  <a:gd name="T17" fmla="*/ 2147483647 h 150"/>
                  <a:gd name="T18" fmla="*/ 2147483647 w 222"/>
                  <a:gd name="T19" fmla="*/ 2147483647 h 150"/>
                  <a:gd name="T20" fmla="*/ 2147483647 w 222"/>
                  <a:gd name="T21" fmla="*/ 2147483647 h 150"/>
                  <a:gd name="T22" fmla="*/ 2147483647 w 222"/>
                  <a:gd name="T23" fmla="*/ 2147483647 h 150"/>
                  <a:gd name="T24" fmla="*/ 2147483647 w 222"/>
                  <a:gd name="T25" fmla="*/ 2147483647 h 150"/>
                  <a:gd name="T26" fmla="*/ 2147483647 w 222"/>
                  <a:gd name="T27" fmla="*/ 2147483647 h 150"/>
                  <a:gd name="T28" fmla="*/ 2147483647 w 222"/>
                  <a:gd name="T29" fmla="*/ 2147483647 h 150"/>
                  <a:gd name="T30" fmla="*/ 2147483647 w 222"/>
                  <a:gd name="T31" fmla="*/ 2147483647 h 150"/>
                  <a:gd name="T32" fmla="*/ 2147483647 w 222"/>
                  <a:gd name="T33" fmla="*/ 2147483647 h 150"/>
                  <a:gd name="T34" fmla="*/ 2147483647 w 222"/>
                  <a:gd name="T35" fmla="*/ 2147483647 h 150"/>
                  <a:gd name="T36" fmla="*/ 2147483647 w 222"/>
                  <a:gd name="T37" fmla="*/ 2147483647 h 150"/>
                  <a:gd name="T38" fmla="*/ 2147483647 w 222"/>
                  <a:gd name="T39" fmla="*/ 2147483647 h 150"/>
                  <a:gd name="T40" fmla="*/ 2147483647 w 222"/>
                  <a:gd name="T41" fmla="*/ 2147483647 h 150"/>
                  <a:gd name="T42" fmla="*/ 2147483647 w 222"/>
                  <a:gd name="T43" fmla="*/ 2147483647 h 150"/>
                  <a:gd name="T44" fmla="*/ 2147483647 w 222"/>
                  <a:gd name="T45" fmla="*/ 2147483647 h 150"/>
                  <a:gd name="T46" fmla="*/ 2147483647 w 222"/>
                  <a:gd name="T47" fmla="*/ 2147483647 h 150"/>
                  <a:gd name="T48" fmla="*/ 2147483647 w 222"/>
                  <a:gd name="T49" fmla="*/ 2147483647 h 150"/>
                  <a:gd name="T50" fmla="*/ 2147483647 w 222"/>
                  <a:gd name="T51" fmla="*/ 2147483647 h 150"/>
                  <a:gd name="T52" fmla="*/ 2147483647 w 222"/>
                  <a:gd name="T53" fmla="*/ 2147483647 h 150"/>
                  <a:gd name="T54" fmla="*/ 2147483647 w 222"/>
                  <a:gd name="T55" fmla="*/ 2147483647 h 150"/>
                  <a:gd name="T56" fmla="*/ 2147483647 w 222"/>
                  <a:gd name="T57" fmla="*/ 2147483647 h 150"/>
                  <a:gd name="T58" fmla="*/ 2147483647 w 222"/>
                  <a:gd name="T59" fmla="*/ 2147483647 h 150"/>
                  <a:gd name="T60" fmla="*/ 2147483647 w 222"/>
                  <a:gd name="T61" fmla="*/ 2147483647 h 150"/>
                  <a:gd name="T62" fmla="*/ 2147483647 w 222"/>
                  <a:gd name="T63" fmla="*/ 2147483647 h 150"/>
                  <a:gd name="T64" fmla="*/ 2147483647 w 222"/>
                  <a:gd name="T65" fmla="*/ 2147483647 h 150"/>
                  <a:gd name="T66" fmla="*/ 2147483647 w 222"/>
                  <a:gd name="T67" fmla="*/ 2147483647 h 150"/>
                  <a:gd name="T68" fmla="*/ 2147483647 w 222"/>
                  <a:gd name="T69" fmla="*/ 2147483647 h 150"/>
                  <a:gd name="T70" fmla="*/ 2147483647 w 222"/>
                  <a:gd name="T71" fmla="*/ 2147483647 h 150"/>
                  <a:gd name="T72" fmla="*/ 2147483647 w 222"/>
                  <a:gd name="T73" fmla="*/ 2147483647 h 150"/>
                  <a:gd name="T74" fmla="*/ 2147483647 w 222"/>
                  <a:gd name="T75" fmla="*/ 2147483647 h 150"/>
                  <a:gd name="T76" fmla="*/ 2147483647 w 222"/>
                  <a:gd name="T77" fmla="*/ 2147483647 h 150"/>
                  <a:gd name="T78" fmla="*/ 2147483647 w 222"/>
                  <a:gd name="T79" fmla="*/ 2147483647 h 150"/>
                  <a:gd name="T80" fmla="*/ 2147483647 w 222"/>
                  <a:gd name="T81" fmla="*/ 0 h 150"/>
                  <a:gd name="T82" fmla="*/ 2147483647 w 222"/>
                  <a:gd name="T83" fmla="*/ 0 h 150"/>
                  <a:gd name="T84" fmla="*/ 2147483647 w 222"/>
                  <a:gd name="T85" fmla="*/ 2147483647 h 150"/>
                  <a:gd name="T86" fmla="*/ 2147483647 w 222"/>
                  <a:gd name="T87" fmla="*/ 0 h 150"/>
                  <a:gd name="T88" fmla="*/ 2147483647 w 222"/>
                  <a:gd name="T89" fmla="*/ 2147483647 h 150"/>
                  <a:gd name="T90" fmla="*/ 2147483647 w 222"/>
                  <a:gd name="T91" fmla="*/ 2147483647 h 150"/>
                  <a:gd name="T92" fmla="*/ 2147483647 w 222"/>
                  <a:gd name="T93" fmla="*/ 2147483647 h 150"/>
                  <a:gd name="T94" fmla="*/ 2147483647 w 222"/>
                  <a:gd name="T95" fmla="*/ 2147483647 h 150"/>
                  <a:gd name="T96" fmla="*/ 2147483647 w 222"/>
                  <a:gd name="T97" fmla="*/ 2147483647 h 150"/>
                  <a:gd name="T98" fmla="*/ 2147483647 w 222"/>
                  <a:gd name="T99" fmla="*/ 2147483647 h 150"/>
                  <a:gd name="T100" fmla="*/ 2147483647 w 222"/>
                  <a:gd name="T101" fmla="*/ 2147483647 h 150"/>
                  <a:gd name="T102" fmla="*/ 0 w 222"/>
                  <a:gd name="T103" fmla="*/ 2147483647 h 150"/>
                  <a:gd name="T104" fmla="*/ 0 w 222"/>
                  <a:gd name="T105" fmla="*/ 2147483647 h 1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2"/>
                  <a:gd name="T160" fmla="*/ 0 h 150"/>
                  <a:gd name="T161" fmla="*/ 222 w 222"/>
                  <a:gd name="T162" fmla="*/ 150 h 15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2" h="150">
                    <a:moveTo>
                      <a:pt x="0" y="42"/>
                    </a:moveTo>
                    <a:lnTo>
                      <a:pt x="6" y="60"/>
                    </a:lnTo>
                    <a:lnTo>
                      <a:pt x="30" y="66"/>
                    </a:lnTo>
                    <a:lnTo>
                      <a:pt x="42" y="78"/>
                    </a:lnTo>
                    <a:lnTo>
                      <a:pt x="66" y="78"/>
                    </a:lnTo>
                    <a:lnTo>
                      <a:pt x="78" y="84"/>
                    </a:lnTo>
                    <a:lnTo>
                      <a:pt x="84" y="90"/>
                    </a:lnTo>
                    <a:lnTo>
                      <a:pt x="84" y="114"/>
                    </a:lnTo>
                    <a:lnTo>
                      <a:pt x="108" y="114"/>
                    </a:lnTo>
                    <a:lnTo>
                      <a:pt x="120" y="102"/>
                    </a:lnTo>
                    <a:lnTo>
                      <a:pt x="120" y="126"/>
                    </a:lnTo>
                    <a:lnTo>
                      <a:pt x="132" y="126"/>
                    </a:lnTo>
                    <a:lnTo>
                      <a:pt x="144" y="132"/>
                    </a:lnTo>
                    <a:lnTo>
                      <a:pt x="150" y="132"/>
                    </a:lnTo>
                    <a:lnTo>
                      <a:pt x="162" y="144"/>
                    </a:lnTo>
                    <a:lnTo>
                      <a:pt x="180" y="144"/>
                    </a:lnTo>
                    <a:lnTo>
                      <a:pt x="192" y="150"/>
                    </a:lnTo>
                    <a:lnTo>
                      <a:pt x="192" y="144"/>
                    </a:lnTo>
                    <a:lnTo>
                      <a:pt x="186" y="132"/>
                    </a:lnTo>
                    <a:lnTo>
                      <a:pt x="174" y="120"/>
                    </a:lnTo>
                    <a:lnTo>
                      <a:pt x="174" y="114"/>
                    </a:lnTo>
                    <a:lnTo>
                      <a:pt x="180" y="114"/>
                    </a:lnTo>
                    <a:lnTo>
                      <a:pt x="192" y="108"/>
                    </a:lnTo>
                    <a:lnTo>
                      <a:pt x="198" y="102"/>
                    </a:lnTo>
                    <a:lnTo>
                      <a:pt x="204" y="102"/>
                    </a:lnTo>
                    <a:lnTo>
                      <a:pt x="204" y="96"/>
                    </a:lnTo>
                    <a:lnTo>
                      <a:pt x="210" y="90"/>
                    </a:lnTo>
                    <a:lnTo>
                      <a:pt x="222" y="90"/>
                    </a:lnTo>
                    <a:lnTo>
                      <a:pt x="216" y="84"/>
                    </a:lnTo>
                    <a:lnTo>
                      <a:pt x="216" y="66"/>
                    </a:lnTo>
                    <a:lnTo>
                      <a:pt x="204" y="54"/>
                    </a:lnTo>
                    <a:lnTo>
                      <a:pt x="180" y="54"/>
                    </a:lnTo>
                    <a:lnTo>
                      <a:pt x="180" y="42"/>
                    </a:lnTo>
                    <a:lnTo>
                      <a:pt x="186" y="36"/>
                    </a:lnTo>
                    <a:lnTo>
                      <a:pt x="186" y="18"/>
                    </a:lnTo>
                    <a:lnTo>
                      <a:pt x="180" y="12"/>
                    </a:lnTo>
                    <a:lnTo>
                      <a:pt x="174" y="12"/>
                    </a:lnTo>
                    <a:lnTo>
                      <a:pt x="162" y="18"/>
                    </a:lnTo>
                    <a:lnTo>
                      <a:pt x="150" y="18"/>
                    </a:lnTo>
                    <a:lnTo>
                      <a:pt x="144" y="12"/>
                    </a:lnTo>
                    <a:lnTo>
                      <a:pt x="144" y="0"/>
                    </a:lnTo>
                    <a:lnTo>
                      <a:pt x="108" y="0"/>
                    </a:lnTo>
                    <a:lnTo>
                      <a:pt x="108" y="6"/>
                    </a:lnTo>
                    <a:lnTo>
                      <a:pt x="96" y="0"/>
                    </a:lnTo>
                    <a:lnTo>
                      <a:pt x="96" y="12"/>
                    </a:lnTo>
                    <a:lnTo>
                      <a:pt x="78" y="6"/>
                    </a:lnTo>
                    <a:lnTo>
                      <a:pt x="72" y="18"/>
                    </a:lnTo>
                    <a:lnTo>
                      <a:pt x="66" y="12"/>
                    </a:lnTo>
                    <a:lnTo>
                      <a:pt x="42" y="12"/>
                    </a:lnTo>
                    <a:lnTo>
                      <a:pt x="36" y="6"/>
                    </a:lnTo>
                    <a:lnTo>
                      <a:pt x="24" y="6"/>
                    </a:lnTo>
                    <a:lnTo>
                      <a:pt x="0" y="24"/>
                    </a:lnTo>
                    <a:lnTo>
                      <a:pt x="0"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7" name="Belarus" descr="© INSCALE GmbH, 05.05.2010&#10;http://www.presentationload.com/">
                <a:extLst>
                  <a:ext uri="{FF2B5EF4-FFF2-40B4-BE49-F238E27FC236}">
                    <a16:creationId xmlns:a16="http://schemas.microsoft.com/office/drawing/2014/main" id="{74CF5208-969B-AE42-8579-9610432BDCB8}"/>
                  </a:ext>
                </a:extLst>
              </p:cNvPr>
              <p:cNvSpPr>
                <a:spLocks/>
              </p:cNvSpPr>
              <p:nvPr/>
            </p:nvSpPr>
            <p:spPr bwMode="gray">
              <a:xfrm>
                <a:off x="6360627" y="2254806"/>
                <a:ext cx="239972" cy="156146"/>
              </a:xfrm>
              <a:custGeom>
                <a:avLst/>
                <a:gdLst>
                  <a:gd name="T0" fmla="*/ 2147483647 w 570"/>
                  <a:gd name="T1" fmla="*/ 2147483647 h 372"/>
                  <a:gd name="T2" fmla="*/ 2147483647 w 570"/>
                  <a:gd name="T3" fmla="*/ 2147483647 h 372"/>
                  <a:gd name="T4" fmla="*/ 2147483647 w 570"/>
                  <a:gd name="T5" fmla="*/ 2147483647 h 372"/>
                  <a:gd name="T6" fmla="*/ 2147483647 w 570"/>
                  <a:gd name="T7" fmla="*/ 2147483647 h 372"/>
                  <a:gd name="T8" fmla="*/ 2147483647 w 570"/>
                  <a:gd name="T9" fmla="*/ 2147483647 h 372"/>
                  <a:gd name="T10" fmla="*/ 2147483647 w 570"/>
                  <a:gd name="T11" fmla="*/ 2147483647 h 372"/>
                  <a:gd name="T12" fmla="*/ 2147483647 w 570"/>
                  <a:gd name="T13" fmla="*/ 2147483647 h 372"/>
                  <a:gd name="T14" fmla="*/ 2147483647 w 570"/>
                  <a:gd name="T15" fmla="*/ 2147483647 h 372"/>
                  <a:gd name="T16" fmla="*/ 2147483647 w 570"/>
                  <a:gd name="T17" fmla="*/ 2147483647 h 372"/>
                  <a:gd name="T18" fmla="*/ 2147483647 w 570"/>
                  <a:gd name="T19" fmla="*/ 2147483647 h 372"/>
                  <a:gd name="T20" fmla="*/ 2147483647 w 570"/>
                  <a:gd name="T21" fmla="*/ 2147483647 h 372"/>
                  <a:gd name="T22" fmla="*/ 2147483647 w 570"/>
                  <a:gd name="T23" fmla="*/ 2147483647 h 372"/>
                  <a:gd name="T24" fmla="*/ 2147483647 w 570"/>
                  <a:gd name="T25" fmla="*/ 2147483647 h 372"/>
                  <a:gd name="T26" fmla="*/ 2147483647 w 570"/>
                  <a:gd name="T27" fmla="*/ 2147483647 h 372"/>
                  <a:gd name="T28" fmla="*/ 2147483647 w 570"/>
                  <a:gd name="T29" fmla="*/ 2147483647 h 372"/>
                  <a:gd name="T30" fmla="*/ 2147483647 w 570"/>
                  <a:gd name="T31" fmla="*/ 2147483647 h 372"/>
                  <a:gd name="T32" fmla="*/ 2147483647 w 570"/>
                  <a:gd name="T33" fmla="*/ 2147483647 h 372"/>
                  <a:gd name="T34" fmla="*/ 2147483647 w 570"/>
                  <a:gd name="T35" fmla="*/ 2147483647 h 372"/>
                  <a:gd name="T36" fmla="*/ 2147483647 w 570"/>
                  <a:gd name="T37" fmla="*/ 2147483647 h 372"/>
                  <a:gd name="T38" fmla="*/ 2147483647 w 570"/>
                  <a:gd name="T39" fmla="*/ 2147483647 h 372"/>
                  <a:gd name="T40" fmla="*/ 2147483647 w 570"/>
                  <a:gd name="T41" fmla="*/ 2147483647 h 372"/>
                  <a:gd name="T42" fmla="*/ 2147483647 w 570"/>
                  <a:gd name="T43" fmla="*/ 2147483647 h 372"/>
                  <a:gd name="T44" fmla="*/ 2147483647 w 570"/>
                  <a:gd name="T45" fmla="*/ 2147483647 h 372"/>
                  <a:gd name="T46" fmla="*/ 2147483647 w 570"/>
                  <a:gd name="T47" fmla="*/ 2147483647 h 372"/>
                  <a:gd name="T48" fmla="*/ 2147483647 w 570"/>
                  <a:gd name="T49" fmla="*/ 2147483647 h 372"/>
                  <a:gd name="T50" fmla="*/ 2147483647 w 570"/>
                  <a:gd name="T51" fmla="*/ 2147483647 h 372"/>
                  <a:gd name="T52" fmla="*/ 2147483647 w 570"/>
                  <a:gd name="T53" fmla="*/ 2147483647 h 372"/>
                  <a:gd name="T54" fmla="*/ 2147483647 w 570"/>
                  <a:gd name="T55" fmla="*/ 2147483647 h 372"/>
                  <a:gd name="T56" fmla="*/ 2147483647 w 570"/>
                  <a:gd name="T57" fmla="*/ 0 h 372"/>
                  <a:gd name="T58" fmla="*/ 2147483647 w 570"/>
                  <a:gd name="T59" fmla="*/ 2147483647 h 372"/>
                  <a:gd name="T60" fmla="*/ 2147483647 w 570"/>
                  <a:gd name="T61" fmla="*/ 2147483647 h 372"/>
                  <a:gd name="T62" fmla="*/ 2147483647 w 570"/>
                  <a:gd name="T63" fmla="*/ 2147483647 h 372"/>
                  <a:gd name="T64" fmla="*/ 2147483647 w 570"/>
                  <a:gd name="T65" fmla="*/ 2147483647 h 372"/>
                  <a:gd name="T66" fmla="*/ 2147483647 w 570"/>
                  <a:gd name="T67" fmla="*/ 2147483647 h 372"/>
                  <a:gd name="T68" fmla="*/ 2147483647 w 570"/>
                  <a:gd name="T69" fmla="*/ 2147483647 h 372"/>
                  <a:gd name="T70" fmla="*/ 2147483647 w 570"/>
                  <a:gd name="T71" fmla="*/ 2147483647 h 372"/>
                  <a:gd name="T72" fmla="*/ 2147483647 w 570"/>
                  <a:gd name="T73" fmla="*/ 2147483647 h 372"/>
                  <a:gd name="T74" fmla="*/ 2147483647 w 570"/>
                  <a:gd name="T75" fmla="*/ 2147483647 h 372"/>
                  <a:gd name="T76" fmla="*/ 2147483647 w 570"/>
                  <a:gd name="T77" fmla="*/ 2147483647 h 372"/>
                  <a:gd name="T78" fmla="*/ 2147483647 w 570"/>
                  <a:gd name="T79" fmla="*/ 2147483647 h 372"/>
                  <a:gd name="T80" fmla="*/ 2147483647 w 570"/>
                  <a:gd name="T81" fmla="*/ 2147483647 h 372"/>
                  <a:gd name="T82" fmla="*/ 2147483647 w 570"/>
                  <a:gd name="T83" fmla="*/ 2147483647 h 372"/>
                  <a:gd name="T84" fmla="*/ 2147483647 w 570"/>
                  <a:gd name="T85" fmla="*/ 2147483647 h 372"/>
                  <a:gd name="T86" fmla="*/ 2147483647 w 570"/>
                  <a:gd name="T87" fmla="*/ 2147483647 h 372"/>
                  <a:gd name="T88" fmla="*/ 2147483647 w 570"/>
                  <a:gd name="T89" fmla="*/ 2147483647 h 372"/>
                  <a:gd name="T90" fmla="*/ 2147483647 w 570"/>
                  <a:gd name="T91" fmla="*/ 2147483647 h 372"/>
                  <a:gd name="T92" fmla="*/ 2147483647 w 570"/>
                  <a:gd name="T93" fmla="*/ 2147483647 h 372"/>
                  <a:gd name="T94" fmla="*/ 2147483647 w 570"/>
                  <a:gd name="T95" fmla="*/ 2147483647 h 372"/>
                  <a:gd name="T96" fmla="*/ 2147483647 w 570"/>
                  <a:gd name="T97" fmla="*/ 2147483647 h 3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0"/>
                  <a:gd name="T148" fmla="*/ 0 h 372"/>
                  <a:gd name="T149" fmla="*/ 570 w 570"/>
                  <a:gd name="T150" fmla="*/ 372 h 3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0" h="372">
                    <a:moveTo>
                      <a:pt x="24" y="312"/>
                    </a:moveTo>
                    <a:lnTo>
                      <a:pt x="24" y="342"/>
                    </a:lnTo>
                    <a:lnTo>
                      <a:pt x="30" y="354"/>
                    </a:lnTo>
                    <a:lnTo>
                      <a:pt x="36" y="360"/>
                    </a:lnTo>
                    <a:lnTo>
                      <a:pt x="48" y="360"/>
                    </a:lnTo>
                    <a:lnTo>
                      <a:pt x="60" y="354"/>
                    </a:lnTo>
                    <a:lnTo>
                      <a:pt x="72" y="342"/>
                    </a:lnTo>
                    <a:lnTo>
                      <a:pt x="72" y="336"/>
                    </a:lnTo>
                    <a:lnTo>
                      <a:pt x="108" y="336"/>
                    </a:lnTo>
                    <a:lnTo>
                      <a:pt x="120" y="330"/>
                    </a:lnTo>
                    <a:lnTo>
                      <a:pt x="126" y="324"/>
                    </a:lnTo>
                    <a:lnTo>
                      <a:pt x="174" y="324"/>
                    </a:lnTo>
                    <a:lnTo>
                      <a:pt x="174" y="330"/>
                    </a:lnTo>
                    <a:lnTo>
                      <a:pt x="180" y="336"/>
                    </a:lnTo>
                    <a:lnTo>
                      <a:pt x="216" y="336"/>
                    </a:lnTo>
                    <a:lnTo>
                      <a:pt x="240" y="342"/>
                    </a:lnTo>
                    <a:lnTo>
                      <a:pt x="258" y="354"/>
                    </a:lnTo>
                    <a:lnTo>
                      <a:pt x="264" y="348"/>
                    </a:lnTo>
                    <a:lnTo>
                      <a:pt x="282" y="360"/>
                    </a:lnTo>
                    <a:lnTo>
                      <a:pt x="294" y="348"/>
                    </a:lnTo>
                    <a:lnTo>
                      <a:pt x="300" y="360"/>
                    </a:lnTo>
                    <a:lnTo>
                      <a:pt x="318" y="354"/>
                    </a:lnTo>
                    <a:lnTo>
                      <a:pt x="324" y="360"/>
                    </a:lnTo>
                    <a:lnTo>
                      <a:pt x="336" y="354"/>
                    </a:lnTo>
                    <a:lnTo>
                      <a:pt x="348" y="366"/>
                    </a:lnTo>
                    <a:lnTo>
                      <a:pt x="348" y="360"/>
                    </a:lnTo>
                    <a:lnTo>
                      <a:pt x="354" y="354"/>
                    </a:lnTo>
                    <a:lnTo>
                      <a:pt x="372" y="354"/>
                    </a:lnTo>
                    <a:lnTo>
                      <a:pt x="378" y="360"/>
                    </a:lnTo>
                    <a:lnTo>
                      <a:pt x="378" y="372"/>
                    </a:lnTo>
                    <a:lnTo>
                      <a:pt x="384" y="372"/>
                    </a:lnTo>
                    <a:lnTo>
                      <a:pt x="396" y="366"/>
                    </a:lnTo>
                    <a:lnTo>
                      <a:pt x="420" y="366"/>
                    </a:lnTo>
                    <a:lnTo>
                      <a:pt x="426" y="372"/>
                    </a:lnTo>
                    <a:lnTo>
                      <a:pt x="444" y="372"/>
                    </a:lnTo>
                    <a:lnTo>
                      <a:pt x="450" y="366"/>
                    </a:lnTo>
                    <a:lnTo>
                      <a:pt x="450" y="354"/>
                    </a:lnTo>
                    <a:lnTo>
                      <a:pt x="444" y="348"/>
                    </a:lnTo>
                    <a:lnTo>
                      <a:pt x="450" y="336"/>
                    </a:lnTo>
                    <a:lnTo>
                      <a:pt x="456" y="330"/>
                    </a:lnTo>
                    <a:lnTo>
                      <a:pt x="468" y="324"/>
                    </a:lnTo>
                    <a:lnTo>
                      <a:pt x="474" y="312"/>
                    </a:lnTo>
                    <a:lnTo>
                      <a:pt x="498" y="312"/>
                    </a:lnTo>
                    <a:lnTo>
                      <a:pt x="516" y="318"/>
                    </a:lnTo>
                    <a:lnTo>
                      <a:pt x="516" y="300"/>
                    </a:lnTo>
                    <a:lnTo>
                      <a:pt x="510" y="288"/>
                    </a:lnTo>
                    <a:lnTo>
                      <a:pt x="504" y="282"/>
                    </a:lnTo>
                    <a:lnTo>
                      <a:pt x="504" y="264"/>
                    </a:lnTo>
                    <a:lnTo>
                      <a:pt x="480" y="240"/>
                    </a:lnTo>
                    <a:lnTo>
                      <a:pt x="480" y="234"/>
                    </a:lnTo>
                    <a:lnTo>
                      <a:pt x="486" y="228"/>
                    </a:lnTo>
                    <a:lnTo>
                      <a:pt x="510" y="228"/>
                    </a:lnTo>
                    <a:lnTo>
                      <a:pt x="510" y="234"/>
                    </a:lnTo>
                    <a:lnTo>
                      <a:pt x="516" y="234"/>
                    </a:lnTo>
                    <a:lnTo>
                      <a:pt x="522" y="240"/>
                    </a:lnTo>
                    <a:lnTo>
                      <a:pt x="528" y="240"/>
                    </a:lnTo>
                    <a:lnTo>
                      <a:pt x="552" y="228"/>
                    </a:lnTo>
                    <a:lnTo>
                      <a:pt x="558" y="216"/>
                    </a:lnTo>
                    <a:lnTo>
                      <a:pt x="570" y="210"/>
                    </a:lnTo>
                    <a:lnTo>
                      <a:pt x="546" y="198"/>
                    </a:lnTo>
                    <a:lnTo>
                      <a:pt x="552" y="192"/>
                    </a:lnTo>
                    <a:lnTo>
                      <a:pt x="552" y="186"/>
                    </a:lnTo>
                    <a:lnTo>
                      <a:pt x="546" y="186"/>
                    </a:lnTo>
                    <a:lnTo>
                      <a:pt x="540" y="180"/>
                    </a:lnTo>
                    <a:lnTo>
                      <a:pt x="504" y="180"/>
                    </a:lnTo>
                    <a:lnTo>
                      <a:pt x="504" y="156"/>
                    </a:lnTo>
                    <a:lnTo>
                      <a:pt x="474" y="144"/>
                    </a:lnTo>
                    <a:lnTo>
                      <a:pt x="474" y="132"/>
                    </a:lnTo>
                    <a:lnTo>
                      <a:pt x="456" y="114"/>
                    </a:lnTo>
                    <a:lnTo>
                      <a:pt x="444" y="108"/>
                    </a:lnTo>
                    <a:lnTo>
                      <a:pt x="438" y="102"/>
                    </a:lnTo>
                    <a:lnTo>
                      <a:pt x="444" y="84"/>
                    </a:lnTo>
                    <a:lnTo>
                      <a:pt x="432" y="66"/>
                    </a:lnTo>
                    <a:lnTo>
                      <a:pt x="438" y="60"/>
                    </a:lnTo>
                    <a:lnTo>
                      <a:pt x="438" y="48"/>
                    </a:lnTo>
                    <a:lnTo>
                      <a:pt x="432" y="42"/>
                    </a:lnTo>
                    <a:lnTo>
                      <a:pt x="396" y="24"/>
                    </a:lnTo>
                    <a:lnTo>
                      <a:pt x="390" y="18"/>
                    </a:lnTo>
                    <a:lnTo>
                      <a:pt x="384" y="18"/>
                    </a:lnTo>
                    <a:lnTo>
                      <a:pt x="354" y="36"/>
                    </a:lnTo>
                    <a:lnTo>
                      <a:pt x="348" y="18"/>
                    </a:lnTo>
                    <a:lnTo>
                      <a:pt x="312" y="12"/>
                    </a:lnTo>
                    <a:lnTo>
                      <a:pt x="300" y="18"/>
                    </a:lnTo>
                    <a:lnTo>
                      <a:pt x="300" y="12"/>
                    </a:lnTo>
                    <a:lnTo>
                      <a:pt x="294" y="6"/>
                    </a:lnTo>
                    <a:lnTo>
                      <a:pt x="276" y="6"/>
                    </a:lnTo>
                    <a:lnTo>
                      <a:pt x="270" y="0"/>
                    </a:lnTo>
                    <a:lnTo>
                      <a:pt x="258" y="0"/>
                    </a:lnTo>
                    <a:lnTo>
                      <a:pt x="252" y="6"/>
                    </a:lnTo>
                    <a:lnTo>
                      <a:pt x="246" y="18"/>
                    </a:lnTo>
                    <a:lnTo>
                      <a:pt x="240" y="24"/>
                    </a:lnTo>
                    <a:lnTo>
                      <a:pt x="234" y="24"/>
                    </a:lnTo>
                    <a:lnTo>
                      <a:pt x="228" y="30"/>
                    </a:lnTo>
                    <a:lnTo>
                      <a:pt x="222" y="24"/>
                    </a:lnTo>
                    <a:lnTo>
                      <a:pt x="198" y="24"/>
                    </a:lnTo>
                    <a:lnTo>
                      <a:pt x="192" y="30"/>
                    </a:lnTo>
                    <a:lnTo>
                      <a:pt x="180" y="36"/>
                    </a:lnTo>
                    <a:lnTo>
                      <a:pt x="174" y="42"/>
                    </a:lnTo>
                    <a:lnTo>
                      <a:pt x="174" y="54"/>
                    </a:lnTo>
                    <a:lnTo>
                      <a:pt x="192" y="72"/>
                    </a:lnTo>
                    <a:lnTo>
                      <a:pt x="186" y="78"/>
                    </a:lnTo>
                    <a:lnTo>
                      <a:pt x="168" y="78"/>
                    </a:lnTo>
                    <a:lnTo>
                      <a:pt x="162" y="72"/>
                    </a:lnTo>
                    <a:lnTo>
                      <a:pt x="156" y="72"/>
                    </a:lnTo>
                    <a:lnTo>
                      <a:pt x="162" y="90"/>
                    </a:lnTo>
                    <a:lnTo>
                      <a:pt x="144" y="90"/>
                    </a:lnTo>
                    <a:lnTo>
                      <a:pt x="138" y="96"/>
                    </a:lnTo>
                    <a:lnTo>
                      <a:pt x="138" y="102"/>
                    </a:lnTo>
                    <a:lnTo>
                      <a:pt x="144" y="114"/>
                    </a:lnTo>
                    <a:lnTo>
                      <a:pt x="144" y="120"/>
                    </a:lnTo>
                    <a:lnTo>
                      <a:pt x="132" y="120"/>
                    </a:lnTo>
                    <a:lnTo>
                      <a:pt x="132" y="126"/>
                    </a:lnTo>
                    <a:lnTo>
                      <a:pt x="138" y="132"/>
                    </a:lnTo>
                    <a:lnTo>
                      <a:pt x="138" y="144"/>
                    </a:lnTo>
                    <a:lnTo>
                      <a:pt x="144" y="150"/>
                    </a:lnTo>
                    <a:lnTo>
                      <a:pt x="144" y="156"/>
                    </a:lnTo>
                    <a:lnTo>
                      <a:pt x="132" y="156"/>
                    </a:lnTo>
                    <a:lnTo>
                      <a:pt x="138" y="150"/>
                    </a:lnTo>
                    <a:lnTo>
                      <a:pt x="138" y="144"/>
                    </a:lnTo>
                    <a:lnTo>
                      <a:pt x="120" y="144"/>
                    </a:lnTo>
                    <a:lnTo>
                      <a:pt x="108" y="150"/>
                    </a:lnTo>
                    <a:lnTo>
                      <a:pt x="102" y="156"/>
                    </a:lnTo>
                    <a:lnTo>
                      <a:pt x="96" y="168"/>
                    </a:lnTo>
                    <a:lnTo>
                      <a:pt x="84" y="156"/>
                    </a:lnTo>
                    <a:lnTo>
                      <a:pt x="84" y="174"/>
                    </a:lnTo>
                    <a:lnTo>
                      <a:pt x="54" y="174"/>
                    </a:lnTo>
                    <a:lnTo>
                      <a:pt x="54" y="168"/>
                    </a:lnTo>
                    <a:lnTo>
                      <a:pt x="48" y="162"/>
                    </a:lnTo>
                    <a:lnTo>
                      <a:pt x="42" y="162"/>
                    </a:lnTo>
                    <a:lnTo>
                      <a:pt x="30" y="168"/>
                    </a:lnTo>
                    <a:lnTo>
                      <a:pt x="18" y="168"/>
                    </a:lnTo>
                    <a:lnTo>
                      <a:pt x="12" y="174"/>
                    </a:lnTo>
                    <a:lnTo>
                      <a:pt x="6" y="174"/>
                    </a:lnTo>
                    <a:lnTo>
                      <a:pt x="12" y="186"/>
                    </a:lnTo>
                    <a:lnTo>
                      <a:pt x="18" y="192"/>
                    </a:lnTo>
                    <a:lnTo>
                      <a:pt x="18" y="204"/>
                    </a:lnTo>
                    <a:lnTo>
                      <a:pt x="24" y="210"/>
                    </a:lnTo>
                    <a:lnTo>
                      <a:pt x="36" y="234"/>
                    </a:lnTo>
                    <a:lnTo>
                      <a:pt x="42" y="240"/>
                    </a:lnTo>
                    <a:lnTo>
                      <a:pt x="42" y="246"/>
                    </a:lnTo>
                    <a:lnTo>
                      <a:pt x="36" y="252"/>
                    </a:lnTo>
                    <a:lnTo>
                      <a:pt x="36" y="264"/>
                    </a:lnTo>
                    <a:lnTo>
                      <a:pt x="12" y="270"/>
                    </a:lnTo>
                    <a:lnTo>
                      <a:pt x="12" y="288"/>
                    </a:lnTo>
                    <a:lnTo>
                      <a:pt x="0" y="288"/>
                    </a:lnTo>
                    <a:lnTo>
                      <a:pt x="0" y="294"/>
                    </a:lnTo>
                    <a:lnTo>
                      <a:pt x="6" y="300"/>
                    </a:lnTo>
                    <a:lnTo>
                      <a:pt x="12" y="300"/>
                    </a:lnTo>
                    <a:lnTo>
                      <a:pt x="24" y="31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8" name="Austria" descr="© INSCALE GmbH, 05.05.2010&#10;http://www.presentationload.com/">
                <a:extLst>
                  <a:ext uri="{FF2B5EF4-FFF2-40B4-BE49-F238E27FC236}">
                    <a16:creationId xmlns:a16="http://schemas.microsoft.com/office/drawing/2014/main" id="{4918C65A-D26A-6A4D-8DB9-FBFAE3364B4B}"/>
                  </a:ext>
                </a:extLst>
              </p:cNvPr>
              <p:cNvSpPr>
                <a:spLocks/>
              </p:cNvSpPr>
              <p:nvPr/>
            </p:nvSpPr>
            <p:spPr bwMode="gray">
              <a:xfrm>
                <a:off x="6012176" y="2486559"/>
                <a:ext cx="192305" cy="85469"/>
              </a:xfrm>
              <a:custGeom>
                <a:avLst/>
                <a:gdLst>
                  <a:gd name="T0" fmla="*/ 2147483647 w 456"/>
                  <a:gd name="T1" fmla="*/ 2147483647 h 204"/>
                  <a:gd name="T2" fmla="*/ 2147483647 w 456"/>
                  <a:gd name="T3" fmla="*/ 2147483647 h 204"/>
                  <a:gd name="T4" fmla="*/ 2147483647 w 456"/>
                  <a:gd name="T5" fmla="*/ 2147483647 h 204"/>
                  <a:gd name="T6" fmla="*/ 2147483647 w 456"/>
                  <a:gd name="T7" fmla="*/ 2147483647 h 204"/>
                  <a:gd name="T8" fmla="*/ 2147483647 w 456"/>
                  <a:gd name="T9" fmla="*/ 2147483647 h 204"/>
                  <a:gd name="T10" fmla="*/ 2147483647 w 456"/>
                  <a:gd name="T11" fmla="*/ 2147483647 h 204"/>
                  <a:gd name="T12" fmla="*/ 2147483647 w 456"/>
                  <a:gd name="T13" fmla="*/ 2147483647 h 204"/>
                  <a:gd name="T14" fmla="*/ 2147483647 w 456"/>
                  <a:gd name="T15" fmla="*/ 0 h 204"/>
                  <a:gd name="T16" fmla="*/ 2147483647 w 456"/>
                  <a:gd name="T17" fmla="*/ 2147483647 h 204"/>
                  <a:gd name="T18" fmla="*/ 2147483647 w 456"/>
                  <a:gd name="T19" fmla="*/ 2147483647 h 204"/>
                  <a:gd name="T20" fmla="*/ 2147483647 w 456"/>
                  <a:gd name="T21" fmla="*/ 2147483647 h 204"/>
                  <a:gd name="T22" fmla="*/ 2147483647 w 456"/>
                  <a:gd name="T23" fmla="*/ 2147483647 h 204"/>
                  <a:gd name="T24" fmla="*/ 2147483647 w 456"/>
                  <a:gd name="T25" fmla="*/ 2147483647 h 204"/>
                  <a:gd name="T26" fmla="*/ 2147483647 w 456"/>
                  <a:gd name="T27" fmla="*/ 2147483647 h 204"/>
                  <a:gd name="T28" fmla="*/ 2147483647 w 456"/>
                  <a:gd name="T29" fmla="*/ 2147483647 h 204"/>
                  <a:gd name="T30" fmla="*/ 2147483647 w 456"/>
                  <a:gd name="T31" fmla="*/ 2147483647 h 204"/>
                  <a:gd name="T32" fmla="*/ 2147483647 w 456"/>
                  <a:gd name="T33" fmla="*/ 2147483647 h 204"/>
                  <a:gd name="T34" fmla="*/ 2147483647 w 456"/>
                  <a:gd name="T35" fmla="*/ 2147483647 h 204"/>
                  <a:gd name="T36" fmla="*/ 2147483647 w 456"/>
                  <a:gd name="T37" fmla="*/ 2147483647 h 204"/>
                  <a:gd name="T38" fmla="*/ 2147483647 w 456"/>
                  <a:gd name="T39" fmla="*/ 2147483647 h 204"/>
                  <a:gd name="T40" fmla="*/ 2147483647 w 456"/>
                  <a:gd name="T41" fmla="*/ 2147483647 h 204"/>
                  <a:gd name="T42" fmla="*/ 2147483647 w 456"/>
                  <a:gd name="T43" fmla="*/ 2147483647 h 204"/>
                  <a:gd name="T44" fmla="*/ 2147483647 w 456"/>
                  <a:gd name="T45" fmla="*/ 2147483647 h 204"/>
                  <a:gd name="T46" fmla="*/ 2147483647 w 456"/>
                  <a:gd name="T47" fmla="*/ 2147483647 h 204"/>
                  <a:gd name="T48" fmla="*/ 2147483647 w 456"/>
                  <a:gd name="T49" fmla="*/ 2147483647 h 204"/>
                  <a:gd name="T50" fmla="*/ 2147483647 w 456"/>
                  <a:gd name="T51" fmla="*/ 2147483647 h 204"/>
                  <a:gd name="T52" fmla="*/ 2147483647 w 456"/>
                  <a:gd name="T53" fmla="*/ 2147483647 h 204"/>
                  <a:gd name="T54" fmla="*/ 0 w 456"/>
                  <a:gd name="T55" fmla="*/ 2147483647 h 204"/>
                  <a:gd name="T56" fmla="*/ 2147483647 w 456"/>
                  <a:gd name="T57" fmla="*/ 2147483647 h 204"/>
                  <a:gd name="T58" fmla="*/ 2147483647 w 456"/>
                  <a:gd name="T59" fmla="*/ 2147483647 h 204"/>
                  <a:gd name="T60" fmla="*/ 2147483647 w 456"/>
                  <a:gd name="T61" fmla="*/ 2147483647 h 204"/>
                  <a:gd name="T62" fmla="*/ 2147483647 w 456"/>
                  <a:gd name="T63" fmla="*/ 2147483647 h 204"/>
                  <a:gd name="T64" fmla="*/ 2147483647 w 456"/>
                  <a:gd name="T65" fmla="*/ 2147483647 h 204"/>
                  <a:gd name="T66" fmla="*/ 2147483647 w 456"/>
                  <a:gd name="T67" fmla="*/ 2147483647 h 204"/>
                  <a:gd name="T68" fmla="*/ 2147483647 w 456"/>
                  <a:gd name="T69" fmla="*/ 2147483647 h 204"/>
                  <a:gd name="T70" fmla="*/ 2147483647 w 456"/>
                  <a:gd name="T71" fmla="*/ 2147483647 h 204"/>
                  <a:gd name="T72" fmla="*/ 2147483647 w 456"/>
                  <a:gd name="T73" fmla="*/ 2147483647 h 204"/>
                  <a:gd name="T74" fmla="*/ 2147483647 w 456"/>
                  <a:gd name="T75" fmla="*/ 2147483647 h 204"/>
                  <a:gd name="T76" fmla="*/ 2147483647 w 456"/>
                  <a:gd name="T77" fmla="*/ 2147483647 h 204"/>
                  <a:gd name="T78" fmla="*/ 2147483647 w 456"/>
                  <a:gd name="T79" fmla="*/ 2147483647 h 204"/>
                  <a:gd name="T80" fmla="*/ 2147483647 w 456"/>
                  <a:gd name="T81" fmla="*/ 2147483647 h 204"/>
                  <a:gd name="T82" fmla="*/ 2147483647 w 456"/>
                  <a:gd name="T83" fmla="*/ 2147483647 h 204"/>
                  <a:gd name="T84" fmla="*/ 2147483647 w 456"/>
                  <a:gd name="T85" fmla="*/ 2147483647 h 204"/>
                  <a:gd name="T86" fmla="*/ 2147483647 w 456"/>
                  <a:gd name="T87" fmla="*/ 2147483647 h 204"/>
                  <a:gd name="T88" fmla="*/ 2147483647 w 456"/>
                  <a:gd name="T89" fmla="*/ 2147483647 h 204"/>
                  <a:gd name="T90" fmla="*/ 2147483647 w 456"/>
                  <a:gd name="T91" fmla="*/ 214748364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6"/>
                  <a:gd name="T139" fmla="*/ 0 h 204"/>
                  <a:gd name="T140" fmla="*/ 456 w 456"/>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6" h="204">
                    <a:moveTo>
                      <a:pt x="456" y="102"/>
                    </a:moveTo>
                    <a:lnTo>
                      <a:pt x="456" y="60"/>
                    </a:lnTo>
                    <a:lnTo>
                      <a:pt x="450" y="60"/>
                    </a:lnTo>
                    <a:lnTo>
                      <a:pt x="450" y="48"/>
                    </a:lnTo>
                    <a:lnTo>
                      <a:pt x="456" y="24"/>
                    </a:lnTo>
                    <a:lnTo>
                      <a:pt x="444" y="18"/>
                    </a:lnTo>
                    <a:lnTo>
                      <a:pt x="438" y="18"/>
                    </a:lnTo>
                    <a:lnTo>
                      <a:pt x="432" y="12"/>
                    </a:lnTo>
                    <a:lnTo>
                      <a:pt x="420" y="12"/>
                    </a:lnTo>
                    <a:lnTo>
                      <a:pt x="414" y="18"/>
                    </a:lnTo>
                    <a:lnTo>
                      <a:pt x="402" y="24"/>
                    </a:lnTo>
                    <a:lnTo>
                      <a:pt x="390" y="12"/>
                    </a:lnTo>
                    <a:lnTo>
                      <a:pt x="378" y="18"/>
                    </a:lnTo>
                    <a:lnTo>
                      <a:pt x="366" y="6"/>
                    </a:lnTo>
                    <a:lnTo>
                      <a:pt x="354" y="0"/>
                    </a:lnTo>
                    <a:lnTo>
                      <a:pt x="336" y="0"/>
                    </a:lnTo>
                    <a:lnTo>
                      <a:pt x="330" y="6"/>
                    </a:lnTo>
                    <a:lnTo>
                      <a:pt x="324" y="18"/>
                    </a:lnTo>
                    <a:lnTo>
                      <a:pt x="318" y="18"/>
                    </a:lnTo>
                    <a:lnTo>
                      <a:pt x="318" y="36"/>
                    </a:lnTo>
                    <a:lnTo>
                      <a:pt x="306" y="30"/>
                    </a:lnTo>
                    <a:lnTo>
                      <a:pt x="300" y="30"/>
                    </a:lnTo>
                    <a:lnTo>
                      <a:pt x="288" y="36"/>
                    </a:lnTo>
                    <a:lnTo>
                      <a:pt x="276" y="36"/>
                    </a:lnTo>
                    <a:lnTo>
                      <a:pt x="258" y="18"/>
                    </a:lnTo>
                    <a:lnTo>
                      <a:pt x="252" y="36"/>
                    </a:lnTo>
                    <a:lnTo>
                      <a:pt x="234" y="36"/>
                    </a:lnTo>
                    <a:lnTo>
                      <a:pt x="240" y="48"/>
                    </a:lnTo>
                    <a:lnTo>
                      <a:pt x="240" y="66"/>
                    </a:lnTo>
                    <a:lnTo>
                      <a:pt x="234" y="66"/>
                    </a:lnTo>
                    <a:lnTo>
                      <a:pt x="228" y="60"/>
                    </a:lnTo>
                    <a:lnTo>
                      <a:pt x="210" y="60"/>
                    </a:lnTo>
                    <a:lnTo>
                      <a:pt x="204" y="66"/>
                    </a:lnTo>
                    <a:lnTo>
                      <a:pt x="204" y="72"/>
                    </a:lnTo>
                    <a:lnTo>
                      <a:pt x="198" y="78"/>
                    </a:lnTo>
                    <a:lnTo>
                      <a:pt x="198" y="84"/>
                    </a:lnTo>
                    <a:lnTo>
                      <a:pt x="210" y="84"/>
                    </a:lnTo>
                    <a:lnTo>
                      <a:pt x="210" y="126"/>
                    </a:lnTo>
                    <a:lnTo>
                      <a:pt x="204" y="126"/>
                    </a:lnTo>
                    <a:lnTo>
                      <a:pt x="192" y="114"/>
                    </a:lnTo>
                    <a:lnTo>
                      <a:pt x="174" y="108"/>
                    </a:lnTo>
                    <a:lnTo>
                      <a:pt x="162" y="102"/>
                    </a:lnTo>
                    <a:lnTo>
                      <a:pt x="144" y="114"/>
                    </a:lnTo>
                    <a:lnTo>
                      <a:pt x="126" y="114"/>
                    </a:lnTo>
                    <a:lnTo>
                      <a:pt x="108" y="126"/>
                    </a:lnTo>
                    <a:lnTo>
                      <a:pt x="102" y="132"/>
                    </a:lnTo>
                    <a:lnTo>
                      <a:pt x="84" y="132"/>
                    </a:lnTo>
                    <a:lnTo>
                      <a:pt x="66" y="114"/>
                    </a:lnTo>
                    <a:lnTo>
                      <a:pt x="48" y="114"/>
                    </a:lnTo>
                    <a:lnTo>
                      <a:pt x="48" y="126"/>
                    </a:lnTo>
                    <a:lnTo>
                      <a:pt x="42" y="132"/>
                    </a:lnTo>
                    <a:lnTo>
                      <a:pt x="30" y="132"/>
                    </a:lnTo>
                    <a:lnTo>
                      <a:pt x="30" y="126"/>
                    </a:lnTo>
                    <a:lnTo>
                      <a:pt x="24" y="120"/>
                    </a:lnTo>
                    <a:lnTo>
                      <a:pt x="0" y="120"/>
                    </a:lnTo>
                    <a:lnTo>
                      <a:pt x="0" y="156"/>
                    </a:lnTo>
                    <a:lnTo>
                      <a:pt x="18" y="156"/>
                    </a:lnTo>
                    <a:lnTo>
                      <a:pt x="18" y="174"/>
                    </a:lnTo>
                    <a:lnTo>
                      <a:pt x="24" y="174"/>
                    </a:lnTo>
                    <a:lnTo>
                      <a:pt x="42" y="156"/>
                    </a:lnTo>
                    <a:lnTo>
                      <a:pt x="48" y="156"/>
                    </a:lnTo>
                    <a:lnTo>
                      <a:pt x="60" y="168"/>
                    </a:lnTo>
                    <a:lnTo>
                      <a:pt x="60" y="174"/>
                    </a:lnTo>
                    <a:lnTo>
                      <a:pt x="72" y="174"/>
                    </a:lnTo>
                    <a:lnTo>
                      <a:pt x="84" y="180"/>
                    </a:lnTo>
                    <a:lnTo>
                      <a:pt x="96" y="162"/>
                    </a:lnTo>
                    <a:lnTo>
                      <a:pt x="138" y="162"/>
                    </a:lnTo>
                    <a:lnTo>
                      <a:pt x="138" y="156"/>
                    </a:lnTo>
                    <a:lnTo>
                      <a:pt x="144" y="150"/>
                    </a:lnTo>
                    <a:lnTo>
                      <a:pt x="162" y="150"/>
                    </a:lnTo>
                    <a:lnTo>
                      <a:pt x="168" y="156"/>
                    </a:lnTo>
                    <a:lnTo>
                      <a:pt x="168" y="174"/>
                    </a:lnTo>
                    <a:lnTo>
                      <a:pt x="180" y="174"/>
                    </a:lnTo>
                    <a:lnTo>
                      <a:pt x="186" y="192"/>
                    </a:lnTo>
                    <a:lnTo>
                      <a:pt x="240" y="192"/>
                    </a:lnTo>
                    <a:lnTo>
                      <a:pt x="240" y="204"/>
                    </a:lnTo>
                    <a:lnTo>
                      <a:pt x="258" y="204"/>
                    </a:lnTo>
                    <a:lnTo>
                      <a:pt x="264" y="198"/>
                    </a:lnTo>
                    <a:lnTo>
                      <a:pt x="282" y="198"/>
                    </a:lnTo>
                    <a:lnTo>
                      <a:pt x="288" y="204"/>
                    </a:lnTo>
                    <a:lnTo>
                      <a:pt x="318" y="204"/>
                    </a:lnTo>
                    <a:lnTo>
                      <a:pt x="318" y="192"/>
                    </a:lnTo>
                    <a:lnTo>
                      <a:pt x="366" y="192"/>
                    </a:lnTo>
                    <a:lnTo>
                      <a:pt x="378" y="186"/>
                    </a:lnTo>
                    <a:lnTo>
                      <a:pt x="402" y="192"/>
                    </a:lnTo>
                    <a:lnTo>
                      <a:pt x="414" y="156"/>
                    </a:lnTo>
                    <a:lnTo>
                      <a:pt x="432" y="156"/>
                    </a:lnTo>
                    <a:lnTo>
                      <a:pt x="432" y="132"/>
                    </a:lnTo>
                    <a:lnTo>
                      <a:pt x="444" y="114"/>
                    </a:lnTo>
                    <a:lnTo>
                      <a:pt x="432" y="114"/>
                    </a:lnTo>
                    <a:lnTo>
                      <a:pt x="438" y="102"/>
                    </a:lnTo>
                    <a:lnTo>
                      <a:pt x="456" y="10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69" name="Andorra" descr="© INSCALE GmbH, 05.05.2010&#10;http://www.presentationload.com/">
                <a:extLst>
                  <a:ext uri="{FF2B5EF4-FFF2-40B4-BE49-F238E27FC236}">
                    <a16:creationId xmlns:a16="http://schemas.microsoft.com/office/drawing/2014/main" id="{E65F142D-F2B1-1E4C-A421-101EF4812A15}"/>
                  </a:ext>
                </a:extLst>
              </p:cNvPr>
              <p:cNvSpPr>
                <a:spLocks/>
              </p:cNvSpPr>
              <p:nvPr/>
            </p:nvSpPr>
            <p:spPr bwMode="gray">
              <a:xfrm>
                <a:off x="5788641" y="2698589"/>
                <a:ext cx="13149" cy="6574"/>
              </a:xfrm>
              <a:custGeom>
                <a:avLst/>
                <a:gdLst>
                  <a:gd name="T0" fmla="*/ 2147483647 w 30"/>
                  <a:gd name="T1" fmla="*/ 2147483647 h 18"/>
                  <a:gd name="T2" fmla="*/ 2147483647 w 30"/>
                  <a:gd name="T3" fmla="*/ 2147483647 h 18"/>
                  <a:gd name="T4" fmla="*/ 2147483647 w 30"/>
                  <a:gd name="T5" fmla="*/ 2147483647 h 18"/>
                  <a:gd name="T6" fmla="*/ 2147483647 w 30"/>
                  <a:gd name="T7" fmla="*/ 0 h 18"/>
                  <a:gd name="T8" fmla="*/ 0 w 30"/>
                  <a:gd name="T9" fmla="*/ 0 h 18"/>
                  <a:gd name="T10" fmla="*/ 2147483647 w 30"/>
                  <a:gd name="T11" fmla="*/ 2147483647 h 18"/>
                  <a:gd name="T12" fmla="*/ 0 60000 65536"/>
                  <a:gd name="T13" fmla="*/ 0 60000 65536"/>
                  <a:gd name="T14" fmla="*/ 0 60000 65536"/>
                  <a:gd name="T15" fmla="*/ 0 60000 65536"/>
                  <a:gd name="T16" fmla="*/ 0 60000 65536"/>
                  <a:gd name="T17" fmla="*/ 0 60000 65536"/>
                  <a:gd name="T18" fmla="*/ 0 w 30"/>
                  <a:gd name="T19" fmla="*/ 0 h 18"/>
                  <a:gd name="T20" fmla="*/ 30 w 30"/>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0" h="18">
                    <a:moveTo>
                      <a:pt x="6" y="18"/>
                    </a:moveTo>
                    <a:lnTo>
                      <a:pt x="18" y="12"/>
                    </a:lnTo>
                    <a:lnTo>
                      <a:pt x="30" y="12"/>
                    </a:lnTo>
                    <a:lnTo>
                      <a:pt x="30" y="0"/>
                    </a:lnTo>
                    <a:lnTo>
                      <a:pt x="0" y="0"/>
                    </a:lnTo>
                    <a:lnTo>
                      <a:pt x="6" y="1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70" name="Albania" descr="© INSCALE GmbH, 05.05.2010&#10;http://www.presentationload.com/">
                <a:extLst>
                  <a:ext uri="{FF2B5EF4-FFF2-40B4-BE49-F238E27FC236}">
                    <a16:creationId xmlns:a16="http://schemas.microsoft.com/office/drawing/2014/main" id="{1B1A3FDC-905A-CE4E-9094-BFC0AC4345DC}"/>
                  </a:ext>
                </a:extLst>
              </p:cNvPr>
              <p:cNvSpPr>
                <a:spLocks/>
              </p:cNvSpPr>
              <p:nvPr/>
            </p:nvSpPr>
            <p:spPr bwMode="gray">
              <a:xfrm>
                <a:off x="6266941" y="2698587"/>
                <a:ext cx="60815" cy="103550"/>
              </a:xfrm>
              <a:custGeom>
                <a:avLst/>
                <a:gdLst>
                  <a:gd name="T0" fmla="*/ 2147483647 w 144"/>
                  <a:gd name="T1" fmla="*/ 2147483647 h 246"/>
                  <a:gd name="T2" fmla="*/ 2147483647 w 144"/>
                  <a:gd name="T3" fmla="*/ 2147483647 h 246"/>
                  <a:gd name="T4" fmla="*/ 2147483647 w 144"/>
                  <a:gd name="T5" fmla="*/ 2147483647 h 246"/>
                  <a:gd name="T6" fmla="*/ 2147483647 w 144"/>
                  <a:gd name="T7" fmla="*/ 2147483647 h 246"/>
                  <a:gd name="T8" fmla="*/ 2147483647 w 144"/>
                  <a:gd name="T9" fmla="*/ 2147483647 h 246"/>
                  <a:gd name="T10" fmla="*/ 2147483647 w 144"/>
                  <a:gd name="T11" fmla="*/ 2147483647 h 246"/>
                  <a:gd name="T12" fmla="*/ 2147483647 w 144"/>
                  <a:gd name="T13" fmla="*/ 2147483647 h 246"/>
                  <a:gd name="T14" fmla="*/ 2147483647 w 144"/>
                  <a:gd name="T15" fmla="*/ 2147483647 h 246"/>
                  <a:gd name="T16" fmla="*/ 2147483647 w 144"/>
                  <a:gd name="T17" fmla="*/ 2147483647 h 246"/>
                  <a:gd name="T18" fmla="*/ 2147483647 w 144"/>
                  <a:gd name="T19" fmla="*/ 2147483647 h 246"/>
                  <a:gd name="T20" fmla="*/ 2147483647 w 144"/>
                  <a:gd name="T21" fmla="*/ 2147483647 h 246"/>
                  <a:gd name="T22" fmla="*/ 2147483647 w 144"/>
                  <a:gd name="T23" fmla="*/ 2147483647 h 246"/>
                  <a:gd name="T24" fmla="*/ 2147483647 w 144"/>
                  <a:gd name="T25" fmla="*/ 2147483647 h 246"/>
                  <a:gd name="T26" fmla="*/ 2147483647 w 144"/>
                  <a:gd name="T27" fmla="*/ 2147483647 h 246"/>
                  <a:gd name="T28" fmla="*/ 2147483647 w 144"/>
                  <a:gd name="T29" fmla="*/ 2147483647 h 246"/>
                  <a:gd name="T30" fmla="*/ 2147483647 w 144"/>
                  <a:gd name="T31" fmla="*/ 2147483647 h 246"/>
                  <a:gd name="T32" fmla="*/ 2147483647 w 144"/>
                  <a:gd name="T33" fmla="*/ 2147483647 h 246"/>
                  <a:gd name="T34" fmla="*/ 2147483647 w 144"/>
                  <a:gd name="T35" fmla="*/ 2147483647 h 246"/>
                  <a:gd name="T36" fmla="*/ 2147483647 w 144"/>
                  <a:gd name="T37" fmla="*/ 2147483647 h 246"/>
                  <a:gd name="T38" fmla="*/ 2147483647 w 144"/>
                  <a:gd name="T39" fmla="*/ 0 h 246"/>
                  <a:gd name="T40" fmla="*/ 2147483647 w 144"/>
                  <a:gd name="T41" fmla="*/ 2147483647 h 246"/>
                  <a:gd name="T42" fmla="*/ 2147483647 w 144"/>
                  <a:gd name="T43" fmla="*/ 2147483647 h 246"/>
                  <a:gd name="T44" fmla="*/ 0 w 144"/>
                  <a:gd name="T45" fmla="*/ 2147483647 h 246"/>
                  <a:gd name="T46" fmla="*/ 2147483647 w 144"/>
                  <a:gd name="T47" fmla="*/ 2147483647 h 246"/>
                  <a:gd name="T48" fmla="*/ 2147483647 w 144"/>
                  <a:gd name="T49" fmla="*/ 2147483647 h 246"/>
                  <a:gd name="T50" fmla="*/ 2147483647 w 144"/>
                  <a:gd name="T51" fmla="*/ 2147483647 h 246"/>
                  <a:gd name="T52" fmla="*/ 2147483647 w 144"/>
                  <a:gd name="T53" fmla="*/ 2147483647 h 246"/>
                  <a:gd name="T54" fmla="*/ 2147483647 w 144"/>
                  <a:gd name="T55" fmla="*/ 2147483647 h 246"/>
                  <a:gd name="T56" fmla="*/ 2147483647 w 144"/>
                  <a:gd name="T57" fmla="*/ 2147483647 h 246"/>
                  <a:gd name="T58" fmla="*/ 2147483647 w 144"/>
                  <a:gd name="T59" fmla="*/ 2147483647 h 246"/>
                  <a:gd name="T60" fmla="*/ 2147483647 w 144"/>
                  <a:gd name="T61" fmla="*/ 2147483647 h 246"/>
                  <a:gd name="T62" fmla="*/ 2147483647 w 144"/>
                  <a:gd name="T63" fmla="*/ 2147483647 h 246"/>
                  <a:gd name="T64" fmla="*/ 2147483647 w 144"/>
                  <a:gd name="T65" fmla="*/ 2147483647 h 246"/>
                  <a:gd name="T66" fmla="*/ 2147483647 w 144"/>
                  <a:gd name="T67" fmla="*/ 2147483647 h 246"/>
                  <a:gd name="T68" fmla="*/ 2147483647 w 144"/>
                  <a:gd name="T69" fmla="*/ 2147483647 h 246"/>
                  <a:gd name="T70" fmla="*/ 2147483647 w 144"/>
                  <a:gd name="T71" fmla="*/ 2147483647 h 246"/>
                  <a:gd name="T72" fmla="*/ 2147483647 w 144"/>
                  <a:gd name="T73" fmla="*/ 2147483647 h 246"/>
                  <a:gd name="T74" fmla="*/ 2147483647 w 144"/>
                  <a:gd name="T75" fmla="*/ 2147483647 h 246"/>
                  <a:gd name="T76" fmla="*/ 2147483647 w 144"/>
                  <a:gd name="T77" fmla="*/ 2147483647 h 246"/>
                  <a:gd name="T78" fmla="*/ 2147483647 w 144"/>
                  <a:gd name="T79" fmla="*/ 2147483647 h 246"/>
                  <a:gd name="T80" fmla="*/ 2147483647 w 144"/>
                  <a:gd name="T81" fmla="*/ 2147483647 h 246"/>
                  <a:gd name="T82" fmla="*/ 2147483647 w 144"/>
                  <a:gd name="T83" fmla="*/ 2147483647 h 246"/>
                  <a:gd name="T84" fmla="*/ 2147483647 w 144"/>
                  <a:gd name="T85" fmla="*/ 2147483647 h 246"/>
                  <a:gd name="T86" fmla="*/ 2147483647 w 144"/>
                  <a:gd name="T87" fmla="*/ 2147483647 h 246"/>
                  <a:gd name="T88" fmla="*/ 2147483647 w 144"/>
                  <a:gd name="T89" fmla="*/ 2147483647 h 24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
                  <a:gd name="T136" fmla="*/ 0 h 246"/>
                  <a:gd name="T137" fmla="*/ 144 w 144"/>
                  <a:gd name="T138" fmla="*/ 246 h 24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 h="246">
                    <a:moveTo>
                      <a:pt x="96" y="210"/>
                    </a:moveTo>
                    <a:lnTo>
                      <a:pt x="96" y="204"/>
                    </a:lnTo>
                    <a:lnTo>
                      <a:pt x="108" y="204"/>
                    </a:lnTo>
                    <a:lnTo>
                      <a:pt x="120" y="198"/>
                    </a:lnTo>
                    <a:lnTo>
                      <a:pt x="120" y="174"/>
                    </a:lnTo>
                    <a:lnTo>
                      <a:pt x="138" y="174"/>
                    </a:lnTo>
                    <a:lnTo>
                      <a:pt x="144" y="168"/>
                    </a:lnTo>
                    <a:lnTo>
                      <a:pt x="144" y="138"/>
                    </a:lnTo>
                    <a:lnTo>
                      <a:pt x="120" y="144"/>
                    </a:lnTo>
                    <a:lnTo>
                      <a:pt x="120" y="126"/>
                    </a:lnTo>
                    <a:lnTo>
                      <a:pt x="114" y="126"/>
                    </a:lnTo>
                    <a:lnTo>
                      <a:pt x="108" y="120"/>
                    </a:lnTo>
                    <a:lnTo>
                      <a:pt x="108" y="96"/>
                    </a:lnTo>
                    <a:lnTo>
                      <a:pt x="102" y="84"/>
                    </a:lnTo>
                    <a:lnTo>
                      <a:pt x="102" y="42"/>
                    </a:lnTo>
                    <a:lnTo>
                      <a:pt x="96" y="24"/>
                    </a:lnTo>
                    <a:lnTo>
                      <a:pt x="84" y="24"/>
                    </a:lnTo>
                    <a:lnTo>
                      <a:pt x="72" y="6"/>
                    </a:lnTo>
                    <a:lnTo>
                      <a:pt x="66" y="12"/>
                    </a:lnTo>
                    <a:lnTo>
                      <a:pt x="36" y="0"/>
                    </a:lnTo>
                    <a:lnTo>
                      <a:pt x="36" y="18"/>
                    </a:lnTo>
                    <a:lnTo>
                      <a:pt x="24" y="24"/>
                    </a:lnTo>
                    <a:lnTo>
                      <a:pt x="0" y="24"/>
                    </a:lnTo>
                    <a:lnTo>
                      <a:pt x="18" y="36"/>
                    </a:lnTo>
                    <a:lnTo>
                      <a:pt x="24" y="30"/>
                    </a:lnTo>
                    <a:lnTo>
                      <a:pt x="30" y="48"/>
                    </a:lnTo>
                    <a:lnTo>
                      <a:pt x="18" y="60"/>
                    </a:lnTo>
                    <a:lnTo>
                      <a:pt x="24" y="66"/>
                    </a:lnTo>
                    <a:lnTo>
                      <a:pt x="48" y="66"/>
                    </a:lnTo>
                    <a:lnTo>
                      <a:pt x="48" y="84"/>
                    </a:lnTo>
                    <a:lnTo>
                      <a:pt x="42" y="96"/>
                    </a:lnTo>
                    <a:lnTo>
                      <a:pt x="42" y="114"/>
                    </a:lnTo>
                    <a:lnTo>
                      <a:pt x="36" y="132"/>
                    </a:lnTo>
                    <a:lnTo>
                      <a:pt x="36" y="156"/>
                    </a:lnTo>
                    <a:lnTo>
                      <a:pt x="24" y="180"/>
                    </a:lnTo>
                    <a:lnTo>
                      <a:pt x="24" y="186"/>
                    </a:lnTo>
                    <a:lnTo>
                      <a:pt x="42" y="204"/>
                    </a:lnTo>
                    <a:lnTo>
                      <a:pt x="54" y="210"/>
                    </a:lnTo>
                    <a:lnTo>
                      <a:pt x="60" y="216"/>
                    </a:lnTo>
                    <a:lnTo>
                      <a:pt x="60" y="234"/>
                    </a:lnTo>
                    <a:lnTo>
                      <a:pt x="66" y="240"/>
                    </a:lnTo>
                    <a:lnTo>
                      <a:pt x="84" y="240"/>
                    </a:lnTo>
                    <a:lnTo>
                      <a:pt x="90" y="246"/>
                    </a:lnTo>
                    <a:lnTo>
                      <a:pt x="96" y="246"/>
                    </a:lnTo>
                    <a:lnTo>
                      <a:pt x="96" y="21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nvGrpSpPr>
            <p:cNvPr id="179" name="Asia">
              <a:extLst>
                <a:ext uri="{FF2B5EF4-FFF2-40B4-BE49-F238E27FC236}">
                  <a16:creationId xmlns:a16="http://schemas.microsoft.com/office/drawing/2014/main" id="{5D93B548-2615-D049-B6E4-A3C8A1B8C5BD}"/>
                </a:ext>
              </a:extLst>
            </p:cNvPr>
            <p:cNvGrpSpPr/>
            <p:nvPr/>
          </p:nvGrpSpPr>
          <p:grpSpPr>
            <a:xfrm>
              <a:off x="6717296" y="2335344"/>
              <a:ext cx="3224821" cy="2161386"/>
              <a:chOff x="6717296" y="2335344"/>
              <a:chExt cx="3224821" cy="2161386"/>
            </a:xfrm>
          </p:grpSpPr>
          <p:sp>
            <p:nvSpPr>
              <p:cNvPr id="180" name="West Bank" descr="© INSCALE GmbH, 05.05.2010&#10;http://www.presentationload.com/">
                <a:extLst>
                  <a:ext uri="{FF2B5EF4-FFF2-40B4-BE49-F238E27FC236}">
                    <a16:creationId xmlns:a16="http://schemas.microsoft.com/office/drawing/2014/main" id="{05D4D585-402B-3849-A8EC-ACCC1DC1E7C4}"/>
                  </a:ext>
                </a:extLst>
              </p:cNvPr>
              <p:cNvSpPr>
                <a:spLocks/>
              </p:cNvSpPr>
              <p:nvPr/>
            </p:nvSpPr>
            <p:spPr bwMode="gray">
              <a:xfrm>
                <a:off x="6737019" y="3042110"/>
                <a:ext cx="18081" cy="39447"/>
              </a:xfrm>
              <a:custGeom>
                <a:avLst/>
                <a:gdLst>
                  <a:gd name="T0" fmla="*/ 2147483647 w 42"/>
                  <a:gd name="T1" fmla="*/ 2147483647 h 96"/>
                  <a:gd name="T2" fmla="*/ 2147483647 w 42"/>
                  <a:gd name="T3" fmla="*/ 2147483647 h 96"/>
                  <a:gd name="T4" fmla="*/ 2147483647 w 42"/>
                  <a:gd name="T5" fmla="*/ 2147483647 h 96"/>
                  <a:gd name="T6" fmla="*/ 2147483647 w 42"/>
                  <a:gd name="T7" fmla="*/ 0 h 96"/>
                  <a:gd name="T8" fmla="*/ 2147483647 w 42"/>
                  <a:gd name="T9" fmla="*/ 0 h 96"/>
                  <a:gd name="T10" fmla="*/ 0 w 42"/>
                  <a:gd name="T11" fmla="*/ 2147483647 h 96"/>
                  <a:gd name="T12" fmla="*/ 0 w 42"/>
                  <a:gd name="T13" fmla="*/ 2147483647 h 96"/>
                  <a:gd name="T14" fmla="*/ 2147483647 w 42"/>
                  <a:gd name="T15" fmla="*/ 2147483647 h 96"/>
                  <a:gd name="T16" fmla="*/ 2147483647 w 42"/>
                  <a:gd name="T17" fmla="*/ 2147483647 h 96"/>
                  <a:gd name="T18" fmla="*/ 2147483647 w 42"/>
                  <a:gd name="T19" fmla="*/ 2147483647 h 96"/>
                  <a:gd name="T20" fmla="*/ 2147483647 w 42"/>
                  <a:gd name="T21" fmla="*/ 2147483647 h 96"/>
                  <a:gd name="T22" fmla="*/ 2147483647 w 42"/>
                  <a:gd name="T23" fmla="*/ 214748364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96"/>
                  <a:gd name="T38" fmla="*/ 42 w 4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96">
                    <a:moveTo>
                      <a:pt x="24" y="78"/>
                    </a:moveTo>
                    <a:lnTo>
                      <a:pt x="30" y="84"/>
                    </a:lnTo>
                    <a:lnTo>
                      <a:pt x="42" y="72"/>
                    </a:lnTo>
                    <a:lnTo>
                      <a:pt x="36" y="0"/>
                    </a:lnTo>
                    <a:lnTo>
                      <a:pt x="18" y="0"/>
                    </a:lnTo>
                    <a:lnTo>
                      <a:pt x="0" y="18"/>
                    </a:lnTo>
                    <a:lnTo>
                      <a:pt x="0" y="90"/>
                    </a:lnTo>
                    <a:lnTo>
                      <a:pt x="6" y="96"/>
                    </a:lnTo>
                    <a:lnTo>
                      <a:pt x="12" y="90"/>
                    </a:lnTo>
                    <a:lnTo>
                      <a:pt x="18" y="90"/>
                    </a:lnTo>
                    <a:lnTo>
                      <a:pt x="18" y="84"/>
                    </a:lnTo>
                    <a:lnTo>
                      <a:pt x="24" y="7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1" name="Parcel Islands" descr="© INSCALE GmbH, 05.05.2010&#10;http://www.presentationload.com/">
                <a:extLst>
                  <a:ext uri="{FF2B5EF4-FFF2-40B4-BE49-F238E27FC236}">
                    <a16:creationId xmlns:a16="http://schemas.microsoft.com/office/drawing/2014/main" id="{B87F07B1-0C21-E246-904D-F7A1CE1B8B70}"/>
                  </a:ext>
                </a:extLst>
              </p:cNvPr>
              <p:cNvSpPr>
                <a:spLocks noEditPoints="1"/>
              </p:cNvSpPr>
              <p:nvPr/>
            </p:nvSpPr>
            <p:spPr bwMode="gray">
              <a:xfrm>
                <a:off x="9016749" y="3556567"/>
                <a:ext cx="39447" cy="26298"/>
              </a:xfrm>
              <a:custGeom>
                <a:avLst/>
                <a:gdLst>
                  <a:gd name="T0" fmla="*/ 2147483647 w 96"/>
                  <a:gd name="T1" fmla="*/ 2147483647 h 66"/>
                  <a:gd name="T2" fmla="*/ 2147483647 w 96"/>
                  <a:gd name="T3" fmla="*/ 2147483647 h 66"/>
                  <a:gd name="T4" fmla="*/ 0 w 96"/>
                  <a:gd name="T5" fmla="*/ 2147483647 h 66"/>
                  <a:gd name="T6" fmla="*/ 0 w 96"/>
                  <a:gd name="T7" fmla="*/ 2147483647 h 66"/>
                  <a:gd name="T8" fmla="*/ 2147483647 w 96"/>
                  <a:gd name="T9" fmla="*/ 2147483647 h 66"/>
                  <a:gd name="T10" fmla="*/ 2147483647 w 96"/>
                  <a:gd name="T11" fmla="*/ 2147483647 h 66"/>
                  <a:gd name="T12" fmla="*/ 2147483647 w 96"/>
                  <a:gd name="T13" fmla="*/ 2147483647 h 66"/>
                  <a:gd name="T14" fmla="*/ 2147483647 w 96"/>
                  <a:gd name="T15" fmla="*/ 2147483647 h 66"/>
                  <a:gd name="T16" fmla="*/ 2147483647 w 96"/>
                  <a:gd name="T17" fmla="*/ 2147483647 h 66"/>
                  <a:gd name="T18" fmla="*/ 2147483647 w 96"/>
                  <a:gd name="T19" fmla="*/ 0 h 66"/>
                  <a:gd name="T20" fmla="*/ 2147483647 w 96"/>
                  <a:gd name="T21" fmla="*/ 2147483647 h 66"/>
                  <a:gd name="T22" fmla="*/ 2147483647 w 96"/>
                  <a:gd name="T23" fmla="*/ 2147483647 h 66"/>
                  <a:gd name="T24" fmla="*/ 2147483647 w 96"/>
                  <a:gd name="T25" fmla="*/ 2147483647 h 66"/>
                  <a:gd name="T26" fmla="*/ 2147483647 w 96"/>
                  <a:gd name="T27" fmla="*/ 2147483647 h 66"/>
                  <a:gd name="T28" fmla="*/ 2147483647 w 96"/>
                  <a:gd name="T29" fmla="*/ 0 h 66"/>
                  <a:gd name="T30" fmla="*/ 2147483647 w 96"/>
                  <a:gd name="T31" fmla="*/ 0 h 66"/>
                  <a:gd name="T32" fmla="*/ 2147483647 w 96"/>
                  <a:gd name="T33" fmla="*/ 2147483647 h 66"/>
                  <a:gd name="T34" fmla="*/ 2147483647 w 96"/>
                  <a:gd name="T35" fmla="*/ 2147483647 h 66"/>
                  <a:gd name="T36" fmla="*/ 2147483647 w 96"/>
                  <a:gd name="T37" fmla="*/ 2147483647 h 66"/>
                  <a:gd name="T38" fmla="*/ 2147483647 w 96"/>
                  <a:gd name="T39" fmla="*/ 2147483647 h 66"/>
                  <a:gd name="T40" fmla="*/ 2147483647 w 96"/>
                  <a:gd name="T41" fmla="*/ 2147483647 h 66"/>
                  <a:gd name="T42" fmla="*/ 2147483647 w 96"/>
                  <a:gd name="T43" fmla="*/ 2147483647 h 66"/>
                  <a:gd name="T44" fmla="*/ 2147483647 w 96"/>
                  <a:gd name="T45" fmla="*/ 2147483647 h 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66"/>
                  <a:gd name="T71" fmla="*/ 96 w 96"/>
                  <a:gd name="T72" fmla="*/ 66 h 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66">
                    <a:moveTo>
                      <a:pt x="12" y="42"/>
                    </a:moveTo>
                    <a:lnTo>
                      <a:pt x="6" y="42"/>
                    </a:lnTo>
                    <a:lnTo>
                      <a:pt x="0" y="48"/>
                    </a:lnTo>
                    <a:lnTo>
                      <a:pt x="0" y="60"/>
                    </a:lnTo>
                    <a:lnTo>
                      <a:pt x="6" y="66"/>
                    </a:lnTo>
                    <a:lnTo>
                      <a:pt x="12" y="66"/>
                    </a:lnTo>
                    <a:lnTo>
                      <a:pt x="24" y="54"/>
                    </a:lnTo>
                    <a:lnTo>
                      <a:pt x="24" y="42"/>
                    </a:lnTo>
                    <a:lnTo>
                      <a:pt x="12" y="42"/>
                    </a:lnTo>
                    <a:close/>
                    <a:moveTo>
                      <a:pt x="42" y="0"/>
                    </a:moveTo>
                    <a:lnTo>
                      <a:pt x="42" y="18"/>
                    </a:lnTo>
                    <a:lnTo>
                      <a:pt x="54" y="30"/>
                    </a:lnTo>
                    <a:lnTo>
                      <a:pt x="60" y="30"/>
                    </a:lnTo>
                    <a:lnTo>
                      <a:pt x="72" y="24"/>
                    </a:lnTo>
                    <a:lnTo>
                      <a:pt x="48" y="0"/>
                    </a:lnTo>
                    <a:lnTo>
                      <a:pt x="42" y="0"/>
                    </a:lnTo>
                    <a:close/>
                    <a:moveTo>
                      <a:pt x="96" y="36"/>
                    </a:moveTo>
                    <a:lnTo>
                      <a:pt x="78" y="36"/>
                    </a:lnTo>
                    <a:lnTo>
                      <a:pt x="72" y="42"/>
                    </a:lnTo>
                    <a:lnTo>
                      <a:pt x="72" y="54"/>
                    </a:lnTo>
                    <a:lnTo>
                      <a:pt x="84" y="60"/>
                    </a:lnTo>
                    <a:lnTo>
                      <a:pt x="96" y="48"/>
                    </a:lnTo>
                    <a:lnTo>
                      <a:pt x="96" y="3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2" name="Yemen" descr="© INSCALE GmbH, 05.05.2010&#10;http://www.presentationload.com/">
                <a:extLst>
                  <a:ext uri="{FF2B5EF4-FFF2-40B4-BE49-F238E27FC236}">
                    <a16:creationId xmlns:a16="http://schemas.microsoft.com/office/drawing/2014/main" id="{E1480639-F329-BB40-94AC-B0D987660550}"/>
                  </a:ext>
                </a:extLst>
              </p:cNvPr>
              <p:cNvSpPr>
                <a:spLocks/>
              </p:cNvSpPr>
              <p:nvPr/>
            </p:nvSpPr>
            <p:spPr bwMode="gray">
              <a:xfrm>
                <a:off x="6988495" y="3497401"/>
                <a:ext cx="307360" cy="210386"/>
              </a:xfrm>
              <a:custGeom>
                <a:avLst/>
                <a:gdLst>
                  <a:gd name="T0" fmla="*/ 2147483647 w 732"/>
                  <a:gd name="T1" fmla="*/ 2147483647 h 498"/>
                  <a:gd name="T2" fmla="*/ 2147483647 w 732"/>
                  <a:gd name="T3" fmla="*/ 2147483647 h 498"/>
                  <a:gd name="T4" fmla="*/ 2147483647 w 732"/>
                  <a:gd name="T5" fmla="*/ 2147483647 h 498"/>
                  <a:gd name="T6" fmla="*/ 2147483647 w 732"/>
                  <a:gd name="T7" fmla="*/ 2147483647 h 498"/>
                  <a:gd name="T8" fmla="*/ 2147483647 w 732"/>
                  <a:gd name="T9" fmla="*/ 2147483647 h 498"/>
                  <a:gd name="T10" fmla="*/ 2147483647 w 732"/>
                  <a:gd name="T11" fmla="*/ 2147483647 h 498"/>
                  <a:gd name="T12" fmla="*/ 2147483647 w 732"/>
                  <a:gd name="T13" fmla="*/ 2147483647 h 498"/>
                  <a:gd name="T14" fmla="*/ 2147483647 w 732"/>
                  <a:gd name="T15" fmla="*/ 2147483647 h 498"/>
                  <a:gd name="T16" fmla="*/ 2147483647 w 732"/>
                  <a:gd name="T17" fmla="*/ 2147483647 h 498"/>
                  <a:gd name="T18" fmla="*/ 2147483647 w 732"/>
                  <a:gd name="T19" fmla="*/ 2147483647 h 498"/>
                  <a:gd name="T20" fmla="*/ 2147483647 w 732"/>
                  <a:gd name="T21" fmla="*/ 2147483647 h 498"/>
                  <a:gd name="T22" fmla="*/ 2147483647 w 732"/>
                  <a:gd name="T23" fmla="*/ 2147483647 h 498"/>
                  <a:gd name="T24" fmla="*/ 2147483647 w 732"/>
                  <a:gd name="T25" fmla="*/ 2147483647 h 498"/>
                  <a:gd name="T26" fmla="*/ 2147483647 w 732"/>
                  <a:gd name="T27" fmla="*/ 2147483647 h 498"/>
                  <a:gd name="T28" fmla="*/ 2147483647 w 732"/>
                  <a:gd name="T29" fmla="*/ 2147483647 h 498"/>
                  <a:gd name="T30" fmla="*/ 0 w 732"/>
                  <a:gd name="T31" fmla="*/ 2147483647 h 498"/>
                  <a:gd name="T32" fmla="*/ 2147483647 w 732"/>
                  <a:gd name="T33" fmla="*/ 2147483647 h 498"/>
                  <a:gd name="T34" fmla="*/ 2147483647 w 732"/>
                  <a:gd name="T35" fmla="*/ 2147483647 h 498"/>
                  <a:gd name="T36" fmla="*/ 2147483647 w 732"/>
                  <a:gd name="T37" fmla="*/ 2147483647 h 498"/>
                  <a:gd name="T38" fmla="*/ 2147483647 w 732"/>
                  <a:gd name="T39" fmla="*/ 2147483647 h 498"/>
                  <a:gd name="T40" fmla="*/ 2147483647 w 732"/>
                  <a:gd name="T41" fmla="*/ 2147483647 h 498"/>
                  <a:gd name="T42" fmla="*/ 2147483647 w 732"/>
                  <a:gd name="T43" fmla="*/ 2147483647 h 498"/>
                  <a:gd name="T44" fmla="*/ 2147483647 w 732"/>
                  <a:gd name="T45" fmla="*/ 2147483647 h 498"/>
                  <a:gd name="T46" fmla="*/ 2147483647 w 732"/>
                  <a:gd name="T47" fmla="*/ 2147483647 h 498"/>
                  <a:gd name="T48" fmla="*/ 2147483647 w 732"/>
                  <a:gd name="T49" fmla="*/ 2147483647 h 498"/>
                  <a:gd name="T50" fmla="*/ 2147483647 w 732"/>
                  <a:gd name="T51" fmla="*/ 2147483647 h 498"/>
                  <a:gd name="T52" fmla="*/ 2147483647 w 732"/>
                  <a:gd name="T53" fmla="*/ 2147483647 h 498"/>
                  <a:gd name="T54" fmla="*/ 2147483647 w 732"/>
                  <a:gd name="T55" fmla="*/ 2147483647 h 498"/>
                  <a:gd name="T56" fmla="*/ 2147483647 w 732"/>
                  <a:gd name="T57" fmla="*/ 2147483647 h 498"/>
                  <a:gd name="T58" fmla="*/ 2147483647 w 732"/>
                  <a:gd name="T59" fmla="*/ 2147483647 h 498"/>
                  <a:gd name="T60" fmla="*/ 2147483647 w 732"/>
                  <a:gd name="T61" fmla="*/ 2147483647 h 498"/>
                  <a:gd name="T62" fmla="*/ 2147483647 w 732"/>
                  <a:gd name="T63" fmla="*/ 2147483647 h 498"/>
                  <a:gd name="T64" fmla="*/ 2147483647 w 732"/>
                  <a:gd name="T65" fmla="*/ 2147483647 h 498"/>
                  <a:gd name="T66" fmla="*/ 2147483647 w 732"/>
                  <a:gd name="T67" fmla="*/ 2147483647 h 498"/>
                  <a:gd name="T68" fmla="*/ 2147483647 w 732"/>
                  <a:gd name="T69" fmla="*/ 2147483647 h 498"/>
                  <a:gd name="T70" fmla="*/ 2147483647 w 732"/>
                  <a:gd name="T71" fmla="*/ 2147483647 h 498"/>
                  <a:gd name="T72" fmla="*/ 2147483647 w 732"/>
                  <a:gd name="T73" fmla="*/ 2147483647 h 498"/>
                  <a:gd name="T74" fmla="*/ 2147483647 w 732"/>
                  <a:gd name="T75" fmla="*/ 2147483647 h 498"/>
                  <a:gd name="T76" fmla="*/ 2147483647 w 732"/>
                  <a:gd name="T77" fmla="*/ 0 h 498"/>
                  <a:gd name="T78" fmla="*/ 2147483647 w 732"/>
                  <a:gd name="T79" fmla="*/ 2147483647 h 498"/>
                  <a:gd name="T80" fmla="*/ 2147483647 w 732"/>
                  <a:gd name="T81" fmla="*/ 2147483647 h 4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2"/>
                  <a:gd name="T124" fmla="*/ 0 h 498"/>
                  <a:gd name="T125" fmla="*/ 732 w 732"/>
                  <a:gd name="T126" fmla="*/ 498 h 4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2" h="498">
                    <a:moveTo>
                      <a:pt x="468" y="24"/>
                    </a:moveTo>
                    <a:lnTo>
                      <a:pt x="450" y="30"/>
                    </a:lnTo>
                    <a:lnTo>
                      <a:pt x="420" y="36"/>
                    </a:lnTo>
                    <a:lnTo>
                      <a:pt x="390" y="54"/>
                    </a:lnTo>
                    <a:lnTo>
                      <a:pt x="372" y="72"/>
                    </a:lnTo>
                    <a:lnTo>
                      <a:pt x="366" y="84"/>
                    </a:lnTo>
                    <a:lnTo>
                      <a:pt x="354" y="96"/>
                    </a:lnTo>
                    <a:lnTo>
                      <a:pt x="348" y="108"/>
                    </a:lnTo>
                    <a:lnTo>
                      <a:pt x="342" y="114"/>
                    </a:lnTo>
                    <a:lnTo>
                      <a:pt x="336" y="126"/>
                    </a:lnTo>
                    <a:lnTo>
                      <a:pt x="336" y="144"/>
                    </a:lnTo>
                    <a:lnTo>
                      <a:pt x="330" y="150"/>
                    </a:lnTo>
                    <a:lnTo>
                      <a:pt x="324" y="162"/>
                    </a:lnTo>
                    <a:lnTo>
                      <a:pt x="312" y="162"/>
                    </a:lnTo>
                    <a:lnTo>
                      <a:pt x="300" y="156"/>
                    </a:lnTo>
                    <a:lnTo>
                      <a:pt x="294" y="144"/>
                    </a:lnTo>
                    <a:lnTo>
                      <a:pt x="288" y="138"/>
                    </a:lnTo>
                    <a:lnTo>
                      <a:pt x="210" y="138"/>
                    </a:lnTo>
                    <a:lnTo>
                      <a:pt x="204" y="132"/>
                    </a:lnTo>
                    <a:lnTo>
                      <a:pt x="192" y="126"/>
                    </a:lnTo>
                    <a:lnTo>
                      <a:pt x="102" y="126"/>
                    </a:lnTo>
                    <a:lnTo>
                      <a:pt x="96" y="132"/>
                    </a:lnTo>
                    <a:lnTo>
                      <a:pt x="72" y="138"/>
                    </a:lnTo>
                    <a:lnTo>
                      <a:pt x="54" y="120"/>
                    </a:lnTo>
                    <a:lnTo>
                      <a:pt x="48" y="120"/>
                    </a:lnTo>
                    <a:lnTo>
                      <a:pt x="42" y="126"/>
                    </a:lnTo>
                    <a:lnTo>
                      <a:pt x="36" y="138"/>
                    </a:lnTo>
                    <a:lnTo>
                      <a:pt x="36" y="186"/>
                    </a:lnTo>
                    <a:lnTo>
                      <a:pt x="30" y="192"/>
                    </a:lnTo>
                    <a:lnTo>
                      <a:pt x="24" y="204"/>
                    </a:lnTo>
                    <a:lnTo>
                      <a:pt x="12" y="216"/>
                    </a:lnTo>
                    <a:lnTo>
                      <a:pt x="0" y="252"/>
                    </a:lnTo>
                    <a:lnTo>
                      <a:pt x="0" y="258"/>
                    </a:lnTo>
                    <a:lnTo>
                      <a:pt x="18" y="276"/>
                    </a:lnTo>
                    <a:lnTo>
                      <a:pt x="24" y="288"/>
                    </a:lnTo>
                    <a:lnTo>
                      <a:pt x="36" y="294"/>
                    </a:lnTo>
                    <a:lnTo>
                      <a:pt x="24" y="408"/>
                    </a:lnTo>
                    <a:lnTo>
                      <a:pt x="54" y="444"/>
                    </a:lnTo>
                    <a:lnTo>
                      <a:pt x="54" y="456"/>
                    </a:lnTo>
                    <a:lnTo>
                      <a:pt x="60" y="468"/>
                    </a:lnTo>
                    <a:lnTo>
                      <a:pt x="78" y="486"/>
                    </a:lnTo>
                    <a:lnTo>
                      <a:pt x="90" y="492"/>
                    </a:lnTo>
                    <a:lnTo>
                      <a:pt x="114" y="498"/>
                    </a:lnTo>
                    <a:lnTo>
                      <a:pt x="132" y="498"/>
                    </a:lnTo>
                    <a:lnTo>
                      <a:pt x="150" y="492"/>
                    </a:lnTo>
                    <a:lnTo>
                      <a:pt x="162" y="486"/>
                    </a:lnTo>
                    <a:lnTo>
                      <a:pt x="168" y="480"/>
                    </a:lnTo>
                    <a:lnTo>
                      <a:pt x="186" y="444"/>
                    </a:lnTo>
                    <a:lnTo>
                      <a:pt x="198" y="432"/>
                    </a:lnTo>
                    <a:lnTo>
                      <a:pt x="210" y="432"/>
                    </a:lnTo>
                    <a:lnTo>
                      <a:pt x="228" y="438"/>
                    </a:lnTo>
                    <a:lnTo>
                      <a:pt x="270" y="438"/>
                    </a:lnTo>
                    <a:lnTo>
                      <a:pt x="324" y="432"/>
                    </a:lnTo>
                    <a:lnTo>
                      <a:pt x="366" y="426"/>
                    </a:lnTo>
                    <a:lnTo>
                      <a:pt x="390" y="414"/>
                    </a:lnTo>
                    <a:lnTo>
                      <a:pt x="402" y="402"/>
                    </a:lnTo>
                    <a:lnTo>
                      <a:pt x="414" y="384"/>
                    </a:lnTo>
                    <a:lnTo>
                      <a:pt x="426" y="372"/>
                    </a:lnTo>
                    <a:lnTo>
                      <a:pt x="450" y="360"/>
                    </a:lnTo>
                    <a:lnTo>
                      <a:pt x="462" y="348"/>
                    </a:lnTo>
                    <a:lnTo>
                      <a:pt x="474" y="342"/>
                    </a:lnTo>
                    <a:lnTo>
                      <a:pt x="486" y="330"/>
                    </a:lnTo>
                    <a:lnTo>
                      <a:pt x="504" y="324"/>
                    </a:lnTo>
                    <a:lnTo>
                      <a:pt x="528" y="312"/>
                    </a:lnTo>
                    <a:lnTo>
                      <a:pt x="546" y="306"/>
                    </a:lnTo>
                    <a:lnTo>
                      <a:pt x="558" y="294"/>
                    </a:lnTo>
                    <a:lnTo>
                      <a:pt x="594" y="276"/>
                    </a:lnTo>
                    <a:lnTo>
                      <a:pt x="666" y="276"/>
                    </a:lnTo>
                    <a:lnTo>
                      <a:pt x="666" y="270"/>
                    </a:lnTo>
                    <a:lnTo>
                      <a:pt x="672" y="264"/>
                    </a:lnTo>
                    <a:lnTo>
                      <a:pt x="684" y="240"/>
                    </a:lnTo>
                    <a:lnTo>
                      <a:pt x="690" y="222"/>
                    </a:lnTo>
                    <a:lnTo>
                      <a:pt x="702" y="210"/>
                    </a:lnTo>
                    <a:lnTo>
                      <a:pt x="708" y="198"/>
                    </a:lnTo>
                    <a:lnTo>
                      <a:pt x="720" y="192"/>
                    </a:lnTo>
                    <a:lnTo>
                      <a:pt x="720" y="186"/>
                    </a:lnTo>
                    <a:lnTo>
                      <a:pt x="732" y="186"/>
                    </a:lnTo>
                    <a:lnTo>
                      <a:pt x="648" y="0"/>
                    </a:lnTo>
                    <a:lnTo>
                      <a:pt x="630" y="0"/>
                    </a:lnTo>
                    <a:lnTo>
                      <a:pt x="588" y="6"/>
                    </a:lnTo>
                    <a:lnTo>
                      <a:pt x="540" y="18"/>
                    </a:lnTo>
                    <a:lnTo>
                      <a:pt x="492" y="24"/>
                    </a:lnTo>
                    <a:lnTo>
                      <a:pt x="468" y="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3" name="Uzbekistan" descr="© INSCALE GmbH, 05.05.2010&#10;http://www.presentationload.com/">
                <a:extLst>
                  <a:ext uri="{FF2B5EF4-FFF2-40B4-BE49-F238E27FC236}">
                    <a16:creationId xmlns:a16="http://schemas.microsoft.com/office/drawing/2014/main" id="{8FC4522A-A04B-F84F-BF62-F1DB4724C7B0}"/>
                  </a:ext>
                </a:extLst>
              </p:cNvPr>
              <p:cNvSpPr>
                <a:spLocks/>
              </p:cNvSpPr>
              <p:nvPr/>
            </p:nvSpPr>
            <p:spPr bwMode="gray">
              <a:xfrm>
                <a:off x="7258053" y="2603259"/>
                <a:ext cx="498024" cy="279419"/>
              </a:xfrm>
              <a:custGeom>
                <a:avLst/>
                <a:gdLst>
                  <a:gd name="T0" fmla="*/ 2147483647 w 1182"/>
                  <a:gd name="T1" fmla="*/ 2147483647 h 666"/>
                  <a:gd name="T2" fmla="*/ 2147483647 w 1182"/>
                  <a:gd name="T3" fmla="*/ 2147483647 h 666"/>
                  <a:gd name="T4" fmla="*/ 2147483647 w 1182"/>
                  <a:gd name="T5" fmla="*/ 2147483647 h 666"/>
                  <a:gd name="T6" fmla="*/ 2147483647 w 1182"/>
                  <a:gd name="T7" fmla="*/ 2147483647 h 666"/>
                  <a:gd name="T8" fmla="*/ 2147483647 w 1182"/>
                  <a:gd name="T9" fmla="*/ 2147483647 h 666"/>
                  <a:gd name="T10" fmla="*/ 2147483647 w 1182"/>
                  <a:gd name="T11" fmla="*/ 2147483647 h 666"/>
                  <a:gd name="T12" fmla="*/ 2147483647 w 1182"/>
                  <a:gd name="T13" fmla="*/ 2147483647 h 666"/>
                  <a:gd name="T14" fmla="*/ 2147483647 w 1182"/>
                  <a:gd name="T15" fmla="*/ 2147483647 h 666"/>
                  <a:gd name="T16" fmla="*/ 2147483647 w 1182"/>
                  <a:gd name="T17" fmla="*/ 2147483647 h 666"/>
                  <a:gd name="T18" fmla="*/ 2147483647 w 1182"/>
                  <a:gd name="T19" fmla="*/ 2147483647 h 666"/>
                  <a:gd name="T20" fmla="*/ 2147483647 w 1182"/>
                  <a:gd name="T21" fmla="*/ 2147483647 h 666"/>
                  <a:gd name="T22" fmla="*/ 2147483647 w 1182"/>
                  <a:gd name="T23" fmla="*/ 2147483647 h 666"/>
                  <a:gd name="T24" fmla="*/ 2147483647 w 1182"/>
                  <a:gd name="T25" fmla="*/ 2147483647 h 666"/>
                  <a:gd name="T26" fmla="*/ 2147483647 w 1182"/>
                  <a:gd name="T27" fmla="*/ 2147483647 h 666"/>
                  <a:gd name="T28" fmla="*/ 2147483647 w 1182"/>
                  <a:gd name="T29" fmla="*/ 2147483647 h 666"/>
                  <a:gd name="T30" fmla="*/ 2147483647 w 1182"/>
                  <a:gd name="T31" fmla="*/ 2147483647 h 666"/>
                  <a:gd name="T32" fmla="*/ 2147483647 w 1182"/>
                  <a:gd name="T33" fmla="*/ 2147483647 h 666"/>
                  <a:gd name="T34" fmla="*/ 2147483647 w 1182"/>
                  <a:gd name="T35" fmla="*/ 2147483647 h 666"/>
                  <a:gd name="T36" fmla="*/ 2147483647 w 1182"/>
                  <a:gd name="T37" fmla="*/ 2147483647 h 666"/>
                  <a:gd name="T38" fmla="*/ 2147483647 w 1182"/>
                  <a:gd name="T39" fmla="*/ 2147483647 h 666"/>
                  <a:gd name="T40" fmla="*/ 2147483647 w 1182"/>
                  <a:gd name="T41" fmla="*/ 2147483647 h 666"/>
                  <a:gd name="T42" fmla="*/ 2147483647 w 1182"/>
                  <a:gd name="T43" fmla="*/ 2147483647 h 666"/>
                  <a:gd name="T44" fmla="*/ 2147483647 w 1182"/>
                  <a:gd name="T45" fmla="*/ 2147483647 h 666"/>
                  <a:gd name="T46" fmla="*/ 2147483647 w 1182"/>
                  <a:gd name="T47" fmla="*/ 2147483647 h 666"/>
                  <a:gd name="T48" fmla="*/ 2147483647 w 1182"/>
                  <a:gd name="T49" fmla="*/ 2147483647 h 666"/>
                  <a:gd name="T50" fmla="*/ 2147483647 w 1182"/>
                  <a:gd name="T51" fmla="*/ 2147483647 h 666"/>
                  <a:gd name="T52" fmla="*/ 2147483647 w 1182"/>
                  <a:gd name="T53" fmla="*/ 2147483647 h 666"/>
                  <a:gd name="T54" fmla="*/ 2147483647 w 1182"/>
                  <a:gd name="T55" fmla="*/ 2147483647 h 666"/>
                  <a:gd name="T56" fmla="*/ 2147483647 w 1182"/>
                  <a:gd name="T57" fmla="*/ 2147483647 h 666"/>
                  <a:gd name="T58" fmla="*/ 2147483647 w 1182"/>
                  <a:gd name="T59" fmla="*/ 2147483647 h 666"/>
                  <a:gd name="T60" fmla="*/ 2147483647 w 1182"/>
                  <a:gd name="T61" fmla="*/ 2147483647 h 666"/>
                  <a:gd name="T62" fmla="*/ 2147483647 w 1182"/>
                  <a:gd name="T63" fmla="*/ 2147483647 h 666"/>
                  <a:gd name="T64" fmla="*/ 2147483647 w 1182"/>
                  <a:gd name="T65" fmla="*/ 2147483647 h 666"/>
                  <a:gd name="T66" fmla="*/ 2147483647 w 1182"/>
                  <a:gd name="T67" fmla="*/ 2147483647 h 666"/>
                  <a:gd name="T68" fmla="*/ 2147483647 w 1182"/>
                  <a:gd name="T69" fmla="*/ 2147483647 h 666"/>
                  <a:gd name="T70" fmla="*/ 2147483647 w 1182"/>
                  <a:gd name="T71" fmla="*/ 2147483647 h 666"/>
                  <a:gd name="T72" fmla="*/ 2147483647 w 1182"/>
                  <a:gd name="T73" fmla="*/ 2147483647 h 666"/>
                  <a:gd name="T74" fmla="*/ 2147483647 w 1182"/>
                  <a:gd name="T75" fmla="*/ 2147483647 h 666"/>
                  <a:gd name="T76" fmla="*/ 2147483647 w 1182"/>
                  <a:gd name="T77" fmla="*/ 2147483647 h 666"/>
                  <a:gd name="T78" fmla="*/ 2147483647 w 1182"/>
                  <a:gd name="T79" fmla="*/ 2147483647 h 666"/>
                  <a:gd name="T80" fmla="*/ 2147483647 w 1182"/>
                  <a:gd name="T81" fmla="*/ 2147483647 h 666"/>
                  <a:gd name="T82" fmla="*/ 2147483647 w 1182"/>
                  <a:gd name="T83" fmla="*/ 2147483647 h 666"/>
                  <a:gd name="T84" fmla="*/ 2147483647 w 1182"/>
                  <a:gd name="T85" fmla="*/ 2147483647 h 666"/>
                  <a:gd name="T86" fmla="*/ 2147483647 w 1182"/>
                  <a:gd name="T87" fmla="*/ 2147483647 h 666"/>
                  <a:gd name="T88" fmla="*/ 2147483647 w 1182"/>
                  <a:gd name="T89" fmla="*/ 2147483647 h 666"/>
                  <a:gd name="T90" fmla="*/ 2147483647 w 1182"/>
                  <a:gd name="T91" fmla="*/ 2147483647 h 666"/>
                  <a:gd name="T92" fmla="*/ 2147483647 w 1182"/>
                  <a:gd name="T93" fmla="*/ 2147483647 h 666"/>
                  <a:gd name="T94" fmla="*/ 2147483647 w 1182"/>
                  <a:gd name="T95" fmla="*/ 2147483647 h 666"/>
                  <a:gd name="T96" fmla="*/ 2147483647 w 1182"/>
                  <a:gd name="T97" fmla="*/ 2147483647 h 666"/>
                  <a:gd name="T98" fmla="*/ 2147483647 w 1182"/>
                  <a:gd name="T99" fmla="*/ 2147483647 h 666"/>
                  <a:gd name="T100" fmla="*/ 2147483647 w 1182"/>
                  <a:gd name="T101" fmla="*/ 2147483647 h 666"/>
                  <a:gd name="T102" fmla="*/ 2147483647 w 1182"/>
                  <a:gd name="T103" fmla="*/ 2147483647 h 666"/>
                  <a:gd name="T104" fmla="*/ 2147483647 w 1182"/>
                  <a:gd name="T105" fmla="*/ 2147483647 h 666"/>
                  <a:gd name="T106" fmla="*/ 2147483647 w 1182"/>
                  <a:gd name="T107" fmla="*/ 2147483647 h 666"/>
                  <a:gd name="T108" fmla="*/ 2147483647 w 1182"/>
                  <a:gd name="T109" fmla="*/ 2147483647 h 666"/>
                  <a:gd name="T110" fmla="*/ 2147483647 w 1182"/>
                  <a:gd name="T111" fmla="*/ 2147483647 h 666"/>
                  <a:gd name="T112" fmla="*/ 2147483647 w 1182"/>
                  <a:gd name="T113" fmla="*/ 2147483647 h 666"/>
                  <a:gd name="T114" fmla="*/ 2147483647 w 1182"/>
                  <a:gd name="T115" fmla="*/ 2147483647 h 66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82"/>
                  <a:gd name="T175" fmla="*/ 0 h 666"/>
                  <a:gd name="T176" fmla="*/ 1182 w 1182"/>
                  <a:gd name="T177" fmla="*/ 666 h 66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82" h="666">
                    <a:moveTo>
                      <a:pt x="1152" y="372"/>
                    </a:moveTo>
                    <a:lnTo>
                      <a:pt x="1146" y="360"/>
                    </a:lnTo>
                    <a:lnTo>
                      <a:pt x="1122" y="360"/>
                    </a:lnTo>
                    <a:lnTo>
                      <a:pt x="1116" y="342"/>
                    </a:lnTo>
                    <a:lnTo>
                      <a:pt x="1098" y="342"/>
                    </a:lnTo>
                    <a:lnTo>
                      <a:pt x="1080" y="318"/>
                    </a:lnTo>
                    <a:lnTo>
                      <a:pt x="1080" y="330"/>
                    </a:lnTo>
                    <a:lnTo>
                      <a:pt x="1068" y="330"/>
                    </a:lnTo>
                    <a:lnTo>
                      <a:pt x="1068" y="342"/>
                    </a:lnTo>
                    <a:lnTo>
                      <a:pt x="1032" y="342"/>
                    </a:lnTo>
                    <a:lnTo>
                      <a:pt x="1020" y="330"/>
                    </a:lnTo>
                    <a:lnTo>
                      <a:pt x="990" y="318"/>
                    </a:lnTo>
                    <a:lnTo>
                      <a:pt x="1038" y="270"/>
                    </a:lnTo>
                    <a:lnTo>
                      <a:pt x="1038" y="264"/>
                    </a:lnTo>
                    <a:lnTo>
                      <a:pt x="1032" y="264"/>
                    </a:lnTo>
                    <a:lnTo>
                      <a:pt x="1032" y="258"/>
                    </a:lnTo>
                    <a:lnTo>
                      <a:pt x="1002" y="276"/>
                    </a:lnTo>
                    <a:lnTo>
                      <a:pt x="978" y="276"/>
                    </a:lnTo>
                    <a:lnTo>
                      <a:pt x="966" y="300"/>
                    </a:lnTo>
                    <a:lnTo>
                      <a:pt x="960" y="300"/>
                    </a:lnTo>
                    <a:lnTo>
                      <a:pt x="954" y="306"/>
                    </a:lnTo>
                    <a:lnTo>
                      <a:pt x="942" y="306"/>
                    </a:lnTo>
                    <a:lnTo>
                      <a:pt x="930" y="312"/>
                    </a:lnTo>
                    <a:lnTo>
                      <a:pt x="918" y="324"/>
                    </a:lnTo>
                    <a:lnTo>
                      <a:pt x="918" y="342"/>
                    </a:lnTo>
                    <a:lnTo>
                      <a:pt x="912" y="342"/>
                    </a:lnTo>
                    <a:lnTo>
                      <a:pt x="906" y="348"/>
                    </a:lnTo>
                    <a:lnTo>
                      <a:pt x="894" y="354"/>
                    </a:lnTo>
                    <a:lnTo>
                      <a:pt x="882" y="366"/>
                    </a:lnTo>
                    <a:lnTo>
                      <a:pt x="882" y="378"/>
                    </a:lnTo>
                    <a:lnTo>
                      <a:pt x="888" y="384"/>
                    </a:lnTo>
                    <a:lnTo>
                      <a:pt x="888" y="396"/>
                    </a:lnTo>
                    <a:lnTo>
                      <a:pt x="882" y="390"/>
                    </a:lnTo>
                    <a:lnTo>
                      <a:pt x="870" y="390"/>
                    </a:lnTo>
                    <a:lnTo>
                      <a:pt x="858" y="384"/>
                    </a:lnTo>
                    <a:lnTo>
                      <a:pt x="852" y="384"/>
                    </a:lnTo>
                    <a:lnTo>
                      <a:pt x="852" y="372"/>
                    </a:lnTo>
                    <a:lnTo>
                      <a:pt x="858" y="366"/>
                    </a:lnTo>
                    <a:lnTo>
                      <a:pt x="858" y="348"/>
                    </a:lnTo>
                    <a:lnTo>
                      <a:pt x="840" y="342"/>
                    </a:lnTo>
                    <a:lnTo>
                      <a:pt x="762" y="342"/>
                    </a:lnTo>
                    <a:lnTo>
                      <a:pt x="732" y="282"/>
                    </a:lnTo>
                    <a:lnTo>
                      <a:pt x="726" y="276"/>
                    </a:lnTo>
                    <a:lnTo>
                      <a:pt x="714" y="276"/>
                    </a:lnTo>
                    <a:lnTo>
                      <a:pt x="708" y="282"/>
                    </a:lnTo>
                    <a:lnTo>
                      <a:pt x="702" y="282"/>
                    </a:lnTo>
                    <a:lnTo>
                      <a:pt x="696" y="276"/>
                    </a:lnTo>
                    <a:lnTo>
                      <a:pt x="696" y="234"/>
                    </a:lnTo>
                    <a:lnTo>
                      <a:pt x="690" y="216"/>
                    </a:lnTo>
                    <a:lnTo>
                      <a:pt x="690" y="204"/>
                    </a:lnTo>
                    <a:lnTo>
                      <a:pt x="660" y="204"/>
                    </a:lnTo>
                    <a:lnTo>
                      <a:pt x="654" y="192"/>
                    </a:lnTo>
                    <a:lnTo>
                      <a:pt x="642" y="186"/>
                    </a:lnTo>
                    <a:lnTo>
                      <a:pt x="636" y="168"/>
                    </a:lnTo>
                    <a:lnTo>
                      <a:pt x="618" y="150"/>
                    </a:lnTo>
                    <a:lnTo>
                      <a:pt x="612" y="138"/>
                    </a:lnTo>
                    <a:lnTo>
                      <a:pt x="600" y="138"/>
                    </a:lnTo>
                    <a:lnTo>
                      <a:pt x="576" y="150"/>
                    </a:lnTo>
                    <a:lnTo>
                      <a:pt x="570" y="156"/>
                    </a:lnTo>
                    <a:lnTo>
                      <a:pt x="552" y="156"/>
                    </a:lnTo>
                    <a:lnTo>
                      <a:pt x="534" y="150"/>
                    </a:lnTo>
                    <a:lnTo>
                      <a:pt x="474" y="150"/>
                    </a:lnTo>
                    <a:lnTo>
                      <a:pt x="456" y="156"/>
                    </a:lnTo>
                    <a:lnTo>
                      <a:pt x="420" y="156"/>
                    </a:lnTo>
                    <a:lnTo>
                      <a:pt x="414" y="162"/>
                    </a:lnTo>
                    <a:lnTo>
                      <a:pt x="408" y="162"/>
                    </a:lnTo>
                    <a:lnTo>
                      <a:pt x="330" y="90"/>
                    </a:lnTo>
                    <a:lnTo>
                      <a:pt x="264" y="54"/>
                    </a:lnTo>
                    <a:lnTo>
                      <a:pt x="270" y="66"/>
                    </a:lnTo>
                    <a:lnTo>
                      <a:pt x="270" y="90"/>
                    </a:lnTo>
                    <a:lnTo>
                      <a:pt x="264" y="102"/>
                    </a:lnTo>
                    <a:lnTo>
                      <a:pt x="258" y="108"/>
                    </a:lnTo>
                    <a:lnTo>
                      <a:pt x="240" y="108"/>
                    </a:lnTo>
                    <a:lnTo>
                      <a:pt x="228" y="102"/>
                    </a:lnTo>
                    <a:lnTo>
                      <a:pt x="222" y="96"/>
                    </a:lnTo>
                    <a:lnTo>
                      <a:pt x="222" y="78"/>
                    </a:lnTo>
                    <a:lnTo>
                      <a:pt x="210" y="54"/>
                    </a:lnTo>
                    <a:lnTo>
                      <a:pt x="216" y="36"/>
                    </a:lnTo>
                    <a:lnTo>
                      <a:pt x="162" y="12"/>
                    </a:lnTo>
                    <a:lnTo>
                      <a:pt x="156" y="30"/>
                    </a:lnTo>
                    <a:lnTo>
                      <a:pt x="168" y="36"/>
                    </a:lnTo>
                    <a:lnTo>
                      <a:pt x="174" y="48"/>
                    </a:lnTo>
                    <a:lnTo>
                      <a:pt x="174" y="72"/>
                    </a:lnTo>
                    <a:lnTo>
                      <a:pt x="168" y="78"/>
                    </a:lnTo>
                    <a:lnTo>
                      <a:pt x="156" y="84"/>
                    </a:lnTo>
                    <a:lnTo>
                      <a:pt x="150" y="84"/>
                    </a:lnTo>
                    <a:lnTo>
                      <a:pt x="144" y="78"/>
                    </a:lnTo>
                    <a:lnTo>
                      <a:pt x="144" y="60"/>
                    </a:lnTo>
                    <a:lnTo>
                      <a:pt x="132" y="48"/>
                    </a:lnTo>
                    <a:lnTo>
                      <a:pt x="132" y="42"/>
                    </a:lnTo>
                    <a:lnTo>
                      <a:pt x="144" y="30"/>
                    </a:lnTo>
                    <a:lnTo>
                      <a:pt x="150" y="6"/>
                    </a:lnTo>
                    <a:lnTo>
                      <a:pt x="144" y="0"/>
                    </a:lnTo>
                    <a:lnTo>
                      <a:pt x="0" y="42"/>
                    </a:lnTo>
                    <a:lnTo>
                      <a:pt x="48" y="324"/>
                    </a:lnTo>
                    <a:lnTo>
                      <a:pt x="60" y="324"/>
                    </a:lnTo>
                    <a:lnTo>
                      <a:pt x="72" y="336"/>
                    </a:lnTo>
                    <a:lnTo>
                      <a:pt x="138" y="336"/>
                    </a:lnTo>
                    <a:lnTo>
                      <a:pt x="132" y="324"/>
                    </a:lnTo>
                    <a:lnTo>
                      <a:pt x="120" y="318"/>
                    </a:lnTo>
                    <a:lnTo>
                      <a:pt x="114" y="300"/>
                    </a:lnTo>
                    <a:lnTo>
                      <a:pt x="114" y="288"/>
                    </a:lnTo>
                    <a:lnTo>
                      <a:pt x="132" y="270"/>
                    </a:lnTo>
                    <a:lnTo>
                      <a:pt x="144" y="264"/>
                    </a:lnTo>
                    <a:lnTo>
                      <a:pt x="156" y="264"/>
                    </a:lnTo>
                    <a:lnTo>
                      <a:pt x="162" y="258"/>
                    </a:lnTo>
                    <a:lnTo>
                      <a:pt x="168" y="258"/>
                    </a:lnTo>
                    <a:lnTo>
                      <a:pt x="168" y="246"/>
                    </a:lnTo>
                    <a:lnTo>
                      <a:pt x="174" y="240"/>
                    </a:lnTo>
                    <a:lnTo>
                      <a:pt x="180" y="240"/>
                    </a:lnTo>
                    <a:lnTo>
                      <a:pt x="186" y="246"/>
                    </a:lnTo>
                    <a:lnTo>
                      <a:pt x="198" y="246"/>
                    </a:lnTo>
                    <a:lnTo>
                      <a:pt x="204" y="252"/>
                    </a:lnTo>
                    <a:lnTo>
                      <a:pt x="174" y="222"/>
                    </a:lnTo>
                    <a:lnTo>
                      <a:pt x="204" y="228"/>
                    </a:lnTo>
                    <a:lnTo>
                      <a:pt x="210" y="216"/>
                    </a:lnTo>
                    <a:lnTo>
                      <a:pt x="228" y="240"/>
                    </a:lnTo>
                    <a:lnTo>
                      <a:pt x="252" y="240"/>
                    </a:lnTo>
                    <a:lnTo>
                      <a:pt x="252" y="252"/>
                    </a:lnTo>
                    <a:lnTo>
                      <a:pt x="264" y="258"/>
                    </a:lnTo>
                    <a:lnTo>
                      <a:pt x="300" y="258"/>
                    </a:lnTo>
                    <a:lnTo>
                      <a:pt x="306" y="264"/>
                    </a:lnTo>
                    <a:lnTo>
                      <a:pt x="312" y="276"/>
                    </a:lnTo>
                    <a:lnTo>
                      <a:pt x="312" y="288"/>
                    </a:lnTo>
                    <a:lnTo>
                      <a:pt x="324" y="294"/>
                    </a:lnTo>
                    <a:lnTo>
                      <a:pt x="312" y="306"/>
                    </a:lnTo>
                    <a:lnTo>
                      <a:pt x="312" y="318"/>
                    </a:lnTo>
                    <a:lnTo>
                      <a:pt x="330" y="336"/>
                    </a:lnTo>
                    <a:lnTo>
                      <a:pt x="360" y="336"/>
                    </a:lnTo>
                    <a:lnTo>
                      <a:pt x="414" y="342"/>
                    </a:lnTo>
                    <a:lnTo>
                      <a:pt x="414" y="336"/>
                    </a:lnTo>
                    <a:lnTo>
                      <a:pt x="450" y="354"/>
                    </a:lnTo>
                    <a:lnTo>
                      <a:pt x="468" y="384"/>
                    </a:lnTo>
                    <a:lnTo>
                      <a:pt x="486" y="402"/>
                    </a:lnTo>
                    <a:lnTo>
                      <a:pt x="486" y="408"/>
                    </a:lnTo>
                    <a:lnTo>
                      <a:pt x="492" y="414"/>
                    </a:lnTo>
                    <a:lnTo>
                      <a:pt x="510" y="450"/>
                    </a:lnTo>
                    <a:lnTo>
                      <a:pt x="522" y="462"/>
                    </a:lnTo>
                    <a:lnTo>
                      <a:pt x="534" y="468"/>
                    </a:lnTo>
                    <a:lnTo>
                      <a:pt x="552" y="468"/>
                    </a:lnTo>
                    <a:lnTo>
                      <a:pt x="564" y="474"/>
                    </a:lnTo>
                    <a:lnTo>
                      <a:pt x="570" y="474"/>
                    </a:lnTo>
                    <a:lnTo>
                      <a:pt x="582" y="486"/>
                    </a:lnTo>
                    <a:lnTo>
                      <a:pt x="588" y="498"/>
                    </a:lnTo>
                    <a:lnTo>
                      <a:pt x="594" y="504"/>
                    </a:lnTo>
                    <a:lnTo>
                      <a:pt x="624" y="522"/>
                    </a:lnTo>
                    <a:lnTo>
                      <a:pt x="648" y="522"/>
                    </a:lnTo>
                    <a:lnTo>
                      <a:pt x="666" y="534"/>
                    </a:lnTo>
                    <a:lnTo>
                      <a:pt x="690" y="546"/>
                    </a:lnTo>
                    <a:lnTo>
                      <a:pt x="696" y="552"/>
                    </a:lnTo>
                    <a:lnTo>
                      <a:pt x="708" y="558"/>
                    </a:lnTo>
                    <a:lnTo>
                      <a:pt x="720" y="570"/>
                    </a:lnTo>
                    <a:lnTo>
                      <a:pt x="732" y="570"/>
                    </a:lnTo>
                    <a:lnTo>
                      <a:pt x="744" y="582"/>
                    </a:lnTo>
                    <a:lnTo>
                      <a:pt x="750" y="582"/>
                    </a:lnTo>
                    <a:lnTo>
                      <a:pt x="774" y="576"/>
                    </a:lnTo>
                    <a:lnTo>
                      <a:pt x="822" y="606"/>
                    </a:lnTo>
                    <a:lnTo>
                      <a:pt x="816" y="612"/>
                    </a:lnTo>
                    <a:lnTo>
                      <a:pt x="816" y="630"/>
                    </a:lnTo>
                    <a:lnTo>
                      <a:pt x="828" y="642"/>
                    </a:lnTo>
                    <a:lnTo>
                      <a:pt x="828" y="654"/>
                    </a:lnTo>
                    <a:lnTo>
                      <a:pt x="840" y="654"/>
                    </a:lnTo>
                    <a:lnTo>
                      <a:pt x="852" y="642"/>
                    </a:lnTo>
                    <a:lnTo>
                      <a:pt x="870" y="666"/>
                    </a:lnTo>
                    <a:lnTo>
                      <a:pt x="882" y="660"/>
                    </a:lnTo>
                    <a:lnTo>
                      <a:pt x="894" y="660"/>
                    </a:lnTo>
                    <a:lnTo>
                      <a:pt x="900" y="666"/>
                    </a:lnTo>
                    <a:lnTo>
                      <a:pt x="906" y="666"/>
                    </a:lnTo>
                    <a:lnTo>
                      <a:pt x="900" y="666"/>
                    </a:lnTo>
                    <a:lnTo>
                      <a:pt x="900" y="642"/>
                    </a:lnTo>
                    <a:lnTo>
                      <a:pt x="906" y="636"/>
                    </a:lnTo>
                    <a:lnTo>
                      <a:pt x="912" y="624"/>
                    </a:lnTo>
                    <a:lnTo>
                      <a:pt x="924" y="618"/>
                    </a:lnTo>
                    <a:lnTo>
                      <a:pt x="930" y="606"/>
                    </a:lnTo>
                    <a:lnTo>
                      <a:pt x="930" y="588"/>
                    </a:lnTo>
                    <a:lnTo>
                      <a:pt x="918" y="576"/>
                    </a:lnTo>
                    <a:lnTo>
                      <a:pt x="906" y="570"/>
                    </a:lnTo>
                    <a:lnTo>
                      <a:pt x="900" y="564"/>
                    </a:lnTo>
                    <a:lnTo>
                      <a:pt x="900" y="546"/>
                    </a:lnTo>
                    <a:lnTo>
                      <a:pt x="906" y="540"/>
                    </a:lnTo>
                    <a:lnTo>
                      <a:pt x="906" y="534"/>
                    </a:lnTo>
                    <a:lnTo>
                      <a:pt x="894" y="522"/>
                    </a:lnTo>
                    <a:lnTo>
                      <a:pt x="882" y="522"/>
                    </a:lnTo>
                    <a:lnTo>
                      <a:pt x="876" y="516"/>
                    </a:lnTo>
                    <a:lnTo>
                      <a:pt x="870" y="516"/>
                    </a:lnTo>
                    <a:lnTo>
                      <a:pt x="858" y="504"/>
                    </a:lnTo>
                    <a:lnTo>
                      <a:pt x="840" y="504"/>
                    </a:lnTo>
                    <a:lnTo>
                      <a:pt x="840" y="486"/>
                    </a:lnTo>
                    <a:lnTo>
                      <a:pt x="846" y="480"/>
                    </a:lnTo>
                    <a:lnTo>
                      <a:pt x="894" y="480"/>
                    </a:lnTo>
                    <a:lnTo>
                      <a:pt x="918" y="468"/>
                    </a:lnTo>
                    <a:lnTo>
                      <a:pt x="918" y="456"/>
                    </a:lnTo>
                    <a:lnTo>
                      <a:pt x="912" y="456"/>
                    </a:lnTo>
                    <a:lnTo>
                      <a:pt x="930" y="444"/>
                    </a:lnTo>
                    <a:lnTo>
                      <a:pt x="906" y="420"/>
                    </a:lnTo>
                    <a:lnTo>
                      <a:pt x="948" y="420"/>
                    </a:lnTo>
                    <a:lnTo>
                      <a:pt x="948" y="414"/>
                    </a:lnTo>
                    <a:lnTo>
                      <a:pt x="936" y="402"/>
                    </a:lnTo>
                    <a:lnTo>
                      <a:pt x="936" y="390"/>
                    </a:lnTo>
                    <a:lnTo>
                      <a:pt x="942" y="384"/>
                    </a:lnTo>
                    <a:lnTo>
                      <a:pt x="942" y="372"/>
                    </a:lnTo>
                    <a:lnTo>
                      <a:pt x="954" y="372"/>
                    </a:lnTo>
                    <a:lnTo>
                      <a:pt x="972" y="390"/>
                    </a:lnTo>
                    <a:lnTo>
                      <a:pt x="978" y="390"/>
                    </a:lnTo>
                    <a:lnTo>
                      <a:pt x="984" y="378"/>
                    </a:lnTo>
                    <a:lnTo>
                      <a:pt x="996" y="372"/>
                    </a:lnTo>
                    <a:lnTo>
                      <a:pt x="1002" y="360"/>
                    </a:lnTo>
                    <a:lnTo>
                      <a:pt x="1020" y="360"/>
                    </a:lnTo>
                    <a:lnTo>
                      <a:pt x="1032" y="366"/>
                    </a:lnTo>
                    <a:lnTo>
                      <a:pt x="1038" y="372"/>
                    </a:lnTo>
                    <a:lnTo>
                      <a:pt x="1014" y="408"/>
                    </a:lnTo>
                    <a:lnTo>
                      <a:pt x="1026" y="408"/>
                    </a:lnTo>
                    <a:lnTo>
                      <a:pt x="1032" y="414"/>
                    </a:lnTo>
                    <a:lnTo>
                      <a:pt x="1044" y="414"/>
                    </a:lnTo>
                    <a:lnTo>
                      <a:pt x="1050" y="420"/>
                    </a:lnTo>
                    <a:lnTo>
                      <a:pt x="1056" y="420"/>
                    </a:lnTo>
                    <a:lnTo>
                      <a:pt x="1068" y="414"/>
                    </a:lnTo>
                    <a:lnTo>
                      <a:pt x="1086" y="414"/>
                    </a:lnTo>
                    <a:lnTo>
                      <a:pt x="1092" y="420"/>
                    </a:lnTo>
                    <a:lnTo>
                      <a:pt x="1098" y="420"/>
                    </a:lnTo>
                    <a:lnTo>
                      <a:pt x="1104" y="426"/>
                    </a:lnTo>
                    <a:lnTo>
                      <a:pt x="1110" y="426"/>
                    </a:lnTo>
                    <a:lnTo>
                      <a:pt x="1128" y="408"/>
                    </a:lnTo>
                    <a:lnTo>
                      <a:pt x="1146" y="402"/>
                    </a:lnTo>
                    <a:lnTo>
                      <a:pt x="1146" y="396"/>
                    </a:lnTo>
                    <a:lnTo>
                      <a:pt x="1158" y="396"/>
                    </a:lnTo>
                    <a:lnTo>
                      <a:pt x="1170" y="390"/>
                    </a:lnTo>
                    <a:lnTo>
                      <a:pt x="1182" y="378"/>
                    </a:lnTo>
                    <a:lnTo>
                      <a:pt x="1182" y="366"/>
                    </a:lnTo>
                    <a:lnTo>
                      <a:pt x="1170" y="366"/>
                    </a:lnTo>
                    <a:lnTo>
                      <a:pt x="1158" y="372"/>
                    </a:lnTo>
                    <a:lnTo>
                      <a:pt x="1152" y="3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4" name="Vietnam" descr="© INSCALE GmbH, 05.05.2010&#10;http://www.presentationload.com/">
                <a:extLst>
                  <a:ext uri="{FF2B5EF4-FFF2-40B4-BE49-F238E27FC236}">
                    <a16:creationId xmlns:a16="http://schemas.microsoft.com/office/drawing/2014/main" id="{EC5929C7-E0BB-9743-9847-FB0022C4B52A}"/>
                  </a:ext>
                </a:extLst>
              </p:cNvPr>
              <p:cNvSpPr>
                <a:spLocks/>
              </p:cNvSpPr>
              <p:nvPr/>
            </p:nvSpPr>
            <p:spPr bwMode="gray">
              <a:xfrm>
                <a:off x="8724180" y="3349471"/>
                <a:ext cx="254763" cy="501312"/>
              </a:xfrm>
              <a:custGeom>
                <a:avLst/>
                <a:gdLst>
                  <a:gd name="T0" fmla="*/ 2147483647 w 606"/>
                  <a:gd name="T1" fmla="*/ 2147483647 h 1194"/>
                  <a:gd name="T2" fmla="*/ 2147483647 w 606"/>
                  <a:gd name="T3" fmla="*/ 2147483647 h 1194"/>
                  <a:gd name="T4" fmla="*/ 2147483647 w 606"/>
                  <a:gd name="T5" fmla="*/ 2147483647 h 1194"/>
                  <a:gd name="T6" fmla="*/ 2147483647 w 606"/>
                  <a:gd name="T7" fmla="*/ 2147483647 h 1194"/>
                  <a:gd name="T8" fmla="*/ 2147483647 w 606"/>
                  <a:gd name="T9" fmla="*/ 2147483647 h 1194"/>
                  <a:gd name="T10" fmla="*/ 2147483647 w 606"/>
                  <a:gd name="T11" fmla="*/ 2147483647 h 1194"/>
                  <a:gd name="T12" fmla="*/ 2147483647 w 606"/>
                  <a:gd name="T13" fmla="*/ 2147483647 h 1194"/>
                  <a:gd name="T14" fmla="*/ 2147483647 w 606"/>
                  <a:gd name="T15" fmla="*/ 2147483647 h 1194"/>
                  <a:gd name="T16" fmla="*/ 2147483647 w 606"/>
                  <a:gd name="T17" fmla="*/ 2147483647 h 1194"/>
                  <a:gd name="T18" fmla="*/ 2147483647 w 606"/>
                  <a:gd name="T19" fmla="*/ 2147483647 h 1194"/>
                  <a:gd name="T20" fmla="*/ 2147483647 w 606"/>
                  <a:gd name="T21" fmla="*/ 2147483647 h 1194"/>
                  <a:gd name="T22" fmla="*/ 2147483647 w 606"/>
                  <a:gd name="T23" fmla="*/ 2147483647 h 1194"/>
                  <a:gd name="T24" fmla="*/ 2147483647 w 606"/>
                  <a:gd name="T25" fmla="*/ 2147483647 h 1194"/>
                  <a:gd name="T26" fmla="*/ 2147483647 w 606"/>
                  <a:gd name="T27" fmla="*/ 2147483647 h 1194"/>
                  <a:gd name="T28" fmla="*/ 2147483647 w 606"/>
                  <a:gd name="T29" fmla="*/ 2147483647 h 1194"/>
                  <a:gd name="T30" fmla="*/ 2147483647 w 606"/>
                  <a:gd name="T31" fmla="*/ 2147483647 h 1194"/>
                  <a:gd name="T32" fmla="*/ 2147483647 w 606"/>
                  <a:gd name="T33" fmla="*/ 2147483647 h 1194"/>
                  <a:gd name="T34" fmla="*/ 2147483647 w 606"/>
                  <a:gd name="T35" fmla="*/ 2147483647 h 1194"/>
                  <a:gd name="T36" fmla="*/ 2147483647 w 606"/>
                  <a:gd name="T37" fmla="*/ 2147483647 h 1194"/>
                  <a:gd name="T38" fmla="*/ 2147483647 w 606"/>
                  <a:gd name="T39" fmla="*/ 2147483647 h 1194"/>
                  <a:gd name="T40" fmla="*/ 2147483647 w 606"/>
                  <a:gd name="T41" fmla="*/ 2147483647 h 1194"/>
                  <a:gd name="T42" fmla="*/ 2147483647 w 606"/>
                  <a:gd name="T43" fmla="*/ 2147483647 h 1194"/>
                  <a:gd name="T44" fmla="*/ 2147483647 w 606"/>
                  <a:gd name="T45" fmla="*/ 2147483647 h 1194"/>
                  <a:gd name="T46" fmla="*/ 2147483647 w 606"/>
                  <a:gd name="T47" fmla="*/ 2147483647 h 1194"/>
                  <a:gd name="T48" fmla="*/ 2147483647 w 606"/>
                  <a:gd name="T49" fmla="*/ 2147483647 h 1194"/>
                  <a:gd name="T50" fmla="*/ 2147483647 w 606"/>
                  <a:gd name="T51" fmla="*/ 2147483647 h 1194"/>
                  <a:gd name="T52" fmla="*/ 2147483647 w 606"/>
                  <a:gd name="T53" fmla="*/ 2147483647 h 1194"/>
                  <a:gd name="T54" fmla="*/ 2147483647 w 606"/>
                  <a:gd name="T55" fmla="*/ 2147483647 h 1194"/>
                  <a:gd name="T56" fmla="*/ 2147483647 w 606"/>
                  <a:gd name="T57" fmla="*/ 2147483647 h 1194"/>
                  <a:gd name="T58" fmla="*/ 2147483647 w 606"/>
                  <a:gd name="T59" fmla="*/ 2147483647 h 1194"/>
                  <a:gd name="T60" fmla="*/ 2147483647 w 606"/>
                  <a:gd name="T61" fmla="*/ 2147483647 h 1194"/>
                  <a:gd name="T62" fmla="*/ 2147483647 w 606"/>
                  <a:gd name="T63" fmla="*/ 2147483647 h 1194"/>
                  <a:gd name="T64" fmla="*/ 2147483647 w 606"/>
                  <a:gd name="T65" fmla="*/ 2147483647 h 1194"/>
                  <a:gd name="T66" fmla="*/ 2147483647 w 606"/>
                  <a:gd name="T67" fmla="*/ 2147483647 h 1194"/>
                  <a:gd name="T68" fmla="*/ 2147483647 w 606"/>
                  <a:gd name="T69" fmla="*/ 2147483647 h 1194"/>
                  <a:gd name="T70" fmla="*/ 2147483647 w 606"/>
                  <a:gd name="T71" fmla="*/ 2147483647 h 1194"/>
                  <a:gd name="T72" fmla="*/ 2147483647 w 606"/>
                  <a:gd name="T73" fmla="*/ 2147483647 h 1194"/>
                  <a:gd name="T74" fmla="*/ 2147483647 w 606"/>
                  <a:gd name="T75" fmla="*/ 2147483647 h 1194"/>
                  <a:gd name="T76" fmla="*/ 2147483647 w 606"/>
                  <a:gd name="T77" fmla="*/ 2147483647 h 1194"/>
                  <a:gd name="T78" fmla="*/ 2147483647 w 606"/>
                  <a:gd name="T79" fmla="*/ 2147483647 h 1194"/>
                  <a:gd name="T80" fmla="*/ 2147483647 w 606"/>
                  <a:gd name="T81" fmla="*/ 2147483647 h 1194"/>
                  <a:gd name="T82" fmla="*/ 2147483647 w 606"/>
                  <a:gd name="T83" fmla="*/ 2147483647 h 1194"/>
                  <a:gd name="T84" fmla="*/ 2147483647 w 606"/>
                  <a:gd name="T85" fmla="*/ 2147483647 h 1194"/>
                  <a:gd name="T86" fmla="*/ 2147483647 w 606"/>
                  <a:gd name="T87" fmla="*/ 2147483647 h 1194"/>
                  <a:gd name="T88" fmla="*/ 2147483647 w 606"/>
                  <a:gd name="T89" fmla="*/ 2147483647 h 1194"/>
                  <a:gd name="T90" fmla="*/ 2147483647 w 606"/>
                  <a:gd name="T91" fmla="*/ 2147483647 h 1194"/>
                  <a:gd name="T92" fmla="*/ 2147483647 w 606"/>
                  <a:gd name="T93" fmla="*/ 2147483647 h 1194"/>
                  <a:gd name="T94" fmla="*/ 2147483647 w 606"/>
                  <a:gd name="T95" fmla="*/ 2147483647 h 1194"/>
                  <a:gd name="T96" fmla="*/ 2147483647 w 606"/>
                  <a:gd name="T97" fmla="*/ 2147483647 h 1194"/>
                  <a:gd name="T98" fmla="*/ 2147483647 w 606"/>
                  <a:gd name="T99" fmla="*/ 2147483647 h 1194"/>
                  <a:gd name="T100" fmla="*/ 2147483647 w 606"/>
                  <a:gd name="T101" fmla="*/ 2147483647 h 1194"/>
                  <a:gd name="T102" fmla="*/ 2147483647 w 606"/>
                  <a:gd name="T103" fmla="*/ 2147483647 h 1194"/>
                  <a:gd name="T104" fmla="*/ 2147483647 w 606"/>
                  <a:gd name="T105" fmla="*/ 2147483647 h 1194"/>
                  <a:gd name="T106" fmla="*/ 2147483647 w 606"/>
                  <a:gd name="T107" fmla="*/ 2147483647 h 1194"/>
                  <a:gd name="T108" fmla="*/ 2147483647 w 606"/>
                  <a:gd name="T109" fmla="*/ 2147483647 h 1194"/>
                  <a:gd name="T110" fmla="*/ 2147483647 w 606"/>
                  <a:gd name="T111" fmla="*/ 2147483647 h 1194"/>
                  <a:gd name="T112" fmla="*/ 2147483647 w 606"/>
                  <a:gd name="T113" fmla="*/ 2147483647 h 1194"/>
                  <a:gd name="T114" fmla="*/ 2147483647 w 606"/>
                  <a:gd name="T115" fmla="*/ 2147483647 h 1194"/>
                  <a:gd name="T116" fmla="*/ 2147483647 w 606"/>
                  <a:gd name="T117" fmla="*/ 2147483647 h 1194"/>
                  <a:gd name="T118" fmla="*/ 2147483647 w 606"/>
                  <a:gd name="T119" fmla="*/ 2147483647 h 1194"/>
                  <a:gd name="T120" fmla="*/ 2147483647 w 606"/>
                  <a:gd name="T121" fmla="*/ 2147483647 h 1194"/>
                  <a:gd name="T122" fmla="*/ 2147483647 w 606"/>
                  <a:gd name="T123" fmla="*/ 2147483647 h 11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06"/>
                  <a:gd name="T187" fmla="*/ 0 h 1194"/>
                  <a:gd name="T188" fmla="*/ 606 w 606"/>
                  <a:gd name="T189" fmla="*/ 1194 h 11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06" h="1194">
                    <a:moveTo>
                      <a:pt x="6" y="48"/>
                    </a:moveTo>
                    <a:lnTo>
                      <a:pt x="0" y="60"/>
                    </a:lnTo>
                    <a:lnTo>
                      <a:pt x="0" y="72"/>
                    </a:lnTo>
                    <a:lnTo>
                      <a:pt x="12" y="96"/>
                    </a:lnTo>
                    <a:lnTo>
                      <a:pt x="18" y="102"/>
                    </a:lnTo>
                    <a:lnTo>
                      <a:pt x="24" y="114"/>
                    </a:lnTo>
                    <a:lnTo>
                      <a:pt x="36" y="120"/>
                    </a:lnTo>
                    <a:lnTo>
                      <a:pt x="42" y="132"/>
                    </a:lnTo>
                    <a:lnTo>
                      <a:pt x="48" y="126"/>
                    </a:lnTo>
                    <a:lnTo>
                      <a:pt x="54" y="126"/>
                    </a:lnTo>
                    <a:lnTo>
                      <a:pt x="54" y="156"/>
                    </a:lnTo>
                    <a:lnTo>
                      <a:pt x="66" y="180"/>
                    </a:lnTo>
                    <a:lnTo>
                      <a:pt x="84" y="198"/>
                    </a:lnTo>
                    <a:lnTo>
                      <a:pt x="90" y="210"/>
                    </a:lnTo>
                    <a:lnTo>
                      <a:pt x="108" y="210"/>
                    </a:lnTo>
                    <a:lnTo>
                      <a:pt x="108" y="216"/>
                    </a:lnTo>
                    <a:lnTo>
                      <a:pt x="120" y="228"/>
                    </a:lnTo>
                    <a:lnTo>
                      <a:pt x="126" y="222"/>
                    </a:lnTo>
                    <a:lnTo>
                      <a:pt x="132" y="210"/>
                    </a:lnTo>
                    <a:lnTo>
                      <a:pt x="132" y="204"/>
                    </a:lnTo>
                    <a:lnTo>
                      <a:pt x="138" y="192"/>
                    </a:lnTo>
                    <a:lnTo>
                      <a:pt x="150" y="192"/>
                    </a:lnTo>
                    <a:lnTo>
                      <a:pt x="162" y="198"/>
                    </a:lnTo>
                    <a:lnTo>
                      <a:pt x="186" y="222"/>
                    </a:lnTo>
                    <a:lnTo>
                      <a:pt x="180" y="222"/>
                    </a:lnTo>
                    <a:lnTo>
                      <a:pt x="174" y="228"/>
                    </a:lnTo>
                    <a:lnTo>
                      <a:pt x="174" y="234"/>
                    </a:lnTo>
                    <a:lnTo>
                      <a:pt x="198" y="246"/>
                    </a:lnTo>
                    <a:lnTo>
                      <a:pt x="216" y="252"/>
                    </a:lnTo>
                    <a:lnTo>
                      <a:pt x="228" y="258"/>
                    </a:lnTo>
                    <a:lnTo>
                      <a:pt x="228" y="270"/>
                    </a:lnTo>
                    <a:lnTo>
                      <a:pt x="222" y="282"/>
                    </a:lnTo>
                    <a:lnTo>
                      <a:pt x="210" y="288"/>
                    </a:lnTo>
                    <a:lnTo>
                      <a:pt x="204" y="300"/>
                    </a:lnTo>
                    <a:lnTo>
                      <a:pt x="198" y="306"/>
                    </a:lnTo>
                    <a:lnTo>
                      <a:pt x="180" y="306"/>
                    </a:lnTo>
                    <a:lnTo>
                      <a:pt x="174" y="300"/>
                    </a:lnTo>
                    <a:lnTo>
                      <a:pt x="150" y="300"/>
                    </a:lnTo>
                    <a:lnTo>
                      <a:pt x="156" y="306"/>
                    </a:lnTo>
                    <a:lnTo>
                      <a:pt x="156" y="324"/>
                    </a:lnTo>
                    <a:lnTo>
                      <a:pt x="168" y="330"/>
                    </a:lnTo>
                    <a:lnTo>
                      <a:pt x="174" y="336"/>
                    </a:lnTo>
                    <a:lnTo>
                      <a:pt x="210" y="354"/>
                    </a:lnTo>
                    <a:lnTo>
                      <a:pt x="222" y="366"/>
                    </a:lnTo>
                    <a:lnTo>
                      <a:pt x="234" y="372"/>
                    </a:lnTo>
                    <a:lnTo>
                      <a:pt x="240" y="378"/>
                    </a:lnTo>
                    <a:lnTo>
                      <a:pt x="252" y="378"/>
                    </a:lnTo>
                    <a:lnTo>
                      <a:pt x="252" y="408"/>
                    </a:lnTo>
                    <a:lnTo>
                      <a:pt x="258" y="414"/>
                    </a:lnTo>
                    <a:lnTo>
                      <a:pt x="270" y="414"/>
                    </a:lnTo>
                    <a:lnTo>
                      <a:pt x="282" y="420"/>
                    </a:lnTo>
                    <a:lnTo>
                      <a:pt x="288" y="426"/>
                    </a:lnTo>
                    <a:lnTo>
                      <a:pt x="294" y="426"/>
                    </a:lnTo>
                    <a:lnTo>
                      <a:pt x="294" y="450"/>
                    </a:lnTo>
                    <a:lnTo>
                      <a:pt x="306" y="474"/>
                    </a:lnTo>
                    <a:lnTo>
                      <a:pt x="324" y="486"/>
                    </a:lnTo>
                    <a:lnTo>
                      <a:pt x="342" y="504"/>
                    </a:lnTo>
                    <a:lnTo>
                      <a:pt x="348" y="522"/>
                    </a:lnTo>
                    <a:lnTo>
                      <a:pt x="366" y="522"/>
                    </a:lnTo>
                    <a:lnTo>
                      <a:pt x="366" y="528"/>
                    </a:lnTo>
                    <a:lnTo>
                      <a:pt x="372" y="534"/>
                    </a:lnTo>
                    <a:lnTo>
                      <a:pt x="384" y="558"/>
                    </a:lnTo>
                    <a:lnTo>
                      <a:pt x="396" y="570"/>
                    </a:lnTo>
                    <a:lnTo>
                      <a:pt x="408" y="570"/>
                    </a:lnTo>
                    <a:lnTo>
                      <a:pt x="414" y="576"/>
                    </a:lnTo>
                    <a:lnTo>
                      <a:pt x="426" y="582"/>
                    </a:lnTo>
                    <a:lnTo>
                      <a:pt x="432" y="588"/>
                    </a:lnTo>
                    <a:lnTo>
                      <a:pt x="432" y="600"/>
                    </a:lnTo>
                    <a:lnTo>
                      <a:pt x="426" y="606"/>
                    </a:lnTo>
                    <a:lnTo>
                      <a:pt x="420" y="606"/>
                    </a:lnTo>
                    <a:lnTo>
                      <a:pt x="414" y="612"/>
                    </a:lnTo>
                    <a:lnTo>
                      <a:pt x="408" y="612"/>
                    </a:lnTo>
                    <a:lnTo>
                      <a:pt x="432" y="636"/>
                    </a:lnTo>
                    <a:lnTo>
                      <a:pt x="456" y="648"/>
                    </a:lnTo>
                    <a:lnTo>
                      <a:pt x="462" y="654"/>
                    </a:lnTo>
                    <a:lnTo>
                      <a:pt x="468" y="654"/>
                    </a:lnTo>
                    <a:lnTo>
                      <a:pt x="450" y="690"/>
                    </a:lnTo>
                    <a:lnTo>
                      <a:pt x="456" y="690"/>
                    </a:lnTo>
                    <a:lnTo>
                      <a:pt x="468" y="702"/>
                    </a:lnTo>
                    <a:lnTo>
                      <a:pt x="468" y="708"/>
                    </a:lnTo>
                    <a:lnTo>
                      <a:pt x="456" y="720"/>
                    </a:lnTo>
                    <a:lnTo>
                      <a:pt x="450" y="720"/>
                    </a:lnTo>
                    <a:lnTo>
                      <a:pt x="450" y="762"/>
                    </a:lnTo>
                    <a:lnTo>
                      <a:pt x="456" y="762"/>
                    </a:lnTo>
                    <a:lnTo>
                      <a:pt x="468" y="774"/>
                    </a:lnTo>
                    <a:lnTo>
                      <a:pt x="480" y="798"/>
                    </a:lnTo>
                    <a:lnTo>
                      <a:pt x="480" y="804"/>
                    </a:lnTo>
                    <a:lnTo>
                      <a:pt x="468" y="816"/>
                    </a:lnTo>
                    <a:lnTo>
                      <a:pt x="462" y="816"/>
                    </a:lnTo>
                    <a:lnTo>
                      <a:pt x="462" y="828"/>
                    </a:lnTo>
                    <a:lnTo>
                      <a:pt x="468" y="834"/>
                    </a:lnTo>
                    <a:lnTo>
                      <a:pt x="468" y="864"/>
                    </a:lnTo>
                    <a:lnTo>
                      <a:pt x="474" y="870"/>
                    </a:lnTo>
                    <a:lnTo>
                      <a:pt x="474" y="900"/>
                    </a:lnTo>
                    <a:lnTo>
                      <a:pt x="462" y="894"/>
                    </a:lnTo>
                    <a:lnTo>
                      <a:pt x="444" y="894"/>
                    </a:lnTo>
                    <a:lnTo>
                      <a:pt x="438" y="900"/>
                    </a:lnTo>
                    <a:lnTo>
                      <a:pt x="438" y="918"/>
                    </a:lnTo>
                    <a:lnTo>
                      <a:pt x="408" y="918"/>
                    </a:lnTo>
                    <a:lnTo>
                      <a:pt x="408" y="942"/>
                    </a:lnTo>
                    <a:lnTo>
                      <a:pt x="366" y="942"/>
                    </a:lnTo>
                    <a:lnTo>
                      <a:pt x="366" y="966"/>
                    </a:lnTo>
                    <a:lnTo>
                      <a:pt x="378" y="990"/>
                    </a:lnTo>
                    <a:lnTo>
                      <a:pt x="396" y="1008"/>
                    </a:lnTo>
                    <a:lnTo>
                      <a:pt x="396" y="1020"/>
                    </a:lnTo>
                    <a:lnTo>
                      <a:pt x="390" y="1014"/>
                    </a:lnTo>
                    <a:lnTo>
                      <a:pt x="378" y="1008"/>
                    </a:lnTo>
                    <a:lnTo>
                      <a:pt x="372" y="1002"/>
                    </a:lnTo>
                    <a:lnTo>
                      <a:pt x="360" y="996"/>
                    </a:lnTo>
                    <a:lnTo>
                      <a:pt x="348" y="996"/>
                    </a:lnTo>
                    <a:lnTo>
                      <a:pt x="342" y="1002"/>
                    </a:lnTo>
                    <a:lnTo>
                      <a:pt x="342" y="1008"/>
                    </a:lnTo>
                    <a:lnTo>
                      <a:pt x="306" y="1008"/>
                    </a:lnTo>
                    <a:lnTo>
                      <a:pt x="312" y="1014"/>
                    </a:lnTo>
                    <a:lnTo>
                      <a:pt x="318" y="1014"/>
                    </a:lnTo>
                    <a:lnTo>
                      <a:pt x="324" y="1020"/>
                    </a:lnTo>
                    <a:lnTo>
                      <a:pt x="324" y="1026"/>
                    </a:lnTo>
                    <a:lnTo>
                      <a:pt x="312" y="1032"/>
                    </a:lnTo>
                    <a:lnTo>
                      <a:pt x="294" y="1032"/>
                    </a:lnTo>
                    <a:lnTo>
                      <a:pt x="276" y="1038"/>
                    </a:lnTo>
                    <a:lnTo>
                      <a:pt x="270" y="1050"/>
                    </a:lnTo>
                    <a:lnTo>
                      <a:pt x="270" y="1056"/>
                    </a:lnTo>
                    <a:lnTo>
                      <a:pt x="288" y="1074"/>
                    </a:lnTo>
                    <a:lnTo>
                      <a:pt x="300" y="1080"/>
                    </a:lnTo>
                    <a:lnTo>
                      <a:pt x="306" y="1086"/>
                    </a:lnTo>
                    <a:lnTo>
                      <a:pt x="312" y="1086"/>
                    </a:lnTo>
                    <a:lnTo>
                      <a:pt x="294" y="1104"/>
                    </a:lnTo>
                    <a:lnTo>
                      <a:pt x="294" y="1110"/>
                    </a:lnTo>
                    <a:lnTo>
                      <a:pt x="300" y="1116"/>
                    </a:lnTo>
                    <a:lnTo>
                      <a:pt x="300" y="1128"/>
                    </a:lnTo>
                    <a:lnTo>
                      <a:pt x="306" y="1140"/>
                    </a:lnTo>
                    <a:lnTo>
                      <a:pt x="306" y="1152"/>
                    </a:lnTo>
                    <a:lnTo>
                      <a:pt x="312" y="1158"/>
                    </a:lnTo>
                    <a:lnTo>
                      <a:pt x="294" y="1176"/>
                    </a:lnTo>
                    <a:lnTo>
                      <a:pt x="294" y="1188"/>
                    </a:lnTo>
                    <a:lnTo>
                      <a:pt x="306" y="1194"/>
                    </a:lnTo>
                    <a:lnTo>
                      <a:pt x="318" y="1194"/>
                    </a:lnTo>
                    <a:lnTo>
                      <a:pt x="330" y="1188"/>
                    </a:lnTo>
                    <a:lnTo>
                      <a:pt x="354" y="1164"/>
                    </a:lnTo>
                    <a:lnTo>
                      <a:pt x="366" y="1158"/>
                    </a:lnTo>
                    <a:lnTo>
                      <a:pt x="378" y="1158"/>
                    </a:lnTo>
                    <a:lnTo>
                      <a:pt x="384" y="1134"/>
                    </a:lnTo>
                    <a:lnTo>
                      <a:pt x="384" y="1110"/>
                    </a:lnTo>
                    <a:lnTo>
                      <a:pt x="396" y="1110"/>
                    </a:lnTo>
                    <a:lnTo>
                      <a:pt x="402" y="1116"/>
                    </a:lnTo>
                    <a:lnTo>
                      <a:pt x="414" y="1116"/>
                    </a:lnTo>
                    <a:lnTo>
                      <a:pt x="426" y="1104"/>
                    </a:lnTo>
                    <a:lnTo>
                      <a:pt x="426" y="1092"/>
                    </a:lnTo>
                    <a:lnTo>
                      <a:pt x="420" y="1086"/>
                    </a:lnTo>
                    <a:lnTo>
                      <a:pt x="414" y="1074"/>
                    </a:lnTo>
                    <a:lnTo>
                      <a:pt x="408" y="1068"/>
                    </a:lnTo>
                    <a:lnTo>
                      <a:pt x="408" y="1062"/>
                    </a:lnTo>
                    <a:lnTo>
                      <a:pt x="414" y="1056"/>
                    </a:lnTo>
                    <a:lnTo>
                      <a:pt x="426" y="1056"/>
                    </a:lnTo>
                    <a:lnTo>
                      <a:pt x="438" y="1050"/>
                    </a:lnTo>
                    <a:lnTo>
                      <a:pt x="444" y="1044"/>
                    </a:lnTo>
                    <a:lnTo>
                      <a:pt x="450" y="1044"/>
                    </a:lnTo>
                    <a:lnTo>
                      <a:pt x="456" y="1050"/>
                    </a:lnTo>
                    <a:lnTo>
                      <a:pt x="468" y="1050"/>
                    </a:lnTo>
                    <a:lnTo>
                      <a:pt x="480" y="1044"/>
                    </a:lnTo>
                    <a:lnTo>
                      <a:pt x="498" y="1038"/>
                    </a:lnTo>
                    <a:lnTo>
                      <a:pt x="546" y="1014"/>
                    </a:lnTo>
                    <a:lnTo>
                      <a:pt x="582" y="978"/>
                    </a:lnTo>
                    <a:lnTo>
                      <a:pt x="588" y="960"/>
                    </a:lnTo>
                    <a:lnTo>
                      <a:pt x="594" y="936"/>
                    </a:lnTo>
                    <a:lnTo>
                      <a:pt x="606" y="876"/>
                    </a:lnTo>
                    <a:lnTo>
                      <a:pt x="606" y="846"/>
                    </a:lnTo>
                    <a:lnTo>
                      <a:pt x="600" y="834"/>
                    </a:lnTo>
                    <a:lnTo>
                      <a:pt x="576" y="810"/>
                    </a:lnTo>
                    <a:lnTo>
                      <a:pt x="594" y="804"/>
                    </a:lnTo>
                    <a:lnTo>
                      <a:pt x="594" y="774"/>
                    </a:lnTo>
                    <a:lnTo>
                      <a:pt x="588" y="756"/>
                    </a:lnTo>
                    <a:lnTo>
                      <a:pt x="588" y="744"/>
                    </a:lnTo>
                    <a:lnTo>
                      <a:pt x="570" y="708"/>
                    </a:lnTo>
                    <a:lnTo>
                      <a:pt x="564" y="690"/>
                    </a:lnTo>
                    <a:lnTo>
                      <a:pt x="558" y="684"/>
                    </a:lnTo>
                    <a:lnTo>
                      <a:pt x="552" y="672"/>
                    </a:lnTo>
                    <a:lnTo>
                      <a:pt x="558" y="666"/>
                    </a:lnTo>
                    <a:lnTo>
                      <a:pt x="558" y="642"/>
                    </a:lnTo>
                    <a:lnTo>
                      <a:pt x="522" y="606"/>
                    </a:lnTo>
                    <a:lnTo>
                      <a:pt x="486" y="576"/>
                    </a:lnTo>
                    <a:lnTo>
                      <a:pt x="456" y="552"/>
                    </a:lnTo>
                    <a:lnTo>
                      <a:pt x="432" y="534"/>
                    </a:lnTo>
                    <a:lnTo>
                      <a:pt x="420" y="528"/>
                    </a:lnTo>
                    <a:lnTo>
                      <a:pt x="402" y="516"/>
                    </a:lnTo>
                    <a:lnTo>
                      <a:pt x="390" y="510"/>
                    </a:lnTo>
                    <a:lnTo>
                      <a:pt x="384" y="504"/>
                    </a:lnTo>
                    <a:lnTo>
                      <a:pt x="384" y="468"/>
                    </a:lnTo>
                    <a:lnTo>
                      <a:pt x="336" y="420"/>
                    </a:lnTo>
                    <a:lnTo>
                      <a:pt x="306" y="384"/>
                    </a:lnTo>
                    <a:lnTo>
                      <a:pt x="288" y="354"/>
                    </a:lnTo>
                    <a:lnTo>
                      <a:pt x="282" y="336"/>
                    </a:lnTo>
                    <a:lnTo>
                      <a:pt x="282" y="318"/>
                    </a:lnTo>
                    <a:lnTo>
                      <a:pt x="276" y="306"/>
                    </a:lnTo>
                    <a:lnTo>
                      <a:pt x="276" y="282"/>
                    </a:lnTo>
                    <a:lnTo>
                      <a:pt x="282" y="276"/>
                    </a:lnTo>
                    <a:lnTo>
                      <a:pt x="294" y="252"/>
                    </a:lnTo>
                    <a:lnTo>
                      <a:pt x="294" y="240"/>
                    </a:lnTo>
                    <a:lnTo>
                      <a:pt x="300" y="240"/>
                    </a:lnTo>
                    <a:lnTo>
                      <a:pt x="312" y="228"/>
                    </a:lnTo>
                    <a:lnTo>
                      <a:pt x="324" y="222"/>
                    </a:lnTo>
                    <a:lnTo>
                      <a:pt x="336" y="210"/>
                    </a:lnTo>
                    <a:lnTo>
                      <a:pt x="336" y="204"/>
                    </a:lnTo>
                    <a:lnTo>
                      <a:pt x="342" y="198"/>
                    </a:lnTo>
                    <a:lnTo>
                      <a:pt x="372" y="198"/>
                    </a:lnTo>
                    <a:lnTo>
                      <a:pt x="384" y="186"/>
                    </a:lnTo>
                    <a:lnTo>
                      <a:pt x="390" y="174"/>
                    </a:lnTo>
                    <a:lnTo>
                      <a:pt x="390" y="156"/>
                    </a:lnTo>
                    <a:lnTo>
                      <a:pt x="396" y="144"/>
                    </a:lnTo>
                    <a:lnTo>
                      <a:pt x="390" y="144"/>
                    </a:lnTo>
                    <a:lnTo>
                      <a:pt x="384" y="138"/>
                    </a:lnTo>
                    <a:lnTo>
                      <a:pt x="354" y="138"/>
                    </a:lnTo>
                    <a:lnTo>
                      <a:pt x="342" y="132"/>
                    </a:lnTo>
                    <a:lnTo>
                      <a:pt x="336" y="120"/>
                    </a:lnTo>
                    <a:lnTo>
                      <a:pt x="330" y="114"/>
                    </a:lnTo>
                    <a:lnTo>
                      <a:pt x="312" y="114"/>
                    </a:lnTo>
                    <a:lnTo>
                      <a:pt x="312" y="96"/>
                    </a:lnTo>
                    <a:lnTo>
                      <a:pt x="300" y="90"/>
                    </a:lnTo>
                    <a:lnTo>
                      <a:pt x="294" y="72"/>
                    </a:lnTo>
                    <a:lnTo>
                      <a:pt x="312" y="54"/>
                    </a:lnTo>
                    <a:lnTo>
                      <a:pt x="312" y="48"/>
                    </a:lnTo>
                    <a:lnTo>
                      <a:pt x="306" y="42"/>
                    </a:lnTo>
                    <a:lnTo>
                      <a:pt x="276" y="42"/>
                    </a:lnTo>
                    <a:lnTo>
                      <a:pt x="264" y="30"/>
                    </a:lnTo>
                    <a:lnTo>
                      <a:pt x="234" y="36"/>
                    </a:lnTo>
                    <a:lnTo>
                      <a:pt x="204" y="0"/>
                    </a:lnTo>
                    <a:lnTo>
                      <a:pt x="198" y="0"/>
                    </a:lnTo>
                    <a:lnTo>
                      <a:pt x="192" y="6"/>
                    </a:lnTo>
                    <a:lnTo>
                      <a:pt x="180" y="12"/>
                    </a:lnTo>
                    <a:lnTo>
                      <a:pt x="174" y="18"/>
                    </a:lnTo>
                    <a:lnTo>
                      <a:pt x="174" y="30"/>
                    </a:lnTo>
                    <a:lnTo>
                      <a:pt x="168" y="42"/>
                    </a:lnTo>
                    <a:lnTo>
                      <a:pt x="168" y="48"/>
                    </a:lnTo>
                    <a:lnTo>
                      <a:pt x="150" y="48"/>
                    </a:lnTo>
                    <a:lnTo>
                      <a:pt x="144" y="54"/>
                    </a:lnTo>
                    <a:lnTo>
                      <a:pt x="138" y="48"/>
                    </a:lnTo>
                    <a:lnTo>
                      <a:pt x="120" y="48"/>
                    </a:lnTo>
                    <a:lnTo>
                      <a:pt x="132" y="60"/>
                    </a:lnTo>
                    <a:lnTo>
                      <a:pt x="132" y="72"/>
                    </a:lnTo>
                    <a:lnTo>
                      <a:pt x="114" y="72"/>
                    </a:lnTo>
                    <a:lnTo>
                      <a:pt x="108" y="66"/>
                    </a:lnTo>
                    <a:lnTo>
                      <a:pt x="96" y="48"/>
                    </a:lnTo>
                    <a:lnTo>
                      <a:pt x="90" y="48"/>
                    </a:lnTo>
                    <a:lnTo>
                      <a:pt x="90" y="66"/>
                    </a:lnTo>
                    <a:lnTo>
                      <a:pt x="72" y="48"/>
                    </a:lnTo>
                    <a:lnTo>
                      <a:pt x="66" y="54"/>
                    </a:lnTo>
                    <a:lnTo>
                      <a:pt x="60" y="66"/>
                    </a:lnTo>
                    <a:lnTo>
                      <a:pt x="54" y="72"/>
                    </a:lnTo>
                    <a:lnTo>
                      <a:pt x="42" y="72"/>
                    </a:lnTo>
                    <a:lnTo>
                      <a:pt x="18" y="48"/>
                    </a:lnTo>
                    <a:lnTo>
                      <a:pt x="6" y="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5" name="United Arab Emirates" descr="© INSCALE GmbH, 05.05.2010&#10;http://www.presentationload.com/">
                <a:extLst>
                  <a:ext uri="{FF2B5EF4-FFF2-40B4-BE49-F238E27FC236}">
                    <a16:creationId xmlns:a16="http://schemas.microsoft.com/office/drawing/2014/main" id="{7B068A9C-D0F3-3447-8FCD-CF65211AEC8E}"/>
                  </a:ext>
                </a:extLst>
              </p:cNvPr>
              <p:cNvSpPr>
                <a:spLocks/>
              </p:cNvSpPr>
              <p:nvPr/>
            </p:nvSpPr>
            <p:spPr bwMode="gray">
              <a:xfrm>
                <a:off x="7236685" y="3242634"/>
                <a:ext cx="141353" cy="134780"/>
              </a:xfrm>
              <a:custGeom>
                <a:avLst/>
                <a:gdLst>
                  <a:gd name="T0" fmla="*/ 2147483647 w 336"/>
                  <a:gd name="T1" fmla="*/ 2147483647 h 318"/>
                  <a:gd name="T2" fmla="*/ 2147483647 w 336"/>
                  <a:gd name="T3" fmla="*/ 2147483647 h 318"/>
                  <a:gd name="T4" fmla="*/ 2147483647 w 336"/>
                  <a:gd name="T5" fmla="*/ 2147483647 h 318"/>
                  <a:gd name="T6" fmla="*/ 2147483647 w 336"/>
                  <a:gd name="T7" fmla="*/ 2147483647 h 318"/>
                  <a:gd name="T8" fmla="*/ 2147483647 w 336"/>
                  <a:gd name="T9" fmla="*/ 2147483647 h 318"/>
                  <a:gd name="T10" fmla="*/ 2147483647 w 336"/>
                  <a:gd name="T11" fmla="*/ 0 h 318"/>
                  <a:gd name="T12" fmla="*/ 2147483647 w 336"/>
                  <a:gd name="T13" fmla="*/ 2147483647 h 318"/>
                  <a:gd name="T14" fmla="*/ 2147483647 w 336"/>
                  <a:gd name="T15" fmla="*/ 2147483647 h 318"/>
                  <a:gd name="T16" fmla="*/ 2147483647 w 336"/>
                  <a:gd name="T17" fmla="*/ 2147483647 h 318"/>
                  <a:gd name="T18" fmla="*/ 2147483647 w 336"/>
                  <a:gd name="T19" fmla="*/ 2147483647 h 318"/>
                  <a:gd name="T20" fmla="*/ 2147483647 w 336"/>
                  <a:gd name="T21" fmla="*/ 2147483647 h 318"/>
                  <a:gd name="T22" fmla="*/ 2147483647 w 336"/>
                  <a:gd name="T23" fmla="*/ 2147483647 h 318"/>
                  <a:gd name="T24" fmla="*/ 2147483647 w 336"/>
                  <a:gd name="T25" fmla="*/ 2147483647 h 318"/>
                  <a:gd name="T26" fmla="*/ 2147483647 w 336"/>
                  <a:gd name="T27" fmla="*/ 2147483647 h 318"/>
                  <a:gd name="T28" fmla="*/ 2147483647 w 336"/>
                  <a:gd name="T29" fmla="*/ 2147483647 h 318"/>
                  <a:gd name="T30" fmla="*/ 2147483647 w 336"/>
                  <a:gd name="T31" fmla="*/ 2147483647 h 318"/>
                  <a:gd name="T32" fmla="*/ 2147483647 w 336"/>
                  <a:gd name="T33" fmla="*/ 2147483647 h 318"/>
                  <a:gd name="T34" fmla="*/ 2147483647 w 336"/>
                  <a:gd name="T35" fmla="*/ 2147483647 h 318"/>
                  <a:gd name="T36" fmla="*/ 0 w 336"/>
                  <a:gd name="T37" fmla="*/ 2147483647 h 318"/>
                  <a:gd name="T38" fmla="*/ 2147483647 w 336"/>
                  <a:gd name="T39" fmla="*/ 2147483647 h 318"/>
                  <a:gd name="T40" fmla="*/ 2147483647 w 336"/>
                  <a:gd name="T41" fmla="*/ 2147483647 h 318"/>
                  <a:gd name="T42" fmla="*/ 2147483647 w 336"/>
                  <a:gd name="T43" fmla="*/ 2147483647 h 318"/>
                  <a:gd name="T44" fmla="*/ 2147483647 w 336"/>
                  <a:gd name="T45" fmla="*/ 2147483647 h 318"/>
                  <a:gd name="T46" fmla="*/ 2147483647 w 336"/>
                  <a:gd name="T47" fmla="*/ 2147483647 h 318"/>
                  <a:gd name="T48" fmla="*/ 2147483647 w 336"/>
                  <a:gd name="T49" fmla="*/ 2147483647 h 318"/>
                  <a:gd name="T50" fmla="*/ 2147483647 w 336"/>
                  <a:gd name="T51" fmla="*/ 2147483647 h 318"/>
                  <a:gd name="T52" fmla="*/ 2147483647 w 336"/>
                  <a:gd name="T53" fmla="*/ 2147483647 h 318"/>
                  <a:gd name="T54" fmla="*/ 2147483647 w 336"/>
                  <a:gd name="T55" fmla="*/ 2147483647 h 318"/>
                  <a:gd name="T56" fmla="*/ 2147483647 w 336"/>
                  <a:gd name="T57" fmla="*/ 2147483647 h 318"/>
                  <a:gd name="T58" fmla="*/ 2147483647 w 336"/>
                  <a:gd name="T59" fmla="*/ 2147483647 h 318"/>
                  <a:gd name="T60" fmla="*/ 2147483647 w 336"/>
                  <a:gd name="T61" fmla="*/ 2147483647 h 318"/>
                  <a:gd name="T62" fmla="*/ 2147483647 w 336"/>
                  <a:gd name="T63" fmla="*/ 2147483647 h 318"/>
                  <a:gd name="T64" fmla="*/ 2147483647 w 336"/>
                  <a:gd name="T65" fmla="*/ 2147483647 h 318"/>
                  <a:gd name="T66" fmla="*/ 2147483647 w 336"/>
                  <a:gd name="T67" fmla="*/ 2147483647 h 318"/>
                  <a:gd name="T68" fmla="*/ 2147483647 w 336"/>
                  <a:gd name="T69" fmla="*/ 2147483647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6"/>
                  <a:gd name="T106" fmla="*/ 0 h 318"/>
                  <a:gd name="T107" fmla="*/ 336 w 33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6" h="318">
                    <a:moveTo>
                      <a:pt x="300" y="120"/>
                    </a:moveTo>
                    <a:lnTo>
                      <a:pt x="306" y="120"/>
                    </a:lnTo>
                    <a:lnTo>
                      <a:pt x="306" y="126"/>
                    </a:lnTo>
                    <a:lnTo>
                      <a:pt x="312" y="138"/>
                    </a:lnTo>
                    <a:lnTo>
                      <a:pt x="336" y="132"/>
                    </a:lnTo>
                    <a:lnTo>
                      <a:pt x="330" y="120"/>
                    </a:lnTo>
                    <a:lnTo>
                      <a:pt x="324" y="102"/>
                    </a:lnTo>
                    <a:lnTo>
                      <a:pt x="324" y="60"/>
                    </a:lnTo>
                    <a:lnTo>
                      <a:pt x="330" y="42"/>
                    </a:lnTo>
                    <a:lnTo>
                      <a:pt x="330" y="6"/>
                    </a:lnTo>
                    <a:lnTo>
                      <a:pt x="324" y="0"/>
                    </a:lnTo>
                    <a:lnTo>
                      <a:pt x="318" y="0"/>
                    </a:lnTo>
                    <a:lnTo>
                      <a:pt x="312" y="6"/>
                    </a:lnTo>
                    <a:lnTo>
                      <a:pt x="306" y="18"/>
                    </a:lnTo>
                    <a:lnTo>
                      <a:pt x="300" y="36"/>
                    </a:lnTo>
                    <a:lnTo>
                      <a:pt x="288" y="60"/>
                    </a:lnTo>
                    <a:lnTo>
                      <a:pt x="282" y="66"/>
                    </a:lnTo>
                    <a:lnTo>
                      <a:pt x="282" y="72"/>
                    </a:lnTo>
                    <a:lnTo>
                      <a:pt x="276" y="72"/>
                    </a:lnTo>
                    <a:lnTo>
                      <a:pt x="264" y="78"/>
                    </a:lnTo>
                    <a:lnTo>
                      <a:pt x="234" y="108"/>
                    </a:lnTo>
                    <a:lnTo>
                      <a:pt x="228" y="120"/>
                    </a:lnTo>
                    <a:lnTo>
                      <a:pt x="216" y="132"/>
                    </a:lnTo>
                    <a:lnTo>
                      <a:pt x="204" y="138"/>
                    </a:lnTo>
                    <a:lnTo>
                      <a:pt x="198" y="150"/>
                    </a:lnTo>
                    <a:lnTo>
                      <a:pt x="198" y="168"/>
                    </a:lnTo>
                    <a:lnTo>
                      <a:pt x="192" y="180"/>
                    </a:lnTo>
                    <a:lnTo>
                      <a:pt x="192" y="186"/>
                    </a:lnTo>
                    <a:lnTo>
                      <a:pt x="186" y="192"/>
                    </a:lnTo>
                    <a:lnTo>
                      <a:pt x="150" y="192"/>
                    </a:lnTo>
                    <a:lnTo>
                      <a:pt x="132" y="186"/>
                    </a:lnTo>
                    <a:lnTo>
                      <a:pt x="90" y="186"/>
                    </a:lnTo>
                    <a:lnTo>
                      <a:pt x="72" y="192"/>
                    </a:lnTo>
                    <a:lnTo>
                      <a:pt x="48" y="204"/>
                    </a:lnTo>
                    <a:lnTo>
                      <a:pt x="24" y="204"/>
                    </a:lnTo>
                    <a:lnTo>
                      <a:pt x="12" y="192"/>
                    </a:lnTo>
                    <a:lnTo>
                      <a:pt x="0" y="186"/>
                    </a:lnTo>
                    <a:lnTo>
                      <a:pt x="0" y="198"/>
                    </a:lnTo>
                    <a:lnTo>
                      <a:pt x="18" y="216"/>
                    </a:lnTo>
                    <a:lnTo>
                      <a:pt x="30" y="240"/>
                    </a:lnTo>
                    <a:lnTo>
                      <a:pt x="54" y="264"/>
                    </a:lnTo>
                    <a:lnTo>
                      <a:pt x="60" y="276"/>
                    </a:lnTo>
                    <a:lnTo>
                      <a:pt x="72" y="282"/>
                    </a:lnTo>
                    <a:lnTo>
                      <a:pt x="78" y="294"/>
                    </a:lnTo>
                    <a:lnTo>
                      <a:pt x="96" y="294"/>
                    </a:lnTo>
                    <a:lnTo>
                      <a:pt x="132" y="300"/>
                    </a:lnTo>
                    <a:lnTo>
                      <a:pt x="228" y="312"/>
                    </a:lnTo>
                    <a:lnTo>
                      <a:pt x="270" y="318"/>
                    </a:lnTo>
                    <a:lnTo>
                      <a:pt x="264" y="306"/>
                    </a:lnTo>
                    <a:lnTo>
                      <a:pt x="258" y="300"/>
                    </a:lnTo>
                    <a:lnTo>
                      <a:pt x="252" y="288"/>
                    </a:lnTo>
                    <a:lnTo>
                      <a:pt x="252" y="276"/>
                    </a:lnTo>
                    <a:lnTo>
                      <a:pt x="258" y="270"/>
                    </a:lnTo>
                    <a:lnTo>
                      <a:pt x="264" y="258"/>
                    </a:lnTo>
                    <a:lnTo>
                      <a:pt x="270" y="252"/>
                    </a:lnTo>
                    <a:lnTo>
                      <a:pt x="276" y="240"/>
                    </a:lnTo>
                    <a:lnTo>
                      <a:pt x="276" y="228"/>
                    </a:lnTo>
                    <a:lnTo>
                      <a:pt x="282" y="216"/>
                    </a:lnTo>
                    <a:lnTo>
                      <a:pt x="282" y="204"/>
                    </a:lnTo>
                    <a:lnTo>
                      <a:pt x="288" y="198"/>
                    </a:lnTo>
                    <a:lnTo>
                      <a:pt x="288" y="192"/>
                    </a:lnTo>
                    <a:lnTo>
                      <a:pt x="300" y="192"/>
                    </a:lnTo>
                    <a:lnTo>
                      <a:pt x="300" y="198"/>
                    </a:lnTo>
                    <a:lnTo>
                      <a:pt x="306" y="198"/>
                    </a:lnTo>
                    <a:lnTo>
                      <a:pt x="306" y="192"/>
                    </a:lnTo>
                    <a:lnTo>
                      <a:pt x="288" y="174"/>
                    </a:lnTo>
                    <a:lnTo>
                      <a:pt x="288" y="144"/>
                    </a:lnTo>
                    <a:lnTo>
                      <a:pt x="294" y="132"/>
                    </a:lnTo>
                    <a:lnTo>
                      <a:pt x="294" y="126"/>
                    </a:lnTo>
                    <a:lnTo>
                      <a:pt x="300"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6" name="Turkmenistan" descr="© INSCALE GmbH, 05.05.2010&#10;http://www.presentationload.com/">
                <a:extLst>
                  <a:ext uri="{FF2B5EF4-FFF2-40B4-BE49-F238E27FC236}">
                    <a16:creationId xmlns:a16="http://schemas.microsoft.com/office/drawing/2014/main" id="{576B5465-4799-FA40-B4B1-5C3016FB588B}"/>
                  </a:ext>
                </a:extLst>
              </p:cNvPr>
              <p:cNvSpPr>
                <a:spLocks/>
              </p:cNvSpPr>
              <p:nvPr/>
            </p:nvSpPr>
            <p:spPr bwMode="gray">
              <a:xfrm>
                <a:off x="7182444" y="2693660"/>
                <a:ext cx="424059" cy="254766"/>
              </a:xfrm>
              <a:custGeom>
                <a:avLst/>
                <a:gdLst>
                  <a:gd name="T0" fmla="*/ 2147483647 w 1008"/>
                  <a:gd name="T1" fmla="*/ 2147483647 h 606"/>
                  <a:gd name="T2" fmla="*/ 2147483647 w 1008"/>
                  <a:gd name="T3" fmla="*/ 2147483647 h 606"/>
                  <a:gd name="T4" fmla="*/ 2147483647 w 1008"/>
                  <a:gd name="T5" fmla="*/ 2147483647 h 606"/>
                  <a:gd name="T6" fmla="*/ 2147483647 w 1008"/>
                  <a:gd name="T7" fmla="*/ 2147483647 h 606"/>
                  <a:gd name="T8" fmla="*/ 2147483647 w 1008"/>
                  <a:gd name="T9" fmla="*/ 2147483647 h 606"/>
                  <a:gd name="T10" fmla="*/ 2147483647 w 1008"/>
                  <a:gd name="T11" fmla="*/ 2147483647 h 606"/>
                  <a:gd name="T12" fmla="*/ 2147483647 w 1008"/>
                  <a:gd name="T13" fmla="*/ 2147483647 h 606"/>
                  <a:gd name="T14" fmla="*/ 2147483647 w 1008"/>
                  <a:gd name="T15" fmla="*/ 2147483647 h 606"/>
                  <a:gd name="T16" fmla="*/ 2147483647 w 1008"/>
                  <a:gd name="T17" fmla="*/ 2147483647 h 606"/>
                  <a:gd name="T18" fmla="*/ 2147483647 w 1008"/>
                  <a:gd name="T19" fmla="*/ 2147483647 h 606"/>
                  <a:gd name="T20" fmla="*/ 2147483647 w 1008"/>
                  <a:gd name="T21" fmla="*/ 2147483647 h 606"/>
                  <a:gd name="T22" fmla="*/ 2147483647 w 1008"/>
                  <a:gd name="T23" fmla="*/ 2147483647 h 606"/>
                  <a:gd name="T24" fmla="*/ 2147483647 w 1008"/>
                  <a:gd name="T25" fmla="*/ 2147483647 h 606"/>
                  <a:gd name="T26" fmla="*/ 2147483647 w 1008"/>
                  <a:gd name="T27" fmla="*/ 2147483647 h 606"/>
                  <a:gd name="T28" fmla="*/ 2147483647 w 1008"/>
                  <a:gd name="T29" fmla="*/ 2147483647 h 606"/>
                  <a:gd name="T30" fmla="*/ 2147483647 w 1008"/>
                  <a:gd name="T31" fmla="*/ 2147483647 h 606"/>
                  <a:gd name="T32" fmla="*/ 2147483647 w 1008"/>
                  <a:gd name="T33" fmla="*/ 2147483647 h 606"/>
                  <a:gd name="T34" fmla="*/ 2147483647 w 1008"/>
                  <a:gd name="T35" fmla="*/ 2147483647 h 606"/>
                  <a:gd name="T36" fmla="*/ 2147483647 w 1008"/>
                  <a:gd name="T37" fmla="*/ 2147483647 h 606"/>
                  <a:gd name="T38" fmla="*/ 2147483647 w 1008"/>
                  <a:gd name="T39" fmla="*/ 2147483647 h 606"/>
                  <a:gd name="T40" fmla="*/ 2147483647 w 1008"/>
                  <a:gd name="T41" fmla="*/ 2147483647 h 606"/>
                  <a:gd name="T42" fmla="*/ 2147483647 w 1008"/>
                  <a:gd name="T43" fmla="*/ 2147483647 h 606"/>
                  <a:gd name="T44" fmla="*/ 2147483647 w 1008"/>
                  <a:gd name="T45" fmla="*/ 2147483647 h 606"/>
                  <a:gd name="T46" fmla="*/ 2147483647 w 1008"/>
                  <a:gd name="T47" fmla="*/ 2147483647 h 606"/>
                  <a:gd name="T48" fmla="*/ 2147483647 w 1008"/>
                  <a:gd name="T49" fmla="*/ 2147483647 h 606"/>
                  <a:gd name="T50" fmla="*/ 2147483647 w 1008"/>
                  <a:gd name="T51" fmla="*/ 2147483647 h 606"/>
                  <a:gd name="T52" fmla="*/ 2147483647 w 1008"/>
                  <a:gd name="T53" fmla="*/ 2147483647 h 606"/>
                  <a:gd name="T54" fmla="*/ 2147483647 w 1008"/>
                  <a:gd name="T55" fmla="*/ 2147483647 h 606"/>
                  <a:gd name="T56" fmla="*/ 2147483647 w 1008"/>
                  <a:gd name="T57" fmla="*/ 2147483647 h 606"/>
                  <a:gd name="T58" fmla="*/ 2147483647 w 1008"/>
                  <a:gd name="T59" fmla="*/ 2147483647 h 606"/>
                  <a:gd name="T60" fmla="*/ 2147483647 w 1008"/>
                  <a:gd name="T61" fmla="*/ 2147483647 h 606"/>
                  <a:gd name="T62" fmla="*/ 2147483647 w 1008"/>
                  <a:gd name="T63" fmla="*/ 2147483647 h 606"/>
                  <a:gd name="T64" fmla="*/ 2147483647 w 1008"/>
                  <a:gd name="T65" fmla="*/ 2147483647 h 606"/>
                  <a:gd name="T66" fmla="*/ 2147483647 w 1008"/>
                  <a:gd name="T67" fmla="*/ 2147483647 h 606"/>
                  <a:gd name="T68" fmla="*/ 2147483647 w 1008"/>
                  <a:gd name="T69" fmla="*/ 2147483647 h 606"/>
                  <a:gd name="T70" fmla="*/ 2147483647 w 1008"/>
                  <a:gd name="T71" fmla="*/ 2147483647 h 606"/>
                  <a:gd name="T72" fmla="*/ 2147483647 w 1008"/>
                  <a:gd name="T73" fmla="*/ 2147483647 h 606"/>
                  <a:gd name="T74" fmla="*/ 2147483647 w 1008"/>
                  <a:gd name="T75" fmla="*/ 2147483647 h 606"/>
                  <a:gd name="T76" fmla="*/ 2147483647 w 1008"/>
                  <a:gd name="T77" fmla="*/ 2147483647 h 606"/>
                  <a:gd name="T78" fmla="*/ 2147483647 w 1008"/>
                  <a:gd name="T79" fmla="*/ 2147483647 h 606"/>
                  <a:gd name="T80" fmla="*/ 2147483647 w 1008"/>
                  <a:gd name="T81" fmla="*/ 2147483647 h 606"/>
                  <a:gd name="T82" fmla="*/ 2147483647 w 1008"/>
                  <a:gd name="T83" fmla="*/ 2147483647 h 606"/>
                  <a:gd name="T84" fmla="*/ 2147483647 w 1008"/>
                  <a:gd name="T85" fmla="*/ 2147483647 h 606"/>
                  <a:gd name="T86" fmla="*/ 2147483647 w 1008"/>
                  <a:gd name="T87" fmla="*/ 2147483647 h 606"/>
                  <a:gd name="T88" fmla="*/ 2147483647 w 1008"/>
                  <a:gd name="T89" fmla="*/ 2147483647 h 606"/>
                  <a:gd name="T90" fmla="*/ 2147483647 w 1008"/>
                  <a:gd name="T91" fmla="*/ 2147483647 h 606"/>
                  <a:gd name="T92" fmla="*/ 2147483647 w 1008"/>
                  <a:gd name="T93" fmla="*/ 2147483647 h 606"/>
                  <a:gd name="T94" fmla="*/ 2147483647 w 1008"/>
                  <a:gd name="T95" fmla="*/ 2147483647 h 606"/>
                  <a:gd name="T96" fmla="*/ 2147483647 w 1008"/>
                  <a:gd name="T97" fmla="*/ 2147483647 h 606"/>
                  <a:gd name="T98" fmla="*/ 2147483647 w 1008"/>
                  <a:gd name="T99" fmla="*/ 2147483647 h 606"/>
                  <a:gd name="T100" fmla="*/ 2147483647 w 1008"/>
                  <a:gd name="T101" fmla="*/ 2147483647 h 606"/>
                  <a:gd name="T102" fmla="*/ 2147483647 w 1008"/>
                  <a:gd name="T103" fmla="*/ 2147483647 h 606"/>
                  <a:gd name="T104" fmla="*/ 0 w 1008"/>
                  <a:gd name="T105" fmla="*/ 2147483647 h 606"/>
                  <a:gd name="T106" fmla="*/ 2147483647 w 1008"/>
                  <a:gd name="T107" fmla="*/ 2147483647 h 606"/>
                  <a:gd name="T108" fmla="*/ 2147483647 w 1008"/>
                  <a:gd name="T109" fmla="*/ 2147483647 h 6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08"/>
                  <a:gd name="T166" fmla="*/ 0 h 606"/>
                  <a:gd name="T167" fmla="*/ 1008 w 1008"/>
                  <a:gd name="T168" fmla="*/ 606 h 60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08" h="606">
                    <a:moveTo>
                      <a:pt x="48" y="150"/>
                    </a:moveTo>
                    <a:lnTo>
                      <a:pt x="48" y="156"/>
                    </a:lnTo>
                    <a:lnTo>
                      <a:pt x="42" y="162"/>
                    </a:lnTo>
                    <a:lnTo>
                      <a:pt x="36" y="174"/>
                    </a:lnTo>
                    <a:lnTo>
                      <a:pt x="36" y="186"/>
                    </a:lnTo>
                    <a:lnTo>
                      <a:pt x="42" y="198"/>
                    </a:lnTo>
                    <a:lnTo>
                      <a:pt x="48" y="204"/>
                    </a:lnTo>
                    <a:lnTo>
                      <a:pt x="54" y="216"/>
                    </a:lnTo>
                    <a:lnTo>
                      <a:pt x="60" y="222"/>
                    </a:lnTo>
                    <a:lnTo>
                      <a:pt x="60" y="228"/>
                    </a:lnTo>
                    <a:lnTo>
                      <a:pt x="90" y="222"/>
                    </a:lnTo>
                    <a:lnTo>
                      <a:pt x="90" y="246"/>
                    </a:lnTo>
                    <a:lnTo>
                      <a:pt x="114" y="258"/>
                    </a:lnTo>
                    <a:lnTo>
                      <a:pt x="90" y="258"/>
                    </a:lnTo>
                    <a:lnTo>
                      <a:pt x="78" y="264"/>
                    </a:lnTo>
                    <a:lnTo>
                      <a:pt x="72" y="264"/>
                    </a:lnTo>
                    <a:lnTo>
                      <a:pt x="72" y="270"/>
                    </a:lnTo>
                    <a:lnTo>
                      <a:pt x="78" y="276"/>
                    </a:lnTo>
                    <a:lnTo>
                      <a:pt x="90" y="276"/>
                    </a:lnTo>
                    <a:lnTo>
                      <a:pt x="96" y="282"/>
                    </a:lnTo>
                    <a:lnTo>
                      <a:pt x="114" y="282"/>
                    </a:lnTo>
                    <a:lnTo>
                      <a:pt x="120" y="288"/>
                    </a:lnTo>
                    <a:lnTo>
                      <a:pt x="126" y="300"/>
                    </a:lnTo>
                    <a:lnTo>
                      <a:pt x="132" y="306"/>
                    </a:lnTo>
                    <a:lnTo>
                      <a:pt x="138" y="354"/>
                    </a:lnTo>
                    <a:lnTo>
                      <a:pt x="150" y="360"/>
                    </a:lnTo>
                    <a:lnTo>
                      <a:pt x="150" y="372"/>
                    </a:lnTo>
                    <a:lnTo>
                      <a:pt x="144" y="378"/>
                    </a:lnTo>
                    <a:lnTo>
                      <a:pt x="144" y="402"/>
                    </a:lnTo>
                    <a:lnTo>
                      <a:pt x="150" y="414"/>
                    </a:lnTo>
                    <a:lnTo>
                      <a:pt x="150" y="426"/>
                    </a:lnTo>
                    <a:lnTo>
                      <a:pt x="156" y="432"/>
                    </a:lnTo>
                    <a:lnTo>
                      <a:pt x="156" y="438"/>
                    </a:lnTo>
                    <a:lnTo>
                      <a:pt x="186" y="438"/>
                    </a:lnTo>
                    <a:lnTo>
                      <a:pt x="198" y="426"/>
                    </a:lnTo>
                    <a:lnTo>
                      <a:pt x="210" y="420"/>
                    </a:lnTo>
                    <a:lnTo>
                      <a:pt x="210" y="408"/>
                    </a:lnTo>
                    <a:lnTo>
                      <a:pt x="216" y="402"/>
                    </a:lnTo>
                    <a:lnTo>
                      <a:pt x="228" y="396"/>
                    </a:lnTo>
                    <a:lnTo>
                      <a:pt x="246" y="378"/>
                    </a:lnTo>
                    <a:lnTo>
                      <a:pt x="258" y="372"/>
                    </a:lnTo>
                    <a:lnTo>
                      <a:pt x="294" y="372"/>
                    </a:lnTo>
                    <a:lnTo>
                      <a:pt x="306" y="378"/>
                    </a:lnTo>
                    <a:lnTo>
                      <a:pt x="312" y="372"/>
                    </a:lnTo>
                    <a:lnTo>
                      <a:pt x="312" y="366"/>
                    </a:lnTo>
                    <a:lnTo>
                      <a:pt x="372" y="366"/>
                    </a:lnTo>
                    <a:lnTo>
                      <a:pt x="384" y="378"/>
                    </a:lnTo>
                    <a:lnTo>
                      <a:pt x="384" y="390"/>
                    </a:lnTo>
                    <a:lnTo>
                      <a:pt x="414" y="390"/>
                    </a:lnTo>
                    <a:lnTo>
                      <a:pt x="420" y="396"/>
                    </a:lnTo>
                    <a:lnTo>
                      <a:pt x="432" y="402"/>
                    </a:lnTo>
                    <a:lnTo>
                      <a:pt x="438" y="408"/>
                    </a:lnTo>
                    <a:lnTo>
                      <a:pt x="450" y="414"/>
                    </a:lnTo>
                    <a:lnTo>
                      <a:pt x="450" y="408"/>
                    </a:lnTo>
                    <a:lnTo>
                      <a:pt x="468" y="408"/>
                    </a:lnTo>
                    <a:lnTo>
                      <a:pt x="480" y="414"/>
                    </a:lnTo>
                    <a:lnTo>
                      <a:pt x="498" y="414"/>
                    </a:lnTo>
                    <a:lnTo>
                      <a:pt x="510" y="420"/>
                    </a:lnTo>
                    <a:lnTo>
                      <a:pt x="516" y="420"/>
                    </a:lnTo>
                    <a:lnTo>
                      <a:pt x="522" y="426"/>
                    </a:lnTo>
                    <a:lnTo>
                      <a:pt x="522" y="432"/>
                    </a:lnTo>
                    <a:lnTo>
                      <a:pt x="528" y="444"/>
                    </a:lnTo>
                    <a:lnTo>
                      <a:pt x="534" y="450"/>
                    </a:lnTo>
                    <a:lnTo>
                      <a:pt x="540" y="450"/>
                    </a:lnTo>
                    <a:lnTo>
                      <a:pt x="546" y="456"/>
                    </a:lnTo>
                    <a:lnTo>
                      <a:pt x="558" y="456"/>
                    </a:lnTo>
                    <a:lnTo>
                      <a:pt x="570" y="468"/>
                    </a:lnTo>
                    <a:lnTo>
                      <a:pt x="582" y="474"/>
                    </a:lnTo>
                    <a:lnTo>
                      <a:pt x="588" y="486"/>
                    </a:lnTo>
                    <a:lnTo>
                      <a:pt x="594" y="492"/>
                    </a:lnTo>
                    <a:lnTo>
                      <a:pt x="660" y="486"/>
                    </a:lnTo>
                    <a:lnTo>
                      <a:pt x="660" y="522"/>
                    </a:lnTo>
                    <a:lnTo>
                      <a:pt x="672" y="522"/>
                    </a:lnTo>
                    <a:lnTo>
                      <a:pt x="666" y="546"/>
                    </a:lnTo>
                    <a:lnTo>
                      <a:pt x="678" y="576"/>
                    </a:lnTo>
                    <a:lnTo>
                      <a:pt x="684" y="582"/>
                    </a:lnTo>
                    <a:lnTo>
                      <a:pt x="696" y="582"/>
                    </a:lnTo>
                    <a:lnTo>
                      <a:pt x="702" y="588"/>
                    </a:lnTo>
                    <a:lnTo>
                      <a:pt x="714" y="588"/>
                    </a:lnTo>
                    <a:lnTo>
                      <a:pt x="720" y="582"/>
                    </a:lnTo>
                    <a:lnTo>
                      <a:pt x="726" y="582"/>
                    </a:lnTo>
                    <a:lnTo>
                      <a:pt x="750" y="606"/>
                    </a:lnTo>
                    <a:lnTo>
                      <a:pt x="774" y="606"/>
                    </a:lnTo>
                    <a:lnTo>
                      <a:pt x="786" y="600"/>
                    </a:lnTo>
                    <a:lnTo>
                      <a:pt x="792" y="594"/>
                    </a:lnTo>
                    <a:lnTo>
                      <a:pt x="804" y="570"/>
                    </a:lnTo>
                    <a:lnTo>
                      <a:pt x="804" y="558"/>
                    </a:lnTo>
                    <a:lnTo>
                      <a:pt x="816" y="558"/>
                    </a:lnTo>
                    <a:lnTo>
                      <a:pt x="852" y="540"/>
                    </a:lnTo>
                    <a:lnTo>
                      <a:pt x="858" y="528"/>
                    </a:lnTo>
                    <a:lnTo>
                      <a:pt x="870" y="522"/>
                    </a:lnTo>
                    <a:lnTo>
                      <a:pt x="882" y="522"/>
                    </a:lnTo>
                    <a:lnTo>
                      <a:pt x="882" y="462"/>
                    </a:lnTo>
                    <a:lnTo>
                      <a:pt x="888" y="450"/>
                    </a:lnTo>
                    <a:lnTo>
                      <a:pt x="900" y="444"/>
                    </a:lnTo>
                    <a:lnTo>
                      <a:pt x="936" y="444"/>
                    </a:lnTo>
                    <a:lnTo>
                      <a:pt x="936" y="420"/>
                    </a:lnTo>
                    <a:lnTo>
                      <a:pt x="948" y="420"/>
                    </a:lnTo>
                    <a:lnTo>
                      <a:pt x="960" y="426"/>
                    </a:lnTo>
                    <a:lnTo>
                      <a:pt x="966" y="432"/>
                    </a:lnTo>
                    <a:lnTo>
                      <a:pt x="978" y="438"/>
                    </a:lnTo>
                    <a:lnTo>
                      <a:pt x="1008" y="438"/>
                    </a:lnTo>
                    <a:lnTo>
                      <a:pt x="1008" y="426"/>
                    </a:lnTo>
                    <a:lnTo>
                      <a:pt x="996" y="414"/>
                    </a:lnTo>
                    <a:lnTo>
                      <a:pt x="996" y="396"/>
                    </a:lnTo>
                    <a:lnTo>
                      <a:pt x="1002" y="390"/>
                    </a:lnTo>
                    <a:lnTo>
                      <a:pt x="954" y="360"/>
                    </a:lnTo>
                    <a:lnTo>
                      <a:pt x="930" y="366"/>
                    </a:lnTo>
                    <a:lnTo>
                      <a:pt x="924" y="366"/>
                    </a:lnTo>
                    <a:lnTo>
                      <a:pt x="912" y="354"/>
                    </a:lnTo>
                    <a:lnTo>
                      <a:pt x="900" y="354"/>
                    </a:lnTo>
                    <a:lnTo>
                      <a:pt x="888" y="342"/>
                    </a:lnTo>
                    <a:lnTo>
                      <a:pt x="876" y="336"/>
                    </a:lnTo>
                    <a:lnTo>
                      <a:pt x="870" y="330"/>
                    </a:lnTo>
                    <a:lnTo>
                      <a:pt x="846" y="318"/>
                    </a:lnTo>
                    <a:lnTo>
                      <a:pt x="828" y="306"/>
                    </a:lnTo>
                    <a:lnTo>
                      <a:pt x="804" y="306"/>
                    </a:lnTo>
                    <a:lnTo>
                      <a:pt x="774" y="288"/>
                    </a:lnTo>
                    <a:lnTo>
                      <a:pt x="768" y="282"/>
                    </a:lnTo>
                    <a:lnTo>
                      <a:pt x="762" y="270"/>
                    </a:lnTo>
                    <a:lnTo>
                      <a:pt x="750" y="258"/>
                    </a:lnTo>
                    <a:lnTo>
                      <a:pt x="744" y="258"/>
                    </a:lnTo>
                    <a:lnTo>
                      <a:pt x="732" y="252"/>
                    </a:lnTo>
                    <a:lnTo>
                      <a:pt x="714" y="252"/>
                    </a:lnTo>
                    <a:lnTo>
                      <a:pt x="702" y="246"/>
                    </a:lnTo>
                    <a:lnTo>
                      <a:pt x="690" y="234"/>
                    </a:lnTo>
                    <a:lnTo>
                      <a:pt x="672" y="198"/>
                    </a:lnTo>
                    <a:lnTo>
                      <a:pt x="666" y="192"/>
                    </a:lnTo>
                    <a:lnTo>
                      <a:pt x="666" y="186"/>
                    </a:lnTo>
                    <a:lnTo>
                      <a:pt x="648" y="168"/>
                    </a:lnTo>
                    <a:lnTo>
                      <a:pt x="630" y="138"/>
                    </a:lnTo>
                    <a:lnTo>
                      <a:pt x="594" y="120"/>
                    </a:lnTo>
                    <a:lnTo>
                      <a:pt x="594" y="126"/>
                    </a:lnTo>
                    <a:lnTo>
                      <a:pt x="540" y="120"/>
                    </a:lnTo>
                    <a:lnTo>
                      <a:pt x="510" y="120"/>
                    </a:lnTo>
                    <a:lnTo>
                      <a:pt x="492" y="102"/>
                    </a:lnTo>
                    <a:lnTo>
                      <a:pt x="492" y="90"/>
                    </a:lnTo>
                    <a:lnTo>
                      <a:pt x="504" y="78"/>
                    </a:lnTo>
                    <a:lnTo>
                      <a:pt x="492" y="72"/>
                    </a:lnTo>
                    <a:lnTo>
                      <a:pt x="492" y="60"/>
                    </a:lnTo>
                    <a:lnTo>
                      <a:pt x="486" y="48"/>
                    </a:lnTo>
                    <a:lnTo>
                      <a:pt x="480" y="42"/>
                    </a:lnTo>
                    <a:lnTo>
                      <a:pt x="444" y="42"/>
                    </a:lnTo>
                    <a:lnTo>
                      <a:pt x="432" y="36"/>
                    </a:lnTo>
                    <a:lnTo>
                      <a:pt x="432" y="24"/>
                    </a:lnTo>
                    <a:lnTo>
                      <a:pt x="408" y="24"/>
                    </a:lnTo>
                    <a:lnTo>
                      <a:pt x="390" y="0"/>
                    </a:lnTo>
                    <a:lnTo>
                      <a:pt x="384" y="12"/>
                    </a:lnTo>
                    <a:lnTo>
                      <a:pt x="354" y="6"/>
                    </a:lnTo>
                    <a:lnTo>
                      <a:pt x="384" y="36"/>
                    </a:lnTo>
                    <a:lnTo>
                      <a:pt x="378" y="30"/>
                    </a:lnTo>
                    <a:lnTo>
                      <a:pt x="366" y="30"/>
                    </a:lnTo>
                    <a:lnTo>
                      <a:pt x="360" y="24"/>
                    </a:lnTo>
                    <a:lnTo>
                      <a:pt x="354" y="24"/>
                    </a:lnTo>
                    <a:lnTo>
                      <a:pt x="348" y="30"/>
                    </a:lnTo>
                    <a:lnTo>
                      <a:pt x="348" y="42"/>
                    </a:lnTo>
                    <a:lnTo>
                      <a:pt x="342" y="42"/>
                    </a:lnTo>
                    <a:lnTo>
                      <a:pt x="336" y="48"/>
                    </a:lnTo>
                    <a:lnTo>
                      <a:pt x="324" y="48"/>
                    </a:lnTo>
                    <a:lnTo>
                      <a:pt x="312" y="54"/>
                    </a:lnTo>
                    <a:lnTo>
                      <a:pt x="294" y="72"/>
                    </a:lnTo>
                    <a:lnTo>
                      <a:pt x="294" y="84"/>
                    </a:lnTo>
                    <a:lnTo>
                      <a:pt x="300" y="102"/>
                    </a:lnTo>
                    <a:lnTo>
                      <a:pt x="312" y="108"/>
                    </a:lnTo>
                    <a:lnTo>
                      <a:pt x="318" y="120"/>
                    </a:lnTo>
                    <a:lnTo>
                      <a:pt x="252" y="120"/>
                    </a:lnTo>
                    <a:lnTo>
                      <a:pt x="240" y="108"/>
                    </a:lnTo>
                    <a:lnTo>
                      <a:pt x="228" y="108"/>
                    </a:lnTo>
                    <a:lnTo>
                      <a:pt x="228" y="114"/>
                    </a:lnTo>
                    <a:lnTo>
                      <a:pt x="216" y="126"/>
                    </a:lnTo>
                    <a:lnTo>
                      <a:pt x="210" y="120"/>
                    </a:lnTo>
                    <a:lnTo>
                      <a:pt x="198" y="114"/>
                    </a:lnTo>
                    <a:lnTo>
                      <a:pt x="174" y="90"/>
                    </a:lnTo>
                    <a:lnTo>
                      <a:pt x="168" y="78"/>
                    </a:lnTo>
                    <a:lnTo>
                      <a:pt x="162" y="72"/>
                    </a:lnTo>
                    <a:lnTo>
                      <a:pt x="156" y="60"/>
                    </a:lnTo>
                    <a:lnTo>
                      <a:pt x="144" y="54"/>
                    </a:lnTo>
                    <a:lnTo>
                      <a:pt x="132" y="42"/>
                    </a:lnTo>
                    <a:lnTo>
                      <a:pt x="120" y="42"/>
                    </a:lnTo>
                    <a:lnTo>
                      <a:pt x="96" y="30"/>
                    </a:lnTo>
                    <a:lnTo>
                      <a:pt x="78" y="30"/>
                    </a:lnTo>
                    <a:lnTo>
                      <a:pt x="72" y="36"/>
                    </a:lnTo>
                    <a:lnTo>
                      <a:pt x="72" y="48"/>
                    </a:lnTo>
                    <a:lnTo>
                      <a:pt x="84" y="54"/>
                    </a:lnTo>
                    <a:lnTo>
                      <a:pt x="90" y="54"/>
                    </a:lnTo>
                    <a:lnTo>
                      <a:pt x="90" y="66"/>
                    </a:lnTo>
                    <a:lnTo>
                      <a:pt x="96" y="66"/>
                    </a:lnTo>
                    <a:lnTo>
                      <a:pt x="96" y="72"/>
                    </a:lnTo>
                    <a:lnTo>
                      <a:pt x="102" y="84"/>
                    </a:lnTo>
                    <a:lnTo>
                      <a:pt x="114" y="90"/>
                    </a:lnTo>
                    <a:lnTo>
                      <a:pt x="126" y="102"/>
                    </a:lnTo>
                    <a:lnTo>
                      <a:pt x="138" y="108"/>
                    </a:lnTo>
                    <a:lnTo>
                      <a:pt x="150" y="120"/>
                    </a:lnTo>
                    <a:lnTo>
                      <a:pt x="162" y="126"/>
                    </a:lnTo>
                    <a:lnTo>
                      <a:pt x="162" y="150"/>
                    </a:lnTo>
                    <a:lnTo>
                      <a:pt x="156" y="156"/>
                    </a:lnTo>
                    <a:lnTo>
                      <a:pt x="144" y="156"/>
                    </a:lnTo>
                    <a:lnTo>
                      <a:pt x="132" y="150"/>
                    </a:lnTo>
                    <a:lnTo>
                      <a:pt x="120" y="138"/>
                    </a:lnTo>
                    <a:lnTo>
                      <a:pt x="120" y="162"/>
                    </a:lnTo>
                    <a:lnTo>
                      <a:pt x="78" y="162"/>
                    </a:lnTo>
                    <a:lnTo>
                      <a:pt x="66" y="144"/>
                    </a:lnTo>
                    <a:lnTo>
                      <a:pt x="60" y="150"/>
                    </a:lnTo>
                    <a:lnTo>
                      <a:pt x="48" y="138"/>
                    </a:lnTo>
                    <a:lnTo>
                      <a:pt x="42" y="126"/>
                    </a:lnTo>
                    <a:lnTo>
                      <a:pt x="36" y="120"/>
                    </a:lnTo>
                    <a:lnTo>
                      <a:pt x="36" y="102"/>
                    </a:lnTo>
                    <a:lnTo>
                      <a:pt x="30" y="96"/>
                    </a:lnTo>
                    <a:lnTo>
                      <a:pt x="30" y="84"/>
                    </a:lnTo>
                    <a:lnTo>
                      <a:pt x="24" y="78"/>
                    </a:lnTo>
                    <a:lnTo>
                      <a:pt x="0" y="78"/>
                    </a:lnTo>
                    <a:lnTo>
                      <a:pt x="0" y="84"/>
                    </a:lnTo>
                    <a:lnTo>
                      <a:pt x="6" y="90"/>
                    </a:lnTo>
                    <a:lnTo>
                      <a:pt x="12" y="102"/>
                    </a:lnTo>
                    <a:lnTo>
                      <a:pt x="18" y="108"/>
                    </a:lnTo>
                    <a:lnTo>
                      <a:pt x="24" y="120"/>
                    </a:lnTo>
                    <a:lnTo>
                      <a:pt x="36" y="126"/>
                    </a:lnTo>
                    <a:lnTo>
                      <a:pt x="42" y="138"/>
                    </a:lnTo>
                    <a:lnTo>
                      <a:pt x="48" y="144"/>
                    </a:lnTo>
                    <a:lnTo>
                      <a:pt x="48" y="15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7" name="Thailand" descr="© INSCALE GmbH, 05.05.2010&#10;http://www.presentationload.com/">
                <a:extLst>
                  <a:ext uri="{FF2B5EF4-FFF2-40B4-BE49-F238E27FC236}">
                    <a16:creationId xmlns:a16="http://schemas.microsoft.com/office/drawing/2014/main" id="{9BAF62E3-FB16-304D-B7BC-149B016C8D9A}"/>
                  </a:ext>
                </a:extLst>
              </p:cNvPr>
              <p:cNvSpPr>
                <a:spLocks/>
              </p:cNvSpPr>
              <p:nvPr/>
            </p:nvSpPr>
            <p:spPr bwMode="gray">
              <a:xfrm>
                <a:off x="8600906" y="3449732"/>
                <a:ext cx="259695" cy="499666"/>
              </a:xfrm>
              <a:custGeom>
                <a:avLst/>
                <a:gdLst>
                  <a:gd name="T0" fmla="*/ 2147483647 w 618"/>
                  <a:gd name="T1" fmla="*/ 2147483647 h 1188"/>
                  <a:gd name="T2" fmla="*/ 2147483647 w 618"/>
                  <a:gd name="T3" fmla="*/ 2147483647 h 1188"/>
                  <a:gd name="T4" fmla="*/ 2147483647 w 618"/>
                  <a:gd name="T5" fmla="*/ 2147483647 h 1188"/>
                  <a:gd name="T6" fmla="*/ 2147483647 w 618"/>
                  <a:gd name="T7" fmla="*/ 2147483647 h 1188"/>
                  <a:gd name="T8" fmla="*/ 2147483647 w 618"/>
                  <a:gd name="T9" fmla="*/ 2147483647 h 1188"/>
                  <a:gd name="T10" fmla="*/ 2147483647 w 618"/>
                  <a:gd name="T11" fmla="*/ 2147483647 h 1188"/>
                  <a:gd name="T12" fmla="*/ 2147483647 w 618"/>
                  <a:gd name="T13" fmla="*/ 2147483647 h 1188"/>
                  <a:gd name="T14" fmla="*/ 2147483647 w 618"/>
                  <a:gd name="T15" fmla="*/ 2147483647 h 1188"/>
                  <a:gd name="T16" fmla="*/ 2147483647 w 618"/>
                  <a:gd name="T17" fmla="*/ 2147483647 h 1188"/>
                  <a:gd name="T18" fmla="*/ 2147483647 w 618"/>
                  <a:gd name="T19" fmla="*/ 2147483647 h 1188"/>
                  <a:gd name="T20" fmla="*/ 2147483647 w 618"/>
                  <a:gd name="T21" fmla="*/ 2147483647 h 1188"/>
                  <a:gd name="T22" fmla="*/ 2147483647 w 618"/>
                  <a:gd name="T23" fmla="*/ 2147483647 h 1188"/>
                  <a:gd name="T24" fmla="*/ 2147483647 w 618"/>
                  <a:gd name="T25" fmla="*/ 0 h 1188"/>
                  <a:gd name="T26" fmla="*/ 2147483647 w 618"/>
                  <a:gd name="T27" fmla="*/ 2147483647 h 1188"/>
                  <a:gd name="T28" fmla="*/ 2147483647 w 618"/>
                  <a:gd name="T29" fmla="*/ 2147483647 h 1188"/>
                  <a:gd name="T30" fmla="*/ 2147483647 w 618"/>
                  <a:gd name="T31" fmla="*/ 2147483647 h 1188"/>
                  <a:gd name="T32" fmla="*/ 0 w 618"/>
                  <a:gd name="T33" fmla="*/ 2147483647 h 1188"/>
                  <a:gd name="T34" fmla="*/ 2147483647 w 618"/>
                  <a:gd name="T35" fmla="*/ 2147483647 h 1188"/>
                  <a:gd name="T36" fmla="*/ 2147483647 w 618"/>
                  <a:gd name="T37" fmla="*/ 2147483647 h 1188"/>
                  <a:gd name="T38" fmla="*/ 2147483647 w 618"/>
                  <a:gd name="T39" fmla="*/ 2147483647 h 1188"/>
                  <a:gd name="T40" fmla="*/ 2147483647 w 618"/>
                  <a:gd name="T41" fmla="*/ 2147483647 h 1188"/>
                  <a:gd name="T42" fmla="*/ 2147483647 w 618"/>
                  <a:gd name="T43" fmla="*/ 2147483647 h 1188"/>
                  <a:gd name="T44" fmla="*/ 2147483647 w 618"/>
                  <a:gd name="T45" fmla="*/ 2147483647 h 1188"/>
                  <a:gd name="T46" fmla="*/ 2147483647 w 618"/>
                  <a:gd name="T47" fmla="*/ 2147483647 h 1188"/>
                  <a:gd name="T48" fmla="*/ 2147483647 w 618"/>
                  <a:gd name="T49" fmla="*/ 2147483647 h 1188"/>
                  <a:gd name="T50" fmla="*/ 2147483647 w 618"/>
                  <a:gd name="T51" fmla="*/ 2147483647 h 1188"/>
                  <a:gd name="T52" fmla="*/ 2147483647 w 618"/>
                  <a:gd name="T53" fmla="*/ 2147483647 h 1188"/>
                  <a:gd name="T54" fmla="*/ 2147483647 w 618"/>
                  <a:gd name="T55" fmla="*/ 2147483647 h 1188"/>
                  <a:gd name="T56" fmla="*/ 2147483647 w 618"/>
                  <a:gd name="T57" fmla="*/ 2147483647 h 1188"/>
                  <a:gd name="T58" fmla="*/ 2147483647 w 618"/>
                  <a:gd name="T59" fmla="*/ 2147483647 h 1188"/>
                  <a:gd name="T60" fmla="*/ 2147483647 w 618"/>
                  <a:gd name="T61" fmla="*/ 2147483647 h 1188"/>
                  <a:gd name="T62" fmla="*/ 2147483647 w 618"/>
                  <a:gd name="T63" fmla="*/ 2147483647 h 1188"/>
                  <a:gd name="T64" fmla="*/ 2147483647 w 618"/>
                  <a:gd name="T65" fmla="*/ 2147483647 h 1188"/>
                  <a:gd name="T66" fmla="*/ 2147483647 w 618"/>
                  <a:gd name="T67" fmla="*/ 2147483647 h 1188"/>
                  <a:gd name="T68" fmla="*/ 2147483647 w 618"/>
                  <a:gd name="T69" fmla="*/ 2147483647 h 1188"/>
                  <a:gd name="T70" fmla="*/ 2147483647 w 618"/>
                  <a:gd name="T71" fmla="*/ 2147483647 h 1188"/>
                  <a:gd name="T72" fmla="*/ 2147483647 w 618"/>
                  <a:gd name="T73" fmla="*/ 2147483647 h 1188"/>
                  <a:gd name="T74" fmla="*/ 2147483647 w 618"/>
                  <a:gd name="T75" fmla="*/ 2147483647 h 1188"/>
                  <a:gd name="T76" fmla="*/ 2147483647 w 618"/>
                  <a:gd name="T77" fmla="*/ 2147483647 h 1188"/>
                  <a:gd name="T78" fmla="*/ 2147483647 w 618"/>
                  <a:gd name="T79" fmla="*/ 2147483647 h 1188"/>
                  <a:gd name="T80" fmla="*/ 2147483647 w 618"/>
                  <a:gd name="T81" fmla="*/ 2147483647 h 1188"/>
                  <a:gd name="T82" fmla="*/ 2147483647 w 618"/>
                  <a:gd name="T83" fmla="*/ 2147483647 h 1188"/>
                  <a:gd name="T84" fmla="*/ 2147483647 w 618"/>
                  <a:gd name="T85" fmla="*/ 2147483647 h 1188"/>
                  <a:gd name="T86" fmla="*/ 2147483647 w 618"/>
                  <a:gd name="T87" fmla="*/ 2147483647 h 1188"/>
                  <a:gd name="T88" fmla="*/ 2147483647 w 618"/>
                  <a:gd name="T89" fmla="*/ 2147483647 h 1188"/>
                  <a:gd name="T90" fmla="*/ 2147483647 w 618"/>
                  <a:gd name="T91" fmla="*/ 2147483647 h 1188"/>
                  <a:gd name="T92" fmla="*/ 2147483647 w 618"/>
                  <a:gd name="T93" fmla="*/ 2147483647 h 1188"/>
                  <a:gd name="T94" fmla="*/ 2147483647 w 618"/>
                  <a:gd name="T95" fmla="*/ 2147483647 h 1188"/>
                  <a:gd name="T96" fmla="*/ 2147483647 w 618"/>
                  <a:gd name="T97" fmla="*/ 2147483647 h 1188"/>
                  <a:gd name="T98" fmla="*/ 2147483647 w 618"/>
                  <a:gd name="T99" fmla="*/ 2147483647 h 1188"/>
                  <a:gd name="T100" fmla="*/ 2147483647 w 618"/>
                  <a:gd name="T101" fmla="*/ 2147483647 h 1188"/>
                  <a:gd name="T102" fmla="*/ 2147483647 w 618"/>
                  <a:gd name="T103" fmla="*/ 2147483647 h 1188"/>
                  <a:gd name="T104" fmla="*/ 2147483647 w 618"/>
                  <a:gd name="T105" fmla="*/ 2147483647 h 1188"/>
                  <a:gd name="T106" fmla="*/ 2147483647 w 618"/>
                  <a:gd name="T107" fmla="*/ 2147483647 h 1188"/>
                  <a:gd name="T108" fmla="*/ 2147483647 w 618"/>
                  <a:gd name="T109" fmla="*/ 2147483647 h 1188"/>
                  <a:gd name="T110" fmla="*/ 2147483647 w 618"/>
                  <a:gd name="T111" fmla="*/ 2147483647 h 1188"/>
                  <a:gd name="T112" fmla="*/ 2147483647 w 618"/>
                  <a:gd name="T113" fmla="*/ 2147483647 h 1188"/>
                  <a:gd name="T114" fmla="*/ 2147483647 w 618"/>
                  <a:gd name="T115" fmla="*/ 2147483647 h 1188"/>
                  <a:gd name="T116" fmla="*/ 2147483647 w 618"/>
                  <a:gd name="T117" fmla="*/ 2147483647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18"/>
                  <a:gd name="T178" fmla="*/ 0 h 1188"/>
                  <a:gd name="T179" fmla="*/ 618 w 618"/>
                  <a:gd name="T180" fmla="*/ 1188 h 11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18" h="1188">
                    <a:moveTo>
                      <a:pt x="588" y="426"/>
                    </a:moveTo>
                    <a:lnTo>
                      <a:pt x="588" y="420"/>
                    </a:lnTo>
                    <a:lnTo>
                      <a:pt x="594" y="414"/>
                    </a:lnTo>
                    <a:lnTo>
                      <a:pt x="606" y="390"/>
                    </a:lnTo>
                    <a:lnTo>
                      <a:pt x="594" y="378"/>
                    </a:lnTo>
                    <a:lnTo>
                      <a:pt x="594" y="372"/>
                    </a:lnTo>
                    <a:lnTo>
                      <a:pt x="588" y="378"/>
                    </a:lnTo>
                    <a:lnTo>
                      <a:pt x="588" y="366"/>
                    </a:lnTo>
                    <a:lnTo>
                      <a:pt x="582" y="360"/>
                    </a:lnTo>
                    <a:lnTo>
                      <a:pt x="582" y="354"/>
                    </a:lnTo>
                    <a:lnTo>
                      <a:pt x="546" y="318"/>
                    </a:lnTo>
                    <a:lnTo>
                      <a:pt x="534" y="294"/>
                    </a:lnTo>
                    <a:lnTo>
                      <a:pt x="534" y="282"/>
                    </a:lnTo>
                    <a:lnTo>
                      <a:pt x="528" y="240"/>
                    </a:lnTo>
                    <a:lnTo>
                      <a:pt x="510" y="222"/>
                    </a:lnTo>
                    <a:lnTo>
                      <a:pt x="498" y="216"/>
                    </a:lnTo>
                    <a:lnTo>
                      <a:pt x="480" y="204"/>
                    </a:lnTo>
                    <a:lnTo>
                      <a:pt x="468" y="192"/>
                    </a:lnTo>
                    <a:lnTo>
                      <a:pt x="468" y="180"/>
                    </a:lnTo>
                    <a:lnTo>
                      <a:pt x="462" y="174"/>
                    </a:lnTo>
                    <a:lnTo>
                      <a:pt x="438" y="174"/>
                    </a:lnTo>
                    <a:lnTo>
                      <a:pt x="426" y="168"/>
                    </a:lnTo>
                    <a:lnTo>
                      <a:pt x="420" y="162"/>
                    </a:lnTo>
                    <a:lnTo>
                      <a:pt x="402" y="162"/>
                    </a:lnTo>
                    <a:lnTo>
                      <a:pt x="396" y="168"/>
                    </a:lnTo>
                    <a:lnTo>
                      <a:pt x="396" y="180"/>
                    </a:lnTo>
                    <a:lnTo>
                      <a:pt x="378" y="198"/>
                    </a:lnTo>
                    <a:lnTo>
                      <a:pt x="360" y="198"/>
                    </a:lnTo>
                    <a:lnTo>
                      <a:pt x="336" y="186"/>
                    </a:lnTo>
                    <a:lnTo>
                      <a:pt x="330" y="180"/>
                    </a:lnTo>
                    <a:lnTo>
                      <a:pt x="318" y="180"/>
                    </a:lnTo>
                    <a:lnTo>
                      <a:pt x="312" y="186"/>
                    </a:lnTo>
                    <a:lnTo>
                      <a:pt x="306" y="198"/>
                    </a:lnTo>
                    <a:lnTo>
                      <a:pt x="294" y="210"/>
                    </a:lnTo>
                    <a:lnTo>
                      <a:pt x="294" y="216"/>
                    </a:lnTo>
                    <a:lnTo>
                      <a:pt x="288" y="222"/>
                    </a:lnTo>
                    <a:lnTo>
                      <a:pt x="264" y="234"/>
                    </a:lnTo>
                    <a:lnTo>
                      <a:pt x="246" y="234"/>
                    </a:lnTo>
                    <a:lnTo>
                      <a:pt x="246" y="222"/>
                    </a:lnTo>
                    <a:lnTo>
                      <a:pt x="270" y="174"/>
                    </a:lnTo>
                    <a:lnTo>
                      <a:pt x="270" y="162"/>
                    </a:lnTo>
                    <a:lnTo>
                      <a:pt x="264" y="156"/>
                    </a:lnTo>
                    <a:lnTo>
                      <a:pt x="252" y="156"/>
                    </a:lnTo>
                    <a:lnTo>
                      <a:pt x="264" y="144"/>
                    </a:lnTo>
                    <a:lnTo>
                      <a:pt x="270" y="132"/>
                    </a:lnTo>
                    <a:lnTo>
                      <a:pt x="270" y="120"/>
                    </a:lnTo>
                    <a:lnTo>
                      <a:pt x="264" y="108"/>
                    </a:lnTo>
                    <a:lnTo>
                      <a:pt x="258" y="102"/>
                    </a:lnTo>
                    <a:lnTo>
                      <a:pt x="264" y="96"/>
                    </a:lnTo>
                    <a:lnTo>
                      <a:pt x="264" y="66"/>
                    </a:lnTo>
                    <a:lnTo>
                      <a:pt x="252" y="60"/>
                    </a:lnTo>
                    <a:lnTo>
                      <a:pt x="246" y="60"/>
                    </a:lnTo>
                    <a:lnTo>
                      <a:pt x="240" y="66"/>
                    </a:lnTo>
                    <a:lnTo>
                      <a:pt x="228" y="66"/>
                    </a:lnTo>
                    <a:lnTo>
                      <a:pt x="228" y="78"/>
                    </a:lnTo>
                    <a:lnTo>
                      <a:pt x="210" y="78"/>
                    </a:lnTo>
                    <a:lnTo>
                      <a:pt x="204" y="72"/>
                    </a:lnTo>
                    <a:lnTo>
                      <a:pt x="198" y="60"/>
                    </a:lnTo>
                    <a:lnTo>
                      <a:pt x="198" y="36"/>
                    </a:lnTo>
                    <a:lnTo>
                      <a:pt x="204" y="30"/>
                    </a:lnTo>
                    <a:lnTo>
                      <a:pt x="204" y="18"/>
                    </a:lnTo>
                    <a:lnTo>
                      <a:pt x="198" y="12"/>
                    </a:lnTo>
                    <a:lnTo>
                      <a:pt x="186" y="12"/>
                    </a:lnTo>
                    <a:lnTo>
                      <a:pt x="174" y="6"/>
                    </a:lnTo>
                    <a:lnTo>
                      <a:pt x="168" y="0"/>
                    </a:lnTo>
                    <a:lnTo>
                      <a:pt x="138" y="0"/>
                    </a:lnTo>
                    <a:lnTo>
                      <a:pt x="132" y="6"/>
                    </a:lnTo>
                    <a:lnTo>
                      <a:pt x="126" y="6"/>
                    </a:lnTo>
                    <a:lnTo>
                      <a:pt x="120" y="30"/>
                    </a:lnTo>
                    <a:lnTo>
                      <a:pt x="96" y="30"/>
                    </a:lnTo>
                    <a:lnTo>
                      <a:pt x="96" y="36"/>
                    </a:lnTo>
                    <a:lnTo>
                      <a:pt x="90" y="42"/>
                    </a:lnTo>
                    <a:lnTo>
                      <a:pt x="84" y="54"/>
                    </a:lnTo>
                    <a:lnTo>
                      <a:pt x="78" y="60"/>
                    </a:lnTo>
                    <a:lnTo>
                      <a:pt x="66" y="60"/>
                    </a:lnTo>
                    <a:lnTo>
                      <a:pt x="54" y="54"/>
                    </a:lnTo>
                    <a:lnTo>
                      <a:pt x="24" y="54"/>
                    </a:lnTo>
                    <a:lnTo>
                      <a:pt x="24" y="102"/>
                    </a:lnTo>
                    <a:lnTo>
                      <a:pt x="18" y="108"/>
                    </a:lnTo>
                    <a:lnTo>
                      <a:pt x="12" y="108"/>
                    </a:lnTo>
                    <a:lnTo>
                      <a:pt x="6" y="114"/>
                    </a:lnTo>
                    <a:lnTo>
                      <a:pt x="6" y="120"/>
                    </a:lnTo>
                    <a:lnTo>
                      <a:pt x="24" y="138"/>
                    </a:lnTo>
                    <a:lnTo>
                      <a:pt x="24" y="156"/>
                    </a:lnTo>
                    <a:lnTo>
                      <a:pt x="0" y="156"/>
                    </a:lnTo>
                    <a:lnTo>
                      <a:pt x="0" y="162"/>
                    </a:lnTo>
                    <a:lnTo>
                      <a:pt x="24" y="186"/>
                    </a:lnTo>
                    <a:lnTo>
                      <a:pt x="36" y="192"/>
                    </a:lnTo>
                    <a:lnTo>
                      <a:pt x="30" y="216"/>
                    </a:lnTo>
                    <a:lnTo>
                      <a:pt x="36" y="216"/>
                    </a:lnTo>
                    <a:lnTo>
                      <a:pt x="36" y="222"/>
                    </a:lnTo>
                    <a:lnTo>
                      <a:pt x="42" y="234"/>
                    </a:lnTo>
                    <a:lnTo>
                      <a:pt x="60" y="252"/>
                    </a:lnTo>
                    <a:lnTo>
                      <a:pt x="72" y="258"/>
                    </a:lnTo>
                    <a:lnTo>
                      <a:pt x="84" y="270"/>
                    </a:lnTo>
                    <a:lnTo>
                      <a:pt x="96" y="276"/>
                    </a:lnTo>
                    <a:lnTo>
                      <a:pt x="102" y="282"/>
                    </a:lnTo>
                    <a:lnTo>
                      <a:pt x="102" y="288"/>
                    </a:lnTo>
                    <a:lnTo>
                      <a:pt x="96" y="288"/>
                    </a:lnTo>
                    <a:lnTo>
                      <a:pt x="96" y="306"/>
                    </a:lnTo>
                    <a:lnTo>
                      <a:pt x="102" y="318"/>
                    </a:lnTo>
                    <a:lnTo>
                      <a:pt x="108" y="324"/>
                    </a:lnTo>
                    <a:lnTo>
                      <a:pt x="114" y="324"/>
                    </a:lnTo>
                    <a:lnTo>
                      <a:pt x="120" y="318"/>
                    </a:lnTo>
                    <a:lnTo>
                      <a:pt x="126" y="324"/>
                    </a:lnTo>
                    <a:lnTo>
                      <a:pt x="126" y="342"/>
                    </a:lnTo>
                    <a:lnTo>
                      <a:pt x="120" y="348"/>
                    </a:lnTo>
                    <a:lnTo>
                      <a:pt x="108" y="348"/>
                    </a:lnTo>
                    <a:lnTo>
                      <a:pt x="114" y="360"/>
                    </a:lnTo>
                    <a:lnTo>
                      <a:pt x="114" y="384"/>
                    </a:lnTo>
                    <a:lnTo>
                      <a:pt x="108" y="396"/>
                    </a:lnTo>
                    <a:lnTo>
                      <a:pt x="102" y="402"/>
                    </a:lnTo>
                    <a:lnTo>
                      <a:pt x="84" y="438"/>
                    </a:lnTo>
                    <a:lnTo>
                      <a:pt x="90" y="444"/>
                    </a:lnTo>
                    <a:lnTo>
                      <a:pt x="90" y="450"/>
                    </a:lnTo>
                    <a:lnTo>
                      <a:pt x="96" y="456"/>
                    </a:lnTo>
                    <a:lnTo>
                      <a:pt x="102" y="468"/>
                    </a:lnTo>
                    <a:lnTo>
                      <a:pt x="108" y="474"/>
                    </a:lnTo>
                    <a:lnTo>
                      <a:pt x="114" y="486"/>
                    </a:lnTo>
                    <a:lnTo>
                      <a:pt x="156" y="528"/>
                    </a:lnTo>
                    <a:lnTo>
                      <a:pt x="162" y="540"/>
                    </a:lnTo>
                    <a:lnTo>
                      <a:pt x="162" y="570"/>
                    </a:lnTo>
                    <a:lnTo>
                      <a:pt x="168" y="588"/>
                    </a:lnTo>
                    <a:lnTo>
                      <a:pt x="168" y="612"/>
                    </a:lnTo>
                    <a:lnTo>
                      <a:pt x="192" y="636"/>
                    </a:lnTo>
                    <a:lnTo>
                      <a:pt x="192" y="660"/>
                    </a:lnTo>
                    <a:lnTo>
                      <a:pt x="198" y="672"/>
                    </a:lnTo>
                    <a:lnTo>
                      <a:pt x="198" y="702"/>
                    </a:lnTo>
                    <a:lnTo>
                      <a:pt x="192" y="714"/>
                    </a:lnTo>
                    <a:lnTo>
                      <a:pt x="192" y="732"/>
                    </a:lnTo>
                    <a:lnTo>
                      <a:pt x="174" y="768"/>
                    </a:lnTo>
                    <a:lnTo>
                      <a:pt x="156" y="786"/>
                    </a:lnTo>
                    <a:lnTo>
                      <a:pt x="156" y="798"/>
                    </a:lnTo>
                    <a:lnTo>
                      <a:pt x="162" y="804"/>
                    </a:lnTo>
                    <a:lnTo>
                      <a:pt x="162" y="816"/>
                    </a:lnTo>
                    <a:lnTo>
                      <a:pt x="156" y="828"/>
                    </a:lnTo>
                    <a:lnTo>
                      <a:pt x="150" y="834"/>
                    </a:lnTo>
                    <a:lnTo>
                      <a:pt x="144" y="846"/>
                    </a:lnTo>
                    <a:lnTo>
                      <a:pt x="144" y="852"/>
                    </a:lnTo>
                    <a:lnTo>
                      <a:pt x="138" y="858"/>
                    </a:lnTo>
                    <a:lnTo>
                      <a:pt x="132" y="876"/>
                    </a:lnTo>
                    <a:lnTo>
                      <a:pt x="126" y="888"/>
                    </a:lnTo>
                    <a:lnTo>
                      <a:pt x="126" y="906"/>
                    </a:lnTo>
                    <a:lnTo>
                      <a:pt x="120" y="918"/>
                    </a:lnTo>
                    <a:lnTo>
                      <a:pt x="120" y="966"/>
                    </a:lnTo>
                    <a:lnTo>
                      <a:pt x="126" y="978"/>
                    </a:lnTo>
                    <a:lnTo>
                      <a:pt x="126" y="1008"/>
                    </a:lnTo>
                    <a:lnTo>
                      <a:pt x="132" y="1014"/>
                    </a:lnTo>
                    <a:lnTo>
                      <a:pt x="132" y="1020"/>
                    </a:lnTo>
                    <a:lnTo>
                      <a:pt x="138" y="1020"/>
                    </a:lnTo>
                    <a:lnTo>
                      <a:pt x="138" y="1002"/>
                    </a:lnTo>
                    <a:lnTo>
                      <a:pt x="144" y="990"/>
                    </a:lnTo>
                    <a:lnTo>
                      <a:pt x="144" y="978"/>
                    </a:lnTo>
                    <a:lnTo>
                      <a:pt x="150" y="972"/>
                    </a:lnTo>
                    <a:lnTo>
                      <a:pt x="150" y="996"/>
                    </a:lnTo>
                    <a:lnTo>
                      <a:pt x="162" y="996"/>
                    </a:lnTo>
                    <a:lnTo>
                      <a:pt x="186" y="1020"/>
                    </a:lnTo>
                    <a:lnTo>
                      <a:pt x="192" y="1032"/>
                    </a:lnTo>
                    <a:lnTo>
                      <a:pt x="198" y="1038"/>
                    </a:lnTo>
                    <a:lnTo>
                      <a:pt x="198" y="1044"/>
                    </a:lnTo>
                    <a:lnTo>
                      <a:pt x="228" y="1074"/>
                    </a:lnTo>
                    <a:lnTo>
                      <a:pt x="228" y="1098"/>
                    </a:lnTo>
                    <a:lnTo>
                      <a:pt x="234" y="1110"/>
                    </a:lnTo>
                    <a:lnTo>
                      <a:pt x="246" y="1128"/>
                    </a:lnTo>
                    <a:lnTo>
                      <a:pt x="264" y="1146"/>
                    </a:lnTo>
                    <a:lnTo>
                      <a:pt x="270" y="1140"/>
                    </a:lnTo>
                    <a:lnTo>
                      <a:pt x="276" y="1128"/>
                    </a:lnTo>
                    <a:lnTo>
                      <a:pt x="270" y="1122"/>
                    </a:lnTo>
                    <a:lnTo>
                      <a:pt x="270" y="1110"/>
                    </a:lnTo>
                    <a:lnTo>
                      <a:pt x="276" y="1104"/>
                    </a:lnTo>
                    <a:lnTo>
                      <a:pt x="288" y="1104"/>
                    </a:lnTo>
                    <a:lnTo>
                      <a:pt x="294" y="1116"/>
                    </a:lnTo>
                    <a:lnTo>
                      <a:pt x="294" y="1122"/>
                    </a:lnTo>
                    <a:lnTo>
                      <a:pt x="312" y="1122"/>
                    </a:lnTo>
                    <a:lnTo>
                      <a:pt x="324" y="1128"/>
                    </a:lnTo>
                    <a:lnTo>
                      <a:pt x="330" y="1134"/>
                    </a:lnTo>
                    <a:lnTo>
                      <a:pt x="330" y="1146"/>
                    </a:lnTo>
                    <a:lnTo>
                      <a:pt x="342" y="1146"/>
                    </a:lnTo>
                    <a:lnTo>
                      <a:pt x="342" y="1158"/>
                    </a:lnTo>
                    <a:lnTo>
                      <a:pt x="330" y="1170"/>
                    </a:lnTo>
                    <a:lnTo>
                      <a:pt x="330" y="1176"/>
                    </a:lnTo>
                    <a:lnTo>
                      <a:pt x="336" y="1182"/>
                    </a:lnTo>
                    <a:lnTo>
                      <a:pt x="354" y="1182"/>
                    </a:lnTo>
                    <a:lnTo>
                      <a:pt x="354" y="1176"/>
                    </a:lnTo>
                    <a:lnTo>
                      <a:pt x="366" y="1176"/>
                    </a:lnTo>
                    <a:lnTo>
                      <a:pt x="372" y="1170"/>
                    </a:lnTo>
                    <a:lnTo>
                      <a:pt x="378" y="1170"/>
                    </a:lnTo>
                    <a:lnTo>
                      <a:pt x="396" y="1188"/>
                    </a:lnTo>
                    <a:lnTo>
                      <a:pt x="402" y="1182"/>
                    </a:lnTo>
                    <a:lnTo>
                      <a:pt x="402" y="1176"/>
                    </a:lnTo>
                    <a:lnTo>
                      <a:pt x="408" y="1164"/>
                    </a:lnTo>
                    <a:lnTo>
                      <a:pt x="414" y="1158"/>
                    </a:lnTo>
                    <a:lnTo>
                      <a:pt x="420" y="1146"/>
                    </a:lnTo>
                    <a:lnTo>
                      <a:pt x="396" y="1134"/>
                    </a:lnTo>
                    <a:lnTo>
                      <a:pt x="390" y="1128"/>
                    </a:lnTo>
                    <a:lnTo>
                      <a:pt x="390" y="1116"/>
                    </a:lnTo>
                    <a:lnTo>
                      <a:pt x="384" y="1104"/>
                    </a:lnTo>
                    <a:lnTo>
                      <a:pt x="384" y="1092"/>
                    </a:lnTo>
                    <a:lnTo>
                      <a:pt x="378" y="1080"/>
                    </a:lnTo>
                    <a:lnTo>
                      <a:pt x="372" y="1074"/>
                    </a:lnTo>
                    <a:lnTo>
                      <a:pt x="354" y="1074"/>
                    </a:lnTo>
                    <a:lnTo>
                      <a:pt x="342" y="1080"/>
                    </a:lnTo>
                    <a:lnTo>
                      <a:pt x="336" y="1086"/>
                    </a:lnTo>
                    <a:lnTo>
                      <a:pt x="318" y="1086"/>
                    </a:lnTo>
                    <a:lnTo>
                      <a:pt x="312" y="1080"/>
                    </a:lnTo>
                    <a:lnTo>
                      <a:pt x="306" y="1068"/>
                    </a:lnTo>
                    <a:lnTo>
                      <a:pt x="306" y="1056"/>
                    </a:lnTo>
                    <a:lnTo>
                      <a:pt x="294" y="1032"/>
                    </a:lnTo>
                    <a:lnTo>
                      <a:pt x="288" y="1032"/>
                    </a:lnTo>
                    <a:lnTo>
                      <a:pt x="288" y="1050"/>
                    </a:lnTo>
                    <a:lnTo>
                      <a:pt x="282" y="1056"/>
                    </a:lnTo>
                    <a:lnTo>
                      <a:pt x="276" y="1056"/>
                    </a:lnTo>
                    <a:lnTo>
                      <a:pt x="270" y="1044"/>
                    </a:lnTo>
                    <a:lnTo>
                      <a:pt x="264" y="1038"/>
                    </a:lnTo>
                    <a:lnTo>
                      <a:pt x="258" y="1026"/>
                    </a:lnTo>
                    <a:lnTo>
                      <a:pt x="258" y="1014"/>
                    </a:lnTo>
                    <a:lnTo>
                      <a:pt x="270" y="1002"/>
                    </a:lnTo>
                    <a:lnTo>
                      <a:pt x="270" y="1008"/>
                    </a:lnTo>
                    <a:lnTo>
                      <a:pt x="276" y="1008"/>
                    </a:lnTo>
                    <a:lnTo>
                      <a:pt x="276" y="1014"/>
                    </a:lnTo>
                    <a:lnTo>
                      <a:pt x="282" y="1014"/>
                    </a:lnTo>
                    <a:lnTo>
                      <a:pt x="288" y="1008"/>
                    </a:lnTo>
                    <a:lnTo>
                      <a:pt x="282" y="1002"/>
                    </a:lnTo>
                    <a:lnTo>
                      <a:pt x="282" y="990"/>
                    </a:lnTo>
                    <a:lnTo>
                      <a:pt x="276" y="978"/>
                    </a:lnTo>
                    <a:lnTo>
                      <a:pt x="270" y="972"/>
                    </a:lnTo>
                    <a:lnTo>
                      <a:pt x="270" y="960"/>
                    </a:lnTo>
                    <a:lnTo>
                      <a:pt x="258" y="948"/>
                    </a:lnTo>
                    <a:lnTo>
                      <a:pt x="246" y="948"/>
                    </a:lnTo>
                    <a:lnTo>
                      <a:pt x="246" y="894"/>
                    </a:lnTo>
                    <a:lnTo>
                      <a:pt x="192" y="906"/>
                    </a:lnTo>
                    <a:lnTo>
                      <a:pt x="192" y="864"/>
                    </a:lnTo>
                    <a:lnTo>
                      <a:pt x="186" y="828"/>
                    </a:lnTo>
                    <a:lnTo>
                      <a:pt x="186" y="804"/>
                    </a:lnTo>
                    <a:lnTo>
                      <a:pt x="180" y="792"/>
                    </a:lnTo>
                    <a:lnTo>
                      <a:pt x="174" y="786"/>
                    </a:lnTo>
                    <a:lnTo>
                      <a:pt x="180" y="786"/>
                    </a:lnTo>
                    <a:lnTo>
                      <a:pt x="192" y="774"/>
                    </a:lnTo>
                    <a:lnTo>
                      <a:pt x="198" y="762"/>
                    </a:lnTo>
                    <a:lnTo>
                      <a:pt x="204" y="744"/>
                    </a:lnTo>
                    <a:lnTo>
                      <a:pt x="204" y="678"/>
                    </a:lnTo>
                    <a:lnTo>
                      <a:pt x="210" y="678"/>
                    </a:lnTo>
                    <a:lnTo>
                      <a:pt x="216" y="672"/>
                    </a:lnTo>
                    <a:lnTo>
                      <a:pt x="222" y="660"/>
                    </a:lnTo>
                    <a:lnTo>
                      <a:pt x="228" y="654"/>
                    </a:lnTo>
                    <a:lnTo>
                      <a:pt x="228" y="612"/>
                    </a:lnTo>
                    <a:lnTo>
                      <a:pt x="222" y="600"/>
                    </a:lnTo>
                    <a:lnTo>
                      <a:pt x="222" y="594"/>
                    </a:lnTo>
                    <a:lnTo>
                      <a:pt x="216" y="588"/>
                    </a:lnTo>
                    <a:lnTo>
                      <a:pt x="222" y="558"/>
                    </a:lnTo>
                    <a:lnTo>
                      <a:pt x="234" y="558"/>
                    </a:lnTo>
                    <a:lnTo>
                      <a:pt x="234" y="552"/>
                    </a:lnTo>
                    <a:lnTo>
                      <a:pt x="240" y="546"/>
                    </a:lnTo>
                    <a:lnTo>
                      <a:pt x="264" y="546"/>
                    </a:lnTo>
                    <a:lnTo>
                      <a:pt x="270" y="552"/>
                    </a:lnTo>
                    <a:lnTo>
                      <a:pt x="294" y="564"/>
                    </a:lnTo>
                    <a:lnTo>
                      <a:pt x="300" y="570"/>
                    </a:lnTo>
                    <a:lnTo>
                      <a:pt x="288" y="576"/>
                    </a:lnTo>
                    <a:lnTo>
                      <a:pt x="288" y="588"/>
                    </a:lnTo>
                    <a:lnTo>
                      <a:pt x="282" y="594"/>
                    </a:lnTo>
                    <a:lnTo>
                      <a:pt x="282" y="612"/>
                    </a:lnTo>
                    <a:lnTo>
                      <a:pt x="288" y="624"/>
                    </a:lnTo>
                    <a:lnTo>
                      <a:pt x="306" y="624"/>
                    </a:lnTo>
                    <a:lnTo>
                      <a:pt x="330" y="612"/>
                    </a:lnTo>
                    <a:lnTo>
                      <a:pt x="342" y="612"/>
                    </a:lnTo>
                    <a:lnTo>
                      <a:pt x="354" y="606"/>
                    </a:lnTo>
                    <a:lnTo>
                      <a:pt x="360" y="600"/>
                    </a:lnTo>
                    <a:lnTo>
                      <a:pt x="366" y="600"/>
                    </a:lnTo>
                    <a:lnTo>
                      <a:pt x="396" y="684"/>
                    </a:lnTo>
                    <a:lnTo>
                      <a:pt x="402" y="678"/>
                    </a:lnTo>
                    <a:lnTo>
                      <a:pt x="414" y="672"/>
                    </a:lnTo>
                    <a:lnTo>
                      <a:pt x="426" y="672"/>
                    </a:lnTo>
                    <a:lnTo>
                      <a:pt x="426" y="642"/>
                    </a:lnTo>
                    <a:lnTo>
                      <a:pt x="414" y="630"/>
                    </a:lnTo>
                    <a:lnTo>
                      <a:pt x="414" y="600"/>
                    </a:lnTo>
                    <a:lnTo>
                      <a:pt x="402" y="588"/>
                    </a:lnTo>
                    <a:lnTo>
                      <a:pt x="396" y="552"/>
                    </a:lnTo>
                    <a:lnTo>
                      <a:pt x="426" y="522"/>
                    </a:lnTo>
                    <a:lnTo>
                      <a:pt x="426" y="516"/>
                    </a:lnTo>
                    <a:lnTo>
                      <a:pt x="432" y="504"/>
                    </a:lnTo>
                    <a:lnTo>
                      <a:pt x="438" y="498"/>
                    </a:lnTo>
                    <a:lnTo>
                      <a:pt x="450" y="492"/>
                    </a:lnTo>
                    <a:lnTo>
                      <a:pt x="468" y="486"/>
                    </a:lnTo>
                    <a:lnTo>
                      <a:pt x="504" y="486"/>
                    </a:lnTo>
                    <a:lnTo>
                      <a:pt x="510" y="492"/>
                    </a:lnTo>
                    <a:lnTo>
                      <a:pt x="522" y="492"/>
                    </a:lnTo>
                    <a:lnTo>
                      <a:pt x="534" y="486"/>
                    </a:lnTo>
                    <a:lnTo>
                      <a:pt x="564" y="486"/>
                    </a:lnTo>
                    <a:lnTo>
                      <a:pt x="576" y="492"/>
                    </a:lnTo>
                    <a:lnTo>
                      <a:pt x="582" y="498"/>
                    </a:lnTo>
                    <a:lnTo>
                      <a:pt x="588" y="498"/>
                    </a:lnTo>
                    <a:lnTo>
                      <a:pt x="594" y="492"/>
                    </a:lnTo>
                    <a:lnTo>
                      <a:pt x="600" y="480"/>
                    </a:lnTo>
                    <a:lnTo>
                      <a:pt x="618" y="462"/>
                    </a:lnTo>
                    <a:lnTo>
                      <a:pt x="618" y="450"/>
                    </a:lnTo>
                    <a:lnTo>
                      <a:pt x="612" y="444"/>
                    </a:lnTo>
                    <a:lnTo>
                      <a:pt x="600" y="438"/>
                    </a:lnTo>
                    <a:lnTo>
                      <a:pt x="588" y="42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8" name="Tajikistan" descr="© INSCALE GmbH, 05.05.2010&#10;http://www.presentationload.com/">
                <a:extLst>
                  <a:ext uri="{FF2B5EF4-FFF2-40B4-BE49-F238E27FC236}">
                    <a16:creationId xmlns:a16="http://schemas.microsoft.com/office/drawing/2014/main" id="{92EE55B1-2BA9-D149-ADA3-CB12BDEC7CF7}"/>
                  </a:ext>
                </a:extLst>
              </p:cNvPr>
              <p:cNvSpPr>
                <a:spLocks/>
              </p:cNvSpPr>
              <p:nvPr/>
            </p:nvSpPr>
            <p:spPr bwMode="gray">
              <a:xfrm>
                <a:off x="7611436" y="2754471"/>
                <a:ext cx="231754" cy="146285"/>
              </a:xfrm>
              <a:custGeom>
                <a:avLst/>
                <a:gdLst>
                  <a:gd name="T0" fmla="*/ 2147483647 w 552"/>
                  <a:gd name="T1" fmla="*/ 2147483647 h 348"/>
                  <a:gd name="T2" fmla="*/ 2147483647 w 552"/>
                  <a:gd name="T3" fmla="*/ 2147483647 h 348"/>
                  <a:gd name="T4" fmla="*/ 2147483647 w 552"/>
                  <a:gd name="T5" fmla="*/ 2147483647 h 348"/>
                  <a:gd name="T6" fmla="*/ 2147483647 w 552"/>
                  <a:gd name="T7" fmla="*/ 2147483647 h 348"/>
                  <a:gd name="T8" fmla="*/ 2147483647 w 552"/>
                  <a:gd name="T9" fmla="*/ 2147483647 h 348"/>
                  <a:gd name="T10" fmla="*/ 2147483647 w 552"/>
                  <a:gd name="T11" fmla="*/ 2147483647 h 348"/>
                  <a:gd name="T12" fmla="*/ 2147483647 w 552"/>
                  <a:gd name="T13" fmla="*/ 2147483647 h 348"/>
                  <a:gd name="T14" fmla="*/ 2147483647 w 552"/>
                  <a:gd name="T15" fmla="*/ 2147483647 h 348"/>
                  <a:gd name="T16" fmla="*/ 2147483647 w 552"/>
                  <a:gd name="T17" fmla="*/ 2147483647 h 348"/>
                  <a:gd name="T18" fmla="*/ 2147483647 w 552"/>
                  <a:gd name="T19" fmla="*/ 2147483647 h 348"/>
                  <a:gd name="T20" fmla="*/ 2147483647 w 552"/>
                  <a:gd name="T21" fmla="*/ 2147483647 h 348"/>
                  <a:gd name="T22" fmla="*/ 2147483647 w 552"/>
                  <a:gd name="T23" fmla="*/ 2147483647 h 348"/>
                  <a:gd name="T24" fmla="*/ 2147483647 w 552"/>
                  <a:gd name="T25" fmla="*/ 2147483647 h 348"/>
                  <a:gd name="T26" fmla="*/ 2147483647 w 552"/>
                  <a:gd name="T27" fmla="*/ 2147483647 h 348"/>
                  <a:gd name="T28" fmla="*/ 2147483647 w 552"/>
                  <a:gd name="T29" fmla="*/ 2147483647 h 348"/>
                  <a:gd name="T30" fmla="*/ 2147483647 w 552"/>
                  <a:gd name="T31" fmla="*/ 2147483647 h 348"/>
                  <a:gd name="T32" fmla="*/ 2147483647 w 552"/>
                  <a:gd name="T33" fmla="*/ 2147483647 h 348"/>
                  <a:gd name="T34" fmla="*/ 2147483647 w 552"/>
                  <a:gd name="T35" fmla="*/ 2147483647 h 348"/>
                  <a:gd name="T36" fmla="*/ 2147483647 w 552"/>
                  <a:gd name="T37" fmla="*/ 2147483647 h 348"/>
                  <a:gd name="T38" fmla="*/ 2147483647 w 552"/>
                  <a:gd name="T39" fmla="*/ 0 h 348"/>
                  <a:gd name="T40" fmla="*/ 2147483647 w 552"/>
                  <a:gd name="T41" fmla="*/ 2147483647 h 348"/>
                  <a:gd name="T42" fmla="*/ 2147483647 w 552"/>
                  <a:gd name="T43" fmla="*/ 2147483647 h 348"/>
                  <a:gd name="T44" fmla="*/ 2147483647 w 552"/>
                  <a:gd name="T45" fmla="*/ 2147483647 h 348"/>
                  <a:gd name="T46" fmla="*/ 2147483647 w 552"/>
                  <a:gd name="T47" fmla="*/ 2147483647 h 348"/>
                  <a:gd name="T48" fmla="*/ 2147483647 w 552"/>
                  <a:gd name="T49" fmla="*/ 2147483647 h 348"/>
                  <a:gd name="T50" fmla="*/ 2147483647 w 552"/>
                  <a:gd name="T51" fmla="*/ 2147483647 h 348"/>
                  <a:gd name="T52" fmla="*/ 2147483647 w 552"/>
                  <a:gd name="T53" fmla="*/ 2147483647 h 348"/>
                  <a:gd name="T54" fmla="*/ 2147483647 w 552"/>
                  <a:gd name="T55" fmla="*/ 2147483647 h 348"/>
                  <a:gd name="T56" fmla="*/ 2147483647 w 552"/>
                  <a:gd name="T57" fmla="*/ 2147483647 h 348"/>
                  <a:gd name="T58" fmla="*/ 2147483647 w 552"/>
                  <a:gd name="T59" fmla="*/ 2147483647 h 348"/>
                  <a:gd name="T60" fmla="*/ 2147483647 w 552"/>
                  <a:gd name="T61" fmla="*/ 2147483647 h 348"/>
                  <a:gd name="T62" fmla="*/ 2147483647 w 552"/>
                  <a:gd name="T63" fmla="*/ 2147483647 h 348"/>
                  <a:gd name="T64" fmla="*/ 2147483647 w 552"/>
                  <a:gd name="T65" fmla="*/ 2147483647 h 348"/>
                  <a:gd name="T66" fmla="*/ 2147483647 w 552"/>
                  <a:gd name="T67" fmla="*/ 2147483647 h 348"/>
                  <a:gd name="T68" fmla="*/ 2147483647 w 552"/>
                  <a:gd name="T69" fmla="*/ 2147483647 h 348"/>
                  <a:gd name="T70" fmla="*/ 2147483647 w 552"/>
                  <a:gd name="T71" fmla="*/ 2147483647 h 348"/>
                  <a:gd name="T72" fmla="*/ 2147483647 w 552"/>
                  <a:gd name="T73" fmla="*/ 2147483647 h 348"/>
                  <a:gd name="T74" fmla="*/ 2147483647 w 552"/>
                  <a:gd name="T75" fmla="*/ 2147483647 h 348"/>
                  <a:gd name="T76" fmla="*/ 2147483647 w 552"/>
                  <a:gd name="T77" fmla="*/ 2147483647 h 348"/>
                  <a:gd name="T78" fmla="*/ 2147483647 w 552"/>
                  <a:gd name="T79" fmla="*/ 2147483647 h 348"/>
                  <a:gd name="T80" fmla="*/ 2147483647 w 552"/>
                  <a:gd name="T81" fmla="*/ 2147483647 h 348"/>
                  <a:gd name="T82" fmla="*/ 2147483647 w 552"/>
                  <a:gd name="T83" fmla="*/ 2147483647 h 348"/>
                  <a:gd name="T84" fmla="*/ 2147483647 w 552"/>
                  <a:gd name="T85" fmla="*/ 2147483647 h 348"/>
                  <a:gd name="T86" fmla="*/ 2147483647 w 552"/>
                  <a:gd name="T87" fmla="*/ 2147483647 h 348"/>
                  <a:gd name="T88" fmla="*/ 2147483647 w 552"/>
                  <a:gd name="T89" fmla="*/ 2147483647 h 348"/>
                  <a:gd name="T90" fmla="*/ 2147483647 w 552"/>
                  <a:gd name="T91" fmla="*/ 2147483647 h 348"/>
                  <a:gd name="T92" fmla="*/ 2147483647 w 552"/>
                  <a:gd name="T93" fmla="*/ 2147483647 h 348"/>
                  <a:gd name="T94" fmla="*/ 2147483647 w 552"/>
                  <a:gd name="T95" fmla="*/ 2147483647 h 348"/>
                  <a:gd name="T96" fmla="*/ 2147483647 w 552"/>
                  <a:gd name="T97" fmla="*/ 2147483647 h 348"/>
                  <a:gd name="T98" fmla="*/ 2147483647 w 552"/>
                  <a:gd name="T99" fmla="*/ 2147483647 h 34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52"/>
                  <a:gd name="T151" fmla="*/ 0 h 348"/>
                  <a:gd name="T152" fmla="*/ 552 w 552"/>
                  <a:gd name="T153" fmla="*/ 348 h 34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52" h="348">
                    <a:moveTo>
                      <a:pt x="528" y="270"/>
                    </a:moveTo>
                    <a:lnTo>
                      <a:pt x="516" y="246"/>
                    </a:lnTo>
                    <a:lnTo>
                      <a:pt x="516" y="204"/>
                    </a:lnTo>
                    <a:lnTo>
                      <a:pt x="510" y="198"/>
                    </a:lnTo>
                    <a:lnTo>
                      <a:pt x="498" y="192"/>
                    </a:lnTo>
                    <a:lnTo>
                      <a:pt x="492" y="192"/>
                    </a:lnTo>
                    <a:lnTo>
                      <a:pt x="480" y="186"/>
                    </a:lnTo>
                    <a:lnTo>
                      <a:pt x="456" y="186"/>
                    </a:lnTo>
                    <a:lnTo>
                      <a:pt x="450" y="192"/>
                    </a:lnTo>
                    <a:lnTo>
                      <a:pt x="438" y="192"/>
                    </a:lnTo>
                    <a:lnTo>
                      <a:pt x="426" y="180"/>
                    </a:lnTo>
                    <a:lnTo>
                      <a:pt x="426" y="168"/>
                    </a:lnTo>
                    <a:lnTo>
                      <a:pt x="432" y="156"/>
                    </a:lnTo>
                    <a:lnTo>
                      <a:pt x="432" y="144"/>
                    </a:lnTo>
                    <a:lnTo>
                      <a:pt x="414" y="144"/>
                    </a:lnTo>
                    <a:lnTo>
                      <a:pt x="414" y="120"/>
                    </a:lnTo>
                    <a:lnTo>
                      <a:pt x="396" y="114"/>
                    </a:lnTo>
                    <a:lnTo>
                      <a:pt x="384" y="126"/>
                    </a:lnTo>
                    <a:lnTo>
                      <a:pt x="342" y="126"/>
                    </a:lnTo>
                    <a:lnTo>
                      <a:pt x="336" y="132"/>
                    </a:lnTo>
                    <a:lnTo>
                      <a:pt x="324" y="138"/>
                    </a:lnTo>
                    <a:lnTo>
                      <a:pt x="312" y="138"/>
                    </a:lnTo>
                    <a:lnTo>
                      <a:pt x="312" y="132"/>
                    </a:lnTo>
                    <a:lnTo>
                      <a:pt x="306" y="132"/>
                    </a:lnTo>
                    <a:lnTo>
                      <a:pt x="294" y="138"/>
                    </a:lnTo>
                    <a:lnTo>
                      <a:pt x="264" y="108"/>
                    </a:lnTo>
                    <a:lnTo>
                      <a:pt x="258" y="114"/>
                    </a:lnTo>
                    <a:lnTo>
                      <a:pt x="246" y="120"/>
                    </a:lnTo>
                    <a:lnTo>
                      <a:pt x="240" y="126"/>
                    </a:lnTo>
                    <a:lnTo>
                      <a:pt x="222" y="126"/>
                    </a:lnTo>
                    <a:lnTo>
                      <a:pt x="210" y="114"/>
                    </a:lnTo>
                    <a:lnTo>
                      <a:pt x="186" y="114"/>
                    </a:lnTo>
                    <a:lnTo>
                      <a:pt x="174" y="108"/>
                    </a:lnTo>
                    <a:lnTo>
                      <a:pt x="156" y="108"/>
                    </a:lnTo>
                    <a:lnTo>
                      <a:pt x="150" y="114"/>
                    </a:lnTo>
                    <a:lnTo>
                      <a:pt x="138" y="114"/>
                    </a:lnTo>
                    <a:lnTo>
                      <a:pt x="126" y="120"/>
                    </a:lnTo>
                    <a:lnTo>
                      <a:pt x="120" y="114"/>
                    </a:lnTo>
                    <a:lnTo>
                      <a:pt x="120" y="108"/>
                    </a:lnTo>
                    <a:lnTo>
                      <a:pt x="114" y="102"/>
                    </a:lnTo>
                    <a:lnTo>
                      <a:pt x="114" y="90"/>
                    </a:lnTo>
                    <a:lnTo>
                      <a:pt x="126" y="84"/>
                    </a:lnTo>
                    <a:lnTo>
                      <a:pt x="132" y="78"/>
                    </a:lnTo>
                    <a:lnTo>
                      <a:pt x="132" y="66"/>
                    </a:lnTo>
                    <a:lnTo>
                      <a:pt x="138" y="60"/>
                    </a:lnTo>
                    <a:lnTo>
                      <a:pt x="150" y="60"/>
                    </a:lnTo>
                    <a:lnTo>
                      <a:pt x="186" y="72"/>
                    </a:lnTo>
                    <a:lnTo>
                      <a:pt x="198" y="78"/>
                    </a:lnTo>
                    <a:lnTo>
                      <a:pt x="204" y="78"/>
                    </a:lnTo>
                    <a:lnTo>
                      <a:pt x="210" y="72"/>
                    </a:lnTo>
                    <a:lnTo>
                      <a:pt x="210" y="66"/>
                    </a:lnTo>
                    <a:lnTo>
                      <a:pt x="204" y="60"/>
                    </a:lnTo>
                    <a:lnTo>
                      <a:pt x="198" y="60"/>
                    </a:lnTo>
                    <a:lnTo>
                      <a:pt x="186" y="54"/>
                    </a:lnTo>
                    <a:lnTo>
                      <a:pt x="180" y="48"/>
                    </a:lnTo>
                    <a:lnTo>
                      <a:pt x="174" y="48"/>
                    </a:lnTo>
                    <a:lnTo>
                      <a:pt x="198" y="12"/>
                    </a:lnTo>
                    <a:lnTo>
                      <a:pt x="192" y="6"/>
                    </a:lnTo>
                    <a:lnTo>
                      <a:pt x="180" y="0"/>
                    </a:lnTo>
                    <a:lnTo>
                      <a:pt x="162" y="0"/>
                    </a:lnTo>
                    <a:lnTo>
                      <a:pt x="156" y="12"/>
                    </a:lnTo>
                    <a:lnTo>
                      <a:pt x="144" y="18"/>
                    </a:lnTo>
                    <a:lnTo>
                      <a:pt x="138" y="30"/>
                    </a:lnTo>
                    <a:lnTo>
                      <a:pt x="132" y="30"/>
                    </a:lnTo>
                    <a:lnTo>
                      <a:pt x="114" y="12"/>
                    </a:lnTo>
                    <a:lnTo>
                      <a:pt x="102" y="12"/>
                    </a:lnTo>
                    <a:lnTo>
                      <a:pt x="102" y="24"/>
                    </a:lnTo>
                    <a:lnTo>
                      <a:pt x="96" y="30"/>
                    </a:lnTo>
                    <a:lnTo>
                      <a:pt x="96" y="42"/>
                    </a:lnTo>
                    <a:lnTo>
                      <a:pt x="108" y="54"/>
                    </a:lnTo>
                    <a:lnTo>
                      <a:pt x="108" y="60"/>
                    </a:lnTo>
                    <a:lnTo>
                      <a:pt x="66" y="60"/>
                    </a:lnTo>
                    <a:lnTo>
                      <a:pt x="90" y="84"/>
                    </a:lnTo>
                    <a:lnTo>
                      <a:pt x="72" y="96"/>
                    </a:lnTo>
                    <a:lnTo>
                      <a:pt x="78" y="96"/>
                    </a:lnTo>
                    <a:lnTo>
                      <a:pt x="78" y="108"/>
                    </a:lnTo>
                    <a:lnTo>
                      <a:pt x="54" y="120"/>
                    </a:lnTo>
                    <a:lnTo>
                      <a:pt x="6" y="120"/>
                    </a:lnTo>
                    <a:lnTo>
                      <a:pt x="0" y="126"/>
                    </a:lnTo>
                    <a:lnTo>
                      <a:pt x="0" y="144"/>
                    </a:lnTo>
                    <a:lnTo>
                      <a:pt x="18" y="144"/>
                    </a:lnTo>
                    <a:lnTo>
                      <a:pt x="30" y="156"/>
                    </a:lnTo>
                    <a:lnTo>
                      <a:pt x="36" y="156"/>
                    </a:lnTo>
                    <a:lnTo>
                      <a:pt x="42" y="162"/>
                    </a:lnTo>
                    <a:lnTo>
                      <a:pt x="54" y="162"/>
                    </a:lnTo>
                    <a:lnTo>
                      <a:pt x="66" y="174"/>
                    </a:lnTo>
                    <a:lnTo>
                      <a:pt x="66" y="180"/>
                    </a:lnTo>
                    <a:lnTo>
                      <a:pt x="60" y="186"/>
                    </a:lnTo>
                    <a:lnTo>
                      <a:pt x="60" y="204"/>
                    </a:lnTo>
                    <a:lnTo>
                      <a:pt x="66" y="210"/>
                    </a:lnTo>
                    <a:lnTo>
                      <a:pt x="78" y="216"/>
                    </a:lnTo>
                    <a:lnTo>
                      <a:pt x="90" y="228"/>
                    </a:lnTo>
                    <a:lnTo>
                      <a:pt x="90" y="246"/>
                    </a:lnTo>
                    <a:lnTo>
                      <a:pt x="84" y="258"/>
                    </a:lnTo>
                    <a:lnTo>
                      <a:pt x="72" y="264"/>
                    </a:lnTo>
                    <a:lnTo>
                      <a:pt x="66" y="276"/>
                    </a:lnTo>
                    <a:lnTo>
                      <a:pt x="60" y="282"/>
                    </a:lnTo>
                    <a:lnTo>
                      <a:pt x="60" y="306"/>
                    </a:lnTo>
                    <a:lnTo>
                      <a:pt x="66" y="312"/>
                    </a:lnTo>
                    <a:lnTo>
                      <a:pt x="78" y="318"/>
                    </a:lnTo>
                    <a:lnTo>
                      <a:pt x="84" y="324"/>
                    </a:lnTo>
                    <a:lnTo>
                      <a:pt x="90" y="324"/>
                    </a:lnTo>
                    <a:lnTo>
                      <a:pt x="108" y="306"/>
                    </a:lnTo>
                    <a:lnTo>
                      <a:pt x="120" y="300"/>
                    </a:lnTo>
                    <a:lnTo>
                      <a:pt x="126" y="294"/>
                    </a:lnTo>
                    <a:lnTo>
                      <a:pt x="138" y="294"/>
                    </a:lnTo>
                    <a:lnTo>
                      <a:pt x="144" y="300"/>
                    </a:lnTo>
                    <a:lnTo>
                      <a:pt x="150" y="312"/>
                    </a:lnTo>
                    <a:lnTo>
                      <a:pt x="156" y="318"/>
                    </a:lnTo>
                    <a:lnTo>
                      <a:pt x="162" y="318"/>
                    </a:lnTo>
                    <a:lnTo>
                      <a:pt x="162" y="288"/>
                    </a:lnTo>
                    <a:lnTo>
                      <a:pt x="174" y="276"/>
                    </a:lnTo>
                    <a:lnTo>
                      <a:pt x="186" y="270"/>
                    </a:lnTo>
                    <a:lnTo>
                      <a:pt x="204" y="270"/>
                    </a:lnTo>
                    <a:lnTo>
                      <a:pt x="216" y="282"/>
                    </a:lnTo>
                    <a:lnTo>
                      <a:pt x="222" y="258"/>
                    </a:lnTo>
                    <a:lnTo>
                      <a:pt x="216" y="258"/>
                    </a:lnTo>
                    <a:lnTo>
                      <a:pt x="210" y="252"/>
                    </a:lnTo>
                    <a:lnTo>
                      <a:pt x="210" y="246"/>
                    </a:lnTo>
                    <a:lnTo>
                      <a:pt x="222" y="234"/>
                    </a:lnTo>
                    <a:lnTo>
                      <a:pt x="228" y="234"/>
                    </a:lnTo>
                    <a:lnTo>
                      <a:pt x="234" y="228"/>
                    </a:lnTo>
                    <a:lnTo>
                      <a:pt x="234" y="204"/>
                    </a:lnTo>
                    <a:lnTo>
                      <a:pt x="240" y="198"/>
                    </a:lnTo>
                    <a:lnTo>
                      <a:pt x="258" y="198"/>
                    </a:lnTo>
                    <a:lnTo>
                      <a:pt x="276" y="216"/>
                    </a:lnTo>
                    <a:lnTo>
                      <a:pt x="276" y="246"/>
                    </a:lnTo>
                    <a:lnTo>
                      <a:pt x="294" y="246"/>
                    </a:lnTo>
                    <a:lnTo>
                      <a:pt x="306" y="312"/>
                    </a:lnTo>
                    <a:lnTo>
                      <a:pt x="306" y="318"/>
                    </a:lnTo>
                    <a:lnTo>
                      <a:pt x="336" y="348"/>
                    </a:lnTo>
                    <a:lnTo>
                      <a:pt x="342" y="348"/>
                    </a:lnTo>
                    <a:lnTo>
                      <a:pt x="348" y="342"/>
                    </a:lnTo>
                    <a:lnTo>
                      <a:pt x="360" y="336"/>
                    </a:lnTo>
                    <a:lnTo>
                      <a:pt x="366" y="324"/>
                    </a:lnTo>
                    <a:lnTo>
                      <a:pt x="372" y="318"/>
                    </a:lnTo>
                    <a:lnTo>
                      <a:pt x="390" y="318"/>
                    </a:lnTo>
                    <a:lnTo>
                      <a:pt x="396" y="312"/>
                    </a:lnTo>
                    <a:lnTo>
                      <a:pt x="402" y="300"/>
                    </a:lnTo>
                    <a:lnTo>
                      <a:pt x="408" y="294"/>
                    </a:lnTo>
                    <a:lnTo>
                      <a:pt x="432" y="282"/>
                    </a:lnTo>
                    <a:lnTo>
                      <a:pt x="456" y="282"/>
                    </a:lnTo>
                    <a:lnTo>
                      <a:pt x="456" y="300"/>
                    </a:lnTo>
                    <a:lnTo>
                      <a:pt x="492" y="288"/>
                    </a:lnTo>
                    <a:lnTo>
                      <a:pt x="516" y="288"/>
                    </a:lnTo>
                    <a:lnTo>
                      <a:pt x="522" y="294"/>
                    </a:lnTo>
                    <a:lnTo>
                      <a:pt x="546" y="294"/>
                    </a:lnTo>
                    <a:lnTo>
                      <a:pt x="552" y="288"/>
                    </a:lnTo>
                    <a:lnTo>
                      <a:pt x="540" y="276"/>
                    </a:lnTo>
                    <a:lnTo>
                      <a:pt x="534" y="276"/>
                    </a:lnTo>
                    <a:lnTo>
                      <a:pt x="528" y="2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89" name="Taiwan" descr="© INSCALE GmbH, 05.05.2010&#10;http://www.presentationload.com/">
                <a:extLst>
                  <a:ext uri="{FF2B5EF4-FFF2-40B4-BE49-F238E27FC236}">
                    <a16:creationId xmlns:a16="http://schemas.microsoft.com/office/drawing/2014/main" id="{EC19FAFD-568C-724B-BAC3-C39D942B7F63}"/>
                  </a:ext>
                </a:extLst>
              </p:cNvPr>
              <p:cNvSpPr>
                <a:spLocks/>
              </p:cNvSpPr>
              <p:nvPr/>
            </p:nvSpPr>
            <p:spPr bwMode="gray">
              <a:xfrm>
                <a:off x="9235351" y="3283725"/>
                <a:ext cx="50953" cy="113411"/>
              </a:xfrm>
              <a:custGeom>
                <a:avLst/>
                <a:gdLst>
                  <a:gd name="T0" fmla="*/ 2147483647 w 120"/>
                  <a:gd name="T1" fmla="*/ 2147483647 h 270"/>
                  <a:gd name="T2" fmla="*/ 2147483647 w 120"/>
                  <a:gd name="T3" fmla="*/ 2147483647 h 270"/>
                  <a:gd name="T4" fmla="*/ 2147483647 w 120"/>
                  <a:gd name="T5" fmla="*/ 2147483647 h 270"/>
                  <a:gd name="T6" fmla="*/ 2147483647 w 120"/>
                  <a:gd name="T7" fmla="*/ 2147483647 h 270"/>
                  <a:gd name="T8" fmla="*/ 2147483647 w 120"/>
                  <a:gd name="T9" fmla="*/ 2147483647 h 270"/>
                  <a:gd name="T10" fmla="*/ 2147483647 w 120"/>
                  <a:gd name="T11" fmla="*/ 2147483647 h 270"/>
                  <a:gd name="T12" fmla="*/ 2147483647 w 120"/>
                  <a:gd name="T13" fmla="*/ 2147483647 h 270"/>
                  <a:gd name="T14" fmla="*/ 2147483647 w 120"/>
                  <a:gd name="T15" fmla="*/ 2147483647 h 270"/>
                  <a:gd name="T16" fmla="*/ 2147483647 w 120"/>
                  <a:gd name="T17" fmla="*/ 2147483647 h 270"/>
                  <a:gd name="T18" fmla="*/ 2147483647 w 120"/>
                  <a:gd name="T19" fmla="*/ 2147483647 h 270"/>
                  <a:gd name="T20" fmla="*/ 2147483647 w 120"/>
                  <a:gd name="T21" fmla="*/ 0 h 270"/>
                  <a:gd name="T22" fmla="*/ 2147483647 w 120"/>
                  <a:gd name="T23" fmla="*/ 2147483647 h 270"/>
                  <a:gd name="T24" fmla="*/ 2147483647 w 120"/>
                  <a:gd name="T25" fmla="*/ 2147483647 h 270"/>
                  <a:gd name="T26" fmla="*/ 2147483647 w 120"/>
                  <a:gd name="T27" fmla="*/ 2147483647 h 270"/>
                  <a:gd name="T28" fmla="*/ 2147483647 w 120"/>
                  <a:gd name="T29" fmla="*/ 2147483647 h 270"/>
                  <a:gd name="T30" fmla="*/ 0 w 120"/>
                  <a:gd name="T31" fmla="*/ 2147483647 h 270"/>
                  <a:gd name="T32" fmla="*/ 0 w 120"/>
                  <a:gd name="T33" fmla="*/ 2147483647 h 270"/>
                  <a:gd name="T34" fmla="*/ 2147483647 w 120"/>
                  <a:gd name="T35" fmla="*/ 2147483647 h 270"/>
                  <a:gd name="T36" fmla="*/ 2147483647 w 120"/>
                  <a:gd name="T37" fmla="*/ 2147483647 h 270"/>
                  <a:gd name="T38" fmla="*/ 2147483647 w 120"/>
                  <a:gd name="T39" fmla="*/ 2147483647 h 270"/>
                  <a:gd name="T40" fmla="*/ 2147483647 w 120"/>
                  <a:gd name="T41" fmla="*/ 2147483647 h 270"/>
                  <a:gd name="T42" fmla="*/ 2147483647 w 120"/>
                  <a:gd name="T43" fmla="*/ 2147483647 h 270"/>
                  <a:gd name="T44" fmla="*/ 2147483647 w 120"/>
                  <a:gd name="T45" fmla="*/ 2147483647 h 270"/>
                  <a:gd name="T46" fmla="*/ 2147483647 w 120"/>
                  <a:gd name="T47" fmla="*/ 2147483647 h 270"/>
                  <a:gd name="T48" fmla="*/ 2147483647 w 120"/>
                  <a:gd name="T49" fmla="*/ 2147483647 h 270"/>
                  <a:gd name="T50" fmla="*/ 2147483647 w 120"/>
                  <a:gd name="T51" fmla="*/ 2147483647 h 27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0"/>
                  <a:gd name="T79" fmla="*/ 0 h 270"/>
                  <a:gd name="T80" fmla="*/ 120 w 120"/>
                  <a:gd name="T81" fmla="*/ 270 h 27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0" h="270">
                    <a:moveTo>
                      <a:pt x="84" y="270"/>
                    </a:moveTo>
                    <a:lnTo>
                      <a:pt x="84" y="222"/>
                    </a:lnTo>
                    <a:lnTo>
                      <a:pt x="90" y="216"/>
                    </a:lnTo>
                    <a:lnTo>
                      <a:pt x="102" y="192"/>
                    </a:lnTo>
                    <a:lnTo>
                      <a:pt x="102" y="102"/>
                    </a:lnTo>
                    <a:lnTo>
                      <a:pt x="108" y="96"/>
                    </a:lnTo>
                    <a:lnTo>
                      <a:pt x="114" y="84"/>
                    </a:lnTo>
                    <a:lnTo>
                      <a:pt x="114" y="54"/>
                    </a:lnTo>
                    <a:lnTo>
                      <a:pt x="120" y="36"/>
                    </a:lnTo>
                    <a:lnTo>
                      <a:pt x="120" y="24"/>
                    </a:lnTo>
                    <a:lnTo>
                      <a:pt x="72" y="0"/>
                    </a:lnTo>
                    <a:lnTo>
                      <a:pt x="48" y="30"/>
                    </a:lnTo>
                    <a:lnTo>
                      <a:pt x="42" y="42"/>
                    </a:lnTo>
                    <a:lnTo>
                      <a:pt x="30" y="78"/>
                    </a:lnTo>
                    <a:lnTo>
                      <a:pt x="12" y="114"/>
                    </a:lnTo>
                    <a:lnTo>
                      <a:pt x="0" y="150"/>
                    </a:lnTo>
                    <a:lnTo>
                      <a:pt x="0" y="168"/>
                    </a:lnTo>
                    <a:lnTo>
                      <a:pt x="6" y="180"/>
                    </a:lnTo>
                    <a:lnTo>
                      <a:pt x="18" y="192"/>
                    </a:lnTo>
                    <a:lnTo>
                      <a:pt x="24" y="204"/>
                    </a:lnTo>
                    <a:lnTo>
                      <a:pt x="36" y="210"/>
                    </a:lnTo>
                    <a:lnTo>
                      <a:pt x="42" y="222"/>
                    </a:lnTo>
                    <a:lnTo>
                      <a:pt x="42" y="228"/>
                    </a:lnTo>
                    <a:lnTo>
                      <a:pt x="48" y="234"/>
                    </a:lnTo>
                    <a:lnTo>
                      <a:pt x="60" y="258"/>
                    </a:lnTo>
                    <a:lnTo>
                      <a:pt x="84" y="27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0" name="Syria" descr="© INSCALE GmbH, 05.05.2010&#10;http://www.presentationload.com/">
                <a:extLst>
                  <a:ext uri="{FF2B5EF4-FFF2-40B4-BE49-F238E27FC236}">
                    <a16:creationId xmlns:a16="http://schemas.microsoft.com/office/drawing/2014/main" id="{D90BE329-2080-C744-806B-A7594E2DEDF1}"/>
                  </a:ext>
                </a:extLst>
              </p:cNvPr>
              <p:cNvSpPr>
                <a:spLocks/>
              </p:cNvSpPr>
              <p:nvPr/>
            </p:nvSpPr>
            <p:spPr bwMode="gray">
              <a:xfrm>
                <a:off x="6741950" y="2874460"/>
                <a:ext cx="189019" cy="174227"/>
              </a:xfrm>
              <a:custGeom>
                <a:avLst/>
                <a:gdLst>
                  <a:gd name="T0" fmla="*/ 2147483647 w 450"/>
                  <a:gd name="T1" fmla="*/ 2147483647 h 414"/>
                  <a:gd name="T2" fmla="*/ 2147483647 w 450"/>
                  <a:gd name="T3" fmla="*/ 2147483647 h 414"/>
                  <a:gd name="T4" fmla="*/ 2147483647 w 450"/>
                  <a:gd name="T5" fmla="*/ 2147483647 h 414"/>
                  <a:gd name="T6" fmla="*/ 2147483647 w 450"/>
                  <a:gd name="T7" fmla="*/ 0 h 414"/>
                  <a:gd name="T8" fmla="*/ 2147483647 w 450"/>
                  <a:gd name="T9" fmla="*/ 2147483647 h 414"/>
                  <a:gd name="T10" fmla="*/ 2147483647 w 450"/>
                  <a:gd name="T11" fmla="*/ 2147483647 h 414"/>
                  <a:gd name="T12" fmla="*/ 2147483647 w 450"/>
                  <a:gd name="T13" fmla="*/ 2147483647 h 414"/>
                  <a:gd name="T14" fmla="*/ 2147483647 w 450"/>
                  <a:gd name="T15" fmla="*/ 2147483647 h 414"/>
                  <a:gd name="T16" fmla="*/ 2147483647 w 450"/>
                  <a:gd name="T17" fmla="*/ 2147483647 h 414"/>
                  <a:gd name="T18" fmla="*/ 2147483647 w 450"/>
                  <a:gd name="T19" fmla="*/ 2147483647 h 414"/>
                  <a:gd name="T20" fmla="*/ 2147483647 w 450"/>
                  <a:gd name="T21" fmla="*/ 2147483647 h 414"/>
                  <a:gd name="T22" fmla="*/ 2147483647 w 450"/>
                  <a:gd name="T23" fmla="*/ 2147483647 h 414"/>
                  <a:gd name="T24" fmla="*/ 2147483647 w 450"/>
                  <a:gd name="T25" fmla="*/ 2147483647 h 414"/>
                  <a:gd name="T26" fmla="*/ 2147483647 w 450"/>
                  <a:gd name="T27" fmla="*/ 2147483647 h 414"/>
                  <a:gd name="T28" fmla="*/ 2147483647 w 450"/>
                  <a:gd name="T29" fmla="*/ 2147483647 h 414"/>
                  <a:gd name="T30" fmla="*/ 2147483647 w 450"/>
                  <a:gd name="T31" fmla="*/ 2147483647 h 414"/>
                  <a:gd name="T32" fmla="*/ 2147483647 w 450"/>
                  <a:gd name="T33" fmla="*/ 2147483647 h 414"/>
                  <a:gd name="T34" fmla="*/ 2147483647 w 450"/>
                  <a:gd name="T35" fmla="*/ 2147483647 h 414"/>
                  <a:gd name="T36" fmla="*/ 2147483647 w 450"/>
                  <a:gd name="T37" fmla="*/ 2147483647 h 414"/>
                  <a:gd name="T38" fmla="*/ 2147483647 w 450"/>
                  <a:gd name="T39" fmla="*/ 2147483647 h 414"/>
                  <a:gd name="T40" fmla="*/ 2147483647 w 450"/>
                  <a:gd name="T41" fmla="*/ 2147483647 h 414"/>
                  <a:gd name="T42" fmla="*/ 2147483647 w 450"/>
                  <a:gd name="T43" fmla="*/ 2147483647 h 414"/>
                  <a:gd name="T44" fmla="*/ 2147483647 w 450"/>
                  <a:gd name="T45" fmla="*/ 2147483647 h 414"/>
                  <a:gd name="T46" fmla="*/ 2147483647 w 450"/>
                  <a:gd name="T47" fmla="*/ 2147483647 h 414"/>
                  <a:gd name="T48" fmla="*/ 2147483647 w 450"/>
                  <a:gd name="T49" fmla="*/ 2147483647 h 414"/>
                  <a:gd name="T50" fmla="*/ 2147483647 w 450"/>
                  <a:gd name="T51" fmla="*/ 2147483647 h 414"/>
                  <a:gd name="T52" fmla="*/ 2147483647 w 450"/>
                  <a:gd name="T53" fmla="*/ 2147483647 h 414"/>
                  <a:gd name="T54" fmla="*/ 2147483647 w 450"/>
                  <a:gd name="T55" fmla="*/ 2147483647 h 414"/>
                  <a:gd name="T56" fmla="*/ 2147483647 w 450"/>
                  <a:gd name="T57" fmla="*/ 2147483647 h 414"/>
                  <a:gd name="T58" fmla="*/ 2147483647 w 450"/>
                  <a:gd name="T59" fmla="*/ 2147483647 h 414"/>
                  <a:gd name="T60" fmla="*/ 2147483647 w 450"/>
                  <a:gd name="T61" fmla="*/ 2147483647 h 414"/>
                  <a:gd name="T62" fmla="*/ 2147483647 w 450"/>
                  <a:gd name="T63" fmla="*/ 2147483647 h 414"/>
                  <a:gd name="T64" fmla="*/ 2147483647 w 450"/>
                  <a:gd name="T65" fmla="*/ 2147483647 h 414"/>
                  <a:gd name="T66" fmla="*/ 2147483647 w 450"/>
                  <a:gd name="T67" fmla="*/ 2147483647 h 414"/>
                  <a:gd name="T68" fmla="*/ 2147483647 w 450"/>
                  <a:gd name="T69" fmla="*/ 2147483647 h 414"/>
                  <a:gd name="T70" fmla="*/ 2147483647 w 450"/>
                  <a:gd name="T71" fmla="*/ 2147483647 h 414"/>
                  <a:gd name="T72" fmla="*/ 2147483647 w 450"/>
                  <a:gd name="T73" fmla="*/ 2147483647 h 414"/>
                  <a:gd name="T74" fmla="*/ 2147483647 w 450"/>
                  <a:gd name="T75" fmla="*/ 2147483647 h 414"/>
                  <a:gd name="T76" fmla="*/ 2147483647 w 450"/>
                  <a:gd name="T77" fmla="*/ 2147483647 h 414"/>
                  <a:gd name="T78" fmla="*/ 2147483647 w 450"/>
                  <a:gd name="T79" fmla="*/ 2147483647 h 414"/>
                  <a:gd name="T80" fmla="*/ 2147483647 w 450"/>
                  <a:gd name="T81" fmla="*/ 2147483647 h 414"/>
                  <a:gd name="T82" fmla="*/ 2147483647 w 450"/>
                  <a:gd name="T83" fmla="*/ 2147483647 h 414"/>
                  <a:gd name="T84" fmla="*/ 2147483647 w 450"/>
                  <a:gd name="T85" fmla="*/ 2147483647 h 414"/>
                  <a:gd name="T86" fmla="*/ 2147483647 w 450"/>
                  <a:gd name="T87" fmla="*/ 2147483647 h 414"/>
                  <a:gd name="T88" fmla="*/ 2147483647 w 450"/>
                  <a:gd name="T89" fmla="*/ 2147483647 h 414"/>
                  <a:gd name="T90" fmla="*/ 2147483647 w 450"/>
                  <a:gd name="T91" fmla="*/ 2147483647 h 414"/>
                  <a:gd name="T92" fmla="*/ 2147483647 w 450"/>
                  <a:gd name="T93" fmla="*/ 2147483647 h 414"/>
                  <a:gd name="T94" fmla="*/ 2147483647 w 450"/>
                  <a:gd name="T95" fmla="*/ 2147483647 h 414"/>
                  <a:gd name="T96" fmla="*/ 2147483647 w 450"/>
                  <a:gd name="T97" fmla="*/ 2147483647 h 41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0"/>
                  <a:gd name="T148" fmla="*/ 0 h 414"/>
                  <a:gd name="T149" fmla="*/ 450 w 450"/>
                  <a:gd name="T150" fmla="*/ 414 h 41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0" h="414">
                    <a:moveTo>
                      <a:pt x="426" y="60"/>
                    </a:moveTo>
                    <a:lnTo>
                      <a:pt x="432" y="54"/>
                    </a:lnTo>
                    <a:lnTo>
                      <a:pt x="438" y="42"/>
                    </a:lnTo>
                    <a:lnTo>
                      <a:pt x="450" y="30"/>
                    </a:lnTo>
                    <a:lnTo>
                      <a:pt x="444" y="30"/>
                    </a:lnTo>
                    <a:lnTo>
                      <a:pt x="438" y="24"/>
                    </a:lnTo>
                    <a:lnTo>
                      <a:pt x="438" y="0"/>
                    </a:lnTo>
                    <a:lnTo>
                      <a:pt x="432" y="0"/>
                    </a:lnTo>
                    <a:lnTo>
                      <a:pt x="432" y="6"/>
                    </a:lnTo>
                    <a:lnTo>
                      <a:pt x="426" y="18"/>
                    </a:lnTo>
                    <a:lnTo>
                      <a:pt x="402" y="18"/>
                    </a:lnTo>
                    <a:lnTo>
                      <a:pt x="390" y="30"/>
                    </a:lnTo>
                    <a:lnTo>
                      <a:pt x="372" y="30"/>
                    </a:lnTo>
                    <a:lnTo>
                      <a:pt x="366" y="24"/>
                    </a:lnTo>
                    <a:lnTo>
                      <a:pt x="318" y="24"/>
                    </a:lnTo>
                    <a:lnTo>
                      <a:pt x="306" y="30"/>
                    </a:lnTo>
                    <a:lnTo>
                      <a:pt x="294" y="42"/>
                    </a:lnTo>
                    <a:lnTo>
                      <a:pt x="282" y="48"/>
                    </a:lnTo>
                    <a:lnTo>
                      <a:pt x="276" y="54"/>
                    </a:lnTo>
                    <a:lnTo>
                      <a:pt x="258" y="54"/>
                    </a:lnTo>
                    <a:lnTo>
                      <a:pt x="246" y="60"/>
                    </a:lnTo>
                    <a:lnTo>
                      <a:pt x="234" y="60"/>
                    </a:lnTo>
                    <a:lnTo>
                      <a:pt x="222" y="54"/>
                    </a:lnTo>
                    <a:lnTo>
                      <a:pt x="204" y="54"/>
                    </a:lnTo>
                    <a:lnTo>
                      <a:pt x="192" y="42"/>
                    </a:lnTo>
                    <a:lnTo>
                      <a:pt x="180" y="36"/>
                    </a:lnTo>
                    <a:lnTo>
                      <a:pt x="174" y="30"/>
                    </a:lnTo>
                    <a:lnTo>
                      <a:pt x="168" y="30"/>
                    </a:lnTo>
                    <a:lnTo>
                      <a:pt x="150" y="48"/>
                    </a:lnTo>
                    <a:lnTo>
                      <a:pt x="144" y="48"/>
                    </a:lnTo>
                    <a:lnTo>
                      <a:pt x="138" y="54"/>
                    </a:lnTo>
                    <a:lnTo>
                      <a:pt x="120" y="60"/>
                    </a:lnTo>
                    <a:lnTo>
                      <a:pt x="84" y="60"/>
                    </a:lnTo>
                    <a:lnTo>
                      <a:pt x="84" y="54"/>
                    </a:lnTo>
                    <a:lnTo>
                      <a:pt x="90" y="48"/>
                    </a:lnTo>
                    <a:lnTo>
                      <a:pt x="66" y="48"/>
                    </a:lnTo>
                    <a:lnTo>
                      <a:pt x="66" y="78"/>
                    </a:lnTo>
                    <a:lnTo>
                      <a:pt x="72" y="78"/>
                    </a:lnTo>
                    <a:lnTo>
                      <a:pt x="72" y="102"/>
                    </a:lnTo>
                    <a:lnTo>
                      <a:pt x="60" y="102"/>
                    </a:lnTo>
                    <a:lnTo>
                      <a:pt x="54" y="96"/>
                    </a:lnTo>
                    <a:lnTo>
                      <a:pt x="54" y="114"/>
                    </a:lnTo>
                    <a:lnTo>
                      <a:pt x="48" y="120"/>
                    </a:lnTo>
                    <a:lnTo>
                      <a:pt x="48" y="126"/>
                    </a:lnTo>
                    <a:lnTo>
                      <a:pt x="36" y="126"/>
                    </a:lnTo>
                    <a:lnTo>
                      <a:pt x="24" y="114"/>
                    </a:lnTo>
                    <a:lnTo>
                      <a:pt x="18" y="120"/>
                    </a:lnTo>
                    <a:lnTo>
                      <a:pt x="12" y="132"/>
                    </a:lnTo>
                    <a:lnTo>
                      <a:pt x="12" y="150"/>
                    </a:lnTo>
                    <a:lnTo>
                      <a:pt x="6" y="150"/>
                    </a:lnTo>
                    <a:lnTo>
                      <a:pt x="0" y="198"/>
                    </a:lnTo>
                    <a:lnTo>
                      <a:pt x="6" y="204"/>
                    </a:lnTo>
                    <a:lnTo>
                      <a:pt x="18" y="210"/>
                    </a:lnTo>
                    <a:lnTo>
                      <a:pt x="24" y="216"/>
                    </a:lnTo>
                    <a:lnTo>
                      <a:pt x="24" y="222"/>
                    </a:lnTo>
                    <a:lnTo>
                      <a:pt x="72" y="222"/>
                    </a:lnTo>
                    <a:lnTo>
                      <a:pt x="66" y="234"/>
                    </a:lnTo>
                    <a:lnTo>
                      <a:pt x="72" y="240"/>
                    </a:lnTo>
                    <a:lnTo>
                      <a:pt x="78" y="252"/>
                    </a:lnTo>
                    <a:lnTo>
                      <a:pt x="78" y="270"/>
                    </a:lnTo>
                    <a:lnTo>
                      <a:pt x="72" y="282"/>
                    </a:lnTo>
                    <a:lnTo>
                      <a:pt x="66" y="282"/>
                    </a:lnTo>
                    <a:lnTo>
                      <a:pt x="54" y="288"/>
                    </a:lnTo>
                    <a:lnTo>
                      <a:pt x="48" y="288"/>
                    </a:lnTo>
                    <a:lnTo>
                      <a:pt x="42" y="294"/>
                    </a:lnTo>
                    <a:lnTo>
                      <a:pt x="42" y="318"/>
                    </a:lnTo>
                    <a:lnTo>
                      <a:pt x="24" y="336"/>
                    </a:lnTo>
                    <a:lnTo>
                      <a:pt x="30" y="378"/>
                    </a:lnTo>
                    <a:lnTo>
                      <a:pt x="36" y="378"/>
                    </a:lnTo>
                    <a:lnTo>
                      <a:pt x="72" y="396"/>
                    </a:lnTo>
                    <a:lnTo>
                      <a:pt x="84" y="408"/>
                    </a:lnTo>
                    <a:lnTo>
                      <a:pt x="96" y="414"/>
                    </a:lnTo>
                    <a:lnTo>
                      <a:pt x="114" y="414"/>
                    </a:lnTo>
                    <a:lnTo>
                      <a:pt x="174" y="384"/>
                    </a:lnTo>
                    <a:lnTo>
                      <a:pt x="204" y="354"/>
                    </a:lnTo>
                    <a:lnTo>
                      <a:pt x="228" y="336"/>
                    </a:lnTo>
                    <a:lnTo>
                      <a:pt x="240" y="324"/>
                    </a:lnTo>
                    <a:lnTo>
                      <a:pt x="300" y="276"/>
                    </a:lnTo>
                    <a:lnTo>
                      <a:pt x="312" y="270"/>
                    </a:lnTo>
                    <a:lnTo>
                      <a:pt x="372" y="246"/>
                    </a:lnTo>
                    <a:lnTo>
                      <a:pt x="396" y="234"/>
                    </a:lnTo>
                    <a:lnTo>
                      <a:pt x="402" y="228"/>
                    </a:lnTo>
                    <a:lnTo>
                      <a:pt x="402" y="222"/>
                    </a:lnTo>
                    <a:lnTo>
                      <a:pt x="384" y="204"/>
                    </a:lnTo>
                    <a:lnTo>
                      <a:pt x="384" y="198"/>
                    </a:lnTo>
                    <a:lnTo>
                      <a:pt x="390" y="180"/>
                    </a:lnTo>
                    <a:lnTo>
                      <a:pt x="396" y="168"/>
                    </a:lnTo>
                    <a:lnTo>
                      <a:pt x="396" y="138"/>
                    </a:lnTo>
                    <a:lnTo>
                      <a:pt x="390" y="126"/>
                    </a:lnTo>
                    <a:lnTo>
                      <a:pt x="390" y="114"/>
                    </a:lnTo>
                    <a:lnTo>
                      <a:pt x="384" y="108"/>
                    </a:lnTo>
                    <a:lnTo>
                      <a:pt x="378" y="96"/>
                    </a:lnTo>
                    <a:lnTo>
                      <a:pt x="378" y="84"/>
                    </a:lnTo>
                    <a:lnTo>
                      <a:pt x="384" y="72"/>
                    </a:lnTo>
                    <a:lnTo>
                      <a:pt x="390" y="66"/>
                    </a:lnTo>
                    <a:lnTo>
                      <a:pt x="402" y="66"/>
                    </a:lnTo>
                    <a:lnTo>
                      <a:pt x="414" y="60"/>
                    </a:lnTo>
                    <a:lnTo>
                      <a:pt x="426"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1" name="Sri Lanka" descr="© INSCALE GmbH, 05.05.2010&#10;http://www.presentationload.com/">
                <a:extLst>
                  <a:ext uri="{FF2B5EF4-FFF2-40B4-BE49-F238E27FC236}">
                    <a16:creationId xmlns:a16="http://schemas.microsoft.com/office/drawing/2014/main" id="{68D555EB-9C30-324F-8BCD-F9D9226D4D4C}"/>
                  </a:ext>
                </a:extLst>
              </p:cNvPr>
              <p:cNvSpPr>
                <a:spLocks/>
              </p:cNvSpPr>
              <p:nvPr/>
            </p:nvSpPr>
            <p:spPr bwMode="gray">
              <a:xfrm>
                <a:off x="8101241" y="3816264"/>
                <a:ext cx="72320" cy="128205"/>
              </a:xfrm>
              <a:custGeom>
                <a:avLst/>
                <a:gdLst>
                  <a:gd name="T0" fmla="*/ 2147483647 w 174"/>
                  <a:gd name="T1" fmla="*/ 2147483647 h 306"/>
                  <a:gd name="T2" fmla="*/ 2147483647 w 174"/>
                  <a:gd name="T3" fmla="*/ 0 h 306"/>
                  <a:gd name="T4" fmla="*/ 2147483647 w 174"/>
                  <a:gd name="T5" fmla="*/ 0 h 306"/>
                  <a:gd name="T6" fmla="*/ 2147483647 w 174"/>
                  <a:gd name="T7" fmla="*/ 2147483647 h 306"/>
                  <a:gd name="T8" fmla="*/ 2147483647 w 174"/>
                  <a:gd name="T9" fmla="*/ 2147483647 h 306"/>
                  <a:gd name="T10" fmla="*/ 2147483647 w 174"/>
                  <a:gd name="T11" fmla="*/ 2147483647 h 306"/>
                  <a:gd name="T12" fmla="*/ 2147483647 w 174"/>
                  <a:gd name="T13" fmla="*/ 2147483647 h 306"/>
                  <a:gd name="T14" fmla="*/ 2147483647 w 174"/>
                  <a:gd name="T15" fmla="*/ 2147483647 h 306"/>
                  <a:gd name="T16" fmla="*/ 2147483647 w 174"/>
                  <a:gd name="T17" fmla="*/ 2147483647 h 306"/>
                  <a:gd name="T18" fmla="*/ 2147483647 w 174"/>
                  <a:gd name="T19" fmla="*/ 2147483647 h 306"/>
                  <a:gd name="T20" fmla="*/ 2147483647 w 174"/>
                  <a:gd name="T21" fmla="*/ 2147483647 h 306"/>
                  <a:gd name="T22" fmla="*/ 2147483647 w 174"/>
                  <a:gd name="T23" fmla="*/ 2147483647 h 306"/>
                  <a:gd name="T24" fmla="*/ 2147483647 w 174"/>
                  <a:gd name="T25" fmla="*/ 2147483647 h 306"/>
                  <a:gd name="T26" fmla="*/ 2147483647 w 174"/>
                  <a:gd name="T27" fmla="*/ 2147483647 h 306"/>
                  <a:gd name="T28" fmla="*/ 2147483647 w 174"/>
                  <a:gd name="T29" fmla="*/ 2147483647 h 306"/>
                  <a:gd name="T30" fmla="*/ 2147483647 w 174"/>
                  <a:gd name="T31" fmla="*/ 2147483647 h 306"/>
                  <a:gd name="T32" fmla="*/ 2147483647 w 174"/>
                  <a:gd name="T33" fmla="*/ 2147483647 h 306"/>
                  <a:gd name="T34" fmla="*/ 2147483647 w 174"/>
                  <a:gd name="T35" fmla="*/ 2147483647 h 306"/>
                  <a:gd name="T36" fmla="*/ 2147483647 w 174"/>
                  <a:gd name="T37" fmla="*/ 2147483647 h 306"/>
                  <a:gd name="T38" fmla="*/ 2147483647 w 174"/>
                  <a:gd name="T39" fmla="*/ 2147483647 h 306"/>
                  <a:gd name="T40" fmla="*/ 0 w 174"/>
                  <a:gd name="T41" fmla="*/ 2147483647 h 306"/>
                  <a:gd name="T42" fmla="*/ 0 w 174"/>
                  <a:gd name="T43" fmla="*/ 2147483647 h 306"/>
                  <a:gd name="T44" fmla="*/ 2147483647 w 174"/>
                  <a:gd name="T45" fmla="*/ 2147483647 h 306"/>
                  <a:gd name="T46" fmla="*/ 2147483647 w 174"/>
                  <a:gd name="T47" fmla="*/ 2147483647 h 306"/>
                  <a:gd name="T48" fmla="*/ 2147483647 w 174"/>
                  <a:gd name="T49" fmla="*/ 2147483647 h 306"/>
                  <a:gd name="T50" fmla="*/ 2147483647 w 174"/>
                  <a:gd name="T51" fmla="*/ 2147483647 h 306"/>
                  <a:gd name="T52" fmla="*/ 2147483647 w 174"/>
                  <a:gd name="T53" fmla="*/ 2147483647 h 306"/>
                  <a:gd name="T54" fmla="*/ 0 w 174"/>
                  <a:gd name="T55" fmla="*/ 2147483647 h 306"/>
                  <a:gd name="T56" fmla="*/ 2147483647 w 174"/>
                  <a:gd name="T57" fmla="*/ 2147483647 h 306"/>
                  <a:gd name="T58" fmla="*/ 2147483647 w 174"/>
                  <a:gd name="T59" fmla="*/ 2147483647 h 30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4"/>
                  <a:gd name="T91" fmla="*/ 0 h 306"/>
                  <a:gd name="T92" fmla="*/ 174 w 174"/>
                  <a:gd name="T93" fmla="*/ 306 h 30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4" h="306">
                    <a:moveTo>
                      <a:pt x="24" y="6"/>
                    </a:moveTo>
                    <a:lnTo>
                      <a:pt x="36" y="0"/>
                    </a:lnTo>
                    <a:lnTo>
                      <a:pt x="48" y="0"/>
                    </a:lnTo>
                    <a:lnTo>
                      <a:pt x="66" y="6"/>
                    </a:lnTo>
                    <a:lnTo>
                      <a:pt x="78" y="12"/>
                    </a:lnTo>
                    <a:lnTo>
                      <a:pt x="114" y="66"/>
                    </a:lnTo>
                    <a:lnTo>
                      <a:pt x="132" y="84"/>
                    </a:lnTo>
                    <a:lnTo>
                      <a:pt x="126" y="120"/>
                    </a:lnTo>
                    <a:lnTo>
                      <a:pt x="150" y="114"/>
                    </a:lnTo>
                    <a:lnTo>
                      <a:pt x="156" y="168"/>
                    </a:lnTo>
                    <a:lnTo>
                      <a:pt x="162" y="174"/>
                    </a:lnTo>
                    <a:lnTo>
                      <a:pt x="168" y="198"/>
                    </a:lnTo>
                    <a:lnTo>
                      <a:pt x="174" y="228"/>
                    </a:lnTo>
                    <a:lnTo>
                      <a:pt x="174" y="258"/>
                    </a:lnTo>
                    <a:lnTo>
                      <a:pt x="156" y="276"/>
                    </a:lnTo>
                    <a:lnTo>
                      <a:pt x="120" y="294"/>
                    </a:lnTo>
                    <a:lnTo>
                      <a:pt x="84" y="306"/>
                    </a:lnTo>
                    <a:lnTo>
                      <a:pt x="48" y="306"/>
                    </a:lnTo>
                    <a:lnTo>
                      <a:pt x="24" y="282"/>
                    </a:lnTo>
                    <a:lnTo>
                      <a:pt x="12" y="240"/>
                    </a:lnTo>
                    <a:lnTo>
                      <a:pt x="0" y="192"/>
                    </a:lnTo>
                    <a:lnTo>
                      <a:pt x="0" y="156"/>
                    </a:lnTo>
                    <a:lnTo>
                      <a:pt x="12" y="138"/>
                    </a:lnTo>
                    <a:lnTo>
                      <a:pt x="18" y="132"/>
                    </a:lnTo>
                    <a:lnTo>
                      <a:pt x="24" y="120"/>
                    </a:lnTo>
                    <a:lnTo>
                      <a:pt x="30" y="102"/>
                    </a:lnTo>
                    <a:lnTo>
                      <a:pt x="30" y="78"/>
                    </a:lnTo>
                    <a:lnTo>
                      <a:pt x="0" y="36"/>
                    </a:lnTo>
                    <a:lnTo>
                      <a:pt x="24" y="36"/>
                    </a:lnTo>
                    <a:lnTo>
                      <a:pt x="24" y="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2" name="Saudi Arabia" descr="© INSCALE GmbH, 05.05.2010&#10;http://www.presentationload.com/">
                <a:extLst>
                  <a:ext uri="{FF2B5EF4-FFF2-40B4-BE49-F238E27FC236}">
                    <a16:creationId xmlns:a16="http://schemas.microsoft.com/office/drawing/2014/main" id="{F90B9912-FE34-7D45-BF5A-F046BBA9683F}"/>
                  </a:ext>
                </a:extLst>
              </p:cNvPr>
              <p:cNvSpPr>
                <a:spLocks/>
              </p:cNvSpPr>
              <p:nvPr/>
            </p:nvSpPr>
            <p:spPr bwMode="gray">
              <a:xfrm>
                <a:off x="6737019" y="3051972"/>
                <a:ext cx="624583" cy="535826"/>
              </a:xfrm>
              <a:custGeom>
                <a:avLst/>
                <a:gdLst>
                  <a:gd name="T0" fmla="*/ 2147483647 w 1488"/>
                  <a:gd name="T1" fmla="*/ 2147483647 h 1278"/>
                  <a:gd name="T2" fmla="*/ 2147483647 w 1488"/>
                  <a:gd name="T3" fmla="*/ 2147483647 h 1278"/>
                  <a:gd name="T4" fmla="*/ 2147483647 w 1488"/>
                  <a:gd name="T5" fmla="*/ 2147483647 h 1278"/>
                  <a:gd name="T6" fmla="*/ 2147483647 w 1488"/>
                  <a:gd name="T7" fmla="*/ 2147483647 h 1278"/>
                  <a:gd name="T8" fmla="*/ 2147483647 w 1488"/>
                  <a:gd name="T9" fmla="*/ 2147483647 h 1278"/>
                  <a:gd name="T10" fmla="*/ 2147483647 w 1488"/>
                  <a:gd name="T11" fmla="*/ 2147483647 h 1278"/>
                  <a:gd name="T12" fmla="*/ 2147483647 w 1488"/>
                  <a:gd name="T13" fmla="*/ 2147483647 h 1278"/>
                  <a:gd name="T14" fmla="*/ 2147483647 w 1488"/>
                  <a:gd name="T15" fmla="*/ 2147483647 h 1278"/>
                  <a:gd name="T16" fmla="*/ 2147483647 w 1488"/>
                  <a:gd name="T17" fmla="*/ 2147483647 h 1278"/>
                  <a:gd name="T18" fmla="*/ 2147483647 w 1488"/>
                  <a:gd name="T19" fmla="*/ 2147483647 h 1278"/>
                  <a:gd name="T20" fmla="*/ 2147483647 w 1488"/>
                  <a:gd name="T21" fmla="*/ 2147483647 h 1278"/>
                  <a:gd name="T22" fmla="*/ 2147483647 w 1488"/>
                  <a:gd name="T23" fmla="*/ 2147483647 h 1278"/>
                  <a:gd name="T24" fmla="*/ 2147483647 w 1488"/>
                  <a:gd name="T25" fmla="*/ 2147483647 h 1278"/>
                  <a:gd name="T26" fmla="*/ 2147483647 w 1488"/>
                  <a:gd name="T27" fmla="*/ 2147483647 h 1278"/>
                  <a:gd name="T28" fmla="*/ 2147483647 w 1488"/>
                  <a:gd name="T29" fmla="*/ 2147483647 h 1278"/>
                  <a:gd name="T30" fmla="*/ 2147483647 w 1488"/>
                  <a:gd name="T31" fmla="*/ 2147483647 h 1278"/>
                  <a:gd name="T32" fmla="*/ 2147483647 w 1488"/>
                  <a:gd name="T33" fmla="*/ 2147483647 h 1278"/>
                  <a:gd name="T34" fmla="*/ 2147483647 w 1488"/>
                  <a:gd name="T35" fmla="*/ 2147483647 h 1278"/>
                  <a:gd name="T36" fmla="*/ 2147483647 w 1488"/>
                  <a:gd name="T37" fmla="*/ 2147483647 h 1278"/>
                  <a:gd name="T38" fmla="*/ 2147483647 w 1488"/>
                  <a:gd name="T39" fmla="*/ 0 h 1278"/>
                  <a:gd name="T40" fmla="*/ 2147483647 w 1488"/>
                  <a:gd name="T41" fmla="*/ 2147483647 h 1278"/>
                  <a:gd name="T42" fmla="*/ 2147483647 w 1488"/>
                  <a:gd name="T43" fmla="*/ 2147483647 h 1278"/>
                  <a:gd name="T44" fmla="*/ 2147483647 w 1488"/>
                  <a:gd name="T45" fmla="*/ 2147483647 h 1278"/>
                  <a:gd name="T46" fmla="*/ 2147483647 w 1488"/>
                  <a:gd name="T47" fmla="*/ 2147483647 h 1278"/>
                  <a:gd name="T48" fmla="*/ 2147483647 w 1488"/>
                  <a:gd name="T49" fmla="*/ 2147483647 h 1278"/>
                  <a:gd name="T50" fmla="*/ 2147483647 w 1488"/>
                  <a:gd name="T51" fmla="*/ 2147483647 h 1278"/>
                  <a:gd name="T52" fmla="*/ 2147483647 w 1488"/>
                  <a:gd name="T53" fmla="*/ 2147483647 h 1278"/>
                  <a:gd name="T54" fmla="*/ 2147483647 w 1488"/>
                  <a:gd name="T55" fmla="*/ 2147483647 h 1278"/>
                  <a:gd name="T56" fmla="*/ 2147483647 w 1488"/>
                  <a:gd name="T57" fmla="*/ 2147483647 h 1278"/>
                  <a:gd name="T58" fmla="*/ 2147483647 w 1488"/>
                  <a:gd name="T59" fmla="*/ 2147483647 h 1278"/>
                  <a:gd name="T60" fmla="*/ 2147483647 w 1488"/>
                  <a:gd name="T61" fmla="*/ 2147483647 h 1278"/>
                  <a:gd name="T62" fmla="*/ 0 w 1488"/>
                  <a:gd name="T63" fmla="*/ 2147483647 h 1278"/>
                  <a:gd name="T64" fmla="*/ 2147483647 w 1488"/>
                  <a:gd name="T65" fmla="*/ 2147483647 h 1278"/>
                  <a:gd name="T66" fmla="*/ 2147483647 w 1488"/>
                  <a:gd name="T67" fmla="*/ 2147483647 h 1278"/>
                  <a:gd name="T68" fmla="*/ 2147483647 w 1488"/>
                  <a:gd name="T69" fmla="*/ 2147483647 h 1278"/>
                  <a:gd name="T70" fmla="*/ 2147483647 w 1488"/>
                  <a:gd name="T71" fmla="*/ 2147483647 h 1278"/>
                  <a:gd name="T72" fmla="*/ 2147483647 w 1488"/>
                  <a:gd name="T73" fmla="*/ 2147483647 h 1278"/>
                  <a:gd name="T74" fmla="*/ 2147483647 w 1488"/>
                  <a:gd name="T75" fmla="*/ 2147483647 h 1278"/>
                  <a:gd name="T76" fmla="*/ 2147483647 w 1488"/>
                  <a:gd name="T77" fmla="*/ 2147483647 h 1278"/>
                  <a:gd name="T78" fmla="*/ 2147483647 w 1488"/>
                  <a:gd name="T79" fmla="*/ 2147483647 h 1278"/>
                  <a:gd name="T80" fmla="*/ 2147483647 w 1488"/>
                  <a:gd name="T81" fmla="*/ 2147483647 h 1278"/>
                  <a:gd name="T82" fmla="*/ 2147483647 w 1488"/>
                  <a:gd name="T83" fmla="*/ 2147483647 h 1278"/>
                  <a:gd name="T84" fmla="*/ 2147483647 w 1488"/>
                  <a:gd name="T85" fmla="*/ 2147483647 h 1278"/>
                  <a:gd name="T86" fmla="*/ 2147483647 w 1488"/>
                  <a:gd name="T87" fmla="*/ 2147483647 h 1278"/>
                  <a:gd name="T88" fmla="*/ 2147483647 w 1488"/>
                  <a:gd name="T89" fmla="*/ 2147483647 h 1278"/>
                  <a:gd name="T90" fmla="*/ 2147483647 w 1488"/>
                  <a:gd name="T91" fmla="*/ 2147483647 h 1278"/>
                  <a:gd name="T92" fmla="*/ 2147483647 w 1488"/>
                  <a:gd name="T93" fmla="*/ 2147483647 h 1278"/>
                  <a:gd name="T94" fmla="*/ 2147483647 w 1488"/>
                  <a:gd name="T95" fmla="*/ 2147483647 h 1278"/>
                  <a:gd name="T96" fmla="*/ 2147483647 w 1488"/>
                  <a:gd name="T97" fmla="*/ 2147483647 h 1278"/>
                  <a:gd name="T98" fmla="*/ 2147483647 w 1488"/>
                  <a:gd name="T99" fmla="*/ 2147483647 h 1278"/>
                  <a:gd name="T100" fmla="*/ 2147483647 w 1488"/>
                  <a:gd name="T101" fmla="*/ 2147483647 h 1278"/>
                  <a:gd name="T102" fmla="*/ 2147483647 w 1488"/>
                  <a:gd name="T103" fmla="*/ 2147483647 h 1278"/>
                  <a:gd name="T104" fmla="*/ 2147483647 w 1488"/>
                  <a:gd name="T105" fmla="*/ 2147483647 h 1278"/>
                  <a:gd name="T106" fmla="*/ 2147483647 w 1488"/>
                  <a:gd name="T107" fmla="*/ 2147483647 h 1278"/>
                  <a:gd name="T108" fmla="*/ 2147483647 w 1488"/>
                  <a:gd name="T109" fmla="*/ 2147483647 h 1278"/>
                  <a:gd name="T110" fmla="*/ 2147483647 w 1488"/>
                  <a:gd name="T111" fmla="*/ 2147483647 h 1278"/>
                  <a:gd name="T112" fmla="*/ 2147483647 w 1488"/>
                  <a:gd name="T113" fmla="*/ 2147483647 h 1278"/>
                  <a:gd name="T114" fmla="*/ 2147483647 w 1488"/>
                  <a:gd name="T115" fmla="*/ 2147483647 h 1278"/>
                  <a:gd name="T116" fmla="*/ 2147483647 w 1488"/>
                  <a:gd name="T117" fmla="*/ 2147483647 h 12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488"/>
                  <a:gd name="T178" fmla="*/ 0 h 1278"/>
                  <a:gd name="T179" fmla="*/ 1488 w 1488"/>
                  <a:gd name="T180" fmla="*/ 1278 h 127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488" h="1278">
                    <a:moveTo>
                      <a:pt x="1464" y="792"/>
                    </a:moveTo>
                    <a:lnTo>
                      <a:pt x="1464" y="780"/>
                    </a:lnTo>
                    <a:lnTo>
                      <a:pt x="1458" y="774"/>
                    </a:lnTo>
                    <a:lnTo>
                      <a:pt x="1416" y="768"/>
                    </a:lnTo>
                    <a:lnTo>
                      <a:pt x="1320" y="756"/>
                    </a:lnTo>
                    <a:lnTo>
                      <a:pt x="1284" y="750"/>
                    </a:lnTo>
                    <a:lnTo>
                      <a:pt x="1266" y="750"/>
                    </a:lnTo>
                    <a:lnTo>
                      <a:pt x="1260" y="738"/>
                    </a:lnTo>
                    <a:lnTo>
                      <a:pt x="1248" y="732"/>
                    </a:lnTo>
                    <a:lnTo>
                      <a:pt x="1242" y="720"/>
                    </a:lnTo>
                    <a:lnTo>
                      <a:pt x="1218" y="696"/>
                    </a:lnTo>
                    <a:lnTo>
                      <a:pt x="1206" y="672"/>
                    </a:lnTo>
                    <a:lnTo>
                      <a:pt x="1188" y="654"/>
                    </a:lnTo>
                    <a:lnTo>
                      <a:pt x="1188" y="642"/>
                    </a:lnTo>
                    <a:lnTo>
                      <a:pt x="1182" y="636"/>
                    </a:lnTo>
                    <a:lnTo>
                      <a:pt x="1182" y="618"/>
                    </a:lnTo>
                    <a:lnTo>
                      <a:pt x="1176" y="624"/>
                    </a:lnTo>
                    <a:lnTo>
                      <a:pt x="1164" y="612"/>
                    </a:lnTo>
                    <a:lnTo>
                      <a:pt x="1146" y="612"/>
                    </a:lnTo>
                    <a:lnTo>
                      <a:pt x="1140" y="600"/>
                    </a:lnTo>
                    <a:lnTo>
                      <a:pt x="1134" y="594"/>
                    </a:lnTo>
                    <a:lnTo>
                      <a:pt x="1128" y="582"/>
                    </a:lnTo>
                    <a:lnTo>
                      <a:pt x="1122" y="564"/>
                    </a:lnTo>
                    <a:lnTo>
                      <a:pt x="1116" y="552"/>
                    </a:lnTo>
                    <a:lnTo>
                      <a:pt x="1116" y="540"/>
                    </a:lnTo>
                    <a:lnTo>
                      <a:pt x="1110" y="534"/>
                    </a:lnTo>
                    <a:lnTo>
                      <a:pt x="1098" y="528"/>
                    </a:lnTo>
                    <a:lnTo>
                      <a:pt x="1086" y="516"/>
                    </a:lnTo>
                    <a:lnTo>
                      <a:pt x="1074" y="510"/>
                    </a:lnTo>
                    <a:lnTo>
                      <a:pt x="1068" y="498"/>
                    </a:lnTo>
                    <a:lnTo>
                      <a:pt x="1068" y="462"/>
                    </a:lnTo>
                    <a:lnTo>
                      <a:pt x="1062" y="450"/>
                    </a:lnTo>
                    <a:lnTo>
                      <a:pt x="1062" y="438"/>
                    </a:lnTo>
                    <a:lnTo>
                      <a:pt x="1050" y="426"/>
                    </a:lnTo>
                    <a:lnTo>
                      <a:pt x="1002" y="402"/>
                    </a:lnTo>
                    <a:lnTo>
                      <a:pt x="996" y="396"/>
                    </a:lnTo>
                    <a:lnTo>
                      <a:pt x="990" y="384"/>
                    </a:lnTo>
                    <a:lnTo>
                      <a:pt x="990" y="360"/>
                    </a:lnTo>
                    <a:lnTo>
                      <a:pt x="972" y="342"/>
                    </a:lnTo>
                    <a:lnTo>
                      <a:pt x="966" y="330"/>
                    </a:lnTo>
                    <a:lnTo>
                      <a:pt x="960" y="324"/>
                    </a:lnTo>
                    <a:lnTo>
                      <a:pt x="960" y="300"/>
                    </a:lnTo>
                    <a:lnTo>
                      <a:pt x="954" y="300"/>
                    </a:lnTo>
                    <a:lnTo>
                      <a:pt x="948" y="294"/>
                    </a:lnTo>
                    <a:lnTo>
                      <a:pt x="882" y="294"/>
                    </a:lnTo>
                    <a:lnTo>
                      <a:pt x="876" y="288"/>
                    </a:lnTo>
                    <a:lnTo>
                      <a:pt x="876" y="252"/>
                    </a:lnTo>
                    <a:lnTo>
                      <a:pt x="852" y="246"/>
                    </a:lnTo>
                    <a:lnTo>
                      <a:pt x="804" y="246"/>
                    </a:lnTo>
                    <a:lnTo>
                      <a:pt x="750" y="240"/>
                    </a:lnTo>
                    <a:lnTo>
                      <a:pt x="684" y="240"/>
                    </a:lnTo>
                    <a:lnTo>
                      <a:pt x="492" y="96"/>
                    </a:lnTo>
                    <a:lnTo>
                      <a:pt x="480" y="90"/>
                    </a:lnTo>
                    <a:lnTo>
                      <a:pt x="474" y="84"/>
                    </a:lnTo>
                    <a:lnTo>
                      <a:pt x="426" y="60"/>
                    </a:lnTo>
                    <a:lnTo>
                      <a:pt x="414" y="48"/>
                    </a:lnTo>
                    <a:lnTo>
                      <a:pt x="402" y="42"/>
                    </a:lnTo>
                    <a:lnTo>
                      <a:pt x="372" y="12"/>
                    </a:lnTo>
                    <a:lnTo>
                      <a:pt x="306" y="12"/>
                    </a:lnTo>
                    <a:lnTo>
                      <a:pt x="294" y="0"/>
                    </a:lnTo>
                    <a:lnTo>
                      <a:pt x="288" y="6"/>
                    </a:lnTo>
                    <a:lnTo>
                      <a:pt x="276" y="12"/>
                    </a:lnTo>
                    <a:lnTo>
                      <a:pt x="270" y="12"/>
                    </a:lnTo>
                    <a:lnTo>
                      <a:pt x="264" y="18"/>
                    </a:lnTo>
                    <a:lnTo>
                      <a:pt x="252" y="24"/>
                    </a:lnTo>
                    <a:lnTo>
                      <a:pt x="210" y="24"/>
                    </a:lnTo>
                    <a:lnTo>
                      <a:pt x="198" y="48"/>
                    </a:lnTo>
                    <a:lnTo>
                      <a:pt x="132" y="48"/>
                    </a:lnTo>
                    <a:lnTo>
                      <a:pt x="120" y="54"/>
                    </a:lnTo>
                    <a:lnTo>
                      <a:pt x="108" y="54"/>
                    </a:lnTo>
                    <a:lnTo>
                      <a:pt x="108" y="60"/>
                    </a:lnTo>
                    <a:lnTo>
                      <a:pt x="132" y="60"/>
                    </a:lnTo>
                    <a:lnTo>
                      <a:pt x="144" y="66"/>
                    </a:lnTo>
                    <a:lnTo>
                      <a:pt x="156" y="66"/>
                    </a:lnTo>
                    <a:lnTo>
                      <a:pt x="180" y="90"/>
                    </a:lnTo>
                    <a:lnTo>
                      <a:pt x="192" y="114"/>
                    </a:lnTo>
                    <a:lnTo>
                      <a:pt x="198" y="120"/>
                    </a:lnTo>
                    <a:lnTo>
                      <a:pt x="198" y="132"/>
                    </a:lnTo>
                    <a:lnTo>
                      <a:pt x="192" y="138"/>
                    </a:lnTo>
                    <a:lnTo>
                      <a:pt x="192" y="150"/>
                    </a:lnTo>
                    <a:lnTo>
                      <a:pt x="186" y="156"/>
                    </a:lnTo>
                    <a:lnTo>
                      <a:pt x="180" y="168"/>
                    </a:lnTo>
                    <a:lnTo>
                      <a:pt x="174" y="174"/>
                    </a:lnTo>
                    <a:lnTo>
                      <a:pt x="162" y="180"/>
                    </a:lnTo>
                    <a:lnTo>
                      <a:pt x="150" y="180"/>
                    </a:lnTo>
                    <a:lnTo>
                      <a:pt x="138" y="186"/>
                    </a:lnTo>
                    <a:lnTo>
                      <a:pt x="132" y="186"/>
                    </a:lnTo>
                    <a:lnTo>
                      <a:pt x="120" y="198"/>
                    </a:lnTo>
                    <a:lnTo>
                      <a:pt x="120" y="210"/>
                    </a:lnTo>
                    <a:lnTo>
                      <a:pt x="108" y="234"/>
                    </a:lnTo>
                    <a:lnTo>
                      <a:pt x="96" y="246"/>
                    </a:lnTo>
                    <a:lnTo>
                      <a:pt x="60" y="246"/>
                    </a:lnTo>
                    <a:lnTo>
                      <a:pt x="36" y="234"/>
                    </a:lnTo>
                    <a:lnTo>
                      <a:pt x="6" y="234"/>
                    </a:lnTo>
                    <a:lnTo>
                      <a:pt x="6" y="264"/>
                    </a:lnTo>
                    <a:lnTo>
                      <a:pt x="0" y="306"/>
                    </a:lnTo>
                    <a:lnTo>
                      <a:pt x="0" y="348"/>
                    </a:lnTo>
                    <a:lnTo>
                      <a:pt x="6" y="372"/>
                    </a:lnTo>
                    <a:lnTo>
                      <a:pt x="24" y="378"/>
                    </a:lnTo>
                    <a:lnTo>
                      <a:pt x="36" y="390"/>
                    </a:lnTo>
                    <a:lnTo>
                      <a:pt x="54" y="390"/>
                    </a:lnTo>
                    <a:lnTo>
                      <a:pt x="72" y="408"/>
                    </a:lnTo>
                    <a:lnTo>
                      <a:pt x="90" y="438"/>
                    </a:lnTo>
                    <a:lnTo>
                      <a:pt x="102" y="474"/>
                    </a:lnTo>
                    <a:lnTo>
                      <a:pt x="120" y="504"/>
                    </a:lnTo>
                    <a:lnTo>
                      <a:pt x="132" y="516"/>
                    </a:lnTo>
                    <a:lnTo>
                      <a:pt x="150" y="528"/>
                    </a:lnTo>
                    <a:lnTo>
                      <a:pt x="162" y="540"/>
                    </a:lnTo>
                    <a:lnTo>
                      <a:pt x="174" y="558"/>
                    </a:lnTo>
                    <a:lnTo>
                      <a:pt x="180" y="570"/>
                    </a:lnTo>
                    <a:lnTo>
                      <a:pt x="186" y="594"/>
                    </a:lnTo>
                    <a:lnTo>
                      <a:pt x="192" y="612"/>
                    </a:lnTo>
                    <a:lnTo>
                      <a:pt x="198" y="636"/>
                    </a:lnTo>
                    <a:lnTo>
                      <a:pt x="210" y="648"/>
                    </a:lnTo>
                    <a:lnTo>
                      <a:pt x="234" y="660"/>
                    </a:lnTo>
                    <a:lnTo>
                      <a:pt x="264" y="660"/>
                    </a:lnTo>
                    <a:lnTo>
                      <a:pt x="282" y="666"/>
                    </a:lnTo>
                    <a:lnTo>
                      <a:pt x="294" y="678"/>
                    </a:lnTo>
                    <a:lnTo>
                      <a:pt x="312" y="708"/>
                    </a:lnTo>
                    <a:lnTo>
                      <a:pt x="330" y="756"/>
                    </a:lnTo>
                    <a:lnTo>
                      <a:pt x="336" y="804"/>
                    </a:lnTo>
                    <a:lnTo>
                      <a:pt x="342" y="840"/>
                    </a:lnTo>
                    <a:lnTo>
                      <a:pt x="348" y="870"/>
                    </a:lnTo>
                    <a:lnTo>
                      <a:pt x="366" y="906"/>
                    </a:lnTo>
                    <a:lnTo>
                      <a:pt x="384" y="924"/>
                    </a:lnTo>
                    <a:lnTo>
                      <a:pt x="390" y="936"/>
                    </a:lnTo>
                    <a:lnTo>
                      <a:pt x="414" y="936"/>
                    </a:lnTo>
                    <a:lnTo>
                      <a:pt x="438" y="948"/>
                    </a:lnTo>
                    <a:lnTo>
                      <a:pt x="456" y="972"/>
                    </a:lnTo>
                    <a:lnTo>
                      <a:pt x="480" y="1008"/>
                    </a:lnTo>
                    <a:lnTo>
                      <a:pt x="504" y="1056"/>
                    </a:lnTo>
                    <a:lnTo>
                      <a:pt x="552" y="1128"/>
                    </a:lnTo>
                    <a:lnTo>
                      <a:pt x="582" y="1170"/>
                    </a:lnTo>
                    <a:lnTo>
                      <a:pt x="606" y="1206"/>
                    </a:lnTo>
                    <a:lnTo>
                      <a:pt x="618" y="1236"/>
                    </a:lnTo>
                    <a:lnTo>
                      <a:pt x="618" y="1266"/>
                    </a:lnTo>
                    <a:lnTo>
                      <a:pt x="612" y="1278"/>
                    </a:lnTo>
                    <a:lnTo>
                      <a:pt x="624" y="1266"/>
                    </a:lnTo>
                    <a:lnTo>
                      <a:pt x="630" y="1254"/>
                    </a:lnTo>
                    <a:lnTo>
                      <a:pt x="636" y="1248"/>
                    </a:lnTo>
                    <a:lnTo>
                      <a:pt x="636" y="1200"/>
                    </a:lnTo>
                    <a:lnTo>
                      <a:pt x="642" y="1188"/>
                    </a:lnTo>
                    <a:lnTo>
                      <a:pt x="648" y="1182"/>
                    </a:lnTo>
                    <a:lnTo>
                      <a:pt x="654" y="1182"/>
                    </a:lnTo>
                    <a:lnTo>
                      <a:pt x="672" y="1200"/>
                    </a:lnTo>
                    <a:lnTo>
                      <a:pt x="696" y="1194"/>
                    </a:lnTo>
                    <a:lnTo>
                      <a:pt x="702" y="1188"/>
                    </a:lnTo>
                    <a:lnTo>
                      <a:pt x="792" y="1188"/>
                    </a:lnTo>
                    <a:lnTo>
                      <a:pt x="804" y="1194"/>
                    </a:lnTo>
                    <a:lnTo>
                      <a:pt x="810" y="1200"/>
                    </a:lnTo>
                    <a:lnTo>
                      <a:pt x="888" y="1200"/>
                    </a:lnTo>
                    <a:lnTo>
                      <a:pt x="894" y="1206"/>
                    </a:lnTo>
                    <a:lnTo>
                      <a:pt x="900" y="1218"/>
                    </a:lnTo>
                    <a:lnTo>
                      <a:pt x="912" y="1224"/>
                    </a:lnTo>
                    <a:lnTo>
                      <a:pt x="924" y="1224"/>
                    </a:lnTo>
                    <a:lnTo>
                      <a:pt x="930" y="1212"/>
                    </a:lnTo>
                    <a:lnTo>
                      <a:pt x="936" y="1206"/>
                    </a:lnTo>
                    <a:lnTo>
                      <a:pt x="936" y="1188"/>
                    </a:lnTo>
                    <a:lnTo>
                      <a:pt x="942" y="1176"/>
                    </a:lnTo>
                    <a:lnTo>
                      <a:pt x="948" y="1170"/>
                    </a:lnTo>
                    <a:lnTo>
                      <a:pt x="954" y="1158"/>
                    </a:lnTo>
                    <a:lnTo>
                      <a:pt x="966" y="1146"/>
                    </a:lnTo>
                    <a:lnTo>
                      <a:pt x="972" y="1134"/>
                    </a:lnTo>
                    <a:lnTo>
                      <a:pt x="990" y="1116"/>
                    </a:lnTo>
                    <a:lnTo>
                      <a:pt x="1020" y="1098"/>
                    </a:lnTo>
                    <a:lnTo>
                      <a:pt x="1050" y="1092"/>
                    </a:lnTo>
                    <a:lnTo>
                      <a:pt x="1068" y="1086"/>
                    </a:lnTo>
                    <a:lnTo>
                      <a:pt x="1092" y="1086"/>
                    </a:lnTo>
                    <a:lnTo>
                      <a:pt x="1140" y="1080"/>
                    </a:lnTo>
                    <a:lnTo>
                      <a:pt x="1188" y="1068"/>
                    </a:lnTo>
                    <a:lnTo>
                      <a:pt x="1230" y="1062"/>
                    </a:lnTo>
                    <a:lnTo>
                      <a:pt x="1248" y="1062"/>
                    </a:lnTo>
                    <a:lnTo>
                      <a:pt x="1452" y="990"/>
                    </a:lnTo>
                    <a:lnTo>
                      <a:pt x="1488" y="816"/>
                    </a:lnTo>
                    <a:lnTo>
                      <a:pt x="1482" y="810"/>
                    </a:lnTo>
                    <a:lnTo>
                      <a:pt x="1470" y="804"/>
                    </a:lnTo>
                    <a:lnTo>
                      <a:pt x="1464" y="798"/>
                    </a:lnTo>
                    <a:lnTo>
                      <a:pt x="1464" y="79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3" name="Qatar" descr="© INSCALE GmbH, 05.05.2010&#10;http://www.presentationload.com/">
                <a:extLst>
                  <a:ext uri="{FF2B5EF4-FFF2-40B4-BE49-F238E27FC236}">
                    <a16:creationId xmlns:a16="http://schemas.microsoft.com/office/drawing/2014/main" id="{4AFAB0D9-A4F2-0F42-B403-3969D8DC8F7A}"/>
                  </a:ext>
                </a:extLst>
              </p:cNvPr>
              <p:cNvSpPr>
                <a:spLocks/>
              </p:cNvSpPr>
              <p:nvPr/>
            </p:nvSpPr>
            <p:spPr bwMode="gray">
              <a:xfrm>
                <a:off x="7215320" y="3252495"/>
                <a:ext cx="27943" cy="60815"/>
              </a:xfrm>
              <a:custGeom>
                <a:avLst/>
                <a:gdLst>
                  <a:gd name="T0" fmla="*/ 2147483647 w 66"/>
                  <a:gd name="T1" fmla="*/ 2147483647 h 144"/>
                  <a:gd name="T2" fmla="*/ 2147483647 w 66"/>
                  <a:gd name="T3" fmla="*/ 2147483647 h 144"/>
                  <a:gd name="T4" fmla="*/ 2147483647 w 66"/>
                  <a:gd name="T5" fmla="*/ 2147483647 h 144"/>
                  <a:gd name="T6" fmla="*/ 2147483647 w 66"/>
                  <a:gd name="T7" fmla="*/ 2147483647 h 144"/>
                  <a:gd name="T8" fmla="*/ 2147483647 w 66"/>
                  <a:gd name="T9" fmla="*/ 2147483647 h 144"/>
                  <a:gd name="T10" fmla="*/ 2147483647 w 66"/>
                  <a:gd name="T11" fmla="*/ 2147483647 h 144"/>
                  <a:gd name="T12" fmla="*/ 2147483647 w 66"/>
                  <a:gd name="T13" fmla="*/ 2147483647 h 144"/>
                  <a:gd name="T14" fmla="*/ 2147483647 w 66"/>
                  <a:gd name="T15" fmla="*/ 2147483647 h 144"/>
                  <a:gd name="T16" fmla="*/ 2147483647 w 66"/>
                  <a:gd name="T17" fmla="*/ 2147483647 h 144"/>
                  <a:gd name="T18" fmla="*/ 2147483647 w 66"/>
                  <a:gd name="T19" fmla="*/ 0 h 144"/>
                  <a:gd name="T20" fmla="*/ 2147483647 w 66"/>
                  <a:gd name="T21" fmla="*/ 0 h 144"/>
                  <a:gd name="T22" fmla="*/ 2147483647 w 66"/>
                  <a:gd name="T23" fmla="*/ 2147483647 h 144"/>
                  <a:gd name="T24" fmla="*/ 2147483647 w 66"/>
                  <a:gd name="T25" fmla="*/ 2147483647 h 144"/>
                  <a:gd name="T26" fmla="*/ 2147483647 w 66"/>
                  <a:gd name="T27" fmla="*/ 2147483647 h 144"/>
                  <a:gd name="T28" fmla="*/ 2147483647 w 66"/>
                  <a:gd name="T29" fmla="*/ 2147483647 h 144"/>
                  <a:gd name="T30" fmla="*/ 0 w 66"/>
                  <a:gd name="T31" fmla="*/ 2147483647 h 144"/>
                  <a:gd name="T32" fmla="*/ 2147483647 w 66"/>
                  <a:gd name="T33" fmla="*/ 2147483647 h 144"/>
                  <a:gd name="T34" fmla="*/ 2147483647 w 66"/>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144"/>
                  <a:gd name="T56" fmla="*/ 66 w 66"/>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144">
                    <a:moveTo>
                      <a:pt x="24" y="132"/>
                    </a:moveTo>
                    <a:lnTo>
                      <a:pt x="36" y="144"/>
                    </a:lnTo>
                    <a:lnTo>
                      <a:pt x="48" y="132"/>
                    </a:lnTo>
                    <a:lnTo>
                      <a:pt x="54" y="114"/>
                    </a:lnTo>
                    <a:lnTo>
                      <a:pt x="60" y="102"/>
                    </a:lnTo>
                    <a:lnTo>
                      <a:pt x="66" y="84"/>
                    </a:lnTo>
                    <a:lnTo>
                      <a:pt x="66" y="30"/>
                    </a:lnTo>
                    <a:lnTo>
                      <a:pt x="54" y="18"/>
                    </a:lnTo>
                    <a:lnTo>
                      <a:pt x="48" y="6"/>
                    </a:lnTo>
                    <a:lnTo>
                      <a:pt x="36" y="0"/>
                    </a:lnTo>
                    <a:lnTo>
                      <a:pt x="30" y="0"/>
                    </a:lnTo>
                    <a:lnTo>
                      <a:pt x="24" y="6"/>
                    </a:lnTo>
                    <a:lnTo>
                      <a:pt x="18" y="18"/>
                    </a:lnTo>
                    <a:lnTo>
                      <a:pt x="12" y="36"/>
                    </a:lnTo>
                    <a:lnTo>
                      <a:pt x="12" y="108"/>
                    </a:lnTo>
                    <a:lnTo>
                      <a:pt x="0" y="120"/>
                    </a:lnTo>
                    <a:lnTo>
                      <a:pt x="6" y="132"/>
                    </a:lnTo>
                    <a:lnTo>
                      <a:pt x="24" y="1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4" name="Philippines" descr="© INSCALE GmbH, 05.05.2010&#10;http://www.presentationload.com/">
                <a:extLst>
                  <a:ext uri="{FF2B5EF4-FFF2-40B4-BE49-F238E27FC236}">
                    <a16:creationId xmlns:a16="http://schemas.microsoft.com/office/drawing/2014/main" id="{77830E32-75C2-5644-BF4A-2BC808199E84}"/>
                  </a:ext>
                </a:extLst>
              </p:cNvPr>
              <p:cNvSpPr>
                <a:spLocks noEditPoints="1"/>
              </p:cNvSpPr>
              <p:nvPr/>
            </p:nvSpPr>
            <p:spPr bwMode="gray">
              <a:xfrm>
                <a:off x="9220560" y="3507258"/>
                <a:ext cx="300787" cy="504598"/>
              </a:xfrm>
              <a:custGeom>
                <a:avLst/>
                <a:gdLst>
                  <a:gd name="T0" fmla="*/ 2147483647 w 714"/>
                  <a:gd name="T1" fmla="*/ 2147483647 h 1200"/>
                  <a:gd name="T2" fmla="*/ 2147483647 w 714"/>
                  <a:gd name="T3" fmla="*/ 2147483647 h 1200"/>
                  <a:gd name="T4" fmla="*/ 2147483647 w 714"/>
                  <a:gd name="T5" fmla="*/ 2147483647 h 1200"/>
                  <a:gd name="T6" fmla="*/ 2147483647 w 714"/>
                  <a:gd name="T7" fmla="*/ 2147483647 h 1200"/>
                  <a:gd name="T8" fmla="*/ 2147483647 w 714"/>
                  <a:gd name="T9" fmla="*/ 2147483647 h 1200"/>
                  <a:gd name="T10" fmla="*/ 2147483647 w 714"/>
                  <a:gd name="T11" fmla="*/ 2147483647 h 1200"/>
                  <a:gd name="T12" fmla="*/ 2147483647 w 714"/>
                  <a:gd name="T13" fmla="*/ 2147483647 h 1200"/>
                  <a:gd name="T14" fmla="*/ 2147483647 w 714"/>
                  <a:gd name="T15" fmla="*/ 2147483647 h 1200"/>
                  <a:gd name="T16" fmla="*/ 2147483647 w 714"/>
                  <a:gd name="T17" fmla="*/ 2147483647 h 1200"/>
                  <a:gd name="T18" fmla="*/ 2147483647 w 714"/>
                  <a:gd name="T19" fmla="*/ 2147483647 h 1200"/>
                  <a:gd name="T20" fmla="*/ 2147483647 w 714"/>
                  <a:gd name="T21" fmla="*/ 2147483647 h 1200"/>
                  <a:gd name="T22" fmla="*/ 2147483647 w 714"/>
                  <a:gd name="T23" fmla="*/ 2147483647 h 1200"/>
                  <a:gd name="T24" fmla="*/ 2147483647 w 714"/>
                  <a:gd name="T25" fmla="*/ 2147483647 h 1200"/>
                  <a:gd name="T26" fmla="*/ 2147483647 w 714"/>
                  <a:gd name="T27" fmla="*/ 2147483647 h 1200"/>
                  <a:gd name="T28" fmla="*/ 2147483647 w 714"/>
                  <a:gd name="T29" fmla="*/ 2147483647 h 1200"/>
                  <a:gd name="T30" fmla="*/ 2147483647 w 714"/>
                  <a:gd name="T31" fmla="*/ 2147483647 h 1200"/>
                  <a:gd name="T32" fmla="*/ 2147483647 w 714"/>
                  <a:gd name="T33" fmla="*/ 2147483647 h 1200"/>
                  <a:gd name="T34" fmla="*/ 2147483647 w 714"/>
                  <a:gd name="T35" fmla="*/ 2147483647 h 1200"/>
                  <a:gd name="T36" fmla="*/ 2147483647 w 714"/>
                  <a:gd name="T37" fmla="*/ 2147483647 h 1200"/>
                  <a:gd name="T38" fmla="*/ 2147483647 w 714"/>
                  <a:gd name="T39" fmla="*/ 2147483647 h 1200"/>
                  <a:gd name="T40" fmla="*/ 2147483647 w 714"/>
                  <a:gd name="T41" fmla="*/ 2147483647 h 1200"/>
                  <a:gd name="T42" fmla="*/ 2147483647 w 714"/>
                  <a:gd name="T43" fmla="*/ 2147483647 h 1200"/>
                  <a:gd name="T44" fmla="*/ 2147483647 w 714"/>
                  <a:gd name="T45" fmla="*/ 2147483647 h 1200"/>
                  <a:gd name="T46" fmla="*/ 2147483647 w 714"/>
                  <a:gd name="T47" fmla="*/ 2147483647 h 1200"/>
                  <a:gd name="T48" fmla="*/ 2147483647 w 714"/>
                  <a:gd name="T49" fmla="*/ 2147483647 h 1200"/>
                  <a:gd name="T50" fmla="*/ 2147483647 w 714"/>
                  <a:gd name="T51" fmla="*/ 2147483647 h 1200"/>
                  <a:gd name="T52" fmla="*/ 2147483647 w 714"/>
                  <a:gd name="T53" fmla="*/ 2147483647 h 1200"/>
                  <a:gd name="T54" fmla="*/ 2147483647 w 714"/>
                  <a:gd name="T55" fmla="*/ 2147483647 h 1200"/>
                  <a:gd name="T56" fmla="*/ 2147483647 w 714"/>
                  <a:gd name="T57" fmla="*/ 2147483647 h 1200"/>
                  <a:gd name="T58" fmla="*/ 2147483647 w 714"/>
                  <a:gd name="T59" fmla="*/ 2147483647 h 1200"/>
                  <a:gd name="T60" fmla="*/ 2147483647 w 714"/>
                  <a:gd name="T61" fmla="*/ 2147483647 h 1200"/>
                  <a:gd name="T62" fmla="*/ 2147483647 w 714"/>
                  <a:gd name="T63" fmla="*/ 2147483647 h 1200"/>
                  <a:gd name="T64" fmla="*/ 2147483647 w 714"/>
                  <a:gd name="T65" fmla="*/ 2147483647 h 1200"/>
                  <a:gd name="T66" fmla="*/ 2147483647 w 714"/>
                  <a:gd name="T67" fmla="*/ 2147483647 h 1200"/>
                  <a:gd name="T68" fmla="*/ 2147483647 w 714"/>
                  <a:gd name="T69" fmla="*/ 2147483647 h 1200"/>
                  <a:gd name="T70" fmla="*/ 2147483647 w 714"/>
                  <a:gd name="T71" fmla="*/ 2147483647 h 1200"/>
                  <a:gd name="T72" fmla="*/ 2147483647 w 714"/>
                  <a:gd name="T73" fmla="*/ 2147483647 h 1200"/>
                  <a:gd name="T74" fmla="*/ 2147483647 w 714"/>
                  <a:gd name="T75" fmla="*/ 2147483647 h 1200"/>
                  <a:gd name="T76" fmla="*/ 2147483647 w 714"/>
                  <a:gd name="T77" fmla="*/ 2147483647 h 1200"/>
                  <a:gd name="T78" fmla="*/ 2147483647 w 714"/>
                  <a:gd name="T79" fmla="*/ 0 h 1200"/>
                  <a:gd name="T80" fmla="*/ 2147483647 w 714"/>
                  <a:gd name="T81" fmla="*/ 2147483647 h 1200"/>
                  <a:gd name="T82" fmla="*/ 2147483647 w 714"/>
                  <a:gd name="T83" fmla="*/ 2147483647 h 1200"/>
                  <a:gd name="T84" fmla="*/ 2147483647 w 714"/>
                  <a:gd name="T85" fmla="*/ 2147483647 h 1200"/>
                  <a:gd name="T86" fmla="*/ 2147483647 w 714"/>
                  <a:gd name="T87" fmla="*/ 2147483647 h 1200"/>
                  <a:gd name="T88" fmla="*/ 2147483647 w 714"/>
                  <a:gd name="T89" fmla="*/ 2147483647 h 1200"/>
                  <a:gd name="T90" fmla="*/ 2147483647 w 714"/>
                  <a:gd name="T91" fmla="*/ 2147483647 h 1200"/>
                  <a:gd name="T92" fmla="*/ 2147483647 w 714"/>
                  <a:gd name="T93" fmla="*/ 2147483647 h 1200"/>
                  <a:gd name="T94" fmla="*/ 2147483647 w 714"/>
                  <a:gd name="T95" fmla="*/ 2147483647 h 1200"/>
                  <a:gd name="T96" fmla="*/ 2147483647 w 714"/>
                  <a:gd name="T97" fmla="*/ 2147483647 h 1200"/>
                  <a:gd name="T98" fmla="*/ 2147483647 w 714"/>
                  <a:gd name="T99" fmla="*/ 2147483647 h 1200"/>
                  <a:gd name="T100" fmla="*/ 2147483647 w 714"/>
                  <a:gd name="T101" fmla="*/ 2147483647 h 1200"/>
                  <a:gd name="T102" fmla="*/ 2147483647 w 714"/>
                  <a:gd name="T103" fmla="*/ 2147483647 h 1200"/>
                  <a:gd name="T104" fmla="*/ 2147483647 w 714"/>
                  <a:gd name="T105" fmla="*/ 2147483647 h 1200"/>
                  <a:gd name="T106" fmla="*/ 2147483647 w 714"/>
                  <a:gd name="T107" fmla="*/ 2147483647 h 1200"/>
                  <a:gd name="T108" fmla="*/ 2147483647 w 714"/>
                  <a:gd name="T109" fmla="*/ 2147483647 h 1200"/>
                  <a:gd name="T110" fmla="*/ 2147483647 w 714"/>
                  <a:gd name="T111" fmla="*/ 2147483647 h 1200"/>
                  <a:gd name="T112" fmla="*/ 2147483647 w 714"/>
                  <a:gd name="T113" fmla="*/ 2147483647 h 1200"/>
                  <a:gd name="T114" fmla="*/ 2147483647 w 714"/>
                  <a:gd name="T115" fmla="*/ 2147483647 h 1200"/>
                  <a:gd name="T116" fmla="*/ 2147483647 w 714"/>
                  <a:gd name="T117" fmla="*/ 2147483647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14"/>
                  <a:gd name="T178" fmla="*/ 0 h 1200"/>
                  <a:gd name="T179" fmla="*/ 714 w 714"/>
                  <a:gd name="T180" fmla="*/ 1200 h 12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14" h="1200">
                    <a:moveTo>
                      <a:pt x="702" y="1140"/>
                    </a:moveTo>
                    <a:lnTo>
                      <a:pt x="690" y="1170"/>
                    </a:lnTo>
                    <a:lnTo>
                      <a:pt x="696" y="1200"/>
                    </a:lnTo>
                    <a:lnTo>
                      <a:pt x="714" y="1182"/>
                    </a:lnTo>
                    <a:lnTo>
                      <a:pt x="714" y="1140"/>
                    </a:lnTo>
                    <a:lnTo>
                      <a:pt x="702" y="1140"/>
                    </a:lnTo>
                    <a:close/>
                    <a:moveTo>
                      <a:pt x="582" y="1176"/>
                    </a:moveTo>
                    <a:lnTo>
                      <a:pt x="600" y="1140"/>
                    </a:lnTo>
                    <a:lnTo>
                      <a:pt x="576" y="1134"/>
                    </a:lnTo>
                    <a:lnTo>
                      <a:pt x="582" y="1176"/>
                    </a:lnTo>
                    <a:close/>
                    <a:moveTo>
                      <a:pt x="246" y="1038"/>
                    </a:moveTo>
                    <a:lnTo>
                      <a:pt x="264" y="1050"/>
                    </a:lnTo>
                    <a:lnTo>
                      <a:pt x="282" y="1020"/>
                    </a:lnTo>
                    <a:lnTo>
                      <a:pt x="258" y="1008"/>
                    </a:lnTo>
                    <a:lnTo>
                      <a:pt x="246" y="1038"/>
                    </a:lnTo>
                    <a:close/>
                    <a:moveTo>
                      <a:pt x="504" y="558"/>
                    </a:moveTo>
                    <a:lnTo>
                      <a:pt x="540" y="576"/>
                    </a:lnTo>
                    <a:lnTo>
                      <a:pt x="540" y="582"/>
                    </a:lnTo>
                    <a:lnTo>
                      <a:pt x="534" y="588"/>
                    </a:lnTo>
                    <a:lnTo>
                      <a:pt x="504" y="588"/>
                    </a:lnTo>
                    <a:lnTo>
                      <a:pt x="570" y="642"/>
                    </a:lnTo>
                    <a:lnTo>
                      <a:pt x="570" y="618"/>
                    </a:lnTo>
                    <a:lnTo>
                      <a:pt x="600" y="624"/>
                    </a:lnTo>
                    <a:lnTo>
                      <a:pt x="576" y="588"/>
                    </a:lnTo>
                    <a:lnTo>
                      <a:pt x="576" y="582"/>
                    </a:lnTo>
                    <a:lnTo>
                      <a:pt x="570" y="576"/>
                    </a:lnTo>
                    <a:lnTo>
                      <a:pt x="570" y="558"/>
                    </a:lnTo>
                    <a:lnTo>
                      <a:pt x="564" y="546"/>
                    </a:lnTo>
                    <a:lnTo>
                      <a:pt x="534" y="516"/>
                    </a:lnTo>
                    <a:lnTo>
                      <a:pt x="522" y="510"/>
                    </a:lnTo>
                    <a:lnTo>
                      <a:pt x="504" y="504"/>
                    </a:lnTo>
                    <a:lnTo>
                      <a:pt x="492" y="498"/>
                    </a:lnTo>
                    <a:lnTo>
                      <a:pt x="474" y="498"/>
                    </a:lnTo>
                    <a:lnTo>
                      <a:pt x="468" y="504"/>
                    </a:lnTo>
                    <a:lnTo>
                      <a:pt x="468" y="528"/>
                    </a:lnTo>
                    <a:lnTo>
                      <a:pt x="492" y="552"/>
                    </a:lnTo>
                    <a:lnTo>
                      <a:pt x="504" y="558"/>
                    </a:lnTo>
                    <a:close/>
                    <a:moveTo>
                      <a:pt x="462" y="666"/>
                    </a:moveTo>
                    <a:lnTo>
                      <a:pt x="474" y="750"/>
                    </a:lnTo>
                    <a:lnTo>
                      <a:pt x="486" y="672"/>
                    </a:lnTo>
                    <a:lnTo>
                      <a:pt x="462" y="618"/>
                    </a:lnTo>
                    <a:lnTo>
                      <a:pt x="438" y="618"/>
                    </a:lnTo>
                    <a:lnTo>
                      <a:pt x="462" y="666"/>
                    </a:lnTo>
                    <a:close/>
                    <a:moveTo>
                      <a:pt x="492" y="738"/>
                    </a:moveTo>
                    <a:lnTo>
                      <a:pt x="522" y="738"/>
                    </a:lnTo>
                    <a:lnTo>
                      <a:pt x="528" y="708"/>
                    </a:lnTo>
                    <a:lnTo>
                      <a:pt x="498" y="702"/>
                    </a:lnTo>
                    <a:lnTo>
                      <a:pt x="492" y="738"/>
                    </a:lnTo>
                    <a:close/>
                    <a:moveTo>
                      <a:pt x="570" y="660"/>
                    </a:moveTo>
                    <a:lnTo>
                      <a:pt x="546" y="648"/>
                    </a:lnTo>
                    <a:lnTo>
                      <a:pt x="528" y="630"/>
                    </a:lnTo>
                    <a:lnTo>
                      <a:pt x="528" y="624"/>
                    </a:lnTo>
                    <a:lnTo>
                      <a:pt x="522" y="618"/>
                    </a:lnTo>
                    <a:lnTo>
                      <a:pt x="486" y="618"/>
                    </a:lnTo>
                    <a:lnTo>
                      <a:pt x="492" y="660"/>
                    </a:lnTo>
                    <a:lnTo>
                      <a:pt x="510" y="654"/>
                    </a:lnTo>
                    <a:lnTo>
                      <a:pt x="522" y="678"/>
                    </a:lnTo>
                    <a:lnTo>
                      <a:pt x="570" y="714"/>
                    </a:lnTo>
                    <a:lnTo>
                      <a:pt x="570" y="660"/>
                    </a:lnTo>
                    <a:close/>
                    <a:moveTo>
                      <a:pt x="162" y="600"/>
                    </a:moveTo>
                    <a:lnTo>
                      <a:pt x="144" y="582"/>
                    </a:lnTo>
                    <a:lnTo>
                      <a:pt x="138" y="606"/>
                    </a:lnTo>
                    <a:lnTo>
                      <a:pt x="132" y="618"/>
                    </a:lnTo>
                    <a:lnTo>
                      <a:pt x="126" y="624"/>
                    </a:lnTo>
                    <a:lnTo>
                      <a:pt x="120" y="642"/>
                    </a:lnTo>
                    <a:lnTo>
                      <a:pt x="120" y="654"/>
                    </a:lnTo>
                    <a:lnTo>
                      <a:pt x="126" y="660"/>
                    </a:lnTo>
                    <a:lnTo>
                      <a:pt x="138" y="666"/>
                    </a:lnTo>
                    <a:lnTo>
                      <a:pt x="150" y="678"/>
                    </a:lnTo>
                    <a:lnTo>
                      <a:pt x="144" y="684"/>
                    </a:lnTo>
                    <a:lnTo>
                      <a:pt x="120" y="696"/>
                    </a:lnTo>
                    <a:lnTo>
                      <a:pt x="114" y="702"/>
                    </a:lnTo>
                    <a:lnTo>
                      <a:pt x="102" y="708"/>
                    </a:lnTo>
                    <a:lnTo>
                      <a:pt x="96" y="732"/>
                    </a:lnTo>
                    <a:lnTo>
                      <a:pt x="72" y="750"/>
                    </a:lnTo>
                    <a:lnTo>
                      <a:pt x="72" y="762"/>
                    </a:lnTo>
                    <a:lnTo>
                      <a:pt x="60" y="774"/>
                    </a:lnTo>
                    <a:lnTo>
                      <a:pt x="48" y="780"/>
                    </a:lnTo>
                    <a:lnTo>
                      <a:pt x="42" y="786"/>
                    </a:lnTo>
                    <a:lnTo>
                      <a:pt x="30" y="792"/>
                    </a:lnTo>
                    <a:lnTo>
                      <a:pt x="24" y="798"/>
                    </a:lnTo>
                    <a:lnTo>
                      <a:pt x="18" y="798"/>
                    </a:lnTo>
                    <a:lnTo>
                      <a:pt x="18" y="804"/>
                    </a:lnTo>
                    <a:lnTo>
                      <a:pt x="12" y="810"/>
                    </a:lnTo>
                    <a:lnTo>
                      <a:pt x="0" y="834"/>
                    </a:lnTo>
                    <a:lnTo>
                      <a:pt x="0" y="864"/>
                    </a:lnTo>
                    <a:lnTo>
                      <a:pt x="30" y="834"/>
                    </a:lnTo>
                    <a:lnTo>
                      <a:pt x="30" y="816"/>
                    </a:lnTo>
                    <a:lnTo>
                      <a:pt x="36" y="810"/>
                    </a:lnTo>
                    <a:lnTo>
                      <a:pt x="42" y="810"/>
                    </a:lnTo>
                    <a:lnTo>
                      <a:pt x="78" y="798"/>
                    </a:lnTo>
                    <a:lnTo>
                      <a:pt x="84" y="792"/>
                    </a:lnTo>
                    <a:lnTo>
                      <a:pt x="84" y="762"/>
                    </a:lnTo>
                    <a:lnTo>
                      <a:pt x="90" y="750"/>
                    </a:lnTo>
                    <a:lnTo>
                      <a:pt x="96" y="744"/>
                    </a:lnTo>
                    <a:lnTo>
                      <a:pt x="114" y="738"/>
                    </a:lnTo>
                    <a:lnTo>
                      <a:pt x="126" y="732"/>
                    </a:lnTo>
                    <a:lnTo>
                      <a:pt x="144" y="720"/>
                    </a:lnTo>
                    <a:lnTo>
                      <a:pt x="162" y="714"/>
                    </a:lnTo>
                    <a:lnTo>
                      <a:pt x="168" y="702"/>
                    </a:lnTo>
                    <a:lnTo>
                      <a:pt x="174" y="696"/>
                    </a:lnTo>
                    <a:lnTo>
                      <a:pt x="174" y="684"/>
                    </a:lnTo>
                    <a:lnTo>
                      <a:pt x="156" y="648"/>
                    </a:lnTo>
                    <a:lnTo>
                      <a:pt x="156" y="624"/>
                    </a:lnTo>
                    <a:lnTo>
                      <a:pt x="162" y="612"/>
                    </a:lnTo>
                    <a:lnTo>
                      <a:pt x="162" y="600"/>
                    </a:lnTo>
                    <a:close/>
                    <a:moveTo>
                      <a:pt x="330" y="1026"/>
                    </a:moveTo>
                    <a:lnTo>
                      <a:pt x="372" y="1056"/>
                    </a:lnTo>
                    <a:lnTo>
                      <a:pt x="372" y="1020"/>
                    </a:lnTo>
                    <a:lnTo>
                      <a:pt x="348" y="1002"/>
                    </a:lnTo>
                    <a:lnTo>
                      <a:pt x="330" y="1026"/>
                    </a:lnTo>
                    <a:close/>
                    <a:moveTo>
                      <a:pt x="660" y="840"/>
                    </a:moveTo>
                    <a:lnTo>
                      <a:pt x="660" y="816"/>
                    </a:lnTo>
                    <a:lnTo>
                      <a:pt x="654" y="804"/>
                    </a:lnTo>
                    <a:lnTo>
                      <a:pt x="654" y="792"/>
                    </a:lnTo>
                    <a:lnTo>
                      <a:pt x="642" y="780"/>
                    </a:lnTo>
                    <a:lnTo>
                      <a:pt x="630" y="774"/>
                    </a:lnTo>
                    <a:lnTo>
                      <a:pt x="600" y="744"/>
                    </a:lnTo>
                    <a:lnTo>
                      <a:pt x="588" y="738"/>
                    </a:lnTo>
                    <a:lnTo>
                      <a:pt x="582" y="738"/>
                    </a:lnTo>
                    <a:lnTo>
                      <a:pt x="576" y="744"/>
                    </a:lnTo>
                    <a:lnTo>
                      <a:pt x="582" y="750"/>
                    </a:lnTo>
                    <a:lnTo>
                      <a:pt x="588" y="762"/>
                    </a:lnTo>
                    <a:lnTo>
                      <a:pt x="594" y="768"/>
                    </a:lnTo>
                    <a:lnTo>
                      <a:pt x="606" y="774"/>
                    </a:lnTo>
                    <a:lnTo>
                      <a:pt x="606" y="786"/>
                    </a:lnTo>
                    <a:lnTo>
                      <a:pt x="600" y="786"/>
                    </a:lnTo>
                    <a:lnTo>
                      <a:pt x="588" y="792"/>
                    </a:lnTo>
                    <a:lnTo>
                      <a:pt x="570" y="792"/>
                    </a:lnTo>
                    <a:lnTo>
                      <a:pt x="558" y="798"/>
                    </a:lnTo>
                    <a:lnTo>
                      <a:pt x="546" y="798"/>
                    </a:lnTo>
                    <a:lnTo>
                      <a:pt x="546" y="828"/>
                    </a:lnTo>
                    <a:lnTo>
                      <a:pt x="528" y="828"/>
                    </a:lnTo>
                    <a:lnTo>
                      <a:pt x="522" y="846"/>
                    </a:lnTo>
                    <a:lnTo>
                      <a:pt x="498" y="864"/>
                    </a:lnTo>
                    <a:lnTo>
                      <a:pt x="492" y="864"/>
                    </a:lnTo>
                    <a:lnTo>
                      <a:pt x="486" y="858"/>
                    </a:lnTo>
                    <a:lnTo>
                      <a:pt x="474" y="852"/>
                    </a:lnTo>
                    <a:lnTo>
                      <a:pt x="462" y="852"/>
                    </a:lnTo>
                    <a:lnTo>
                      <a:pt x="450" y="846"/>
                    </a:lnTo>
                    <a:lnTo>
                      <a:pt x="438" y="858"/>
                    </a:lnTo>
                    <a:lnTo>
                      <a:pt x="432" y="870"/>
                    </a:lnTo>
                    <a:lnTo>
                      <a:pt x="420" y="882"/>
                    </a:lnTo>
                    <a:lnTo>
                      <a:pt x="414" y="894"/>
                    </a:lnTo>
                    <a:lnTo>
                      <a:pt x="408" y="900"/>
                    </a:lnTo>
                    <a:lnTo>
                      <a:pt x="408" y="906"/>
                    </a:lnTo>
                    <a:lnTo>
                      <a:pt x="408" y="900"/>
                    </a:lnTo>
                    <a:lnTo>
                      <a:pt x="396" y="888"/>
                    </a:lnTo>
                    <a:lnTo>
                      <a:pt x="384" y="888"/>
                    </a:lnTo>
                    <a:lnTo>
                      <a:pt x="378" y="900"/>
                    </a:lnTo>
                    <a:lnTo>
                      <a:pt x="378" y="912"/>
                    </a:lnTo>
                    <a:lnTo>
                      <a:pt x="372" y="924"/>
                    </a:lnTo>
                    <a:lnTo>
                      <a:pt x="366" y="930"/>
                    </a:lnTo>
                    <a:lnTo>
                      <a:pt x="360" y="942"/>
                    </a:lnTo>
                    <a:lnTo>
                      <a:pt x="384" y="960"/>
                    </a:lnTo>
                    <a:lnTo>
                      <a:pt x="402" y="942"/>
                    </a:lnTo>
                    <a:lnTo>
                      <a:pt x="414" y="966"/>
                    </a:lnTo>
                    <a:lnTo>
                      <a:pt x="420" y="960"/>
                    </a:lnTo>
                    <a:lnTo>
                      <a:pt x="432" y="954"/>
                    </a:lnTo>
                    <a:lnTo>
                      <a:pt x="450" y="936"/>
                    </a:lnTo>
                    <a:lnTo>
                      <a:pt x="462" y="930"/>
                    </a:lnTo>
                    <a:lnTo>
                      <a:pt x="474" y="930"/>
                    </a:lnTo>
                    <a:lnTo>
                      <a:pt x="498" y="954"/>
                    </a:lnTo>
                    <a:lnTo>
                      <a:pt x="510" y="960"/>
                    </a:lnTo>
                    <a:lnTo>
                      <a:pt x="492" y="978"/>
                    </a:lnTo>
                    <a:lnTo>
                      <a:pt x="492" y="990"/>
                    </a:lnTo>
                    <a:lnTo>
                      <a:pt x="510" y="1026"/>
                    </a:lnTo>
                    <a:lnTo>
                      <a:pt x="522" y="1044"/>
                    </a:lnTo>
                    <a:lnTo>
                      <a:pt x="534" y="1056"/>
                    </a:lnTo>
                    <a:lnTo>
                      <a:pt x="546" y="1062"/>
                    </a:lnTo>
                    <a:lnTo>
                      <a:pt x="558" y="1062"/>
                    </a:lnTo>
                    <a:lnTo>
                      <a:pt x="570" y="1068"/>
                    </a:lnTo>
                    <a:lnTo>
                      <a:pt x="582" y="1068"/>
                    </a:lnTo>
                    <a:lnTo>
                      <a:pt x="606" y="1050"/>
                    </a:lnTo>
                    <a:lnTo>
                      <a:pt x="606" y="1074"/>
                    </a:lnTo>
                    <a:lnTo>
                      <a:pt x="630" y="1074"/>
                    </a:lnTo>
                    <a:lnTo>
                      <a:pt x="630" y="1038"/>
                    </a:lnTo>
                    <a:lnTo>
                      <a:pt x="624" y="1032"/>
                    </a:lnTo>
                    <a:lnTo>
                      <a:pt x="606" y="996"/>
                    </a:lnTo>
                    <a:lnTo>
                      <a:pt x="606" y="984"/>
                    </a:lnTo>
                    <a:lnTo>
                      <a:pt x="612" y="972"/>
                    </a:lnTo>
                    <a:lnTo>
                      <a:pt x="624" y="960"/>
                    </a:lnTo>
                    <a:lnTo>
                      <a:pt x="654" y="1014"/>
                    </a:lnTo>
                    <a:lnTo>
                      <a:pt x="654" y="1008"/>
                    </a:lnTo>
                    <a:lnTo>
                      <a:pt x="660" y="1002"/>
                    </a:lnTo>
                    <a:lnTo>
                      <a:pt x="672" y="978"/>
                    </a:lnTo>
                    <a:lnTo>
                      <a:pt x="678" y="960"/>
                    </a:lnTo>
                    <a:lnTo>
                      <a:pt x="678" y="936"/>
                    </a:lnTo>
                    <a:lnTo>
                      <a:pt x="672" y="918"/>
                    </a:lnTo>
                    <a:lnTo>
                      <a:pt x="666" y="912"/>
                    </a:lnTo>
                    <a:lnTo>
                      <a:pt x="660" y="900"/>
                    </a:lnTo>
                    <a:lnTo>
                      <a:pt x="660" y="840"/>
                    </a:lnTo>
                    <a:close/>
                    <a:moveTo>
                      <a:pt x="330" y="384"/>
                    </a:moveTo>
                    <a:lnTo>
                      <a:pt x="348" y="384"/>
                    </a:lnTo>
                    <a:lnTo>
                      <a:pt x="354" y="390"/>
                    </a:lnTo>
                    <a:lnTo>
                      <a:pt x="366" y="396"/>
                    </a:lnTo>
                    <a:lnTo>
                      <a:pt x="366" y="408"/>
                    </a:lnTo>
                    <a:lnTo>
                      <a:pt x="372" y="420"/>
                    </a:lnTo>
                    <a:lnTo>
                      <a:pt x="384" y="438"/>
                    </a:lnTo>
                    <a:lnTo>
                      <a:pt x="396" y="450"/>
                    </a:lnTo>
                    <a:lnTo>
                      <a:pt x="414" y="462"/>
                    </a:lnTo>
                    <a:lnTo>
                      <a:pt x="432" y="462"/>
                    </a:lnTo>
                    <a:lnTo>
                      <a:pt x="444" y="438"/>
                    </a:lnTo>
                    <a:lnTo>
                      <a:pt x="444" y="426"/>
                    </a:lnTo>
                    <a:lnTo>
                      <a:pt x="432" y="402"/>
                    </a:lnTo>
                    <a:lnTo>
                      <a:pt x="420" y="396"/>
                    </a:lnTo>
                    <a:lnTo>
                      <a:pt x="408" y="396"/>
                    </a:lnTo>
                    <a:lnTo>
                      <a:pt x="408" y="390"/>
                    </a:lnTo>
                    <a:lnTo>
                      <a:pt x="414" y="384"/>
                    </a:lnTo>
                    <a:lnTo>
                      <a:pt x="414" y="378"/>
                    </a:lnTo>
                    <a:lnTo>
                      <a:pt x="420" y="372"/>
                    </a:lnTo>
                    <a:lnTo>
                      <a:pt x="408" y="372"/>
                    </a:lnTo>
                    <a:lnTo>
                      <a:pt x="396" y="366"/>
                    </a:lnTo>
                    <a:lnTo>
                      <a:pt x="390" y="360"/>
                    </a:lnTo>
                    <a:lnTo>
                      <a:pt x="372" y="360"/>
                    </a:lnTo>
                    <a:lnTo>
                      <a:pt x="366" y="366"/>
                    </a:lnTo>
                    <a:lnTo>
                      <a:pt x="354" y="372"/>
                    </a:lnTo>
                    <a:lnTo>
                      <a:pt x="342" y="360"/>
                    </a:lnTo>
                    <a:lnTo>
                      <a:pt x="330" y="354"/>
                    </a:lnTo>
                    <a:lnTo>
                      <a:pt x="312" y="354"/>
                    </a:lnTo>
                    <a:lnTo>
                      <a:pt x="300" y="366"/>
                    </a:lnTo>
                    <a:lnTo>
                      <a:pt x="288" y="372"/>
                    </a:lnTo>
                    <a:lnTo>
                      <a:pt x="282" y="372"/>
                    </a:lnTo>
                    <a:lnTo>
                      <a:pt x="264" y="354"/>
                    </a:lnTo>
                    <a:lnTo>
                      <a:pt x="258" y="342"/>
                    </a:lnTo>
                    <a:lnTo>
                      <a:pt x="258" y="252"/>
                    </a:lnTo>
                    <a:lnTo>
                      <a:pt x="270" y="228"/>
                    </a:lnTo>
                    <a:lnTo>
                      <a:pt x="270" y="222"/>
                    </a:lnTo>
                    <a:lnTo>
                      <a:pt x="288" y="204"/>
                    </a:lnTo>
                    <a:lnTo>
                      <a:pt x="288" y="174"/>
                    </a:lnTo>
                    <a:lnTo>
                      <a:pt x="276" y="150"/>
                    </a:lnTo>
                    <a:lnTo>
                      <a:pt x="276" y="126"/>
                    </a:lnTo>
                    <a:lnTo>
                      <a:pt x="282" y="108"/>
                    </a:lnTo>
                    <a:lnTo>
                      <a:pt x="282" y="72"/>
                    </a:lnTo>
                    <a:lnTo>
                      <a:pt x="264" y="54"/>
                    </a:lnTo>
                    <a:lnTo>
                      <a:pt x="264" y="36"/>
                    </a:lnTo>
                    <a:lnTo>
                      <a:pt x="258" y="30"/>
                    </a:lnTo>
                    <a:lnTo>
                      <a:pt x="258" y="6"/>
                    </a:lnTo>
                    <a:lnTo>
                      <a:pt x="252" y="0"/>
                    </a:lnTo>
                    <a:lnTo>
                      <a:pt x="240" y="0"/>
                    </a:lnTo>
                    <a:lnTo>
                      <a:pt x="234" y="6"/>
                    </a:lnTo>
                    <a:lnTo>
                      <a:pt x="234" y="12"/>
                    </a:lnTo>
                    <a:lnTo>
                      <a:pt x="228" y="18"/>
                    </a:lnTo>
                    <a:lnTo>
                      <a:pt x="216" y="24"/>
                    </a:lnTo>
                    <a:lnTo>
                      <a:pt x="204" y="24"/>
                    </a:lnTo>
                    <a:lnTo>
                      <a:pt x="192" y="18"/>
                    </a:lnTo>
                    <a:lnTo>
                      <a:pt x="186" y="12"/>
                    </a:lnTo>
                    <a:lnTo>
                      <a:pt x="174" y="12"/>
                    </a:lnTo>
                    <a:lnTo>
                      <a:pt x="162" y="18"/>
                    </a:lnTo>
                    <a:lnTo>
                      <a:pt x="162" y="36"/>
                    </a:lnTo>
                    <a:lnTo>
                      <a:pt x="156" y="42"/>
                    </a:lnTo>
                    <a:lnTo>
                      <a:pt x="156" y="48"/>
                    </a:lnTo>
                    <a:lnTo>
                      <a:pt x="144" y="72"/>
                    </a:lnTo>
                    <a:lnTo>
                      <a:pt x="132" y="84"/>
                    </a:lnTo>
                    <a:lnTo>
                      <a:pt x="132" y="96"/>
                    </a:lnTo>
                    <a:lnTo>
                      <a:pt x="138" y="102"/>
                    </a:lnTo>
                    <a:lnTo>
                      <a:pt x="144" y="114"/>
                    </a:lnTo>
                    <a:lnTo>
                      <a:pt x="150" y="132"/>
                    </a:lnTo>
                    <a:lnTo>
                      <a:pt x="156" y="138"/>
                    </a:lnTo>
                    <a:lnTo>
                      <a:pt x="156" y="150"/>
                    </a:lnTo>
                    <a:lnTo>
                      <a:pt x="150" y="162"/>
                    </a:lnTo>
                    <a:lnTo>
                      <a:pt x="150" y="168"/>
                    </a:lnTo>
                    <a:lnTo>
                      <a:pt x="144" y="174"/>
                    </a:lnTo>
                    <a:lnTo>
                      <a:pt x="138" y="186"/>
                    </a:lnTo>
                    <a:lnTo>
                      <a:pt x="138" y="198"/>
                    </a:lnTo>
                    <a:lnTo>
                      <a:pt x="150" y="210"/>
                    </a:lnTo>
                    <a:lnTo>
                      <a:pt x="150" y="216"/>
                    </a:lnTo>
                    <a:lnTo>
                      <a:pt x="144" y="222"/>
                    </a:lnTo>
                    <a:lnTo>
                      <a:pt x="138" y="222"/>
                    </a:lnTo>
                    <a:lnTo>
                      <a:pt x="126" y="228"/>
                    </a:lnTo>
                    <a:lnTo>
                      <a:pt x="120" y="228"/>
                    </a:lnTo>
                    <a:lnTo>
                      <a:pt x="120" y="210"/>
                    </a:lnTo>
                    <a:lnTo>
                      <a:pt x="114" y="204"/>
                    </a:lnTo>
                    <a:lnTo>
                      <a:pt x="114" y="252"/>
                    </a:lnTo>
                    <a:lnTo>
                      <a:pt x="150" y="306"/>
                    </a:lnTo>
                    <a:lnTo>
                      <a:pt x="174" y="330"/>
                    </a:lnTo>
                    <a:lnTo>
                      <a:pt x="186" y="348"/>
                    </a:lnTo>
                    <a:lnTo>
                      <a:pt x="204" y="384"/>
                    </a:lnTo>
                    <a:lnTo>
                      <a:pt x="216" y="402"/>
                    </a:lnTo>
                    <a:lnTo>
                      <a:pt x="228" y="408"/>
                    </a:lnTo>
                    <a:lnTo>
                      <a:pt x="252" y="408"/>
                    </a:lnTo>
                    <a:lnTo>
                      <a:pt x="258" y="396"/>
                    </a:lnTo>
                    <a:lnTo>
                      <a:pt x="270" y="390"/>
                    </a:lnTo>
                    <a:lnTo>
                      <a:pt x="276" y="384"/>
                    </a:lnTo>
                    <a:lnTo>
                      <a:pt x="288" y="384"/>
                    </a:lnTo>
                    <a:lnTo>
                      <a:pt x="294" y="396"/>
                    </a:lnTo>
                    <a:lnTo>
                      <a:pt x="306" y="402"/>
                    </a:lnTo>
                    <a:lnTo>
                      <a:pt x="324" y="420"/>
                    </a:lnTo>
                    <a:lnTo>
                      <a:pt x="342" y="420"/>
                    </a:lnTo>
                    <a:lnTo>
                      <a:pt x="342" y="402"/>
                    </a:lnTo>
                    <a:lnTo>
                      <a:pt x="336" y="396"/>
                    </a:lnTo>
                    <a:lnTo>
                      <a:pt x="330" y="384"/>
                    </a:lnTo>
                    <a:close/>
                    <a:moveTo>
                      <a:pt x="258" y="432"/>
                    </a:moveTo>
                    <a:lnTo>
                      <a:pt x="246" y="426"/>
                    </a:lnTo>
                    <a:lnTo>
                      <a:pt x="204" y="426"/>
                    </a:lnTo>
                    <a:lnTo>
                      <a:pt x="234" y="468"/>
                    </a:lnTo>
                    <a:lnTo>
                      <a:pt x="258" y="534"/>
                    </a:lnTo>
                    <a:lnTo>
                      <a:pt x="270" y="528"/>
                    </a:lnTo>
                    <a:lnTo>
                      <a:pt x="276" y="516"/>
                    </a:lnTo>
                    <a:lnTo>
                      <a:pt x="282" y="510"/>
                    </a:lnTo>
                    <a:lnTo>
                      <a:pt x="282" y="486"/>
                    </a:lnTo>
                    <a:lnTo>
                      <a:pt x="276" y="480"/>
                    </a:lnTo>
                    <a:lnTo>
                      <a:pt x="270" y="468"/>
                    </a:lnTo>
                    <a:lnTo>
                      <a:pt x="270" y="450"/>
                    </a:lnTo>
                    <a:lnTo>
                      <a:pt x="264" y="438"/>
                    </a:lnTo>
                    <a:lnTo>
                      <a:pt x="258" y="432"/>
                    </a:lnTo>
                    <a:close/>
                    <a:moveTo>
                      <a:pt x="330" y="648"/>
                    </a:moveTo>
                    <a:lnTo>
                      <a:pt x="336" y="660"/>
                    </a:lnTo>
                    <a:lnTo>
                      <a:pt x="354" y="678"/>
                    </a:lnTo>
                    <a:lnTo>
                      <a:pt x="360" y="672"/>
                    </a:lnTo>
                    <a:lnTo>
                      <a:pt x="372" y="666"/>
                    </a:lnTo>
                    <a:lnTo>
                      <a:pt x="378" y="660"/>
                    </a:lnTo>
                    <a:lnTo>
                      <a:pt x="384" y="660"/>
                    </a:lnTo>
                    <a:lnTo>
                      <a:pt x="390" y="666"/>
                    </a:lnTo>
                    <a:lnTo>
                      <a:pt x="390" y="696"/>
                    </a:lnTo>
                    <a:lnTo>
                      <a:pt x="402" y="708"/>
                    </a:lnTo>
                    <a:lnTo>
                      <a:pt x="396" y="720"/>
                    </a:lnTo>
                    <a:lnTo>
                      <a:pt x="390" y="726"/>
                    </a:lnTo>
                    <a:lnTo>
                      <a:pt x="372" y="762"/>
                    </a:lnTo>
                    <a:lnTo>
                      <a:pt x="372" y="786"/>
                    </a:lnTo>
                    <a:lnTo>
                      <a:pt x="378" y="792"/>
                    </a:lnTo>
                    <a:lnTo>
                      <a:pt x="384" y="804"/>
                    </a:lnTo>
                    <a:lnTo>
                      <a:pt x="396" y="804"/>
                    </a:lnTo>
                    <a:lnTo>
                      <a:pt x="408" y="798"/>
                    </a:lnTo>
                    <a:lnTo>
                      <a:pt x="420" y="798"/>
                    </a:lnTo>
                    <a:lnTo>
                      <a:pt x="432" y="792"/>
                    </a:lnTo>
                    <a:lnTo>
                      <a:pt x="438" y="786"/>
                    </a:lnTo>
                    <a:lnTo>
                      <a:pt x="438" y="768"/>
                    </a:lnTo>
                    <a:lnTo>
                      <a:pt x="432" y="756"/>
                    </a:lnTo>
                    <a:lnTo>
                      <a:pt x="426" y="738"/>
                    </a:lnTo>
                    <a:lnTo>
                      <a:pt x="426" y="726"/>
                    </a:lnTo>
                    <a:lnTo>
                      <a:pt x="432" y="714"/>
                    </a:lnTo>
                    <a:lnTo>
                      <a:pt x="444" y="678"/>
                    </a:lnTo>
                    <a:lnTo>
                      <a:pt x="444" y="660"/>
                    </a:lnTo>
                    <a:lnTo>
                      <a:pt x="438" y="648"/>
                    </a:lnTo>
                    <a:lnTo>
                      <a:pt x="432" y="642"/>
                    </a:lnTo>
                    <a:lnTo>
                      <a:pt x="426" y="642"/>
                    </a:lnTo>
                    <a:lnTo>
                      <a:pt x="414" y="654"/>
                    </a:lnTo>
                    <a:lnTo>
                      <a:pt x="402" y="660"/>
                    </a:lnTo>
                    <a:lnTo>
                      <a:pt x="396" y="660"/>
                    </a:lnTo>
                    <a:lnTo>
                      <a:pt x="396" y="648"/>
                    </a:lnTo>
                    <a:lnTo>
                      <a:pt x="408" y="624"/>
                    </a:lnTo>
                    <a:lnTo>
                      <a:pt x="408" y="612"/>
                    </a:lnTo>
                    <a:lnTo>
                      <a:pt x="414" y="600"/>
                    </a:lnTo>
                    <a:lnTo>
                      <a:pt x="414" y="594"/>
                    </a:lnTo>
                    <a:lnTo>
                      <a:pt x="408" y="588"/>
                    </a:lnTo>
                    <a:lnTo>
                      <a:pt x="372" y="570"/>
                    </a:lnTo>
                    <a:lnTo>
                      <a:pt x="366" y="564"/>
                    </a:lnTo>
                    <a:lnTo>
                      <a:pt x="330" y="564"/>
                    </a:lnTo>
                    <a:lnTo>
                      <a:pt x="324" y="570"/>
                    </a:lnTo>
                    <a:lnTo>
                      <a:pt x="324" y="576"/>
                    </a:lnTo>
                    <a:lnTo>
                      <a:pt x="330" y="582"/>
                    </a:lnTo>
                    <a:lnTo>
                      <a:pt x="336" y="582"/>
                    </a:lnTo>
                    <a:lnTo>
                      <a:pt x="342" y="594"/>
                    </a:lnTo>
                    <a:lnTo>
                      <a:pt x="342" y="600"/>
                    </a:lnTo>
                    <a:lnTo>
                      <a:pt x="336" y="606"/>
                    </a:lnTo>
                    <a:lnTo>
                      <a:pt x="336" y="618"/>
                    </a:lnTo>
                    <a:lnTo>
                      <a:pt x="330" y="630"/>
                    </a:lnTo>
                    <a:lnTo>
                      <a:pt x="330" y="64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5" name="Pakistan" descr="© INSCALE GmbH, 05.05.2010&#10;http://www.presentationload.com/">
                <a:extLst>
                  <a:ext uri="{FF2B5EF4-FFF2-40B4-BE49-F238E27FC236}">
                    <a16:creationId xmlns:a16="http://schemas.microsoft.com/office/drawing/2014/main" id="{B1286CE4-5750-F740-BA66-48B500E05543}"/>
                  </a:ext>
                </a:extLst>
              </p:cNvPr>
              <p:cNvSpPr>
                <a:spLocks/>
              </p:cNvSpPr>
              <p:nvPr/>
            </p:nvSpPr>
            <p:spPr bwMode="gray">
              <a:xfrm>
                <a:off x="7488163" y="2887608"/>
                <a:ext cx="442140" cy="443782"/>
              </a:xfrm>
              <a:custGeom>
                <a:avLst/>
                <a:gdLst>
                  <a:gd name="T0" fmla="*/ 2147483647 w 1050"/>
                  <a:gd name="T1" fmla="*/ 2147483647 h 1056"/>
                  <a:gd name="T2" fmla="*/ 2147483647 w 1050"/>
                  <a:gd name="T3" fmla="*/ 2147483647 h 1056"/>
                  <a:gd name="T4" fmla="*/ 2147483647 w 1050"/>
                  <a:gd name="T5" fmla="*/ 2147483647 h 1056"/>
                  <a:gd name="T6" fmla="*/ 2147483647 w 1050"/>
                  <a:gd name="T7" fmla="*/ 2147483647 h 1056"/>
                  <a:gd name="T8" fmla="*/ 2147483647 w 1050"/>
                  <a:gd name="T9" fmla="*/ 2147483647 h 1056"/>
                  <a:gd name="T10" fmla="*/ 2147483647 w 1050"/>
                  <a:gd name="T11" fmla="*/ 2147483647 h 1056"/>
                  <a:gd name="T12" fmla="*/ 2147483647 w 1050"/>
                  <a:gd name="T13" fmla="*/ 2147483647 h 1056"/>
                  <a:gd name="T14" fmla="*/ 2147483647 w 1050"/>
                  <a:gd name="T15" fmla="*/ 2147483647 h 1056"/>
                  <a:gd name="T16" fmla="*/ 2147483647 w 1050"/>
                  <a:gd name="T17" fmla="*/ 2147483647 h 1056"/>
                  <a:gd name="T18" fmla="*/ 2147483647 w 1050"/>
                  <a:gd name="T19" fmla="*/ 2147483647 h 1056"/>
                  <a:gd name="T20" fmla="*/ 2147483647 w 1050"/>
                  <a:gd name="T21" fmla="*/ 2147483647 h 1056"/>
                  <a:gd name="T22" fmla="*/ 2147483647 w 1050"/>
                  <a:gd name="T23" fmla="*/ 2147483647 h 1056"/>
                  <a:gd name="T24" fmla="*/ 2147483647 w 1050"/>
                  <a:gd name="T25" fmla="*/ 2147483647 h 1056"/>
                  <a:gd name="T26" fmla="*/ 2147483647 w 1050"/>
                  <a:gd name="T27" fmla="*/ 2147483647 h 1056"/>
                  <a:gd name="T28" fmla="*/ 2147483647 w 1050"/>
                  <a:gd name="T29" fmla="*/ 2147483647 h 1056"/>
                  <a:gd name="T30" fmla="*/ 2147483647 w 1050"/>
                  <a:gd name="T31" fmla="*/ 2147483647 h 1056"/>
                  <a:gd name="T32" fmla="*/ 2147483647 w 1050"/>
                  <a:gd name="T33" fmla="*/ 2147483647 h 1056"/>
                  <a:gd name="T34" fmla="*/ 2147483647 w 1050"/>
                  <a:gd name="T35" fmla="*/ 2147483647 h 1056"/>
                  <a:gd name="T36" fmla="*/ 2147483647 w 1050"/>
                  <a:gd name="T37" fmla="*/ 2147483647 h 1056"/>
                  <a:gd name="T38" fmla="*/ 2147483647 w 1050"/>
                  <a:gd name="T39" fmla="*/ 2147483647 h 1056"/>
                  <a:gd name="T40" fmla="*/ 2147483647 w 1050"/>
                  <a:gd name="T41" fmla="*/ 2147483647 h 1056"/>
                  <a:gd name="T42" fmla="*/ 2147483647 w 1050"/>
                  <a:gd name="T43" fmla="*/ 2147483647 h 1056"/>
                  <a:gd name="T44" fmla="*/ 0 w 1050"/>
                  <a:gd name="T45" fmla="*/ 2147483647 h 1056"/>
                  <a:gd name="T46" fmla="*/ 2147483647 w 1050"/>
                  <a:gd name="T47" fmla="*/ 2147483647 h 1056"/>
                  <a:gd name="T48" fmla="*/ 2147483647 w 1050"/>
                  <a:gd name="T49" fmla="*/ 2147483647 h 1056"/>
                  <a:gd name="T50" fmla="*/ 2147483647 w 1050"/>
                  <a:gd name="T51" fmla="*/ 2147483647 h 1056"/>
                  <a:gd name="T52" fmla="*/ 2147483647 w 1050"/>
                  <a:gd name="T53" fmla="*/ 2147483647 h 1056"/>
                  <a:gd name="T54" fmla="*/ 2147483647 w 1050"/>
                  <a:gd name="T55" fmla="*/ 2147483647 h 1056"/>
                  <a:gd name="T56" fmla="*/ 2147483647 w 1050"/>
                  <a:gd name="T57" fmla="*/ 2147483647 h 1056"/>
                  <a:gd name="T58" fmla="*/ 2147483647 w 1050"/>
                  <a:gd name="T59" fmla="*/ 2147483647 h 1056"/>
                  <a:gd name="T60" fmla="*/ 2147483647 w 1050"/>
                  <a:gd name="T61" fmla="*/ 2147483647 h 1056"/>
                  <a:gd name="T62" fmla="*/ 2147483647 w 1050"/>
                  <a:gd name="T63" fmla="*/ 2147483647 h 1056"/>
                  <a:gd name="T64" fmla="*/ 2147483647 w 1050"/>
                  <a:gd name="T65" fmla="*/ 2147483647 h 1056"/>
                  <a:gd name="T66" fmla="*/ 2147483647 w 1050"/>
                  <a:gd name="T67" fmla="*/ 2147483647 h 1056"/>
                  <a:gd name="T68" fmla="*/ 2147483647 w 1050"/>
                  <a:gd name="T69" fmla="*/ 2147483647 h 1056"/>
                  <a:gd name="T70" fmla="*/ 2147483647 w 1050"/>
                  <a:gd name="T71" fmla="*/ 2147483647 h 1056"/>
                  <a:gd name="T72" fmla="*/ 2147483647 w 1050"/>
                  <a:gd name="T73" fmla="*/ 2147483647 h 1056"/>
                  <a:gd name="T74" fmla="*/ 2147483647 w 1050"/>
                  <a:gd name="T75" fmla="*/ 2147483647 h 1056"/>
                  <a:gd name="T76" fmla="*/ 2147483647 w 1050"/>
                  <a:gd name="T77" fmla="*/ 2147483647 h 1056"/>
                  <a:gd name="T78" fmla="*/ 2147483647 w 1050"/>
                  <a:gd name="T79" fmla="*/ 2147483647 h 1056"/>
                  <a:gd name="T80" fmla="*/ 2147483647 w 1050"/>
                  <a:gd name="T81" fmla="*/ 2147483647 h 1056"/>
                  <a:gd name="T82" fmla="*/ 2147483647 w 1050"/>
                  <a:gd name="T83" fmla="*/ 2147483647 h 1056"/>
                  <a:gd name="T84" fmla="*/ 2147483647 w 1050"/>
                  <a:gd name="T85" fmla="*/ 2147483647 h 1056"/>
                  <a:gd name="T86" fmla="*/ 2147483647 w 1050"/>
                  <a:gd name="T87" fmla="*/ 2147483647 h 1056"/>
                  <a:gd name="T88" fmla="*/ 2147483647 w 1050"/>
                  <a:gd name="T89" fmla="*/ 2147483647 h 1056"/>
                  <a:gd name="T90" fmla="*/ 2147483647 w 1050"/>
                  <a:gd name="T91" fmla="*/ 2147483647 h 1056"/>
                  <a:gd name="T92" fmla="*/ 2147483647 w 1050"/>
                  <a:gd name="T93" fmla="*/ 2147483647 h 1056"/>
                  <a:gd name="T94" fmla="*/ 2147483647 w 1050"/>
                  <a:gd name="T95" fmla="*/ 2147483647 h 1056"/>
                  <a:gd name="T96" fmla="*/ 2147483647 w 1050"/>
                  <a:gd name="T97" fmla="*/ 2147483647 h 1056"/>
                  <a:gd name="T98" fmla="*/ 2147483647 w 1050"/>
                  <a:gd name="T99" fmla="*/ 2147483647 h 1056"/>
                  <a:gd name="T100" fmla="*/ 2147483647 w 1050"/>
                  <a:gd name="T101" fmla="*/ 2147483647 h 1056"/>
                  <a:gd name="T102" fmla="*/ 2147483647 w 1050"/>
                  <a:gd name="T103" fmla="*/ 2147483647 h 1056"/>
                  <a:gd name="T104" fmla="*/ 2147483647 w 1050"/>
                  <a:gd name="T105" fmla="*/ 2147483647 h 1056"/>
                  <a:gd name="T106" fmla="*/ 2147483647 w 1050"/>
                  <a:gd name="T107" fmla="*/ 2147483647 h 1056"/>
                  <a:gd name="T108" fmla="*/ 2147483647 w 1050"/>
                  <a:gd name="T109" fmla="*/ 2147483647 h 1056"/>
                  <a:gd name="T110" fmla="*/ 2147483647 w 1050"/>
                  <a:gd name="T111" fmla="*/ 2147483647 h 1056"/>
                  <a:gd name="T112" fmla="*/ 2147483647 w 1050"/>
                  <a:gd name="T113" fmla="*/ 2147483647 h 1056"/>
                  <a:gd name="T114" fmla="*/ 2147483647 w 1050"/>
                  <a:gd name="T115" fmla="*/ 2147483647 h 1056"/>
                  <a:gd name="T116" fmla="*/ 2147483647 w 1050"/>
                  <a:gd name="T117" fmla="*/ 2147483647 h 1056"/>
                  <a:gd name="T118" fmla="*/ 2147483647 w 1050"/>
                  <a:gd name="T119" fmla="*/ 2147483647 h 1056"/>
                  <a:gd name="T120" fmla="*/ 2147483647 w 1050"/>
                  <a:gd name="T121" fmla="*/ 2147483647 h 1056"/>
                  <a:gd name="T122" fmla="*/ 2147483647 w 1050"/>
                  <a:gd name="T123" fmla="*/ 2147483647 h 10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50"/>
                  <a:gd name="T187" fmla="*/ 0 h 1056"/>
                  <a:gd name="T188" fmla="*/ 1050 w 1050"/>
                  <a:gd name="T189" fmla="*/ 1056 h 10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50" h="1056">
                    <a:moveTo>
                      <a:pt x="1008" y="120"/>
                    </a:moveTo>
                    <a:lnTo>
                      <a:pt x="996" y="120"/>
                    </a:lnTo>
                    <a:lnTo>
                      <a:pt x="984" y="114"/>
                    </a:lnTo>
                    <a:lnTo>
                      <a:pt x="978" y="102"/>
                    </a:lnTo>
                    <a:lnTo>
                      <a:pt x="972" y="96"/>
                    </a:lnTo>
                    <a:lnTo>
                      <a:pt x="972" y="90"/>
                    </a:lnTo>
                    <a:lnTo>
                      <a:pt x="960" y="96"/>
                    </a:lnTo>
                    <a:lnTo>
                      <a:pt x="924" y="84"/>
                    </a:lnTo>
                    <a:lnTo>
                      <a:pt x="924" y="60"/>
                    </a:lnTo>
                    <a:lnTo>
                      <a:pt x="912" y="36"/>
                    </a:lnTo>
                    <a:lnTo>
                      <a:pt x="900" y="24"/>
                    </a:lnTo>
                    <a:lnTo>
                      <a:pt x="888" y="18"/>
                    </a:lnTo>
                    <a:lnTo>
                      <a:pt x="876" y="18"/>
                    </a:lnTo>
                    <a:lnTo>
                      <a:pt x="870" y="6"/>
                    </a:lnTo>
                    <a:lnTo>
                      <a:pt x="822" y="6"/>
                    </a:lnTo>
                    <a:lnTo>
                      <a:pt x="810" y="0"/>
                    </a:lnTo>
                    <a:lnTo>
                      <a:pt x="804" y="6"/>
                    </a:lnTo>
                    <a:lnTo>
                      <a:pt x="792" y="6"/>
                    </a:lnTo>
                    <a:lnTo>
                      <a:pt x="786" y="12"/>
                    </a:lnTo>
                    <a:lnTo>
                      <a:pt x="774" y="12"/>
                    </a:lnTo>
                    <a:lnTo>
                      <a:pt x="762" y="6"/>
                    </a:lnTo>
                    <a:lnTo>
                      <a:pt x="738" y="6"/>
                    </a:lnTo>
                    <a:lnTo>
                      <a:pt x="732" y="12"/>
                    </a:lnTo>
                    <a:lnTo>
                      <a:pt x="690" y="12"/>
                    </a:lnTo>
                    <a:lnTo>
                      <a:pt x="684" y="18"/>
                    </a:lnTo>
                    <a:lnTo>
                      <a:pt x="678" y="18"/>
                    </a:lnTo>
                    <a:lnTo>
                      <a:pt x="654" y="30"/>
                    </a:lnTo>
                    <a:lnTo>
                      <a:pt x="648" y="36"/>
                    </a:lnTo>
                    <a:lnTo>
                      <a:pt x="624" y="48"/>
                    </a:lnTo>
                    <a:lnTo>
                      <a:pt x="618" y="54"/>
                    </a:lnTo>
                    <a:lnTo>
                      <a:pt x="612" y="66"/>
                    </a:lnTo>
                    <a:lnTo>
                      <a:pt x="606" y="72"/>
                    </a:lnTo>
                    <a:lnTo>
                      <a:pt x="606" y="78"/>
                    </a:lnTo>
                    <a:lnTo>
                      <a:pt x="636" y="108"/>
                    </a:lnTo>
                    <a:lnTo>
                      <a:pt x="636" y="138"/>
                    </a:lnTo>
                    <a:lnTo>
                      <a:pt x="642" y="144"/>
                    </a:lnTo>
                    <a:lnTo>
                      <a:pt x="648" y="156"/>
                    </a:lnTo>
                    <a:lnTo>
                      <a:pt x="648" y="162"/>
                    </a:lnTo>
                    <a:lnTo>
                      <a:pt x="624" y="186"/>
                    </a:lnTo>
                    <a:lnTo>
                      <a:pt x="618" y="198"/>
                    </a:lnTo>
                    <a:lnTo>
                      <a:pt x="618" y="210"/>
                    </a:lnTo>
                    <a:lnTo>
                      <a:pt x="624" y="216"/>
                    </a:lnTo>
                    <a:lnTo>
                      <a:pt x="624" y="246"/>
                    </a:lnTo>
                    <a:lnTo>
                      <a:pt x="606" y="246"/>
                    </a:lnTo>
                    <a:lnTo>
                      <a:pt x="600" y="252"/>
                    </a:lnTo>
                    <a:lnTo>
                      <a:pt x="594" y="252"/>
                    </a:lnTo>
                    <a:lnTo>
                      <a:pt x="576" y="246"/>
                    </a:lnTo>
                    <a:lnTo>
                      <a:pt x="570" y="240"/>
                    </a:lnTo>
                    <a:lnTo>
                      <a:pt x="552" y="240"/>
                    </a:lnTo>
                    <a:lnTo>
                      <a:pt x="552" y="252"/>
                    </a:lnTo>
                    <a:lnTo>
                      <a:pt x="564" y="264"/>
                    </a:lnTo>
                    <a:lnTo>
                      <a:pt x="576" y="270"/>
                    </a:lnTo>
                    <a:lnTo>
                      <a:pt x="576" y="276"/>
                    </a:lnTo>
                    <a:lnTo>
                      <a:pt x="582" y="282"/>
                    </a:lnTo>
                    <a:lnTo>
                      <a:pt x="582" y="288"/>
                    </a:lnTo>
                    <a:lnTo>
                      <a:pt x="594" y="294"/>
                    </a:lnTo>
                    <a:lnTo>
                      <a:pt x="600" y="294"/>
                    </a:lnTo>
                    <a:lnTo>
                      <a:pt x="570" y="312"/>
                    </a:lnTo>
                    <a:lnTo>
                      <a:pt x="552" y="312"/>
                    </a:lnTo>
                    <a:lnTo>
                      <a:pt x="546" y="318"/>
                    </a:lnTo>
                    <a:lnTo>
                      <a:pt x="546" y="354"/>
                    </a:lnTo>
                    <a:lnTo>
                      <a:pt x="540" y="354"/>
                    </a:lnTo>
                    <a:lnTo>
                      <a:pt x="534" y="360"/>
                    </a:lnTo>
                    <a:lnTo>
                      <a:pt x="534" y="378"/>
                    </a:lnTo>
                    <a:lnTo>
                      <a:pt x="540" y="390"/>
                    </a:lnTo>
                    <a:lnTo>
                      <a:pt x="540" y="402"/>
                    </a:lnTo>
                    <a:lnTo>
                      <a:pt x="546" y="408"/>
                    </a:lnTo>
                    <a:lnTo>
                      <a:pt x="546" y="414"/>
                    </a:lnTo>
                    <a:lnTo>
                      <a:pt x="540" y="420"/>
                    </a:lnTo>
                    <a:lnTo>
                      <a:pt x="534" y="432"/>
                    </a:lnTo>
                    <a:lnTo>
                      <a:pt x="522" y="438"/>
                    </a:lnTo>
                    <a:lnTo>
                      <a:pt x="510" y="438"/>
                    </a:lnTo>
                    <a:lnTo>
                      <a:pt x="504" y="432"/>
                    </a:lnTo>
                    <a:lnTo>
                      <a:pt x="504" y="420"/>
                    </a:lnTo>
                    <a:lnTo>
                      <a:pt x="474" y="420"/>
                    </a:lnTo>
                    <a:lnTo>
                      <a:pt x="462" y="426"/>
                    </a:lnTo>
                    <a:lnTo>
                      <a:pt x="456" y="432"/>
                    </a:lnTo>
                    <a:lnTo>
                      <a:pt x="444" y="438"/>
                    </a:lnTo>
                    <a:lnTo>
                      <a:pt x="438" y="438"/>
                    </a:lnTo>
                    <a:lnTo>
                      <a:pt x="432" y="444"/>
                    </a:lnTo>
                    <a:lnTo>
                      <a:pt x="432" y="450"/>
                    </a:lnTo>
                    <a:lnTo>
                      <a:pt x="438" y="450"/>
                    </a:lnTo>
                    <a:lnTo>
                      <a:pt x="444" y="456"/>
                    </a:lnTo>
                    <a:lnTo>
                      <a:pt x="444" y="462"/>
                    </a:lnTo>
                    <a:lnTo>
                      <a:pt x="438" y="468"/>
                    </a:lnTo>
                    <a:lnTo>
                      <a:pt x="396" y="468"/>
                    </a:lnTo>
                    <a:lnTo>
                      <a:pt x="396" y="456"/>
                    </a:lnTo>
                    <a:lnTo>
                      <a:pt x="378" y="456"/>
                    </a:lnTo>
                    <a:lnTo>
                      <a:pt x="372" y="468"/>
                    </a:lnTo>
                    <a:lnTo>
                      <a:pt x="360" y="474"/>
                    </a:lnTo>
                    <a:lnTo>
                      <a:pt x="354" y="486"/>
                    </a:lnTo>
                    <a:lnTo>
                      <a:pt x="354" y="504"/>
                    </a:lnTo>
                    <a:lnTo>
                      <a:pt x="360" y="516"/>
                    </a:lnTo>
                    <a:lnTo>
                      <a:pt x="360" y="534"/>
                    </a:lnTo>
                    <a:lnTo>
                      <a:pt x="366" y="540"/>
                    </a:lnTo>
                    <a:lnTo>
                      <a:pt x="366" y="570"/>
                    </a:lnTo>
                    <a:lnTo>
                      <a:pt x="360" y="576"/>
                    </a:lnTo>
                    <a:lnTo>
                      <a:pt x="354" y="576"/>
                    </a:lnTo>
                    <a:lnTo>
                      <a:pt x="306" y="600"/>
                    </a:lnTo>
                    <a:lnTo>
                      <a:pt x="276" y="600"/>
                    </a:lnTo>
                    <a:lnTo>
                      <a:pt x="258" y="606"/>
                    </a:lnTo>
                    <a:lnTo>
                      <a:pt x="234" y="606"/>
                    </a:lnTo>
                    <a:lnTo>
                      <a:pt x="228" y="612"/>
                    </a:lnTo>
                    <a:lnTo>
                      <a:pt x="204" y="612"/>
                    </a:lnTo>
                    <a:lnTo>
                      <a:pt x="204" y="606"/>
                    </a:lnTo>
                    <a:lnTo>
                      <a:pt x="150" y="606"/>
                    </a:lnTo>
                    <a:lnTo>
                      <a:pt x="144" y="612"/>
                    </a:lnTo>
                    <a:lnTo>
                      <a:pt x="138" y="612"/>
                    </a:lnTo>
                    <a:lnTo>
                      <a:pt x="120" y="618"/>
                    </a:lnTo>
                    <a:lnTo>
                      <a:pt x="102" y="618"/>
                    </a:lnTo>
                    <a:lnTo>
                      <a:pt x="78" y="606"/>
                    </a:lnTo>
                    <a:lnTo>
                      <a:pt x="60" y="600"/>
                    </a:lnTo>
                    <a:lnTo>
                      <a:pt x="42" y="588"/>
                    </a:lnTo>
                    <a:lnTo>
                      <a:pt x="30" y="582"/>
                    </a:lnTo>
                    <a:lnTo>
                      <a:pt x="0" y="582"/>
                    </a:lnTo>
                    <a:lnTo>
                      <a:pt x="24" y="606"/>
                    </a:lnTo>
                    <a:lnTo>
                      <a:pt x="30" y="618"/>
                    </a:lnTo>
                    <a:lnTo>
                      <a:pt x="36" y="624"/>
                    </a:lnTo>
                    <a:lnTo>
                      <a:pt x="48" y="642"/>
                    </a:lnTo>
                    <a:lnTo>
                      <a:pt x="60" y="654"/>
                    </a:lnTo>
                    <a:lnTo>
                      <a:pt x="66" y="672"/>
                    </a:lnTo>
                    <a:lnTo>
                      <a:pt x="78" y="690"/>
                    </a:lnTo>
                    <a:lnTo>
                      <a:pt x="84" y="696"/>
                    </a:lnTo>
                    <a:lnTo>
                      <a:pt x="102" y="696"/>
                    </a:lnTo>
                    <a:lnTo>
                      <a:pt x="114" y="690"/>
                    </a:lnTo>
                    <a:lnTo>
                      <a:pt x="126" y="708"/>
                    </a:lnTo>
                    <a:lnTo>
                      <a:pt x="150" y="708"/>
                    </a:lnTo>
                    <a:lnTo>
                      <a:pt x="144" y="738"/>
                    </a:lnTo>
                    <a:lnTo>
                      <a:pt x="150" y="738"/>
                    </a:lnTo>
                    <a:lnTo>
                      <a:pt x="150" y="762"/>
                    </a:lnTo>
                    <a:lnTo>
                      <a:pt x="156" y="774"/>
                    </a:lnTo>
                    <a:lnTo>
                      <a:pt x="156" y="786"/>
                    </a:lnTo>
                    <a:lnTo>
                      <a:pt x="174" y="786"/>
                    </a:lnTo>
                    <a:lnTo>
                      <a:pt x="180" y="792"/>
                    </a:lnTo>
                    <a:lnTo>
                      <a:pt x="186" y="804"/>
                    </a:lnTo>
                    <a:lnTo>
                      <a:pt x="192" y="822"/>
                    </a:lnTo>
                    <a:lnTo>
                      <a:pt x="192" y="834"/>
                    </a:lnTo>
                    <a:lnTo>
                      <a:pt x="186" y="840"/>
                    </a:lnTo>
                    <a:lnTo>
                      <a:pt x="180" y="840"/>
                    </a:lnTo>
                    <a:lnTo>
                      <a:pt x="180" y="834"/>
                    </a:lnTo>
                    <a:lnTo>
                      <a:pt x="150" y="834"/>
                    </a:lnTo>
                    <a:lnTo>
                      <a:pt x="138" y="840"/>
                    </a:lnTo>
                    <a:lnTo>
                      <a:pt x="132" y="846"/>
                    </a:lnTo>
                    <a:lnTo>
                      <a:pt x="132" y="852"/>
                    </a:lnTo>
                    <a:lnTo>
                      <a:pt x="126" y="852"/>
                    </a:lnTo>
                    <a:lnTo>
                      <a:pt x="126" y="858"/>
                    </a:lnTo>
                    <a:lnTo>
                      <a:pt x="120" y="864"/>
                    </a:lnTo>
                    <a:lnTo>
                      <a:pt x="108" y="864"/>
                    </a:lnTo>
                    <a:lnTo>
                      <a:pt x="102" y="882"/>
                    </a:lnTo>
                    <a:lnTo>
                      <a:pt x="96" y="888"/>
                    </a:lnTo>
                    <a:lnTo>
                      <a:pt x="96" y="894"/>
                    </a:lnTo>
                    <a:lnTo>
                      <a:pt x="84" y="906"/>
                    </a:lnTo>
                    <a:lnTo>
                      <a:pt x="84" y="936"/>
                    </a:lnTo>
                    <a:lnTo>
                      <a:pt x="90" y="948"/>
                    </a:lnTo>
                    <a:lnTo>
                      <a:pt x="90" y="954"/>
                    </a:lnTo>
                    <a:lnTo>
                      <a:pt x="96" y="948"/>
                    </a:lnTo>
                    <a:lnTo>
                      <a:pt x="108" y="948"/>
                    </a:lnTo>
                    <a:lnTo>
                      <a:pt x="114" y="942"/>
                    </a:lnTo>
                    <a:lnTo>
                      <a:pt x="120" y="942"/>
                    </a:lnTo>
                    <a:lnTo>
                      <a:pt x="126" y="948"/>
                    </a:lnTo>
                    <a:lnTo>
                      <a:pt x="138" y="948"/>
                    </a:lnTo>
                    <a:lnTo>
                      <a:pt x="150" y="954"/>
                    </a:lnTo>
                    <a:lnTo>
                      <a:pt x="174" y="954"/>
                    </a:lnTo>
                    <a:lnTo>
                      <a:pt x="210" y="936"/>
                    </a:lnTo>
                    <a:lnTo>
                      <a:pt x="216" y="930"/>
                    </a:lnTo>
                    <a:lnTo>
                      <a:pt x="222" y="930"/>
                    </a:lnTo>
                    <a:lnTo>
                      <a:pt x="234" y="936"/>
                    </a:lnTo>
                    <a:lnTo>
                      <a:pt x="276" y="936"/>
                    </a:lnTo>
                    <a:lnTo>
                      <a:pt x="288" y="930"/>
                    </a:lnTo>
                    <a:lnTo>
                      <a:pt x="300" y="930"/>
                    </a:lnTo>
                    <a:lnTo>
                      <a:pt x="306" y="924"/>
                    </a:lnTo>
                    <a:lnTo>
                      <a:pt x="312" y="924"/>
                    </a:lnTo>
                    <a:lnTo>
                      <a:pt x="348" y="930"/>
                    </a:lnTo>
                    <a:lnTo>
                      <a:pt x="354" y="924"/>
                    </a:lnTo>
                    <a:lnTo>
                      <a:pt x="366" y="918"/>
                    </a:lnTo>
                    <a:lnTo>
                      <a:pt x="372" y="912"/>
                    </a:lnTo>
                    <a:lnTo>
                      <a:pt x="384" y="912"/>
                    </a:lnTo>
                    <a:lnTo>
                      <a:pt x="396" y="918"/>
                    </a:lnTo>
                    <a:lnTo>
                      <a:pt x="408" y="930"/>
                    </a:lnTo>
                    <a:lnTo>
                      <a:pt x="432" y="978"/>
                    </a:lnTo>
                    <a:lnTo>
                      <a:pt x="444" y="984"/>
                    </a:lnTo>
                    <a:lnTo>
                      <a:pt x="450" y="990"/>
                    </a:lnTo>
                    <a:lnTo>
                      <a:pt x="468" y="996"/>
                    </a:lnTo>
                    <a:lnTo>
                      <a:pt x="486" y="996"/>
                    </a:lnTo>
                    <a:lnTo>
                      <a:pt x="522" y="1008"/>
                    </a:lnTo>
                    <a:lnTo>
                      <a:pt x="540" y="1044"/>
                    </a:lnTo>
                    <a:lnTo>
                      <a:pt x="552" y="1056"/>
                    </a:lnTo>
                    <a:lnTo>
                      <a:pt x="570" y="1056"/>
                    </a:lnTo>
                    <a:lnTo>
                      <a:pt x="588" y="1050"/>
                    </a:lnTo>
                    <a:lnTo>
                      <a:pt x="582" y="1044"/>
                    </a:lnTo>
                    <a:lnTo>
                      <a:pt x="582" y="1032"/>
                    </a:lnTo>
                    <a:lnTo>
                      <a:pt x="594" y="1020"/>
                    </a:lnTo>
                    <a:lnTo>
                      <a:pt x="606" y="1020"/>
                    </a:lnTo>
                    <a:lnTo>
                      <a:pt x="618" y="1026"/>
                    </a:lnTo>
                    <a:lnTo>
                      <a:pt x="624" y="1032"/>
                    </a:lnTo>
                    <a:lnTo>
                      <a:pt x="648" y="1020"/>
                    </a:lnTo>
                    <a:lnTo>
                      <a:pt x="648" y="1026"/>
                    </a:lnTo>
                    <a:lnTo>
                      <a:pt x="654" y="1032"/>
                    </a:lnTo>
                    <a:lnTo>
                      <a:pt x="678" y="1032"/>
                    </a:lnTo>
                    <a:lnTo>
                      <a:pt x="690" y="1020"/>
                    </a:lnTo>
                    <a:lnTo>
                      <a:pt x="702" y="1014"/>
                    </a:lnTo>
                    <a:lnTo>
                      <a:pt x="708" y="1014"/>
                    </a:lnTo>
                    <a:lnTo>
                      <a:pt x="708" y="1026"/>
                    </a:lnTo>
                    <a:lnTo>
                      <a:pt x="714" y="1032"/>
                    </a:lnTo>
                    <a:lnTo>
                      <a:pt x="732" y="1032"/>
                    </a:lnTo>
                    <a:lnTo>
                      <a:pt x="738" y="1026"/>
                    </a:lnTo>
                    <a:lnTo>
                      <a:pt x="750" y="1020"/>
                    </a:lnTo>
                    <a:lnTo>
                      <a:pt x="750" y="996"/>
                    </a:lnTo>
                    <a:lnTo>
                      <a:pt x="744" y="990"/>
                    </a:lnTo>
                    <a:lnTo>
                      <a:pt x="738" y="978"/>
                    </a:lnTo>
                    <a:lnTo>
                      <a:pt x="714" y="936"/>
                    </a:lnTo>
                    <a:lnTo>
                      <a:pt x="714" y="912"/>
                    </a:lnTo>
                    <a:lnTo>
                      <a:pt x="690" y="912"/>
                    </a:lnTo>
                    <a:lnTo>
                      <a:pt x="678" y="900"/>
                    </a:lnTo>
                    <a:lnTo>
                      <a:pt x="672" y="888"/>
                    </a:lnTo>
                    <a:lnTo>
                      <a:pt x="666" y="882"/>
                    </a:lnTo>
                    <a:lnTo>
                      <a:pt x="672" y="852"/>
                    </a:lnTo>
                    <a:lnTo>
                      <a:pt x="672" y="834"/>
                    </a:lnTo>
                    <a:lnTo>
                      <a:pt x="642" y="840"/>
                    </a:lnTo>
                    <a:lnTo>
                      <a:pt x="636" y="840"/>
                    </a:lnTo>
                    <a:lnTo>
                      <a:pt x="624" y="834"/>
                    </a:lnTo>
                    <a:lnTo>
                      <a:pt x="618" y="828"/>
                    </a:lnTo>
                    <a:lnTo>
                      <a:pt x="618" y="804"/>
                    </a:lnTo>
                    <a:lnTo>
                      <a:pt x="624" y="792"/>
                    </a:lnTo>
                    <a:lnTo>
                      <a:pt x="636" y="780"/>
                    </a:lnTo>
                    <a:lnTo>
                      <a:pt x="642" y="768"/>
                    </a:lnTo>
                    <a:lnTo>
                      <a:pt x="648" y="762"/>
                    </a:lnTo>
                    <a:lnTo>
                      <a:pt x="654" y="750"/>
                    </a:lnTo>
                    <a:lnTo>
                      <a:pt x="654" y="744"/>
                    </a:lnTo>
                    <a:lnTo>
                      <a:pt x="666" y="732"/>
                    </a:lnTo>
                    <a:lnTo>
                      <a:pt x="678" y="726"/>
                    </a:lnTo>
                    <a:lnTo>
                      <a:pt x="684" y="726"/>
                    </a:lnTo>
                    <a:lnTo>
                      <a:pt x="690" y="732"/>
                    </a:lnTo>
                    <a:lnTo>
                      <a:pt x="690" y="744"/>
                    </a:lnTo>
                    <a:lnTo>
                      <a:pt x="696" y="750"/>
                    </a:lnTo>
                    <a:lnTo>
                      <a:pt x="702" y="750"/>
                    </a:lnTo>
                    <a:lnTo>
                      <a:pt x="726" y="738"/>
                    </a:lnTo>
                    <a:lnTo>
                      <a:pt x="732" y="732"/>
                    </a:lnTo>
                    <a:lnTo>
                      <a:pt x="738" y="738"/>
                    </a:lnTo>
                    <a:lnTo>
                      <a:pt x="756" y="738"/>
                    </a:lnTo>
                    <a:lnTo>
                      <a:pt x="762" y="732"/>
                    </a:lnTo>
                    <a:lnTo>
                      <a:pt x="768" y="720"/>
                    </a:lnTo>
                    <a:lnTo>
                      <a:pt x="774" y="714"/>
                    </a:lnTo>
                    <a:lnTo>
                      <a:pt x="774" y="708"/>
                    </a:lnTo>
                    <a:lnTo>
                      <a:pt x="792" y="696"/>
                    </a:lnTo>
                    <a:lnTo>
                      <a:pt x="792" y="678"/>
                    </a:lnTo>
                    <a:lnTo>
                      <a:pt x="798" y="672"/>
                    </a:lnTo>
                    <a:lnTo>
                      <a:pt x="798" y="666"/>
                    </a:lnTo>
                    <a:lnTo>
                      <a:pt x="804" y="660"/>
                    </a:lnTo>
                    <a:lnTo>
                      <a:pt x="828" y="648"/>
                    </a:lnTo>
                    <a:lnTo>
                      <a:pt x="840" y="636"/>
                    </a:lnTo>
                    <a:lnTo>
                      <a:pt x="846" y="618"/>
                    </a:lnTo>
                    <a:lnTo>
                      <a:pt x="846" y="606"/>
                    </a:lnTo>
                    <a:lnTo>
                      <a:pt x="852" y="588"/>
                    </a:lnTo>
                    <a:lnTo>
                      <a:pt x="852" y="576"/>
                    </a:lnTo>
                    <a:lnTo>
                      <a:pt x="858" y="570"/>
                    </a:lnTo>
                    <a:lnTo>
                      <a:pt x="870" y="564"/>
                    </a:lnTo>
                    <a:lnTo>
                      <a:pt x="876" y="558"/>
                    </a:lnTo>
                    <a:lnTo>
                      <a:pt x="888" y="558"/>
                    </a:lnTo>
                    <a:lnTo>
                      <a:pt x="870" y="534"/>
                    </a:lnTo>
                    <a:lnTo>
                      <a:pt x="894" y="498"/>
                    </a:lnTo>
                    <a:lnTo>
                      <a:pt x="924" y="480"/>
                    </a:lnTo>
                    <a:lnTo>
                      <a:pt x="924" y="474"/>
                    </a:lnTo>
                    <a:lnTo>
                      <a:pt x="912" y="462"/>
                    </a:lnTo>
                    <a:lnTo>
                      <a:pt x="906" y="450"/>
                    </a:lnTo>
                    <a:lnTo>
                      <a:pt x="906" y="414"/>
                    </a:lnTo>
                    <a:lnTo>
                      <a:pt x="912" y="408"/>
                    </a:lnTo>
                    <a:lnTo>
                      <a:pt x="924" y="408"/>
                    </a:lnTo>
                    <a:lnTo>
                      <a:pt x="948" y="396"/>
                    </a:lnTo>
                    <a:lnTo>
                      <a:pt x="954" y="390"/>
                    </a:lnTo>
                    <a:lnTo>
                      <a:pt x="954" y="384"/>
                    </a:lnTo>
                    <a:lnTo>
                      <a:pt x="948" y="378"/>
                    </a:lnTo>
                    <a:lnTo>
                      <a:pt x="936" y="372"/>
                    </a:lnTo>
                    <a:lnTo>
                      <a:pt x="900" y="372"/>
                    </a:lnTo>
                    <a:lnTo>
                      <a:pt x="894" y="336"/>
                    </a:lnTo>
                    <a:lnTo>
                      <a:pt x="876" y="336"/>
                    </a:lnTo>
                    <a:lnTo>
                      <a:pt x="864" y="318"/>
                    </a:lnTo>
                    <a:lnTo>
                      <a:pt x="846" y="318"/>
                    </a:lnTo>
                    <a:lnTo>
                      <a:pt x="846" y="306"/>
                    </a:lnTo>
                    <a:lnTo>
                      <a:pt x="852" y="294"/>
                    </a:lnTo>
                    <a:lnTo>
                      <a:pt x="852" y="288"/>
                    </a:lnTo>
                    <a:lnTo>
                      <a:pt x="846" y="288"/>
                    </a:lnTo>
                    <a:lnTo>
                      <a:pt x="834" y="276"/>
                    </a:lnTo>
                    <a:lnTo>
                      <a:pt x="834" y="270"/>
                    </a:lnTo>
                    <a:lnTo>
                      <a:pt x="840" y="264"/>
                    </a:lnTo>
                    <a:lnTo>
                      <a:pt x="846" y="252"/>
                    </a:lnTo>
                    <a:lnTo>
                      <a:pt x="852" y="246"/>
                    </a:lnTo>
                    <a:lnTo>
                      <a:pt x="822" y="240"/>
                    </a:lnTo>
                    <a:lnTo>
                      <a:pt x="828" y="228"/>
                    </a:lnTo>
                    <a:lnTo>
                      <a:pt x="804" y="210"/>
                    </a:lnTo>
                    <a:lnTo>
                      <a:pt x="804" y="204"/>
                    </a:lnTo>
                    <a:lnTo>
                      <a:pt x="810" y="192"/>
                    </a:lnTo>
                    <a:lnTo>
                      <a:pt x="834" y="180"/>
                    </a:lnTo>
                    <a:lnTo>
                      <a:pt x="876" y="180"/>
                    </a:lnTo>
                    <a:lnTo>
                      <a:pt x="894" y="186"/>
                    </a:lnTo>
                    <a:lnTo>
                      <a:pt x="912" y="186"/>
                    </a:lnTo>
                    <a:lnTo>
                      <a:pt x="918" y="192"/>
                    </a:lnTo>
                    <a:lnTo>
                      <a:pt x="918" y="204"/>
                    </a:lnTo>
                    <a:lnTo>
                      <a:pt x="930" y="204"/>
                    </a:lnTo>
                    <a:lnTo>
                      <a:pt x="942" y="198"/>
                    </a:lnTo>
                    <a:lnTo>
                      <a:pt x="948" y="192"/>
                    </a:lnTo>
                    <a:lnTo>
                      <a:pt x="960" y="186"/>
                    </a:lnTo>
                    <a:lnTo>
                      <a:pt x="966" y="180"/>
                    </a:lnTo>
                    <a:lnTo>
                      <a:pt x="972" y="186"/>
                    </a:lnTo>
                    <a:lnTo>
                      <a:pt x="978" y="180"/>
                    </a:lnTo>
                    <a:lnTo>
                      <a:pt x="1002" y="180"/>
                    </a:lnTo>
                    <a:lnTo>
                      <a:pt x="1002" y="162"/>
                    </a:lnTo>
                    <a:lnTo>
                      <a:pt x="1026" y="156"/>
                    </a:lnTo>
                    <a:lnTo>
                      <a:pt x="1050" y="120"/>
                    </a:lnTo>
                    <a:lnTo>
                      <a:pt x="1008" y="12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6" name="Oman" descr="© INSCALE GmbH, 05.05.2010&#10;http://www.presentationload.com/">
                <a:extLst>
                  <a:ext uri="{FF2B5EF4-FFF2-40B4-BE49-F238E27FC236}">
                    <a16:creationId xmlns:a16="http://schemas.microsoft.com/office/drawing/2014/main" id="{8DFFA837-F7CD-244A-8DAF-32E0E552E0EE}"/>
                  </a:ext>
                </a:extLst>
              </p:cNvPr>
              <p:cNvSpPr>
                <a:spLocks/>
              </p:cNvSpPr>
              <p:nvPr/>
            </p:nvSpPr>
            <p:spPr bwMode="gray">
              <a:xfrm>
                <a:off x="7261339" y="3293585"/>
                <a:ext cx="226823" cy="282705"/>
              </a:xfrm>
              <a:custGeom>
                <a:avLst/>
                <a:gdLst>
                  <a:gd name="T0" fmla="*/ 2147483647 w 540"/>
                  <a:gd name="T1" fmla="*/ 2147483647 h 672"/>
                  <a:gd name="T2" fmla="*/ 2147483647 w 540"/>
                  <a:gd name="T3" fmla="*/ 2147483647 h 672"/>
                  <a:gd name="T4" fmla="*/ 2147483647 w 540"/>
                  <a:gd name="T5" fmla="*/ 2147483647 h 672"/>
                  <a:gd name="T6" fmla="*/ 2147483647 w 540"/>
                  <a:gd name="T7" fmla="*/ 2147483647 h 672"/>
                  <a:gd name="T8" fmla="*/ 2147483647 w 540"/>
                  <a:gd name="T9" fmla="*/ 2147483647 h 672"/>
                  <a:gd name="T10" fmla="*/ 2147483647 w 540"/>
                  <a:gd name="T11" fmla="*/ 2147483647 h 672"/>
                  <a:gd name="T12" fmla="*/ 2147483647 w 540"/>
                  <a:gd name="T13" fmla="*/ 2147483647 h 672"/>
                  <a:gd name="T14" fmla="*/ 2147483647 w 540"/>
                  <a:gd name="T15" fmla="*/ 2147483647 h 672"/>
                  <a:gd name="T16" fmla="*/ 2147483647 w 540"/>
                  <a:gd name="T17" fmla="*/ 2147483647 h 672"/>
                  <a:gd name="T18" fmla="*/ 2147483647 w 540"/>
                  <a:gd name="T19" fmla="*/ 2147483647 h 672"/>
                  <a:gd name="T20" fmla="*/ 2147483647 w 540"/>
                  <a:gd name="T21" fmla="*/ 2147483647 h 672"/>
                  <a:gd name="T22" fmla="*/ 2147483647 w 540"/>
                  <a:gd name="T23" fmla="*/ 2147483647 h 672"/>
                  <a:gd name="T24" fmla="*/ 2147483647 w 540"/>
                  <a:gd name="T25" fmla="*/ 2147483647 h 672"/>
                  <a:gd name="T26" fmla="*/ 2147483647 w 540"/>
                  <a:gd name="T27" fmla="*/ 2147483647 h 672"/>
                  <a:gd name="T28" fmla="*/ 2147483647 w 540"/>
                  <a:gd name="T29" fmla="*/ 2147483647 h 672"/>
                  <a:gd name="T30" fmla="*/ 2147483647 w 540"/>
                  <a:gd name="T31" fmla="*/ 2147483647 h 672"/>
                  <a:gd name="T32" fmla="*/ 2147483647 w 540"/>
                  <a:gd name="T33" fmla="*/ 2147483647 h 672"/>
                  <a:gd name="T34" fmla="*/ 2147483647 w 540"/>
                  <a:gd name="T35" fmla="*/ 2147483647 h 672"/>
                  <a:gd name="T36" fmla="*/ 2147483647 w 540"/>
                  <a:gd name="T37" fmla="*/ 2147483647 h 672"/>
                  <a:gd name="T38" fmla="*/ 2147483647 w 540"/>
                  <a:gd name="T39" fmla="*/ 2147483647 h 672"/>
                  <a:gd name="T40" fmla="*/ 2147483647 w 540"/>
                  <a:gd name="T41" fmla="*/ 2147483647 h 672"/>
                  <a:gd name="T42" fmla="*/ 2147483647 w 540"/>
                  <a:gd name="T43" fmla="*/ 2147483647 h 672"/>
                  <a:gd name="T44" fmla="*/ 2147483647 w 540"/>
                  <a:gd name="T45" fmla="*/ 2147483647 h 672"/>
                  <a:gd name="T46" fmla="*/ 2147483647 w 540"/>
                  <a:gd name="T47" fmla="*/ 2147483647 h 672"/>
                  <a:gd name="T48" fmla="*/ 2147483647 w 540"/>
                  <a:gd name="T49" fmla="*/ 2147483647 h 672"/>
                  <a:gd name="T50" fmla="*/ 2147483647 w 540"/>
                  <a:gd name="T51" fmla="*/ 0 h 672"/>
                  <a:gd name="T52" fmla="*/ 2147483647 w 540"/>
                  <a:gd name="T53" fmla="*/ 2147483647 h 672"/>
                  <a:gd name="T54" fmla="*/ 2147483647 w 540"/>
                  <a:gd name="T55" fmla="*/ 2147483647 h 672"/>
                  <a:gd name="T56" fmla="*/ 2147483647 w 540"/>
                  <a:gd name="T57" fmla="*/ 2147483647 h 672"/>
                  <a:gd name="T58" fmla="*/ 2147483647 w 540"/>
                  <a:gd name="T59" fmla="*/ 2147483647 h 672"/>
                  <a:gd name="T60" fmla="*/ 2147483647 w 540"/>
                  <a:gd name="T61" fmla="*/ 2147483647 h 672"/>
                  <a:gd name="T62" fmla="*/ 2147483647 w 540"/>
                  <a:gd name="T63" fmla="*/ 2147483647 h 672"/>
                  <a:gd name="T64" fmla="*/ 2147483647 w 540"/>
                  <a:gd name="T65" fmla="*/ 2147483647 h 672"/>
                  <a:gd name="T66" fmla="*/ 2147483647 w 540"/>
                  <a:gd name="T67" fmla="*/ 2147483647 h 672"/>
                  <a:gd name="T68" fmla="*/ 2147483647 w 540"/>
                  <a:gd name="T69" fmla="*/ 2147483647 h 672"/>
                  <a:gd name="T70" fmla="*/ 2147483647 w 540"/>
                  <a:gd name="T71" fmla="*/ 2147483647 h 672"/>
                  <a:gd name="T72" fmla="*/ 2147483647 w 540"/>
                  <a:gd name="T73" fmla="*/ 2147483647 h 672"/>
                  <a:gd name="T74" fmla="*/ 2147483647 w 540"/>
                  <a:gd name="T75" fmla="*/ 2147483647 h 672"/>
                  <a:gd name="T76" fmla="*/ 2147483647 w 540"/>
                  <a:gd name="T77" fmla="*/ 2147483647 h 672"/>
                  <a:gd name="T78" fmla="*/ 2147483647 w 540"/>
                  <a:gd name="T79" fmla="*/ 2147483647 h 672"/>
                  <a:gd name="T80" fmla="*/ 2147483647 w 540"/>
                  <a:gd name="T81" fmla="*/ 2147483647 h 672"/>
                  <a:gd name="T82" fmla="*/ 2147483647 w 540"/>
                  <a:gd name="T83" fmla="*/ 2147483647 h 672"/>
                  <a:gd name="T84" fmla="*/ 2147483647 w 540"/>
                  <a:gd name="T85" fmla="*/ 2147483647 h 672"/>
                  <a:gd name="T86" fmla="*/ 2147483647 w 540"/>
                  <a:gd name="T87" fmla="*/ 2147483647 h 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0"/>
                  <a:gd name="T133" fmla="*/ 0 h 672"/>
                  <a:gd name="T134" fmla="*/ 540 w 540"/>
                  <a:gd name="T135" fmla="*/ 672 h 6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0" h="672">
                    <a:moveTo>
                      <a:pt x="258" y="564"/>
                    </a:moveTo>
                    <a:lnTo>
                      <a:pt x="276" y="564"/>
                    </a:lnTo>
                    <a:lnTo>
                      <a:pt x="288" y="558"/>
                    </a:lnTo>
                    <a:lnTo>
                      <a:pt x="306" y="552"/>
                    </a:lnTo>
                    <a:lnTo>
                      <a:pt x="330" y="540"/>
                    </a:lnTo>
                    <a:lnTo>
                      <a:pt x="336" y="528"/>
                    </a:lnTo>
                    <a:lnTo>
                      <a:pt x="342" y="510"/>
                    </a:lnTo>
                    <a:lnTo>
                      <a:pt x="342" y="498"/>
                    </a:lnTo>
                    <a:lnTo>
                      <a:pt x="348" y="498"/>
                    </a:lnTo>
                    <a:lnTo>
                      <a:pt x="354" y="492"/>
                    </a:lnTo>
                    <a:lnTo>
                      <a:pt x="366" y="486"/>
                    </a:lnTo>
                    <a:lnTo>
                      <a:pt x="384" y="480"/>
                    </a:lnTo>
                    <a:lnTo>
                      <a:pt x="408" y="456"/>
                    </a:lnTo>
                    <a:lnTo>
                      <a:pt x="414" y="444"/>
                    </a:lnTo>
                    <a:lnTo>
                      <a:pt x="414" y="426"/>
                    </a:lnTo>
                    <a:lnTo>
                      <a:pt x="420" y="408"/>
                    </a:lnTo>
                    <a:lnTo>
                      <a:pt x="420" y="378"/>
                    </a:lnTo>
                    <a:lnTo>
                      <a:pt x="426" y="372"/>
                    </a:lnTo>
                    <a:lnTo>
                      <a:pt x="432" y="372"/>
                    </a:lnTo>
                    <a:lnTo>
                      <a:pt x="444" y="378"/>
                    </a:lnTo>
                    <a:lnTo>
                      <a:pt x="450" y="384"/>
                    </a:lnTo>
                    <a:lnTo>
                      <a:pt x="462" y="384"/>
                    </a:lnTo>
                    <a:lnTo>
                      <a:pt x="468" y="378"/>
                    </a:lnTo>
                    <a:lnTo>
                      <a:pt x="480" y="354"/>
                    </a:lnTo>
                    <a:lnTo>
                      <a:pt x="480" y="330"/>
                    </a:lnTo>
                    <a:lnTo>
                      <a:pt x="534" y="276"/>
                    </a:lnTo>
                    <a:lnTo>
                      <a:pt x="534" y="264"/>
                    </a:lnTo>
                    <a:lnTo>
                      <a:pt x="540" y="252"/>
                    </a:lnTo>
                    <a:lnTo>
                      <a:pt x="540" y="204"/>
                    </a:lnTo>
                    <a:lnTo>
                      <a:pt x="528" y="192"/>
                    </a:lnTo>
                    <a:lnTo>
                      <a:pt x="510" y="192"/>
                    </a:lnTo>
                    <a:lnTo>
                      <a:pt x="510" y="186"/>
                    </a:lnTo>
                    <a:lnTo>
                      <a:pt x="492" y="168"/>
                    </a:lnTo>
                    <a:lnTo>
                      <a:pt x="486" y="150"/>
                    </a:lnTo>
                    <a:lnTo>
                      <a:pt x="462" y="126"/>
                    </a:lnTo>
                    <a:lnTo>
                      <a:pt x="456" y="114"/>
                    </a:lnTo>
                    <a:lnTo>
                      <a:pt x="432" y="96"/>
                    </a:lnTo>
                    <a:lnTo>
                      <a:pt x="396" y="84"/>
                    </a:lnTo>
                    <a:lnTo>
                      <a:pt x="366" y="78"/>
                    </a:lnTo>
                    <a:lnTo>
                      <a:pt x="348" y="78"/>
                    </a:lnTo>
                    <a:lnTo>
                      <a:pt x="342" y="72"/>
                    </a:lnTo>
                    <a:lnTo>
                      <a:pt x="330" y="72"/>
                    </a:lnTo>
                    <a:lnTo>
                      <a:pt x="318" y="60"/>
                    </a:lnTo>
                    <a:lnTo>
                      <a:pt x="294" y="48"/>
                    </a:lnTo>
                    <a:lnTo>
                      <a:pt x="288" y="36"/>
                    </a:lnTo>
                    <a:lnTo>
                      <a:pt x="288" y="30"/>
                    </a:lnTo>
                    <a:lnTo>
                      <a:pt x="282" y="18"/>
                    </a:lnTo>
                    <a:lnTo>
                      <a:pt x="276" y="12"/>
                    </a:lnTo>
                    <a:lnTo>
                      <a:pt x="252" y="18"/>
                    </a:lnTo>
                    <a:lnTo>
                      <a:pt x="246" y="6"/>
                    </a:lnTo>
                    <a:lnTo>
                      <a:pt x="246" y="0"/>
                    </a:lnTo>
                    <a:lnTo>
                      <a:pt x="240" y="0"/>
                    </a:lnTo>
                    <a:lnTo>
                      <a:pt x="234" y="6"/>
                    </a:lnTo>
                    <a:lnTo>
                      <a:pt x="234" y="12"/>
                    </a:lnTo>
                    <a:lnTo>
                      <a:pt x="228" y="24"/>
                    </a:lnTo>
                    <a:lnTo>
                      <a:pt x="228" y="54"/>
                    </a:lnTo>
                    <a:lnTo>
                      <a:pt x="246" y="72"/>
                    </a:lnTo>
                    <a:lnTo>
                      <a:pt x="246" y="78"/>
                    </a:lnTo>
                    <a:lnTo>
                      <a:pt x="240" y="78"/>
                    </a:lnTo>
                    <a:lnTo>
                      <a:pt x="240" y="72"/>
                    </a:lnTo>
                    <a:lnTo>
                      <a:pt x="228" y="72"/>
                    </a:lnTo>
                    <a:lnTo>
                      <a:pt x="228" y="78"/>
                    </a:lnTo>
                    <a:lnTo>
                      <a:pt x="222" y="84"/>
                    </a:lnTo>
                    <a:lnTo>
                      <a:pt x="222" y="96"/>
                    </a:lnTo>
                    <a:lnTo>
                      <a:pt x="216" y="108"/>
                    </a:lnTo>
                    <a:lnTo>
                      <a:pt x="216" y="120"/>
                    </a:lnTo>
                    <a:lnTo>
                      <a:pt x="210" y="132"/>
                    </a:lnTo>
                    <a:lnTo>
                      <a:pt x="204" y="138"/>
                    </a:lnTo>
                    <a:lnTo>
                      <a:pt x="198" y="150"/>
                    </a:lnTo>
                    <a:lnTo>
                      <a:pt x="192" y="156"/>
                    </a:lnTo>
                    <a:lnTo>
                      <a:pt x="192" y="168"/>
                    </a:lnTo>
                    <a:lnTo>
                      <a:pt x="210" y="204"/>
                    </a:lnTo>
                    <a:lnTo>
                      <a:pt x="216" y="210"/>
                    </a:lnTo>
                    <a:lnTo>
                      <a:pt x="216" y="222"/>
                    </a:lnTo>
                    <a:lnTo>
                      <a:pt x="222" y="228"/>
                    </a:lnTo>
                    <a:lnTo>
                      <a:pt x="234" y="234"/>
                    </a:lnTo>
                    <a:lnTo>
                      <a:pt x="240" y="240"/>
                    </a:lnTo>
                    <a:lnTo>
                      <a:pt x="204" y="414"/>
                    </a:lnTo>
                    <a:lnTo>
                      <a:pt x="0" y="486"/>
                    </a:lnTo>
                    <a:lnTo>
                      <a:pt x="84" y="672"/>
                    </a:lnTo>
                    <a:lnTo>
                      <a:pt x="114" y="660"/>
                    </a:lnTo>
                    <a:lnTo>
                      <a:pt x="198" y="636"/>
                    </a:lnTo>
                    <a:lnTo>
                      <a:pt x="228" y="624"/>
                    </a:lnTo>
                    <a:lnTo>
                      <a:pt x="246" y="618"/>
                    </a:lnTo>
                    <a:lnTo>
                      <a:pt x="252" y="606"/>
                    </a:lnTo>
                    <a:lnTo>
                      <a:pt x="252" y="594"/>
                    </a:lnTo>
                    <a:lnTo>
                      <a:pt x="258" y="582"/>
                    </a:lnTo>
                    <a:lnTo>
                      <a:pt x="258" y="56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7" name="Nepal" descr="© INSCALE GmbH, 05.05.2010&#10;http://www.presentationload.com/">
                <a:extLst>
                  <a:ext uri="{FF2B5EF4-FFF2-40B4-BE49-F238E27FC236}">
                    <a16:creationId xmlns:a16="http://schemas.microsoft.com/office/drawing/2014/main" id="{0BDB3BC4-5F1E-5246-BEB6-3CB29C5CFE22}"/>
                  </a:ext>
                </a:extLst>
              </p:cNvPr>
              <p:cNvSpPr>
                <a:spLocks/>
              </p:cNvSpPr>
              <p:nvPr/>
            </p:nvSpPr>
            <p:spPr bwMode="gray">
              <a:xfrm>
                <a:off x="8043713" y="3109497"/>
                <a:ext cx="246546" cy="138066"/>
              </a:xfrm>
              <a:custGeom>
                <a:avLst/>
                <a:gdLst>
                  <a:gd name="T0" fmla="*/ 2147483647 w 588"/>
                  <a:gd name="T1" fmla="*/ 2147483647 h 330"/>
                  <a:gd name="T2" fmla="*/ 2147483647 w 588"/>
                  <a:gd name="T3" fmla="*/ 2147483647 h 330"/>
                  <a:gd name="T4" fmla="*/ 2147483647 w 588"/>
                  <a:gd name="T5" fmla="*/ 2147483647 h 330"/>
                  <a:gd name="T6" fmla="*/ 2147483647 w 588"/>
                  <a:gd name="T7" fmla="*/ 2147483647 h 330"/>
                  <a:gd name="T8" fmla="*/ 2147483647 w 588"/>
                  <a:gd name="T9" fmla="*/ 2147483647 h 330"/>
                  <a:gd name="T10" fmla="*/ 2147483647 w 588"/>
                  <a:gd name="T11" fmla="*/ 2147483647 h 330"/>
                  <a:gd name="T12" fmla="*/ 2147483647 w 588"/>
                  <a:gd name="T13" fmla="*/ 2147483647 h 330"/>
                  <a:gd name="T14" fmla="*/ 2147483647 w 588"/>
                  <a:gd name="T15" fmla="*/ 2147483647 h 330"/>
                  <a:gd name="T16" fmla="*/ 2147483647 w 588"/>
                  <a:gd name="T17" fmla="*/ 2147483647 h 330"/>
                  <a:gd name="T18" fmla="*/ 2147483647 w 588"/>
                  <a:gd name="T19" fmla="*/ 2147483647 h 330"/>
                  <a:gd name="T20" fmla="*/ 2147483647 w 588"/>
                  <a:gd name="T21" fmla="*/ 2147483647 h 330"/>
                  <a:gd name="T22" fmla="*/ 2147483647 w 588"/>
                  <a:gd name="T23" fmla="*/ 2147483647 h 330"/>
                  <a:gd name="T24" fmla="*/ 2147483647 w 588"/>
                  <a:gd name="T25" fmla="*/ 2147483647 h 330"/>
                  <a:gd name="T26" fmla="*/ 2147483647 w 588"/>
                  <a:gd name="T27" fmla="*/ 2147483647 h 330"/>
                  <a:gd name="T28" fmla="*/ 2147483647 w 588"/>
                  <a:gd name="T29" fmla="*/ 2147483647 h 330"/>
                  <a:gd name="T30" fmla="*/ 2147483647 w 588"/>
                  <a:gd name="T31" fmla="*/ 2147483647 h 330"/>
                  <a:gd name="T32" fmla="*/ 2147483647 w 588"/>
                  <a:gd name="T33" fmla="*/ 2147483647 h 330"/>
                  <a:gd name="T34" fmla="*/ 2147483647 w 588"/>
                  <a:gd name="T35" fmla="*/ 2147483647 h 330"/>
                  <a:gd name="T36" fmla="*/ 2147483647 w 588"/>
                  <a:gd name="T37" fmla="*/ 2147483647 h 330"/>
                  <a:gd name="T38" fmla="*/ 2147483647 w 588"/>
                  <a:gd name="T39" fmla="*/ 2147483647 h 330"/>
                  <a:gd name="T40" fmla="*/ 2147483647 w 588"/>
                  <a:gd name="T41" fmla="*/ 2147483647 h 330"/>
                  <a:gd name="T42" fmla="*/ 2147483647 w 588"/>
                  <a:gd name="T43" fmla="*/ 2147483647 h 330"/>
                  <a:gd name="T44" fmla="*/ 2147483647 w 588"/>
                  <a:gd name="T45" fmla="*/ 2147483647 h 330"/>
                  <a:gd name="T46" fmla="*/ 2147483647 w 588"/>
                  <a:gd name="T47" fmla="*/ 2147483647 h 330"/>
                  <a:gd name="T48" fmla="*/ 2147483647 w 588"/>
                  <a:gd name="T49" fmla="*/ 2147483647 h 330"/>
                  <a:gd name="T50" fmla="*/ 2147483647 w 588"/>
                  <a:gd name="T51" fmla="*/ 2147483647 h 330"/>
                  <a:gd name="T52" fmla="*/ 2147483647 w 588"/>
                  <a:gd name="T53" fmla="*/ 2147483647 h 330"/>
                  <a:gd name="T54" fmla="*/ 2147483647 w 588"/>
                  <a:gd name="T55" fmla="*/ 2147483647 h 330"/>
                  <a:gd name="T56" fmla="*/ 2147483647 w 588"/>
                  <a:gd name="T57" fmla="*/ 2147483647 h 330"/>
                  <a:gd name="T58" fmla="*/ 2147483647 w 588"/>
                  <a:gd name="T59" fmla="*/ 2147483647 h 330"/>
                  <a:gd name="T60" fmla="*/ 2147483647 w 588"/>
                  <a:gd name="T61" fmla="*/ 2147483647 h 330"/>
                  <a:gd name="T62" fmla="*/ 2147483647 w 588"/>
                  <a:gd name="T63" fmla="*/ 2147483647 h 330"/>
                  <a:gd name="T64" fmla="*/ 2147483647 w 588"/>
                  <a:gd name="T65" fmla="*/ 2147483647 h 330"/>
                  <a:gd name="T66" fmla="*/ 2147483647 w 588"/>
                  <a:gd name="T67" fmla="*/ 2147483647 h 330"/>
                  <a:gd name="T68" fmla="*/ 2147483647 w 588"/>
                  <a:gd name="T69" fmla="*/ 2147483647 h 330"/>
                  <a:gd name="T70" fmla="*/ 2147483647 w 588"/>
                  <a:gd name="T71" fmla="*/ 0 h 330"/>
                  <a:gd name="T72" fmla="*/ 2147483647 w 588"/>
                  <a:gd name="T73" fmla="*/ 2147483647 h 330"/>
                  <a:gd name="T74" fmla="*/ 2147483647 w 588"/>
                  <a:gd name="T75" fmla="*/ 2147483647 h 330"/>
                  <a:gd name="T76" fmla="*/ 2147483647 w 588"/>
                  <a:gd name="T77" fmla="*/ 2147483647 h 330"/>
                  <a:gd name="T78" fmla="*/ 2147483647 w 588"/>
                  <a:gd name="T79" fmla="*/ 2147483647 h 330"/>
                  <a:gd name="T80" fmla="*/ 2147483647 w 588"/>
                  <a:gd name="T81" fmla="*/ 2147483647 h 330"/>
                  <a:gd name="T82" fmla="*/ 2147483647 w 588"/>
                  <a:gd name="T83" fmla="*/ 2147483647 h 330"/>
                  <a:gd name="T84" fmla="*/ 0 w 588"/>
                  <a:gd name="T85" fmla="*/ 2147483647 h 330"/>
                  <a:gd name="T86" fmla="*/ 2147483647 w 588"/>
                  <a:gd name="T87" fmla="*/ 2147483647 h 330"/>
                  <a:gd name="T88" fmla="*/ 2147483647 w 588"/>
                  <a:gd name="T89" fmla="*/ 2147483647 h 330"/>
                  <a:gd name="T90" fmla="*/ 2147483647 w 588"/>
                  <a:gd name="T91" fmla="*/ 2147483647 h 330"/>
                  <a:gd name="T92" fmla="*/ 2147483647 w 588"/>
                  <a:gd name="T93" fmla="*/ 2147483647 h 330"/>
                  <a:gd name="T94" fmla="*/ 2147483647 w 588"/>
                  <a:gd name="T95" fmla="*/ 2147483647 h 330"/>
                  <a:gd name="T96" fmla="*/ 2147483647 w 588"/>
                  <a:gd name="T97" fmla="*/ 2147483647 h 330"/>
                  <a:gd name="T98" fmla="*/ 2147483647 w 588"/>
                  <a:gd name="T99" fmla="*/ 2147483647 h 330"/>
                  <a:gd name="T100" fmla="*/ 2147483647 w 588"/>
                  <a:gd name="T101" fmla="*/ 2147483647 h 330"/>
                  <a:gd name="T102" fmla="*/ 2147483647 w 588"/>
                  <a:gd name="T103" fmla="*/ 2147483647 h 330"/>
                  <a:gd name="T104" fmla="*/ 2147483647 w 588"/>
                  <a:gd name="T105" fmla="*/ 2147483647 h 330"/>
                  <a:gd name="T106" fmla="*/ 2147483647 w 588"/>
                  <a:gd name="T107" fmla="*/ 2147483647 h 330"/>
                  <a:gd name="T108" fmla="*/ 2147483647 w 588"/>
                  <a:gd name="T109" fmla="*/ 2147483647 h 3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88"/>
                  <a:gd name="T166" fmla="*/ 0 h 330"/>
                  <a:gd name="T167" fmla="*/ 588 w 588"/>
                  <a:gd name="T168" fmla="*/ 330 h 3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88" h="330">
                    <a:moveTo>
                      <a:pt x="294" y="234"/>
                    </a:moveTo>
                    <a:lnTo>
                      <a:pt x="306" y="246"/>
                    </a:lnTo>
                    <a:lnTo>
                      <a:pt x="306" y="252"/>
                    </a:lnTo>
                    <a:lnTo>
                      <a:pt x="330" y="252"/>
                    </a:lnTo>
                    <a:lnTo>
                      <a:pt x="384" y="306"/>
                    </a:lnTo>
                    <a:lnTo>
                      <a:pt x="402" y="294"/>
                    </a:lnTo>
                    <a:lnTo>
                      <a:pt x="432" y="312"/>
                    </a:lnTo>
                    <a:lnTo>
                      <a:pt x="438" y="306"/>
                    </a:lnTo>
                    <a:lnTo>
                      <a:pt x="456" y="306"/>
                    </a:lnTo>
                    <a:lnTo>
                      <a:pt x="474" y="312"/>
                    </a:lnTo>
                    <a:lnTo>
                      <a:pt x="486" y="318"/>
                    </a:lnTo>
                    <a:lnTo>
                      <a:pt x="492" y="330"/>
                    </a:lnTo>
                    <a:lnTo>
                      <a:pt x="498" y="318"/>
                    </a:lnTo>
                    <a:lnTo>
                      <a:pt x="510" y="312"/>
                    </a:lnTo>
                    <a:lnTo>
                      <a:pt x="516" y="312"/>
                    </a:lnTo>
                    <a:lnTo>
                      <a:pt x="522" y="318"/>
                    </a:lnTo>
                    <a:lnTo>
                      <a:pt x="522" y="330"/>
                    </a:lnTo>
                    <a:lnTo>
                      <a:pt x="588" y="330"/>
                    </a:lnTo>
                    <a:lnTo>
                      <a:pt x="588" y="294"/>
                    </a:lnTo>
                    <a:lnTo>
                      <a:pt x="576" y="270"/>
                    </a:lnTo>
                    <a:lnTo>
                      <a:pt x="576" y="222"/>
                    </a:lnTo>
                    <a:lnTo>
                      <a:pt x="564" y="204"/>
                    </a:lnTo>
                    <a:lnTo>
                      <a:pt x="540" y="216"/>
                    </a:lnTo>
                    <a:lnTo>
                      <a:pt x="522" y="216"/>
                    </a:lnTo>
                    <a:lnTo>
                      <a:pt x="498" y="204"/>
                    </a:lnTo>
                    <a:lnTo>
                      <a:pt x="480" y="198"/>
                    </a:lnTo>
                    <a:lnTo>
                      <a:pt x="474" y="192"/>
                    </a:lnTo>
                    <a:lnTo>
                      <a:pt x="462" y="186"/>
                    </a:lnTo>
                    <a:lnTo>
                      <a:pt x="462" y="192"/>
                    </a:lnTo>
                    <a:lnTo>
                      <a:pt x="456" y="198"/>
                    </a:lnTo>
                    <a:lnTo>
                      <a:pt x="438" y="198"/>
                    </a:lnTo>
                    <a:lnTo>
                      <a:pt x="432" y="192"/>
                    </a:lnTo>
                    <a:lnTo>
                      <a:pt x="432" y="180"/>
                    </a:lnTo>
                    <a:lnTo>
                      <a:pt x="432" y="186"/>
                    </a:lnTo>
                    <a:lnTo>
                      <a:pt x="420" y="198"/>
                    </a:lnTo>
                    <a:lnTo>
                      <a:pt x="408" y="198"/>
                    </a:lnTo>
                    <a:lnTo>
                      <a:pt x="402" y="192"/>
                    </a:lnTo>
                    <a:lnTo>
                      <a:pt x="402" y="174"/>
                    </a:lnTo>
                    <a:lnTo>
                      <a:pt x="396" y="174"/>
                    </a:lnTo>
                    <a:lnTo>
                      <a:pt x="390" y="180"/>
                    </a:lnTo>
                    <a:lnTo>
                      <a:pt x="378" y="180"/>
                    </a:lnTo>
                    <a:lnTo>
                      <a:pt x="360" y="174"/>
                    </a:lnTo>
                    <a:lnTo>
                      <a:pt x="354" y="168"/>
                    </a:lnTo>
                    <a:lnTo>
                      <a:pt x="348" y="168"/>
                    </a:lnTo>
                    <a:lnTo>
                      <a:pt x="348" y="162"/>
                    </a:lnTo>
                    <a:lnTo>
                      <a:pt x="354" y="156"/>
                    </a:lnTo>
                    <a:lnTo>
                      <a:pt x="354" y="150"/>
                    </a:lnTo>
                    <a:lnTo>
                      <a:pt x="348" y="144"/>
                    </a:lnTo>
                    <a:lnTo>
                      <a:pt x="342" y="144"/>
                    </a:lnTo>
                    <a:lnTo>
                      <a:pt x="330" y="150"/>
                    </a:lnTo>
                    <a:lnTo>
                      <a:pt x="324" y="156"/>
                    </a:lnTo>
                    <a:lnTo>
                      <a:pt x="312" y="150"/>
                    </a:lnTo>
                    <a:lnTo>
                      <a:pt x="282" y="120"/>
                    </a:lnTo>
                    <a:lnTo>
                      <a:pt x="282" y="102"/>
                    </a:lnTo>
                    <a:lnTo>
                      <a:pt x="276" y="90"/>
                    </a:lnTo>
                    <a:lnTo>
                      <a:pt x="270" y="84"/>
                    </a:lnTo>
                    <a:lnTo>
                      <a:pt x="258" y="84"/>
                    </a:lnTo>
                    <a:lnTo>
                      <a:pt x="252" y="96"/>
                    </a:lnTo>
                    <a:lnTo>
                      <a:pt x="246" y="102"/>
                    </a:lnTo>
                    <a:lnTo>
                      <a:pt x="246" y="108"/>
                    </a:lnTo>
                    <a:lnTo>
                      <a:pt x="234" y="108"/>
                    </a:lnTo>
                    <a:lnTo>
                      <a:pt x="234" y="96"/>
                    </a:lnTo>
                    <a:lnTo>
                      <a:pt x="228" y="90"/>
                    </a:lnTo>
                    <a:lnTo>
                      <a:pt x="222" y="78"/>
                    </a:lnTo>
                    <a:lnTo>
                      <a:pt x="216" y="72"/>
                    </a:lnTo>
                    <a:lnTo>
                      <a:pt x="210" y="60"/>
                    </a:lnTo>
                    <a:lnTo>
                      <a:pt x="168" y="54"/>
                    </a:lnTo>
                    <a:lnTo>
                      <a:pt x="150" y="36"/>
                    </a:lnTo>
                    <a:lnTo>
                      <a:pt x="138" y="30"/>
                    </a:lnTo>
                    <a:lnTo>
                      <a:pt x="132" y="18"/>
                    </a:lnTo>
                    <a:lnTo>
                      <a:pt x="120" y="6"/>
                    </a:lnTo>
                    <a:lnTo>
                      <a:pt x="108" y="0"/>
                    </a:lnTo>
                    <a:lnTo>
                      <a:pt x="96" y="0"/>
                    </a:lnTo>
                    <a:lnTo>
                      <a:pt x="84" y="6"/>
                    </a:lnTo>
                    <a:lnTo>
                      <a:pt x="78" y="12"/>
                    </a:lnTo>
                    <a:lnTo>
                      <a:pt x="54" y="30"/>
                    </a:lnTo>
                    <a:lnTo>
                      <a:pt x="36" y="12"/>
                    </a:lnTo>
                    <a:lnTo>
                      <a:pt x="30" y="36"/>
                    </a:lnTo>
                    <a:lnTo>
                      <a:pt x="6" y="60"/>
                    </a:lnTo>
                    <a:lnTo>
                      <a:pt x="12" y="72"/>
                    </a:lnTo>
                    <a:lnTo>
                      <a:pt x="6" y="78"/>
                    </a:lnTo>
                    <a:lnTo>
                      <a:pt x="6" y="84"/>
                    </a:lnTo>
                    <a:lnTo>
                      <a:pt x="18" y="96"/>
                    </a:lnTo>
                    <a:lnTo>
                      <a:pt x="12" y="96"/>
                    </a:lnTo>
                    <a:lnTo>
                      <a:pt x="0" y="108"/>
                    </a:lnTo>
                    <a:lnTo>
                      <a:pt x="0" y="120"/>
                    </a:lnTo>
                    <a:lnTo>
                      <a:pt x="30" y="150"/>
                    </a:lnTo>
                    <a:lnTo>
                      <a:pt x="42" y="144"/>
                    </a:lnTo>
                    <a:lnTo>
                      <a:pt x="60" y="168"/>
                    </a:lnTo>
                    <a:lnTo>
                      <a:pt x="84" y="168"/>
                    </a:lnTo>
                    <a:lnTo>
                      <a:pt x="96" y="186"/>
                    </a:lnTo>
                    <a:lnTo>
                      <a:pt x="138" y="204"/>
                    </a:lnTo>
                    <a:lnTo>
                      <a:pt x="150" y="204"/>
                    </a:lnTo>
                    <a:lnTo>
                      <a:pt x="156" y="210"/>
                    </a:lnTo>
                    <a:lnTo>
                      <a:pt x="162" y="222"/>
                    </a:lnTo>
                    <a:lnTo>
                      <a:pt x="168" y="228"/>
                    </a:lnTo>
                    <a:lnTo>
                      <a:pt x="186" y="228"/>
                    </a:lnTo>
                    <a:lnTo>
                      <a:pt x="192" y="222"/>
                    </a:lnTo>
                    <a:lnTo>
                      <a:pt x="204" y="222"/>
                    </a:lnTo>
                    <a:lnTo>
                      <a:pt x="204" y="234"/>
                    </a:lnTo>
                    <a:lnTo>
                      <a:pt x="210" y="240"/>
                    </a:lnTo>
                    <a:lnTo>
                      <a:pt x="234" y="240"/>
                    </a:lnTo>
                    <a:lnTo>
                      <a:pt x="240" y="246"/>
                    </a:lnTo>
                    <a:lnTo>
                      <a:pt x="246" y="258"/>
                    </a:lnTo>
                    <a:lnTo>
                      <a:pt x="258" y="246"/>
                    </a:lnTo>
                    <a:lnTo>
                      <a:pt x="276" y="246"/>
                    </a:lnTo>
                    <a:lnTo>
                      <a:pt x="282" y="252"/>
                    </a:lnTo>
                    <a:lnTo>
                      <a:pt x="282" y="258"/>
                    </a:lnTo>
                    <a:lnTo>
                      <a:pt x="282" y="240"/>
                    </a:lnTo>
                    <a:lnTo>
                      <a:pt x="288" y="234"/>
                    </a:lnTo>
                    <a:lnTo>
                      <a:pt x="294" y="23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8" name="Myanmar" descr="© INSCALE GmbH, 05.05.2010&#10;http://www.presentationload.com/">
                <a:extLst>
                  <a:ext uri="{FF2B5EF4-FFF2-40B4-BE49-F238E27FC236}">
                    <a16:creationId xmlns:a16="http://schemas.microsoft.com/office/drawing/2014/main" id="{038456FC-95F6-6241-A255-90696B8605B4}"/>
                  </a:ext>
                </a:extLst>
              </p:cNvPr>
              <p:cNvSpPr>
                <a:spLocks/>
              </p:cNvSpPr>
              <p:nvPr/>
            </p:nvSpPr>
            <p:spPr bwMode="gray">
              <a:xfrm>
                <a:off x="8431612" y="3175243"/>
                <a:ext cx="267913" cy="629514"/>
              </a:xfrm>
              <a:custGeom>
                <a:avLst/>
                <a:gdLst>
                  <a:gd name="T0" fmla="*/ 2147483647 w 636"/>
                  <a:gd name="T1" fmla="*/ 2147483647 h 1500"/>
                  <a:gd name="T2" fmla="*/ 2147483647 w 636"/>
                  <a:gd name="T3" fmla="*/ 2147483647 h 1500"/>
                  <a:gd name="T4" fmla="*/ 2147483647 w 636"/>
                  <a:gd name="T5" fmla="*/ 2147483647 h 1500"/>
                  <a:gd name="T6" fmla="*/ 2147483647 w 636"/>
                  <a:gd name="T7" fmla="*/ 2147483647 h 1500"/>
                  <a:gd name="T8" fmla="*/ 2147483647 w 636"/>
                  <a:gd name="T9" fmla="*/ 2147483647 h 1500"/>
                  <a:gd name="T10" fmla="*/ 2147483647 w 636"/>
                  <a:gd name="T11" fmla="*/ 2147483647 h 1500"/>
                  <a:gd name="T12" fmla="*/ 2147483647 w 636"/>
                  <a:gd name="T13" fmla="*/ 2147483647 h 1500"/>
                  <a:gd name="T14" fmla="*/ 2147483647 w 636"/>
                  <a:gd name="T15" fmla="*/ 2147483647 h 1500"/>
                  <a:gd name="T16" fmla="*/ 2147483647 w 636"/>
                  <a:gd name="T17" fmla="*/ 2147483647 h 1500"/>
                  <a:gd name="T18" fmla="*/ 2147483647 w 636"/>
                  <a:gd name="T19" fmla="*/ 2147483647 h 1500"/>
                  <a:gd name="T20" fmla="*/ 2147483647 w 636"/>
                  <a:gd name="T21" fmla="*/ 2147483647 h 1500"/>
                  <a:gd name="T22" fmla="*/ 2147483647 w 636"/>
                  <a:gd name="T23" fmla="*/ 2147483647 h 1500"/>
                  <a:gd name="T24" fmla="*/ 2147483647 w 636"/>
                  <a:gd name="T25" fmla="*/ 2147483647 h 1500"/>
                  <a:gd name="T26" fmla="*/ 2147483647 w 636"/>
                  <a:gd name="T27" fmla="*/ 2147483647 h 1500"/>
                  <a:gd name="T28" fmla="*/ 2147483647 w 636"/>
                  <a:gd name="T29" fmla="*/ 2147483647 h 1500"/>
                  <a:gd name="T30" fmla="*/ 2147483647 w 636"/>
                  <a:gd name="T31" fmla="*/ 2147483647 h 1500"/>
                  <a:gd name="T32" fmla="*/ 2147483647 w 636"/>
                  <a:gd name="T33" fmla="*/ 2147483647 h 1500"/>
                  <a:gd name="T34" fmla="*/ 2147483647 w 636"/>
                  <a:gd name="T35" fmla="*/ 2147483647 h 1500"/>
                  <a:gd name="T36" fmla="*/ 2147483647 w 636"/>
                  <a:gd name="T37" fmla="*/ 2147483647 h 1500"/>
                  <a:gd name="T38" fmla="*/ 2147483647 w 636"/>
                  <a:gd name="T39" fmla="*/ 2147483647 h 1500"/>
                  <a:gd name="T40" fmla="*/ 2147483647 w 636"/>
                  <a:gd name="T41" fmla="*/ 2147483647 h 1500"/>
                  <a:gd name="T42" fmla="*/ 2147483647 w 636"/>
                  <a:gd name="T43" fmla="*/ 2147483647 h 1500"/>
                  <a:gd name="T44" fmla="*/ 2147483647 w 636"/>
                  <a:gd name="T45" fmla="*/ 2147483647 h 1500"/>
                  <a:gd name="T46" fmla="*/ 2147483647 w 636"/>
                  <a:gd name="T47" fmla="*/ 2147483647 h 1500"/>
                  <a:gd name="T48" fmla="*/ 2147483647 w 636"/>
                  <a:gd name="T49" fmla="*/ 2147483647 h 1500"/>
                  <a:gd name="T50" fmla="*/ 2147483647 w 636"/>
                  <a:gd name="T51" fmla="*/ 2147483647 h 1500"/>
                  <a:gd name="T52" fmla="*/ 2147483647 w 636"/>
                  <a:gd name="T53" fmla="*/ 2147483647 h 1500"/>
                  <a:gd name="T54" fmla="*/ 2147483647 w 636"/>
                  <a:gd name="T55" fmla="*/ 2147483647 h 1500"/>
                  <a:gd name="T56" fmla="*/ 2147483647 w 636"/>
                  <a:gd name="T57" fmla="*/ 2147483647 h 1500"/>
                  <a:gd name="T58" fmla="*/ 2147483647 w 636"/>
                  <a:gd name="T59" fmla="*/ 2147483647 h 1500"/>
                  <a:gd name="T60" fmla="*/ 2147483647 w 636"/>
                  <a:gd name="T61" fmla="*/ 2147483647 h 1500"/>
                  <a:gd name="T62" fmla="*/ 2147483647 w 636"/>
                  <a:gd name="T63" fmla="*/ 2147483647 h 1500"/>
                  <a:gd name="T64" fmla="*/ 2147483647 w 636"/>
                  <a:gd name="T65" fmla="*/ 2147483647 h 1500"/>
                  <a:gd name="T66" fmla="*/ 2147483647 w 636"/>
                  <a:gd name="T67" fmla="*/ 2147483647 h 1500"/>
                  <a:gd name="T68" fmla="*/ 2147483647 w 636"/>
                  <a:gd name="T69" fmla="*/ 2147483647 h 1500"/>
                  <a:gd name="T70" fmla="*/ 2147483647 w 636"/>
                  <a:gd name="T71" fmla="*/ 2147483647 h 1500"/>
                  <a:gd name="T72" fmla="*/ 2147483647 w 636"/>
                  <a:gd name="T73" fmla="*/ 2147483647 h 1500"/>
                  <a:gd name="T74" fmla="*/ 2147483647 w 636"/>
                  <a:gd name="T75" fmla="*/ 2147483647 h 1500"/>
                  <a:gd name="T76" fmla="*/ 2147483647 w 636"/>
                  <a:gd name="T77" fmla="*/ 2147483647 h 1500"/>
                  <a:gd name="T78" fmla="*/ 2147483647 w 636"/>
                  <a:gd name="T79" fmla="*/ 2147483647 h 1500"/>
                  <a:gd name="T80" fmla="*/ 2147483647 w 636"/>
                  <a:gd name="T81" fmla="*/ 2147483647 h 1500"/>
                  <a:gd name="T82" fmla="*/ 2147483647 w 636"/>
                  <a:gd name="T83" fmla="*/ 2147483647 h 1500"/>
                  <a:gd name="T84" fmla="*/ 2147483647 w 636"/>
                  <a:gd name="T85" fmla="*/ 2147483647 h 1500"/>
                  <a:gd name="T86" fmla="*/ 2147483647 w 636"/>
                  <a:gd name="T87" fmla="*/ 0 h 1500"/>
                  <a:gd name="T88" fmla="*/ 2147483647 w 636"/>
                  <a:gd name="T89" fmla="*/ 2147483647 h 1500"/>
                  <a:gd name="T90" fmla="*/ 2147483647 w 636"/>
                  <a:gd name="T91" fmla="*/ 2147483647 h 1500"/>
                  <a:gd name="T92" fmla="*/ 2147483647 w 636"/>
                  <a:gd name="T93" fmla="*/ 2147483647 h 1500"/>
                  <a:gd name="T94" fmla="*/ 2147483647 w 636"/>
                  <a:gd name="T95" fmla="*/ 2147483647 h 1500"/>
                  <a:gd name="T96" fmla="*/ 2147483647 w 636"/>
                  <a:gd name="T97" fmla="*/ 2147483647 h 1500"/>
                  <a:gd name="T98" fmla="*/ 2147483647 w 636"/>
                  <a:gd name="T99" fmla="*/ 2147483647 h 1500"/>
                  <a:gd name="T100" fmla="*/ 2147483647 w 636"/>
                  <a:gd name="T101" fmla="*/ 2147483647 h 1500"/>
                  <a:gd name="T102" fmla="*/ 2147483647 w 636"/>
                  <a:gd name="T103" fmla="*/ 2147483647 h 1500"/>
                  <a:gd name="T104" fmla="*/ 2147483647 w 636"/>
                  <a:gd name="T105" fmla="*/ 2147483647 h 1500"/>
                  <a:gd name="T106" fmla="*/ 2147483647 w 636"/>
                  <a:gd name="T107" fmla="*/ 2147483647 h 1500"/>
                  <a:gd name="T108" fmla="*/ 2147483647 w 636"/>
                  <a:gd name="T109" fmla="*/ 2147483647 h 15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36"/>
                  <a:gd name="T166" fmla="*/ 0 h 1500"/>
                  <a:gd name="T167" fmla="*/ 636 w 636"/>
                  <a:gd name="T168" fmla="*/ 1500 h 15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36" h="1500">
                    <a:moveTo>
                      <a:pt x="0" y="588"/>
                    </a:moveTo>
                    <a:lnTo>
                      <a:pt x="18" y="588"/>
                    </a:lnTo>
                    <a:lnTo>
                      <a:pt x="12" y="630"/>
                    </a:lnTo>
                    <a:lnTo>
                      <a:pt x="18" y="630"/>
                    </a:lnTo>
                    <a:lnTo>
                      <a:pt x="24" y="636"/>
                    </a:lnTo>
                    <a:lnTo>
                      <a:pt x="42" y="642"/>
                    </a:lnTo>
                    <a:lnTo>
                      <a:pt x="54" y="648"/>
                    </a:lnTo>
                    <a:lnTo>
                      <a:pt x="72" y="666"/>
                    </a:lnTo>
                    <a:lnTo>
                      <a:pt x="84" y="690"/>
                    </a:lnTo>
                    <a:lnTo>
                      <a:pt x="90" y="696"/>
                    </a:lnTo>
                    <a:lnTo>
                      <a:pt x="90" y="702"/>
                    </a:lnTo>
                    <a:lnTo>
                      <a:pt x="126" y="696"/>
                    </a:lnTo>
                    <a:lnTo>
                      <a:pt x="102" y="738"/>
                    </a:lnTo>
                    <a:lnTo>
                      <a:pt x="108" y="738"/>
                    </a:lnTo>
                    <a:lnTo>
                      <a:pt x="114" y="744"/>
                    </a:lnTo>
                    <a:lnTo>
                      <a:pt x="126" y="744"/>
                    </a:lnTo>
                    <a:lnTo>
                      <a:pt x="144" y="750"/>
                    </a:lnTo>
                    <a:lnTo>
                      <a:pt x="156" y="762"/>
                    </a:lnTo>
                    <a:lnTo>
                      <a:pt x="168" y="768"/>
                    </a:lnTo>
                    <a:lnTo>
                      <a:pt x="174" y="780"/>
                    </a:lnTo>
                    <a:lnTo>
                      <a:pt x="186" y="792"/>
                    </a:lnTo>
                    <a:lnTo>
                      <a:pt x="192" y="804"/>
                    </a:lnTo>
                    <a:lnTo>
                      <a:pt x="192" y="822"/>
                    </a:lnTo>
                    <a:lnTo>
                      <a:pt x="198" y="834"/>
                    </a:lnTo>
                    <a:lnTo>
                      <a:pt x="198" y="840"/>
                    </a:lnTo>
                    <a:lnTo>
                      <a:pt x="204" y="846"/>
                    </a:lnTo>
                    <a:lnTo>
                      <a:pt x="210" y="858"/>
                    </a:lnTo>
                    <a:lnTo>
                      <a:pt x="222" y="870"/>
                    </a:lnTo>
                    <a:lnTo>
                      <a:pt x="210" y="888"/>
                    </a:lnTo>
                    <a:lnTo>
                      <a:pt x="216" y="978"/>
                    </a:lnTo>
                    <a:lnTo>
                      <a:pt x="204" y="990"/>
                    </a:lnTo>
                    <a:lnTo>
                      <a:pt x="204" y="1002"/>
                    </a:lnTo>
                    <a:lnTo>
                      <a:pt x="222" y="1020"/>
                    </a:lnTo>
                    <a:lnTo>
                      <a:pt x="234" y="1020"/>
                    </a:lnTo>
                    <a:lnTo>
                      <a:pt x="246" y="1014"/>
                    </a:lnTo>
                    <a:lnTo>
                      <a:pt x="252" y="1008"/>
                    </a:lnTo>
                    <a:lnTo>
                      <a:pt x="258" y="1014"/>
                    </a:lnTo>
                    <a:lnTo>
                      <a:pt x="258" y="1020"/>
                    </a:lnTo>
                    <a:lnTo>
                      <a:pt x="276" y="1020"/>
                    </a:lnTo>
                    <a:lnTo>
                      <a:pt x="282" y="1014"/>
                    </a:lnTo>
                    <a:lnTo>
                      <a:pt x="294" y="1008"/>
                    </a:lnTo>
                    <a:lnTo>
                      <a:pt x="300" y="996"/>
                    </a:lnTo>
                    <a:lnTo>
                      <a:pt x="306" y="990"/>
                    </a:lnTo>
                    <a:lnTo>
                      <a:pt x="312" y="978"/>
                    </a:lnTo>
                    <a:lnTo>
                      <a:pt x="324" y="978"/>
                    </a:lnTo>
                    <a:lnTo>
                      <a:pt x="360" y="960"/>
                    </a:lnTo>
                    <a:lnTo>
                      <a:pt x="366" y="954"/>
                    </a:lnTo>
                    <a:lnTo>
                      <a:pt x="366" y="900"/>
                    </a:lnTo>
                    <a:lnTo>
                      <a:pt x="372" y="894"/>
                    </a:lnTo>
                    <a:lnTo>
                      <a:pt x="378" y="894"/>
                    </a:lnTo>
                    <a:lnTo>
                      <a:pt x="396" y="912"/>
                    </a:lnTo>
                    <a:lnTo>
                      <a:pt x="402" y="924"/>
                    </a:lnTo>
                    <a:lnTo>
                      <a:pt x="402" y="954"/>
                    </a:lnTo>
                    <a:lnTo>
                      <a:pt x="408" y="954"/>
                    </a:lnTo>
                    <a:lnTo>
                      <a:pt x="426" y="972"/>
                    </a:lnTo>
                    <a:lnTo>
                      <a:pt x="432" y="984"/>
                    </a:lnTo>
                    <a:lnTo>
                      <a:pt x="444" y="1014"/>
                    </a:lnTo>
                    <a:lnTo>
                      <a:pt x="450" y="1050"/>
                    </a:lnTo>
                    <a:lnTo>
                      <a:pt x="450" y="1074"/>
                    </a:lnTo>
                    <a:lnTo>
                      <a:pt x="456" y="1092"/>
                    </a:lnTo>
                    <a:lnTo>
                      <a:pt x="456" y="1128"/>
                    </a:lnTo>
                    <a:lnTo>
                      <a:pt x="462" y="1134"/>
                    </a:lnTo>
                    <a:lnTo>
                      <a:pt x="480" y="1170"/>
                    </a:lnTo>
                    <a:lnTo>
                      <a:pt x="486" y="1176"/>
                    </a:lnTo>
                    <a:lnTo>
                      <a:pt x="486" y="1182"/>
                    </a:lnTo>
                    <a:lnTo>
                      <a:pt x="528" y="1272"/>
                    </a:lnTo>
                    <a:lnTo>
                      <a:pt x="540" y="1320"/>
                    </a:lnTo>
                    <a:lnTo>
                      <a:pt x="522" y="1320"/>
                    </a:lnTo>
                    <a:lnTo>
                      <a:pt x="516" y="1326"/>
                    </a:lnTo>
                    <a:lnTo>
                      <a:pt x="516" y="1350"/>
                    </a:lnTo>
                    <a:lnTo>
                      <a:pt x="510" y="1362"/>
                    </a:lnTo>
                    <a:lnTo>
                      <a:pt x="510" y="1374"/>
                    </a:lnTo>
                    <a:lnTo>
                      <a:pt x="552" y="1362"/>
                    </a:lnTo>
                    <a:lnTo>
                      <a:pt x="540" y="1416"/>
                    </a:lnTo>
                    <a:lnTo>
                      <a:pt x="540" y="1428"/>
                    </a:lnTo>
                    <a:lnTo>
                      <a:pt x="534" y="1440"/>
                    </a:lnTo>
                    <a:lnTo>
                      <a:pt x="534" y="1464"/>
                    </a:lnTo>
                    <a:lnTo>
                      <a:pt x="540" y="1482"/>
                    </a:lnTo>
                    <a:lnTo>
                      <a:pt x="540" y="1488"/>
                    </a:lnTo>
                    <a:lnTo>
                      <a:pt x="546" y="1500"/>
                    </a:lnTo>
                    <a:lnTo>
                      <a:pt x="552" y="1488"/>
                    </a:lnTo>
                    <a:lnTo>
                      <a:pt x="558" y="1482"/>
                    </a:lnTo>
                    <a:lnTo>
                      <a:pt x="564" y="1470"/>
                    </a:lnTo>
                    <a:lnTo>
                      <a:pt x="564" y="1458"/>
                    </a:lnTo>
                    <a:lnTo>
                      <a:pt x="558" y="1452"/>
                    </a:lnTo>
                    <a:lnTo>
                      <a:pt x="558" y="1440"/>
                    </a:lnTo>
                    <a:lnTo>
                      <a:pt x="576" y="1422"/>
                    </a:lnTo>
                    <a:lnTo>
                      <a:pt x="594" y="1386"/>
                    </a:lnTo>
                    <a:lnTo>
                      <a:pt x="594" y="1368"/>
                    </a:lnTo>
                    <a:lnTo>
                      <a:pt x="600" y="1356"/>
                    </a:lnTo>
                    <a:lnTo>
                      <a:pt x="600" y="1326"/>
                    </a:lnTo>
                    <a:lnTo>
                      <a:pt x="594" y="1314"/>
                    </a:lnTo>
                    <a:lnTo>
                      <a:pt x="594" y="1290"/>
                    </a:lnTo>
                    <a:lnTo>
                      <a:pt x="570" y="1266"/>
                    </a:lnTo>
                    <a:lnTo>
                      <a:pt x="570" y="1242"/>
                    </a:lnTo>
                    <a:lnTo>
                      <a:pt x="564" y="1224"/>
                    </a:lnTo>
                    <a:lnTo>
                      <a:pt x="564" y="1194"/>
                    </a:lnTo>
                    <a:lnTo>
                      <a:pt x="558" y="1182"/>
                    </a:lnTo>
                    <a:lnTo>
                      <a:pt x="516" y="1140"/>
                    </a:lnTo>
                    <a:lnTo>
                      <a:pt x="510" y="1128"/>
                    </a:lnTo>
                    <a:lnTo>
                      <a:pt x="504" y="1122"/>
                    </a:lnTo>
                    <a:lnTo>
                      <a:pt x="498" y="1110"/>
                    </a:lnTo>
                    <a:lnTo>
                      <a:pt x="492" y="1104"/>
                    </a:lnTo>
                    <a:lnTo>
                      <a:pt x="492" y="1098"/>
                    </a:lnTo>
                    <a:lnTo>
                      <a:pt x="486" y="1092"/>
                    </a:lnTo>
                    <a:lnTo>
                      <a:pt x="504" y="1056"/>
                    </a:lnTo>
                    <a:lnTo>
                      <a:pt x="510" y="1050"/>
                    </a:lnTo>
                    <a:lnTo>
                      <a:pt x="516" y="1038"/>
                    </a:lnTo>
                    <a:lnTo>
                      <a:pt x="516" y="1014"/>
                    </a:lnTo>
                    <a:lnTo>
                      <a:pt x="510" y="1002"/>
                    </a:lnTo>
                    <a:lnTo>
                      <a:pt x="522" y="1002"/>
                    </a:lnTo>
                    <a:lnTo>
                      <a:pt x="528" y="996"/>
                    </a:lnTo>
                    <a:lnTo>
                      <a:pt x="528" y="978"/>
                    </a:lnTo>
                    <a:lnTo>
                      <a:pt x="522" y="972"/>
                    </a:lnTo>
                    <a:lnTo>
                      <a:pt x="516" y="978"/>
                    </a:lnTo>
                    <a:lnTo>
                      <a:pt x="510" y="978"/>
                    </a:lnTo>
                    <a:lnTo>
                      <a:pt x="504" y="972"/>
                    </a:lnTo>
                    <a:lnTo>
                      <a:pt x="498" y="960"/>
                    </a:lnTo>
                    <a:lnTo>
                      <a:pt x="498" y="942"/>
                    </a:lnTo>
                    <a:lnTo>
                      <a:pt x="504" y="942"/>
                    </a:lnTo>
                    <a:lnTo>
                      <a:pt x="504" y="936"/>
                    </a:lnTo>
                    <a:lnTo>
                      <a:pt x="498" y="930"/>
                    </a:lnTo>
                    <a:lnTo>
                      <a:pt x="486" y="924"/>
                    </a:lnTo>
                    <a:lnTo>
                      <a:pt x="474" y="912"/>
                    </a:lnTo>
                    <a:lnTo>
                      <a:pt x="462" y="906"/>
                    </a:lnTo>
                    <a:lnTo>
                      <a:pt x="444" y="888"/>
                    </a:lnTo>
                    <a:lnTo>
                      <a:pt x="438" y="876"/>
                    </a:lnTo>
                    <a:lnTo>
                      <a:pt x="438" y="870"/>
                    </a:lnTo>
                    <a:lnTo>
                      <a:pt x="432" y="870"/>
                    </a:lnTo>
                    <a:lnTo>
                      <a:pt x="438" y="846"/>
                    </a:lnTo>
                    <a:lnTo>
                      <a:pt x="426" y="840"/>
                    </a:lnTo>
                    <a:lnTo>
                      <a:pt x="402" y="816"/>
                    </a:lnTo>
                    <a:lnTo>
                      <a:pt x="402" y="810"/>
                    </a:lnTo>
                    <a:lnTo>
                      <a:pt x="426" y="810"/>
                    </a:lnTo>
                    <a:lnTo>
                      <a:pt x="426" y="792"/>
                    </a:lnTo>
                    <a:lnTo>
                      <a:pt x="408" y="774"/>
                    </a:lnTo>
                    <a:lnTo>
                      <a:pt x="408" y="768"/>
                    </a:lnTo>
                    <a:lnTo>
                      <a:pt x="414" y="762"/>
                    </a:lnTo>
                    <a:lnTo>
                      <a:pt x="420" y="762"/>
                    </a:lnTo>
                    <a:lnTo>
                      <a:pt x="426" y="756"/>
                    </a:lnTo>
                    <a:lnTo>
                      <a:pt x="426" y="708"/>
                    </a:lnTo>
                    <a:lnTo>
                      <a:pt x="456" y="708"/>
                    </a:lnTo>
                    <a:lnTo>
                      <a:pt x="468" y="714"/>
                    </a:lnTo>
                    <a:lnTo>
                      <a:pt x="480" y="714"/>
                    </a:lnTo>
                    <a:lnTo>
                      <a:pt x="486" y="708"/>
                    </a:lnTo>
                    <a:lnTo>
                      <a:pt x="492" y="696"/>
                    </a:lnTo>
                    <a:lnTo>
                      <a:pt x="498" y="690"/>
                    </a:lnTo>
                    <a:lnTo>
                      <a:pt x="498" y="684"/>
                    </a:lnTo>
                    <a:lnTo>
                      <a:pt x="522" y="684"/>
                    </a:lnTo>
                    <a:lnTo>
                      <a:pt x="528" y="660"/>
                    </a:lnTo>
                    <a:lnTo>
                      <a:pt x="534" y="660"/>
                    </a:lnTo>
                    <a:lnTo>
                      <a:pt x="540" y="654"/>
                    </a:lnTo>
                    <a:lnTo>
                      <a:pt x="564" y="654"/>
                    </a:lnTo>
                    <a:lnTo>
                      <a:pt x="564" y="642"/>
                    </a:lnTo>
                    <a:lnTo>
                      <a:pt x="582" y="624"/>
                    </a:lnTo>
                    <a:lnTo>
                      <a:pt x="594" y="624"/>
                    </a:lnTo>
                    <a:lnTo>
                      <a:pt x="600" y="618"/>
                    </a:lnTo>
                    <a:lnTo>
                      <a:pt x="594" y="612"/>
                    </a:lnTo>
                    <a:lnTo>
                      <a:pt x="600" y="600"/>
                    </a:lnTo>
                    <a:lnTo>
                      <a:pt x="600" y="588"/>
                    </a:lnTo>
                    <a:lnTo>
                      <a:pt x="636" y="570"/>
                    </a:lnTo>
                    <a:lnTo>
                      <a:pt x="636" y="552"/>
                    </a:lnTo>
                    <a:lnTo>
                      <a:pt x="630" y="546"/>
                    </a:lnTo>
                    <a:lnTo>
                      <a:pt x="618" y="546"/>
                    </a:lnTo>
                    <a:lnTo>
                      <a:pt x="600" y="564"/>
                    </a:lnTo>
                    <a:lnTo>
                      <a:pt x="600" y="570"/>
                    </a:lnTo>
                    <a:lnTo>
                      <a:pt x="558" y="570"/>
                    </a:lnTo>
                    <a:lnTo>
                      <a:pt x="558" y="552"/>
                    </a:lnTo>
                    <a:lnTo>
                      <a:pt x="546" y="552"/>
                    </a:lnTo>
                    <a:lnTo>
                      <a:pt x="534" y="522"/>
                    </a:lnTo>
                    <a:lnTo>
                      <a:pt x="480" y="516"/>
                    </a:lnTo>
                    <a:lnTo>
                      <a:pt x="486" y="504"/>
                    </a:lnTo>
                    <a:lnTo>
                      <a:pt x="486" y="498"/>
                    </a:lnTo>
                    <a:lnTo>
                      <a:pt x="492" y="492"/>
                    </a:lnTo>
                    <a:lnTo>
                      <a:pt x="492" y="480"/>
                    </a:lnTo>
                    <a:lnTo>
                      <a:pt x="480" y="468"/>
                    </a:lnTo>
                    <a:lnTo>
                      <a:pt x="486" y="462"/>
                    </a:lnTo>
                    <a:lnTo>
                      <a:pt x="498" y="462"/>
                    </a:lnTo>
                    <a:lnTo>
                      <a:pt x="504" y="456"/>
                    </a:lnTo>
                    <a:lnTo>
                      <a:pt x="504" y="450"/>
                    </a:lnTo>
                    <a:lnTo>
                      <a:pt x="498" y="444"/>
                    </a:lnTo>
                    <a:lnTo>
                      <a:pt x="486" y="438"/>
                    </a:lnTo>
                    <a:lnTo>
                      <a:pt x="456" y="438"/>
                    </a:lnTo>
                    <a:lnTo>
                      <a:pt x="444" y="396"/>
                    </a:lnTo>
                    <a:lnTo>
                      <a:pt x="420" y="378"/>
                    </a:lnTo>
                    <a:lnTo>
                      <a:pt x="450" y="354"/>
                    </a:lnTo>
                    <a:lnTo>
                      <a:pt x="390" y="354"/>
                    </a:lnTo>
                    <a:lnTo>
                      <a:pt x="384" y="360"/>
                    </a:lnTo>
                    <a:lnTo>
                      <a:pt x="372" y="360"/>
                    </a:lnTo>
                    <a:lnTo>
                      <a:pt x="366" y="366"/>
                    </a:lnTo>
                    <a:lnTo>
                      <a:pt x="354" y="372"/>
                    </a:lnTo>
                    <a:lnTo>
                      <a:pt x="366" y="354"/>
                    </a:lnTo>
                    <a:lnTo>
                      <a:pt x="360" y="342"/>
                    </a:lnTo>
                    <a:lnTo>
                      <a:pt x="342" y="324"/>
                    </a:lnTo>
                    <a:lnTo>
                      <a:pt x="342" y="306"/>
                    </a:lnTo>
                    <a:lnTo>
                      <a:pt x="354" y="306"/>
                    </a:lnTo>
                    <a:lnTo>
                      <a:pt x="348" y="276"/>
                    </a:lnTo>
                    <a:lnTo>
                      <a:pt x="360" y="276"/>
                    </a:lnTo>
                    <a:lnTo>
                      <a:pt x="366" y="270"/>
                    </a:lnTo>
                    <a:lnTo>
                      <a:pt x="366" y="234"/>
                    </a:lnTo>
                    <a:lnTo>
                      <a:pt x="372" y="240"/>
                    </a:lnTo>
                    <a:lnTo>
                      <a:pt x="384" y="240"/>
                    </a:lnTo>
                    <a:lnTo>
                      <a:pt x="390" y="234"/>
                    </a:lnTo>
                    <a:lnTo>
                      <a:pt x="396" y="222"/>
                    </a:lnTo>
                    <a:lnTo>
                      <a:pt x="396" y="216"/>
                    </a:lnTo>
                    <a:lnTo>
                      <a:pt x="378" y="198"/>
                    </a:lnTo>
                    <a:lnTo>
                      <a:pt x="390" y="198"/>
                    </a:lnTo>
                    <a:lnTo>
                      <a:pt x="396" y="192"/>
                    </a:lnTo>
                    <a:lnTo>
                      <a:pt x="408" y="192"/>
                    </a:lnTo>
                    <a:lnTo>
                      <a:pt x="396" y="132"/>
                    </a:lnTo>
                    <a:lnTo>
                      <a:pt x="384" y="108"/>
                    </a:lnTo>
                    <a:lnTo>
                      <a:pt x="384" y="78"/>
                    </a:lnTo>
                    <a:lnTo>
                      <a:pt x="378" y="72"/>
                    </a:lnTo>
                    <a:lnTo>
                      <a:pt x="342" y="72"/>
                    </a:lnTo>
                    <a:lnTo>
                      <a:pt x="342" y="66"/>
                    </a:lnTo>
                    <a:lnTo>
                      <a:pt x="336" y="60"/>
                    </a:lnTo>
                    <a:lnTo>
                      <a:pt x="318" y="24"/>
                    </a:lnTo>
                    <a:lnTo>
                      <a:pt x="306" y="18"/>
                    </a:lnTo>
                    <a:lnTo>
                      <a:pt x="300" y="6"/>
                    </a:lnTo>
                    <a:lnTo>
                      <a:pt x="294" y="0"/>
                    </a:lnTo>
                    <a:lnTo>
                      <a:pt x="288" y="0"/>
                    </a:lnTo>
                    <a:lnTo>
                      <a:pt x="282" y="18"/>
                    </a:lnTo>
                    <a:lnTo>
                      <a:pt x="282" y="48"/>
                    </a:lnTo>
                    <a:lnTo>
                      <a:pt x="276" y="48"/>
                    </a:lnTo>
                    <a:lnTo>
                      <a:pt x="270" y="54"/>
                    </a:lnTo>
                    <a:lnTo>
                      <a:pt x="258" y="60"/>
                    </a:lnTo>
                    <a:lnTo>
                      <a:pt x="246" y="72"/>
                    </a:lnTo>
                    <a:lnTo>
                      <a:pt x="252" y="84"/>
                    </a:lnTo>
                    <a:lnTo>
                      <a:pt x="258" y="90"/>
                    </a:lnTo>
                    <a:lnTo>
                      <a:pt x="270" y="96"/>
                    </a:lnTo>
                    <a:lnTo>
                      <a:pt x="276" y="102"/>
                    </a:lnTo>
                    <a:lnTo>
                      <a:pt x="276" y="108"/>
                    </a:lnTo>
                    <a:lnTo>
                      <a:pt x="258" y="108"/>
                    </a:lnTo>
                    <a:lnTo>
                      <a:pt x="252" y="102"/>
                    </a:lnTo>
                    <a:lnTo>
                      <a:pt x="216" y="102"/>
                    </a:lnTo>
                    <a:lnTo>
                      <a:pt x="204" y="108"/>
                    </a:lnTo>
                    <a:lnTo>
                      <a:pt x="198" y="108"/>
                    </a:lnTo>
                    <a:lnTo>
                      <a:pt x="198" y="126"/>
                    </a:lnTo>
                    <a:lnTo>
                      <a:pt x="186" y="138"/>
                    </a:lnTo>
                    <a:lnTo>
                      <a:pt x="174" y="144"/>
                    </a:lnTo>
                    <a:lnTo>
                      <a:pt x="162" y="144"/>
                    </a:lnTo>
                    <a:lnTo>
                      <a:pt x="156" y="150"/>
                    </a:lnTo>
                    <a:lnTo>
                      <a:pt x="150" y="150"/>
                    </a:lnTo>
                    <a:lnTo>
                      <a:pt x="150" y="174"/>
                    </a:lnTo>
                    <a:lnTo>
                      <a:pt x="156" y="180"/>
                    </a:lnTo>
                    <a:lnTo>
                      <a:pt x="156" y="186"/>
                    </a:lnTo>
                    <a:lnTo>
                      <a:pt x="162" y="192"/>
                    </a:lnTo>
                    <a:lnTo>
                      <a:pt x="162" y="204"/>
                    </a:lnTo>
                    <a:lnTo>
                      <a:pt x="144" y="234"/>
                    </a:lnTo>
                    <a:lnTo>
                      <a:pt x="138" y="240"/>
                    </a:lnTo>
                    <a:lnTo>
                      <a:pt x="126" y="246"/>
                    </a:lnTo>
                    <a:lnTo>
                      <a:pt x="126" y="264"/>
                    </a:lnTo>
                    <a:lnTo>
                      <a:pt x="132" y="276"/>
                    </a:lnTo>
                    <a:lnTo>
                      <a:pt x="138" y="282"/>
                    </a:lnTo>
                    <a:lnTo>
                      <a:pt x="120" y="336"/>
                    </a:lnTo>
                    <a:lnTo>
                      <a:pt x="120" y="372"/>
                    </a:lnTo>
                    <a:lnTo>
                      <a:pt x="108" y="372"/>
                    </a:lnTo>
                    <a:lnTo>
                      <a:pt x="96" y="366"/>
                    </a:lnTo>
                    <a:lnTo>
                      <a:pt x="42" y="366"/>
                    </a:lnTo>
                    <a:lnTo>
                      <a:pt x="48" y="366"/>
                    </a:lnTo>
                    <a:lnTo>
                      <a:pt x="66" y="384"/>
                    </a:lnTo>
                    <a:lnTo>
                      <a:pt x="72" y="432"/>
                    </a:lnTo>
                    <a:lnTo>
                      <a:pt x="66" y="432"/>
                    </a:lnTo>
                    <a:lnTo>
                      <a:pt x="48" y="450"/>
                    </a:lnTo>
                    <a:lnTo>
                      <a:pt x="54" y="462"/>
                    </a:lnTo>
                    <a:lnTo>
                      <a:pt x="54" y="486"/>
                    </a:lnTo>
                    <a:lnTo>
                      <a:pt x="72" y="504"/>
                    </a:lnTo>
                    <a:lnTo>
                      <a:pt x="72" y="516"/>
                    </a:lnTo>
                    <a:lnTo>
                      <a:pt x="60" y="516"/>
                    </a:lnTo>
                    <a:lnTo>
                      <a:pt x="54" y="510"/>
                    </a:lnTo>
                    <a:lnTo>
                      <a:pt x="48" y="510"/>
                    </a:lnTo>
                    <a:lnTo>
                      <a:pt x="48" y="534"/>
                    </a:lnTo>
                    <a:lnTo>
                      <a:pt x="30" y="516"/>
                    </a:lnTo>
                    <a:lnTo>
                      <a:pt x="42" y="576"/>
                    </a:lnTo>
                    <a:lnTo>
                      <a:pt x="6" y="570"/>
                    </a:lnTo>
                    <a:lnTo>
                      <a:pt x="6" y="576"/>
                    </a:lnTo>
                    <a:lnTo>
                      <a:pt x="0" y="58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199" name="Mongolia" descr="© INSCALE GmbH, 05.05.2010&#10;http://www.presentationload.com/">
                <a:extLst>
                  <a:ext uri="{FF2B5EF4-FFF2-40B4-BE49-F238E27FC236}">
                    <a16:creationId xmlns:a16="http://schemas.microsoft.com/office/drawing/2014/main" id="{930839F1-B32B-654D-8D1A-6F72A9964626}"/>
                  </a:ext>
                </a:extLst>
              </p:cNvPr>
              <p:cNvSpPr>
                <a:spLocks/>
              </p:cNvSpPr>
              <p:nvPr/>
            </p:nvSpPr>
            <p:spPr bwMode="gray">
              <a:xfrm>
                <a:off x="8058505" y="2383011"/>
                <a:ext cx="882636" cy="350096"/>
              </a:xfrm>
              <a:custGeom>
                <a:avLst/>
                <a:gdLst>
                  <a:gd name="T0" fmla="*/ 2147483647 w 2100"/>
                  <a:gd name="T1" fmla="*/ 2147483647 h 834"/>
                  <a:gd name="T2" fmla="*/ 2147483647 w 2100"/>
                  <a:gd name="T3" fmla="*/ 2147483647 h 834"/>
                  <a:gd name="T4" fmla="*/ 2147483647 w 2100"/>
                  <a:gd name="T5" fmla="*/ 2147483647 h 834"/>
                  <a:gd name="T6" fmla="*/ 2147483647 w 2100"/>
                  <a:gd name="T7" fmla="*/ 2147483647 h 834"/>
                  <a:gd name="T8" fmla="*/ 2147483647 w 2100"/>
                  <a:gd name="T9" fmla="*/ 2147483647 h 834"/>
                  <a:gd name="T10" fmla="*/ 2147483647 w 2100"/>
                  <a:gd name="T11" fmla="*/ 2147483647 h 834"/>
                  <a:gd name="T12" fmla="*/ 2147483647 w 2100"/>
                  <a:gd name="T13" fmla="*/ 2147483647 h 834"/>
                  <a:gd name="T14" fmla="*/ 2147483647 w 2100"/>
                  <a:gd name="T15" fmla="*/ 2147483647 h 834"/>
                  <a:gd name="T16" fmla="*/ 2147483647 w 2100"/>
                  <a:gd name="T17" fmla="*/ 2147483647 h 834"/>
                  <a:gd name="T18" fmla="*/ 2147483647 w 2100"/>
                  <a:gd name="T19" fmla="*/ 2147483647 h 834"/>
                  <a:gd name="T20" fmla="*/ 2147483647 w 2100"/>
                  <a:gd name="T21" fmla="*/ 2147483647 h 834"/>
                  <a:gd name="T22" fmla="*/ 2147483647 w 2100"/>
                  <a:gd name="T23" fmla="*/ 2147483647 h 834"/>
                  <a:gd name="T24" fmla="*/ 2147483647 w 2100"/>
                  <a:gd name="T25" fmla="*/ 2147483647 h 834"/>
                  <a:gd name="T26" fmla="*/ 2147483647 w 2100"/>
                  <a:gd name="T27" fmla="*/ 2147483647 h 834"/>
                  <a:gd name="T28" fmla="*/ 2147483647 w 2100"/>
                  <a:gd name="T29" fmla="*/ 2147483647 h 834"/>
                  <a:gd name="T30" fmla="*/ 2147483647 w 2100"/>
                  <a:gd name="T31" fmla="*/ 2147483647 h 834"/>
                  <a:gd name="T32" fmla="*/ 2147483647 w 2100"/>
                  <a:gd name="T33" fmla="*/ 2147483647 h 834"/>
                  <a:gd name="T34" fmla="*/ 2147483647 w 2100"/>
                  <a:gd name="T35" fmla="*/ 2147483647 h 834"/>
                  <a:gd name="T36" fmla="*/ 2147483647 w 2100"/>
                  <a:gd name="T37" fmla="*/ 2147483647 h 834"/>
                  <a:gd name="T38" fmla="*/ 2147483647 w 2100"/>
                  <a:gd name="T39" fmla="*/ 2147483647 h 834"/>
                  <a:gd name="T40" fmla="*/ 2147483647 w 2100"/>
                  <a:gd name="T41" fmla="*/ 2147483647 h 834"/>
                  <a:gd name="T42" fmla="*/ 2147483647 w 2100"/>
                  <a:gd name="T43" fmla="*/ 2147483647 h 834"/>
                  <a:gd name="T44" fmla="*/ 2147483647 w 2100"/>
                  <a:gd name="T45" fmla="*/ 2147483647 h 834"/>
                  <a:gd name="T46" fmla="*/ 2147483647 w 2100"/>
                  <a:gd name="T47" fmla="*/ 2147483647 h 834"/>
                  <a:gd name="T48" fmla="*/ 2147483647 w 2100"/>
                  <a:gd name="T49" fmla="*/ 2147483647 h 834"/>
                  <a:gd name="T50" fmla="*/ 2147483647 w 2100"/>
                  <a:gd name="T51" fmla="*/ 2147483647 h 834"/>
                  <a:gd name="T52" fmla="*/ 2147483647 w 2100"/>
                  <a:gd name="T53" fmla="*/ 2147483647 h 834"/>
                  <a:gd name="T54" fmla="*/ 2147483647 w 2100"/>
                  <a:gd name="T55" fmla="*/ 2147483647 h 834"/>
                  <a:gd name="T56" fmla="*/ 2147483647 w 2100"/>
                  <a:gd name="T57" fmla="*/ 2147483647 h 834"/>
                  <a:gd name="T58" fmla="*/ 2147483647 w 2100"/>
                  <a:gd name="T59" fmla="*/ 2147483647 h 834"/>
                  <a:gd name="T60" fmla="*/ 2147483647 w 2100"/>
                  <a:gd name="T61" fmla="*/ 2147483647 h 834"/>
                  <a:gd name="T62" fmla="*/ 0 w 2100"/>
                  <a:gd name="T63" fmla="*/ 2147483647 h 834"/>
                  <a:gd name="T64" fmla="*/ 2147483647 w 2100"/>
                  <a:gd name="T65" fmla="*/ 2147483647 h 834"/>
                  <a:gd name="T66" fmla="*/ 2147483647 w 2100"/>
                  <a:gd name="T67" fmla="*/ 2147483647 h 834"/>
                  <a:gd name="T68" fmla="*/ 2147483647 w 2100"/>
                  <a:gd name="T69" fmla="*/ 2147483647 h 834"/>
                  <a:gd name="T70" fmla="*/ 2147483647 w 2100"/>
                  <a:gd name="T71" fmla="*/ 2147483647 h 834"/>
                  <a:gd name="T72" fmla="*/ 2147483647 w 2100"/>
                  <a:gd name="T73" fmla="*/ 2147483647 h 834"/>
                  <a:gd name="T74" fmla="*/ 2147483647 w 2100"/>
                  <a:gd name="T75" fmla="*/ 2147483647 h 834"/>
                  <a:gd name="T76" fmla="*/ 2147483647 w 2100"/>
                  <a:gd name="T77" fmla="*/ 2147483647 h 834"/>
                  <a:gd name="T78" fmla="*/ 2147483647 w 2100"/>
                  <a:gd name="T79" fmla="*/ 2147483647 h 834"/>
                  <a:gd name="T80" fmla="*/ 2147483647 w 2100"/>
                  <a:gd name="T81" fmla="*/ 2147483647 h 834"/>
                  <a:gd name="T82" fmla="*/ 2147483647 w 2100"/>
                  <a:gd name="T83" fmla="*/ 2147483647 h 834"/>
                  <a:gd name="T84" fmla="*/ 2147483647 w 2100"/>
                  <a:gd name="T85" fmla="*/ 2147483647 h 834"/>
                  <a:gd name="T86" fmla="*/ 2147483647 w 2100"/>
                  <a:gd name="T87" fmla="*/ 2147483647 h 834"/>
                  <a:gd name="T88" fmla="*/ 2147483647 w 2100"/>
                  <a:gd name="T89" fmla="*/ 2147483647 h 834"/>
                  <a:gd name="T90" fmla="*/ 2147483647 w 2100"/>
                  <a:gd name="T91" fmla="*/ 2147483647 h 834"/>
                  <a:gd name="T92" fmla="*/ 2147483647 w 2100"/>
                  <a:gd name="T93" fmla="*/ 2147483647 h 834"/>
                  <a:gd name="T94" fmla="*/ 2147483647 w 2100"/>
                  <a:gd name="T95" fmla="*/ 2147483647 h 834"/>
                  <a:gd name="T96" fmla="*/ 2147483647 w 2100"/>
                  <a:gd name="T97" fmla="*/ 2147483647 h 834"/>
                  <a:gd name="T98" fmla="*/ 2147483647 w 2100"/>
                  <a:gd name="T99" fmla="*/ 2147483647 h 834"/>
                  <a:gd name="T100" fmla="*/ 2147483647 w 2100"/>
                  <a:gd name="T101" fmla="*/ 2147483647 h 834"/>
                  <a:gd name="T102" fmla="*/ 2147483647 w 2100"/>
                  <a:gd name="T103" fmla="*/ 2147483647 h 834"/>
                  <a:gd name="T104" fmla="*/ 2147483647 w 2100"/>
                  <a:gd name="T105" fmla="*/ 2147483647 h 834"/>
                  <a:gd name="T106" fmla="*/ 2147483647 w 2100"/>
                  <a:gd name="T107" fmla="*/ 2147483647 h 834"/>
                  <a:gd name="T108" fmla="*/ 2147483647 w 2100"/>
                  <a:gd name="T109" fmla="*/ 2147483647 h 834"/>
                  <a:gd name="T110" fmla="*/ 2147483647 w 2100"/>
                  <a:gd name="T111" fmla="*/ 2147483647 h 834"/>
                  <a:gd name="T112" fmla="*/ 2147483647 w 2100"/>
                  <a:gd name="T113" fmla="*/ 2147483647 h 834"/>
                  <a:gd name="T114" fmla="*/ 2147483647 w 2100"/>
                  <a:gd name="T115" fmla="*/ 2147483647 h 834"/>
                  <a:gd name="T116" fmla="*/ 2147483647 w 2100"/>
                  <a:gd name="T117" fmla="*/ 2147483647 h 834"/>
                  <a:gd name="T118" fmla="*/ 2147483647 w 2100"/>
                  <a:gd name="T119" fmla="*/ 2147483647 h 834"/>
                  <a:gd name="T120" fmla="*/ 2147483647 w 2100"/>
                  <a:gd name="T121" fmla="*/ 2147483647 h 834"/>
                  <a:gd name="T122" fmla="*/ 2147483647 w 2100"/>
                  <a:gd name="T123" fmla="*/ 2147483647 h 83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100"/>
                  <a:gd name="T187" fmla="*/ 0 h 834"/>
                  <a:gd name="T188" fmla="*/ 2100 w 2100"/>
                  <a:gd name="T189" fmla="*/ 834 h 83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100" h="834">
                    <a:moveTo>
                      <a:pt x="2088" y="408"/>
                    </a:moveTo>
                    <a:lnTo>
                      <a:pt x="2076" y="396"/>
                    </a:lnTo>
                    <a:lnTo>
                      <a:pt x="2070" y="384"/>
                    </a:lnTo>
                    <a:lnTo>
                      <a:pt x="2058" y="384"/>
                    </a:lnTo>
                    <a:lnTo>
                      <a:pt x="2034" y="372"/>
                    </a:lnTo>
                    <a:lnTo>
                      <a:pt x="2022" y="360"/>
                    </a:lnTo>
                    <a:lnTo>
                      <a:pt x="2010" y="354"/>
                    </a:lnTo>
                    <a:lnTo>
                      <a:pt x="2004" y="348"/>
                    </a:lnTo>
                    <a:lnTo>
                      <a:pt x="1986" y="348"/>
                    </a:lnTo>
                    <a:lnTo>
                      <a:pt x="1974" y="342"/>
                    </a:lnTo>
                    <a:lnTo>
                      <a:pt x="1968" y="336"/>
                    </a:lnTo>
                    <a:lnTo>
                      <a:pt x="1968" y="324"/>
                    </a:lnTo>
                    <a:lnTo>
                      <a:pt x="1902" y="324"/>
                    </a:lnTo>
                    <a:lnTo>
                      <a:pt x="1902" y="348"/>
                    </a:lnTo>
                    <a:lnTo>
                      <a:pt x="1896" y="354"/>
                    </a:lnTo>
                    <a:lnTo>
                      <a:pt x="1890" y="354"/>
                    </a:lnTo>
                    <a:lnTo>
                      <a:pt x="1878" y="348"/>
                    </a:lnTo>
                    <a:lnTo>
                      <a:pt x="1866" y="336"/>
                    </a:lnTo>
                    <a:lnTo>
                      <a:pt x="1812" y="336"/>
                    </a:lnTo>
                    <a:lnTo>
                      <a:pt x="1806" y="342"/>
                    </a:lnTo>
                    <a:lnTo>
                      <a:pt x="1812" y="342"/>
                    </a:lnTo>
                    <a:lnTo>
                      <a:pt x="1812" y="348"/>
                    </a:lnTo>
                    <a:lnTo>
                      <a:pt x="1794" y="348"/>
                    </a:lnTo>
                    <a:lnTo>
                      <a:pt x="1788" y="342"/>
                    </a:lnTo>
                    <a:lnTo>
                      <a:pt x="1776" y="336"/>
                    </a:lnTo>
                    <a:lnTo>
                      <a:pt x="1770" y="324"/>
                    </a:lnTo>
                    <a:lnTo>
                      <a:pt x="1770" y="306"/>
                    </a:lnTo>
                    <a:lnTo>
                      <a:pt x="1776" y="306"/>
                    </a:lnTo>
                    <a:lnTo>
                      <a:pt x="1770" y="294"/>
                    </a:lnTo>
                    <a:lnTo>
                      <a:pt x="1764" y="270"/>
                    </a:lnTo>
                    <a:lnTo>
                      <a:pt x="1758" y="258"/>
                    </a:lnTo>
                    <a:lnTo>
                      <a:pt x="1758" y="174"/>
                    </a:lnTo>
                    <a:lnTo>
                      <a:pt x="1740" y="174"/>
                    </a:lnTo>
                    <a:lnTo>
                      <a:pt x="1716" y="168"/>
                    </a:lnTo>
                    <a:lnTo>
                      <a:pt x="1710" y="174"/>
                    </a:lnTo>
                    <a:lnTo>
                      <a:pt x="1698" y="180"/>
                    </a:lnTo>
                    <a:lnTo>
                      <a:pt x="1674" y="180"/>
                    </a:lnTo>
                    <a:lnTo>
                      <a:pt x="1662" y="174"/>
                    </a:lnTo>
                    <a:lnTo>
                      <a:pt x="1644" y="156"/>
                    </a:lnTo>
                    <a:lnTo>
                      <a:pt x="1608" y="156"/>
                    </a:lnTo>
                    <a:lnTo>
                      <a:pt x="1596" y="150"/>
                    </a:lnTo>
                    <a:lnTo>
                      <a:pt x="1578" y="150"/>
                    </a:lnTo>
                    <a:lnTo>
                      <a:pt x="1548" y="180"/>
                    </a:lnTo>
                    <a:lnTo>
                      <a:pt x="1548" y="192"/>
                    </a:lnTo>
                    <a:lnTo>
                      <a:pt x="1536" y="204"/>
                    </a:lnTo>
                    <a:lnTo>
                      <a:pt x="1500" y="204"/>
                    </a:lnTo>
                    <a:lnTo>
                      <a:pt x="1488" y="216"/>
                    </a:lnTo>
                    <a:lnTo>
                      <a:pt x="1440" y="216"/>
                    </a:lnTo>
                    <a:lnTo>
                      <a:pt x="1440" y="222"/>
                    </a:lnTo>
                    <a:lnTo>
                      <a:pt x="1422" y="240"/>
                    </a:lnTo>
                    <a:lnTo>
                      <a:pt x="1416" y="240"/>
                    </a:lnTo>
                    <a:lnTo>
                      <a:pt x="1416" y="234"/>
                    </a:lnTo>
                    <a:lnTo>
                      <a:pt x="1410" y="228"/>
                    </a:lnTo>
                    <a:lnTo>
                      <a:pt x="1392" y="228"/>
                    </a:lnTo>
                    <a:lnTo>
                      <a:pt x="1380" y="234"/>
                    </a:lnTo>
                    <a:lnTo>
                      <a:pt x="1356" y="234"/>
                    </a:lnTo>
                    <a:lnTo>
                      <a:pt x="1344" y="228"/>
                    </a:lnTo>
                    <a:lnTo>
                      <a:pt x="1338" y="228"/>
                    </a:lnTo>
                    <a:lnTo>
                      <a:pt x="1332" y="222"/>
                    </a:lnTo>
                    <a:lnTo>
                      <a:pt x="1266" y="222"/>
                    </a:lnTo>
                    <a:lnTo>
                      <a:pt x="1260" y="216"/>
                    </a:lnTo>
                    <a:lnTo>
                      <a:pt x="1260" y="204"/>
                    </a:lnTo>
                    <a:lnTo>
                      <a:pt x="1248" y="198"/>
                    </a:lnTo>
                    <a:lnTo>
                      <a:pt x="1230" y="198"/>
                    </a:lnTo>
                    <a:lnTo>
                      <a:pt x="1230" y="192"/>
                    </a:lnTo>
                    <a:lnTo>
                      <a:pt x="1218" y="180"/>
                    </a:lnTo>
                    <a:lnTo>
                      <a:pt x="1218" y="174"/>
                    </a:lnTo>
                    <a:lnTo>
                      <a:pt x="1212" y="168"/>
                    </a:lnTo>
                    <a:lnTo>
                      <a:pt x="1152" y="168"/>
                    </a:lnTo>
                    <a:lnTo>
                      <a:pt x="1128" y="144"/>
                    </a:lnTo>
                    <a:lnTo>
                      <a:pt x="1092" y="144"/>
                    </a:lnTo>
                    <a:lnTo>
                      <a:pt x="1086" y="138"/>
                    </a:lnTo>
                    <a:lnTo>
                      <a:pt x="1080" y="138"/>
                    </a:lnTo>
                    <a:lnTo>
                      <a:pt x="1068" y="132"/>
                    </a:lnTo>
                    <a:lnTo>
                      <a:pt x="1020" y="132"/>
                    </a:lnTo>
                    <a:lnTo>
                      <a:pt x="966" y="150"/>
                    </a:lnTo>
                    <a:lnTo>
                      <a:pt x="954" y="156"/>
                    </a:lnTo>
                    <a:lnTo>
                      <a:pt x="942" y="156"/>
                    </a:lnTo>
                    <a:lnTo>
                      <a:pt x="930" y="150"/>
                    </a:lnTo>
                    <a:lnTo>
                      <a:pt x="918" y="150"/>
                    </a:lnTo>
                    <a:lnTo>
                      <a:pt x="912" y="144"/>
                    </a:lnTo>
                    <a:lnTo>
                      <a:pt x="882" y="144"/>
                    </a:lnTo>
                    <a:lnTo>
                      <a:pt x="864" y="126"/>
                    </a:lnTo>
                    <a:lnTo>
                      <a:pt x="864" y="120"/>
                    </a:lnTo>
                    <a:lnTo>
                      <a:pt x="840" y="126"/>
                    </a:lnTo>
                    <a:lnTo>
                      <a:pt x="840" y="120"/>
                    </a:lnTo>
                    <a:lnTo>
                      <a:pt x="834" y="114"/>
                    </a:lnTo>
                    <a:lnTo>
                      <a:pt x="822" y="90"/>
                    </a:lnTo>
                    <a:lnTo>
                      <a:pt x="810" y="78"/>
                    </a:lnTo>
                    <a:lnTo>
                      <a:pt x="804" y="66"/>
                    </a:lnTo>
                    <a:lnTo>
                      <a:pt x="798" y="60"/>
                    </a:lnTo>
                    <a:lnTo>
                      <a:pt x="786" y="54"/>
                    </a:lnTo>
                    <a:lnTo>
                      <a:pt x="768" y="54"/>
                    </a:lnTo>
                    <a:lnTo>
                      <a:pt x="756" y="60"/>
                    </a:lnTo>
                    <a:lnTo>
                      <a:pt x="750" y="60"/>
                    </a:lnTo>
                    <a:lnTo>
                      <a:pt x="726" y="48"/>
                    </a:lnTo>
                    <a:lnTo>
                      <a:pt x="720" y="42"/>
                    </a:lnTo>
                    <a:lnTo>
                      <a:pt x="708" y="36"/>
                    </a:lnTo>
                    <a:lnTo>
                      <a:pt x="672" y="36"/>
                    </a:lnTo>
                    <a:lnTo>
                      <a:pt x="648" y="30"/>
                    </a:lnTo>
                    <a:lnTo>
                      <a:pt x="636" y="30"/>
                    </a:lnTo>
                    <a:lnTo>
                      <a:pt x="576" y="0"/>
                    </a:lnTo>
                    <a:lnTo>
                      <a:pt x="576" y="18"/>
                    </a:lnTo>
                    <a:lnTo>
                      <a:pt x="570" y="30"/>
                    </a:lnTo>
                    <a:lnTo>
                      <a:pt x="558" y="36"/>
                    </a:lnTo>
                    <a:lnTo>
                      <a:pt x="552" y="36"/>
                    </a:lnTo>
                    <a:lnTo>
                      <a:pt x="558" y="48"/>
                    </a:lnTo>
                    <a:lnTo>
                      <a:pt x="540" y="48"/>
                    </a:lnTo>
                    <a:lnTo>
                      <a:pt x="540" y="60"/>
                    </a:lnTo>
                    <a:lnTo>
                      <a:pt x="552" y="72"/>
                    </a:lnTo>
                    <a:lnTo>
                      <a:pt x="558" y="90"/>
                    </a:lnTo>
                    <a:lnTo>
                      <a:pt x="582" y="126"/>
                    </a:lnTo>
                    <a:lnTo>
                      <a:pt x="588" y="126"/>
                    </a:lnTo>
                    <a:lnTo>
                      <a:pt x="594" y="132"/>
                    </a:lnTo>
                    <a:lnTo>
                      <a:pt x="600" y="144"/>
                    </a:lnTo>
                    <a:lnTo>
                      <a:pt x="600" y="168"/>
                    </a:lnTo>
                    <a:lnTo>
                      <a:pt x="582" y="168"/>
                    </a:lnTo>
                    <a:lnTo>
                      <a:pt x="582" y="174"/>
                    </a:lnTo>
                    <a:lnTo>
                      <a:pt x="576" y="180"/>
                    </a:lnTo>
                    <a:lnTo>
                      <a:pt x="552" y="192"/>
                    </a:lnTo>
                    <a:lnTo>
                      <a:pt x="546" y="186"/>
                    </a:lnTo>
                    <a:lnTo>
                      <a:pt x="546" y="174"/>
                    </a:lnTo>
                    <a:lnTo>
                      <a:pt x="498" y="180"/>
                    </a:lnTo>
                    <a:lnTo>
                      <a:pt x="498" y="168"/>
                    </a:lnTo>
                    <a:lnTo>
                      <a:pt x="456" y="168"/>
                    </a:lnTo>
                    <a:lnTo>
                      <a:pt x="450" y="174"/>
                    </a:lnTo>
                    <a:lnTo>
                      <a:pt x="450" y="180"/>
                    </a:lnTo>
                    <a:lnTo>
                      <a:pt x="444" y="168"/>
                    </a:lnTo>
                    <a:lnTo>
                      <a:pt x="420" y="174"/>
                    </a:lnTo>
                    <a:lnTo>
                      <a:pt x="414" y="162"/>
                    </a:lnTo>
                    <a:lnTo>
                      <a:pt x="384" y="162"/>
                    </a:lnTo>
                    <a:lnTo>
                      <a:pt x="366" y="156"/>
                    </a:lnTo>
                    <a:lnTo>
                      <a:pt x="360" y="150"/>
                    </a:lnTo>
                    <a:lnTo>
                      <a:pt x="360" y="138"/>
                    </a:lnTo>
                    <a:lnTo>
                      <a:pt x="354" y="132"/>
                    </a:lnTo>
                    <a:lnTo>
                      <a:pt x="354" y="126"/>
                    </a:lnTo>
                    <a:lnTo>
                      <a:pt x="312" y="126"/>
                    </a:lnTo>
                    <a:lnTo>
                      <a:pt x="294" y="132"/>
                    </a:lnTo>
                    <a:lnTo>
                      <a:pt x="270" y="132"/>
                    </a:lnTo>
                    <a:lnTo>
                      <a:pt x="264" y="114"/>
                    </a:lnTo>
                    <a:lnTo>
                      <a:pt x="228" y="114"/>
                    </a:lnTo>
                    <a:lnTo>
                      <a:pt x="228" y="108"/>
                    </a:lnTo>
                    <a:lnTo>
                      <a:pt x="210" y="114"/>
                    </a:lnTo>
                    <a:lnTo>
                      <a:pt x="204" y="108"/>
                    </a:lnTo>
                    <a:lnTo>
                      <a:pt x="186" y="108"/>
                    </a:lnTo>
                    <a:lnTo>
                      <a:pt x="180" y="114"/>
                    </a:lnTo>
                    <a:lnTo>
                      <a:pt x="180" y="120"/>
                    </a:lnTo>
                    <a:lnTo>
                      <a:pt x="174" y="126"/>
                    </a:lnTo>
                    <a:lnTo>
                      <a:pt x="174" y="132"/>
                    </a:lnTo>
                    <a:lnTo>
                      <a:pt x="150" y="132"/>
                    </a:lnTo>
                    <a:lnTo>
                      <a:pt x="138" y="150"/>
                    </a:lnTo>
                    <a:lnTo>
                      <a:pt x="120" y="150"/>
                    </a:lnTo>
                    <a:lnTo>
                      <a:pt x="84" y="186"/>
                    </a:lnTo>
                    <a:lnTo>
                      <a:pt x="84" y="192"/>
                    </a:lnTo>
                    <a:lnTo>
                      <a:pt x="90" y="198"/>
                    </a:lnTo>
                    <a:lnTo>
                      <a:pt x="66" y="198"/>
                    </a:lnTo>
                    <a:lnTo>
                      <a:pt x="72" y="210"/>
                    </a:lnTo>
                    <a:lnTo>
                      <a:pt x="12" y="210"/>
                    </a:lnTo>
                    <a:lnTo>
                      <a:pt x="12" y="228"/>
                    </a:lnTo>
                    <a:lnTo>
                      <a:pt x="0" y="240"/>
                    </a:lnTo>
                    <a:lnTo>
                      <a:pt x="6" y="246"/>
                    </a:lnTo>
                    <a:lnTo>
                      <a:pt x="6" y="258"/>
                    </a:lnTo>
                    <a:lnTo>
                      <a:pt x="0" y="264"/>
                    </a:lnTo>
                    <a:lnTo>
                      <a:pt x="24" y="264"/>
                    </a:lnTo>
                    <a:lnTo>
                      <a:pt x="24" y="282"/>
                    </a:lnTo>
                    <a:lnTo>
                      <a:pt x="36" y="288"/>
                    </a:lnTo>
                    <a:lnTo>
                      <a:pt x="48" y="288"/>
                    </a:lnTo>
                    <a:lnTo>
                      <a:pt x="60" y="294"/>
                    </a:lnTo>
                    <a:lnTo>
                      <a:pt x="72" y="294"/>
                    </a:lnTo>
                    <a:lnTo>
                      <a:pt x="78" y="306"/>
                    </a:lnTo>
                    <a:lnTo>
                      <a:pt x="102" y="330"/>
                    </a:lnTo>
                    <a:lnTo>
                      <a:pt x="138" y="318"/>
                    </a:lnTo>
                    <a:lnTo>
                      <a:pt x="156" y="330"/>
                    </a:lnTo>
                    <a:lnTo>
                      <a:pt x="162" y="336"/>
                    </a:lnTo>
                    <a:lnTo>
                      <a:pt x="174" y="336"/>
                    </a:lnTo>
                    <a:lnTo>
                      <a:pt x="186" y="342"/>
                    </a:lnTo>
                    <a:lnTo>
                      <a:pt x="204" y="348"/>
                    </a:lnTo>
                    <a:lnTo>
                      <a:pt x="222" y="366"/>
                    </a:lnTo>
                    <a:lnTo>
                      <a:pt x="228" y="378"/>
                    </a:lnTo>
                    <a:lnTo>
                      <a:pt x="240" y="396"/>
                    </a:lnTo>
                    <a:lnTo>
                      <a:pt x="264" y="414"/>
                    </a:lnTo>
                    <a:lnTo>
                      <a:pt x="276" y="426"/>
                    </a:lnTo>
                    <a:lnTo>
                      <a:pt x="282" y="438"/>
                    </a:lnTo>
                    <a:lnTo>
                      <a:pt x="282" y="450"/>
                    </a:lnTo>
                    <a:lnTo>
                      <a:pt x="288" y="456"/>
                    </a:lnTo>
                    <a:lnTo>
                      <a:pt x="294" y="468"/>
                    </a:lnTo>
                    <a:lnTo>
                      <a:pt x="300" y="474"/>
                    </a:lnTo>
                    <a:lnTo>
                      <a:pt x="300" y="480"/>
                    </a:lnTo>
                    <a:lnTo>
                      <a:pt x="288" y="492"/>
                    </a:lnTo>
                    <a:lnTo>
                      <a:pt x="288" y="504"/>
                    </a:lnTo>
                    <a:lnTo>
                      <a:pt x="294" y="522"/>
                    </a:lnTo>
                    <a:lnTo>
                      <a:pt x="300" y="534"/>
                    </a:lnTo>
                    <a:lnTo>
                      <a:pt x="306" y="540"/>
                    </a:lnTo>
                    <a:lnTo>
                      <a:pt x="318" y="546"/>
                    </a:lnTo>
                    <a:lnTo>
                      <a:pt x="330" y="546"/>
                    </a:lnTo>
                    <a:lnTo>
                      <a:pt x="342" y="552"/>
                    </a:lnTo>
                    <a:lnTo>
                      <a:pt x="348" y="552"/>
                    </a:lnTo>
                    <a:lnTo>
                      <a:pt x="366" y="558"/>
                    </a:lnTo>
                    <a:lnTo>
                      <a:pt x="390" y="564"/>
                    </a:lnTo>
                    <a:lnTo>
                      <a:pt x="486" y="564"/>
                    </a:lnTo>
                    <a:lnTo>
                      <a:pt x="492" y="570"/>
                    </a:lnTo>
                    <a:lnTo>
                      <a:pt x="498" y="570"/>
                    </a:lnTo>
                    <a:lnTo>
                      <a:pt x="510" y="576"/>
                    </a:lnTo>
                    <a:lnTo>
                      <a:pt x="516" y="576"/>
                    </a:lnTo>
                    <a:lnTo>
                      <a:pt x="528" y="582"/>
                    </a:lnTo>
                    <a:lnTo>
                      <a:pt x="534" y="594"/>
                    </a:lnTo>
                    <a:lnTo>
                      <a:pt x="540" y="594"/>
                    </a:lnTo>
                    <a:lnTo>
                      <a:pt x="546" y="600"/>
                    </a:lnTo>
                    <a:lnTo>
                      <a:pt x="552" y="600"/>
                    </a:lnTo>
                    <a:lnTo>
                      <a:pt x="576" y="612"/>
                    </a:lnTo>
                    <a:lnTo>
                      <a:pt x="588" y="612"/>
                    </a:lnTo>
                    <a:lnTo>
                      <a:pt x="594" y="618"/>
                    </a:lnTo>
                    <a:lnTo>
                      <a:pt x="630" y="618"/>
                    </a:lnTo>
                    <a:lnTo>
                      <a:pt x="642" y="642"/>
                    </a:lnTo>
                    <a:lnTo>
                      <a:pt x="684" y="684"/>
                    </a:lnTo>
                    <a:lnTo>
                      <a:pt x="690" y="696"/>
                    </a:lnTo>
                    <a:lnTo>
                      <a:pt x="720" y="726"/>
                    </a:lnTo>
                    <a:lnTo>
                      <a:pt x="732" y="732"/>
                    </a:lnTo>
                    <a:lnTo>
                      <a:pt x="738" y="744"/>
                    </a:lnTo>
                    <a:lnTo>
                      <a:pt x="750" y="750"/>
                    </a:lnTo>
                    <a:lnTo>
                      <a:pt x="810" y="744"/>
                    </a:lnTo>
                    <a:lnTo>
                      <a:pt x="864" y="750"/>
                    </a:lnTo>
                    <a:lnTo>
                      <a:pt x="912" y="750"/>
                    </a:lnTo>
                    <a:lnTo>
                      <a:pt x="948" y="756"/>
                    </a:lnTo>
                    <a:lnTo>
                      <a:pt x="954" y="750"/>
                    </a:lnTo>
                    <a:lnTo>
                      <a:pt x="966" y="744"/>
                    </a:lnTo>
                    <a:lnTo>
                      <a:pt x="972" y="738"/>
                    </a:lnTo>
                    <a:lnTo>
                      <a:pt x="984" y="738"/>
                    </a:lnTo>
                    <a:lnTo>
                      <a:pt x="996" y="744"/>
                    </a:lnTo>
                    <a:lnTo>
                      <a:pt x="1002" y="744"/>
                    </a:lnTo>
                    <a:lnTo>
                      <a:pt x="1008" y="750"/>
                    </a:lnTo>
                    <a:lnTo>
                      <a:pt x="1062" y="750"/>
                    </a:lnTo>
                    <a:lnTo>
                      <a:pt x="1080" y="756"/>
                    </a:lnTo>
                    <a:lnTo>
                      <a:pt x="1092" y="756"/>
                    </a:lnTo>
                    <a:lnTo>
                      <a:pt x="1110" y="774"/>
                    </a:lnTo>
                    <a:lnTo>
                      <a:pt x="1116" y="786"/>
                    </a:lnTo>
                    <a:lnTo>
                      <a:pt x="1128" y="792"/>
                    </a:lnTo>
                    <a:lnTo>
                      <a:pt x="1152" y="798"/>
                    </a:lnTo>
                    <a:lnTo>
                      <a:pt x="1200" y="798"/>
                    </a:lnTo>
                    <a:lnTo>
                      <a:pt x="1218" y="804"/>
                    </a:lnTo>
                    <a:lnTo>
                      <a:pt x="1242" y="816"/>
                    </a:lnTo>
                    <a:lnTo>
                      <a:pt x="1248" y="822"/>
                    </a:lnTo>
                    <a:lnTo>
                      <a:pt x="1260" y="822"/>
                    </a:lnTo>
                    <a:lnTo>
                      <a:pt x="1266" y="816"/>
                    </a:lnTo>
                    <a:lnTo>
                      <a:pt x="1278" y="816"/>
                    </a:lnTo>
                    <a:lnTo>
                      <a:pt x="1290" y="810"/>
                    </a:lnTo>
                    <a:lnTo>
                      <a:pt x="1302" y="810"/>
                    </a:lnTo>
                    <a:lnTo>
                      <a:pt x="1302" y="816"/>
                    </a:lnTo>
                    <a:lnTo>
                      <a:pt x="1308" y="828"/>
                    </a:lnTo>
                    <a:lnTo>
                      <a:pt x="1314" y="828"/>
                    </a:lnTo>
                    <a:lnTo>
                      <a:pt x="1320" y="834"/>
                    </a:lnTo>
                    <a:lnTo>
                      <a:pt x="1338" y="834"/>
                    </a:lnTo>
                    <a:lnTo>
                      <a:pt x="1344" y="828"/>
                    </a:lnTo>
                    <a:lnTo>
                      <a:pt x="1362" y="816"/>
                    </a:lnTo>
                    <a:lnTo>
                      <a:pt x="1422" y="780"/>
                    </a:lnTo>
                    <a:lnTo>
                      <a:pt x="1440" y="768"/>
                    </a:lnTo>
                    <a:lnTo>
                      <a:pt x="1596" y="768"/>
                    </a:lnTo>
                    <a:lnTo>
                      <a:pt x="1614" y="744"/>
                    </a:lnTo>
                    <a:lnTo>
                      <a:pt x="1638" y="744"/>
                    </a:lnTo>
                    <a:lnTo>
                      <a:pt x="1650" y="738"/>
                    </a:lnTo>
                    <a:lnTo>
                      <a:pt x="1662" y="714"/>
                    </a:lnTo>
                    <a:lnTo>
                      <a:pt x="1662" y="708"/>
                    </a:lnTo>
                    <a:lnTo>
                      <a:pt x="1668" y="696"/>
                    </a:lnTo>
                    <a:lnTo>
                      <a:pt x="1668" y="690"/>
                    </a:lnTo>
                    <a:lnTo>
                      <a:pt x="1692" y="690"/>
                    </a:lnTo>
                    <a:lnTo>
                      <a:pt x="1704" y="678"/>
                    </a:lnTo>
                    <a:lnTo>
                      <a:pt x="1710" y="666"/>
                    </a:lnTo>
                    <a:lnTo>
                      <a:pt x="1716" y="660"/>
                    </a:lnTo>
                    <a:lnTo>
                      <a:pt x="1716" y="654"/>
                    </a:lnTo>
                    <a:lnTo>
                      <a:pt x="1704" y="648"/>
                    </a:lnTo>
                    <a:lnTo>
                      <a:pt x="1686" y="630"/>
                    </a:lnTo>
                    <a:lnTo>
                      <a:pt x="1674" y="624"/>
                    </a:lnTo>
                    <a:lnTo>
                      <a:pt x="1656" y="606"/>
                    </a:lnTo>
                    <a:lnTo>
                      <a:pt x="1650" y="594"/>
                    </a:lnTo>
                    <a:lnTo>
                      <a:pt x="1650" y="582"/>
                    </a:lnTo>
                    <a:lnTo>
                      <a:pt x="1656" y="570"/>
                    </a:lnTo>
                    <a:lnTo>
                      <a:pt x="1656" y="558"/>
                    </a:lnTo>
                    <a:lnTo>
                      <a:pt x="1668" y="552"/>
                    </a:lnTo>
                    <a:lnTo>
                      <a:pt x="1692" y="552"/>
                    </a:lnTo>
                    <a:lnTo>
                      <a:pt x="1698" y="558"/>
                    </a:lnTo>
                    <a:lnTo>
                      <a:pt x="1704" y="558"/>
                    </a:lnTo>
                    <a:lnTo>
                      <a:pt x="1710" y="564"/>
                    </a:lnTo>
                    <a:lnTo>
                      <a:pt x="1722" y="570"/>
                    </a:lnTo>
                    <a:lnTo>
                      <a:pt x="1728" y="576"/>
                    </a:lnTo>
                    <a:lnTo>
                      <a:pt x="1740" y="582"/>
                    </a:lnTo>
                    <a:lnTo>
                      <a:pt x="1764" y="582"/>
                    </a:lnTo>
                    <a:lnTo>
                      <a:pt x="1776" y="576"/>
                    </a:lnTo>
                    <a:lnTo>
                      <a:pt x="1794" y="576"/>
                    </a:lnTo>
                    <a:lnTo>
                      <a:pt x="1806" y="570"/>
                    </a:lnTo>
                    <a:lnTo>
                      <a:pt x="1812" y="558"/>
                    </a:lnTo>
                    <a:lnTo>
                      <a:pt x="1818" y="552"/>
                    </a:lnTo>
                    <a:lnTo>
                      <a:pt x="1818" y="528"/>
                    </a:lnTo>
                    <a:lnTo>
                      <a:pt x="1890" y="528"/>
                    </a:lnTo>
                    <a:lnTo>
                      <a:pt x="1914" y="504"/>
                    </a:lnTo>
                    <a:lnTo>
                      <a:pt x="1902" y="492"/>
                    </a:lnTo>
                    <a:lnTo>
                      <a:pt x="1896" y="480"/>
                    </a:lnTo>
                    <a:lnTo>
                      <a:pt x="1902" y="474"/>
                    </a:lnTo>
                    <a:lnTo>
                      <a:pt x="1938" y="456"/>
                    </a:lnTo>
                    <a:lnTo>
                      <a:pt x="1950" y="456"/>
                    </a:lnTo>
                    <a:lnTo>
                      <a:pt x="1950" y="438"/>
                    </a:lnTo>
                    <a:lnTo>
                      <a:pt x="1980" y="444"/>
                    </a:lnTo>
                    <a:lnTo>
                      <a:pt x="1998" y="426"/>
                    </a:lnTo>
                    <a:lnTo>
                      <a:pt x="2004" y="426"/>
                    </a:lnTo>
                    <a:lnTo>
                      <a:pt x="2010" y="420"/>
                    </a:lnTo>
                    <a:lnTo>
                      <a:pt x="2040" y="420"/>
                    </a:lnTo>
                    <a:lnTo>
                      <a:pt x="2052" y="426"/>
                    </a:lnTo>
                    <a:lnTo>
                      <a:pt x="2058" y="432"/>
                    </a:lnTo>
                    <a:lnTo>
                      <a:pt x="2094" y="432"/>
                    </a:lnTo>
                    <a:lnTo>
                      <a:pt x="2100" y="426"/>
                    </a:lnTo>
                    <a:lnTo>
                      <a:pt x="2100" y="420"/>
                    </a:lnTo>
                    <a:lnTo>
                      <a:pt x="2088" y="4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0" name="Malaysia" descr="© INSCALE GmbH, 05.05.2010&#10;http://www.presentationload.com/">
                <a:extLst>
                  <a:ext uri="{FF2B5EF4-FFF2-40B4-BE49-F238E27FC236}">
                    <a16:creationId xmlns:a16="http://schemas.microsoft.com/office/drawing/2014/main" id="{5893BBEA-6DFE-E24E-B114-A8C5CA4C53F3}"/>
                  </a:ext>
                </a:extLst>
              </p:cNvPr>
              <p:cNvSpPr>
                <a:spLocks/>
              </p:cNvSpPr>
              <p:nvPr/>
            </p:nvSpPr>
            <p:spPr bwMode="gray">
              <a:xfrm>
                <a:off x="8711031" y="3913238"/>
                <a:ext cx="128204" cy="184088"/>
              </a:xfrm>
              <a:custGeom>
                <a:avLst/>
                <a:gdLst>
                  <a:gd name="T0" fmla="*/ 2147483647 w 306"/>
                  <a:gd name="T1" fmla="*/ 2147483647 h 438"/>
                  <a:gd name="T2" fmla="*/ 2147483647 w 306"/>
                  <a:gd name="T3" fmla="*/ 2147483647 h 438"/>
                  <a:gd name="T4" fmla="*/ 2147483647 w 306"/>
                  <a:gd name="T5" fmla="*/ 2147483647 h 438"/>
                  <a:gd name="T6" fmla="*/ 2147483647 w 306"/>
                  <a:gd name="T7" fmla="*/ 2147483647 h 438"/>
                  <a:gd name="T8" fmla="*/ 2147483647 w 306"/>
                  <a:gd name="T9" fmla="*/ 2147483647 h 438"/>
                  <a:gd name="T10" fmla="*/ 2147483647 w 306"/>
                  <a:gd name="T11" fmla="*/ 2147483647 h 438"/>
                  <a:gd name="T12" fmla="*/ 2147483647 w 306"/>
                  <a:gd name="T13" fmla="*/ 2147483647 h 438"/>
                  <a:gd name="T14" fmla="*/ 2147483647 w 306"/>
                  <a:gd name="T15" fmla="*/ 2147483647 h 438"/>
                  <a:gd name="T16" fmla="*/ 2147483647 w 306"/>
                  <a:gd name="T17" fmla="*/ 2147483647 h 438"/>
                  <a:gd name="T18" fmla="*/ 2147483647 w 306"/>
                  <a:gd name="T19" fmla="*/ 2147483647 h 438"/>
                  <a:gd name="T20" fmla="*/ 2147483647 w 306"/>
                  <a:gd name="T21" fmla="*/ 2147483647 h 438"/>
                  <a:gd name="T22" fmla="*/ 2147483647 w 306"/>
                  <a:gd name="T23" fmla="*/ 2147483647 h 438"/>
                  <a:gd name="T24" fmla="*/ 2147483647 w 306"/>
                  <a:gd name="T25" fmla="*/ 2147483647 h 438"/>
                  <a:gd name="T26" fmla="*/ 2147483647 w 306"/>
                  <a:gd name="T27" fmla="*/ 2147483647 h 438"/>
                  <a:gd name="T28" fmla="*/ 2147483647 w 306"/>
                  <a:gd name="T29" fmla="*/ 2147483647 h 438"/>
                  <a:gd name="T30" fmla="*/ 2147483647 w 306"/>
                  <a:gd name="T31" fmla="*/ 2147483647 h 438"/>
                  <a:gd name="T32" fmla="*/ 2147483647 w 306"/>
                  <a:gd name="T33" fmla="*/ 2147483647 h 438"/>
                  <a:gd name="T34" fmla="*/ 2147483647 w 306"/>
                  <a:gd name="T35" fmla="*/ 2147483647 h 438"/>
                  <a:gd name="T36" fmla="*/ 2147483647 w 306"/>
                  <a:gd name="T37" fmla="*/ 2147483647 h 438"/>
                  <a:gd name="T38" fmla="*/ 2147483647 w 306"/>
                  <a:gd name="T39" fmla="*/ 2147483647 h 438"/>
                  <a:gd name="T40" fmla="*/ 2147483647 w 306"/>
                  <a:gd name="T41" fmla="*/ 2147483647 h 438"/>
                  <a:gd name="T42" fmla="*/ 2147483647 w 306"/>
                  <a:gd name="T43" fmla="*/ 2147483647 h 438"/>
                  <a:gd name="T44" fmla="*/ 2147483647 w 306"/>
                  <a:gd name="T45" fmla="*/ 2147483647 h 438"/>
                  <a:gd name="T46" fmla="*/ 2147483647 w 306"/>
                  <a:gd name="T47" fmla="*/ 2147483647 h 438"/>
                  <a:gd name="T48" fmla="*/ 2147483647 w 306"/>
                  <a:gd name="T49" fmla="*/ 2147483647 h 438"/>
                  <a:gd name="T50" fmla="*/ 2147483647 w 306"/>
                  <a:gd name="T51" fmla="*/ 2147483647 h 438"/>
                  <a:gd name="T52" fmla="*/ 2147483647 w 306"/>
                  <a:gd name="T53" fmla="*/ 2147483647 h 438"/>
                  <a:gd name="T54" fmla="*/ 2147483647 w 306"/>
                  <a:gd name="T55" fmla="*/ 2147483647 h 438"/>
                  <a:gd name="T56" fmla="*/ 2147483647 w 306"/>
                  <a:gd name="T57" fmla="*/ 2147483647 h 438"/>
                  <a:gd name="T58" fmla="*/ 2147483647 w 306"/>
                  <a:gd name="T59" fmla="*/ 2147483647 h 438"/>
                  <a:gd name="T60" fmla="*/ 2147483647 w 306"/>
                  <a:gd name="T61" fmla="*/ 2147483647 h 438"/>
                  <a:gd name="T62" fmla="*/ 2147483647 w 306"/>
                  <a:gd name="T63" fmla="*/ 2147483647 h 438"/>
                  <a:gd name="T64" fmla="*/ 2147483647 w 306"/>
                  <a:gd name="T65" fmla="*/ 2147483647 h 438"/>
                  <a:gd name="T66" fmla="*/ 2147483647 w 306"/>
                  <a:gd name="T67" fmla="*/ 2147483647 h 438"/>
                  <a:gd name="T68" fmla="*/ 2147483647 w 306"/>
                  <a:gd name="T69" fmla="*/ 2147483647 h 438"/>
                  <a:gd name="T70" fmla="*/ 2147483647 w 306"/>
                  <a:gd name="T71" fmla="*/ 2147483647 h 438"/>
                  <a:gd name="T72" fmla="*/ 2147483647 w 306"/>
                  <a:gd name="T73" fmla="*/ 2147483647 h 438"/>
                  <a:gd name="T74" fmla="*/ 2147483647 w 306"/>
                  <a:gd name="T75" fmla="*/ 2147483647 h 438"/>
                  <a:gd name="T76" fmla="*/ 2147483647 w 306"/>
                  <a:gd name="T77" fmla="*/ 0 h 438"/>
                  <a:gd name="T78" fmla="*/ 2147483647 w 306"/>
                  <a:gd name="T79" fmla="*/ 2147483647 h 438"/>
                  <a:gd name="T80" fmla="*/ 2147483647 w 306"/>
                  <a:gd name="T81" fmla="*/ 2147483647 h 4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6"/>
                  <a:gd name="T124" fmla="*/ 0 h 438"/>
                  <a:gd name="T125" fmla="*/ 306 w 306"/>
                  <a:gd name="T126" fmla="*/ 438 h 4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6" h="438">
                    <a:moveTo>
                      <a:pt x="0" y="42"/>
                    </a:moveTo>
                    <a:lnTo>
                      <a:pt x="6" y="138"/>
                    </a:lnTo>
                    <a:lnTo>
                      <a:pt x="18" y="138"/>
                    </a:lnTo>
                    <a:lnTo>
                      <a:pt x="24" y="132"/>
                    </a:lnTo>
                    <a:lnTo>
                      <a:pt x="42" y="132"/>
                    </a:lnTo>
                    <a:lnTo>
                      <a:pt x="54" y="138"/>
                    </a:lnTo>
                    <a:lnTo>
                      <a:pt x="54" y="168"/>
                    </a:lnTo>
                    <a:lnTo>
                      <a:pt x="48" y="180"/>
                    </a:lnTo>
                    <a:lnTo>
                      <a:pt x="48" y="198"/>
                    </a:lnTo>
                    <a:lnTo>
                      <a:pt x="54" y="216"/>
                    </a:lnTo>
                    <a:lnTo>
                      <a:pt x="60" y="228"/>
                    </a:lnTo>
                    <a:lnTo>
                      <a:pt x="66" y="234"/>
                    </a:lnTo>
                    <a:lnTo>
                      <a:pt x="84" y="234"/>
                    </a:lnTo>
                    <a:lnTo>
                      <a:pt x="90" y="228"/>
                    </a:lnTo>
                    <a:lnTo>
                      <a:pt x="90" y="240"/>
                    </a:lnTo>
                    <a:lnTo>
                      <a:pt x="84" y="252"/>
                    </a:lnTo>
                    <a:lnTo>
                      <a:pt x="84" y="282"/>
                    </a:lnTo>
                    <a:lnTo>
                      <a:pt x="96" y="306"/>
                    </a:lnTo>
                    <a:lnTo>
                      <a:pt x="102" y="312"/>
                    </a:lnTo>
                    <a:lnTo>
                      <a:pt x="114" y="318"/>
                    </a:lnTo>
                    <a:lnTo>
                      <a:pt x="132" y="330"/>
                    </a:lnTo>
                    <a:lnTo>
                      <a:pt x="144" y="336"/>
                    </a:lnTo>
                    <a:lnTo>
                      <a:pt x="162" y="354"/>
                    </a:lnTo>
                    <a:lnTo>
                      <a:pt x="168" y="354"/>
                    </a:lnTo>
                    <a:lnTo>
                      <a:pt x="168" y="366"/>
                    </a:lnTo>
                    <a:lnTo>
                      <a:pt x="174" y="372"/>
                    </a:lnTo>
                    <a:lnTo>
                      <a:pt x="174" y="378"/>
                    </a:lnTo>
                    <a:lnTo>
                      <a:pt x="180" y="384"/>
                    </a:lnTo>
                    <a:lnTo>
                      <a:pt x="186" y="384"/>
                    </a:lnTo>
                    <a:lnTo>
                      <a:pt x="198" y="390"/>
                    </a:lnTo>
                    <a:lnTo>
                      <a:pt x="204" y="396"/>
                    </a:lnTo>
                    <a:lnTo>
                      <a:pt x="216" y="396"/>
                    </a:lnTo>
                    <a:lnTo>
                      <a:pt x="222" y="402"/>
                    </a:lnTo>
                    <a:lnTo>
                      <a:pt x="228" y="402"/>
                    </a:lnTo>
                    <a:lnTo>
                      <a:pt x="252" y="438"/>
                    </a:lnTo>
                    <a:lnTo>
                      <a:pt x="300" y="432"/>
                    </a:lnTo>
                    <a:lnTo>
                      <a:pt x="300" y="420"/>
                    </a:lnTo>
                    <a:lnTo>
                      <a:pt x="306" y="408"/>
                    </a:lnTo>
                    <a:lnTo>
                      <a:pt x="306" y="378"/>
                    </a:lnTo>
                    <a:lnTo>
                      <a:pt x="294" y="354"/>
                    </a:lnTo>
                    <a:lnTo>
                      <a:pt x="270" y="330"/>
                    </a:lnTo>
                    <a:lnTo>
                      <a:pt x="264" y="318"/>
                    </a:lnTo>
                    <a:lnTo>
                      <a:pt x="258" y="312"/>
                    </a:lnTo>
                    <a:lnTo>
                      <a:pt x="258" y="288"/>
                    </a:lnTo>
                    <a:lnTo>
                      <a:pt x="252" y="276"/>
                    </a:lnTo>
                    <a:lnTo>
                      <a:pt x="246" y="270"/>
                    </a:lnTo>
                    <a:lnTo>
                      <a:pt x="246" y="258"/>
                    </a:lnTo>
                    <a:lnTo>
                      <a:pt x="252" y="252"/>
                    </a:lnTo>
                    <a:lnTo>
                      <a:pt x="252" y="126"/>
                    </a:lnTo>
                    <a:lnTo>
                      <a:pt x="246" y="114"/>
                    </a:lnTo>
                    <a:lnTo>
                      <a:pt x="222" y="90"/>
                    </a:lnTo>
                    <a:lnTo>
                      <a:pt x="204" y="84"/>
                    </a:lnTo>
                    <a:lnTo>
                      <a:pt x="192" y="72"/>
                    </a:lnTo>
                    <a:lnTo>
                      <a:pt x="180" y="66"/>
                    </a:lnTo>
                    <a:lnTo>
                      <a:pt x="156" y="42"/>
                    </a:lnTo>
                    <a:lnTo>
                      <a:pt x="150" y="54"/>
                    </a:lnTo>
                    <a:lnTo>
                      <a:pt x="144" y="60"/>
                    </a:lnTo>
                    <a:lnTo>
                      <a:pt x="138" y="72"/>
                    </a:lnTo>
                    <a:lnTo>
                      <a:pt x="138" y="78"/>
                    </a:lnTo>
                    <a:lnTo>
                      <a:pt x="132" y="84"/>
                    </a:lnTo>
                    <a:lnTo>
                      <a:pt x="114" y="66"/>
                    </a:lnTo>
                    <a:lnTo>
                      <a:pt x="108" y="66"/>
                    </a:lnTo>
                    <a:lnTo>
                      <a:pt x="102" y="72"/>
                    </a:lnTo>
                    <a:lnTo>
                      <a:pt x="90" y="72"/>
                    </a:lnTo>
                    <a:lnTo>
                      <a:pt x="90" y="78"/>
                    </a:lnTo>
                    <a:lnTo>
                      <a:pt x="72" y="78"/>
                    </a:lnTo>
                    <a:lnTo>
                      <a:pt x="66" y="72"/>
                    </a:lnTo>
                    <a:lnTo>
                      <a:pt x="66" y="66"/>
                    </a:lnTo>
                    <a:lnTo>
                      <a:pt x="78" y="54"/>
                    </a:lnTo>
                    <a:lnTo>
                      <a:pt x="78" y="42"/>
                    </a:lnTo>
                    <a:lnTo>
                      <a:pt x="66" y="42"/>
                    </a:lnTo>
                    <a:lnTo>
                      <a:pt x="66" y="30"/>
                    </a:lnTo>
                    <a:lnTo>
                      <a:pt x="60" y="24"/>
                    </a:lnTo>
                    <a:lnTo>
                      <a:pt x="48" y="18"/>
                    </a:lnTo>
                    <a:lnTo>
                      <a:pt x="30" y="18"/>
                    </a:lnTo>
                    <a:lnTo>
                      <a:pt x="30" y="12"/>
                    </a:lnTo>
                    <a:lnTo>
                      <a:pt x="24" y="0"/>
                    </a:lnTo>
                    <a:lnTo>
                      <a:pt x="12" y="0"/>
                    </a:lnTo>
                    <a:lnTo>
                      <a:pt x="6" y="6"/>
                    </a:lnTo>
                    <a:lnTo>
                      <a:pt x="6" y="18"/>
                    </a:lnTo>
                    <a:lnTo>
                      <a:pt x="12" y="24"/>
                    </a:lnTo>
                    <a:lnTo>
                      <a:pt x="6" y="36"/>
                    </a:lnTo>
                    <a:lnTo>
                      <a:pt x="0" y="4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1" name="Malaysia" descr="© INSCALE GmbH, 05.05.2010&#10;http://www.presentationload.com/">
                <a:extLst>
                  <a:ext uri="{FF2B5EF4-FFF2-40B4-BE49-F238E27FC236}">
                    <a16:creationId xmlns:a16="http://schemas.microsoft.com/office/drawing/2014/main" id="{5442538A-28EB-B84B-BEAE-2AF65A3BAD62}"/>
                  </a:ext>
                </a:extLst>
              </p:cNvPr>
              <p:cNvSpPr>
                <a:spLocks/>
              </p:cNvSpPr>
              <p:nvPr/>
            </p:nvSpPr>
            <p:spPr bwMode="gray">
              <a:xfrm>
                <a:off x="9011816" y="3891872"/>
                <a:ext cx="289281" cy="221891"/>
              </a:xfrm>
              <a:custGeom>
                <a:avLst/>
                <a:gdLst>
                  <a:gd name="T0" fmla="*/ 2147483647 w 690"/>
                  <a:gd name="T1" fmla="*/ 2147483647 h 528"/>
                  <a:gd name="T2" fmla="*/ 2147483647 w 690"/>
                  <a:gd name="T3" fmla="*/ 2147483647 h 528"/>
                  <a:gd name="T4" fmla="*/ 2147483647 w 690"/>
                  <a:gd name="T5" fmla="*/ 2147483647 h 528"/>
                  <a:gd name="T6" fmla="*/ 2147483647 w 690"/>
                  <a:gd name="T7" fmla="*/ 2147483647 h 528"/>
                  <a:gd name="T8" fmla="*/ 2147483647 w 690"/>
                  <a:gd name="T9" fmla="*/ 2147483647 h 528"/>
                  <a:gd name="T10" fmla="*/ 2147483647 w 690"/>
                  <a:gd name="T11" fmla="*/ 2147483647 h 528"/>
                  <a:gd name="T12" fmla="*/ 2147483647 w 690"/>
                  <a:gd name="T13" fmla="*/ 2147483647 h 528"/>
                  <a:gd name="T14" fmla="*/ 2147483647 w 690"/>
                  <a:gd name="T15" fmla="*/ 2147483647 h 528"/>
                  <a:gd name="T16" fmla="*/ 2147483647 w 690"/>
                  <a:gd name="T17" fmla="*/ 2147483647 h 528"/>
                  <a:gd name="T18" fmla="*/ 2147483647 w 690"/>
                  <a:gd name="T19" fmla="*/ 2147483647 h 528"/>
                  <a:gd name="T20" fmla="*/ 2147483647 w 690"/>
                  <a:gd name="T21" fmla="*/ 2147483647 h 528"/>
                  <a:gd name="T22" fmla="*/ 2147483647 w 690"/>
                  <a:gd name="T23" fmla="*/ 2147483647 h 528"/>
                  <a:gd name="T24" fmla="*/ 2147483647 w 690"/>
                  <a:gd name="T25" fmla="*/ 2147483647 h 528"/>
                  <a:gd name="T26" fmla="*/ 2147483647 w 690"/>
                  <a:gd name="T27" fmla="*/ 2147483647 h 528"/>
                  <a:gd name="T28" fmla="*/ 2147483647 w 690"/>
                  <a:gd name="T29" fmla="*/ 2147483647 h 528"/>
                  <a:gd name="T30" fmla="*/ 2147483647 w 690"/>
                  <a:gd name="T31" fmla="*/ 2147483647 h 528"/>
                  <a:gd name="T32" fmla="*/ 2147483647 w 690"/>
                  <a:gd name="T33" fmla="*/ 2147483647 h 528"/>
                  <a:gd name="T34" fmla="*/ 2147483647 w 690"/>
                  <a:gd name="T35" fmla="*/ 2147483647 h 528"/>
                  <a:gd name="T36" fmla="*/ 2147483647 w 690"/>
                  <a:gd name="T37" fmla="*/ 2147483647 h 528"/>
                  <a:gd name="T38" fmla="*/ 2147483647 w 690"/>
                  <a:gd name="T39" fmla="*/ 2147483647 h 528"/>
                  <a:gd name="T40" fmla="*/ 2147483647 w 690"/>
                  <a:gd name="T41" fmla="*/ 2147483647 h 528"/>
                  <a:gd name="T42" fmla="*/ 2147483647 w 690"/>
                  <a:gd name="T43" fmla="*/ 2147483647 h 528"/>
                  <a:gd name="T44" fmla="*/ 2147483647 w 690"/>
                  <a:gd name="T45" fmla="*/ 2147483647 h 528"/>
                  <a:gd name="T46" fmla="*/ 2147483647 w 690"/>
                  <a:gd name="T47" fmla="*/ 2147483647 h 528"/>
                  <a:gd name="T48" fmla="*/ 2147483647 w 690"/>
                  <a:gd name="T49" fmla="*/ 2147483647 h 528"/>
                  <a:gd name="T50" fmla="*/ 2147483647 w 690"/>
                  <a:gd name="T51" fmla="*/ 2147483647 h 528"/>
                  <a:gd name="T52" fmla="*/ 2147483647 w 690"/>
                  <a:gd name="T53" fmla="*/ 2147483647 h 528"/>
                  <a:gd name="T54" fmla="*/ 2147483647 w 690"/>
                  <a:gd name="T55" fmla="*/ 2147483647 h 528"/>
                  <a:gd name="T56" fmla="*/ 2147483647 w 690"/>
                  <a:gd name="T57" fmla="*/ 2147483647 h 528"/>
                  <a:gd name="T58" fmla="*/ 2147483647 w 690"/>
                  <a:gd name="T59" fmla="*/ 2147483647 h 528"/>
                  <a:gd name="T60" fmla="*/ 2147483647 w 690"/>
                  <a:gd name="T61" fmla="*/ 2147483647 h 528"/>
                  <a:gd name="T62" fmla="*/ 2147483647 w 690"/>
                  <a:gd name="T63" fmla="*/ 2147483647 h 528"/>
                  <a:gd name="T64" fmla="*/ 2147483647 w 690"/>
                  <a:gd name="T65" fmla="*/ 2147483647 h 528"/>
                  <a:gd name="T66" fmla="*/ 2147483647 w 690"/>
                  <a:gd name="T67" fmla="*/ 2147483647 h 528"/>
                  <a:gd name="T68" fmla="*/ 2147483647 w 690"/>
                  <a:gd name="T69" fmla="*/ 2147483647 h 528"/>
                  <a:gd name="T70" fmla="*/ 2147483647 w 690"/>
                  <a:gd name="T71" fmla="*/ 0 h 528"/>
                  <a:gd name="T72" fmla="*/ 2147483647 w 690"/>
                  <a:gd name="T73" fmla="*/ 0 h 528"/>
                  <a:gd name="T74" fmla="*/ 2147483647 w 690"/>
                  <a:gd name="T75" fmla="*/ 2147483647 h 528"/>
                  <a:gd name="T76" fmla="*/ 2147483647 w 690"/>
                  <a:gd name="T77" fmla="*/ 2147483647 h 528"/>
                  <a:gd name="T78" fmla="*/ 2147483647 w 690"/>
                  <a:gd name="T79" fmla="*/ 2147483647 h 528"/>
                  <a:gd name="T80" fmla="*/ 2147483647 w 690"/>
                  <a:gd name="T81" fmla="*/ 2147483647 h 528"/>
                  <a:gd name="T82" fmla="*/ 2147483647 w 690"/>
                  <a:gd name="T83" fmla="*/ 2147483647 h 528"/>
                  <a:gd name="T84" fmla="*/ 2147483647 w 690"/>
                  <a:gd name="T85" fmla="*/ 2147483647 h 528"/>
                  <a:gd name="T86" fmla="*/ 2147483647 w 690"/>
                  <a:gd name="T87" fmla="*/ 2147483647 h 528"/>
                  <a:gd name="T88" fmla="*/ 2147483647 w 690"/>
                  <a:gd name="T89" fmla="*/ 2147483647 h 528"/>
                  <a:gd name="T90" fmla="*/ 2147483647 w 690"/>
                  <a:gd name="T91" fmla="*/ 2147483647 h 528"/>
                  <a:gd name="T92" fmla="*/ 2147483647 w 690"/>
                  <a:gd name="T93" fmla="*/ 2147483647 h 528"/>
                  <a:gd name="T94" fmla="*/ 2147483647 w 690"/>
                  <a:gd name="T95" fmla="*/ 2147483647 h 528"/>
                  <a:gd name="T96" fmla="*/ 2147483647 w 690"/>
                  <a:gd name="T97" fmla="*/ 2147483647 h 528"/>
                  <a:gd name="T98" fmla="*/ 2147483647 w 690"/>
                  <a:gd name="T99" fmla="*/ 2147483647 h 528"/>
                  <a:gd name="T100" fmla="*/ 2147483647 w 690"/>
                  <a:gd name="T101" fmla="*/ 2147483647 h 528"/>
                  <a:gd name="T102" fmla="*/ 2147483647 w 690"/>
                  <a:gd name="T103" fmla="*/ 2147483647 h 528"/>
                  <a:gd name="T104" fmla="*/ 2147483647 w 690"/>
                  <a:gd name="T105" fmla="*/ 2147483647 h 528"/>
                  <a:gd name="T106" fmla="*/ 2147483647 w 690"/>
                  <a:gd name="T107" fmla="*/ 2147483647 h 528"/>
                  <a:gd name="T108" fmla="*/ 2147483647 w 690"/>
                  <a:gd name="T109" fmla="*/ 2147483647 h 528"/>
                  <a:gd name="T110" fmla="*/ 2147483647 w 690"/>
                  <a:gd name="T111" fmla="*/ 2147483647 h 528"/>
                  <a:gd name="T112" fmla="*/ 2147483647 w 690"/>
                  <a:gd name="T113" fmla="*/ 2147483647 h 528"/>
                  <a:gd name="T114" fmla="*/ 0 w 690"/>
                  <a:gd name="T115" fmla="*/ 2147483647 h 52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90"/>
                  <a:gd name="T175" fmla="*/ 0 h 528"/>
                  <a:gd name="T176" fmla="*/ 690 w 690"/>
                  <a:gd name="T177" fmla="*/ 528 h 52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90" h="528">
                    <a:moveTo>
                      <a:pt x="12" y="504"/>
                    </a:moveTo>
                    <a:lnTo>
                      <a:pt x="24" y="510"/>
                    </a:lnTo>
                    <a:lnTo>
                      <a:pt x="30" y="516"/>
                    </a:lnTo>
                    <a:lnTo>
                      <a:pt x="54" y="528"/>
                    </a:lnTo>
                    <a:lnTo>
                      <a:pt x="60" y="528"/>
                    </a:lnTo>
                    <a:lnTo>
                      <a:pt x="78" y="510"/>
                    </a:lnTo>
                    <a:lnTo>
                      <a:pt x="102" y="510"/>
                    </a:lnTo>
                    <a:lnTo>
                      <a:pt x="120" y="516"/>
                    </a:lnTo>
                    <a:lnTo>
                      <a:pt x="144" y="516"/>
                    </a:lnTo>
                    <a:lnTo>
                      <a:pt x="174" y="486"/>
                    </a:lnTo>
                    <a:lnTo>
                      <a:pt x="180" y="474"/>
                    </a:lnTo>
                    <a:lnTo>
                      <a:pt x="222" y="474"/>
                    </a:lnTo>
                    <a:lnTo>
                      <a:pt x="234" y="486"/>
                    </a:lnTo>
                    <a:lnTo>
                      <a:pt x="258" y="498"/>
                    </a:lnTo>
                    <a:lnTo>
                      <a:pt x="264" y="504"/>
                    </a:lnTo>
                    <a:lnTo>
                      <a:pt x="270" y="504"/>
                    </a:lnTo>
                    <a:lnTo>
                      <a:pt x="282" y="492"/>
                    </a:lnTo>
                    <a:lnTo>
                      <a:pt x="294" y="486"/>
                    </a:lnTo>
                    <a:lnTo>
                      <a:pt x="300" y="480"/>
                    </a:lnTo>
                    <a:lnTo>
                      <a:pt x="324" y="480"/>
                    </a:lnTo>
                    <a:lnTo>
                      <a:pt x="354" y="444"/>
                    </a:lnTo>
                    <a:lnTo>
                      <a:pt x="348" y="432"/>
                    </a:lnTo>
                    <a:lnTo>
                      <a:pt x="384" y="402"/>
                    </a:lnTo>
                    <a:lnTo>
                      <a:pt x="378" y="390"/>
                    </a:lnTo>
                    <a:lnTo>
                      <a:pt x="372" y="384"/>
                    </a:lnTo>
                    <a:lnTo>
                      <a:pt x="372" y="360"/>
                    </a:lnTo>
                    <a:lnTo>
                      <a:pt x="378" y="354"/>
                    </a:lnTo>
                    <a:lnTo>
                      <a:pt x="396" y="354"/>
                    </a:lnTo>
                    <a:lnTo>
                      <a:pt x="402" y="342"/>
                    </a:lnTo>
                    <a:lnTo>
                      <a:pt x="402" y="336"/>
                    </a:lnTo>
                    <a:lnTo>
                      <a:pt x="408" y="318"/>
                    </a:lnTo>
                    <a:lnTo>
                      <a:pt x="408" y="264"/>
                    </a:lnTo>
                    <a:lnTo>
                      <a:pt x="414" y="252"/>
                    </a:lnTo>
                    <a:lnTo>
                      <a:pt x="420" y="246"/>
                    </a:lnTo>
                    <a:lnTo>
                      <a:pt x="516" y="246"/>
                    </a:lnTo>
                    <a:lnTo>
                      <a:pt x="540" y="270"/>
                    </a:lnTo>
                    <a:lnTo>
                      <a:pt x="552" y="276"/>
                    </a:lnTo>
                    <a:lnTo>
                      <a:pt x="558" y="282"/>
                    </a:lnTo>
                    <a:lnTo>
                      <a:pt x="576" y="276"/>
                    </a:lnTo>
                    <a:lnTo>
                      <a:pt x="564" y="216"/>
                    </a:lnTo>
                    <a:lnTo>
                      <a:pt x="576" y="222"/>
                    </a:lnTo>
                    <a:lnTo>
                      <a:pt x="582" y="234"/>
                    </a:lnTo>
                    <a:lnTo>
                      <a:pt x="594" y="240"/>
                    </a:lnTo>
                    <a:lnTo>
                      <a:pt x="636" y="240"/>
                    </a:lnTo>
                    <a:lnTo>
                      <a:pt x="630" y="234"/>
                    </a:lnTo>
                    <a:lnTo>
                      <a:pt x="624" y="222"/>
                    </a:lnTo>
                    <a:lnTo>
                      <a:pt x="618" y="216"/>
                    </a:lnTo>
                    <a:lnTo>
                      <a:pt x="606" y="192"/>
                    </a:lnTo>
                    <a:lnTo>
                      <a:pt x="606" y="186"/>
                    </a:lnTo>
                    <a:lnTo>
                      <a:pt x="612" y="180"/>
                    </a:lnTo>
                    <a:lnTo>
                      <a:pt x="624" y="180"/>
                    </a:lnTo>
                    <a:lnTo>
                      <a:pt x="642" y="186"/>
                    </a:lnTo>
                    <a:lnTo>
                      <a:pt x="654" y="186"/>
                    </a:lnTo>
                    <a:lnTo>
                      <a:pt x="660" y="192"/>
                    </a:lnTo>
                    <a:lnTo>
                      <a:pt x="666" y="192"/>
                    </a:lnTo>
                    <a:lnTo>
                      <a:pt x="690" y="162"/>
                    </a:lnTo>
                    <a:lnTo>
                      <a:pt x="666" y="156"/>
                    </a:lnTo>
                    <a:lnTo>
                      <a:pt x="660" y="144"/>
                    </a:lnTo>
                    <a:lnTo>
                      <a:pt x="642" y="126"/>
                    </a:lnTo>
                    <a:lnTo>
                      <a:pt x="630" y="120"/>
                    </a:lnTo>
                    <a:lnTo>
                      <a:pt x="612" y="120"/>
                    </a:lnTo>
                    <a:lnTo>
                      <a:pt x="600" y="114"/>
                    </a:lnTo>
                    <a:lnTo>
                      <a:pt x="588" y="114"/>
                    </a:lnTo>
                    <a:lnTo>
                      <a:pt x="588" y="108"/>
                    </a:lnTo>
                    <a:lnTo>
                      <a:pt x="582" y="102"/>
                    </a:lnTo>
                    <a:lnTo>
                      <a:pt x="582" y="90"/>
                    </a:lnTo>
                    <a:lnTo>
                      <a:pt x="576" y="78"/>
                    </a:lnTo>
                    <a:lnTo>
                      <a:pt x="564" y="66"/>
                    </a:lnTo>
                    <a:lnTo>
                      <a:pt x="540" y="54"/>
                    </a:lnTo>
                    <a:lnTo>
                      <a:pt x="534" y="60"/>
                    </a:lnTo>
                    <a:lnTo>
                      <a:pt x="528" y="60"/>
                    </a:lnTo>
                    <a:lnTo>
                      <a:pt x="510" y="0"/>
                    </a:lnTo>
                    <a:lnTo>
                      <a:pt x="504" y="18"/>
                    </a:lnTo>
                    <a:lnTo>
                      <a:pt x="492" y="0"/>
                    </a:lnTo>
                    <a:lnTo>
                      <a:pt x="480" y="60"/>
                    </a:lnTo>
                    <a:lnTo>
                      <a:pt x="468" y="66"/>
                    </a:lnTo>
                    <a:lnTo>
                      <a:pt x="462" y="66"/>
                    </a:lnTo>
                    <a:lnTo>
                      <a:pt x="450" y="72"/>
                    </a:lnTo>
                    <a:lnTo>
                      <a:pt x="438" y="96"/>
                    </a:lnTo>
                    <a:lnTo>
                      <a:pt x="438" y="114"/>
                    </a:lnTo>
                    <a:lnTo>
                      <a:pt x="408" y="126"/>
                    </a:lnTo>
                    <a:lnTo>
                      <a:pt x="420" y="162"/>
                    </a:lnTo>
                    <a:lnTo>
                      <a:pt x="408" y="162"/>
                    </a:lnTo>
                    <a:lnTo>
                      <a:pt x="390" y="156"/>
                    </a:lnTo>
                    <a:lnTo>
                      <a:pt x="378" y="156"/>
                    </a:lnTo>
                    <a:lnTo>
                      <a:pt x="360" y="150"/>
                    </a:lnTo>
                    <a:lnTo>
                      <a:pt x="354" y="150"/>
                    </a:lnTo>
                    <a:lnTo>
                      <a:pt x="342" y="156"/>
                    </a:lnTo>
                    <a:lnTo>
                      <a:pt x="342" y="168"/>
                    </a:lnTo>
                    <a:lnTo>
                      <a:pt x="336" y="180"/>
                    </a:lnTo>
                    <a:lnTo>
                      <a:pt x="336" y="204"/>
                    </a:lnTo>
                    <a:lnTo>
                      <a:pt x="294" y="246"/>
                    </a:lnTo>
                    <a:lnTo>
                      <a:pt x="294" y="258"/>
                    </a:lnTo>
                    <a:lnTo>
                      <a:pt x="282" y="294"/>
                    </a:lnTo>
                    <a:lnTo>
                      <a:pt x="276" y="306"/>
                    </a:lnTo>
                    <a:lnTo>
                      <a:pt x="264" y="318"/>
                    </a:lnTo>
                    <a:lnTo>
                      <a:pt x="228" y="336"/>
                    </a:lnTo>
                    <a:lnTo>
                      <a:pt x="186" y="342"/>
                    </a:lnTo>
                    <a:lnTo>
                      <a:pt x="162" y="348"/>
                    </a:lnTo>
                    <a:lnTo>
                      <a:pt x="156" y="354"/>
                    </a:lnTo>
                    <a:lnTo>
                      <a:pt x="132" y="366"/>
                    </a:lnTo>
                    <a:lnTo>
                      <a:pt x="114" y="384"/>
                    </a:lnTo>
                    <a:lnTo>
                      <a:pt x="102" y="390"/>
                    </a:lnTo>
                    <a:lnTo>
                      <a:pt x="84" y="426"/>
                    </a:lnTo>
                    <a:lnTo>
                      <a:pt x="102" y="444"/>
                    </a:lnTo>
                    <a:lnTo>
                      <a:pt x="102" y="462"/>
                    </a:lnTo>
                    <a:lnTo>
                      <a:pt x="96" y="474"/>
                    </a:lnTo>
                    <a:lnTo>
                      <a:pt x="84" y="480"/>
                    </a:lnTo>
                    <a:lnTo>
                      <a:pt x="72" y="480"/>
                    </a:lnTo>
                    <a:lnTo>
                      <a:pt x="48" y="468"/>
                    </a:lnTo>
                    <a:lnTo>
                      <a:pt x="42" y="462"/>
                    </a:lnTo>
                    <a:lnTo>
                      <a:pt x="30" y="456"/>
                    </a:lnTo>
                    <a:lnTo>
                      <a:pt x="24" y="456"/>
                    </a:lnTo>
                    <a:lnTo>
                      <a:pt x="12" y="462"/>
                    </a:lnTo>
                    <a:lnTo>
                      <a:pt x="0" y="474"/>
                    </a:lnTo>
                    <a:lnTo>
                      <a:pt x="0" y="492"/>
                    </a:lnTo>
                    <a:lnTo>
                      <a:pt x="12" y="50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2" name="Lebanon" descr="© INSCALE GmbH, 05.05.2010&#10;http://www.presentationload.com/">
                <a:extLst>
                  <a:ext uri="{FF2B5EF4-FFF2-40B4-BE49-F238E27FC236}">
                    <a16:creationId xmlns:a16="http://schemas.microsoft.com/office/drawing/2014/main" id="{E8A5CD89-A92B-0F4F-A3CE-BC60BF68EF53}"/>
                  </a:ext>
                </a:extLst>
              </p:cNvPr>
              <p:cNvSpPr>
                <a:spLocks/>
              </p:cNvSpPr>
              <p:nvPr/>
            </p:nvSpPr>
            <p:spPr bwMode="gray">
              <a:xfrm>
                <a:off x="6728801" y="2968144"/>
                <a:ext cx="46021" cy="65745"/>
              </a:xfrm>
              <a:custGeom>
                <a:avLst/>
                <a:gdLst>
                  <a:gd name="T0" fmla="*/ 2147483647 w 108"/>
                  <a:gd name="T1" fmla="*/ 2147483647 h 156"/>
                  <a:gd name="T2" fmla="*/ 2147483647 w 108"/>
                  <a:gd name="T3" fmla="*/ 2147483647 h 156"/>
                  <a:gd name="T4" fmla="*/ 2147483647 w 108"/>
                  <a:gd name="T5" fmla="*/ 2147483647 h 156"/>
                  <a:gd name="T6" fmla="*/ 2147483647 w 108"/>
                  <a:gd name="T7" fmla="*/ 2147483647 h 156"/>
                  <a:gd name="T8" fmla="*/ 2147483647 w 108"/>
                  <a:gd name="T9" fmla="*/ 2147483647 h 156"/>
                  <a:gd name="T10" fmla="*/ 2147483647 w 108"/>
                  <a:gd name="T11" fmla="*/ 2147483647 h 156"/>
                  <a:gd name="T12" fmla="*/ 2147483647 w 108"/>
                  <a:gd name="T13" fmla="*/ 2147483647 h 156"/>
                  <a:gd name="T14" fmla="*/ 2147483647 w 108"/>
                  <a:gd name="T15" fmla="*/ 2147483647 h 156"/>
                  <a:gd name="T16" fmla="*/ 2147483647 w 108"/>
                  <a:gd name="T17" fmla="*/ 2147483647 h 156"/>
                  <a:gd name="T18" fmla="*/ 2147483647 w 108"/>
                  <a:gd name="T19" fmla="*/ 2147483647 h 156"/>
                  <a:gd name="T20" fmla="*/ 2147483647 w 108"/>
                  <a:gd name="T21" fmla="*/ 0 h 156"/>
                  <a:gd name="T22" fmla="*/ 2147483647 w 108"/>
                  <a:gd name="T23" fmla="*/ 0 h 156"/>
                  <a:gd name="T24" fmla="*/ 2147483647 w 108"/>
                  <a:gd name="T25" fmla="*/ 0 h 156"/>
                  <a:gd name="T26" fmla="*/ 2147483647 w 108"/>
                  <a:gd name="T27" fmla="*/ 2147483647 h 156"/>
                  <a:gd name="T28" fmla="*/ 2147483647 w 108"/>
                  <a:gd name="T29" fmla="*/ 2147483647 h 156"/>
                  <a:gd name="T30" fmla="*/ 2147483647 w 108"/>
                  <a:gd name="T31" fmla="*/ 2147483647 h 156"/>
                  <a:gd name="T32" fmla="*/ 2147483647 w 108"/>
                  <a:gd name="T33" fmla="*/ 2147483647 h 156"/>
                  <a:gd name="T34" fmla="*/ 2147483647 w 108"/>
                  <a:gd name="T35" fmla="*/ 2147483647 h 156"/>
                  <a:gd name="T36" fmla="*/ 2147483647 w 108"/>
                  <a:gd name="T37" fmla="*/ 2147483647 h 156"/>
                  <a:gd name="T38" fmla="*/ 2147483647 w 108"/>
                  <a:gd name="T39" fmla="*/ 2147483647 h 156"/>
                  <a:gd name="T40" fmla="*/ 2147483647 w 108"/>
                  <a:gd name="T41" fmla="*/ 2147483647 h 156"/>
                  <a:gd name="T42" fmla="*/ 0 w 108"/>
                  <a:gd name="T43" fmla="*/ 2147483647 h 156"/>
                  <a:gd name="T44" fmla="*/ 0 w 108"/>
                  <a:gd name="T45" fmla="*/ 2147483647 h 156"/>
                  <a:gd name="T46" fmla="*/ 2147483647 w 108"/>
                  <a:gd name="T47" fmla="*/ 2147483647 h 156"/>
                  <a:gd name="T48" fmla="*/ 2147483647 w 108"/>
                  <a:gd name="T49" fmla="*/ 2147483647 h 156"/>
                  <a:gd name="T50" fmla="*/ 2147483647 w 108"/>
                  <a:gd name="T51" fmla="*/ 2147483647 h 156"/>
                  <a:gd name="T52" fmla="*/ 2147483647 w 108"/>
                  <a:gd name="T53" fmla="*/ 2147483647 h 156"/>
                  <a:gd name="T54" fmla="*/ 2147483647 w 108"/>
                  <a:gd name="T55" fmla="*/ 2147483647 h 156"/>
                  <a:gd name="T56" fmla="*/ 2147483647 w 108"/>
                  <a:gd name="T57" fmla="*/ 2147483647 h 156"/>
                  <a:gd name="T58" fmla="*/ 2147483647 w 108"/>
                  <a:gd name="T59" fmla="*/ 2147483647 h 156"/>
                  <a:gd name="T60" fmla="*/ 2147483647 w 108"/>
                  <a:gd name="T61" fmla="*/ 2147483647 h 15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8"/>
                  <a:gd name="T94" fmla="*/ 0 h 156"/>
                  <a:gd name="T95" fmla="*/ 108 w 108"/>
                  <a:gd name="T96" fmla="*/ 156 h 15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8" h="156">
                    <a:moveTo>
                      <a:pt x="72" y="96"/>
                    </a:moveTo>
                    <a:lnTo>
                      <a:pt x="72" y="72"/>
                    </a:lnTo>
                    <a:lnTo>
                      <a:pt x="78" y="66"/>
                    </a:lnTo>
                    <a:lnTo>
                      <a:pt x="84" y="66"/>
                    </a:lnTo>
                    <a:lnTo>
                      <a:pt x="96" y="60"/>
                    </a:lnTo>
                    <a:lnTo>
                      <a:pt x="102" y="60"/>
                    </a:lnTo>
                    <a:lnTo>
                      <a:pt x="108" y="48"/>
                    </a:lnTo>
                    <a:lnTo>
                      <a:pt x="108" y="30"/>
                    </a:lnTo>
                    <a:lnTo>
                      <a:pt x="102" y="18"/>
                    </a:lnTo>
                    <a:lnTo>
                      <a:pt x="96" y="12"/>
                    </a:lnTo>
                    <a:lnTo>
                      <a:pt x="102" y="0"/>
                    </a:lnTo>
                    <a:lnTo>
                      <a:pt x="54" y="0"/>
                    </a:lnTo>
                    <a:lnTo>
                      <a:pt x="60" y="0"/>
                    </a:lnTo>
                    <a:lnTo>
                      <a:pt x="60" y="6"/>
                    </a:lnTo>
                    <a:lnTo>
                      <a:pt x="54" y="6"/>
                    </a:lnTo>
                    <a:lnTo>
                      <a:pt x="48" y="18"/>
                    </a:lnTo>
                    <a:lnTo>
                      <a:pt x="36" y="24"/>
                    </a:lnTo>
                    <a:lnTo>
                      <a:pt x="30" y="30"/>
                    </a:lnTo>
                    <a:lnTo>
                      <a:pt x="18" y="66"/>
                    </a:lnTo>
                    <a:lnTo>
                      <a:pt x="12" y="78"/>
                    </a:lnTo>
                    <a:lnTo>
                      <a:pt x="12" y="90"/>
                    </a:lnTo>
                    <a:lnTo>
                      <a:pt x="0" y="114"/>
                    </a:lnTo>
                    <a:lnTo>
                      <a:pt x="0" y="156"/>
                    </a:lnTo>
                    <a:lnTo>
                      <a:pt x="12" y="150"/>
                    </a:lnTo>
                    <a:lnTo>
                      <a:pt x="24" y="126"/>
                    </a:lnTo>
                    <a:lnTo>
                      <a:pt x="30" y="132"/>
                    </a:lnTo>
                    <a:lnTo>
                      <a:pt x="36" y="132"/>
                    </a:lnTo>
                    <a:lnTo>
                      <a:pt x="42" y="126"/>
                    </a:lnTo>
                    <a:lnTo>
                      <a:pt x="48" y="114"/>
                    </a:lnTo>
                    <a:lnTo>
                      <a:pt x="48" y="102"/>
                    </a:lnTo>
                    <a:lnTo>
                      <a:pt x="72" y="9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3" name="Laos" descr="© INSCALE GmbH, 05.05.2010&#10;http://www.presentationload.com/">
                <a:extLst>
                  <a:ext uri="{FF2B5EF4-FFF2-40B4-BE49-F238E27FC236}">
                    <a16:creationId xmlns:a16="http://schemas.microsoft.com/office/drawing/2014/main" id="{A6C509DC-7FBB-0E48-A1FE-C3D92FD9E443}"/>
                  </a:ext>
                </a:extLst>
              </p:cNvPr>
              <p:cNvSpPr>
                <a:spLocks/>
              </p:cNvSpPr>
              <p:nvPr/>
            </p:nvSpPr>
            <p:spPr bwMode="gray">
              <a:xfrm>
                <a:off x="8668296" y="3379056"/>
                <a:ext cx="253120" cy="292569"/>
              </a:xfrm>
              <a:custGeom>
                <a:avLst/>
                <a:gdLst>
                  <a:gd name="T0" fmla="*/ 2147483647 w 600"/>
                  <a:gd name="T1" fmla="*/ 2147483647 h 696"/>
                  <a:gd name="T2" fmla="*/ 2147483647 w 600"/>
                  <a:gd name="T3" fmla="*/ 2147483647 h 696"/>
                  <a:gd name="T4" fmla="*/ 2147483647 w 600"/>
                  <a:gd name="T5" fmla="*/ 2147483647 h 696"/>
                  <a:gd name="T6" fmla="*/ 2147483647 w 600"/>
                  <a:gd name="T7" fmla="*/ 2147483647 h 696"/>
                  <a:gd name="T8" fmla="*/ 2147483647 w 600"/>
                  <a:gd name="T9" fmla="*/ 2147483647 h 696"/>
                  <a:gd name="T10" fmla="*/ 2147483647 w 600"/>
                  <a:gd name="T11" fmla="*/ 2147483647 h 696"/>
                  <a:gd name="T12" fmla="*/ 2147483647 w 600"/>
                  <a:gd name="T13" fmla="*/ 2147483647 h 696"/>
                  <a:gd name="T14" fmla="*/ 2147483647 w 600"/>
                  <a:gd name="T15" fmla="*/ 2147483647 h 696"/>
                  <a:gd name="T16" fmla="*/ 2147483647 w 600"/>
                  <a:gd name="T17" fmla="*/ 2147483647 h 696"/>
                  <a:gd name="T18" fmla="*/ 2147483647 w 600"/>
                  <a:gd name="T19" fmla="*/ 2147483647 h 696"/>
                  <a:gd name="T20" fmla="*/ 2147483647 w 600"/>
                  <a:gd name="T21" fmla="*/ 2147483647 h 696"/>
                  <a:gd name="T22" fmla="*/ 2147483647 w 600"/>
                  <a:gd name="T23" fmla="*/ 2147483647 h 696"/>
                  <a:gd name="T24" fmla="*/ 2147483647 w 600"/>
                  <a:gd name="T25" fmla="*/ 2147483647 h 696"/>
                  <a:gd name="T26" fmla="*/ 2147483647 w 600"/>
                  <a:gd name="T27" fmla="*/ 2147483647 h 696"/>
                  <a:gd name="T28" fmla="*/ 2147483647 w 600"/>
                  <a:gd name="T29" fmla="*/ 2147483647 h 696"/>
                  <a:gd name="T30" fmla="*/ 2147483647 w 600"/>
                  <a:gd name="T31" fmla="*/ 2147483647 h 696"/>
                  <a:gd name="T32" fmla="*/ 2147483647 w 600"/>
                  <a:gd name="T33" fmla="*/ 2147483647 h 696"/>
                  <a:gd name="T34" fmla="*/ 2147483647 w 600"/>
                  <a:gd name="T35" fmla="*/ 2147483647 h 696"/>
                  <a:gd name="T36" fmla="*/ 2147483647 w 600"/>
                  <a:gd name="T37" fmla="*/ 2147483647 h 696"/>
                  <a:gd name="T38" fmla="*/ 2147483647 w 600"/>
                  <a:gd name="T39" fmla="*/ 2147483647 h 696"/>
                  <a:gd name="T40" fmla="*/ 2147483647 w 600"/>
                  <a:gd name="T41" fmla="*/ 2147483647 h 696"/>
                  <a:gd name="T42" fmla="*/ 2147483647 w 600"/>
                  <a:gd name="T43" fmla="*/ 2147483647 h 696"/>
                  <a:gd name="T44" fmla="*/ 2147483647 w 600"/>
                  <a:gd name="T45" fmla="*/ 2147483647 h 696"/>
                  <a:gd name="T46" fmla="*/ 2147483647 w 600"/>
                  <a:gd name="T47" fmla="*/ 2147483647 h 696"/>
                  <a:gd name="T48" fmla="*/ 2147483647 w 600"/>
                  <a:gd name="T49" fmla="*/ 2147483647 h 696"/>
                  <a:gd name="T50" fmla="*/ 2147483647 w 600"/>
                  <a:gd name="T51" fmla="*/ 2147483647 h 696"/>
                  <a:gd name="T52" fmla="*/ 2147483647 w 600"/>
                  <a:gd name="T53" fmla="*/ 2147483647 h 696"/>
                  <a:gd name="T54" fmla="*/ 2147483647 w 600"/>
                  <a:gd name="T55" fmla="*/ 2147483647 h 696"/>
                  <a:gd name="T56" fmla="*/ 2147483647 w 600"/>
                  <a:gd name="T57" fmla="*/ 2147483647 h 696"/>
                  <a:gd name="T58" fmla="*/ 2147483647 w 600"/>
                  <a:gd name="T59" fmla="*/ 2147483647 h 696"/>
                  <a:gd name="T60" fmla="*/ 2147483647 w 600"/>
                  <a:gd name="T61" fmla="*/ 2147483647 h 696"/>
                  <a:gd name="T62" fmla="*/ 2147483647 w 600"/>
                  <a:gd name="T63" fmla="*/ 2147483647 h 696"/>
                  <a:gd name="T64" fmla="*/ 2147483647 w 600"/>
                  <a:gd name="T65" fmla="*/ 2147483647 h 696"/>
                  <a:gd name="T66" fmla="*/ 2147483647 w 600"/>
                  <a:gd name="T67" fmla="*/ 2147483647 h 696"/>
                  <a:gd name="T68" fmla="*/ 2147483647 w 600"/>
                  <a:gd name="T69" fmla="*/ 2147483647 h 696"/>
                  <a:gd name="T70" fmla="*/ 2147483647 w 600"/>
                  <a:gd name="T71" fmla="*/ 2147483647 h 696"/>
                  <a:gd name="T72" fmla="*/ 2147483647 w 600"/>
                  <a:gd name="T73" fmla="*/ 2147483647 h 696"/>
                  <a:gd name="T74" fmla="*/ 2147483647 w 600"/>
                  <a:gd name="T75" fmla="*/ 2147483647 h 696"/>
                  <a:gd name="T76" fmla="*/ 2147483647 w 600"/>
                  <a:gd name="T77" fmla="*/ 2147483647 h 696"/>
                  <a:gd name="T78" fmla="*/ 2147483647 w 600"/>
                  <a:gd name="T79" fmla="*/ 2147483647 h 696"/>
                  <a:gd name="T80" fmla="*/ 2147483647 w 600"/>
                  <a:gd name="T81" fmla="*/ 2147483647 h 696"/>
                  <a:gd name="T82" fmla="*/ 2147483647 w 600"/>
                  <a:gd name="T83" fmla="*/ 2147483647 h 696"/>
                  <a:gd name="T84" fmla="*/ 2147483647 w 600"/>
                  <a:gd name="T85" fmla="*/ 2147483647 h 696"/>
                  <a:gd name="T86" fmla="*/ 2147483647 w 600"/>
                  <a:gd name="T87" fmla="*/ 2147483647 h 696"/>
                  <a:gd name="T88" fmla="*/ 2147483647 w 600"/>
                  <a:gd name="T89" fmla="*/ 2147483647 h 696"/>
                  <a:gd name="T90" fmla="*/ 2147483647 w 600"/>
                  <a:gd name="T91" fmla="*/ 2147483647 h 696"/>
                  <a:gd name="T92" fmla="*/ 2147483647 w 600"/>
                  <a:gd name="T93" fmla="*/ 2147483647 h 696"/>
                  <a:gd name="T94" fmla="*/ 2147483647 w 600"/>
                  <a:gd name="T95" fmla="*/ 2147483647 h 696"/>
                  <a:gd name="T96" fmla="*/ 2147483647 w 600"/>
                  <a:gd name="T97" fmla="*/ 2147483647 h 696"/>
                  <a:gd name="T98" fmla="*/ 2147483647 w 600"/>
                  <a:gd name="T99" fmla="*/ 2147483647 h 696"/>
                  <a:gd name="T100" fmla="*/ 2147483647 w 600"/>
                  <a:gd name="T101" fmla="*/ 2147483647 h 696"/>
                  <a:gd name="T102" fmla="*/ 2147483647 w 600"/>
                  <a:gd name="T103" fmla="*/ 2147483647 h 696"/>
                  <a:gd name="T104" fmla="*/ 2147483647 w 600"/>
                  <a:gd name="T105" fmla="*/ 2147483647 h 696"/>
                  <a:gd name="T106" fmla="*/ 2147483647 w 600"/>
                  <a:gd name="T107" fmla="*/ 2147483647 h 696"/>
                  <a:gd name="T108" fmla="*/ 2147483647 w 600"/>
                  <a:gd name="T109" fmla="*/ 2147483647 h 696"/>
                  <a:gd name="T110" fmla="*/ 2147483647 w 600"/>
                  <a:gd name="T111" fmla="*/ 2147483647 h 696"/>
                  <a:gd name="T112" fmla="*/ 2147483647 w 600"/>
                  <a:gd name="T113" fmla="*/ 2147483647 h 696"/>
                  <a:gd name="T114" fmla="*/ 2147483647 w 600"/>
                  <a:gd name="T115" fmla="*/ 2147483647 h 696"/>
                  <a:gd name="T116" fmla="*/ 2147483647 w 600"/>
                  <a:gd name="T117" fmla="*/ 2147483647 h 696"/>
                  <a:gd name="T118" fmla="*/ 0 w 600"/>
                  <a:gd name="T119" fmla="*/ 2147483647 h 696"/>
                  <a:gd name="T120" fmla="*/ 2147483647 w 600"/>
                  <a:gd name="T121" fmla="*/ 2147483647 h 69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00"/>
                  <a:gd name="T184" fmla="*/ 0 h 696"/>
                  <a:gd name="T185" fmla="*/ 600 w 600"/>
                  <a:gd name="T186" fmla="*/ 696 h 69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00" h="696">
                    <a:moveTo>
                      <a:pt x="24" y="180"/>
                    </a:moveTo>
                    <a:lnTo>
                      <a:pt x="36" y="180"/>
                    </a:lnTo>
                    <a:lnTo>
                      <a:pt x="42" y="186"/>
                    </a:lnTo>
                    <a:lnTo>
                      <a:pt x="42" y="198"/>
                    </a:lnTo>
                    <a:lnTo>
                      <a:pt x="36" y="204"/>
                    </a:lnTo>
                    <a:lnTo>
                      <a:pt x="36" y="228"/>
                    </a:lnTo>
                    <a:lnTo>
                      <a:pt x="42" y="240"/>
                    </a:lnTo>
                    <a:lnTo>
                      <a:pt x="48" y="246"/>
                    </a:lnTo>
                    <a:lnTo>
                      <a:pt x="66" y="246"/>
                    </a:lnTo>
                    <a:lnTo>
                      <a:pt x="66" y="234"/>
                    </a:lnTo>
                    <a:lnTo>
                      <a:pt x="78" y="234"/>
                    </a:lnTo>
                    <a:lnTo>
                      <a:pt x="84" y="228"/>
                    </a:lnTo>
                    <a:lnTo>
                      <a:pt x="90" y="228"/>
                    </a:lnTo>
                    <a:lnTo>
                      <a:pt x="102" y="234"/>
                    </a:lnTo>
                    <a:lnTo>
                      <a:pt x="102" y="264"/>
                    </a:lnTo>
                    <a:lnTo>
                      <a:pt x="96" y="270"/>
                    </a:lnTo>
                    <a:lnTo>
                      <a:pt x="102" y="276"/>
                    </a:lnTo>
                    <a:lnTo>
                      <a:pt x="108" y="288"/>
                    </a:lnTo>
                    <a:lnTo>
                      <a:pt x="108" y="300"/>
                    </a:lnTo>
                    <a:lnTo>
                      <a:pt x="102" y="312"/>
                    </a:lnTo>
                    <a:lnTo>
                      <a:pt x="90" y="324"/>
                    </a:lnTo>
                    <a:lnTo>
                      <a:pt x="102" y="324"/>
                    </a:lnTo>
                    <a:lnTo>
                      <a:pt x="108" y="330"/>
                    </a:lnTo>
                    <a:lnTo>
                      <a:pt x="108" y="342"/>
                    </a:lnTo>
                    <a:lnTo>
                      <a:pt x="84" y="390"/>
                    </a:lnTo>
                    <a:lnTo>
                      <a:pt x="84" y="402"/>
                    </a:lnTo>
                    <a:lnTo>
                      <a:pt x="102" y="402"/>
                    </a:lnTo>
                    <a:lnTo>
                      <a:pt x="126" y="390"/>
                    </a:lnTo>
                    <a:lnTo>
                      <a:pt x="132" y="384"/>
                    </a:lnTo>
                    <a:lnTo>
                      <a:pt x="132" y="378"/>
                    </a:lnTo>
                    <a:lnTo>
                      <a:pt x="144" y="366"/>
                    </a:lnTo>
                    <a:lnTo>
                      <a:pt x="150" y="354"/>
                    </a:lnTo>
                    <a:lnTo>
                      <a:pt x="156" y="348"/>
                    </a:lnTo>
                    <a:lnTo>
                      <a:pt x="168" y="348"/>
                    </a:lnTo>
                    <a:lnTo>
                      <a:pt x="174" y="354"/>
                    </a:lnTo>
                    <a:lnTo>
                      <a:pt x="198" y="366"/>
                    </a:lnTo>
                    <a:lnTo>
                      <a:pt x="216" y="366"/>
                    </a:lnTo>
                    <a:lnTo>
                      <a:pt x="234" y="348"/>
                    </a:lnTo>
                    <a:lnTo>
                      <a:pt x="234" y="336"/>
                    </a:lnTo>
                    <a:lnTo>
                      <a:pt x="240" y="330"/>
                    </a:lnTo>
                    <a:lnTo>
                      <a:pt x="258" y="330"/>
                    </a:lnTo>
                    <a:lnTo>
                      <a:pt x="264" y="336"/>
                    </a:lnTo>
                    <a:lnTo>
                      <a:pt x="276" y="342"/>
                    </a:lnTo>
                    <a:lnTo>
                      <a:pt x="300" y="342"/>
                    </a:lnTo>
                    <a:lnTo>
                      <a:pt x="306" y="348"/>
                    </a:lnTo>
                    <a:lnTo>
                      <a:pt x="306" y="360"/>
                    </a:lnTo>
                    <a:lnTo>
                      <a:pt x="318" y="372"/>
                    </a:lnTo>
                    <a:lnTo>
                      <a:pt x="336" y="384"/>
                    </a:lnTo>
                    <a:lnTo>
                      <a:pt x="348" y="390"/>
                    </a:lnTo>
                    <a:lnTo>
                      <a:pt x="366" y="408"/>
                    </a:lnTo>
                    <a:lnTo>
                      <a:pt x="372" y="450"/>
                    </a:lnTo>
                    <a:lnTo>
                      <a:pt x="372" y="462"/>
                    </a:lnTo>
                    <a:lnTo>
                      <a:pt x="384" y="486"/>
                    </a:lnTo>
                    <a:lnTo>
                      <a:pt x="420" y="522"/>
                    </a:lnTo>
                    <a:lnTo>
                      <a:pt x="420" y="528"/>
                    </a:lnTo>
                    <a:lnTo>
                      <a:pt x="426" y="534"/>
                    </a:lnTo>
                    <a:lnTo>
                      <a:pt x="426" y="546"/>
                    </a:lnTo>
                    <a:lnTo>
                      <a:pt x="432" y="540"/>
                    </a:lnTo>
                    <a:lnTo>
                      <a:pt x="432" y="546"/>
                    </a:lnTo>
                    <a:lnTo>
                      <a:pt x="444" y="558"/>
                    </a:lnTo>
                    <a:lnTo>
                      <a:pt x="432" y="582"/>
                    </a:lnTo>
                    <a:lnTo>
                      <a:pt x="426" y="588"/>
                    </a:lnTo>
                    <a:lnTo>
                      <a:pt x="426" y="594"/>
                    </a:lnTo>
                    <a:lnTo>
                      <a:pt x="438" y="606"/>
                    </a:lnTo>
                    <a:lnTo>
                      <a:pt x="450" y="612"/>
                    </a:lnTo>
                    <a:lnTo>
                      <a:pt x="456" y="618"/>
                    </a:lnTo>
                    <a:lnTo>
                      <a:pt x="456" y="630"/>
                    </a:lnTo>
                    <a:lnTo>
                      <a:pt x="450" y="636"/>
                    </a:lnTo>
                    <a:lnTo>
                      <a:pt x="444" y="648"/>
                    </a:lnTo>
                    <a:lnTo>
                      <a:pt x="432" y="654"/>
                    </a:lnTo>
                    <a:lnTo>
                      <a:pt x="426" y="660"/>
                    </a:lnTo>
                    <a:lnTo>
                      <a:pt x="426" y="672"/>
                    </a:lnTo>
                    <a:lnTo>
                      <a:pt x="450" y="672"/>
                    </a:lnTo>
                    <a:lnTo>
                      <a:pt x="456" y="678"/>
                    </a:lnTo>
                    <a:lnTo>
                      <a:pt x="462" y="678"/>
                    </a:lnTo>
                    <a:lnTo>
                      <a:pt x="462" y="684"/>
                    </a:lnTo>
                    <a:lnTo>
                      <a:pt x="474" y="696"/>
                    </a:lnTo>
                    <a:lnTo>
                      <a:pt x="486" y="696"/>
                    </a:lnTo>
                    <a:lnTo>
                      <a:pt x="492" y="690"/>
                    </a:lnTo>
                    <a:lnTo>
                      <a:pt x="492" y="678"/>
                    </a:lnTo>
                    <a:lnTo>
                      <a:pt x="480" y="666"/>
                    </a:lnTo>
                    <a:lnTo>
                      <a:pt x="498" y="654"/>
                    </a:lnTo>
                    <a:lnTo>
                      <a:pt x="510" y="642"/>
                    </a:lnTo>
                    <a:lnTo>
                      <a:pt x="546" y="654"/>
                    </a:lnTo>
                    <a:lnTo>
                      <a:pt x="558" y="642"/>
                    </a:lnTo>
                    <a:lnTo>
                      <a:pt x="582" y="648"/>
                    </a:lnTo>
                    <a:lnTo>
                      <a:pt x="588" y="648"/>
                    </a:lnTo>
                    <a:lnTo>
                      <a:pt x="600" y="636"/>
                    </a:lnTo>
                    <a:lnTo>
                      <a:pt x="600" y="630"/>
                    </a:lnTo>
                    <a:lnTo>
                      <a:pt x="588" y="618"/>
                    </a:lnTo>
                    <a:lnTo>
                      <a:pt x="582" y="618"/>
                    </a:lnTo>
                    <a:lnTo>
                      <a:pt x="600" y="582"/>
                    </a:lnTo>
                    <a:lnTo>
                      <a:pt x="594" y="582"/>
                    </a:lnTo>
                    <a:lnTo>
                      <a:pt x="588" y="576"/>
                    </a:lnTo>
                    <a:lnTo>
                      <a:pt x="564" y="564"/>
                    </a:lnTo>
                    <a:lnTo>
                      <a:pt x="540" y="540"/>
                    </a:lnTo>
                    <a:lnTo>
                      <a:pt x="546" y="540"/>
                    </a:lnTo>
                    <a:lnTo>
                      <a:pt x="552" y="534"/>
                    </a:lnTo>
                    <a:lnTo>
                      <a:pt x="558" y="534"/>
                    </a:lnTo>
                    <a:lnTo>
                      <a:pt x="564" y="528"/>
                    </a:lnTo>
                    <a:lnTo>
                      <a:pt x="564" y="516"/>
                    </a:lnTo>
                    <a:lnTo>
                      <a:pt x="558" y="510"/>
                    </a:lnTo>
                    <a:lnTo>
                      <a:pt x="546" y="504"/>
                    </a:lnTo>
                    <a:lnTo>
                      <a:pt x="540" y="498"/>
                    </a:lnTo>
                    <a:lnTo>
                      <a:pt x="528" y="498"/>
                    </a:lnTo>
                    <a:lnTo>
                      <a:pt x="516" y="486"/>
                    </a:lnTo>
                    <a:lnTo>
                      <a:pt x="504" y="462"/>
                    </a:lnTo>
                    <a:lnTo>
                      <a:pt x="498" y="456"/>
                    </a:lnTo>
                    <a:lnTo>
                      <a:pt x="498" y="450"/>
                    </a:lnTo>
                    <a:lnTo>
                      <a:pt x="480" y="450"/>
                    </a:lnTo>
                    <a:lnTo>
                      <a:pt x="474" y="432"/>
                    </a:lnTo>
                    <a:lnTo>
                      <a:pt x="456" y="414"/>
                    </a:lnTo>
                    <a:lnTo>
                      <a:pt x="438" y="402"/>
                    </a:lnTo>
                    <a:lnTo>
                      <a:pt x="426" y="378"/>
                    </a:lnTo>
                    <a:lnTo>
                      <a:pt x="426" y="354"/>
                    </a:lnTo>
                    <a:lnTo>
                      <a:pt x="420" y="354"/>
                    </a:lnTo>
                    <a:lnTo>
                      <a:pt x="414" y="348"/>
                    </a:lnTo>
                    <a:lnTo>
                      <a:pt x="402" y="342"/>
                    </a:lnTo>
                    <a:lnTo>
                      <a:pt x="390" y="342"/>
                    </a:lnTo>
                    <a:lnTo>
                      <a:pt x="384" y="336"/>
                    </a:lnTo>
                    <a:lnTo>
                      <a:pt x="384" y="306"/>
                    </a:lnTo>
                    <a:lnTo>
                      <a:pt x="372" y="306"/>
                    </a:lnTo>
                    <a:lnTo>
                      <a:pt x="366" y="300"/>
                    </a:lnTo>
                    <a:lnTo>
                      <a:pt x="354" y="294"/>
                    </a:lnTo>
                    <a:lnTo>
                      <a:pt x="342" y="282"/>
                    </a:lnTo>
                    <a:lnTo>
                      <a:pt x="306" y="264"/>
                    </a:lnTo>
                    <a:lnTo>
                      <a:pt x="300" y="258"/>
                    </a:lnTo>
                    <a:lnTo>
                      <a:pt x="288" y="252"/>
                    </a:lnTo>
                    <a:lnTo>
                      <a:pt x="288" y="234"/>
                    </a:lnTo>
                    <a:lnTo>
                      <a:pt x="282" y="228"/>
                    </a:lnTo>
                    <a:lnTo>
                      <a:pt x="306" y="228"/>
                    </a:lnTo>
                    <a:lnTo>
                      <a:pt x="312" y="234"/>
                    </a:lnTo>
                    <a:lnTo>
                      <a:pt x="330" y="234"/>
                    </a:lnTo>
                    <a:lnTo>
                      <a:pt x="336" y="228"/>
                    </a:lnTo>
                    <a:lnTo>
                      <a:pt x="342" y="216"/>
                    </a:lnTo>
                    <a:lnTo>
                      <a:pt x="354" y="210"/>
                    </a:lnTo>
                    <a:lnTo>
                      <a:pt x="360" y="198"/>
                    </a:lnTo>
                    <a:lnTo>
                      <a:pt x="360" y="186"/>
                    </a:lnTo>
                    <a:lnTo>
                      <a:pt x="348" y="180"/>
                    </a:lnTo>
                    <a:lnTo>
                      <a:pt x="330" y="174"/>
                    </a:lnTo>
                    <a:lnTo>
                      <a:pt x="306" y="162"/>
                    </a:lnTo>
                    <a:lnTo>
                      <a:pt x="306" y="156"/>
                    </a:lnTo>
                    <a:lnTo>
                      <a:pt x="312" y="150"/>
                    </a:lnTo>
                    <a:lnTo>
                      <a:pt x="318" y="150"/>
                    </a:lnTo>
                    <a:lnTo>
                      <a:pt x="294" y="126"/>
                    </a:lnTo>
                    <a:lnTo>
                      <a:pt x="282" y="120"/>
                    </a:lnTo>
                    <a:lnTo>
                      <a:pt x="270" y="120"/>
                    </a:lnTo>
                    <a:lnTo>
                      <a:pt x="264" y="132"/>
                    </a:lnTo>
                    <a:lnTo>
                      <a:pt x="264" y="138"/>
                    </a:lnTo>
                    <a:lnTo>
                      <a:pt x="258" y="150"/>
                    </a:lnTo>
                    <a:lnTo>
                      <a:pt x="252" y="156"/>
                    </a:lnTo>
                    <a:lnTo>
                      <a:pt x="240" y="144"/>
                    </a:lnTo>
                    <a:lnTo>
                      <a:pt x="240" y="138"/>
                    </a:lnTo>
                    <a:lnTo>
                      <a:pt x="222" y="138"/>
                    </a:lnTo>
                    <a:lnTo>
                      <a:pt x="216" y="126"/>
                    </a:lnTo>
                    <a:lnTo>
                      <a:pt x="198" y="108"/>
                    </a:lnTo>
                    <a:lnTo>
                      <a:pt x="186" y="84"/>
                    </a:lnTo>
                    <a:lnTo>
                      <a:pt x="186" y="54"/>
                    </a:lnTo>
                    <a:lnTo>
                      <a:pt x="180" y="54"/>
                    </a:lnTo>
                    <a:lnTo>
                      <a:pt x="174" y="60"/>
                    </a:lnTo>
                    <a:lnTo>
                      <a:pt x="168" y="48"/>
                    </a:lnTo>
                    <a:lnTo>
                      <a:pt x="156" y="42"/>
                    </a:lnTo>
                    <a:lnTo>
                      <a:pt x="150" y="30"/>
                    </a:lnTo>
                    <a:lnTo>
                      <a:pt x="144" y="24"/>
                    </a:lnTo>
                    <a:lnTo>
                      <a:pt x="138" y="12"/>
                    </a:lnTo>
                    <a:lnTo>
                      <a:pt x="132" y="6"/>
                    </a:lnTo>
                    <a:lnTo>
                      <a:pt x="96" y="0"/>
                    </a:lnTo>
                    <a:lnTo>
                      <a:pt x="90" y="6"/>
                    </a:lnTo>
                    <a:lnTo>
                      <a:pt x="90" y="48"/>
                    </a:lnTo>
                    <a:lnTo>
                      <a:pt x="114" y="72"/>
                    </a:lnTo>
                    <a:lnTo>
                      <a:pt x="114" y="108"/>
                    </a:lnTo>
                    <a:lnTo>
                      <a:pt x="72" y="108"/>
                    </a:lnTo>
                    <a:lnTo>
                      <a:pt x="72" y="84"/>
                    </a:lnTo>
                    <a:lnTo>
                      <a:pt x="36" y="102"/>
                    </a:lnTo>
                    <a:lnTo>
                      <a:pt x="36" y="114"/>
                    </a:lnTo>
                    <a:lnTo>
                      <a:pt x="30" y="126"/>
                    </a:lnTo>
                    <a:lnTo>
                      <a:pt x="36" y="132"/>
                    </a:lnTo>
                    <a:lnTo>
                      <a:pt x="30" y="138"/>
                    </a:lnTo>
                    <a:lnTo>
                      <a:pt x="18" y="138"/>
                    </a:lnTo>
                    <a:lnTo>
                      <a:pt x="0" y="156"/>
                    </a:lnTo>
                    <a:lnTo>
                      <a:pt x="0" y="168"/>
                    </a:lnTo>
                    <a:lnTo>
                      <a:pt x="6" y="168"/>
                    </a:lnTo>
                    <a:lnTo>
                      <a:pt x="12" y="174"/>
                    </a:lnTo>
                    <a:lnTo>
                      <a:pt x="24" y="18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4" name="Kyrgyzstan" descr="© INSCALE GmbH, 05.05.2010&#10;http://www.presentationload.com/">
                <a:extLst>
                  <a:ext uri="{FF2B5EF4-FFF2-40B4-BE49-F238E27FC236}">
                    <a16:creationId xmlns:a16="http://schemas.microsoft.com/office/drawing/2014/main" id="{83827E9D-0116-5941-BD7F-E1502C2957BA}"/>
                  </a:ext>
                </a:extLst>
              </p:cNvPr>
              <p:cNvSpPr>
                <a:spLocks/>
              </p:cNvSpPr>
              <p:nvPr/>
            </p:nvSpPr>
            <p:spPr bwMode="gray">
              <a:xfrm>
                <a:off x="7659101" y="2680508"/>
                <a:ext cx="282705" cy="131491"/>
              </a:xfrm>
              <a:custGeom>
                <a:avLst/>
                <a:gdLst>
                  <a:gd name="T0" fmla="*/ 2147483647 w 672"/>
                  <a:gd name="T1" fmla="*/ 2147483647 h 312"/>
                  <a:gd name="T2" fmla="*/ 2147483647 w 672"/>
                  <a:gd name="T3" fmla="*/ 2147483647 h 312"/>
                  <a:gd name="T4" fmla="*/ 2147483647 w 672"/>
                  <a:gd name="T5" fmla="*/ 2147483647 h 312"/>
                  <a:gd name="T6" fmla="*/ 2147483647 w 672"/>
                  <a:gd name="T7" fmla="*/ 2147483647 h 312"/>
                  <a:gd name="T8" fmla="*/ 2147483647 w 672"/>
                  <a:gd name="T9" fmla="*/ 2147483647 h 312"/>
                  <a:gd name="T10" fmla="*/ 2147483647 w 672"/>
                  <a:gd name="T11" fmla="*/ 2147483647 h 312"/>
                  <a:gd name="T12" fmla="*/ 2147483647 w 672"/>
                  <a:gd name="T13" fmla="*/ 2147483647 h 312"/>
                  <a:gd name="T14" fmla="*/ 2147483647 w 672"/>
                  <a:gd name="T15" fmla="*/ 2147483647 h 312"/>
                  <a:gd name="T16" fmla="*/ 2147483647 w 672"/>
                  <a:gd name="T17" fmla="*/ 2147483647 h 312"/>
                  <a:gd name="T18" fmla="*/ 2147483647 w 672"/>
                  <a:gd name="T19" fmla="*/ 2147483647 h 312"/>
                  <a:gd name="T20" fmla="*/ 2147483647 w 672"/>
                  <a:gd name="T21" fmla="*/ 2147483647 h 312"/>
                  <a:gd name="T22" fmla="*/ 2147483647 w 672"/>
                  <a:gd name="T23" fmla="*/ 2147483647 h 312"/>
                  <a:gd name="T24" fmla="*/ 0 w 672"/>
                  <a:gd name="T25" fmla="*/ 2147483647 h 312"/>
                  <a:gd name="T26" fmla="*/ 2147483647 w 672"/>
                  <a:gd name="T27" fmla="*/ 2147483647 h 312"/>
                  <a:gd name="T28" fmla="*/ 2147483647 w 672"/>
                  <a:gd name="T29" fmla="*/ 2147483647 h 312"/>
                  <a:gd name="T30" fmla="*/ 2147483647 w 672"/>
                  <a:gd name="T31" fmla="*/ 2147483647 h 312"/>
                  <a:gd name="T32" fmla="*/ 2147483647 w 672"/>
                  <a:gd name="T33" fmla="*/ 2147483647 h 312"/>
                  <a:gd name="T34" fmla="*/ 2147483647 w 672"/>
                  <a:gd name="T35" fmla="*/ 2147483647 h 312"/>
                  <a:gd name="T36" fmla="*/ 2147483647 w 672"/>
                  <a:gd name="T37" fmla="*/ 2147483647 h 312"/>
                  <a:gd name="T38" fmla="*/ 2147483647 w 672"/>
                  <a:gd name="T39" fmla="*/ 2147483647 h 312"/>
                  <a:gd name="T40" fmla="*/ 2147483647 w 672"/>
                  <a:gd name="T41" fmla="*/ 2147483647 h 312"/>
                  <a:gd name="T42" fmla="*/ 2147483647 w 672"/>
                  <a:gd name="T43" fmla="*/ 2147483647 h 312"/>
                  <a:gd name="T44" fmla="*/ 2147483647 w 672"/>
                  <a:gd name="T45" fmla="*/ 2147483647 h 312"/>
                  <a:gd name="T46" fmla="*/ 2147483647 w 672"/>
                  <a:gd name="T47" fmla="*/ 2147483647 h 312"/>
                  <a:gd name="T48" fmla="*/ 2147483647 w 672"/>
                  <a:gd name="T49" fmla="*/ 2147483647 h 312"/>
                  <a:gd name="T50" fmla="*/ 2147483647 w 672"/>
                  <a:gd name="T51" fmla="*/ 2147483647 h 312"/>
                  <a:gd name="T52" fmla="*/ 2147483647 w 672"/>
                  <a:gd name="T53" fmla="*/ 2147483647 h 312"/>
                  <a:gd name="T54" fmla="*/ 2147483647 w 672"/>
                  <a:gd name="T55" fmla="*/ 2147483647 h 312"/>
                  <a:gd name="T56" fmla="*/ 2147483647 w 672"/>
                  <a:gd name="T57" fmla="*/ 2147483647 h 312"/>
                  <a:gd name="T58" fmla="*/ 2147483647 w 672"/>
                  <a:gd name="T59" fmla="*/ 2147483647 h 312"/>
                  <a:gd name="T60" fmla="*/ 2147483647 w 672"/>
                  <a:gd name="T61" fmla="*/ 2147483647 h 312"/>
                  <a:gd name="T62" fmla="*/ 2147483647 w 672"/>
                  <a:gd name="T63" fmla="*/ 2147483647 h 312"/>
                  <a:gd name="T64" fmla="*/ 2147483647 w 672"/>
                  <a:gd name="T65" fmla="*/ 2147483647 h 312"/>
                  <a:gd name="T66" fmla="*/ 2147483647 w 672"/>
                  <a:gd name="T67" fmla="*/ 2147483647 h 312"/>
                  <a:gd name="T68" fmla="*/ 2147483647 w 672"/>
                  <a:gd name="T69" fmla="*/ 2147483647 h 312"/>
                  <a:gd name="T70" fmla="*/ 2147483647 w 672"/>
                  <a:gd name="T71" fmla="*/ 2147483647 h 312"/>
                  <a:gd name="T72" fmla="*/ 2147483647 w 672"/>
                  <a:gd name="T73" fmla="*/ 2147483647 h 312"/>
                  <a:gd name="T74" fmla="*/ 2147483647 w 672"/>
                  <a:gd name="T75" fmla="*/ 2147483647 h 312"/>
                  <a:gd name="T76" fmla="*/ 2147483647 w 672"/>
                  <a:gd name="T77" fmla="*/ 0 h 312"/>
                  <a:gd name="T78" fmla="*/ 2147483647 w 672"/>
                  <a:gd name="T79" fmla="*/ 2147483647 h 312"/>
                  <a:gd name="T80" fmla="*/ 2147483647 w 672"/>
                  <a:gd name="T81" fmla="*/ 2147483647 h 312"/>
                  <a:gd name="T82" fmla="*/ 2147483647 w 672"/>
                  <a:gd name="T83" fmla="*/ 2147483647 h 312"/>
                  <a:gd name="T84" fmla="*/ 2147483647 w 672"/>
                  <a:gd name="T85" fmla="*/ 2147483647 h 312"/>
                  <a:gd name="T86" fmla="*/ 2147483647 w 672"/>
                  <a:gd name="T87" fmla="*/ 2147483647 h 312"/>
                  <a:gd name="T88" fmla="*/ 2147483647 w 672"/>
                  <a:gd name="T89" fmla="*/ 2147483647 h 31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2"/>
                  <a:gd name="T136" fmla="*/ 0 h 312"/>
                  <a:gd name="T137" fmla="*/ 672 w 672"/>
                  <a:gd name="T138" fmla="*/ 312 h 31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2" h="312">
                    <a:moveTo>
                      <a:pt x="36" y="132"/>
                    </a:moveTo>
                    <a:lnTo>
                      <a:pt x="66" y="144"/>
                    </a:lnTo>
                    <a:lnTo>
                      <a:pt x="78" y="156"/>
                    </a:lnTo>
                    <a:lnTo>
                      <a:pt x="114" y="156"/>
                    </a:lnTo>
                    <a:lnTo>
                      <a:pt x="114" y="144"/>
                    </a:lnTo>
                    <a:lnTo>
                      <a:pt x="126" y="144"/>
                    </a:lnTo>
                    <a:lnTo>
                      <a:pt x="126" y="132"/>
                    </a:lnTo>
                    <a:lnTo>
                      <a:pt x="144" y="156"/>
                    </a:lnTo>
                    <a:lnTo>
                      <a:pt x="162" y="156"/>
                    </a:lnTo>
                    <a:lnTo>
                      <a:pt x="168" y="174"/>
                    </a:lnTo>
                    <a:lnTo>
                      <a:pt x="192" y="174"/>
                    </a:lnTo>
                    <a:lnTo>
                      <a:pt x="198" y="186"/>
                    </a:lnTo>
                    <a:lnTo>
                      <a:pt x="204" y="186"/>
                    </a:lnTo>
                    <a:lnTo>
                      <a:pt x="216" y="180"/>
                    </a:lnTo>
                    <a:lnTo>
                      <a:pt x="228" y="180"/>
                    </a:lnTo>
                    <a:lnTo>
                      <a:pt x="228" y="192"/>
                    </a:lnTo>
                    <a:lnTo>
                      <a:pt x="216" y="204"/>
                    </a:lnTo>
                    <a:lnTo>
                      <a:pt x="204" y="210"/>
                    </a:lnTo>
                    <a:lnTo>
                      <a:pt x="192" y="210"/>
                    </a:lnTo>
                    <a:lnTo>
                      <a:pt x="192" y="216"/>
                    </a:lnTo>
                    <a:lnTo>
                      <a:pt x="174" y="222"/>
                    </a:lnTo>
                    <a:lnTo>
                      <a:pt x="156" y="240"/>
                    </a:lnTo>
                    <a:lnTo>
                      <a:pt x="150" y="240"/>
                    </a:lnTo>
                    <a:lnTo>
                      <a:pt x="144" y="234"/>
                    </a:lnTo>
                    <a:lnTo>
                      <a:pt x="138" y="234"/>
                    </a:lnTo>
                    <a:lnTo>
                      <a:pt x="132" y="228"/>
                    </a:lnTo>
                    <a:lnTo>
                      <a:pt x="114" y="228"/>
                    </a:lnTo>
                    <a:lnTo>
                      <a:pt x="102" y="234"/>
                    </a:lnTo>
                    <a:lnTo>
                      <a:pt x="96" y="234"/>
                    </a:lnTo>
                    <a:lnTo>
                      <a:pt x="96" y="246"/>
                    </a:lnTo>
                    <a:lnTo>
                      <a:pt x="90" y="252"/>
                    </a:lnTo>
                    <a:lnTo>
                      <a:pt x="84" y="252"/>
                    </a:lnTo>
                    <a:lnTo>
                      <a:pt x="72" y="246"/>
                    </a:lnTo>
                    <a:lnTo>
                      <a:pt x="36" y="234"/>
                    </a:lnTo>
                    <a:lnTo>
                      <a:pt x="24" y="234"/>
                    </a:lnTo>
                    <a:lnTo>
                      <a:pt x="18" y="240"/>
                    </a:lnTo>
                    <a:lnTo>
                      <a:pt x="18" y="252"/>
                    </a:lnTo>
                    <a:lnTo>
                      <a:pt x="12" y="258"/>
                    </a:lnTo>
                    <a:lnTo>
                      <a:pt x="0" y="264"/>
                    </a:lnTo>
                    <a:lnTo>
                      <a:pt x="0" y="276"/>
                    </a:lnTo>
                    <a:lnTo>
                      <a:pt x="6" y="282"/>
                    </a:lnTo>
                    <a:lnTo>
                      <a:pt x="6" y="288"/>
                    </a:lnTo>
                    <a:lnTo>
                      <a:pt x="12" y="294"/>
                    </a:lnTo>
                    <a:lnTo>
                      <a:pt x="24" y="288"/>
                    </a:lnTo>
                    <a:lnTo>
                      <a:pt x="36" y="288"/>
                    </a:lnTo>
                    <a:lnTo>
                      <a:pt x="42" y="282"/>
                    </a:lnTo>
                    <a:lnTo>
                      <a:pt x="60" y="282"/>
                    </a:lnTo>
                    <a:lnTo>
                      <a:pt x="72" y="288"/>
                    </a:lnTo>
                    <a:lnTo>
                      <a:pt x="96" y="288"/>
                    </a:lnTo>
                    <a:lnTo>
                      <a:pt x="108" y="300"/>
                    </a:lnTo>
                    <a:lnTo>
                      <a:pt x="126" y="300"/>
                    </a:lnTo>
                    <a:lnTo>
                      <a:pt x="132" y="294"/>
                    </a:lnTo>
                    <a:lnTo>
                      <a:pt x="144" y="288"/>
                    </a:lnTo>
                    <a:lnTo>
                      <a:pt x="150" y="282"/>
                    </a:lnTo>
                    <a:lnTo>
                      <a:pt x="180" y="312"/>
                    </a:lnTo>
                    <a:lnTo>
                      <a:pt x="192" y="306"/>
                    </a:lnTo>
                    <a:lnTo>
                      <a:pt x="198" y="306"/>
                    </a:lnTo>
                    <a:lnTo>
                      <a:pt x="198" y="312"/>
                    </a:lnTo>
                    <a:lnTo>
                      <a:pt x="210" y="312"/>
                    </a:lnTo>
                    <a:lnTo>
                      <a:pt x="222" y="306"/>
                    </a:lnTo>
                    <a:lnTo>
                      <a:pt x="228" y="300"/>
                    </a:lnTo>
                    <a:lnTo>
                      <a:pt x="270" y="300"/>
                    </a:lnTo>
                    <a:lnTo>
                      <a:pt x="282" y="288"/>
                    </a:lnTo>
                    <a:lnTo>
                      <a:pt x="300" y="294"/>
                    </a:lnTo>
                    <a:lnTo>
                      <a:pt x="318" y="294"/>
                    </a:lnTo>
                    <a:lnTo>
                      <a:pt x="318" y="282"/>
                    </a:lnTo>
                    <a:lnTo>
                      <a:pt x="312" y="270"/>
                    </a:lnTo>
                    <a:lnTo>
                      <a:pt x="300" y="264"/>
                    </a:lnTo>
                    <a:lnTo>
                      <a:pt x="300" y="258"/>
                    </a:lnTo>
                    <a:lnTo>
                      <a:pt x="306" y="252"/>
                    </a:lnTo>
                    <a:lnTo>
                      <a:pt x="318" y="246"/>
                    </a:lnTo>
                    <a:lnTo>
                      <a:pt x="330" y="246"/>
                    </a:lnTo>
                    <a:lnTo>
                      <a:pt x="336" y="240"/>
                    </a:lnTo>
                    <a:lnTo>
                      <a:pt x="348" y="234"/>
                    </a:lnTo>
                    <a:lnTo>
                      <a:pt x="348" y="216"/>
                    </a:lnTo>
                    <a:lnTo>
                      <a:pt x="372" y="216"/>
                    </a:lnTo>
                    <a:lnTo>
                      <a:pt x="384" y="204"/>
                    </a:lnTo>
                    <a:lnTo>
                      <a:pt x="396" y="204"/>
                    </a:lnTo>
                    <a:lnTo>
                      <a:pt x="402" y="210"/>
                    </a:lnTo>
                    <a:lnTo>
                      <a:pt x="408" y="222"/>
                    </a:lnTo>
                    <a:lnTo>
                      <a:pt x="414" y="228"/>
                    </a:lnTo>
                    <a:lnTo>
                      <a:pt x="426" y="222"/>
                    </a:lnTo>
                    <a:lnTo>
                      <a:pt x="456" y="228"/>
                    </a:lnTo>
                    <a:lnTo>
                      <a:pt x="462" y="222"/>
                    </a:lnTo>
                    <a:lnTo>
                      <a:pt x="462" y="198"/>
                    </a:lnTo>
                    <a:lnTo>
                      <a:pt x="468" y="186"/>
                    </a:lnTo>
                    <a:lnTo>
                      <a:pt x="486" y="168"/>
                    </a:lnTo>
                    <a:lnTo>
                      <a:pt x="516" y="168"/>
                    </a:lnTo>
                    <a:lnTo>
                      <a:pt x="534" y="174"/>
                    </a:lnTo>
                    <a:lnTo>
                      <a:pt x="552" y="174"/>
                    </a:lnTo>
                    <a:lnTo>
                      <a:pt x="558" y="168"/>
                    </a:lnTo>
                    <a:lnTo>
                      <a:pt x="564" y="156"/>
                    </a:lnTo>
                    <a:lnTo>
                      <a:pt x="564" y="138"/>
                    </a:lnTo>
                    <a:lnTo>
                      <a:pt x="570" y="132"/>
                    </a:lnTo>
                    <a:lnTo>
                      <a:pt x="582" y="126"/>
                    </a:lnTo>
                    <a:lnTo>
                      <a:pt x="594" y="114"/>
                    </a:lnTo>
                    <a:lnTo>
                      <a:pt x="642" y="96"/>
                    </a:lnTo>
                    <a:lnTo>
                      <a:pt x="666" y="96"/>
                    </a:lnTo>
                    <a:lnTo>
                      <a:pt x="672" y="90"/>
                    </a:lnTo>
                    <a:lnTo>
                      <a:pt x="672" y="78"/>
                    </a:lnTo>
                    <a:lnTo>
                      <a:pt x="660" y="66"/>
                    </a:lnTo>
                    <a:lnTo>
                      <a:pt x="642" y="60"/>
                    </a:lnTo>
                    <a:lnTo>
                      <a:pt x="600" y="60"/>
                    </a:lnTo>
                    <a:lnTo>
                      <a:pt x="576" y="30"/>
                    </a:lnTo>
                    <a:lnTo>
                      <a:pt x="558" y="30"/>
                    </a:lnTo>
                    <a:lnTo>
                      <a:pt x="546" y="18"/>
                    </a:lnTo>
                    <a:lnTo>
                      <a:pt x="498" y="24"/>
                    </a:lnTo>
                    <a:lnTo>
                      <a:pt x="486" y="24"/>
                    </a:lnTo>
                    <a:lnTo>
                      <a:pt x="474" y="18"/>
                    </a:lnTo>
                    <a:lnTo>
                      <a:pt x="354" y="18"/>
                    </a:lnTo>
                    <a:lnTo>
                      <a:pt x="336" y="24"/>
                    </a:lnTo>
                    <a:lnTo>
                      <a:pt x="318" y="24"/>
                    </a:lnTo>
                    <a:lnTo>
                      <a:pt x="306" y="18"/>
                    </a:lnTo>
                    <a:lnTo>
                      <a:pt x="282" y="18"/>
                    </a:lnTo>
                    <a:lnTo>
                      <a:pt x="276" y="6"/>
                    </a:lnTo>
                    <a:lnTo>
                      <a:pt x="264" y="0"/>
                    </a:lnTo>
                    <a:lnTo>
                      <a:pt x="222" y="0"/>
                    </a:lnTo>
                    <a:lnTo>
                      <a:pt x="216" y="6"/>
                    </a:lnTo>
                    <a:lnTo>
                      <a:pt x="216" y="36"/>
                    </a:lnTo>
                    <a:lnTo>
                      <a:pt x="222" y="48"/>
                    </a:lnTo>
                    <a:lnTo>
                      <a:pt x="222" y="60"/>
                    </a:lnTo>
                    <a:lnTo>
                      <a:pt x="204" y="54"/>
                    </a:lnTo>
                    <a:lnTo>
                      <a:pt x="174" y="54"/>
                    </a:lnTo>
                    <a:lnTo>
                      <a:pt x="138" y="36"/>
                    </a:lnTo>
                    <a:lnTo>
                      <a:pt x="120" y="30"/>
                    </a:lnTo>
                    <a:lnTo>
                      <a:pt x="108" y="24"/>
                    </a:lnTo>
                    <a:lnTo>
                      <a:pt x="78" y="24"/>
                    </a:lnTo>
                    <a:lnTo>
                      <a:pt x="60" y="42"/>
                    </a:lnTo>
                    <a:lnTo>
                      <a:pt x="54" y="54"/>
                    </a:lnTo>
                    <a:lnTo>
                      <a:pt x="54" y="72"/>
                    </a:lnTo>
                    <a:lnTo>
                      <a:pt x="72" y="72"/>
                    </a:lnTo>
                    <a:lnTo>
                      <a:pt x="78" y="78"/>
                    </a:lnTo>
                    <a:lnTo>
                      <a:pt x="84" y="78"/>
                    </a:lnTo>
                    <a:lnTo>
                      <a:pt x="84" y="84"/>
                    </a:lnTo>
                    <a:lnTo>
                      <a:pt x="36" y="1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5" name="Kuwait" descr="© INSCALE GmbH, 05.05.2010&#10;http://www.presentationload.com/">
                <a:extLst>
                  <a:ext uri="{FF2B5EF4-FFF2-40B4-BE49-F238E27FC236}">
                    <a16:creationId xmlns:a16="http://schemas.microsoft.com/office/drawing/2014/main" id="{446D2702-6920-9C4F-9077-9CDA89EBC203}"/>
                  </a:ext>
                </a:extLst>
              </p:cNvPr>
              <p:cNvSpPr>
                <a:spLocks/>
              </p:cNvSpPr>
              <p:nvPr/>
            </p:nvSpPr>
            <p:spPr bwMode="gray">
              <a:xfrm>
                <a:off x="7077254" y="3124291"/>
                <a:ext cx="57528" cy="50953"/>
              </a:xfrm>
              <a:custGeom>
                <a:avLst/>
                <a:gdLst>
                  <a:gd name="T0" fmla="*/ 2147483647 w 138"/>
                  <a:gd name="T1" fmla="*/ 0 h 120"/>
                  <a:gd name="T2" fmla="*/ 2147483647 w 138"/>
                  <a:gd name="T3" fmla="*/ 0 h 120"/>
                  <a:gd name="T4" fmla="*/ 2147483647 w 138"/>
                  <a:gd name="T5" fmla="*/ 2147483647 h 120"/>
                  <a:gd name="T6" fmla="*/ 2147483647 w 138"/>
                  <a:gd name="T7" fmla="*/ 2147483647 h 120"/>
                  <a:gd name="T8" fmla="*/ 2147483647 w 138"/>
                  <a:gd name="T9" fmla="*/ 2147483647 h 120"/>
                  <a:gd name="T10" fmla="*/ 2147483647 w 138"/>
                  <a:gd name="T11" fmla="*/ 2147483647 h 120"/>
                  <a:gd name="T12" fmla="*/ 0 w 138"/>
                  <a:gd name="T13" fmla="*/ 2147483647 h 120"/>
                  <a:gd name="T14" fmla="*/ 2147483647 w 138"/>
                  <a:gd name="T15" fmla="*/ 2147483647 h 120"/>
                  <a:gd name="T16" fmla="*/ 2147483647 w 138"/>
                  <a:gd name="T17" fmla="*/ 2147483647 h 120"/>
                  <a:gd name="T18" fmla="*/ 2147483647 w 138"/>
                  <a:gd name="T19" fmla="*/ 2147483647 h 120"/>
                  <a:gd name="T20" fmla="*/ 2147483647 w 138"/>
                  <a:gd name="T21" fmla="*/ 2147483647 h 120"/>
                  <a:gd name="T22" fmla="*/ 2147483647 w 138"/>
                  <a:gd name="T23" fmla="*/ 2147483647 h 120"/>
                  <a:gd name="T24" fmla="*/ 2147483647 w 138"/>
                  <a:gd name="T25" fmla="*/ 2147483647 h 120"/>
                  <a:gd name="T26" fmla="*/ 2147483647 w 138"/>
                  <a:gd name="T27" fmla="*/ 2147483647 h 120"/>
                  <a:gd name="T28" fmla="*/ 2147483647 w 138"/>
                  <a:gd name="T29" fmla="*/ 2147483647 h 120"/>
                  <a:gd name="T30" fmla="*/ 2147483647 w 138"/>
                  <a:gd name="T31" fmla="*/ 2147483647 h 120"/>
                  <a:gd name="T32" fmla="*/ 2147483647 w 138"/>
                  <a:gd name="T33" fmla="*/ 2147483647 h 120"/>
                  <a:gd name="T34" fmla="*/ 2147483647 w 138"/>
                  <a:gd name="T35" fmla="*/ 2147483647 h 120"/>
                  <a:gd name="T36" fmla="*/ 2147483647 w 138"/>
                  <a:gd name="T37" fmla="*/ 2147483647 h 120"/>
                  <a:gd name="T38" fmla="*/ 2147483647 w 138"/>
                  <a:gd name="T39" fmla="*/ 2147483647 h 120"/>
                  <a:gd name="T40" fmla="*/ 2147483647 w 138"/>
                  <a:gd name="T41" fmla="*/ 2147483647 h 120"/>
                  <a:gd name="T42" fmla="*/ 2147483647 w 138"/>
                  <a:gd name="T43" fmla="*/ 2147483647 h 120"/>
                  <a:gd name="T44" fmla="*/ 2147483647 w 138"/>
                  <a:gd name="T45" fmla="*/ 2147483647 h 120"/>
                  <a:gd name="T46" fmla="*/ 2147483647 w 138"/>
                  <a:gd name="T47" fmla="*/ 2147483647 h 120"/>
                  <a:gd name="T48" fmla="*/ 2147483647 w 138"/>
                  <a:gd name="T49" fmla="*/ 0 h 120"/>
                  <a:gd name="T50" fmla="*/ 2147483647 w 138"/>
                  <a:gd name="T51" fmla="*/ 0 h 1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8"/>
                  <a:gd name="T79" fmla="*/ 0 h 120"/>
                  <a:gd name="T80" fmla="*/ 138 w 138"/>
                  <a:gd name="T81" fmla="*/ 120 h 1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8" h="120">
                    <a:moveTo>
                      <a:pt x="54" y="0"/>
                    </a:moveTo>
                    <a:lnTo>
                      <a:pt x="36" y="0"/>
                    </a:lnTo>
                    <a:lnTo>
                      <a:pt x="30" y="12"/>
                    </a:lnTo>
                    <a:lnTo>
                      <a:pt x="24" y="18"/>
                    </a:lnTo>
                    <a:lnTo>
                      <a:pt x="24" y="30"/>
                    </a:lnTo>
                    <a:lnTo>
                      <a:pt x="6" y="66"/>
                    </a:lnTo>
                    <a:lnTo>
                      <a:pt x="0" y="72"/>
                    </a:lnTo>
                    <a:lnTo>
                      <a:pt x="42" y="72"/>
                    </a:lnTo>
                    <a:lnTo>
                      <a:pt x="60" y="78"/>
                    </a:lnTo>
                    <a:lnTo>
                      <a:pt x="66" y="78"/>
                    </a:lnTo>
                    <a:lnTo>
                      <a:pt x="66" y="114"/>
                    </a:lnTo>
                    <a:lnTo>
                      <a:pt x="72" y="120"/>
                    </a:lnTo>
                    <a:lnTo>
                      <a:pt x="138" y="120"/>
                    </a:lnTo>
                    <a:lnTo>
                      <a:pt x="126" y="114"/>
                    </a:lnTo>
                    <a:lnTo>
                      <a:pt x="114" y="102"/>
                    </a:lnTo>
                    <a:lnTo>
                      <a:pt x="102" y="78"/>
                    </a:lnTo>
                    <a:lnTo>
                      <a:pt x="102" y="66"/>
                    </a:lnTo>
                    <a:lnTo>
                      <a:pt x="90" y="60"/>
                    </a:lnTo>
                    <a:lnTo>
                      <a:pt x="84" y="36"/>
                    </a:lnTo>
                    <a:lnTo>
                      <a:pt x="120" y="36"/>
                    </a:lnTo>
                    <a:lnTo>
                      <a:pt x="120" y="18"/>
                    </a:lnTo>
                    <a:lnTo>
                      <a:pt x="114" y="12"/>
                    </a:lnTo>
                    <a:lnTo>
                      <a:pt x="90" y="12"/>
                    </a:lnTo>
                    <a:lnTo>
                      <a:pt x="90" y="18"/>
                    </a:lnTo>
                    <a:lnTo>
                      <a:pt x="84" y="0"/>
                    </a:lnTo>
                    <a:lnTo>
                      <a:pt x="54"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6" name="Korea, South" descr="© INSCALE GmbH, 05.05.2010&#10;http://www.presentationload.com/">
                <a:extLst>
                  <a:ext uri="{FF2B5EF4-FFF2-40B4-BE49-F238E27FC236}">
                    <a16:creationId xmlns:a16="http://schemas.microsoft.com/office/drawing/2014/main" id="{42313778-BA95-4941-B6D0-71286B8E2AEF}"/>
                  </a:ext>
                </a:extLst>
              </p:cNvPr>
              <p:cNvSpPr>
                <a:spLocks noEditPoints="1"/>
              </p:cNvSpPr>
              <p:nvPr/>
            </p:nvSpPr>
            <p:spPr bwMode="gray">
              <a:xfrm>
                <a:off x="9271511" y="2836654"/>
                <a:ext cx="115055" cy="179155"/>
              </a:xfrm>
              <a:custGeom>
                <a:avLst/>
                <a:gdLst>
                  <a:gd name="T0" fmla="*/ 2147483647 w 276"/>
                  <a:gd name="T1" fmla="*/ 2147483647 h 426"/>
                  <a:gd name="T2" fmla="*/ 2147483647 w 276"/>
                  <a:gd name="T3" fmla="*/ 2147483647 h 426"/>
                  <a:gd name="T4" fmla="*/ 2147483647 w 276"/>
                  <a:gd name="T5" fmla="*/ 2147483647 h 426"/>
                  <a:gd name="T6" fmla="*/ 2147483647 w 276"/>
                  <a:gd name="T7" fmla="*/ 2147483647 h 426"/>
                  <a:gd name="T8" fmla="*/ 2147483647 w 276"/>
                  <a:gd name="T9" fmla="*/ 2147483647 h 426"/>
                  <a:gd name="T10" fmla="*/ 2147483647 w 276"/>
                  <a:gd name="T11" fmla="*/ 2147483647 h 426"/>
                  <a:gd name="T12" fmla="*/ 2147483647 w 276"/>
                  <a:gd name="T13" fmla="*/ 2147483647 h 426"/>
                  <a:gd name="T14" fmla="*/ 2147483647 w 276"/>
                  <a:gd name="T15" fmla="*/ 2147483647 h 426"/>
                  <a:gd name="T16" fmla="*/ 2147483647 w 276"/>
                  <a:gd name="T17" fmla="*/ 2147483647 h 426"/>
                  <a:gd name="T18" fmla="*/ 2147483647 w 276"/>
                  <a:gd name="T19" fmla="*/ 2147483647 h 426"/>
                  <a:gd name="T20" fmla="*/ 2147483647 w 276"/>
                  <a:gd name="T21" fmla="*/ 2147483647 h 426"/>
                  <a:gd name="T22" fmla="*/ 2147483647 w 276"/>
                  <a:gd name="T23" fmla="*/ 2147483647 h 426"/>
                  <a:gd name="T24" fmla="*/ 2147483647 w 276"/>
                  <a:gd name="T25" fmla="*/ 0 h 426"/>
                  <a:gd name="T26" fmla="*/ 2147483647 w 276"/>
                  <a:gd name="T27" fmla="*/ 2147483647 h 426"/>
                  <a:gd name="T28" fmla="*/ 2147483647 w 276"/>
                  <a:gd name="T29" fmla="*/ 2147483647 h 426"/>
                  <a:gd name="T30" fmla="*/ 2147483647 w 276"/>
                  <a:gd name="T31" fmla="*/ 2147483647 h 426"/>
                  <a:gd name="T32" fmla="*/ 2147483647 w 276"/>
                  <a:gd name="T33" fmla="*/ 2147483647 h 426"/>
                  <a:gd name="T34" fmla="*/ 0 w 276"/>
                  <a:gd name="T35" fmla="*/ 2147483647 h 426"/>
                  <a:gd name="T36" fmla="*/ 2147483647 w 276"/>
                  <a:gd name="T37" fmla="*/ 2147483647 h 426"/>
                  <a:gd name="T38" fmla="*/ 2147483647 w 276"/>
                  <a:gd name="T39" fmla="*/ 2147483647 h 426"/>
                  <a:gd name="T40" fmla="*/ 2147483647 w 276"/>
                  <a:gd name="T41" fmla="*/ 2147483647 h 426"/>
                  <a:gd name="T42" fmla="*/ 2147483647 w 276"/>
                  <a:gd name="T43" fmla="*/ 2147483647 h 426"/>
                  <a:gd name="T44" fmla="*/ 2147483647 w 276"/>
                  <a:gd name="T45" fmla="*/ 2147483647 h 426"/>
                  <a:gd name="T46" fmla="*/ 2147483647 w 276"/>
                  <a:gd name="T47" fmla="*/ 2147483647 h 426"/>
                  <a:gd name="T48" fmla="*/ 2147483647 w 276"/>
                  <a:gd name="T49" fmla="*/ 2147483647 h 426"/>
                  <a:gd name="T50" fmla="*/ 2147483647 w 276"/>
                  <a:gd name="T51" fmla="*/ 2147483647 h 426"/>
                  <a:gd name="T52" fmla="*/ 2147483647 w 276"/>
                  <a:gd name="T53" fmla="*/ 2147483647 h 426"/>
                  <a:gd name="T54" fmla="*/ 2147483647 w 276"/>
                  <a:gd name="T55" fmla="*/ 2147483647 h 426"/>
                  <a:gd name="T56" fmla="*/ 2147483647 w 276"/>
                  <a:gd name="T57" fmla="*/ 2147483647 h 426"/>
                  <a:gd name="T58" fmla="*/ 2147483647 w 276"/>
                  <a:gd name="T59" fmla="*/ 2147483647 h 426"/>
                  <a:gd name="T60" fmla="*/ 2147483647 w 276"/>
                  <a:gd name="T61" fmla="*/ 2147483647 h 426"/>
                  <a:gd name="T62" fmla="*/ 2147483647 w 276"/>
                  <a:gd name="T63" fmla="*/ 2147483647 h 426"/>
                  <a:gd name="T64" fmla="*/ 2147483647 w 276"/>
                  <a:gd name="T65" fmla="*/ 2147483647 h 426"/>
                  <a:gd name="T66" fmla="*/ 2147483647 w 276"/>
                  <a:gd name="T67" fmla="*/ 2147483647 h 426"/>
                  <a:gd name="T68" fmla="*/ 2147483647 w 276"/>
                  <a:gd name="T69" fmla="*/ 2147483647 h 426"/>
                  <a:gd name="T70" fmla="*/ 2147483647 w 276"/>
                  <a:gd name="T71" fmla="*/ 2147483647 h 426"/>
                  <a:gd name="T72" fmla="*/ 2147483647 w 276"/>
                  <a:gd name="T73" fmla="*/ 2147483647 h 426"/>
                  <a:gd name="T74" fmla="*/ 2147483647 w 276"/>
                  <a:gd name="T75" fmla="*/ 2147483647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6"/>
                  <a:gd name="T115" fmla="*/ 0 h 426"/>
                  <a:gd name="T116" fmla="*/ 276 w 276"/>
                  <a:gd name="T117" fmla="*/ 426 h 4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6" h="426">
                    <a:moveTo>
                      <a:pt x="150" y="402"/>
                    </a:moveTo>
                    <a:lnTo>
                      <a:pt x="132" y="408"/>
                    </a:lnTo>
                    <a:lnTo>
                      <a:pt x="126" y="414"/>
                    </a:lnTo>
                    <a:lnTo>
                      <a:pt x="138" y="426"/>
                    </a:lnTo>
                    <a:lnTo>
                      <a:pt x="162" y="426"/>
                    </a:lnTo>
                    <a:lnTo>
                      <a:pt x="174" y="414"/>
                    </a:lnTo>
                    <a:lnTo>
                      <a:pt x="174" y="408"/>
                    </a:lnTo>
                    <a:lnTo>
                      <a:pt x="168" y="402"/>
                    </a:lnTo>
                    <a:lnTo>
                      <a:pt x="150" y="402"/>
                    </a:lnTo>
                    <a:close/>
                    <a:moveTo>
                      <a:pt x="276" y="246"/>
                    </a:moveTo>
                    <a:lnTo>
                      <a:pt x="270" y="228"/>
                    </a:lnTo>
                    <a:lnTo>
                      <a:pt x="264" y="216"/>
                    </a:lnTo>
                    <a:lnTo>
                      <a:pt x="246" y="198"/>
                    </a:lnTo>
                    <a:lnTo>
                      <a:pt x="252" y="186"/>
                    </a:lnTo>
                    <a:lnTo>
                      <a:pt x="252" y="180"/>
                    </a:lnTo>
                    <a:lnTo>
                      <a:pt x="246" y="162"/>
                    </a:lnTo>
                    <a:lnTo>
                      <a:pt x="240" y="150"/>
                    </a:lnTo>
                    <a:lnTo>
                      <a:pt x="210" y="120"/>
                    </a:lnTo>
                    <a:lnTo>
                      <a:pt x="198" y="102"/>
                    </a:lnTo>
                    <a:lnTo>
                      <a:pt x="168" y="72"/>
                    </a:lnTo>
                    <a:lnTo>
                      <a:pt x="144" y="66"/>
                    </a:lnTo>
                    <a:lnTo>
                      <a:pt x="144" y="60"/>
                    </a:lnTo>
                    <a:lnTo>
                      <a:pt x="138" y="54"/>
                    </a:lnTo>
                    <a:lnTo>
                      <a:pt x="132" y="42"/>
                    </a:lnTo>
                    <a:lnTo>
                      <a:pt x="102" y="12"/>
                    </a:lnTo>
                    <a:lnTo>
                      <a:pt x="96" y="0"/>
                    </a:lnTo>
                    <a:lnTo>
                      <a:pt x="78" y="12"/>
                    </a:lnTo>
                    <a:lnTo>
                      <a:pt x="48" y="12"/>
                    </a:lnTo>
                    <a:lnTo>
                      <a:pt x="24" y="24"/>
                    </a:lnTo>
                    <a:lnTo>
                      <a:pt x="18" y="30"/>
                    </a:lnTo>
                    <a:lnTo>
                      <a:pt x="12" y="30"/>
                    </a:lnTo>
                    <a:lnTo>
                      <a:pt x="12" y="36"/>
                    </a:lnTo>
                    <a:lnTo>
                      <a:pt x="18" y="42"/>
                    </a:lnTo>
                    <a:lnTo>
                      <a:pt x="18" y="48"/>
                    </a:lnTo>
                    <a:lnTo>
                      <a:pt x="12" y="54"/>
                    </a:lnTo>
                    <a:lnTo>
                      <a:pt x="0" y="60"/>
                    </a:lnTo>
                    <a:lnTo>
                      <a:pt x="0" y="66"/>
                    </a:lnTo>
                    <a:lnTo>
                      <a:pt x="6" y="72"/>
                    </a:lnTo>
                    <a:lnTo>
                      <a:pt x="12" y="84"/>
                    </a:lnTo>
                    <a:lnTo>
                      <a:pt x="24" y="90"/>
                    </a:lnTo>
                    <a:lnTo>
                      <a:pt x="30" y="90"/>
                    </a:lnTo>
                    <a:lnTo>
                      <a:pt x="42" y="96"/>
                    </a:lnTo>
                    <a:lnTo>
                      <a:pt x="60" y="132"/>
                    </a:lnTo>
                    <a:lnTo>
                      <a:pt x="54" y="132"/>
                    </a:lnTo>
                    <a:lnTo>
                      <a:pt x="48" y="126"/>
                    </a:lnTo>
                    <a:lnTo>
                      <a:pt x="36" y="126"/>
                    </a:lnTo>
                    <a:lnTo>
                      <a:pt x="24" y="120"/>
                    </a:lnTo>
                    <a:lnTo>
                      <a:pt x="6" y="120"/>
                    </a:lnTo>
                    <a:lnTo>
                      <a:pt x="6" y="126"/>
                    </a:lnTo>
                    <a:lnTo>
                      <a:pt x="18" y="132"/>
                    </a:lnTo>
                    <a:lnTo>
                      <a:pt x="30" y="144"/>
                    </a:lnTo>
                    <a:lnTo>
                      <a:pt x="42" y="150"/>
                    </a:lnTo>
                    <a:lnTo>
                      <a:pt x="54" y="192"/>
                    </a:lnTo>
                    <a:lnTo>
                      <a:pt x="90" y="198"/>
                    </a:lnTo>
                    <a:lnTo>
                      <a:pt x="90" y="228"/>
                    </a:lnTo>
                    <a:lnTo>
                      <a:pt x="78" y="240"/>
                    </a:lnTo>
                    <a:lnTo>
                      <a:pt x="78" y="270"/>
                    </a:lnTo>
                    <a:lnTo>
                      <a:pt x="84" y="282"/>
                    </a:lnTo>
                    <a:lnTo>
                      <a:pt x="102" y="300"/>
                    </a:lnTo>
                    <a:lnTo>
                      <a:pt x="108" y="300"/>
                    </a:lnTo>
                    <a:lnTo>
                      <a:pt x="108" y="306"/>
                    </a:lnTo>
                    <a:lnTo>
                      <a:pt x="102" y="312"/>
                    </a:lnTo>
                    <a:lnTo>
                      <a:pt x="102" y="324"/>
                    </a:lnTo>
                    <a:lnTo>
                      <a:pt x="108" y="330"/>
                    </a:lnTo>
                    <a:lnTo>
                      <a:pt x="132" y="330"/>
                    </a:lnTo>
                    <a:lnTo>
                      <a:pt x="144" y="324"/>
                    </a:lnTo>
                    <a:lnTo>
                      <a:pt x="144" y="318"/>
                    </a:lnTo>
                    <a:lnTo>
                      <a:pt x="150" y="312"/>
                    </a:lnTo>
                    <a:lnTo>
                      <a:pt x="150" y="306"/>
                    </a:lnTo>
                    <a:lnTo>
                      <a:pt x="198" y="282"/>
                    </a:lnTo>
                    <a:lnTo>
                      <a:pt x="222" y="288"/>
                    </a:lnTo>
                    <a:lnTo>
                      <a:pt x="234" y="270"/>
                    </a:lnTo>
                    <a:lnTo>
                      <a:pt x="258" y="270"/>
                    </a:lnTo>
                    <a:lnTo>
                      <a:pt x="270" y="264"/>
                    </a:lnTo>
                    <a:lnTo>
                      <a:pt x="276" y="264"/>
                    </a:lnTo>
                    <a:lnTo>
                      <a:pt x="276" y="24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7" name="Korea, North" descr="© INSCALE GmbH, 05.05.2010&#10;http://www.presentationload.com/">
                <a:extLst>
                  <a:ext uri="{FF2B5EF4-FFF2-40B4-BE49-F238E27FC236}">
                    <a16:creationId xmlns:a16="http://schemas.microsoft.com/office/drawing/2014/main" id="{1869E879-E73D-A84D-8153-968B9362D823}"/>
                  </a:ext>
                </a:extLst>
              </p:cNvPr>
              <p:cNvSpPr>
                <a:spLocks/>
              </p:cNvSpPr>
              <p:nvPr/>
            </p:nvSpPr>
            <p:spPr bwMode="gray">
              <a:xfrm>
                <a:off x="9176181" y="2688726"/>
                <a:ext cx="138065" cy="175870"/>
              </a:xfrm>
              <a:custGeom>
                <a:avLst/>
                <a:gdLst>
                  <a:gd name="T0" fmla="*/ 2147483647 w 330"/>
                  <a:gd name="T1" fmla="*/ 0 h 420"/>
                  <a:gd name="T2" fmla="*/ 2147483647 w 330"/>
                  <a:gd name="T3" fmla="*/ 2147483647 h 420"/>
                  <a:gd name="T4" fmla="*/ 2147483647 w 330"/>
                  <a:gd name="T5" fmla="*/ 2147483647 h 420"/>
                  <a:gd name="T6" fmla="*/ 2147483647 w 330"/>
                  <a:gd name="T7" fmla="*/ 2147483647 h 420"/>
                  <a:gd name="T8" fmla="*/ 2147483647 w 330"/>
                  <a:gd name="T9" fmla="*/ 2147483647 h 420"/>
                  <a:gd name="T10" fmla="*/ 2147483647 w 330"/>
                  <a:gd name="T11" fmla="*/ 2147483647 h 420"/>
                  <a:gd name="T12" fmla="*/ 2147483647 w 330"/>
                  <a:gd name="T13" fmla="*/ 2147483647 h 420"/>
                  <a:gd name="T14" fmla="*/ 2147483647 w 330"/>
                  <a:gd name="T15" fmla="*/ 2147483647 h 420"/>
                  <a:gd name="T16" fmla="*/ 2147483647 w 330"/>
                  <a:gd name="T17" fmla="*/ 2147483647 h 420"/>
                  <a:gd name="T18" fmla="*/ 2147483647 w 330"/>
                  <a:gd name="T19" fmla="*/ 2147483647 h 420"/>
                  <a:gd name="T20" fmla="*/ 2147483647 w 330"/>
                  <a:gd name="T21" fmla="*/ 2147483647 h 420"/>
                  <a:gd name="T22" fmla="*/ 2147483647 w 330"/>
                  <a:gd name="T23" fmla="*/ 2147483647 h 420"/>
                  <a:gd name="T24" fmla="*/ 2147483647 w 330"/>
                  <a:gd name="T25" fmla="*/ 2147483647 h 420"/>
                  <a:gd name="T26" fmla="*/ 2147483647 w 330"/>
                  <a:gd name="T27" fmla="*/ 2147483647 h 420"/>
                  <a:gd name="T28" fmla="*/ 2147483647 w 330"/>
                  <a:gd name="T29" fmla="*/ 2147483647 h 420"/>
                  <a:gd name="T30" fmla="*/ 2147483647 w 330"/>
                  <a:gd name="T31" fmla="*/ 2147483647 h 420"/>
                  <a:gd name="T32" fmla="*/ 2147483647 w 330"/>
                  <a:gd name="T33" fmla="*/ 2147483647 h 420"/>
                  <a:gd name="T34" fmla="*/ 2147483647 w 330"/>
                  <a:gd name="T35" fmla="*/ 2147483647 h 420"/>
                  <a:gd name="T36" fmla="*/ 2147483647 w 330"/>
                  <a:gd name="T37" fmla="*/ 2147483647 h 420"/>
                  <a:gd name="T38" fmla="*/ 2147483647 w 330"/>
                  <a:gd name="T39" fmla="*/ 2147483647 h 420"/>
                  <a:gd name="T40" fmla="*/ 2147483647 w 330"/>
                  <a:gd name="T41" fmla="*/ 2147483647 h 420"/>
                  <a:gd name="T42" fmla="*/ 2147483647 w 330"/>
                  <a:gd name="T43" fmla="*/ 2147483647 h 420"/>
                  <a:gd name="T44" fmla="*/ 2147483647 w 330"/>
                  <a:gd name="T45" fmla="*/ 2147483647 h 420"/>
                  <a:gd name="T46" fmla="*/ 2147483647 w 330"/>
                  <a:gd name="T47" fmla="*/ 2147483647 h 420"/>
                  <a:gd name="T48" fmla="*/ 2147483647 w 330"/>
                  <a:gd name="T49" fmla="*/ 2147483647 h 420"/>
                  <a:gd name="T50" fmla="*/ 2147483647 w 330"/>
                  <a:gd name="T51" fmla="*/ 2147483647 h 420"/>
                  <a:gd name="T52" fmla="*/ 2147483647 w 330"/>
                  <a:gd name="T53" fmla="*/ 2147483647 h 420"/>
                  <a:gd name="T54" fmla="*/ 2147483647 w 330"/>
                  <a:gd name="T55" fmla="*/ 2147483647 h 420"/>
                  <a:gd name="T56" fmla="*/ 2147483647 w 330"/>
                  <a:gd name="T57" fmla="*/ 2147483647 h 420"/>
                  <a:gd name="T58" fmla="*/ 2147483647 w 330"/>
                  <a:gd name="T59" fmla="*/ 2147483647 h 420"/>
                  <a:gd name="T60" fmla="*/ 2147483647 w 330"/>
                  <a:gd name="T61" fmla="*/ 2147483647 h 420"/>
                  <a:gd name="T62" fmla="*/ 2147483647 w 330"/>
                  <a:gd name="T63" fmla="*/ 2147483647 h 420"/>
                  <a:gd name="T64" fmla="*/ 2147483647 w 330"/>
                  <a:gd name="T65" fmla="*/ 2147483647 h 420"/>
                  <a:gd name="T66" fmla="*/ 2147483647 w 330"/>
                  <a:gd name="T67" fmla="*/ 2147483647 h 420"/>
                  <a:gd name="T68" fmla="*/ 2147483647 w 330"/>
                  <a:gd name="T69" fmla="*/ 2147483647 h 420"/>
                  <a:gd name="T70" fmla="*/ 2147483647 w 330"/>
                  <a:gd name="T71" fmla="*/ 2147483647 h 420"/>
                  <a:gd name="T72" fmla="*/ 2147483647 w 330"/>
                  <a:gd name="T73" fmla="*/ 2147483647 h 420"/>
                  <a:gd name="T74" fmla="*/ 2147483647 w 330"/>
                  <a:gd name="T75" fmla="*/ 2147483647 h 420"/>
                  <a:gd name="T76" fmla="*/ 2147483647 w 330"/>
                  <a:gd name="T77" fmla="*/ 2147483647 h 420"/>
                  <a:gd name="T78" fmla="*/ 2147483647 w 330"/>
                  <a:gd name="T79" fmla="*/ 2147483647 h 420"/>
                  <a:gd name="T80" fmla="*/ 2147483647 w 330"/>
                  <a:gd name="T81" fmla="*/ 2147483647 h 420"/>
                  <a:gd name="T82" fmla="*/ 2147483647 w 330"/>
                  <a:gd name="T83" fmla="*/ 2147483647 h 420"/>
                  <a:gd name="T84" fmla="*/ 2147483647 w 330"/>
                  <a:gd name="T85" fmla="*/ 2147483647 h 420"/>
                  <a:gd name="T86" fmla="*/ 2147483647 w 330"/>
                  <a:gd name="T87" fmla="*/ 2147483647 h 420"/>
                  <a:gd name="T88" fmla="*/ 2147483647 w 330"/>
                  <a:gd name="T89" fmla="*/ 2147483647 h 420"/>
                  <a:gd name="T90" fmla="*/ 2147483647 w 330"/>
                  <a:gd name="T91" fmla="*/ 2147483647 h 420"/>
                  <a:gd name="T92" fmla="*/ 2147483647 w 330"/>
                  <a:gd name="T93" fmla="*/ 2147483647 h 420"/>
                  <a:gd name="T94" fmla="*/ 2147483647 w 330"/>
                  <a:gd name="T95" fmla="*/ 2147483647 h 420"/>
                  <a:gd name="T96" fmla="*/ 2147483647 w 330"/>
                  <a:gd name="T97" fmla="*/ 2147483647 h 420"/>
                  <a:gd name="T98" fmla="*/ 2147483647 w 330"/>
                  <a:gd name="T99" fmla="*/ 2147483647 h 420"/>
                  <a:gd name="T100" fmla="*/ 2147483647 w 330"/>
                  <a:gd name="T101" fmla="*/ 2147483647 h 420"/>
                  <a:gd name="T102" fmla="*/ 2147483647 w 330"/>
                  <a:gd name="T103" fmla="*/ 0 h 42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30"/>
                  <a:gd name="T157" fmla="*/ 0 h 420"/>
                  <a:gd name="T158" fmla="*/ 330 w 330"/>
                  <a:gd name="T159" fmla="*/ 420 h 42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30" h="420">
                    <a:moveTo>
                      <a:pt x="270" y="0"/>
                    </a:moveTo>
                    <a:lnTo>
                      <a:pt x="240" y="0"/>
                    </a:lnTo>
                    <a:lnTo>
                      <a:pt x="240" y="6"/>
                    </a:lnTo>
                    <a:lnTo>
                      <a:pt x="246" y="12"/>
                    </a:lnTo>
                    <a:lnTo>
                      <a:pt x="252" y="24"/>
                    </a:lnTo>
                    <a:lnTo>
                      <a:pt x="252" y="42"/>
                    </a:lnTo>
                    <a:lnTo>
                      <a:pt x="228" y="42"/>
                    </a:lnTo>
                    <a:lnTo>
                      <a:pt x="234" y="54"/>
                    </a:lnTo>
                    <a:lnTo>
                      <a:pt x="234" y="60"/>
                    </a:lnTo>
                    <a:lnTo>
                      <a:pt x="228" y="72"/>
                    </a:lnTo>
                    <a:lnTo>
                      <a:pt x="216" y="78"/>
                    </a:lnTo>
                    <a:lnTo>
                      <a:pt x="204" y="72"/>
                    </a:lnTo>
                    <a:lnTo>
                      <a:pt x="180" y="72"/>
                    </a:lnTo>
                    <a:lnTo>
                      <a:pt x="174" y="66"/>
                    </a:lnTo>
                    <a:lnTo>
                      <a:pt x="168" y="72"/>
                    </a:lnTo>
                    <a:lnTo>
                      <a:pt x="168" y="84"/>
                    </a:lnTo>
                    <a:lnTo>
                      <a:pt x="192" y="108"/>
                    </a:lnTo>
                    <a:lnTo>
                      <a:pt x="198" y="108"/>
                    </a:lnTo>
                    <a:lnTo>
                      <a:pt x="198" y="120"/>
                    </a:lnTo>
                    <a:lnTo>
                      <a:pt x="150" y="120"/>
                    </a:lnTo>
                    <a:lnTo>
                      <a:pt x="138" y="114"/>
                    </a:lnTo>
                    <a:lnTo>
                      <a:pt x="126" y="114"/>
                    </a:lnTo>
                    <a:lnTo>
                      <a:pt x="114" y="102"/>
                    </a:lnTo>
                    <a:lnTo>
                      <a:pt x="102" y="96"/>
                    </a:lnTo>
                    <a:lnTo>
                      <a:pt x="90" y="96"/>
                    </a:lnTo>
                    <a:lnTo>
                      <a:pt x="90" y="102"/>
                    </a:lnTo>
                    <a:lnTo>
                      <a:pt x="84" y="108"/>
                    </a:lnTo>
                    <a:lnTo>
                      <a:pt x="84" y="138"/>
                    </a:lnTo>
                    <a:lnTo>
                      <a:pt x="66" y="174"/>
                    </a:lnTo>
                    <a:lnTo>
                      <a:pt x="54" y="186"/>
                    </a:lnTo>
                    <a:lnTo>
                      <a:pt x="18" y="204"/>
                    </a:lnTo>
                    <a:lnTo>
                      <a:pt x="12" y="216"/>
                    </a:lnTo>
                    <a:lnTo>
                      <a:pt x="6" y="222"/>
                    </a:lnTo>
                    <a:lnTo>
                      <a:pt x="6" y="234"/>
                    </a:lnTo>
                    <a:lnTo>
                      <a:pt x="0" y="246"/>
                    </a:lnTo>
                    <a:lnTo>
                      <a:pt x="12" y="228"/>
                    </a:lnTo>
                    <a:lnTo>
                      <a:pt x="18" y="246"/>
                    </a:lnTo>
                    <a:lnTo>
                      <a:pt x="36" y="270"/>
                    </a:lnTo>
                    <a:lnTo>
                      <a:pt x="48" y="252"/>
                    </a:lnTo>
                    <a:lnTo>
                      <a:pt x="54" y="258"/>
                    </a:lnTo>
                    <a:lnTo>
                      <a:pt x="60" y="270"/>
                    </a:lnTo>
                    <a:lnTo>
                      <a:pt x="96" y="270"/>
                    </a:lnTo>
                    <a:lnTo>
                      <a:pt x="96" y="282"/>
                    </a:lnTo>
                    <a:lnTo>
                      <a:pt x="102" y="294"/>
                    </a:lnTo>
                    <a:lnTo>
                      <a:pt x="102" y="336"/>
                    </a:lnTo>
                    <a:lnTo>
                      <a:pt x="138" y="336"/>
                    </a:lnTo>
                    <a:lnTo>
                      <a:pt x="144" y="348"/>
                    </a:lnTo>
                    <a:lnTo>
                      <a:pt x="132" y="342"/>
                    </a:lnTo>
                    <a:lnTo>
                      <a:pt x="108" y="342"/>
                    </a:lnTo>
                    <a:lnTo>
                      <a:pt x="102" y="348"/>
                    </a:lnTo>
                    <a:lnTo>
                      <a:pt x="102" y="360"/>
                    </a:lnTo>
                    <a:lnTo>
                      <a:pt x="108" y="378"/>
                    </a:lnTo>
                    <a:lnTo>
                      <a:pt x="114" y="384"/>
                    </a:lnTo>
                    <a:lnTo>
                      <a:pt x="126" y="408"/>
                    </a:lnTo>
                    <a:lnTo>
                      <a:pt x="156" y="396"/>
                    </a:lnTo>
                    <a:lnTo>
                      <a:pt x="162" y="402"/>
                    </a:lnTo>
                    <a:lnTo>
                      <a:pt x="174" y="408"/>
                    </a:lnTo>
                    <a:lnTo>
                      <a:pt x="180" y="414"/>
                    </a:lnTo>
                    <a:lnTo>
                      <a:pt x="192" y="420"/>
                    </a:lnTo>
                    <a:lnTo>
                      <a:pt x="198" y="420"/>
                    </a:lnTo>
                    <a:lnTo>
                      <a:pt x="216" y="414"/>
                    </a:lnTo>
                    <a:lnTo>
                      <a:pt x="228" y="414"/>
                    </a:lnTo>
                    <a:lnTo>
                      <a:pt x="240" y="408"/>
                    </a:lnTo>
                    <a:lnTo>
                      <a:pt x="246" y="402"/>
                    </a:lnTo>
                    <a:lnTo>
                      <a:pt x="246" y="396"/>
                    </a:lnTo>
                    <a:lnTo>
                      <a:pt x="240" y="390"/>
                    </a:lnTo>
                    <a:lnTo>
                      <a:pt x="240" y="384"/>
                    </a:lnTo>
                    <a:lnTo>
                      <a:pt x="246" y="384"/>
                    </a:lnTo>
                    <a:lnTo>
                      <a:pt x="252" y="378"/>
                    </a:lnTo>
                    <a:lnTo>
                      <a:pt x="276" y="366"/>
                    </a:lnTo>
                    <a:lnTo>
                      <a:pt x="306" y="366"/>
                    </a:lnTo>
                    <a:lnTo>
                      <a:pt x="324" y="354"/>
                    </a:lnTo>
                    <a:lnTo>
                      <a:pt x="312" y="342"/>
                    </a:lnTo>
                    <a:lnTo>
                      <a:pt x="312" y="336"/>
                    </a:lnTo>
                    <a:lnTo>
                      <a:pt x="264" y="312"/>
                    </a:lnTo>
                    <a:lnTo>
                      <a:pt x="240" y="312"/>
                    </a:lnTo>
                    <a:lnTo>
                      <a:pt x="240" y="300"/>
                    </a:lnTo>
                    <a:lnTo>
                      <a:pt x="246" y="288"/>
                    </a:lnTo>
                    <a:lnTo>
                      <a:pt x="252" y="282"/>
                    </a:lnTo>
                    <a:lnTo>
                      <a:pt x="246" y="276"/>
                    </a:lnTo>
                    <a:lnTo>
                      <a:pt x="234" y="270"/>
                    </a:lnTo>
                    <a:lnTo>
                      <a:pt x="228" y="264"/>
                    </a:lnTo>
                    <a:lnTo>
                      <a:pt x="228" y="252"/>
                    </a:lnTo>
                    <a:lnTo>
                      <a:pt x="240" y="246"/>
                    </a:lnTo>
                    <a:lnTo>
                      <a:pt x="246" y="240"/>
                    </a:lnTo>
                    <a:lnTo>
                      <a:pt x="258" y="234"/>
                    </a:lnTo>
                    <a:lnTo>
                      <a:pt x="270" y="234"/>
                    </a:lnTo>
                    <a:lnTo>
                      <a:pt x="276" y="228"/>
                    </a:lnTo>
                    <a:lnTo>
                      <a:pt x="288" y="204"/>
                    </a:lnTo>
                    <a:lnTo>
                      <a:pt x="288" y="192"/>
                    </a:lnTo>
                    <a:lnTo>
                      <a:pt x="294" y="186"/>
                    </a:lnTo>
                    <a:lnTo>
                      <a:pt x="300" y="174"/>
                    </a:lnTo>
                    <a:lnTo>
                      <a:pt x="324" y="162"/>
                    </a:lnTo>
                    <a:lnTo>
                      <a:pt x="312" y="132"/>
                    </a:lnTo>
                    <a:lnTo>
                      <a:pt x="306" y="126"/>
                    </a:lnTo>
                    <a:lnTo>
                      <a:pt x="294" y="102"/>
                    </a:lnTo>
                    <a:lnTo>
                      <a:pt x="294" y="90"/>
                    </a:lnTo>
                    <a:lnTo>
                      <a:pt x="306" y="66"/>
                    </a:lnTo>
                    <a:lnTo>
                      <a:pt x="318" y="60"/>
                    </a:lnTo>
                    <a:lnTo>
                      <a:pt x="324" y="54"/>
                    </a:lnTo>
                    <a:lnTo>
                      <a:pt x="330" y="54"/>
                    </a:lnTo>
                    <a:lnTo>
                      <a:pt x="312" y="36"/>
                    </a:lnTo>
                    <a:lnTo>
                      <a:pt x="288" y="24"/>
                    </a:lnTo>
                    <a:lnTo>
                      <a:pt x="270"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8" name="Jordan" descr="© INSCALE GmbH, 05.05.2010&#10;http://www.presentationload.com/">
                <a:extLst>
                  <a:ext uri="{FF2B5EF4-FFF2-40B4-BE49-F238E27FC236}">
                    <a16:creationId xmlns:a16="http://schemas.microsoft.com/office/drawing/2014/main" id="{17B5EB00-65F2-CC49-9038-9B3F24F8385F}"/>
                  </a:ext>
                </a:extLst>
              </p:cNvPr>
              <p:cNvSpPr>
                <a:spLocks/>
              </p:cNvSpPr>
              <p:nvPr/>
            </p:nvSpPr>
            <p:spPr bwMode="gray">
              <a:xfrm>
                <a:off x="6741949" y="3014168"/>
                <a:ext cx="118342" cy="141354"/>
              </a:xfrm>
              <a:custGeom>
                <a:avLst/>
                <a:gdLst>
                  <a:gd name="T0" fmla="*/ 2147483647 w 282"/>
                  <a:gd name="T1" fmla="*/ 2147483647 h 336"/>
                  <a:gd name="T2" fmla="*/ 2147483647 w 282"/>
                  <a:gd name="T3" fmla="*/ 2147483647 h 336"/>
                  <a:gd name="T4" fmla="*/ 2147483647 w 282"/>
                  <a:gd name="T5" fmla="*/ 0 h 336"/>
                  <a:gd name="T6" fmla="*/ 2147483647 w 282"/>
                  <a:gd name="T7" fmla="*/ 2147483647 h 336"/>
                  <a:gd name="T8" fmla="*/ 2147483647 w 282"/>
                  <a:gd name="T9" fmla="*/ 2147483647 h 336"/>
                  <a:gd name="T10" fmla="*/ 2147483647 w 282"/>
                  <a:gd name="T11" fmla="*/ 2147483647 h 336"/>
                  <a:gd name="T12" fmla="*/ 2147483647 w 282"/>
                  <a:gd name="T13" fmla="*/ 2147483647 h 336"/>
                  <a:gd name="T14" fmla="*/ 2147483647 w 282"/>
                  <a:gd name="T15" fmla="*/ 2147483647 h 336"/>
                  <a:gd name="T16" fmla="*/ 2147483647 w 282"/>
                  <a:gd name="T17" fmla="*/ 2147483647 h 336"/>
                  <a:gd name="T18" fmla="*/ 2147483647 w 282"/>
                  <a:gd name="T19" fmla="*/ 2147483647 h 336"/>
                  <a:gd name="T20" fmla="*/ 2147483647 w 282"/>
                  <a:gd name="T21" fmla="*/ 2147483647 h 336"/>
                  <a:gd name="T22" fmla="*/ 2147483647 w 282"/>
                  <a:gd name="T23" fmla="*/ 2147483647 h 336"/>
                  <a:gd name="T24" fmla="*/ 2147483647 w 282"/>
                  <a:gd name="T25" fmla="*/ 2147483647 h 336"/>
                  <a:gd name="T26" fmla="*/ 2147483647 w 282"/>
                  <a:gd name="T27" fmla="*/ 2147483647 h 336"/>
                  <a:gd name="T28" fmla="*/ 2147483647 w 282"/>
                  <a:gd name="T29" fmla="*/ 2147483647 h 336"/>
                  <a:gd name="T30" fmla="*/ 2147483647 w 282"/>
                  <a:gd name="T31" fmla="*/ 2147483647 h 336"/>
                  <a:gd name="T32" fmla="*/ 2147483647 w 282"/>
                  <a:gd name="T33" fmla="*/ 2147483647 h 336"/>
                  <a:gd name="T34" fmla="*/ 2147483647 w 282"/>
                  <a:gd name="T35" fmla="*/ 2147483647 h 336"/>
                  <a:gd name="T36" fmla="*/ 2147483647 w 282"/>
                  <a:gd name="T37" fmla="*/ 2147483647 h 336"/>
                  <a:gd name="T38" fmla="*/ 2147483647 w 282"/>
                  <a:gd name="T39" fmla="*/ 2147483647 h 336"/>
                  <a:gd name="T40" fmla="*/ 2147483647 w 282"/>
                  <a:gd name="T41" fmla="*/ 2147483647 h 336"/>
                  <a:gd name="T42" fmla="*/ 2147483647 w 282"/>
                  <a:gd name="T43" fmla="*/ 2147483647 h 336"/>
                  <a:gd name="T44" fmla="*/ 2147483647 w 282"/>
                  <a:gd name="T45" fmla="*/ 2147483647 h 336"/>
                  <a:gd name="T46" fmla="*/ 0 w 282"/>
                  <a:gd name="T47" fmla="*/ 2147483647 h 336"/>
                  <a:gd name="T48" fmla="*/ 0 w 282"/>
                  <a:gd name="T49" fmla="*/ 2147483647 h 336"/>
                  <a:gd name="T50" fmla="*/ 2147483647 w 282"/>
                  <a:gd name="T51" fmla="*/ 2147483647 h 336"/>
                  <a:gd name="T52" fmla="*/ 2147483647 w 282"/>
                  <a:gd name="T53" fmla="*/ 2147483647 h 336"/>
                  <a:gd name="T54" fmla="*/ 2147483647 w 282"/>
                  <a:gd name="T55" fmla="*/ 2147483647 h 336"/>
                  <a:gd name="T56" fmla="*/ 2147483647 w 282"/>
                  <a:gd name="T57" fmla="*/ 2147483647 h 336"/>
                  <a:gd name="T58" fmla="*/ 2147483647 w 282"/>
                  <a:gd name="T59" fmla="*/ 2147483647 h 336"/>
                  <a:gd name="T60" fmla="*/ 2147483647 w 282"/>
                  <a:gd name="T61" fmla="*/ 2147483647 h 336"/>
                  <a:gd name="T62" fmla="*/ 2147483647 w 282"/>
                  <a:gd name="T63" fmla="*/ 2147483647 h 336"/>
                  <a:gd name="T64" fmla="*/ 2147483647 w 282"/>
                  <a:gd name="T65" fmla="*/ 2147483647 h 336"/>
                  <a:gd name="T66" fmla="*/ 2147483647 w 282"/>
                  <a:gd name="T67" fmla="*/ 2147483647 h 336"/>
                  <a:gd name="T68" fmla="*/ 2147483647 w 282"/>
                  <a:gd name="T69" fmla="*/ 2147483647 h 336"/>
                  <a:gd name="T70" fmla="*/ 2147483647 w 282"/>
                  <a:gd name="T71" fmla="*/ 2147483647 h 336"/>
                  <a:gd name="T72" fmla="*/ 2147483647 w 282"/>
                  <a:gd name="T73" fmla="*/ 2147483647 h 336"/>
                  <a:gd name="T74" fmla="*/ 2147483647 w 282"/>
                  <a:gd name="T75" fmla="*/ 2147483647 h 336"/>
                  <a:gd name="T76" fmla="*/ 2147483647 w 282"/>
                  <a:gd name="T77" fmla="*/ 2147483647 h 336"/>
                  <a:gd name="T78" fmla="*/ 2147483647 w 282"/>
                  <a:gd name="T79" fmla="*/ 2147483647 h 336"/>
                  <a:gd name="T80" fmla="*/ 2147483647 w 282"/>
                  <a:gd name="T81" fmla="*/ 2147483647 h 336"/>
                  <a:gd name="T82" fmla="*/ 2147483647 w 282"/>
                  <a:gd name="T83" fmla="*/ 2147483647 h 336"/>
                  <a:gd name="T84" fmla="*/ 2147483647 w 282"/>
                  <a:gd name="T85" fmla="*/ 2147483647 h 336"/>
                  <a:gd name="T86" fmla="*/ 2147483647 w 282"/>
                  <a:gd name="T87" fmla="*/ 2147483647 h 336"/>
                  <a:gd name="T88" fmla="*/ 2147483647 w 282"/>
                  <a:gd name="T89" fmla="*/ 2147483647 h 336"/>
                  <a:gd name="T90" fmla="*/ 2147483647 w 282"/>
                  <a:gd name="T91" fmla="*/ 2147483647 h 336"/>
                  <a:gd name="T92" fmla="*/ 2147483647 w 282"/>
                  <a:gd name="T93" fmla="*/ 2147483647 h 336"/>
                  <a:gd name="T94" fmla="*/ 2147483647 w 282"/>
                  <a:gd name="T95" fmla="*/ 2147483647 h 336"/>
                  <a:gd name="T96" fmla="*/ 2147483647 w 282"/>
                  <a:gd name="T97" fmla="*/ 2147483647 h 336"/>
                  <a:gd name="T98" fmla="*/ 2147483647 w 282"/>
                  <a:gd name="T99" fmla="*/ 2147483647 h 336"/>
                  <a:gd name="T100" fmla="*/ 2147483647 w 282"/>
                  <a:gd name="T101" fmla="*/ 2147483647 h 336"/>
                  <a:gd name="T102" fmla="*/ 2147483647 w 282"/>
                  <a:gd name="T103" fmla="*/ 2147483647 h 336"/>
                  <a:gd name="T104" fmla="*/ 2147483647 w 282"/>
                  <a:gd name="T105" fmla="*/ 2147483647 h 336"/>
                  <a:gd name="T106" fmla="*/ 2147483647 w 282"/>
                  <a:gd name="T107" fmla="*/ 2147483647 h 336"/>
                  <a:gd name="T108" fmla="*/ 2147483647 w 282"/>
                  <a:gd name="T109" fmla="*/ 2147483647 h 336"/>
                  <a:gd name="T110" fmla="*/ 2147483647 w 282"/>
                  <a:gd name="T111" fmla="*/ 2147483647 h 336"/>
                  <a:gd name="T112" fmla="*/ 2147483647 w 282"/>
                  <a:gd name="T113" fmla="*/ 2147483647 h 336"/>
                  <a:gd name="T114" fmla="*/ 2147483647 w 282"/>
                  <a:gd name="T115" fmla="*/ 2147483647 h 336"/>
                  <a:gd name="T116" fmla="*/ 2147483647 w 282"/>
                  <a:gd name="T117" fmla="*/ 2147483647 h 336"/>
                  <a:gd name="T118" fmla="*/ 2147483647 w 282"/>
                  <a:gd name="T119" fmla="*/ 2147483647 h 336"/>
                  <a:gd name="T120" fmla="*/ 2147483647 w 282"/>
                  <a:gd name="T121" fmla="*/ 2147483647 h 336"/>
                  <a:gd name="T122" fmla="*/ 2147483647 w 282"/>
                  <a:gd name="T123" fmla="*/ 2147483647 h 3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82"/>
                  <a:gd name="T187" fmla="*/ 0 h 336"/>
                  <a:gd name="T188" fmla="*/ 282 w 282"/>
                  <a:gd name="T189" fmla="*/ 336 h 3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82" h="336">
                    <a:moveTo>
                      <a:pt x="258" y="60"/>
                    </a:moveTo>
                    <a:lnTo>
                      <a:pt x="258" y="42"/>
                    </a:lnTo>
                    <a:lnTo>
                      <a:pt x="234" y="0"/>
                    </a:lnTo>
                    <a:lnTo>
                      <a:pt x="222" y="6"/>
                    </a:lnTo>
                    <a:lnTo>
                      <a:pt x="198" y="30"/>
                    </a:lnTo>
                    <a:lnTo>
                      <a:pt x="138" y="78"/>
                    </a:lnTo>
                    <a:lnTo>
                      <a:pt x="114" y="84"/>
                    </a:lnTo>
                    <a:lnTo>
                      <a:pt x="96" y="84"/>
                    </a:lnTo>
                    <a:lnTo>
                      <a:pt x="84" y="78"/>
                    </a:lnTo>
                    <a:lnTo>
                      <a:pt x="72" y="66"/>
                    </a:lnTo>
                    <a:lnTo>
                      <a:pt x="36" y="48"/>
                    </a:lnTo>
                    <a:lnTo>
                      <a:pt x="30" y="48"/>
                    </a:lnTo>
                    <a:lnTo>
                      <a:pt x="24" y="66"/>
                    </a:lnTo>
                    <a:lnTo>
                      <a:pt x="30" y="138"/>
                    </a:lnTo>
                    <a:lnTo>
                      <a:pt x="18" y="150"/>
                    </a:lnTo>
                    <a:lnTo>
                      <a:pt x="18" y="162"/>
                    </a:lnTo>
                    <a:lnTo>
                      <a:pt x="30" y="174"/>
                    </a:lnTo>
                    <a:lnTo>
                      <a:pt x="30" y="186"/>
                    </a:lnTo>
                    <a:lnTo>
                      <a:pt x="24" y="198"/>
                    </a:lnTo>
                    <a:lnTo>
                      <a:pt x="18" y="204"/>
                    </a:lnTo>
                    <a:lnTo>
                      <a:pt x="12" y="216"/>
                    </a:lnTo>
                    <a:lnTo>
                      <a:pt x="6" y="222"/>
                    </a:lnTo>
                    <a:lnTo>
                      <a:pt x="6" y="282"/>
                    </a:lnTo>
                    <a:lnTo>
                      <a:pt x="0" y="294"/>
                    </a:lnTo>
                    <a:lnTo>
                      <a:pt x="0" y="312"/>
                    </a:lnTo>
                    <a:lnTo>
                      <a:pt x="6" y="324"/>
                    </a:lnTo>
                    <a:lnTo>
                      <a:pt x="24" y="324"/>
                    </a:lnTo>
                    <a:lnTo>
                      <a:pt x="48" y="336"/>
                    </a:lnTo>
                    <a:lnTo>
                      <a:pt x="84" y="336"/>
                    </a:lnTo>
                    <a:lnTo>
                      <a:pt x="96" y="324"/>
                    </a:lnTo>
                    <a:lnTo>
                      <a:pt x="108" y="300"/>
                    </a:lnTo>
                    <a:lnTo>
                      <a:pt x="108" y="288"/>
                    </a:lnTo>
                    <a:lnTo>
                      <a:pt x="120" y="276"/>
                    </a:lnTo>
                    <a:lnTo>
                      <a:pt x="126" y="276"/>
                    </a:lnTo>
                    <a:lnTo>
                      <a:pt x="138" y="270"/>
                    </a:lnTo>
                    <a:lnTo>
                      <a:pt x="150" y="270"/>
                    </a:lnTo>
                    <a:lnTo>
                      <a:pt x="162" y="264"/>
                    </a:lnTo>
                    <a:lnTo>
                      <a:pt x="168" y="258"/>
                    </a:lnTo>
                    <a:lnTo>
                      <a:pt x="174" y="246"/>
                    </a:lnTo>
                    <a:lnTo>
                      <a:pt x="180" y="240"/>
                    </a:lnTo>
                    <a:lnTo>
                      <a:pt x="180" y="228"/>
                    </a:lnTo>
                    <a:lnTo>
                      <a:pt x="186" y="222"/>
                    </a:lnTo>
                    <a:lnTo>
                      <a:pt x="186" y="210"/>
                    </a:lnTo>
                    <a:lnTo>
                      <a:pt x="180" y="204"/>
                    </a:lnTo>
                    <a:lnTo>
                      <a:pt x="168" y="180"/>
                    </a:lnTo>
                    <a:lnTo>
                      <a:pt x="144" y="156"/>
                    </a:lnTo>
                    <a:lnTo>
                      <a:pt x="132" y="156"/>
                    </a:lnTo>
                    <a:lnTo>
                      <a:pt x="120" y="150"/>
                    </a:lnTo>
                    <a:lnTo>
                      <a:pt x="96" y="150"/>
                    </a:lnTo>
                    <a:lnTo>
                      <a:pt x="96" y="144"/>
                    </a:lnTo>
                    <a:lnTo>
                      <a:pt x="108" y="144"/>
                    </a:lnTo>
                    <a:lnTo>
                      <a:pt x="120" y="138"/>
                    </a:lnTo>
                    <a:lnTo>
                      <a:pt x="186" y="138"/>
                    </a:lnTo>
                    <a:lnTo>
                      <a:pt x="198" y="114"/>
                    </a:lnTo>
                    <a:lnTo>
                      <a:pt x="240" y="114"/>
                    </a:lnTo>
                    <a:lnTo>
                      <a:pt x="252" y="108"/>
                    </a:lnTo>
                    <a:lnTo>
                      <a:pt x="258" y="102"/>
                    </a:lnTo>
                    <a:lnTo>
                      <a:pt x="264" y="102"/>
                    </a:lnTo>
                    <a:lnTo>
                      <a:pt x="276" y="96"/>
                    </a:lnTo>
                    <a:lnTo>
                      <a:pt x="282" y="90"/>
                    </a:lnTo>
                    <a:lnTo>
                      <a:pt x="282" y="78"/>
                    </a:lnTo>
                    <a:lnTo>
                      <a:pt x="258" y="6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09" name="Japan" descr="© INSCALE GmbH, 05.05.2010&#10;http://www.presentationload.com/">
                <a:extLst>
                  <a:ext uri="{FF2B5EF4-FFF2-40B4-BE49-F238E27FC236}">
                    <a16:creationId xmlns:a16="http://schemas.microsoft.com/office/drawing/2014/main" id="{C2206B3F-DC14-E245-8793-1A9B55DBDEF6}"/>
                  </a:ext>
                </a:extLst>
              </p:cNvPr>
              <p:cNvSpPr>
                <a:spLocks noEditPoints="1"/>
              </p:cNvSpPr>
              <p:nvPr/>
            </p:nvSpPr>
            <p:spPr bwMode="gray">
              <a:xfrm>
                <a:off x="9337258" y="2603258"/>
                <a:ext cx="368175" cy="718271"/>
              </a:xfrm>
              <a:custGeom>
                <a:avLst/>
                <a:gdLst>
                  <a:gd name="T0" fmla="*/ 2147483647 w 876"/>
                  <a:gd name="T1" fmla="*/ 2147483647 h 1710"/>
                  <a:gd name="T2" fmla="*/ 2147483647 w 876"/>
                  <a:gd name="T3" fmla="*/ 2147483647 h 1710"/>
                  <a:gd name="T4" fmla="*/ 2147483647 w 876"/>
                  <a:gd name="T5" fmla="*/ 2147483647 h 1710"/>
                  <a:gd name="T6" fmla="*/ 2147483647 w 876"/>
                  <a:gd name="T7" fmla="*/ 2147483647 h 1710"/>
                  <a:gd name="T8" fmla="*/ 2147483647 w 876"/>
                  <a:gd name="T9" fmla="*/ 2147483647 h 1710"/>
                  <a:gd name="T10" fmla="*/ 2147483647 w 876"/>
                  <a:gd name="T11" fmla="*/ 2147483647 h 1710"/>
                  <a:gd name="T12" fmla="*/ 2147483647 w 876"/>
                  <a:gd name="T13" fmla="*/ 2147483647 h 1710"/>
                  <a:gd name="T14" fmla="*/ 2147483647 w 876"/>
                  <a:gd name="T15" fmla="*/ 2147483647 h 1710"/>
                  <a:gd name="T16" fmla="*/ 2147483647 w 876"/>
                  <a:gd name="T17" fmla="*/ 2147483647 h 1710"/>
                  <a:gd name="T18" fmla="*/ 2147483647 w 876"/>
                  <a:gd name="T19" fmla="*/ 2147483647 h 1710"/>
                  <a:gd name="T20" fmla="*/ 2147483647 w 876"/>
                  <a:gd name="T21" fmla="*/ 2147483647 h 1710"/>
                  <a:gd name="T22" fmla="*/ 2147483647 w 876"/>
                  <a:gd name="T23" fmla="*/ 2147483647 h 1710"/>
                  <a:gd name="T24" fmla="*/ 2147483647 w 876"/>
                  <a:gd name="T25" fmla="*/ 2147483647 h 1710"/>
                  <a:gd name="T26" fmla="*/ 2147483647 w 876"/>
                  <a:gd name="T27" fmla="*/ 2147483647 h 1710"/>
                  <a:gd name="T28" fmla="*/ 2147483647 w 876"/>
                  <a:gd name="T29" fmla="*/ 2147483647 h 1710"/>
                  <a:gd name="T30" fmla="*/ 2147483647 w 876"/>
                  <a:gd name="T31" fmla="*/ 2147483647 h 1710"/>
                  <a:gd name="T32" fmla="*/ 2147483647 w 876"/>
                  <a:gd name="T33" fmla="*/ 2147483647 h 1710"/>
                  <a:gd name="T34" fmla="*/ 2147483647 w 876"/>
                  <a:gd name="T35" fmla="*/ 2147483647 h 1710"/>
                  <a:gd name="T36" fmla="*/ 2147483647 w 876"/>
                  <a:gd name="T37" fmla="*/ 2147483647 h 1710"/>
                  <a:gd name="T38" fmla="*/ 2147483647 w 876"/>
                  <a:gd name="T39" fmla="*/ 2147483647 h 1710"/>
                  <a:gd name="T40" fmla="*/ 2147483647 w 876"/>
                  <a:gd name="T41" fmla="*/ 2147483647 h 1710"/>
                  <a:gd name="T42" fmla="*/ 2147483647 w 876"/>
                  <a:gd name="T43" fmla="*/ 2147483647 h 1710"/>
                  <a:gd name="T44" fmla="*/ 2147483647 w 876"/>
                  <a:gd name="T45" fmla="*/ 2147483647 h 1710"/>
                  <a:gd name="T46" fmla="*/ 2147483647 w 876"/>
                  <a:gd name="T47" fmla="*/ 2147483647 h 1710"/>
                  <a:gd name="T48" fmla="*/ 2147483647 w 876"/>
                  <a:gd name="T49" fmla="*/ 2147483647 h 1710"/>
                  <a:gd name="T50" fmla="*/ 2147483647 w 876"/>
                  <a:gd name="T51" fmla="*/ 2147483647 h 1710"/>
                  <a:gd name="T52" fmla="*/ 2147483647 w 876"/>
                  <a:gd name="T53" fmla="*/ 2147483647 h 1710"/>
                  <a:gd name="T54" fmla="*/ 2147483647 w 876"/>
                  <a:gd name="T55" fmla="*/ 2147483647 h 1710"/>
                  <a:gd name="T56" fmla="*/ 2147483647 w 876"/>
                  <a:gd name="T57" fmla="*/ 2147483647 h 1710"/>
                  <a:gd name="T58" fmla="*/ 2147483647 w 876"/>
                  <a:gd name="T59" fmla="*/ 2147483647 h 1710"/>
                  <a:gd name="T60" fmla="*/ 2147483647 w 876"/>
                  <a:gd name="T61" fmla="*/ 2147483647 h 1710"/>
                  <a:gd name="T62" fmla="*/ 2147483647 w 876"/>
                  <a:gd name="T63" fmla="*/ 2147483647 h 1710"/>
                  <a:gd name="T64" fmla="*/ 2147483647 w 876"/>
                  <a:gd name="T65" fmla="*/ 2147483647 h 1710"/>
                  <a:gd name="T66" fmla="*/ 2147483647 w 876"/>
                  <a:gd name="T67" fmla="*/ 2147483647 h 1710"/>
                  <a:gd name="T68" fmla="*/ 2147483647 w 876"/>
                  <a:gd name="T69" fmla="*/ 2147483647 h 1710"/>
                  <a:gd name="T70" fmla="*/ 2147483647 w 876"/>
                  <a:gd name="T71" fmla="*/ 2147483647 h 1710"/>
                  <a:gd name="T72" fmla="*/ 2147483647 w 876"/>
                  <a:gd name="T73" fmla="*/ 2147483647 h 1710"/>
                  <a:gd name="T74" fmla="*/ 2147483647 w 876"/>
                  <a:gd name="T75" fmla="*/ 2147483647 h 1710"/>
                  <a:gd name="T76" fmla="*/ 2147483647 w 876"/>
                  <a:gd name="T77" fmla="*/ 2147483647 h 1710"/>
                  <a:gd name="T78" fmla="*/ 2147483647 w 876"/>
                  <a:gd name="T79" fmla="*/ 2147483647 h 1710"/>
                  <a:gd name="T80" fmla="*/ 2147483647 w 876"/>
                  <a:gd name="T81" fmla="*/ 2147483647 h 1710"/>
                  <a:gd name="T82" fmla="*/ 2147483647 w 876"/>
                  <a:gd name="T83" fmla="*/ 2147483647 h 1710"/>
                  <a:gd name="T84" fmla="*/ 2147483647 w 876"/>
                  <a:gd name="T85" fmla="*/ 2147483647 h 1710"/>
                  <a:gd name="T86" fmla="*/ 2147483647 w 876"/>
                  <a:gd name="T87" fmla="*/ 2147483647 h 1710"/>
                  <a:gd name="T88" fmla="*/ 2147483647 w 876"/>
                  <a:gd name="T89" fmla="*/ 2147483647 h 1710"/>
                  <a:gd name="T90" fmla="*/ 2147483647 w 876"/>
                  <a:gd name="T91" fmla="*/ 2147483647 h 1710"/>
                  <a:gd name="T92" fmla="*/ 2147483647 w 876"/>
                  <a:gd name="T93" fmla="*/ 2147483647 h 1710"/>
                  <a:gd name="T94" fmla="*/ 2147483647 w 876"/>
                  <a:gd name="T95" fmla="*/ 2147483647 h 1710"/>
                  <a:gd name="T96" fmla="*/ 2147483647 w 876"/>
                  <a:gd name="T97" fmla="*/ 2147483647 h 1710"/>
                  <a:gd name="T98" fmla="*/ 2147483647 w 876"/>
                  <a:gd name="T99" fmla="*/ 2147483647 h 1710"/>
                  <a:gd name="T100" fmla="*/ 2147483647 w 876"/>
                  <a:gd name="T101" fmla="*/ 2147483647 h 1710"/>
                  <a:gd name="T102" fmla="*/ 2147483647 w 876"/>
                  <a:gd name="T103" fmla="*/ 2147483647 h 1710"/>
                  <a:gd name="T104" fmla="*/ 2147483647 w 876"/>
                  <a:gd name="T105" fmla="*/ 2147483647 h 1710"/>
                  <a:gd name="T106" fmla="*/ 2147483647 w 876"/>
                  <a:gd name="T107" fmla="*/ 2147483647 h 1710"/>
                  <a:gd name="T108" fmla="*/ 2147483647 w 876"/>
                  <a:gd name="T109" fmla="*/ 2147483647 h 1710"/>
                  <a:gd name="T110" fmla="*/ 2147483647 w 876"/>
                  <a:gd name="T111" fmla="*/ 2147483647 h 1710"/>
                  <a:gd name="T112" fmla="*/ 2147483647 w 876"/>
                  <a:gd name="T113" fmla="*/ 2147483647 h 1710"/>
                  <a:gd name="T114" fmla="*/ 2147483647 w 876"/>
                  <a:gd name="T115" fmla="*/ 2147483647 h 1710"/>
                  <a:gd name="T116" fmla="*/ 2147483647 w 876"/>
                  <a:gd name="T117" fmla="*/ 2147483647 h 1710"/>
                  <a:gd name="T118" fmla="*/ 2147483647 w 876"/>
                  <a:gd name="T119" fmla="*/ 2147483647 h 17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6"/>
                  <a:gd name="T181" fmla="*/ 0 h 1710"/>
                  <a:gd name="T182" fmla="*/ 876 w 876"/>
                  <a:gd name="T183" fmla="*/ 1710 h 171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6" h="1710">
                    <a:moveTo>
                      <a:pt x="876" y="780"/>
                    </a:moveTo>
                    <a:lnTo>
                      <a:pt x="864" y="774"/>
                    </a:lnTo>
                    <a:lnTo>
                      <a:pt x="858" y="768"/>
                    </a:lnTo>
                    <a:lnTo>
                      <a:pt x="846" y="762"/>
                    </a:lnTo>
                    <a:lnTo>
                      <a:pt x="840" y="750"/>
                    </a:lnTo>
                    <a:lnTo>
                      <a:pt x="828" y="744"/>
                    </a:lnTo>
                    <a:lnTo>
                      <a:pt x="828" y="720"/>
                    </a:lnTo>
                    <a:lnTo>
                      <a:pt x="834" y="702"/>
                    </a:lnTo>
                    <a:lnTo>
                      <a:pt x="834" y="684"/>
                    </a:lnTo>
                    <a:lnTo>
                      <a:pt x="828" y="666"/>
                    </a:lnTo>
                    <a:lnTo>
                      <a:pt x="816" y="642"/>
                    </a:lnTo>
                    <a:lnTo>
                      <a:pt x="792" y="618"/>
                    </a:lnTo>
                    <a:lnTo>
                      <a:pt x="786" y="600"/>
                    </a:lnTo>
                    <a:lnTo>
                      <a:pt x="786" y="576"/>
                    </a:lnTo>
                    <a:lnTo>
                      <a:pt x="792" y="570"/>
                    </a:lnTo>
                    <a:lnTo>
                      <a:pt x="810" y="570"/>
                    </a:lnTo>
                    <a:lnTo>
                      <a:pt x="810" y="528"/>
                    </a:lnTo>
                    <a:lnTo>
                      <a:pt x="798" y="516"/>
                    </a:lnTo>
                    <a:lnTo>
                      <a:pt x="810" y="510"/>
                    </a:lnTo>
                    <a:lnTo>
                      <a:pt x="810" y="498"/>
                    </a:lnTo>
                    <a:lnTo>
                      <a:pt x="804" y="486"/>
                    </a:lnTo>
                    <a:lnTo>
                      <a:pt x="804" y="474"/>
                    </a:lnTo>
                    <a:lnTo>
                      <a:pt x="798" y="468"/>
                    </a:lnTo>
                    <a:lnTo>
                      <a:pt x="792" y="456"/>
                    </a:lnTo>
                    <a:lnTo>
                      <a:pt x="786" y="450"/>
                    </a:lnTo>
                    <a:lnTo>
                      <a:pt x="774" y="444"/>
                    </a:lnTo>
                    <a:lnTo>
                      <a:pt x="768" y="438"/>
                    </a:lnTo>
                    <a:lnTo>
                      <a:pt x="762" y="420"/>
                    </a:lnTo>
                    <a:lnTo>
                      <a:pt x="756" y="420"/>
                    </a:lnTo>
                    <a:lnTo>
                      <a:pt x="738" y="402"/>
                    </a:lnTo>
                    <a:lnTo>
                      <a:pt x="714" y="390"/>
                    </a:lnTo>
                    <a:lnTo>
                      <a:pt x="702" y="378"/>
                    </a:lnTo>
                    <a:lnTo>
                      <a:pt x="696" y="360"/>
                    </a:lnTo>
                    <a:lnTo>
                      <a:pt x="690" y="348"/>
                    </a:lnTo>
                    <a:lnTo>
                      <a:pt x="690" y="330"/>
                    </a:lnTo>
                    <a:lnTo>
                      <a:pt x="684" y="324"/>
                    </a:lnTo>
                    <a:lnTo>
                      <a:pt x="678" y="324"/>
                    </a:lnTo>
                    <a:lnTo>
                      <a:pt x="666" y="318"/>
                    </a:lnTo>
                    <a:lnTo>
                      <a:pt x="654" y="318"/>
                    </a:lnTo>
                    <a:lnTo>
                      <a:pt x="648" y="324"/>
                    </a:lnTo>
                    <a:lnTo>
                      <a:pt x="648" y="342"/>
                    </a:lnTo>
                    <a:lnTo>
                      <a:pt x="654" y="342"/>
                    </a:lnTo>
                    <a:lnTo>
                      <a:pt x="660" y="348"/>
                    </a:lnTo>
                    <a:lnTo>
                      <a:pt x="672" y="342"/>
                    </a:lnTo>
                    <a:lnTo>
                      <a:pt x="678" y="348"/>
                    </a:lnTo>
                    <a:lnTo>
                      <a:pt x="678" y="366"/>
                    </a:lnTo>
                    <a:lnTo>
                      <a:pt x="672" y="366"/>
                    </a:lnTo>
                    <a:lnTo>
                      <a:pt x="666" y="360"/>
                    </a:lnTo>
                    <a:lnTo>
                      <a:pt x="654" y="372"/>
                    </a:lnTo>
                    <a:lnTo>
                      <a:pt x="630" y="342"/>
                    </a:lnTo>
                    <a:lnTo>
                      <a:pt x="612" y="342"/>
                    </a:lnTo>
                    <a:lnTo>
                      <a:pt x="636" y="378"/>
                    </a:lnTo>
                    <a:lnTo>
                      <a:pt x="618" y="378"/>
                    </a:lnTo>
                    <a:lnTo>
                      <a:pt x="648" y="426"/>
                    </a:lnTo>
                    <a:lnTo>
                      <a:pt x="636" y="438"/>
                    </a:lnTo>
                    <a:lnTo>
                      <a:pt x="648" y="444"/>
                    </a:lnTo>
                    <a:lnTo>
                      <a:pt x="666" y="462"/>
                    </a:lnTo>
                    <a:lnTo>
                      <a:pt x="678" y="468"/>
                    </a:lnTo>
                    <a:lnTo>
                      <a:pt x="684" y="480"/>
                    </a:lnTo>
                    <a:lnTo>
                      <a:pt x="684" y="504"/>
                    </a:lnTo>
                    <a:lnTo>
                      <a:pt x="678" y="516"/>
                    </a:lnTo>
                    <a:lnTo>
                      <a:pt x="678" y="534"/>
                    </a:lnTo>
                    <a:lnTo>
                      <a:pt x="672" y="540"/>
                    </a:lnTo>
                    <a:lnTo>
                      <a:pt x="672" y="570"/>
                    </a:lnTo>
                    <a:lnTo>
                      <a:pt x="678" y="570"/>
                    </a:lnTo>
                    <a:lnTo>
                      <a:pt x="690" y="582"/>
                    </a:lnTo>
                    <a:lnTo>
                      <a:pt x="690" y="600"/>
                    </a:lnTo>
                    <a:lnTo>
                      <a:pt x="678" y="606"/>
                    </a:lnTo>
                    <a:lnTo>
                      <a:pt x="660" y="606"/>
                    </a:lnTo>
                    <a:lnTo>
                      <a:pt x="660" y="618"/>
                    </a:lnTo>
                    <a:lnTo>
                      <a:pt x="666" y="630"/>
                    </a:lnTo>
                    <a:lnTo>
                      <a:pt x="666" y="642"/>
                    </a:lnTo>
                    <a:lnTo>
                      <a:pt x="660" y="654"/>
                    </a:lnTo>
                    <a:lnTo>
                      <a:pt x="654" y="660"/>
                    </a:lnTo>
                    <a:lnTo>
                      <a:pt x="642" y="666"/>
                    </a:lnTo>
                    <a:lnTo>
                      <a:pt x="630" y="666"/>
                    </a:lnTo>
                    <a:lnTo>
                      <a:pt x="618" y="672"/>
                    </a:lnTo>
                    <a:lnTo>
                      <a:pt x="612" y="678"/>
                    </a:lnTo>
                    <a:lnTo>
                      <a:pt x="606" y="678"/>
                    </a:lnTo>
                    <a:lnTo>
                      <a:pt x="606" y="696"/>
                    </a:lnTo>
                    <a:lnTo>
                      <a:pt x="588" y="696"/>
                    </a:lnTo>
                    <a:lnTo>
                      <a:pt x="564" y="672"/>
                    </a:lnTo>
                    <a:lnTo>
                      <a:pt x="564" y="654"/>
                    </a:lnTo>
                    <a:lnTo>
                      <a:pt x="570" y="636"/>
                    </a:lnTo>
                    <a:lnTo>
                      <a:pt x="558" y="636"/>
                    </a:lnTo>
                    <a:lnTo>
                      <a:pt x="552" y="642"/>
                    </a:lnTo>
                    <a:lnTo>
                      <a:pt x="540" y="648"/>
                    </a:lnTo>
                    <a:lnTo>
                      <a:pt x="534" y="654"/>
                    </a:lnTo>
                    <a:lnTo>
                      <a:pt x="534" y="660"/>
                    </a:lnTo>
                    <a:lnTo>
                      <a:pt x="540" y="666"/>
                    </a:lnTo>
                    <a:lnTo>
                      <a:pt x="558" y="702"/>
                    </a:lnTo>
                    <a:lnTo>
                      <a:pt x="558" y="714"/>
                    </a:lnTo>
                    <a:lnTo>
                      <a:pt x="552" y="720"/>
                    </a:lnTo>
                    <a:lnTo>
                      <a:pt x="540" y="744"/>
                    </a:lnTo>
                    <a:lnTo>
                      <a:pt x="540" y="756"/>
                    </a:lnTo>
                    <a:lnTo>
                      <a:pt x="546" y="762"/>
                    </a:lnTo>
                    <a:lnTo>
                      <a:pt x="546" y="768"/>
                    </a:lnTo>
                    <a:lnTo>
                      <a:pt x="552" y="780"/>
                    </a:lnTo>
                    <a:lnTo>
                      <a:pt x="558" y="786"/>
                    </a:lnTo>
                    <a:lnTo>
                      <a:pt x="558" y="792"/>
                    </a:lnTo>
                    <a:lnTo>
                      <a:pt x="522" y="792"/>
                    </a:lnTo>
                    <a:lnTo>
                      <a:pt x="498" y="780"/>
                    </a:lnTo>
                    <a:lnTo>
                      <a:pt x="474" y="780"/>
                    </a:lnTo>
                    <a:lnTo>
                      <a:pt x="450" y="792"/>
                    </a:lnTo>
                    <a:lnTo>
                      <a:pt x="438" y="792"/>
                    </a:lnTo>
                    <a:lnTo>
                      <a:pt x="420" y="798"/>
                    </a:lnTo>
                    <a:lnTo>
                      <a:pt x="414" y="804"/>
                    </a:lnTo>
                    <a:lnTo>
                      <a:pt x="378" y="804"/>
                    </a:lnTo>
                    <a:lnTo>
                      <a:pt x="366" y="792"/>
                    </a:lnTo>
                    <a:lnTo>
                      <a:pt x="336" y="816"/>
                    </a:lnTo>
                    <a:lnTo>
                      <a:pt x="330" y="828"/>
                    </a:lnTo>
                    <a:lnTo>
                      <a:pt x="312" y="846"/>
                    </a:lnTo>
                    <a:lnTo>
                      <a:pt x="306" y="864"/>
                    </a:lnTo>
                    <a:lnTo>
                      <a:pt x="300" y="870"/>
                    </a:lnTo>
                    <a:lnTo>
                      <a:pt x="294" y="882"/>
                    </a:lnTo>
                    <a:lnTo>
                      <a:pt x="270" y="882"/>
                    </a:lnTo>
                    <a:lnTo>
                      <a:pt x="264" y="888"/>
                    </a:lnTo>
                    <a:lnTo>
                      <a:pt x="258" y="888"/>
                    </a:lnTo>
                    <a:lnTo>
                      <a:pt x="258" y="900"/>
                    </a:lnTo>
                    <a:lnTo>
                      <a:pt x="264" y="912"/>
                    </a:lnTo>
                    <a:lnTo>
                      <a:pt x="276" y="924"/>
                    </a:lnTo>
                    <a:lnTo>
                      <a:pt x="288" y="924"/>
                    </a:lnTo>
                    <a:lnTo>
                      <a:pt x="294" y="918"/>
                    </a:lnTo>
                    <a:lnTo>
                      <a:pt x="312" y="918"/>
                    </a:lnTo>
                    <a:lnTo>
                      <a:pt x="318" y="924"/>
                    </a:lnTo>
                    <a:lnTo>
                      <a:pt x="324" y="924"/>
                    </a:lnTo>
                    <a:lnTo>
                      <a:pt x="336" y="930"/>
                    </a:lnTo>
                    <a:lnTo>
                      <a:pt x="342" y="930"/>
                    </a:lnTo>
                    <a:lnTo>
                      <a:pt x="348" y="924"/>
                    </a:lnTo>
                    <a:lnTo>
                      <a:pt x="348" y="912"/>
                    </a:lnTo>
                    <a:lnTo>
                      <a:pt x="354" y="906"/>
                    </a:lnTo>
                    <a:lnTo>
                      <a:pt x="354" y="894"/>
                    </a:lnTo>
                    <a:lnTo>
                      <a:pt x="372" y="906"/>
                    </a:lnTo>
                    <a:lnTo>
                      <a:pt x="378" y="906"/>
                    </a:lnTo>
                    <a:lnTo>
                      <a:pt x="384" y="900"/>
                    </a:lnTo>
                    <a:lnTo>
                      <a:pt x="420" y="882"/>
                    </a:lnTo>
                    <a:lnTo>
                      <a:pt x="426" y="882"/>
                    </a:lnTo>
                    <a:lnTo>
                      <a:pt x="432" y="876"/>
                    </a:lnTo>
                    <a:lnTo>
                      <a:pt x="444" y="876"/>
                    </a:lnTo>
                    <a:lnTo>
                      <a:pt x="456" y="882"/>
                    </a:lnTo>
                    <a:lnTo>
                      <a:pt x="480" y="882"/>
                    </a:lnTo>
                    <a:lnTo>
                      <a:pt x="480" y="876"/>
                    </a:lnTo>
                    <a:lnTo>
                      <a:pt x="474" y="870"/>
                    </a:lnTo>
                    <a:lnTo>
                      <a:pt x="474" y="864"/>
                    </a:lnTo>
                    <a:lnTo>
                      <a:pt x="480" y="858"/>
                    </a:lnTo>
                    <a:lnTo>
                      <a:pt x="498" y="858"/>
                    </a:lnTo>
                    <a:lnTo>
                      <a:pt x="516" y="876"/>
                    </a:lnTo>
                    <a:lnTo>
                      <a:pt x="522" y="870"/>
                    </a:lnTo>
                    <a:lnTo>
                      <a:pt x="534" y="864"/>
                    </a:lnTo>
                    <a:lnTo>
                      <a:pt x="540" y="864"/>
                    </a:lnTo>
                    <a:lnTo>
                      <a:pt x="546" y="858"/>
                    </a:lnTo>
                    <a:lnTo>
                      <a:pt x="552" y="864"/>
                    </a:lnTo>
                    <a:lnTo>
                      <a:pt x="552" y="882"/>
                    </a:lnTo>
                    <a:lnTo>
                      <a:pt x="546" y="894"/>
                    </a:lnTo>
                    <a:lnTo>
                      <a:pt x="540" y="900"/>
                    </a:lnTo>
                    <a:lnTo>
                      <a:pt x="540" y="912"/>
                    </a:lnTo>
                    <a:lnTo>
                      <a:pt x="546" y="918"/>
                    </a:lnTo>
                    <a:lnTo>
                      <a:pt x="552" y="930"/>
                    </a:lnTo>
                    <a:lnTo>
                      <a:pt x="576" y="954"/>
                    </a:lnTo>
                    <a:lnTo>
                      <a:pt x="600" y="966"/>
                    </a:lnTo>
                    <a:lnTo>
                      <a:pt x="612" y="960"/>
                    </a:lnTo>
                    <a:lnTo>
                      <a:pt x="618" y="954"/>
                    </a:lnTo>
                    <a:lnTo>
                      <a:pt x="630" y="930"/>
                    </a:lnTo>
                    <a:lnTo>
                      <a:pt x="630" y="906"/>
                    </a:lnTo>
                    <a:lnTo>
                      <a:pt x="660" y="900"/>
                    </a:lnTo>
                    <a:lnTo>
                      <a:pt x="654" y="894"/>
                    </a:lnTo>
                    <a:lnTo>
                      <a:pt x="648" y="882"/>
                    </a:lnTo>
                    <a:lnTo>
                      <a:pt x="636" y="870"/>
                    </a:lnTo>
                    <a:lnTo>
                      <a:pt x="624" y="870"/>
                    </a:lnTo>
                    <a:lnTo>
                      <a:pt x="612" y="858"/>
                    </a:lnTo>
                    <a:lnTo>
                      <a:pt x="630" y="834"/>
                    </a:lnTo>
                    <a:lnTo>
                      <a:pt x="636" y="834"/>
                    </a:lnTo>
                    <a:lnTo>
                      <a:pt x="636" y="840"/>
                    </a:lnTo>
                    <a:lnTo>
                      <a:pt x="642" y="852"/>
                    </a:lnTo>
                    <a:lnTo>
                      <a:pt x="642" y="858"/>
                    </a:lnTo>
                    <a:lnTo>
                      <a:pt x="654" y="858"/>
                    </a:lnTo>
                    <a:lnTo>
                      <a:pt x="666" y="870"/>
                    </a:lnTo>
                    <a:lnTo>
                      <a:pt x="666" y="876"/>
                    </a:lnTo>
                    <a:lnTo>
                      <a:pt x="684" y="864"/>
                    </a:lnTo>
                    <a:lnTo>
                      <a:pt x="696" y="870"/>
                    </a:lnTo>
                    <a:lnTo>
                      <a:pt x="732" y="870"/>
                    </a:lnTo>
                    <a:lnTo>
                      <a:pt x="744" y="858"/>
                    </a:lnTo>
                    <a:lnTo>
                      <a:pt x="744" y="852"/>
                    </a:lnTo>
                    <a:lnTo>
                      <a:pt x="738" y="846"/>
                    </a:lnTo>
                    <a:lnTo>
                      <a:pt x="738" y="840"/>
                    </a:lnTo>
                    <a:lnTo>
                      <a:pt x="744" y="834"/>
                    </a:lnTo>
                    <a:lnTo>
                      <a:pt x="762" y="834"/>
                    </a:lnTo>
                    <a:lnTo>
                      <a:pt x="768" y="840"/>
                    </a:lnTo>
                    <a:lnTo>
                      <a:pt x="768" y="858"/>
                    </a:lnTo>
                    <a:lnTo>
                      <a:pt x="774" y="864"/>
                    </a:lnTo>
                    <a:lnTo>
                      <a:pt x="774" y="870"/>
                    </a:lnTo>
                    <a:lnTo>
                      <a:pt x="780" y="870"/>
                    </a:lnTo>
                    <a:lnTo>
                      <a:pt x="786" y="864"/>
                    </a:lnTo>
                    <a:lnTo>
                      <a:pt x="786" y="852"/>
                    </a:lnTo>
                    <a:lnTo>
                      <a:pt x="780" y="840"/>
                    </a:lnTo>
                    <a:lnTo>
                      <a:pt x="780" y="816"/>
                    </a:lnTo>
                    <a:lnTo>
                      <a:pt x="804" y="816"/>
                    </a:lnTo>
                    <a:lnTo>
                      <a:pt x="804" y="798"/>
                    </a:lnTo>
                    <a:lnTo>
                      <a:pt x="810" y="792"/>
                    </a:lnTo>
                    <a:lnTo>
                      <a:pt x="810" y="786"/>
                    </a:lnTo>
                    <a:lnTo>
                      <a:pt x="816" y="780"/>
                    </a:lnTo>
                    <a:lnTo>
                      <a:pt x="828" y="792"/>
                    </a:lnTo>
                    <a:lnTo>
                      <a:pt x="828" y="840"/>
                    </a:lnTo>
                    <a:lnTo>
                      <a:pt x="852" y="840"/>
                    </a:lnTo>
                    <a:lnTo>
                      <a:pt x="858" y="828"/>
                    </a:lnTo>
                    <a:lnTo>
                      <a:pt x="858" y="792"/>
                    </a:lnTo>
                    <a:lnTo>
                      <a:pt x="876" y="780"/>
                    </a:lnTo>
                    <a:close/>
                    <a:moveTo>
                      <a:pt x="498" y="912"/>
                    </a:moveTo>
                    <a:lnTo>
                      <a:pt x="486" y="906"/>
                    </a:lnTo>
                    <a:lnTo>
                      <a:pt x="480" y="900"/>
                    </a:lnTo>
                    <a:lnTo>
                      <a:pt x="468" y="894"/>
                    </a:lnTo>
                    <a:lnTo>
                      <a:pt x="444" y="894"/>
                    </a:lnTo>
                    <a:lnTo>
                      <a:pt x="438" y="900"/>
                    </a:lnTo>
                    <a:lnTo>
                      <a:pt x="438" y="924"/>
                    </a:lnTo>
                    <a:lnTo>
                      <a:pt x="432" y="924"/>
                    </a:lnTo>
                    <a:lnTo>
                      <a:pt x="426" y="918"/>
                    </a:lnTo>
                    <a:lnTo>
                      <a:pt x="396" y="918"/>
                    </a:lnTo>
                    <a:lnTo>
                      <a:pt x="390" y="924"/>
                    </a:lnTo>
                    <a:lnTo>
                      <a:pt x="390" y="942"/>
                    </a:lnTo>
                    <a:lnTo>
                      <a:pt x="396" y="948"/>
                    </a:lnTo>
                    <a:lnTo>
                      <a:pt x="396" y="954"/>
                    </a:lnTo>
                    <a:lnTo>
                      <a:pt x="378" y="972"/>
                    </a:lnTo>
                    <a:lnTo>
                      <a:pt x="390" y="978"/>
                    </a:lnTo>
                    <a:lnTo>
                      <a:pt x="396" y="990"/>
                    </a:lnTo>
                    <a:lnTo>
                      <a:pt x="408" y="1002"/>
                    </a:lnTo>
                    <a:lnTo>
                      <a:pt x="432" y="1014"/>
                    </a:lnTo>
                    <a:lnTo>
                      <a:pt x="438" y="1020"/>
                    </a:lnTo>
                    <a:lnTo>
                      <a:pt x="450" y="1026"/>
                    </a:lnTo>
                    <a:lnTo>
                      <a:pt x="450" y="984"/>
                    </a:lnTo>
                    <a:lnTo>
                      <a:pt x="456" y="972"/>
                    </a:lnTo>
                    <a:lnTo>
                      <a:pt x="462" y="966"/>
                    </a:lnTo>
                    <a:lnTo>
                      <a:pt x="474" y="960"/>
                    </a:lnTo>
                    <a:lnTo>
                      <a:pt x="486" y="960"/>
                    </a:lnTo>
                    <a:lnTo>
                      <a:pt x="492" y="966"/>
                    </a:lnTo>
                    <a:lnTo>
                      <a:pt x="504" y="972"/>
                    </a:lnTo>
                    <a:lnTo>
                      <a:pt x="510" y="984"/>
                    </a:lnTo>
                    <a:lnTo>
                      <a:pt x="516" y="990"/>
                    </a:lnTo>
                    <a:lnTo>
                      <a:pt x="516" y="978"/>
                    </a:lnTo>
                    <a:lnTo>
                      <a:pt x="522" y="966"/>
                    </a:lnTo>
                    <a:lnTo>
                      <a:pt x="522" y="954"/>
                    </a:lnTo>
                    <a:lnTo>
                      <a:pt x="528" y="942"/>
                    </a:lnTo>
                    <a:lnTo>
                      <a:pt x="528" y="930"/>
                    </a:lnTo>
                    <a:lnTo>
                      <a:pt x="522" y="918"/>
                    </a:lnTo>
                    <a:lnTo>
                      <a:pt x="516" y="912"/>
                    </a:lnTo>
                    <a:lnTo>
                      <a:pt x="516" y="906"/>
                    </a:lnTo>
                    <a:lnTo>
                      <a:pt x="498" y="912"/>
                    </a:lnTo>
                    <a:close/>
                    <a:moveTo>
                      <a:pt x="354" y="1050"/>
                    </a:moveTo>
                    <a:lnTo>
                      <a:pt x="354" y="1038"/>
                    </a:lnTo>
                    <a:lnTo>
                      <a:pt x="372" y="1020"/>
                    </a:lnTo>
                    <a:lnTo>
                      <a:pt x="372" y="1008"/>
                    </a:lnTo>
                    <a:lnTo>
                      <a:pt x="360" y="1002"/>
                    </a:lnTo>
                    <a:lnTo>
                      <a:pt x="354" y="990"/>
                    </a:lnTo>
                    <a:lnTo>
                      <a:pt x="348" y="984"/>
                    </a:lnTo>
                    <a:lnTo>
                      <a:pt x="336" y="978"/>
                    </a:lnTo>
                    <a:lnTo>
                      <a:pt x="336" y="966"/>
                    </a:lnTo>
                    <a:lnTo>
                      <a:pt x="330" y="960"/>
                    </a:lnTo>
                    <a:lnTo>
                      <a:pt x="324" y="960"/>
                    </a:lnTo>
                    <a:lnTo>
                      <a:pt x="318" y="954"/>
                    </a:lnTo>
                    <a:lnTo>
                      <a:pt x="300" y="954"/>
                    </a:lnTo>
                    <a:lnTo>
                      <a:pt x="294" y="948"/>
                    </a:lnTo>
                    <a:lnTo>
                      <a:pt x="270" y="936"/>
                    </a:lnTo>
                    <a:lnTo>
                      <a:pt x="258" y="936"/>
                    </a:lnTo>
                    <a:lnTo>
                      <a:pt x="240" y="954"/>
                    </a:lnTo>
                    <a:lnTo>
                      <a:pt x="204" y="972"/>
                    </a:lnTo>
                    <a:lnTo>
                      <a:pt x="234" y="1026"/>
                    </a:lnTo>
                    <a:lnTo>
                      <a:pt x="252" y="1014"/>
                    </a:lnTo>
                    <a:lnTo>
                      <a:pt x="252" y="1008"/>
                    </a:lnTo>
                    <a:lnTo>
                      <a:pt x="246" y="1002"/>
                    </a:lnTo>
                    <a:lnTo>
                      <a:pt x="246" y="990"/>
                    </a:lnTo>
                    <a:lnTo>
                      <a:pt x="252" y="990"/>
                    </a:lnTo>
                    <a:lnTo>
                      <a:pt x="264" y="1002"/>
                    </a:lnTo>
                    <a:lnTo>
                      <a:pt x="270" y="1014"/>
                    </a:lnTo>
                    <a:lnTo>
                      <a:pt x="276" y="1020"/>
                    </a:lnTo>
                    <a:lnTo>
                      <a:pt x="282" y="1032"/>
                    </a:lnTo>
                    <a:lnTo>
                      <a:pt x="282" y="1068"/>
                    </a:lnTo>
                    <a:lnTo>
                      <a:pt x="264" y="1074"/>
                    </a:lnTo>
                    <a:lnTo>
                      <a:pt x="264" y="1080"/>
                    </a:lnTo>
                    <a:lnTo>
                      <a:pt x="270" y="1086"/>
                    </a:lnTo>
                    <a:lnTo>
                      <a:pt x="270" y="1104"/>
                    </a:lnTo>
                    <a:lnTo>
                      <a:pt x="276" y="1116"/>
                    </a:lnTo>
                    <a:lnTo>
                      <a:pt x="282" y="1134"/>
                    </a:lnTo>
                    <a:lnTo>
                      <a:pt x="294" y="1146"/>
                    </a:lnTo>
                    <a:lnTo>
                      <a:pt x="300" y="1146"/>
                    </a:lnTo>
                    <a:lnTo>
                      <a:pt x="306" y="1140"/>
                    </a:lnTo>
                    <a:lnTo>
                      <a:pt x="306" y="1104"/>
                    </a:lnTo>
                    <a:lnTo>
                      <a:pt x="336" y="1116"/>
                    </a:lnTo>
                    <a:lnTo>
                      <a:pt x="336" y="1140"/>
                    </a:lnTo>
                    <a:lnTo>
                      <a:pt x="342" y="1146"/>
                    </a:lnTo>
                    <a:lnTo>
                      <a:pt x="342" y="1152"/>
                    </a:lnTo>
                    <a:lnTo>
                      <a:pt x="348" y="1152"/>
                    </a:lnTo>
                    <a:lnTo>
                      <a:pt x="348" y="1140"/>
                    </a:lnTo>
                    <a:lnTo>
                      <a:pt x="360" y="1128"/>
                    </a:lnTo>
                    <a:lnTo>
                      <a:pt x="366" y="1116"/>
                    </a:lnTo>
                    <a:lnTo>
                      <a:pt x="366" y="1110"/>
                    </a:lnTo>
                    <a:lnTo>
                      <a:pt x="360" y="1104"/>
                    </a:lnTo>
                    <a:lnTo>
                      <a:pt x="360" y="1074"/>
                    </a:lnTo>
                    <a:lnTo>
                      <a:pt x="354" y="1062"/>
                    </a:lnTo>
                    <a:lnTo>
                      <a:pt x="354" y="1050"/>
                    </a:lnTo>
                    <a:close/>
                    <a:moveTo>
                      <a:pt x="264" y="1026"/>
                    </a:moveTo>
                    <a:lnTo>
                      <a:pt x="246" y="1062"/>
                    </a:lnTo>
                    <a:lnTo>
                      <a:pt x="264" y="1056"/>
                    </a:lnTo>
                    <a:lnTo>
                      <a:pt x="264" y="1026"/>
                    </a:lnTo>
                    <a:close/>
                    <a:moveTo>
                      <a:pt x="624" y="618"/>
                    </a:moveTo>
                    <a:lnTo>
                      <a:pt x="636" y="618"/>
                    </a:lnTo>
                    <a:lnTo>
                      <a:pt x="636" y="594"/>
                    </a:lnTo>
                    <a:lnTo>
                      <a:pt x="630" y="594"/>
                    </a:lnTo>
                    <a:lnTo>
                      <a:pt x="612" y="570"/>
                    </a:lnTo>
                    <a:lnTo>
                      <a:pt x="606" y="582"/>
                    </a:lnTo>
                    <a:lnTo>
                      <a:pt x="618" y="600"/>
                    </a:lnTo>
                    <a:lnTo>
                      <a:pt x="624" y="618"/>
                    </a:lnTo>
                    <a:close/>
                    <a:moveTo>
                      <a:pt x="546" y="72"/>
                    </a:moveTo>
                    <a:lnTo>
                      <a:pt x="552" y="96"/>
                    </a:lnTo>
                    <a:lnTo>
                      <a:pt x="558" y="102"/>
                    </a:lnTo>
                    <a:lnTo>
                      <a:pt x="570" y="108"/>
                    </a:lnTo>
                    <a:lnTo>
                      <a:pt x="576" y="114"/>
                    </a:lnTo>
                    <a:lnTo>
                      <a:pt x="576" y="132"/>
                    </a:lnTo>
                    <a:lnTo>
                      <a:pt x="564" y="144"/>
                    </a:lnTo>
                    <a:lnTo>
                      <a:pt x="564" y="150"/>
                    </a:lnTo>
                    <a:lnTo>
                      <a:pt x="570" y="156"/>
                    </a:lnTo>
                    <a:lnTo>
                      <a:pt x="576" y="168"/>
                    </a:lnTo>
                    <a:lnTo>
                      <a:pt x="582" y="174"/>
                    </a:lnTo>
                    <a:lnTo>
                      <a:pt x="582" y="186"/>
                    </a:lnTo>
                    <a:lnTo>
                      <a:pt x="576" y="186"/>
                    </a:lnTo>
                    <a:lnTo>
                      <a:pt x="564" y="180"/>
                    </a:lnTo>
                    <a:lnTo>
                      <a:pt x="552" y="180"/>
                    </a:lnTo>
                    <a:lnTo>
                      <a:pt x="540" y="174"/>
                    </a:lnTo>
                    <a:lnTo>
                      <a:pt x="528" y="174"/>
                    </a:lnTo>
                    <a:lnTo>
                      <a:pt x="522" y="168"/>
                    </a:lnTo>
                    <a:lnTo>
                      <a:pt x="522" y="180"/>
                    </a:lnTo>
                    <a:lnTo>
                      <a:pt x="540" y="198"/>
                    </a:lnTo>
                    <a:lnTo>
                      <a:pt x="516" y="228"/>
                    </a:lnTo>
                    <a:lnTo>
                      <a:pt x="522" y="240"/>
                    </a:lnTo>
                    <a:lnTo>
                      <a:pt x="528" y="246"/>
                    </a:lnTo>
                    <a:lnTo>
                      <a:pt x="528" y="252"/>
                    </a:lnTo>
                    <a:lnTo>
                      <a:pt x="534" y="258"/>
                    </a:lnTo>
                    <a:lnTo>
                      <a:pt x="546" y="264"/>
                    </a:lnTo>
                    <a:lnTo>
                      <a:pt x="552" y="270"/>
                    </a:lnTo>
                    <a:lnTo>
                      <a:pt x="564" y="276"/>
                    </a:lnTo>
                    <a:lnTo>
                      <a:pt x="570" y="282"/>
                    </a:lnTo>
                    <a:lnTo>
                      <a:pt x="576" y="282"/>
                    </a:lnTo>
                    <a:lnTo>
                      <a:pt x="576" y="318"/>
                    </a:lnTo>
                    <a:lnTo>
                      <a:pt x="582" y="330"/>
                    </a:lnTo>
                    <a:lnTo>
                      <a:pt x="600" y="330"/>
                    </a:lnTo>
                    <a:lnTo>
                      <a:pt x="600" y="300"/>
                    </a:lnTo>
                    <a:lnTo>
                      <a:pt x="636" y="300"/>
                    </a:lnTo>
                    <a:lnTo>
                      <a:pt x="642" y="294"/>
                    </a:lnTo>
                    <a:lnTo>
                      <a:pt x="606" y="270"/>
                    </a:lnTo>
                    <a:lnTo>
                      <a:pt x="588" y="270"/>
                    </a:lnTo>
                    <a:lnTo>
                      <a:pt x="576" y="264"/>
                    </a:lnTo>
                    <a:lnTo>
                      <a:pt x="570" y="264"/>
                    </a:lnTo>
                    <a:lnTo>
                      <a:pt x="558" y="258"/>
                    </a:lnTo>
                    <a:lnTo>
                      <a:pt x="558" y="246"/>
                    </a:lnTo>
                    <a:lnTo>
                      <a:pt x="564" y="240"/>
                    </a:lnTo>
                    <a:lnTo>
                      <a:pt x="576" y="234"/>
                    </a:lnTo>
                    <a:lnTo>
                      <a:pt x="600" y="246"/>
                    </a:lnTo>
                    <a:lnTo>
                      <a:pt x="606" y="252"/>
                    </a:lnTo>
                    <a:lnTo>
                      <a:pt x="618" y="240"/>
                    </a:lnTo>
                    <a:lnTo>
                      <a:pt x="630" y="234"/>
                    </a:lnTo>
                    <a:lnTo>
                      <a:pt x="636" y="234"/>
                    </a:lnTo>
                    <a:lnTo>
                      <a:pt x="690" y="252"/>
                    </a:lnTo>
                    <a:lnTo>
                      <a:pt x="726" y="270"/>
                    </a:lnTo>
                    <a:lnTo>
                      <a:pt x="756" y="282"/>
                    </a:lnTo>
                    <a:lnTo>
                      <a:pt x="768" y="282"/>
                    </a:lnTo>
                    <a:lnTo>
                      <a:pt x="768" y="270"/>
                    </a:lnTo>
                    <a:lnTo>
                      <a:pt x="762" y="258"/>
                    </a:lnTo>
                    <a:lnTo>
                      <a:pt x="762" y="222"/>
                    </a:lnTo>
                    <a:lnTo>
                      <a:pt x="780" y="204"/>
                    </a:lnTo>
                    <a:lnTo>
                      <a:pt x="792" y="204"/>
                    </a:lnTo>
                    <a:lnTo>
                      <a:pt x="798" y="210"/>
                    </a:lnTo>
                    <a:lnTo>
                      <a:pt x="816" y="210"/>
                    </a:lnTo>
                    <a:lnTo>
                      <a:pt x="840" y="198"/>
                    </a:lnTo>
                    <a:lnTo>
                      <a:pt x="858" y="180"/>
                    </a:lnTo>
                    <a:lnTo>
                      <a:pt x="804" y="144"/>
                    </a:lnTo>
                    <a:lnTo>
                      <a:pt x="804" y="120"/>
                    </a:lnTo>
                    <a:lnTo>
                      <a:pt x="798" y="108"/>
                    </a:lnTo>
                    <a:lnTo>
                      <a:pt x="792" y="102"/>
                    </a:lnTo>
                    <a:lnTo>
                      <a:pt x="786" y="102"/>
                    </a:lnTo>
                    <a:lnTo>
                      <a:pt x="774" y="114"/>
                    </a:lnTo>
                    <a:lnTo>
                      <a:pt x="774" y="126"/>
                    </a:lnTo>
                    <a:lnTo>
                      <a:pt x="756" y="120"/>
                    </a:lnTo>
                    <a:lnTo>
                      <a:pt x="720" y="114"/>
                    </a:lnTo>
                    <a:lnTo>
                      <a:pt x="678" y="102"/>
                    </a:lnTo>
                    <a:lnTo>
                      <a:pt x="648" y="90"/>
                    </a:lnTo>
                    <a:lnTo>
                      <a:pt x="624" y="72"/>
                    </a:lnTo>
                    <a:lnTo>
                      <a:pt x="552" y="24"/>
                    </a:lnTo>
                    <a:lnTo>
                      <a:pt x="516" y="6"/>
                    </a:lnTo>
                    <a:lnTo>
                      <a:pt x="498" y="0"/>
                    </a:lnTo>
                    <a:lnTo>
                      <a:pt x="498" y="18"/>
                    </a:lnTo>
                    <a:lnTo>
                      <a:pt x="510" y="30"/>
                    </a:lnTo>
                    <a:lnTo>
                      <a:pt x="516" y="42"/>
                    </a:lnTo>
                    <a:lnTo>
                      <a:pt x="528" y="54"/>
                    </a:lnTo>
                    <a:lnTo>
                      <a:pt x="534" y="66"/>
                    </a:lnTo>
                    <a:lnTo>
                      <a:pt x="546" y="72"/>
                    </a:lnTo>
                    <a:close/>
                    <a:moveTo>
                      <a:pt x="282" y="1458"/>
                    </a:moveTo>
                    <a:lnTo>
                      <a:pt x="306" y="1458"/>
                    </a:lnTo>
                    <a:lnTo>
                      <a:pt x="276" y="1440"/>
                    </a:lnTo>
                    <a:lnTo>
                      <a:pt x="282" y="1458"/>
                    </a:lnTo>
                    <a:close/>
                    <a:moveTo>
                      <a:pt x="300" y="1386"/>
                    </a:moveTo>
                    <a:lnTo>
                      <a:pt x="312" y="1398"/>
                    </a:lnTo>
                    <a:lnTo>
                      <a:pt x="318" y="1398"/>
                    </a:lnTo>
                    <a:lnTo>
                      <a:pt x="330" y="1386"/>
                    </a:lnTo>
                    <a:lnTo>
                      <a:pt x="336" y="1386"/>
                    </a:lnTo>
                    <a:lnTo>
                      <a:pt x="342" y="1380"/>
                    </a:lnTo>
                    <a:lnTo>
                      <a:pt x="342" y="1368"/>
                    </a:lnTo>
                    <a:lnTo>
                      <a:pt x="336" y="1362"/>
                    </a:lnTo>
                    <a:lnTo>
                      <a:pt x="318" y="1362"/>
                    </a:lnTo>
                    <a:lnTo>
                      <a:pt x="306" y="1368"/>
                    </a:lnTo>
                    <a:lnTo>
                      <a:pt x="300" y="1380"/>
                    </a:lnTo>
                    <a:lnTo>
                      <a:pt x="300" y="1386"/>
                    </a:lnTo>
                    <a:close/>
                    <a:moveTo>
                      <a:pt x="312" y="1416"/>
                    </a:moveTo>
                    <a:lnTo>
                      <a:pt x="300" y="1416"/>
                    </a:lnTo>
                    <a:lnTo>
                      <a:pt x="300" y="1428"/>
                    </a:lnTo>
                    <a:lnTo>
                      <a:pt x="318" y="1428"/>
                    </a:lnTo>
                    <a:lnTo>
                      <a:pt x="318" y="1422"/>
                    </a:lnTo>
                    <a:lnTo>
                      <a:pt x="312" y="1416"/>
                    </a:lnTo>
                    <a:close/>
                    <a:moveTo>
                      <a:pt x="336" y="1200"/>
                    </a:moveTo>
                    <a:lnTo>
                      <a:pt x="336" y="1206"/>
                    </a:lnTo>
                    <a:lnTo>
                      <a:pt x="330" y="1206"/>
                    </a:lnTo>
                    <a:lnTo>
                      <a:pt x="318" y="1212"/>
                    </a:lnTo>
                    <a:lnTo>
                      <a:pt x="342" y="1230"/>
                    </a:lnTo>
                    <a:lnTo>
                      <a:pt x="342" y="1218"/>
                    </a:lnTo>
                    <a:lnTo>
                      <a:pt x="336" y="1206"/>
                    </a:lnTo>
                    <a:lnTo>
                      <a:pt x="336" y="1200"/>
                    </a:lnTo>
                    <a:close/>
                    <a:moveTo>
                      <a:pt x="366" y="1170"/>
                    </a:moveTo>
                    <a:lnTo>
                      <a:pt x="366" y="1182"/>
                    </a:lnTo>
                    <a:lnTo>
                      <a:pt x="360" y="1194"/>
                    </a:lnTo>
                    <a:lnTo>
                      <a:pt x="378" y="1224"/>
                    </a:lnTo>
                    <a:lnTo>
                      <a:pt x="378" y="1200"/>
                    </a:lnTo>
                    <a:lnTo>
                      <a:pt x="372" y="1194"/>
                    </a:lnTo>
                    <a:lnTo>
                      <a:pt x="372" y="1176"/>
                    </a:lnTo>
                    <a:lnTo>
                      <a:pt x="366" y="1170"/>
                    </a:lnTo>
                    <a:close/>
                    <a:moveTo>
                      <a:pt x="36" y="1698"/>
                    </a:moveTo>
                    <a:lnTo>
                      <a:pt x="54" y="1698"/>
                    </a:lnTo>
                    <a:lnTo>
                      <a:pt x="60" y="1692"/>
                    </a:lnTo>
                    <a:lnTo>
                      <a:pt x="72" y="1692"/>
                    </a:lnTo>
                    <a:lnTo>
                      <a:pt x="42" y="1680"/>
                    </a:lnTo>
                    <a:lnTo>
                      <a:pt x="36" y="1686"/>
                    </a:lnTo>
                    <a:lnTo>
                      <a:pt x="36" y="1698"/>
                    </a:lnTo>
                    <a:close/>
                    <a:moveTo>
                      <a:pt x="114" y="1662"/>
                    </a:moveTo>
                    <a:lnTo>
                      <a:pt x="96" y="1632"/>
                    </a:lnTo>
                    <a:lnTo>
                      <a:pt x="96" y="1662"/>
                    </a:lnTo>
                    <a:lnTo>
                      <a:pt x="102" y="1674"/>
                    </a:lnTo>
                    <a:lnTo>
                      <a:pt x="114" y="1680"/>
                    </a:lnTo>
                    <a:lnTo>
                      <a:pt x="120" y="1680"/>
                    </a:lnTo>
                    <a:lnTo>
                      <a:pt x="126" y="1674"/>
                    </a:lnTo>
                    <a:lnTo>
                      <a:pt x="126" y="1662"/>
                    </a:lnTo>
                    <a:lnTo>
                      <a:pt x="114" y="1662"/>
                    </a:lnTo>
                    <a:close/>
                    <a:moveTo>
                      <a:pt x="12" y="1686"/>
                    </a:moveTo>
                    <a:lnTo>
                      <a:pt x="6" y="1686"/>
                    </a:lnTo>
                    <a:lnTo>
                      <a:pt x="0" y="1692"/>
                    </a:lnTo>
                    <a:lnTo>
                      <a:pt x="0" y="1704"/>
                    </a:lnTo>
                    <a:lnTo>
                      <a:pt x="6" y="1710"/>
                    </a:lnTo>
                    <a:lnTo>
                      <a:pt x="12" y="1710"/>
                    </a:lnTo>
                    <a:lnTo>
                      <a:pt x="24" y="1698"/>
                    </a:lnTo>
                    <a:lnTo>
                      <a:pt x="24" y="1686"/>
                    </a:lnTo>
                    <a:lnTo>
                      <a:pt x="12" y="1686"/>
                    </a:lnTo>
                    <a:close/>
                    <a:moveTo>
                      <a:pt x="168" y="1536"/>
                    </a:moveTo>
                    <a:lnTo>
                      <a:pt x="168" y="1542"/>
                    </a:lnTo>
                    <a:lnTo>
                      <a:pt x="180" y="1548"/>
                    </a:lnTo>
                    <a:lnTo>
                      <a:pt x="186" y="1548"/>
                    </a:lnTo>
                    <a:lnTo>
                      <a:pt x="186" y="1536"/>
                    </a:lnTo>
                    <a:lnTo>
                      <a:pt x="180" y="1530"/>
                    </a:lnTo>
                    <a:lnTo>
                      <a:pt x="168" y="1530"/>
                    </a:lnTo>
                    <a:lnTo>
                      <a:pt x="168" y="1536"/>
                    </a:lnTo>
                    <a:close/>
                    <a:moveTo>
                      <a:pt x="264" y="1494"/>
                    </a:moveTo>
                    <a:lnTo>
                      <a:pt x="252" y="1518"/>
                    </a:lnTo>
                    <a:lnTo>
                      <a:pt x="246" y="1536"/>
                    </a:lnTo>
                    <a:lnTo>
                      <a:pt x="246" y="1548"/>
                    </a:lnTo>
                    <a:lnTo>
                      <a:pt x="240" y="1554"/>
                    </a:lnTo>
                    <a:lnTo>
                      <a:pt x="240" y="1560"/>
                    </a:lnTo>
                    <a:lnTo>
                      <a:pt x="258" y="1566"/>
                    </a:lnTo>
                    <a:lnTo>
                      <a:pt x="264" y="1554"/>
                    </a:lnTo>
                    <a:lnTo>
                      <a:pt x="264" y="1548"/>
                    </a:lnTo>
                    <a:lnTo>
                      <a:pt x="270" y="1542"/>
                    </a:lnTo>
                    <a:lnTo>
                      <a:pt x="270" y="1524"/>
                    </a:lnTo>
                    <a:lnTo>
                      <a:pt x="288" y="1506"/>
                    </a:lnTo>
                    <a:lnTo>
                      <a:pt x="282" y="1500"/>
                    </a:lnTo>
                    <a:lnTo>
                      <a:pt x="282" y="1494"/>
                    </a:lnTo>
                    <a:lnTo>
                      <a:pt x="276" y="1488"/>
                    </a:lnTo>
                    <a:lnTo>
                      <a:pt x="264" y="149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0" name="Israel" descr="© INSCALE GmbH, 05.05.2010&#10;http://www.presentationload.com/">
                <a:extLst>
                  <a:ext uri="{FF2B5EF4-FFF2-40B4-BE49-F238E27FC236}">
                    <a16:creationId xmlns:a16="http://schemas.microsoft.com/office/drawing/2014/main" id="{3381BF7F-2794-5F4F-8895-068449E26AD5}"/>
                  </a:ext>
                </a:extLst>
              </p:cNvPr>
              <p:cNvSpPr>
                <a:spLocks/>
              </p:cNvSpPr>
              <p:nvPr/>
            </p:nvSpPr>
            <p:spPr bwMode="gray">
              <a:xfrm>
                <a:off x="6717296" y="3009236"/>
                <a:ext cx="42735" cy="134780"/>
              </a:xfrm>
              <a:custGeom>
                <a:avLst/>
                <a:gdLst>
                  <a:gd name="T0" fmla="*/ 0 w 102"/>
                  <a:gd name="T1" fmla="*/ 2147483647 h 324"/>
                  <a:gd name="T2" fmla="*/ 2147483647 w 102"/>
                  <a:gd name="T3" fmla="*/ 2147483647 h 324"/>
                  <a:gd name="T4" fmla="*/ 2147483647 w 102"/>
                  <a:gd name="T5" fmla="*/ 2147483647 h 324"/>
                  <a:gd name="T6" fmla="*/ 2147483647 w 102"/>
                  <a:gd name="T7" fmla="*/ 2147483647 h 324"/>
                  <a:gd name="T8" fmla="*/ 2147483647 w 102"/>
                  <a:gd name="T9" fmla="*/ 2147483647 h 324"/>
                  <a:gd name="T10" fmla="*/ 2147483647 w 102"/>
                  <a:gd name="T11" fmla="*/ 2147483647 h 324"/>
                  <a:gd name="T12" fmla="*/ 2147483647 w 102"/>
                  <a:gd name="T13" fmla="*/ 2147483647 h 324"/>
                  <a:gd name="T14" fmla="*/ 2147483647 w 102"/>
                  <a:gd name="T15" fmla="*/ 2147483647 h 324"/>
                  <a:gd name="T16" fmla="*/ 2147483647 w 102"/>
                  <a:gd name="T17" fmla="*/ 2147483647 h 324"/>
                  <a:gd name="T18" fmla="*/ 2147483647 w 102"/>
                  <a:gd name="T19" fmla="*/ 2147483647 h 324"/>
                  <a:gd name="T20" fmla="*/ 2147483647 w 102"/>
                  <a:gd name="T21" fmla="*/ 2147483647 h 324"/>
                  <a:gd name="T22" fmla="*/ 2147483647 w 102"/>
                  <a:gd name="T23" fmla="*/ 2147483647 h 324"/>
                  <a:gd name="T24" fmla="*/ 2147483647 w 102"/>
                  <a:gd name="T25" fmla="*/ 2147483647 h 324"/>
                  <a:gd name="T26" fmla="*/ 2147483647 w 102"/>
                  <a:gd name="T27" fmla="*/ 2147483647 h 324"/>
                  <a:gd name="T28" fmla="*/ 2147483647 w 102"/>
                  <a:gd name="T29" fmla="*/ 2147483647 h 324"/>
                  <a:gd name="T30" fmla="*/ 2147483647 w 102"/>
                  <a:gd name="T31" fmla="*/ 2147483647 h 324"/>
                  <a:gd name="T32" fmla="*/ 2147483647 w 102"/>
                  <a:gd name="T33" fmla="*/ 2147483647 h 324"/>
                  <a:gd name="T34" fmla="*/ 2147483647 w 102"/>
                  <a:gd name="T35" fmla="*/ 2147483647 h 324"/>
                  <a:gd name="T36" fmla="*/ 2147483647 w 102"/>
                  <a:gd name="T37" fmla="*/ 2147483647 h 324"/>
                  <a:gd name="T38" fmla="*/ 2147483647 w 102"/>
                  <a:gd name="T39" fmla="*/ 2147483647 h 324"/>
                  <a:gd name="T40" fmla="*/ 2147483647 w 102"/>
                  <a:gd name="T41" fmla="*/ 2147483647 h 324"/>
                  <a:gd name="T42" fmla="*/ 2147483647 w 102"/>
                  <a:gd name="T43" fmla="*/ 2147483647 h 324"/>
                  <a:gd name="T44" fmla="*/ 2147483647 w 102"/>
                  <a:gd name="T45" fmla="*/ 2147483647 h 324"/>
                  <a:gd name="T46" fmla="*/ 2147483647 w 102"/>
                  <a:gd name="T47" fmla="*/ 2147483647 h 324"/>
                  <a:gd name="T48" fmla="*/ 2147483647 w 102"/>
                  <a:gd name="T49" fmla="*/ 0 h 324"/>
                  <a:gd name="T50" fmla="*/ 2147483647 w 102"/>
                  <a:gd name="T51" fmla="*/ 2147483647 h 324"/>
                  <a:gd name="T52" fmla="*/ 2147483647 w 102"/>
                  <a:gd name="T53" fmla="*/ 2147483647 h 324"/>
                  <a:gd name="T54" fmla="*/ 2147483647 w 102"/>
                  <a:gd name="T55" fmla="*/ 2147483647 h 324"/>
                  <a:gd name="T56" fmla="*/ 2147483647 w 102"/>
                  <a:gd name="T57" fmla="*/ 2147483647 h 324"/>
                  <a:gd name="T58" fmla="*/ 2147483647 w 102"/>
                  <a:gd name="T59" fmla="*/ 2147483647 h 324"/>
                  <a:gd name="T60" fmla="*/ 2147483647 w 102"/>
                  <a:gd name="T61" fmla="*/ 2147483647 h 324"/>
                  <a:gd name="T62" fmla="*/ 2147483647 w 102"/>
                  <a:gd name="T63" fmla="*/ 2147483647 h 324"/>
                  <a:gd name="T64" fmla="*/ 2147483647 w 102"/>
                  <a:gd name="T65" fmla="*/ 2147483647 h 324"/>
                  <a:gd name="T66" fmla="*/ 2147483647 w 102"/>
                  <a:gd name="T67" fmla="*/ 2147483647 h 324"/>
                  <a:gd name="T68" fmla="*/ 2147483647 w 102"/>
                  <a:gd name="T69" fmla="*/ 2147483647 h 324"/>
                  <a:gd name="T70" fmla="*/ 2147483647 w 102"/>
                  <a:gd name="T71" fmla="*/ 2147483647 h 324"/>
                  <a:gd name="T72" fmla="*/ 2147483647 w 102"/>
                  <a:gd name="T73" fmla="*/ 2147483647 h 324"/>
                  <a:gd name="T74" fmla="*/ 2147483647 w 102"/>
                  <a:gd name="T75" fmla="*/ 2147483647 h 324"/>
                  <a:gd name="T76" fmla="*/ 2147483647 w 102"/>
                  <a:gd name="T77" fmla="*/ 2147483647 h 324"/>
                  <a:gd name="T78" fmla="*/ 0 w 102"/>
                  <a:gd name="T79" fmla="*/ 2147483647 h 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
                  <a:gd name="T121" fmla="*/ 0 h 324"/>
                  <a:gd name="T122" fmla="*/ 102 w 102"/>
                  <a:gd name="T123" fmla="*/ 324 h 3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 h="324">
                    <a:moveTo>
                      <a:pt x="0" y="168"/>
                    </a:moveTo>
                    <a:lnTo>
                      <a:pt x="54" y="312"/>
                    </a:lnTo>
                    <a:lnTo>
                      <a:pt x="60" y="324"/>
                    </a:lnTo>
                    <a:lnTo>
                      <a:pt x="60" y="306"/>
                    </a:lnTo>
                    <a:lnTo>
                      <a:pt x="66" y="294"/>
                    </a:lnTo>
                    <a:lnTo>
                      <a:pt x="66" y="234"/>
                    </a:lnTo>
                    <a:lnTo>
                      <a:pt x="72" y="228"/>
                    </a:lnTo>
                    <a:lnTo>
                      <a:pt x="78" y="216"/>
                    </a:lnTo>
                    <a:lnTo>
                      <a:pt x="84" y="210"/>
                    </a:lnTo>
                    <a:lnTo>
                      <a:pt x="90" y="198"/>
                    </a:lnTo>
                    <a:lnTo>
                      <a:pt x="90" y="186"/>
                    </a:lnTo>
                    <a:lnTo>
                      <a:pt x="78" y="174"/>
                    </a:lnTo>
                    <a:lnTo>
                      <a:pt x="78" y="162"/>
                    </a:lnTo>
                    <a:lnTo>
                      <a:pt x="72" y="156"/>
                    </a:lnTo>
                    <a:lnTo>
                      <a:pt x="66" y="162"/>
                    </a:lnTo>
                    <a:lnTo>
                      <a:pt x="66" y="168"/>
                    </a:lnTo>
                    <a:lnTo>
                      <a:pt x="60" y="168"/>
                    </a:lnTo>
                    <a:lnTo>
                      <a:pt x="54" y="174"/>
                    </a:lnTo>
                    <a:lnTo>
                      <a:pt x="48" y="168"/>
                    </a:lnTo>
                    <a:lnTo>
                      <a:pt x="48" y="96"/>
                    </a:lnTo>
                    <a:lnTo>
                      <a:pt x="66" y="78"/>
                    </a:lnTo>
                    <a:lnTo>
                      <a:pt x="84" y="78"/>
                    </a:lnTo>
                    <a:lnTo>
                      <a:pt x="90" y="60"/>
                    </a:lnTo>
                    <a:lnTo>
                      <a:pt x="84" y="18"/>
                    </a:lnTo>
                    <a:lnTo>
                      <a:pt x="102" y="0"/>
                    </a:lnTo>
                    <a:lnTo>
                      <a:pt x="78" y="6"/>
                    </a:lnTo>
                    <a:lnTo>
                      <a:pt x="78" y="18"/>
                    </a:lnTo>
                    <a:lnTo>
                      <a:pt x="72" y="30"/>
                    </a:lnTo>
                    <a:lnTo>
                      <a:pt x="66" y="36"/>
                    </a:lnTo>
                    <a:lnTo>
                      <a:pt x="60" y="36"/>
                    </a:lnTo>
                    <a:lnTo>
                      <a:pt x="54" y="30"/>
                    </a:lnTo>
                    <a:lnTo>
                      <a:pt x="42" y="54"/>
                    </a:lnTo>
                    <a:lnTo>
                      <a:pt x="30" y="60"/>
                    </a:lnTo>
                    <a:lnTo>
                      <a:pt x="36" y="72"/>
                    </a:lnTo>
                    <a:lnTo>
                      <a:pt x="36" y="84"/>
                    </a:lnTo>
                    <a:lnTo>
                      <a:pt x="42" y="90"/>
                    </a:lnTo>
                    <a:lnTo>
                      <a:pt x="42" y="96"/>
                    </a:lnTo>
                    <a:lnTo>
                      <a:pt x="18" y="138"/>
                    </a:lnTo>
                    <a:lnTo>
                      <a:pt x="18" y="156"/>
                    </a:lnTo>
                    <a:lnTo>
                      <a:pt x="0" y="1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1" name="Iraq" descr="© INSCALE GmbH, 05.05.2010&#10;http://www.presentationload.com/">
                <a:extLst>
                  <a:ext uri="{FF2B5EF4-FFF2-40B4-BE49-F238E27FC236}">
                    <a16:creationId xmlns:a16="http://schemas.microsoft.com/office/drawing/2014/main" id="{76FBD183-8069-1642-B432-25A656200371}"/>
                  </a:ext>
                </a:extLst>
              </p:cNvPr>
              <p:cNvSpPr>
                <a:spLocks/>
              </p:cNvSpPr>
              <p:nvPr/>
            </p:nvSpPr>
            <p:spPr bwMode="gray">
              <a:xfrm>
                <a:off x="6840569" y="2877745"/>
                <a:ext cx="287638" cy="277775"/>
              </a:xfrm>
              <a:custGeom>
                <a:avLst/>
                <a:gdLst>
                  <a:gd name="T0" fmla="*/ 2147483647 w 684"/>
                  <a:gd name="T1" fmla="*/ 2147483647 h 660"/>
                  <a:gd name="T2" fmla="*/ 2147483647 w 684"/>
                  <a:gd name="T3" fmla="*/ 2147483647 h 660"/>
                  <a:gd name="T4" fmla="*/ 2147483647 w 684"/>
                  <a:gd name="T5" fmla="*/ 2147483647 h 660"/>
                  <a:gd name="T6" fmla="*/ 2147483647 w 684"/>
                  <a:gd name="T7" fmla="*/ 2147483647 h 660"/>
                  <a:gd name="T8" fmla="*/ 2147483647 w 684"/>
                  <a:gd name="T9" fmla="*/ 2147483647 h 660"/>
                  <a:gd name="T10" fmla="*/ 2147483647 w 684"/>
                  <a:gd name="T11" fmla="*/ 2147483647 h 660"/>
                  <a:gd name="T12" fmla="*/ 2147483647 w 684"/>
                  <a:gd name="T13" fmla="*/ 2147483647 h 660"/>
                  <a:gd name="T14" fmla="*/ 2147483647 w 684"/>
                  <a:gd name="T15" fmla="*/ 2147483647 h 660"/>
                  <a:gd name="T16" fmla="*/ 2147483647 w 684"/>
                  <a:gd name="T17" fmla="*/ 2147483647 h 660"/>
                  <a:gd name="T18" fmla="*/ 2147483647 w 684"/>
                  <a:gd name="T19" fmla="*/ 2147483647 h 660"/>
                  <a:gd name="T20" fmla="*/ 2147483647 w 684"/>
                  <a:gd name="T21" fmla="*/ 2147483647 h 660"/>
                  <a:gd name="T22" fmla="*/ 2147483647 w 684"/>
                  <a:gd name="T23" fmla="*/ 2147483647 h 660"/>
                  <a:gd name="T24" fmla="*/ 2147483647 w 684"/>
                  <a:gd name="T25" fmla="*/ 2147483647 h 660"/>
                  <a:gd name="T26" fmla="*/ 2147483647 w 684"/>
                  <a:gd name="T27" fmla="*/ 2147483647 h 660"/>
                  <a:gd name="T28" fmla="*/ 2147483647 w 684"/>
                  <a:gd name="T29" fmla="*/ 2147483647 h 660"/>
                  <a:gd name="T30" fmla="*/ 2147483647 w 684"/>
                  <a:gd name="T31" fmla="*/ 2147483647 h 660"/>
                  <a:gd name="T32" fmla="*/ 2147483647 w 684"/>
                  <a:gd name="T33" fmla="*/ 2147483647 h 660"/>
                  <a:gd name="T34" fmla="*/ 2147483647 w 684"/>
                  <a:gd name="T35" fmla="*/ 2147483647 h 660"/>
                  <a:gd name="T36" fmla="*/ 2147483647 w 684"/>
                  <a:gd name="T37" fmla="*/ 2147483647 h 660"/>
                  <a:gd name="T38" fmla="*/ 2147483647 w 684"/>
                  <a:gd name="T39" fmla="*/ 2147483647 h 660"/>
                  <a:gd name="T40" fmla="*/ 2147483647 w 684"/>
                  <a:gd name="T41" fmla="*/ 2147483647 h 660"/>
                  <a:gd name="T42" fmla="*/ 2147483647 w 684"/>
                  <a:gd name="T43" fmla="*/ 2147483647 h 660"/>
                  <a:gd name="T44" fmla="*/ 2147483647 w 684"/>
                  <a:gd name="T45" fmla="*/ 2147483647 h 660"/>
                  <a:gd name="T46" fmla="*/ 2147483647 w 684"/>
                  <a:gd name="T47" fmla="*/ 2147483647 h 660"/>
                  <a:gd name="T48" fmla="*/ 2147483647 w 684"/>
                  <a:gd name="T49" fmla="*/ 2147483647 h 660"/>
                  <a:gd name="T50" fmla="*/ 2147483647 w 684"/>
                  <a:gd name="T51" fmla="*/ 2147483647 h 660"/>
                  <a:gd name="T52" fmla="*/ 2147483647 w 684"/>
                  <a:gd name="T53" fmla="*/ 0 h 660"/>
                  <a:gd name="T54" fmla="*/ 2147483647 w 684"/>
                  <a:gd name="T55" fmla="*/ 2147483647 h 660"/>
                  <a:gd name="T56" fmla="*/ 2147483647 w 684"/>
                  <a:gd name="T57" fmla="*/ 2147483647 h 660"/>
                  <a:gd name="T58" fmla="*/ 2147483647 w 684"/>
                  <a:gd name="T59" fmla="*/ 0 h 660"/>
                  <a:gd name="T60" fmla="*/ 2147483647 w 684"/>
                  <a:gd name="T61" fmla="*/ 2147483647 h 660"/>
                  <a:gd name="T62" fmla="*/ 2147483647 w 684"/>
                  <a:gd name="T63" fmla="*/ 2147483647 h 660"/>
                  <a:gd name="T64" fmla="*/ 2147483647 w 684"/>
                  <a:gd name="T65" fmla="*/ 2147483647 h 660"/>
                  <a:gd name="T66" fmla="*/ 2147483647 w 684"/>
                  <a:gd name="T67" fmla="*/ 2147483647 h 660"/>
                  <a:gd name="T68" fmla="*/ 2147483647 w 684"/>
                  <a:gd name="T69" fmla="*/ 2147483647 h 660"/>
                  <a:gd name="T70" fmla="*/ 2147483647 w 684"/>
                  <a:gd name="T71" fmla="*/ 2147483647 h 660"/>
                  <a:gd name="T72" fmla="*/ 2147483647 w 684"/>
                  <a:gd name="T73" fmla="*/ 2147483647 h 660"/>
                  <a:gd name="T74" fmla="*/ 2147483647 w 684"/>
                  <a:gd name="T75" fmla="*/ 2147483647 h 660"/>
                  <a:gd name="T76" fmla="*/ 2147483647 w 684"/>
                  <a:gd name="T77" fmla="*/ 2147483647 h 660"/>
                  <a:gd name="T78" fmla="*/ 2147483647 w 684"/>
                  <a:gd name="T79" fmla="*/ 2147483647 h 660"/>
                  <a:gd name="T80" fmla="*/ 2147483647 w 684"/>
                  <a:gd name="T81" fmla="*/ 2147483647 h 660"/>
                  <a:gd name="T82" fmla="*/ 2147483647 w 684"/>
                  <a:gd name="T83" fmla="*/ 2147483647 h 660"/>
                  <a:gd name="T84" fmla="*/ 2147483647 w 684"/>
                  <a:gd name="T85" fmla="*/ 2147483647 h 660"/>
                  <a:gd name="T86" fmla="*/ 0 w 684"/>
                  <a:gd name="T87" fmla="*/ 2147483647 h 660"/>
                  <a:gd name="T88" fmla="*/ 2147483647 w 684"/>
                  <a:gd name="T89" fmla="*/ 2147483647 h 660"/>
                  <a:gd name="T90" fmla="*/ 2147483647 w 684"/>
                  <a:gd name="T91" fmla="*/ 2147483647 h 660"/>
                  <a:gd name="T92" fmla="*/ 2147483647 w 684"/>
                  <a:gd name="T93" fmla="*/ 2147483647 h 660"/>
                  <a:gd name="T94" fmla="*/ 2147483647 w 684"/>
                  <a:gd name="T95" fmla="*/ 2147483647 h 660"/>
                  <a:gd name="T96" fmla="*/ 2147483647 w 684"/>
                  <a:gd name="T97" fmla="*/ 2147483647 h 660"/>
                  <a:gd name="T98" fmla="*/ 2147483647 w 684"/>
                  <a:gd name="T99" fmla="*/ 2147483647 h 660"/>
                  <a:gd name="T100" fmla="*/ 2147483647 w 684"/>
                  <a:gd name="T101" fmla="*/ 2147483647 h 660"/>
                  <a:gd name="T102" fmla="*/ 2147483647 w 684"/>
                  <a:gd name="T103" fmla="*/ 2147483647 h 660"/>
                  <a:gd name="T104" fmla="*/ 2147483647 w 684"/>
                  <a:gd name="T105" fmla="*/ 2147483647 h 660"/>
                  <a:gd name="T106" fmla="*/ 2147483647 w 684"/>
                  <a:gd name="T107" fmla="*/ 2147483647 h 660"/>
                  <a:gd name="T108" fmla="*/ 2147483647 w 684"/>
                  <a:gd name="T109" fmla="*/ 2147483647 h 660"/>
                  <a:gd name="T110" fmla="*/ 2147483647 w 684"/>
                  <a:gd name="T111" fmla="*/ 2147483647 h 660"/>
                  <a:gd name="T112" fmla="*/ 2147483647 w 684"/>
                  <a:gd name="T113" fmla="*/ 2147483647 h 660"/>
                  <a:gd name="T114" fmla="*/ 2147483647 w 684"/>
                  <a:gd name="T115" fmla="*/ 2147483647 h 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84"/>
                  <a:gd name="T175" fmla="*/ 0 h 660"/>
                  <a:gd name="T176" fmla="*/ 684 w 684"/>
                  <a:gd name="T177" fmla="*/ 660 h 6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84" h="660">
                    <a:moveTo>
                      <a:pt x="678" y="564"/>
                    </a:moveTo>
                    <a:lnTo>
                      <a:pt x="666" y="552"/>
                    </a:lnTo>
                    <a:lnTo>
                      <a:pt x="654" y="546"/>
                    </a:lnTo>
                    <a:lnTo>
                      <a:pt x="648" y="516"/>
                    </a:lnTo>
                    <a:lnTo>
                      <a:pt x="642" y="516"/>
                    </a:lnTo>
                    <a:lnTo>
                      <a:pt x="636" y="510"/>
                    </a:lnTo>
                    <a:lnTo>
                      <a:pt x="624" y="504"/>
                    </a:lnTo>
                    <a:lnTo>
                      <a:pt x="618" y="498"/>
                    </a:lnTo>
                    <a:lnTo>
                      <a:pt x="618" y="462"/>
                    </a:lnTo>
                    <a:lnTo>
                      <a:pt x="624" y="450"/>
                    </a:lnTo>
                    <a:lnTo>
                      <a:pt x="624" y="438"/>
                    </a:lnTo>
                    <a:lnTo>
                      <a:pt x="594" y="402"/>
                    </a:lnTo>
                    <a:lnTo>
                      <a:pt x="588" y="390"/>
                    </a:lnTo>
                    <a:lnTo>
                      <a:pt x="582" y="384"/>
                    </a:lnTo>
                    <a:lnTo>
                      <a:pt x="564" y="384"/>
                    </a:lnTo>
                    <a:lnTo>
                      <a:pt x="546" y="366"/>
                    </a:lnTo>
                    <a:lnTo>
                      <a:pt x="534" y="360"/>
                    </a:lnTo>
                    <a:lnTo>
                      <a:pt x="528" y="354"/>
                    </a:lnTo>
                    <a:lnTo>
                      <a:pt x="504" y="354"/>
                    </a:lnTo>
                    <a:lnTo>
                      <a:pt x="504" y="312"/>
                    </a:lnTo>
                    <a:lnTo>
                      <a:pt x="498" y="312"/>
                    </a:lnTo>
                    <a:lnTo>
                      <a:pt x="492" y="306"/>
                    </a:lnTo>
                    <a:lnTo>
                      <a:pt x="468" y="294"/>
                    </a:lnTo>
                    <a:lnTo>
                      <a:pt x="456" y="282"/>
                    </a:lnTo>
                    <a:lnTo>
                      <a:pt x="444" y="276"/>
                    </a:lnTo>
                    <a:lnTo>
                      <a:pt x="438" y="270"/>
                    </a:lnTo>
                    <a:lnTo>
                      <a:pt x="438" y="264"/>
                    </a:lnTo>
                    <a:lnTo>
                      <a:pt x="444" y="252"/>
                    </a:lnTo>
                    <a:lnTo>
                      <a:pt x="450" y="246"/>
                    </a:lnTo>
                    <a:lnTo>
                      <a:pt x="438" y="234"/>
                    </a:lnTo>
                    <a:lnTo>
                      <a:pt x="438" y="228"/>
                    </a:lnTo>
                    <a:lnTo>
                      <a:pt x="450" y="216"/>
                    </a:lnTo>
                    <a:lnTo>
                      <a:pt x="462" y="216"/>
                    </a:lnTo>
                    <a:lnTo>
                      <a:pt x="462" y="186"/>
                    </a:lnTo>
                    <a:lnTo>
                      <a:pt x="468" y="186"/>
                    </a:lnTo>
                    <a:lnTo>
                      <a:pt x="480" y="174"/>
                    </a:lnTo>
                    <a:lnTo>
                      <a:pt x="480" y="168"/>
                    </a:lnTo>
                    <a:lnTo>
                      <a:pt x="474" y="156"/>
                    </a:lnTo>
                    <a:lnTo>
                      <a:pt x="462" y="144"/>
                    </a:lnTo>
                    <a:lnTo>
                      <a:pt x="462" y="138"/>
                    </a:lnTo>
                    <a:lnTo>
                      <a:pt x="480" y="120"/>
                    </a:lnTo>
                    <a:lnTo>
                      <a:pt x="480" y="114"/>
                    </a:lnTo>
                    <a:lnTo>
                      <a:pt x="468" y="114"/>
                    </a:lnTo>
                    <a:lnTo>
                      <a:pt x="456" y="120"/>
                    </a:lnTo>
                    <a:lnTo>
                      <a:pt x="450" y="126"/>
                    </a:lnTo>
                    <a:lnTo>
                      <a:pt x="438" y="108"/>
                    </a:lnTo>
                    <a:lnTo>
                      <a:pt x="414" y="102"/>
                    </a:lnTo>
                    <a:lnTo>
                      <a:pt x="414" y="84"/>
                    </a:lnTo>
                    <a:lnTo>
                      <a:pt x="402" y="72"/>
                    </a:lnTo>
                    <a:lnTo>
                      <a:pt x="378" y="24"/>
                    </a:lnTo>
                    <a:lnTo>
                      <a:pt x="378" y="12"/>
                    </a:lnTo>
                    <a:lnTo>
                      <a:pt x="336" y="24"/>
                    </a:lnTo>
                    <a:lnTo>
                      <a:pt x="336" y="6"/>
                    </a:lnTo>
                    <a:lnTo>
                      <a:pt x="330" y="0"/>
                    </a:lnTo>
                    <a:lnTo>
                      <a:pt x="306" y="0"/>
                    </a:lnTo>
                    <a:lnTo>
                      <a:pt x="306" y="6"/>
                    </a:lnTo>
                    <a:lnTo>
                      <a:pt x="300" y="12"/>
                    </a:lnTo>
                    <a:lnTo>
                      <a:pt x="288" y="12"/>
                    </a:lnTo>
                    <a:lnTo>
                      <a:pt x="276" y="0"/>
                    </a:lnTo>
                    <a:lnTo>
                      <a:pt x="234" y="0"/>
                    </a:lnTo>
                    <a:lnTo>
                      <a:pt x="234" y="12"/>
                    </a:lnTo>
                    <a:lnTo>
                      <a:pt x="228" y="18"/>
                    </a:lnTo>
                    <a:lnTo>
                      <a:pt x="216" y="24"/>
                    </a:lnTo>
                    <a:lnTo>
                      <a:pt x="204" y="36"/>
                    </a:lnTo>
                    <a:lnTo>
                      <a:pt x="198" y="48"/>
                    </a:lnTo>
                    <a:lnTo>
                      <a:pt x="192" y="54"/>
                    </a:lnTo>
                    <a:lnTo>
                      <a:pt x="180" y="54"/>
                    </a:lnTo>
                    <a:lnTo>
                      <a:pt x="168" y="60"/>
                    </a:lnTo>
                    <a:lnTo>
                      <a:pt x="156" y="60"/>
                    </a:lnTo>
                    <a:lnTo>
                      <a:pt x="150" y="66"/>
                    </a:lnTo>
                    <a:lnTo>
                      <a:pt x="144" y="78"/>
                    </a:lnTo>
                    <a:lnTo>
                      <a:pt x="144" y="90"/>
                    </a:lnTo>
                    <a:lnTo>
                      <a:pt x="150" y="102"/>
                    </a:lnTo>
                    <a:lnTo>
                      <a:pt x="156" y="108"/>
                    </a:lnTo>
                    <a:lnTo>
                      <a:pt x="156" y="120"/>
                    </a:lnTo>
                    <a:lnTo>
                      <a:pt x="162" y="132"/>
                    </a:lnTo>
                    <a:lnTo>
                      <a:pt x="162" y="162"/>
                    </a:lnTo>
                    <a:lnTo>
                      <a:pt x="156" y="174"/>
                    </a:lnTo>
                    <a:lnTo>
                      <a:pt x="150" y="192"/>
                    </a:lnTo>
                    <a:lnTo>
                      <a:pt x="150" y="198"/>
                    </a:lnTo>
                    <a:lnTo>
                      <a:pt x="168" y="216"/>
                    </a:lnTo>
                    <a:lnTo>
                      <a:pt x="168" y="222"/>
                    </a:lnTo>
                    <a:lnTo>
                      <a:pt x="162" y="228"/>
                    </a:lnTo>
                    <a:lnTo>
                      <a:pt x="138" y="240"/>
                    </a:lnTo>
                    <a:lnTo>
                      <a:pt x="78" y="264"/>
                    </a:lnTo>
                    <a:lnTo>
                      <a:pt x="66" y="270"/>
                    </a:lnTo>
                    <a:lnTo>
                      <a:pt x="6" y="318"/>
                    </a:lnTo>
                    <a:lnTo>
                      <a:pt x="0" y="318"/>
                    </a:lnTo>
                    <a:lnTo>
                      <a:pt x="0" y="324"/>
                    </a:lnTo>
                    <a:lnTo>
                      <a:pt x="24" y="366"/>
                    </a:lnTo>
                    <a:lnTo>
                      <a:pt x="24" y="384"/>
                    </a:lnTo>
                    <a:lnTo>
                      <a:pt x="48" y="402"/>
                    </a:lnTo>
                    <a:lnTo>
                      <a:pt x="48" y="414"/>
                    </a:lnTo>
                    <a:lnTo>
                      <a:pt x="60" y="426"/>
                    </a:lnTo>
                    <a:lnTo>
                      <a:pt x="126" y="426"/>
                    </a:lnTo>
                    <a:lnTo>
                      <a:pt x="156" y="456"/>
                    </a:lnTo>
                    <a:lnTo>
                      <a:pt x="168" y="462"/>
                    </a:lnTo>
                    <a:lnTo>
                      <a:pt x="180" y="474"/>
                    </a:lnTo>
                    <a:lnTo>
                      <a:pt x="228" y="498"/>
                    </a:lnTo>
                    <a:lnTo>
                      <a:pt x="234" y="504"/>
                    </a:lnTo>
                    <a:lnTo>
                      <a:pt x="246" y="510"/>
                    </a:lnTo>
                    <a:lnTo>
                      <a:pt x="438" y="654"/>
                    </a:lnTo>
                    <a:lnTo>
                      <a:pt x="522" y="654"/>
                    </a:lnTo>
                    <a:lnTo>
                      <a:pt x="570" y="660"/>
                    </a:lnTo>
                    <a:lnTo>
                      <a:pt x="564" y="660"/>
                    </a:lnTo>
                    <a:lnTo>
                      <a:pt x="570" y="654"/>
                    </a:lnTo>
                    <a:lnTo>
                      <a:pt x="588" y="618"/>
                    </a:lnTo>
                    <a:lnTo>
                      <a:pt x="588" y="606"/>
                    </a:lnTo>
                    <a:lnTo>
                      <a:pt x="594" y="600"/>
                    </a:lnTo>
                    <a:lnTo>
                      <a:pt x="600" y="588"/>
                    </a:lnTo>
                    <a:lnTo>
                      <a:pt x="648" y="588"/>
                    </a:lnTo>
                    <a:lnTo>
                      <a:pt x="654" y="594"/>
                    </a:lnTo>
                    <a:lnTo>
                      <a:pt x="678" y="582"/>
                    </a:lnTo>
                    <a:lnTo>
                      <a:pt x="684" y="576"/>
                    </a:lnTo>
                    <a:lnTo>
                      <a:pt x="678" y="570"/>
                    </a:lnTo>
                    <a:lnTo>
                      <a:pt x="678" y="56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2" name="Iran" descr="© INSCALE GmbH, 05.05.2010&#10;http://www.presentationload.com/">
                <a:extLst>
                  <a:ext uri="{FF2B5EF4-FFF2-40B4-BE49-F238E27FC236}">
                    <a16:creationId xmlns:a16="http://schemas.microsoft.com/office/drawing/2014/main" id="{65BFB012-BCCB-7F4F-BC25-29D62B3BD334}"/>
                  </a:ext>
                </a:extLst>
              </p:cNvPr>
              <p:cNvSpPr>
                <a:spLocks/>
              </p:cNvSpPr>
              <p:nvPr/>
            </p:nvSpPr>
            <p:spPr bwMode="gray">
              <a:xfrm>
                <a:off x="6963841" y="2793920"/>
                <a:ext cx="604859" cy="496379"/>
              </a:xfrm>
              <a:custGeom>
                <a:avLst/>
                <a:gdLst>
                  <a:gd name="T0" fmla="*/ 2147483647 w 1440"/>
                  <a:gd name="T1" fmla="*/ 2147483647 h 1182"/>
                  <a:gd name="T2" fmla="*/ 2147483647 w 1440"/>
                  <a:gd name="T3" fmla="*/ 2147483647 h 1182"/>
                  <a:gd name="T4" fmla="*/ 2147483647 w 1440"/>
                  <a:gd name="T5" fmla="*/ 2147483647 h 1182"/>
                  <a:gd name="T6" fmla="*/ 2147483647 w 1440"/>
                  <a:gd name="T7" fmla="*/ 2147483647 h 1182"/>
                  <a:gd name="T8" fmla="*/ 2147483647 w 1440"/>
                  <a:gd name="T9" fmla="*/ 2147483647 h 1182"/>
                  <a:gd name="T10" fmla="*/ 2147483647 w 1440"/>
                  <a:gd name="T11" fmla="*/ 2147483647 h 1182"/>
                  <a:gd name="T12" fmla="*/ 2147483647 w 1440"/>
                  <a:gd name="T13" fmla="*/ 2147483647 h 1182"/>
                  <a:gd name="T14" fmla="*/ 2147483647 w 1440"/>
                  <a:gd name="T15" fmla="*/ 2147483647 h 1182"/>
                  <a:gd name="T16" fmla="*/ 2147483647 w 1440"/>
                  <a:gd name="T17" fmla="*/ 2147483647 h 1182"/>
                  <a:gd name="T18" fmla="*/ 2147483647 w 1440"/>
                  <a:gd name="T19" fmla="*/ 2147483647 h 1182"/>
                  <a:gd name="T20" fmla="*/ 2147483647 w 1440"/>
                  <a:gd name="T21" fmla="*/ 2147483647 h 1182"/>
                  <a:gd name="T22" fmla="*/ 2147483647 w 1440"/>
                  <a:gd name="T23" fmla="*/ 2147483647 h 1182"/>
                  <a:gd name="T24" fmla="*/ 2147483647 w 1440"/>
                  <a:gd name="T25" fmla="*/ 2147483647 h 1182"/>
                  <a:gd name="T26" fmla="*/ 2147483647 w 1440"/>
                  <a:gd name="T27" fmla="*/ 2147483647 h 1182"/>
                  <a:gd name="T28" fmla="*/ 2147483647 w 1440"/>
                  <a:gd name="T29" fmla="*/ 2147483647 h 1182"/>
                  <a:gd name="T30" fmla="*/ 2147483647 w 1440"/>
                  <a:gd name="T31" fmla="*/ 2147483647 h 1182"/>
                  <a:gd name="T32" fmla="*/ 2147483647 w 1440"/>
                  <a:gd name="T33" fmla="*/ 2147483647 h 1182"/>
                  <a:gd name="T34" fmla="*/ 2147483647 w 1440"/>
                  <a:gd name="T35" fmla="*/ 2147483647 h 1182"/>
                  <a:gd name="T36" fmla="*/ 2147483647 w 1440"/>
                  <a:gd name="T37" fmla="*/ 2147483647 h 1182"/>
                  <a:gd name="T38" fmla="*/ 2147483647 w 1440"/>
                  <a:gd name="T39" fmla="*/ 2147483647 h 1182"/>
                  <a:gd name="T40" fmla="*/ 2147483647 w 1440"/>
                  <a:gd name="T41" fmla="*/ 2147483647 h 1182"/>
                  <a:gd name="T42" fmla="*/ 2147483647 w 1440"/>
                  <a:gd name="T43" fmla="*/ 2147483647 h 1182"/>
                  <a:gd name="T44" fmla="*/ 2147483647 w 1440"/>
                  <a:gd name="T45" fmla="*/ 2147483647 h 1182"/>
                  <a:gd name="T46" fmla="*/ 2147483647 w 1440"/>
                  <a:gd name="T47" fmla="*/ 2147483647 h 1182"/>
                  <a:gd name="T48" fmla="*/ 2147483647 w 1440"/>
                  <a:gd name="T49" fmla="*/ 2147483647 h 1182"/>
                  <a:gd name="T50" fmla="*/ 2147483647 w 1440"/>
                  <a:gd name="T51" fmla="*/ 2147483647 h 1182"/>
                  <a:gd name="T52" fmla="*/ 2147483647 w 1440"/>
                  <a:gd name="T53" fmla="*/ 2147483647 h 1182"/>
                  <a:gd name="T54" fmla="*/ 2147483647 w 1440"/>
                  <a:gd name="T55" fmla="*/ 2147483647 h 1182"/>
                  <a:gd name="T56" fmla="*/ 2147483647 w 1440"/>
                  <a:gd name="T57" fmla="*/ 2147483647 h 1182"/>
                  <a:gd name="T58" fmla="*/ 2147483647 w 1440"/>
                  <a:gd name="T59" fmla="*/ 2147483647 h 1182"/>
                  <a:gd name="T60" fmla="*/ 2147483647 w 1440"/>
                  <a:gd name="T61" fmla="*/ 0 h 1182"/>
                  <a:gd name="T62" fmla="*/ 2147483647 w 1440"/>
                  <a:gd name="T63" fmla="*/ 2147483647 h 1182"/>
                  <a:gd name="T64" fmla="*/ 2147483647 w 1440"/>
                  <a:gd name="T65" fmla="*/ 2147483647 h 1182"/>
                  <a:gd name="T66" fmla="*/ 2147483647 w 1440"/>
                  <a:gd name="T67" fmla="*/ 2147483647 h 1182"/>
                  <a:gd name="T68" fmla="*/ 2147483647 w 1440"/>
                  <a:gd name="T69" fmla="*/ 2147483647 h 1182"/>
                  <a:gd name="T70" fmla="*/ 2147483647 w 1440"/>
                  <a:gd name="T71" fmla="*/ 2147483647 h 1182"/>
                  <a:gd name="T72" fmla="*/ 2147483647 w 1440"/>
                  <a:gd name="T73" fmla="*/ 2147483647 h 1182"/>
                  <a:gd name="T74" fmla="*/ 2147483647 w 1440"/>
                  <a:gd name="T75" fmla="*/ 2147483647 h 1182"/>
                  <a:gd name="T76" fmla="*/ 2147483647 w 1440"/>
                  <a:gd name="T77" fmla="*/ 2147483647 h 1182"/>
                  <a:gd name="T78" fmla="*/ 2147483647 w 1440"/>
                  <a:gd name="T79" fmla="*/ 2147483647 h 1182"/>
                  <a:gd name="T80" fmla="*/ 2147483647 w 1440"/>
                  <a:gd name="T81" fmla="*/ 2147483647 h 1182"/>
                  <a:gd name="T82" fmla="*/ 2147483647 w 1440"/>
                  <a:gd name="T83" fmla="*/ 2147483647 h 1182"/>
                  <a:gd name="T84" fmla="*/ 2147483647 w 1440"/>
                  <a:gd name="T85" fmla="*/ 2147483647 h 1182"/>
                  <a:gd name="T86" fmla="*/ 2147483647 w 1440"/>
                  <a:gd name="T87" fmla="*/ 2147483647 h 1182"/>
                  <a:gd name="T88" fmla="*/ 2147483647 w 1440"/>
                  <a:gd name="T89" fmla="*/ 2147483647 h 1182"/>
                  <a:gd name="T90" fmla="*/ 2147483647 w 1440"/>
                  <a:gd name="T91" fmla="*/ 2147483647 h 1182"/>
                  <a:gd name="T92" fmla="*/ 2147483647 w 1440"/>
                  <a:gd name="T93" fmla="*/ 2147483647 h 1182"/>
                  <a:gd name="T94" fmla="*/ 2147483647 w 1440"/>
                  <a:gd name="T95" fmla="*/ 2147483647 h 1182"/>
                  <a:gd name="T96" fmla="*/ 2147483647 w 1440"/>
                  <a:gd name="T97" fmla="*/ 2147483647 h 1182"/>
                  <a:gd name="T98" fmla="*/ 2147483647 w 1440"/>
                  <a:gd name="T99" fmla="*/ 2147483647 h 1182"/>
                  <a:gd name="T100" fmla="*/ 2147483647 w 1440"/>
                  <a:gd name="T101" fmla="*/ 2147483647 h 1182"/>
                  <a:gd name="T102" fmla="*/ 2147483647 w 1440"/>
                  <a:gd name="T103" fmla="*/ 2147483647 h 1182"/>
                  <a:gd name="T104" fmla="*/ 2147483647 w 1440"/>
                  <a:gd name="T105" fmla="*/ 2147483647 h 1182"/>
                  <a:gd name="T106" fmla="*/ 2147483647 w 1440"/>
                  <a:gd name="T107" fmla="*/ 2147483647 h 1182"/>
                  <a:gd name="T108" fmla="*/ 2147483647 w 1440"/>
                  <a:gd name="T109" fmla="*/ 2147483647 h 1182"/>
                  <a:gd name="T110" fmla="*/ 2147483647 w 1440"/>
                  <a:gd name="T111" fmla="*/ 2147483647 h 11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40"/>
                  <a:gd name="T169" fmla="*/ 0 h 1182"/>
                  <a:gd name="T170" fmla="*/ 1440 w 1440"/>
                  <a:gd name="T171" fmla="*/ 1182 h 11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40" h="1182">
                    <a:moveTo>
                      <a:pt x="1338" y="1176"/>
                    </a:moveTo>
                    <a:lnTo>
                      <a:pt x="1338" y="1170"/>
                    </a:lnTo>
                    <a:lnTo>
                      <a:pt x="1332" y="1158"/>
                    </a:lnTo>
                    <a:lnTo>
                      <a:pt x="1332" y="1128"/>
                    </a:lnTo>
                    <a:lnTo>
                      <a:pt x="1344" y="1116"/>
                    </a:lnTo>
                    <a:lnTo>
                      <a:pt x="1344" y="1110"/>
                    </a:lnTo>
                    <a:lnTo>
                      <a:pt x="1350" y="1104"/>
                    </a:lnTo>
                    <a:lnTo>
                      <a:pt x="1356" y="1086"/>
                    </a:lnTo>
                    <a:lnTo>
                      <a:pt x="1368" y="1086"/>
                    </a:lnTo>
                    <a:lnTo>
                      <a:pt x="1374" y="1080"/>
                    </a:lnTo>
                    <a:lnTo>
                      <a:pt x="1374" y="1074"/>
                    </a:lnTo>
                    <a:lnTo>
                      <a:pt x="1380" y="1074"/>
                    </a:lnTo>
                    <a:lnTo>
                      <a:pt x="1380" y="1068"/>
                    </a:lnTo>
                    <a:lnTo>
                      <a:pt x="1386" y="1062"/>
                    </a:lnTo>
                    <a:lnTo>
                      <a:pt x="1398" y="1056"/>
                    </a:lnTo>
                    <a:lnTo>
                      <a:pt x="1428" y="1056"/>
                    </a:lnTo>
                    <a:lnTo>
                      <a:pt x="1428" y="1062"/>
                    </a:lnTo>
                    <a:lnTo>
                      <a:pt x="1434" y="1062"/>
                    </a:lnTo>
                    <a:lnTo>
                      <a:pt x="1440" y="1056"/>
                    </a:lnTo>
                    <a:lnTo>
                      <a:pt x="1440" y="1044"/>
                    </a:lnTo>
                    <a:lnTo>
                      <a:pt x="1434" y="1026"/>
                    </a:lnTo>
                    <a:lnTo>
                      <a:pt x="1428" y="1014"/>
                    </a:lnTo>
                    <a:lnTo>
                      <a:pt x="1422" y="1008"/>
                    </a:lnTo>
                    <a:lnTo>
                      <a:pt x="1404" y="1008"/>
                    </a:lnTo>
                    <a:lnTo>
                      <a:pt x="1404" y="996"/>
                    </a:lnTo>
                    <a:lnTo>
                      <a:pt x="1398" y="984"/>
                    </a:lnTo>
                    <a:lnTo>
                      <a:pt x="1398" y="960"/>
                    </a:lnTo>
                    <a:lnTo>
                      <a:pt x="1392" y="960"/>
                    </a:lnTo>
                    <a:lnTo>
                      <a:pt x="1398" y="930"/>
                    </a:lnTo>
                    <a:lnTo>
                      <a:pt x="1374" y="930"/>
                    </a:lnTo>
                    <a:lnTo>
                      <a:pt x="1362" y="912"/>
                    </a:lnTo>
                    <a:lnTo>
                      <a:pt x="1350" y="918"/>
                    </a:lnTo>
                    <a:lnTo>
                      <a:pt x="1332" y="918"/>
                    </a:lnTo>
                    <a:lnTo>
                      <a:pt x="1326" y="912"/>
                    </a:lnTo>
                    <a:lnTo>
                      <a:pt x="1314" y="894"/>
                    </a:lnTo>
                    <a:lnTo>
                      <a:pt x="1308" y="876"/>
                    </a:lnTo>
                    <a:lnTo>
                      <a:pt x="1296" y="864"/>
                    </a:lnTo>
                    <a:lnTo>
                      <a:pt x="1284" y="846"/>
                    </a:lnTo>
                    <a:lnTo>
                      <a:pt x="1278" y="840"/>
                    </a:lnTo>
                    <a:lnTo>
                      <a:pt x="1272" y="828"/>
                    </a:lnTo>
                    <a:lnTo>
                      <a:pt x="1248" y="804"/>
                    </a:lnTo>
                    <a:lnTo>
                      <a:pt x="1242" y="804"/>
                    </a:lnTo>
                    <a:lnTo>
                      <a:pt x="1242" y="792"/>
                    </a:lnTo>
                    <a:lnTo>
                      <a:pt x="1260" y="774"/>
                    </a:lnTo>
                    <a:lnTo>
                      <a:pt x="1266" y="762"/>
                    </a:lnTo>
                    <a:lnTo>
                      <a:pt x="1272" y="756"/>
                    </a:lnTo>
                    <a:lnTo>
                      <a:pt x="1296" y="708"/>
                    </a:lnTo>
                    <a:lnTo>
                      <a:pt x="1284" y="684"/>
                    </a:lnTo>
                    <a:lnTo>
                      <a:pt x="1278" y="678"/>
                    </a:lnTo>
                    <a:lnTo>
                      <a:pt x="1242" y="678"/>
                    </a:lnTo>
                    <a:lnTo>
                      <a:pt x="1230" y="672"/>
                    </a:lnTo>
                    <a:lnTo>
                      <a:pt x="1224" y="672"/>
                    </a:lnTo>
                    <a:lnTo>
                      <a:pt x="1218" y="666"/>
                    </a:lnTo>
                    <a:lnTo>
                      <a:pt x="1218" y="612"/>
                    </a:lnTo>
                    <a:lnTo>
                      <a:pt x="1212" y="606"/>
                    </a:lnTo>
                    <a:lnTo>
                      <a:pt x="1200" y="582"/>
                    </a:lnTo>
                    <a:lnTo>
                      <a:pt x="1188" y="564"/>
                    </a:lnTo>
                    <a:lnTo>
                      <a:pt x="1176" y="540"/>
                    </a:lnTo>
                    <a:lnTo>
                      <a:pt x="1182" y="528"/>
                    </a:lnTo>
                    <a:lnTo>
                      <a:pt x="1200" y="510"/>
                    </a:lnTo>
                    <a:lnTo>
                      <a:pt x="1200" y="504"/>
                    </a:lnTo>
                    <a:lnTo>
                      <a:pt x="1194" y="498"/>
                    </a:lnTo>
                    <a:lnTo>
                      <a:pt x="1170" y="498"/>
                    </a:lnTo>
                    <a:lnTo>
                      <a:pt x="1170" y="468"/>
                    </a:lnTo>
                    <a:lnTo>
                      <a:pt x="1158" y="456"/>
                    </a:lnTo>
                    <a:lnTo>
                      <a:pt x="1158" y="450"/>
                    </a:lnTo>
                    <a:lnTo>
                      <a:pt x="1164" y="444"/>
                    </a:lnTo>
                    <a:lnTo>
                      <a:pt x="1176" y="438"/>
                    </a:lnTo>
                    <a:lnTo>
                      <a:pt x="1182" y="432"/>
                    </a:lnTo>
                    <a:lnTo>
                      <a:pt x="1188" y="432"/>
                    </a:lnTo>
                    <a:lnTo>
                      <a:pt x="1176" y="414"/>
                    </a:lnTo>
                    <a:lnTo>
                      <a:pt x="1200" y="408"/>
                    </a:lnTo>
                    <a:lnTo>
                      <a:pt x="1200" y="402"/>
                    </a:lnTo>
                    <a:lnTo>
                      <a:pt x="1194" y="396"/>
                    </a:lnTo>
                    <a:lnTo>
                      <a:pt x="1194" y="372"/>
                    </a:lnTo>
                    <a:lnTo>
                      <a:pt x="1188" y="360"/>
                    </a:lnTo>
                    <a:lnTo>
                      <a:pt x="1188" y="354"/>
                    </a:lnTo>
                    <a:lnTo>
                      <a:pt x="1194" y="342"/>
                    </a:lnTo>
                    <a:lnTo>
                      <a:pt x="1200" y="336"/>
                    </a:lnTo>
                    <a:lnTo>
                      <a:pt x="1188" y="306"/>
                    </a:lnTo>
                    <a:lnTo>
                      <a:pt x="1194" y="282"/>
                    </a:lnTo>
                    <a:lnTo>
                      <a:pt x="1182" y="282"/>
                    </a:lnTo>
                    <a:lnTo>
                      <a:pt x="1182" y="246"/>
                    </a:lnTo>
                    <a:lnTo>
                      <a:pt x="1116" y="252"/>
                    </a:lnTo>
                    <a:lnTo>
                      <a:pt x="1110" y="246"/>
                    </a:lnTo>
                    <a:lnTo>
                      <a:pt x="1104" y="234"/>
                    </a:lnTo>
                    <a:lnTo>
                      <a:pt x="1092" y="228"/>
                    </a:lnTo>
                    <a:lnTo>
                      <a:pt x="1080" y="216"/>
                    </a:lnTo>
                    <a:lnTo>
                      <a:pt x="1068" y="216"/>
                    </a:lnTo>
                    <a:lnTo>
                      <a:pt x="1062" y="210"/>
                    </a:lnTo>
                    <a:lnTo>
                      <a:pt x="1056" y="210"/>
                    </a:lnTo>
                    <a:lnTo>
                      <a:pt x="1050" y="204"/>
                    </a:lnTo>
                    <a:lnTo>
                      <a:pt x="1044" y="192"/>
                    </a:lnTo>
                    <a:lnTo>
                      <a:pt x="1044" y="186"/>
                    </a:lnTo>
                    <a:lnTo>
                      <a:pt x="1038" y="180"/>
                    </a:lnTo>
                    <a:lnTo>
                      <a:pt x="1032" y="180"/>
                    </a:lnTo>
                    <a:lnTo>
                      <a:pt x="1020" y="174"/>
                    </a:lnTo>
                    <a:lnTo>
                      <a:pt x="1002" y="174"/>
                    </a:lnTo>
                    <a:lnTo>
                      <a:pt x="990" y="168"/>
                    </a:lnTo>
                    <a:lnTo>
                      <a:pt x="972" y="168"/>
                    </a:lnTo>
                    <a:lnTo>
                      <a:pt x="972" y="174"/>
                    </a:lnTo>
                    <a:lnTo>
                      <a:pt x="960" y="168"/>
                    </a:lnTo>
                    <a:lnTo>
                      <a:pt x="954" y="162"/>
                    </a:lnTo>
                    <a:lnTo>
                      <a:pt x="942" y="156"/>
                    </a:lnTo>
                    <a:lnTo>
                      <a:pt x="936" y="150"/>
                    </a:lnTo>
                    <a:lnTo>
                      <a:pt x="906" y="150"/>
                    </a:lnTo>
                    <a:lnTo>
                      <a:pt x="906" y="138"/>
                    </a:lnTo>
                    <a:lnTo>
                      <a:pt x="894" y="126"/>
                    </a:lnTo>
                    <a:lnTo>
                      <a:pt x="834" y="126"/>
                    </a:lnTo>
                    <a:lnTo>
                      <a:pt x="834" y="132"/>
                    </a:lnTo>
                    <a:lnTo>
                      <a:pt x="828" y="138"/>
                    </a:lnTo>
                    <a:lnTo>
                      <a:pt x="816" y="132"/>
                    </a:lnTo>
                    <a:lnTo>
                      <a:pt x="780" y="132"/>
                    </a:lnTo>
                    <a:lnTo>
                      <a:pt x="768" y="138"/>
                    </a:lnTo>
                    <a:lnTo>
                      <a:pt x="750" y="156"/>
                    </a:lnTo>
                    <a:lnTo>
                      <a:pt x="738" y="162"/>
                    </a:lnTo>
                    <a:lnTo>
                      <a:pt x="732" y="168"/>
                    </a:lnTo>
                    <a:lnTo>
                      <a:pt x="732" y="180"/>
                    </a:lnTo>
                    <a:lnTo>
                      <a:pt x="720" y="186"/>
                    </a:lnTo>
                    <a:lnTo>
                      <a:pt x="708" y="198"/>
                    </a:lnTo>
                    <a:lnTo>
                      <a:pt x="678" y="198"/>
                    </a:lnTo>
                    <a:lnTo>
                      <a:pt x="690" y="210"/>
                    </a:lnTo>
                    <a:lnTo>
                      <a:pt x="690" y="222"/>
                    </a:lnTo>
                    <a:lnTo>
                      <a:pt x="696" y="228"/>
                    </a:lnTo>
                    <a:lnTo>
                      <a:pt x="696" y="234"/>
                    </a:lnTo>
                    <a:lnTo>
                      <a:pt x="690" y="240"/>
                    </a:lnTo>
                    <a:lnTo>
                      <a:pt x="678" y="240"/>
                    </a:lnTo>
                    <a:lnTo>
                      <a:pt x="666" y="234"/>
                    </a:lnTo>
                    <a:lnTo>
                      <a:pt x="660" y="228"/>
                    </a:lnTo>
                    <a:lnTo>
                      <a:pt x="654" y="228"/>
                    </a:lnTo>
                    <a:lnTo>
                      <a:pt x="648" y="234"/>
                    </a:lnTo>
                    <a:lnTo>
                      <a:pt x="624" y="234"/>
                    </a:lnTo>
                    <a:lnTo>
                      <a:pt x="612" y="240"/>
                    </a:lnTo>
                    <a:lnTo>
                      <a:pt x="600" y="240"/>
                    </a:lnTo>
                    <a:lnTo>
                      <a:pt x="582" y="246"/>
                    </a:lnTo>
                    <a:lnTo>
                      <a:pt x="558" y="258"/>
                    </a:lnTo>
                    <a:lnTo>
                      <a:pt x="546" y="252"/>
                    </a:lnTo>
                    <a:lnTo>
                      <a:pt x="534" y="252"/>
                    </a:lnTo>
                    <a:lnTo>
                      <a:pt x="522" y="246"/>
                    </a:lnTo>
                    <a:lnTo>
                      <a:pt x="498" y="246"/>
                    </a:lnTo>
                    <a:lnTo>
                      <a:pt x="480" y="240"/>
                    </a:lnTo>
                    <a:lnTo>
                      <a:pt x="468" y="228"/>
                    </a:lnTo>
                    <a:lnTo>
                      <a:pt x="456" y="222"/>
                    </a:lnTo>
                    <a:lnTo>
                      <a:pt x="444" y="210"/>
                    </a:lnTo>
                    <a:lnTo>
                      <a:pt x="438" y="198"/>
                    </a:lnTo>
                    <a:lnTo>
                      <a:pt x="432" y="192"/>
                    </a:lnTo>
                    <a:lnTo>
                      <a:pt x="432" y="186"/>
                    </a:lnTo>
                    <a:lnTo>
                      <a:pt x="378" y="186"/>
                    </a:lnTo>
                    <a:lnTo>
                      <a:pt x="354" y="162"/>
                    </a:lnTo>
                    <a:lnTo>
                      <a:pt x="336" y="126"/>
                    </a:lnTo>
                    <a:lnTo>
                      <a:pt x="330" y="120"/>
                    </a:lnTo>
                    <a:lnTo>
                      <a:pt x="330" y="114"/>
                    </a:lnTo>
                    <a:lnTo>
                      <a:pt x="312" y="114"/>
                    </a:lnTo>
                    <a:lnTo>
                      <a:pt x="312" y="108"/>
                    </a:lnTo>
                    <a:lnTo>
                      <a:pt x="306" y="102"/>
                    </a:lnTo>
                    <a:lnTo>
                      <a:pt x="300" y="102"/>
                    </a:lnTo>
                    <a:lnTo>
                      <a:pt x="294" y="96"/>
                    </a:lnTo>
                    <a:lnTo>
                      <a:pt x="282" y="90"/>
                    </a:lnTo>
                    <a:lnTo>
                      <a:pt x="270" y="78"/>
                    </a:lnTo>
                    <a:lnTo>
                      <a:pt x="270" y="72"/>
                    </a:lnTo>
                    <a:lnTo>
                      <a:pt x="282" y="72"/>
                    </a:lnTo>
                    <a:lnTo>
                      <a:pt x="288" y="66"/>
                    </a:lnTo>
                    <a:lnTo>
                      <a:pt x="288" y="60"/>
                    </a:lnTo>
                    <a:lnTo>
                      <a:pt x="282" y="54"/>
                    </a:lnTo>
                    <a:lnTo>
                      <a:pt x="276" y="54"/>
                    </a:lnTo>
                    <a:lnTo>
                      <a:pt x="276" y="42"/>
                    </a:lnTo>
                    <a:lnTo>
                      <a:pt x="282" y="36"/>
                    </a:lnTo>
                    <a:lnTo>
                      <a:pt x="282" y="18"/>
                    </a:lnTo>
                    <a:lnTo>
                      <a:pt x="276" y="12"/>
                    </a:lnTo>
                    <a:lnTo>
                      <a:pt x="270" y="0"/>
                    </a:lnTo>
                    <a:lnTo>
                      <a:pt x="258" y="0"/>
                    </a:lnTo>
                    <a:lnTo>
                      <a:pt x="246" y="6"/>
                    </a:lnTo>
                    <a:lnTo>
                      <a:pt x="234" y="18"/>
                    </a:lnTo>
                    <a:lnTo>
                      <a:pt x="222" y="24"/>
                    </a:lnTo>
                    <a:lnTo>
                      <a:pt x="204" y="36"/>
                    </a:lnTo>
                    <a:lnTo>
                      <a:pt x="192" y="48"/>
                    </a:lnTo>
                    <a:lnTo>
                      <a:pt x="192" y="54"/>
                    </a:lnTo>
                    <a:lnTo>
                      <a:pt x="186" y="60"/>
                    </a:lnTo>
                    <a:lnTo>
                      <a:pt x="180" y="72"/>
                    </a:lnTo>
                    <a:lnTo>
                      <a:pt x="132" y="72"/>
                    </a:lnTo>
                    <a:lnTo>
                      <a:pt x="96" y="60"/>
                    </a:lnTo>
                    <a:lnTo>
                      <a:pt x="84" y="54"/>
                    </a:lnTo>
                    <a:lnTo>
                      <a:pt x="66" y="36"/>
                    </a:lnTo>
                    <a:lnTo>
                      <a:pt x="54" y="12"/>
                    </a:lnTo>
                    <a:lnTo>
                      <a:pt x="54" y="6"/>
                    </a:lnTo>
                    <a:lnTo>
                      <a:pt x="48" y="0"/>
                    </a:lnTo>
                    <a:lnTo>
                      <a:pt x="42" y="0"/>
                    </a:lnTo>
                    <a:lnTo>
                      <a:pt x="24" y="18"/>
                    </a:lnTo>
                    <a:lnTo>
                      <a:pt x="24" y="30"/>
                    </a:lnTo>
                    <a:lnTo>
                      <a:pt x="0" y="30"/>
                    </a:lnTo>
                    <a:lnTo>
                      <a:pt x="18" y="54"/>
                    </a:lnTo>
                    <a:lnTo>
                      <a:pt x="18" y="84"/>
                    </a:lnTo>
                    <a:lnTo>
                      <a:pt x="30" y="96"/>
                    </a:lnTo>
                    <a:lnTo>
                      <a:pt x="30" y="108"/>
                    </a:lnTo>
                    <a:lnTo>
                      <a:pt x="36" y="114"/>
                    </a:lnTo>
                    <a:lnTo>
                      <a:pt x="42" y="114"/>
                    </a:lnTo>
                    <a:lnTo>
                      <a:pt x="36" y="120"/>
                    </a:lnTo>
                    <a:lnTo>
                      <a:pt x="36" y="126"/>
                    </a:lnTo>
                    <a:lnTo>
                      <a:pt x="30" y="138"/>
                    </a:lnTo>
                    <a:lnTo>
                      <a:pt x="24" y="144"/>
                    </a:lnTo>
                    <a:lnTo>
                      <a:pt x="60" y="162"/>
                    </a:lnTo>
                    <a:lnTo>
                      <a:pt x="60" y="192"/>
                    </a:lnTo>
                    <a:lnTo>
                      <a:pt x="84" y="198"/>
                    </a:lnTo>
                    <a:lnTo>
                      <a:pt x="84" y="210"/>
                    </a:lnTo>
                    <a:lnTo>
                      <a:pt x="96" y="246"/>
                    </a:lnTo>
                    <a:lnTo>
                      <a:pt x="108" y="270"/>
                    </a:lnTo>
                    <a:lnTo>
                      <a:pt x="120" y="282"/>
                    </a:lnTo>
                    <a:lnTo>
                      <a:pt x="120" y="300"/>
                    </a:lnTo>
                    <a:lnTo>
                      <a:pt x="144" y="306"/>
                    </a:lnTo>
                    <a:lnTo>
                      <a:pt x="156" y="324"/>
                    </a:lnTo>
                    <a:lnTo>
                      <a:pt x="162" y="318"/>
                    </a:lnTo>
                    <a:lnTo>
                      <a:pt x="174" y="312"/>
                    </a:lnTo>
                    <a:lnTo>
                      <a:pt x="186" y="312"/>
                    </a:lnTo>
                    <a:lnTo>
                      <a:pt x="186" y="318"/>
                    </a:lnTo>
                    <a:lnTo>
                      <a:pt x="168" y="336"/>
                    </a:lnTo>
                    <a:lnTo>
                      <a:pt x="168" y="342"/>
                    </a:lnTo>
                    <a:lnTo>
                      <a:pt x="180" y="354"/>
                    </a:lnTo>
                    <a:lnTo>
                      <a:pt x="186" y="366"/>
                    </a:lnTo>
                    <a:lnTo>
                      <a:pt x="186" y="372"/>
                    </a:lnTo>
                    <a:lnTo>
                      <a:pt x="174" y="384"/>
                    </a:lnTo>
                    <a:lnTo>
                      <a:pt x="168" y="384"/>
                    </a:lnTo>
                    <a:lnTo>
                      <a:pt x="168" y="414"/>
                    </a:lnTo>
                    <a:lnTo>
                      <a:pt x="156" y="414"/>
                    </a:lnTo>
                    <a:lnTo>
                      <a:pt x="144" y="426"/>
                    </a:lnTo>
                    <a:lnTo>
                      <a:pt x="144" y="432"/>
                    </a:lnTo>
                    <a:lnTo>
                      <a:pt x="156" y="444"/>
                    </a:lnTo>
                    <a:lnTo>
                      <a:pt x="150" y="450"/>
                    </a:lnTo>
                    <a:lnTo>
                      <a:pt x="144" y="462"/>
                    </a:lnTo>
                    <a:lnTo>
                      <a:pt x="144" y="468"/>
                    </a:lnTo>
                    <a:lnTo>
                      <a:pt x="150" y="474"/>
                    </a:lnTo>
                    <a:lnTo>
                      <a:pt x="162" y="480"/>
                    </a:lnTo>
                    <a:lnTo>
                      <a:pt x="174" y="492"/>
                    </a:lnTo>
                    <a:lnTo>
                      <a:pt x="198" y="504"/>
                    </a:lnTo>
                    <a:lnTo>
                      <a:pt x="204" y="510"/>
                    </a:lnTo>
                    <a:lnTo>
                      <a:pt x="210" y="510"/>
                    </a:lnTo>
                    <a:lnTo>
                      <a:pt x="210" y="552"/>
                    </a:lnTo>
                    <a:lnTo>
                      <a:pt x="234" y="552"/>
                    </a:lnTo>
                    <a:lnTo>
                      <a:pt x="240" y="558"/>
                    </a:lnTo>
                    <a:lnTo>
                      <a:pt x="252" y="564"/>
                    </a:lnTo>
                    <a:lnTo>
                      <a:pt x="270" y="582"/>
                    </a:lnTo>
                    <a:lnTo>
                      <a:pt x="288" y="582"/>
                    </a:lnTo>
                    <a:lnTo>
                      <a:pt x="294" y="588"/>
                    </a:lnTo>
                    <a:lnTo>
                      <a:pt x="300" y="600"/>
                    </a:lnTo>
                    <a:lnTo>
                      <a:pt x="330" y="636"/>
                    </a:lnTo>
                    <a:lnTo>
                      <a:pt x="330" y="648"/>
                    </a:lnTo>
                    <a:lnTo>
                      <a:pt x="324" y="660"/>
                    </a:lnTo>
                    <a:lnTo>
                      <a:pt x="324" y="696"/>
                    </a:lnTo>
                    <a:lnTo>
                      <a:pt x="330" y="702"/>
                    </a:lnTo>
                    <a:lnTo>
                      <a:pt x="342" y="708"/>
                    </a:lnTo>
                    <a:lnTo>
                      <a:pt x="348" y="714"/>
                    </a:lnTo>
                    <a:lnTo>
                      <a:pt x="354" y="714"/>
                    </a:lnTo>
                    <a:lnTo>
                      <a:pt x="360" y="744"/>
                    </a:lnTo>
                    <a:lnTo>
                      <a:pt x="372" y="750"/>
                    </a:lnTo>
                    <a:lnTo>
                      <a:pt x="384" y="762"/>
                    </a:lnTo>
                    <a:lnTo>
                      <a:pt x="384" y="768"/>
                    </a:lnTo>
                    <a:lnTo>
                      <a:pt x="390" y="774"/>
                    </a:lnTo>
                    <a:lnTo>
                      <a:pt x="402" y="780"/>
                    </a:lnTo>
                    <a:lnTo>
                      <a:pt x="408" y="786"/>
                    </a:lnTo>
                    <a:lnTo>
                      <a:pt x="420" y="792"/>
                    </a:lnTo>
                    <a:lnTo>
                      <a:pt x="426" y="786"/>
                    </a:lnTo>
                    <a:lnTo>
                      <a:pt x="426" y="774"/>
                    </a:lnTo>
                    <a:lnTo>
                      <a:pt x="420" y="768"/>
                    </a:lnTo>
                    <a:lnTo>
                      <a:pt x="420" y="762"/>
                    </a:lnTo>
                    <a:lnTo>
                      <a:pt x="426" y="756"/>
                    </a:lnTo>
                    <a:lnTo>
                      <a:pt x="438" y="750"/>
                    </a:lnTo>
                    <a:lnTo>
                      <a:pt x="444" y="756"/>
                    </a:lnTo>
                    <a:lnTo>
                      <a:pt x="450" y="756"/>
                    </a:lnTo>
                    <a:lnTo>
                      <a:pt x="450" y="768"/>
                    </a:lnTo>
                    <a:lnTo>
                      <a:pt x="456" y="780"/>
                    </a:lnTo>
                    <a:lnTo>
                      <a:pt x="474" y="780"/>
                    </a:lnTo>
                    <a:lnTo>
                      <a:pt x="474" y="786"/>
                    </a:lnTo>
                    <a:lnTo>
                      <a:pt x="474" y="780"/>
                    </a:lnTo>
                    <a:lnTo>
                      <a:pt x="480" y="780"/>
                    </a:lnTo>
                    <a:lnTo>
                      <a:pt x="480" y="768"/>
                    </a:lnTo>
                    <a:lnTo>
                      <a:pt x="504" y="768"/>
                    </a:lnTo>
                    <a:lnTo>
                      <a:pt x="504" y="804"/>
                    </a:lnTo>
                    <a:lnTo>
                      <a:pt x="510" y="810"/>
                    </a:lnTo>
                    <a:lnTo>
                      <a:pt x="516" y="810"/>
                    </a:lnTo>
                    <a:lnTo>
                      <a:pt x="528" y="816"/>
                    </a:lnTo>
                    <a:lnTo>
                      <a:pt x="540" y="828"/>
                    </a:lnTo>
                    <a:lnTo>
                      <a:pt x="540" y="846"/>
                    </a:lnTo>
                    <a:lnTo>
                      <a:pt x="552" y="858"/>
                    </a:lnTo>
                    <a:lnTo>
                      <a:pt x="558" y="870"/>
                    </a:lnTo>
                    <a:lnTo>
                      <a:pt x="564" y="876"/>
                    </a:lnTo>
                    <a:lnTo>
                      <a:pt x="570" y="876"/>
                    </a:lnTo>
                    <a:lnTo>
                      <a:pt x="582" y="894"/>
                    </a:lnTo>
                    <a:lnTo>
                      <a:pt x="582" y="906"/>
                    </a:lnTo>
                    <a:lnTo>
                      <a:pt x="594" y="930"/>
                    </a:lnTo>
                    <a:lnTo>
                      <a:pt x="600" y="936"/>
                    </a:lnTo>
                    <a:lnTo>
                      <a:pt x="606" y="936"/>
                    </a:lnTo>
                    <a:lnTo>
                      <a:pt x="612" y="942"/>
                    </a:lnTo>
                    <a:lnTo>
                      <a:pt x="618" y="954"/>
                    </a:lnTo>
                    <a:lnTo>
                      <a:pt x="618" y="960"/>
                    </a:lnTo>
                    <a:lnTo>
                      <a:pt x="648" y="960"/>
                    </a:lnTo>
                    <a:lnTo>
                      <a:pt x="666" y="984"/>
                    </a:lnTo>
                    <a:lnTo>
                      <a:pt x="684" y="978"/>
                    </a:lnTo>
                    <a:lnTo>
                      <a:pt x="702" y="978"/>
                    </a:lnTo>
                    <a:lnTo>
                      <a:pt x="720" y="996"/>
                    </a:lnTo>
                    <a:lnTo>
                      <a:pt x="738" y="1008"/>
                    </a:lnTo>
                    <a:lnTo>
                      <a:pt x="756" y="1026"/>
                    </a:lnTo>
                    <a:lnTo>
                      <a:pt x="792" y="1050"/>
                    </a:lnTo>
                    <a:lnTo>
                      <a:pt x="810" y="1050"/>
                    </a:lnTo>
                    <a:lnTo>
                      <a:pt x="822" y="1056"/>
                    </a:lnTo>
                    <a:lnTo>
                      <a:pt x="834" y="1068"/>
                    </a:lnTo>
                    <a:lnTo>
                      <a:pt x="852" y="1068"/>
                    </a:lnTo>
                    <a:lnTo>
                      <a:pt x="876" y="1056"/>
                    </a:lnTo>
                    <a:lnTo>
                      <a:pt x="876" y="1050"/>
                    </a:lnTo>
                    <a:lnTo>
                      <a:pt x="900" y="1056"/>
                    </a:lnTo>
                    <a:lnTo>
                      <a:pt x="912" y="1032"/>
                    </a:lnTo>
                    <a:lnTo>
                      <a:pt x="930" y="1032"/>
                    </a:lnTo>
                    <a:lnTo>
                      <a:pt x="954" y="1008"/>
                    </a:lnTo>
                    <a:lnTo>
                      <a:pt x="966" y="1020"/>
                    </a:lnTo>
                    <a:lnTo>
                      <a:pt x="972" y="1014"/>
                    </a:lnTo>
                    <a:lnTo>
                      <a:pt x="984" y="1014"/>
                    </a:lnTo>
                    <a:lnTo>
                      <a:pt x="1002" y="1032"/>
                    </a:lnTo>
                    <a:lnTo>
                      <a:pt x="1014" y="1050"/>
                    </a:lnTo>
                    <a:lnTo>
                      <a:pt x="1020" y="1068"/>
                    </a:lnTo>
                    <a:lnTo>
                      <a:pt x="1032" y="1080"/>
                    </a:lnTo>
                    <a:lnTo>
                      <a:pt x="1032" y="1098"/>
                    </a:lnTo>
                    <a:lnTo>
                      <a:pt x="1038" y="1110"/>
                    </a:lnTo>
                    <a:lnTo>
                      <a:pt x="1044" y="1116"/>
                    </a:lnTo>
                    <a:lnTo>
                      <a:pt x="1056" y="1122"/>
                    </a:lnTo>
                    <a:lnTo>
                      <a:pt x="1080" y="1122"/>
                    </a:lnTo>
                    <a:lnTo>
                      <a:pt x="1080" y="1128"/>
                    </a:lnTo>
                    <a:lnTo>
                      <a:pt x="1086" y="1134"/>
                    </a:lnTo>
                    <a:lnTo>
                      <a:pt x="1098" y="1140"/>
                    </a:lnTo>
                    <a:lnTo>
                      <a:pt x="1164" y="1140"/>
                    </a:lnTo>
                    <a:lnTo>
                      <a:pt x="1176" y="1146"/>
                    </a:lnTo>
                    <a:lnTo>
                      <a:pt x="1200" y="1170"/>
                    </a:lnTo>
                    <a:lnTo>
                      <a:pt x="1212" y="1170"/>
                    </a:lnTo>
                    <a:lnTo>
                      <a:pt x="1224" y="1164"/>
                    </a:lnTo>
                    <a:lnTo>
                      <a:pt x="1230" y="1164"/>
                    </a:lnTo>
                    <a:lnTo>
                      <a:pt x="1242" y="1158"/>
                    </a:lnTo>
                    <a:lnTo>
                      <a:pt x="1248" y="1158"/>
                    </a:lnTo>
                    <a:lnTo>
                      <a:pt x="1254" y="1164"/>
                    </a:lnTo>
                    <a:lnTo>
                      <a:pt x="1278" y="1176"/>
                    </a:lnTo>
                    <a:lnTo>
                      <a:pt x="1296" y="1182"/>
                    </a:lnTo>
                    <a:lnTo>
                      <a:pt x="1326" y="1182"/>
                    </a:lnTo>
                    <a:lnTo>
                      <a:pt x="1338" y="1176"/>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3" name="Indonesia" descr="© INSCALE GmbH, 05.05.2010&#10;http://www.presentationload.com/">
                <a:extLst>
                  <a:ext uri="{FF2B5EF4-FFF2-40B4-BE49-F238E27FC236}">
                    <a16:creationId xmlns:a16="http://schemas.microsoft.com/office/drawing/2014/main" id="{A5AF35B2-98C7-5C4E-A50A-C1A3F1BA0745}"/>
                  </a:ext>
                </a:extLst>
              </p:cNvPr>
              <p:cNvSpPr>
                <a:spLocks noEditPoints="1"/>
              </p:cNvSpPr>
              <p:nvPr/>
            </p:nvSpPr>
            <p:spPr bwMode="gray">
              <a:xfrm>
                <a:off x="8569677" y="3949398"/>
                <a:ext cx="1372440" cy="547332"/>
              </a:xfrm>
              <a:custGeom>
                <a:avLst/>
                <a:gdLst>
                  <a:gd name="T0" fmla="*/ 2147483647 w 3264"/>
                  <a:gd name="T1" fmla="*/ 2147483647 h 1302"/>
                  <a:gd name="T2" fmla="*/ 2147483647 w 3264"/>
                  <a:gd name="T3" fmla="*/ 2147483647 h 1302"/>
                  <a:gd name="T4" fmla="*/ 2147483647 w 3264"/>
                  <a:gd name="T5" fmla="*/ 2147483647 h 1302"/>
                  <a:gd name="T6" fmla="*/ 2147483647 w 3264"/>
                  <a:gd name="T7" fmla="*/ 2147483647 h 1302"/>
                  <a:gd name="T8" fmla="*/ 2147483647 w 3264"/>
                  <a:gd name="T9" fmla="*/ 2147483647 h 1302"/>
                  <a:gd name="T10" fmla="*/ 2147483647 w 3264"/>
                  <a:gd name="T11" fmla="*/ 2147483647 h 1302"/>
                  <a:gd name="T12" fmla="*/ 2147483647 w 3264"/>
                  <a:gd name="T13" fmla="*/ 2147483647 h 1302"/>
                  <a:gd name="T14" fmla="*/ 2147483647 w 3264"/>
                  <a:gd name="T15" fmla="*/ 2147483647 h 1302"/>
                  <a:gd name="T16" fmla="*/ 2147483647 w 3264"/>
                  <a:gd name="T17" fmla="*/ 2147483647 h 1302"/>
                  <a:gd name="T18" fmla="*/ 2147483647 w 3264"/>
                  <a:gd name="T19" fmla="*/ 2147483647 h 1302"/>
                  <a:gd name="T20" fmla="*/ 2147483647 w 3264"/>
                  <a:gd name="T21" fmla="*/ 2147483647 h 1302"/>
                  <a:gd name="T22" fmla="*/ 2147483647 w 3264"/>
                  <a:gd name="T23" fmla="*/ 2147483647 h 1302"/>
                  <a:gd name="T24" fmla="*/ 2147483647 w 3264"/>
                  <a:gd name="T25" fmla="*/ 2147483647 h 1302"/>
                  <a:gd name="T26" fmla="*/ 2147483647 w 3264"/>
                  <a:gd name="T27" fmla="*/ 2147483647 h 1302"/>
                  <a:gd name="T28" fmla="*/ 2147483647 w 3264"/>
                  <a:gd name="T29" fmla="*/ 2147483647 h 1302"/>
                  <a:gd name="T30" fmla="*/ 2147483647 w 3264"/>
                  <a:gd name="T31" fmla="*/ 2147483647 h 1302"/>
                  <a:gd name="T32" fmla="*/ 2147483647 w 3264"/>
                  <a:gd name="T33" fmla="*/ 2147483647 h 1302"/>
                  <a:gd name="T34" fmla="*/ 2147483647 w 3264"/>
                  <a:gd name="T35" fmla="*/ 2147483647 h 1302"/>
                  <a:gd name="T36" fmla="*/ 2147483647 w 3264"/>
                  <a:gd name="T37" fmla="*/ 2147483647 h 1302"/>
                  <a:gd name="T38" fmla="*/ 2147483647 w 3264"/>
                  <a:gd name="T39" fmla="*/ 2147483647 h 1302"/>
                  <a:gd name="T40" fmla="*/ 2147483647 w 3264"/>
                  <a:gd name="T41" fmla="*/ 2147483647 h 1302"/>
                  <a:gd name="T42" fmla="*/ 2147483647 w 3264"/>
                  <a:gd name="T43" fmla="*/ 2147483647 h 1302"/>
                  <a:gd name="T44" fmla="*/ 2147483647 w 3264"/>
                  <a:gd name="T45" fmla="*/ 2147483647 h 1302"/>
                  <a:gd name="T46" fmla="*/ 2147483647 w 3264"/>
                  <a:gd name="T47" fmla="*/ 2147483647 h 1302"/>
                  <a:gd name="T48" fmla="*/ 2147483647 w 3264"/>
                  <a:gd name="T49" fmla="*/ 2147483647 h 1302"/>
                  <a:gd name="T50" fmla="*/ 2147483647 w 3264"/>
                  <a:gd name="T51" fmla="*/ 2147483647 h 1302"/>
                  <a:gd name="T52" fmla="*/ 2147483647 w 3264"/>
                  <a:gd name="T53" fmla="*/ 2147483647 h 1302"/>
                  <a:gd name="T54" fmla="*/ 2147483647 w 3264"/>
                  <a:gd name="T55" fmla="*/ 2147483647 h 1302"/>
                  <a:gd name="T56" fmla="*/ 2147483647 w 3264"/>
                  <a:gd name="T57" fmla="*/ 2147483647 h 1302"/>
                  <a:gd name="T58" fmla="*/ 2147483647 w 3264"/>
                  <a:gd name="T59" fmla="*/ 2147483647 h 1302"/>
                  <a:gd name="T60" fmla="*/ 2147483647 w 3264"/>
                  <a:gd name="T61" fmla="*/ 2147483647 h 1302"/>
                  <a:gd name="T62" fmla="*/ 2147483647 w 3264"/>
                  <a:gd name="T63" fmla="*/ 2147483647 h 1302"/>
                  <a:gd name="T64" fmla="*/ 2147483647 w 3264"/>
                  <a:gd name="T65" fmla="*/ 2147483647 h 1302"/>
                  <a:gd name="T66" fmla="*/ 2147483647 w 3264"/>
                  <a:gd name="T67" fmla="*/ 2147483647 h 1302"/>
                  <a:gd name="T68" fmla="*/ 2147483647 w 3264"/>
                  <a:gd name="T69" fmla="*/ 2147483647 h 1302"/>
                  <a:gd name="T70" fmla="*/ 2147483647 w 3264"/>
                  <a:gd name="T71" fmla="*/ 2147483647 h 1302"/>
                  <a:gd name="T72" fmla="*/ 2147483647 w 3264"/>
                  <a:gd name="T73" fmla="*/ 2147483647 h 1302"/>
                  <a:gd name="T74" fmla="*/ 2147483647 w 3264"/>
                  <a:gd name="T75" fmla="*/ 2147483647 h 1302"/>
                  <a:gd name="T76" fmla="*/ 2147483647 w 3264"/>
                  <a:gd name="T77" fmla="*/ 2147483647 h 1302"/>
                  <a:gd name="T78" fmla="*/ 2147483647 w 3264"/>
                  <a:gd name="T79" fmla="*/ 2147483647 h 1302"/>
                  <a:gd name="T80" fmla="*/ 2147483647 w 3264"/>
                  <a:gd name="T81" fmla="*/ 2147483647 h 1302"/>
                  <a:gd name="T82" fmla="*/ 2147483647 w 3264"/>
                  <a:gd name="T83" fmla="*/ 2147483647 h 1302"/>
                  <a:gd name="T84" fmla="*/ 2147483647 w 3264"/>
                  <a:gd name="T85" fmla="*/ 2147483647 h 1302"/>
                  <a:gd name="T86" fmla="*/ 2147483647 w 3264"/>
                  <a:gd name="T87" fmla="*/ 2147483647 h 1302"/>
                  <a:gd name="T88" fmla="*/ 2147483647 w 3264"/>
                  <a:gd name="T89" fmla="*/ 2147483647 h 1302"/>
                  <a:gd name="T90" fmla="*/ 2147483647 w 3264"/>
                  <a:gd name="T91" fmla="*/ 2147483647 h 1302"/>
                  <a:gd name="T92" fmla="*/ 2147483647 w 3264"/>
                  <a:gd name="T93" fmla="*/ 2147483647 h 1302"/>
                  <a:gd name="T94" fmla="*/ 2147483647 w 3264"/>
                  <a:gd name="T95" fmla="*/ 2147483647 h 1302"/>
                  <a:gd name="T96" fmla="*/ 2147483647 w 3264"/>
                  <a:gd name="T97" fmla="*/ 2147483647 h 1302"/>
                  <a:gd name="T98" fmla="*/ 2147483647 w 3264"/>
                  <a:gd name="T99" fmla="*/ 2147483647 h 1302"/>
                  <a:gd name="T100" fmla="*/ 2147483647 w 3264"/>
                  <a:gd name="T101" fmla="*/ 2147483647 h 1302"/>
                  <a:gd name="T102" fmla="*/ 2147483647 w 3264"/>
                  <a:gd name="T103" fmla="*/ 2147483647 h 1302"/>
                  <a:gd name="T104" fmla="*/ 2147483647 w 3264"/>
                  <a:gd name="T105" fmla="*/ 2147483647 h 1302"/>
                  <a:gd name="T106" fmla="*/ 2147483647 w 3264"/>
                  <a:gd name="T107" fmla="*/ 2147483647 h 1302"/>
                  <a:gd name="T108" fmla="*/ 2147483647 w 3264"/>
                  <a:gd name="T109" fmla="*/ 2147483647 h 1302"/>
                  <a:gd name="T110" fmla="*/ 2147483647 w 3264"/>
                  <a:gd name="T111" fmla="*/ 2147483647 h 1302"/>
                  <a:gd name="T112" fmla="*/ 2147483647 w 3264"/>
                  <a:gd name="T113" fmla="*/ 2147483647 h 1302"/>
                  <a:gd name="T114" fmla="*/ 2147483647 w 3264"/>
                  <a:gd name="T115" fmla="*/ 2147483647 h 1302"/>
                  <a:gd name="T116" fmla="*/ 2147483647 w 3264"/>
                  <a:gd name="T117" fmla="*/ 2147483647 h 1302"/>
                  <a:gd name="T118" fmla="*/ 2147483647 w 3264"/>
                  <a:gd name="T119" fmla="*/ 2147483647 h 1302"/>
                  <a:gd name="T120" fmla="*/ 2147483647 w 3264"/>
                  <a:gd name="T121" fmla="*/ 2147483647 h 1302"/>
                  <a:gd name="T122" fmla="*/ 2147483647 w 3264"/>
                  <a:gd name="T123" fmla="*/ 2147483647 h 1302"/>
                  <a:gd name="T124" fmla="*/ 2147483647 w 3264"/>
                  <a:gd name="T125" fmla="*/ 2147483647 h 13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64"/>
                  <a:gd name="T190" fmla="*/ 0 h 1302"/>
                  <a:gd name="T191" fmla="*/ 3264 w 3264"/>
                  <a:gd name="T192" fmla="*/ 1302 h 13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64" h="1302">
                    <a:moveTo>
                      <a:pt x="1788" y="984"/>
                    </a:moveTo>
                    <a:lnTo>
                      <a:pt x="1806" y="978"/>
                    </a:lnTo>
                    <a:lnTo>
                      <a:pt x="1818" y="954"/>
                    </a:lnTo>
                    <a:lnTo>
                      <a:pt x="1812" y="930"/>
                    </a:lnTo>
                    <a:lnTo>
                      <a:pt x="1788" y="984"/>
                    </a:lnTo>
                    <a:close/>
                    <a:moveTo>
                      <a:pt x="672" y="462"/>
                    </a:moveTo>
                    <a:lnTo>
                      <a:pt x="702" y="480"/>
                    </a:lnTo>
                    <a:lnTo>
                      <a:pt x="702" y="450"/>
                    </a:lnTo>
                    <a:lnTo>
                      <a:pt x="672" y="426"/>
                    </a:lnTo>
                    <a:lnTo>
                      <a:pt x="672" y="462"/>
                    </a:lnTo>
                    <a:close/>
                    <a:moveTo>
                      <a:pt x="678" y="492"/>
                    </a:moveTo>
                    <a:lnTo>
                      <a:pt x="654" y="516"/>
                    </a:lnTo>
                    <a:lnTo>
                      <a:pt x="678" y="546"/>
                    </a:lnTo>
                    <a:lnTo>
                      <a:pt x="678" y="492"/>
                    </a:lnTo>
                    <a:close/>
                    <a:moveTo>
                      <a:pt x="906" y="714"/>
                    </a:moveTo>
                    <a:lnTo>
                      <a:pt x="930" y="732"/>
                    </a:lnTo>
                    <a:lnTo>
                      <a:pt x="936" y="708"/>
                    </a:lnTo>
                    <a:lnTo>
                      <a:pt x="936" y="702"/>
                    </a:lnTo>
                    <a:lnTo>
                      <a:pt x="930" y="696"/>
                    </a:lnTo>
                    <a:lnTo>
                      <a:pt x="930" y="690"/>
                    </a:lnTo>
                    <a:lnTo>
                      <a:pt x="912" y="672"/>
                    </a:lnTo>
                    <a:lnTo>
                      <a:pt x="900" y="666"/>
                    </a:lnTo>
                    <a:lnTo>
                      <a:pt x="888" y="666"/>
                    </a:lnTo>
                    <a:lnTo>
                      <a:pt x="882" y="672"/>
                    </a:lnTo>
                    <a:lnTo>
                      <a:pt x="876" y="684"/>
                    </a:lnTo>
                    <a:lnTo>
                      <a:pt x="882" y="696"/>
                    </a:lnTo>
                    <a:lnTo>
                      <a:pt x="882" y="708"/>
                    </a:lnTo>
                    <a:lnTo>
                      <a:pt x="888" y="720"/>
                    </a:lnTo>
                    <a:lnTo>
                      <a:pt x="906" y="714"/>
                    </a:lnTo>
                    <a:close/>
                    <a:moveTo>
                      <a:pt x="684" y="372"/>
                    </a:moveTo>
                    <a:lnTo>
                      <a:pt x="672" y="360"/>
                    </a:lnTo>
                    <a:lnTo>
                      <a:pt x="660" y="372"/>
                    </a:lnTo>
                    <a:lnTo>
                      <a:pt x="672" y="396"/>
                    </a:lnTo>
                    <a:lnTo>
                      <a:pt x="684" y="396"/>
                    </a:lnTo>
                    <a:lnTo>
                      <a:pt x="684" y="372"/>
                    </a:lnTo>
                    <a:close/>
                    <a:moveTo>
                      <a:pt x="750" y="624"/>
                    </a:moveTo>
                    <a:lnTo>
                      <a:pt x="750" y="630"/>
                    </a:lnTo>
                    <a:lnTo>
                      <a:pt x="756" y="636"/>
                    </a:lnTo>
                    <a:lnTo>
                      <a:pt x="756" y="648"/>
                    </a:lnTo>
                    <a:lnTo>
                      <a:pt x="774" y="684"/>
                    </a:lnTo>
                    <a:lnTo>
                      <a:pt x="786" y="690"/>
                    </a:lnTo>
                    <a:lnTo>
                      <a:pt x="804" y="696"/>
                    </a:lnTo>
                    <a:lnTo>
                      <a:pt x="816" y="702"/>
                    </a:lnTo>
                    <a:lnTo>
                      <a:pt x="834" y="702"/>
                    </a:lnTo>
                    <a:lnTo>
                      <a:pt x="828" y="660"/>
                    </a:lnTo>
                    <a:lnTo>
                      <a:pt x="810" y="648"/>
                    </a:lnTo>
                    <a:lnTo>
                      <a:pt x="810" y="618"/>
                    </a:lnTo>
                    <a:lnTo>
                      <a:pt x="804" y="606"/>
                    </a:lnTo>
                    <a:lnTo>
                      <a:pt x="792" y="600"/>
                    </a:lnTo>
                    <a:lnTo>
                      <a:pt x="786" y="588"/>
                    </a:lnTo>
                    <a:lnTo>
                      <a:pt x="768" y="582"/>
                    </a:lnTo>
                    <a:lnTo>
                      <a:pt x="756" y="576"/>
                    </a:lnTo>
                    <a:lnTo>
                      <a:pt x="732" y="576"/>
                    </a:lnTo>
                    <a:lnTo>
                      <a:pt x="732" y="582"/>
                    </a:lnTo>
                    <a:lnTo>
                      <a:pt x="726" y="588"/>
                    </a:lnTo>
                    <a:lnTo>
                      <a:pt x="726" y="600"/>
                    </a:lnTo>
                    <a:lnTo>
                      <a:pt x="714" y="600"/>
                    </a:lnTo>
                    <a:lnTo>
                      <a:pt x="714" y="606"/>
                    </a:lnTo>
                    <a:lnTo>
                      <a:pt x="708" y="612"/>
                    </a:lnTo>
                    <a:lnTo>
                      <a:pt x="714" y="624"/>
                    </a:lnTo>
                    <a:lnTo>
                      <a:pt x="750" y="624"/>
                    </a:lnTo>
                    <a:close/>
                    <a:moveTo>
                      <a:pt x="246" y="438"/>
                    </a:moveTo>
                    <a:lnTo>
                      <a:pt x="222" y="462"/>
                    </a:lnTo>
                    <a:lnTo>
                      <a:pt x="234" y="492"/>
                    </a:lnTo>
                    <a:lnTo>
                      <a:pt x="234" y="498"/>
                    </a:lnTo>
                    <a:lnTo>
                      <a:pt x="228" y="504"/>
                    </a:lnTo>
                    <a:lnTo>
                      <a:pt x="228" y="510"/>
                    </a:lnTo>
                    <a:lnTo>
                      <a:pt x="240" y="510"/>
                    </a:lnTo>
                    <a:lnTo>
                      <a:pt x="246" y="504"/>
                    </a:lnTo>
                    <a:lnTo>
                      <a:pt x="246" y="468"/>
                    </a:lnTo>
                    <a:lnTo>
                      <a:pt x="252" y="456"/>
                    </a:lnTo>
                    <a:lnTo>
                      <a:pt x="246" y="438"/>
                    </a:lnTo>
                    <a:close/>
                    <a:moveTo>
                      <a:pt x="264" y="534"/>
                    </a:moveTo>
                    <a:lnTo>
                      <a:pt x="258" y="546"/>
                    </a:lnTo>
                    <a:lnTo>
                      <a:pt x="258" y="588"/>
                    </a:lnTo>
                    <a:lnTo>
                      <a:pt x="264" y="600"/>
                    </a:lnTo>
                    <a:lnTo>
                      <a:pt x="276" y="612"/>
                    </a:lnTo>
                    <a:lnTo>
                      <a:pt x="288" y="612"/>
                    </a:lnTo>
                    <a:lnTo>
                      <a:pt x="294" y="606"/>
                    </a:lnTo>
                    <a:lnTo>
                      <a:pt x="294" y="588"/>
                    </a:lnTo>
                    <a:lnTo>
                      <a:pt x="288" y="576"/>
                    </a:lnTo>
                    <a:lnTo>
                      <a:pt x="282" y="558"/>
                    </a:lnTo>
                    <a:lnTo>
                      <a:pt x="282" y="546"/>
                    </a:lnTo>
                    <a:lnTo>
                      <a:pt x="276" y="534"/>
                    </a:lnTo>
                    <a:lnTo>
                      <a:pt x="264" y="534"/>
                    </a:lnTo>
                    <a:close/>
                    <a:moveTo>
                      <a:pt x="48" y="222"/>
                    </a:moveTo>
                    <a:lnTo>
                      <a:pt x="42" y="228"/>
                    </a:lnTo>
                    <a:lnTo>
                      <a:pt x="42" y="246"/>
                    </a:lnTo>
                    <a:lnTo>
                      <a:pt x="48" y="258"/>
                    </a:lnTo>
                    <a:lnTo>
                      <a:pt x="66" y="258"/>
                    </a:lnTo>
                    <a:lnTo>
                      <a:pt x="84" y="276"/>
                    </a:lnTo>
                    <a:lnTo>
                      <a:pt x="90" y="270"/>
                    </a:lnTo>
                    <a:lnTo>
                      <a:pt x="90" y="252"/>
                    </a:lnTo>
                    <a:lnTo>
                      <a:pt x="78" y="246"/>
                    </a:lnTo>
                    <a:lnTo>
                      <a:pt x="72" y="234"/>
                    </a:lnTo>
                    <a:lnTo>
                      <a:pt x="60" y="228"/>
                    </a:lnTo>
                    <a:lnTo>
                      <a:pt x="54" y="222"/>
                    </a:lnTo>
                    <a:lnTo>
                      <a:pt x="48" y="222"/>
                    </a:lnTo>
                    <a:close/>
                    <a:moveTo>
                      <a:pt x="162" y="330"/>
                    </a:moveTo>
                    <a:lnTo>
                      <a:pt x="156" y="330"/>
                    </a:lnTo>
                    <a:lnTo>
                      <a:pt x="144" y="342"/>
                    </a:lnTo>
                    <a:lnTo>
                      <a:pt x="144" y="354"/>
                    </a:lnTo>
                    <a:lnTo>
                      <a:pt x="156" y="366"/>
                    </a:lnTo>
                    <a:lnTo>
                      <a:pt x="162" y="378"/>
                    </a:lnTo>
                    <a:lnTo>
                      <a:pt x="174" y="390"/>
                    </a:lnTo>
                    <a:lnTo>
                      <a:pt x="180" y="402"/>
                    </a:lnTo>
                    <a:lnTo>
                      <a:pt x="192" y="414"/>
                    </a:lnTo>
                    <a:lnTo>
                      <a:pt x="198" y="408"/>
                    </a:lnTo>
                    <a:lnTo>
                      <a:pt x="198" y="402"/>
                    </a:lnTo>
                    <a:lnTo>
                      <a:pt x="204" y="390"/>
                    </a:lnTo>
                    <a:lnTo>
                      <a:pt x="204" y="384"/>
                    </a:lnTo>
                    <a:lnTo>
                      <a:pt x="198" y="372"/>
                    </a:lnTo>
                    <a:lnTo>
                      <a:pt x="198" y="366"/>
                    </a:lnTo>
                    <a:lnTo>
                      <a:pt x="192" y="360"/>
                    </a:lnTo>
                    <a:lnTo>
                      <a:pt x="186" y="348"/>
                    </a:lnTo>
                    <a:lnTo>
                      <a:pt x="180" y="342"/>
                    </a:lnTo>
                    <a:lnTo>
                      <a:pt x="168" y="336"/>
                    </a:lnTo>
                    <a:lnTo>
                      <a:pt x="162" y="330"/>
                    </a:lnTo>
                    <a:close/>
                    <a:moveTo>
                      <a:pt x="2574" y="486"/>
                    </a:moveTo>
                    <a:lnTo>
                      <a:pt x="2574" y="474"/>
                    </a:lnTo>
                    <a:lnTo>
                      <a:pt x="2568" y="474"/>
                    </a:lnTo>
                    <a:lnTo>
                      <a:pt x="2556" y="468"/>
                    </a:lnTo>
                    <a:lnTo>
                      <a:pt x="2520" y="468"/>
                    </a:lnTo>
                    <a:lnTo>
                      <a:pt x="2514" y="474"/>
                    </a:lnTo>
                    <a:lnTo>
                      <a:pt x="2520" y="498"/>
                    </a:lnTo>
                    <a:lnTo>
                      <a:pt x="2526" y="498"/>
                    </a:lnTo>
                    <a:lnTo>
                      <a:pt x="2538" y="492"/>
                    </a:lnTo>
                    <a:lnTo>
                      <a:pt x="2562" y="492"/>
                    </a:lnTo>
                    <a:lnTo>
                      <a:pt x="2568" y="486"/>
                    </a:lnTo>
                    <a:lnTo>
                      <a:pt x="2574" y="486"/>
                    </a:lnTo>
                    <a:close/>
                    <a:moveTo>
                      <a:pt x="336" y="648"/>
                    </a:moveTo>
                    <a:lnTo>
                      <a:pt x="342" y="648"/>
                    </a:lnTo>
                    <a:lnTo>
                      <a:pt x="342" y="636"/>
                    </a:lnTo>
                    <a:lnTo>
                      <a:pt x="330" y="624"/>
                    </a:lnTo>
                    <a:lnTo>
                      <a:pt x="318" y="624"/>
                    </a:lnTo>
                    <a:lnTo>
                      <a:pt x="318" y="636"/>
                    </a:lnTo>
                    <a:lnTo>
                      <a:pt x="330" y="648"/>
                    </a:lnTo>
                    <a:lnTo>
                      <a:pt x="336" y="648"/>
                    </a:lnTo>
                    <a:close/>
                    <a:moveTo>
                      <a:pt x="2472" y="654"/>
                    </a:moveTo>
                    <a:lnTo>
                      <a:pt x="2484" y="648"/>
                    </a:lnTo>
                    <a:lnTo>
                      <a:pt x="2502" y="630"/>
                    </a:lnTo>
                    <a:lnTo>
                      <a:pt x="2502" y="618"/>
                    </a:lnTo>
                    <a:lnTo>
                      <a:pt x="2430" y="612"/>
                    </a:lnTo>
                    <a:lnTo>
                      <a:pt x="2430" y="624"/>
                    </a:lnTo>
                    <a:lnTo>
                      <a:pt x="2436" y="630"/>
                    </a:lnTo>
                    <a:lnTo>
                      <a:pt x="2442" y="642"/>
                    </a:lnTo>
                    <a:lnTo>
                      <a:pt x="2448" y="648"/>
                    </a:lnTo>
                    <a:lnTo>
                      <a:pt x="2460" y="654"/>
                    </a:lnTo>
                    <a:lnTo>
                      <a:pt x="2472" y="654"/>
                    </a:lnTo>
                    <a:close/>
                    <a:moveTo>
                      <a:pt x="2406" y="288"/>
                    </a:moveTo>
                    <a:lnTo>
                      <a:pt x="2418" y="276"/>
                    </a:lnTo>
                    <a:lnTo>
                      <a:pt x="2418" y="264"/>
                    </a:lnTo>
                    <a:lnTo>
                      <a:pt x="2412" y="258"/>
                    </a:lnTo>
                    <a:lnTo>
                      <a:pt x="2400" y="252"/>
                    </a:lnTo>
                    <a:lnTo>
                      <a:pt x="2376" y="252"/>
                    </a:lnTo>
                    <a:lnTo>
                      <a:pt x="2370" y="258"/>
                    </a:lnTo>
                    <a:lnTo>
                      <a:pt x="2370" y="264"/>
                    </a:lnTo>
                    <a:lnTo>
                      <a:pt x="2394" y="288"/>
                    </a:lnTo>
                    <a:lnTo>
                      <a:pt x="2406" y="288"/>
                    </a:lnTo>
                    <a:close/>
                    <a:moveTo>
                      <a:pt x="2868" y="528"/>
                    </a:moveTo>
                    <a:lnTo>
                      <a:pt x="2886" y="534"/>
                    </a:lnTo>
                    <a:lnTo>
                      <a:pt x="2892" y="534"/>
                    </a:lnTo>
                    <a:lnTo>
                      <a:pt x="2898" y="528"/>
                    </a:lnTo>
                    <a:lnTo>
                      <a:pt x="2898" y="522"/>
                    </a:lnTo>
                    <a:lnTo>
                      <a:pt x="2874" y="510"/>
                    </a:lnTo>
                    <a:lnTo>
                      <a:pt x="2868" y="516"/>
                    </a:lnTo>
                    <a:lnTo>
                      <a:pt x="2862" y="516"/>
                    </a:lnTo>
                    <a:lnTo>
                      <a:pt x="2862" y="522"/>
                    </a:lnTo>
                    <a:lnTo>
                      <a:pt x="2868" y="528"/>
                    </a:lnTo>
                    <a:close/>
                    <a:moveTo>
                      <a:pt x="2916" y="618"/>
                    </a:moveTo>
                    <a:lnTo>
                      <a:pt x="2928" y="618"/>
                    </a:lnTo>
                    <a:lnTo>
                      <a:pt x="2940" y="612"/>
                    </a:lnTo>
                    <a:lnTo>
                      <a:pt x="2958" y="612"/>
                    </a:lnTo>
                    <a:lnTo>
                      <a:pt x="2964" y="606"/>
                    </a:lnTo>
                    <a:lnTo>
                      <a:pt x="2970" y="606"/>
                    </a:lnTo>
                    <a:lnTo>
                      <a:pt x="2964" y="606"/>
                    </a:lnTo>
                    <a:lnTo>
                      <a:pt x="2958" y="600"/>
                    </a:lnTo>
                    <a:lnTo>
                      <a:pt x="2946" y="594"/>
                    </a:lnTo>
                    <a:lnTo>
                      <a:pt x="2934" y="594"/>
                    </a:lnTo>
                    <a:lnTo>
                      <a:pt x="2928" y="588"/>
                    </a:lnTo>
                    <a:lnTo>
                      <a:pt x="2922" y="588"/>
                    </a:lnTo>
                    <a:lnTo>
                      <a:pt x="2910" y="594"/>
                    </a:lnTo>
                    <a:lnTo>
                      <a:pt x="2892" y="594"/>
                    </a:lnTo>
                    <a:lnTo>
                      <a:pt x="2886" y="600"/>
                    </a:lnTo>
                    <a:lnTo>
                      <a:pt x="2880" y="600"/>
                    </a:lnTo>
                    <a:lnTo>
                      <a:pt x="2892" y="606"/>
                    </a:lnTo>
                    <a:lnTo>
                      <a:pt x="2898" y="612"/>
                    </a:lnTo>
                    <a:lnTo>
                      <a:pt x="2910" y="618"/>
                    </a:lnTo>
                    <a:lnTo>
                      <a:pt x="2916" y="618"/>
                    </a:lnTo>
                    <a:close/>
                    <a:moveTo>
                      <a:pt x="1710" y="552"/>
                    </a:moveTo>
                    <a:lnTo>
                      <a:pt x="1710" y="564"/>
                    </a:lnTo>
                    <a:lnTo>
                      <a:pt x="1716" y="570"/>
                    </a:lnTo>
                    <a:lnTo>
                      <a:pt x="1716" y="582"/>
                    </a:lnTo>
                    <a:lnTo>
                      <a:pt x="1722" y="594"/>
                    </a:lnTo>
                    <a:lnTo>
                      <a:pt x="1722" y="612"/>
                    </a:lnTo>
                    <a:lnTo>
                      <a:pt x="1716" y="618"/>
                    </a:lnTo>
                    <a:lnTo>
                      <a:pt x="1692" y="630"/>
                    </a:lnTo>
                    <a:lnTo>
                      <a:pt x="1686" y="636"/>
                    </a:lnTo>
                    <a:lnTo>
                      <a:pt x="1674" y="642"/>
                    </a:lnTo>
                    <a:lnTo>
                      <a:pt x="1674" y="678"/>
                    </a:lnTo>
                    <a:lnTo>
                      <a:pt x="1680" y="684"/>
                    </a:lnTo>
                    <a:lnTo>
                      <a:pt x="1686" y="696"/>
                    </a:lnTo>
                    <a:lnTo>
                      <a:pt x="1674" y="708"/>
                    </a:lnTo>
                    <a:lnTo>
                      <a:pt x="1674" y="720"/>
                    </a:lnTo>
                    <a:lnTo>
                      <a:pt x="1680" y="726"/>
                    </a:lnTo>
                    <a:lnTo>
                      <a:pt x="1692" y="732"/>
                    </a:lnTo>
                    <a:lnTo>
                      <a:pt x="1698" y="726"/>
                    </a:lnTo>
                    <a:lnTo>
                      <a:pt x="1722" y="726"/>
                    </a:lnTo>
                    <a:lnTo>
                      <a:pt x="1728" y="732"/>
                    </a:lnTo>
                    <a:lnTo>
                      <a:pt x="1728" y="756"/>
                    </a:lnTo>
                    <a:lnTo>
                      <a:pt x="1722" y="762"/>
                    </a:lnTo>
                    <a:lnTo>
                      <a:pt x="1740" y="780"/>
                    </a:lnTo>
                    <a:lnTo>
                      <a:pt x="1728" y="846"/>
                    </a:lnTo>
                    <a:lnTo>
                      <a:pt x="1710" y="864"/>
                    </a:lnTo>
                    <a:lnTo>
                      <a:pt x="1704" y="876"/>
                    </a:lnTo>
                    <a:lnTo>
                      <a:pt x="1704" y="888"/>
                    </a:lnTo>
                    <a:lnTo>
                      <a:pt x="1710" y="906"/>
                    </a:lnTo>
                    <a:lnTo>
                      <a:pt x="1722" y="924"/>
                    </a:lnTo>
                    <a:lnTo>
                      <a:pt x="1746" y="936"/>
                    </a:lnTo>
                    <a:lnTo>
                      <a:pt x="1764" y="930"/>
                    </a:lnTo>
                    <a:lnTo>
                      <a:pt x="1788" y="906"/>
                    </a:lnTo>
                    <a:lnTo>
                      <a:pt x="1788" y="864"/>
                    </a:lnTo>
                    <a:lnTo>
                      <a:pt x="1782" y="858"/>
                    </a:lnTo>
                    <a:lnTo>
                      <a:pt x="1776" y="846"/>
                    </a:lnTo>
                    <a:lnTo>
                      <a:pt x="1800" y="822"/>
                    </a:lnTo>
                    <a:lnTo>
                      <a:pt x="1806" y="804"/>
                    </a:lnTo>
                    <a:lnTo>
                      <a:pt x="1806" y="774"/>
                    </a:lnTo>
                    <a:lnTo>
                      <a:pt x="1812" y="756"/>
                    </a:lnTo>
                    <a:lnTo>
                      <a:pt x="1812" y="726"/>
                    </a:lnTo>
                    <a:lnTo>
                      <a:pt x="1806" y="714"/>
                    </a:lnTo>
                    <a:lnTo>
                      <a:pt x="1800" y="696"/>
                    </a:lnTo>
                    <a:lnTo>
                      <a:pt x="1794" y="684"/>
                    </a:lnTo>
                    <a:lnTo>
                      <a:pt x="1794" y="636"/>
                    </a:lnTo>
                    <a:lnTo>
                      <a:pt x="1800" y="630"/>
                    </a:lnTo>
                    <a:lnTo>
                      <a:pt x="1800" y="624"/>
                    </a:lnTo>
                    <a:lnTo>
                      <a:pt x="1806" y="618"/>
                    </a:lnTo>
                    <a:lnTo>
                      <a:pt x="1812" y="618"/>
                    </a:lnTo>
                    <a:lnTo>
                      <a:pt x="1818" y="624"/>
                    </a:lnTo>
                    <a:lnTo>
                      <a:pt x="1824" y="642"/>
                    </a:lnTo>
                    <a:lnTo>
                      <a:pt x="1830" y="666"/>
                    </a:lnTo>
                    <a:lnTo>
                      <a:pt x="1836" y="684"/>
                    </a:lnTo>
                    <a:lnTo>
                      <a:pt x="1836" y="702"/>
                    </a:lnTo>
                    <a:lnTo>
                      <a:pt x="1866" y="738"/>
                    </a:lnTo>
                    <a:lnTo>
                      <a:pt x="1866" y="792"/>
                    </a:lnTo>
                    <a:lnTo>
                      <a:pt x="1890" y="822"/>
                    </a:lnTo>
                    <a:lnTo>
                      <a:pt x="1890" y="858"/>
                    </a:lnTo>
                    <a:lnTo>
                      <a:pt x="1902" y="930"/>
                    </a:lnTo>
                    <a:lnTo>
                      <a:pt x="1920" y="918"/>
                    </a:lnTo>
                    <a:lnTo>
                      <a:pt x="1962" y="930"/>
                    </a:lnTo>
                    <a:lnTo>
                      <a:pt x="1962" y="870"/>
                    </a:lnTo>
                    <a:lnTo>
                      <a:pt x="1968" y="864"/>
                    </a:lnTo>
                    <a:lnTo>
                      <a:pt x="1974" y="852"/>
                    </a:lnTo>
                    <a:lnTo>
                      <a:pt x="1980" y="876"/>
                    </a:lnTo>
                    <a:lnTo>
                      <a:pt x="1998" y="876"/>
                    </a:lnTo>
                    <a:lnTo>
                      <a:pt x="2004" y="870"/>
                    </a:lnTo>
                    <a:lnTo>
                      <a:pt x="2010" y="858"/>
                    </a:lnTo>
                    <a:lnTo>
                      <a:pt x="2010" y="828"/>
                    </a:lnTo>
                    <a:lnTo>
                      <a:pt x="2004" y="822"/>
                    </a:lnTo>
                    <a:lnTo>
                      <a:pt x="2004" y="816"/>
                    </a:lnTo>
                    <a:lnTo>
                      <a:pt x="1992" y="810"/>
                    </a:lnTo>
                    <a:lnTo>
                      <a:pt x="1986" y="798"/>
                    </a:lnTo>
                    <a:lnTo>
                      <a:pt x="1974" y="792"/>
                    </a:lnTo>
                    <a:lnTo>
                      <a:pt x="1962" y="780"/>
                    </a:lnTo>
                    <a:lnTo>
                      <a:pt x="1956" y="768"/>
                    </a:lnTo>
                    <a:lnTo>
                      <a:pt x="1944" y="756"/>
                    </a:lnTo>
                    <a:lnTo>
                      <a:pt x="1944" y="750"/>
                    </a:lnTo>
                    <a:lnTo>
                      <a:pt x="1956" y="726"/>
                    </a:lnTo>
                    <a:lnTo>
                      <a:pt x="1968" y="720"/>
                    </a:lnTo>
                    <a:lnTo>
                      <a:pt x="1968" y="708"/>
                    </a:lnTo>
                    <a:lnTo>
                      <a:pt x="1962" y="696"/>
                    </a:lnTo>
                    <a:lnTo>
                      <a:pt x="1938" y="684"/>
                    </a:lnTo>
                    <a:lnTo>
                      <a:pt x="1932" y="672"/>
                    </a:lnTo>
                    <a:lnTo>
                      <a:pt x="1932" y="642"/>
                    </a:lnTo>
                    <a:lnTo>
                      <a:pt x="1938" y="636"/>
                    </a:lnTo>
                    <a:lnTo>
                      <a:pt x="1938" y="630"/>
                    </a:lnTo>
                    <a:lnTo>
                      <a:pt x="1926" y="618"/>
                    </a:lnTo>
                    <a:lnTo>
                      <a:pt x="1914" y="612"/>
                    </a:lnTo>
                    <a:lnTo>
                      <a:pt x="1896" y="594"/>
                    </a:lnTo>
                    <a:lnTo>
                      <a:pt x="1884" y="588"/>
                    </a:lnTo>
                    <a:lnTo>
                      <a:pt x="1878" y="582"/>
                    </a:lnTo>
                    <a:lnTo>
                      <a:pt x="1914" y="582"/>
                    </a:lnTo>
                    <a:lnTo>
                      <a:pt x="1926" y="576"/>
                    </a:lnTo>
                    <a:lnTo>
                      <a:pt x="1932" y="570"/>
                    </a:lnTo>
                    <a:lnTo>
                      <a:pt x="1944" y="546"/>
                    </a:lnTo>
                    <a:lnTo>
                      <a:pt x="1950" y="540"/>
                    </a:lnTo>
                    <a:lnTo>
                      <a:pt x="1956" y="528"/>
                    </a:lnTo>
                    <a:lnTo>
                      <a:pt x="1992" y="528"/>
                    </a:lnTo>
                    <a:lnTo>
                      <a:pt x="2004" y="522"/>
                    </a:lnTo>
                    <a:lnTo>
                      <a:pt x="2010" y="522"/>
                    </a:lnTo>
                    <a:lnTo>
                      <a:pt x="2016" y="516"/>
                    </a:lnTo>
                    <a:lnTo>
                      <a:pt x="2016" y="504"/>
                    </a:lnTo>
                    <a:lnTo>
                      <a:pt x="1998" y="486"/>
                    </a:lnTo>
                    <a:lnTo>
                      <a:pt x="1986" y="480"/>
                    </a:lnTo>
                    <a:lnTo>
                      <a:pt x="1974" y="486"/>
                    </a:lnTo>
                    <a:lnTo>
                      <a:pt x="1956" y="504"/>
                    </a:lnTo>
                    <a:lnTo>
                      <a:pt x="1956" y="510"/>
                    </a:lnTo>
                    <a:lnTo>
                      <a:pt x="1944" y="510"/>
                    </a:lnTo>
                    <a:lnTo>
                      <a:pt x="1932" y="504"/>
                    </a:lnTo>
                    <a:lnTo>
                      <a:pt x="1896" y="504"/>
                    </a:lnTo>
                    <a:lnTo>
                      <a:pt x="1890" y="510"/>
                    </a:lnTo>
                    <a:lnTo>
                      <a:pt x="1884" y="522"/>
                    </a:lnTo>
                    <a:lnTo>
                      <a:pt x="1854" y="552"/>
                    </a:lnTo>
                    <a:lnTo>
                      <a:pt x="1848" y="546"/>
                    </a:lnTo>
                    <a:lnTo>
                      <a:pt x="1836" y="540"/>
                    </a:lnTo>
                    <a:lnTo>
                      <a:pt x="1824" y="516"/>
                    </a:lnTo>
                    <a:lnTo>
                      <a:pt x="1788" y="498"/>
                    </a:lnTo>
                    <a:lnTo>
                      <a:pt x="1776" y="498"/>
                    </a:lnTo>
                    <a:lnTo>
                      <a:pt x="1776" y="486"/>
                    </a:lnTo>
                    <a:lnTo>
                      <a:pt x="1782" y="468"/>
                    </a:lnTo>
                    <a:lnTo>
                      <a:pt x="1782" y="456"/>
                    </a:lnTo>
                    <a:lnTo>
                      <a:pt x="1794" y="420"/>
                    </a:lnTo>
                    <a:lnTo>
                      <a:pt x="1806" y="408"/>
                    </a:lnTo>
                    <a:lnTo>
                      <a:pt x="1824" y="408"/>
                    </a:lnTo>
                    <a:lnTo>
                      <a:pt x="1842" y="414"/>
                    </a:lnTo>
                    <a:lnTo>
                      <a:pt x="1896" y="414"/>
                    </a:lnTo>
                    <a:lnTo>
                      <a:pt x="1902" y="408"/>
                    </a:lnTo>
                    <a:lnTo>
                      <a:pt x="1908" y="408"/>
                    </a:lnTo>
                    <a:lnTo>
                      <a:pt x="1908" y="402"/>
                    </a:lnTo>
                    <a:lnTo>
                      <a:pt x="1914" y="396"/>
                    </a:lnTo>
                    <a:lnTo>
                      <a:pt x="1920" y="396"/>
                    </a:lnTo>
                    <a:lnTo>
                      <a:pt x="1944" y="402"/>
                    </a:lnTo>
                    <a:lnTo>
                      <a:pt x="1980" y="420"/>
                    </a:lnTo>
                    <a:lnTo>
                      <a:pt x="2010" y="432"/>
                    </a:lnTo>
                    <a:lnTo>
                      <a:pt x="2034" y="438"/>
                    </a:lnTo>
                    <a:lnTo>
                      <a:pt x="2040" y="438"/>
                    </a:lnTo>
                    <a:lnTo>
                      <a:pt x="2052" y="432"/>
                    </a:lnTo>
                    <a:lnTo>
                      <a:pt x="2064" y="420"/>
                    </a:lnTo>
                    <a:lnTo>
                      <a:pt x="2082" y="420"/>
                    </a:lnTo>
                    <a:lnTo>
                      <a:pt x="2094" y="414"/>
                    </a:lnTo>
                    <a:lnTo>
                      <a:pt x="2106" y="414"/>
                    </a:lnTo>
                    <a:lnTo>
                      <a:pt x="2112" y="408"/>
                    </a:lnTo>
                    <a:lnTo>
                      <a:pt x="2112" y="402"/>
                    </a:lnTo>
                    <a:lnTo>
                      <a:pt x="2106" y="396"/>
                    </a:lnTo>
                    <a:lnTo>
                      <a:pt x="2106" y="390"/>
                    </a:lnTo>
                    <a:lnTo>
                      <a:pt x="2118" y="378"/>
                    </a:lnTo>
                    <a:lnTo>
                      <a:pt x="2142" y="366"/>
                    </a:lnTo>
                    <a:lnTo>
                      <a:pt x="2148" y="360"/>
                    </a:lnTo>
                    <a:lnTo>
                      <a:pt x="2160" y="354"/>
                    </a:lnTo>
                    <a:lnTo>
                      <a:pt x="2148" y="324"/>
                    </a:lnTo>
                    <a:lnTo>
                      <a:pt x="2070" y="360"/>
                    </a:lnTo>
                    <a:lnTo>
                      <a:pt x="2076" y="366"/>
                    </a:lnTo>
                    <a:lnTo>
                      <a:pt x="2076" y="372"/>
                    </a:lnTo>
                    <a:lnTo>
                      <a:pt x="2070" y="378"/>
                    </a:lnTo>
                    <a:lnTo>
                      <a:pt x="2046" y="378"/>
                    </a:lnTo>
                    <a:lnTo>
                      <a:pt x="2022" y="366"/>
                    </a:lnTo>
                    <a:lnTo>
                      <a:pt x="2004" y="366"/>
                    </a:lnTo>
                    <a:lnTo>
                      <a:pt x="1968" y="384"/>
                    </a:lnTo>
                    <a:lnTo>
                      <a:pt x="1950" y="384"/>
                    </a:lnTo>
                    <a:lnTo>
                      <a:pt x="1938" y="378"/>
                    </a:lnTo>
                    <a:lnTo>
                      <a:pt x="1926" y="378"/>
                    </a:lnTo>
                    <a:lnTo>
                      <a:pt x="1902" y="366"/>
                    </a:lnTo>
                    <a:lnTo>
                      <a:pt x="1860" y="366"/>
                    </a:lnTo>
                    <a:lnTo>
                      <a:pt x="1872" y="348"/>
                    </a:lnTo>
                    <a:lnTo>
                      <a:pt x="1860" y="348"/>
                    </a:lnTo>
                    <a:lnTo>
                      <a:pt x="1848" y="342"/>
                    </a:lnTo>
                    <a:lnTo>
                      <a:pt x="1824" y="342"/>
                    </a:lnTo>
                    <a:lnTo>
                      <a:pt x="1824" y="366"/>
                    </a:lnTo>
                    <a:lnTo>
                      <a:pt x="1812" y="378"/>
                    </a:lnTo>
                    <a:lnTo>
                      <a:pt x="1788" y="390"/>
                    </a:lnTo>
                    <a:lnTo>
                      <a:pt x="1764" y="390"/>
                    </a:lnTo>
                    <a:lnTo>
                      <a:pt x="1758" y="396"/>
                    </a:lnTo>
                    <a:lnTo>
                      <a:pt x="1758" y="426"/>
                    </a:lnTo>
                    <a:lnTo>
                      <a:pt x="1740" y="432"/>
                    </a:lnTo>
                    <a:lnTo>
                      <a:pt x="1752" y="498"/>
                    </a:lnTo>
                    <a:lnTo>
                      <a:pt x="1740" y="498"/>
                    </a:lnTo>
                    <a:lnTo>
                      <a:pt x="1734" y="510"/>
                    </a:lnTo>
                    <a:lnTo>
                      <a:pt x="1728" y="516"/>
                    </a:lnTo>
                    <a:lnTo>
                      <a:pt x="1710" y="552"/>
                    </a:lnTo>
                    <a:close/>
                    <a:moveTo>
                      <a:pt x="1986" y="576"/>
                    </a:moveTo>
                    <a:lnTo>
                      <a:pt x="1986" y="594"/>
                    </a:lnTo>
                    <a:lnTo>
                      <a:pt x="1992" y="600"/>
                    </a:lnTo>
                    <a:lnTo>
                      <a:pt x="2004" y="600"/>
                    </a:lnTo>
                    <a:lnTo>
                      <a:pt x="2016" y="588"/>
                    </a:lnTo>
                    <a:lnTo>
                      <a:pt x="2016" y="576"/>
                    </a:lnTo>
                    <a:lnTo>
                      <a:pt x="1986" y="576"/>
                    </a:lnTo>
                    <a:close/>
                    <a:moveTo>
                      <a:pt x="1686" y="1110"/>
                    </a:moveTo>
                    <a:lnTo>
                      <a:pt x="1674" y="1110"/>
                    </a:lnTo>
                    <a:lnTo>
                      <a:pt x="1668" y="1116"/>
                    </a:lnTo>
                    <a:lnTo>
                      <a:pt x="1662" y="1116"/>
                    </a:lnTo>
                    <a:lnTo>
                      <a:pt x="1614" y="1104"/>
                    </a:lnTo>
                    <a:lnTo>
                      <a:pt x="1644" y="1146"/>
                    </a:lnTo>
                    <a:lnTo>
                      <a:pt x="1650" y="1152"/>
                    </a:lnTo>
                    <a:lnTo>
                      <a:pt x="1662" y="1158"/>
                    </a:lnTo>
                    <a:lnTo>
                      <a:pt x="1668" y="1164"/>
                    </a:lnTo>
                    <a:lnTo>
                      <a:pt x="1680" y="1170"/>
                    </a:lnTo>
                    <a:lnTo>
                      <a:pt x="1692" y="1158"/>
                    </a:lnTo>
                    <a:lnTo>
                      <a:pt x="1698" y="1140"/>
                    </a:lnTo>
                    <a:lnTo>
                      <a:pt x="1698" y="1128"/>
                    </a:lnTo>
                    <a:lnTo>
                      <a:pt x="1692" y="1116"/>
                    </a:lnTo>
                    <a:lnTo>
                      <a:pt x="1686" y="1110"/>
                    </a:lnTo>
                    <a:close/>
                    <a:moveTo>
                      <a:pt x="2094" y="1104"/>
                    </a:moveTo>
                    <a:lnTo>
                      <a:pt x="2064" y="1128"/>
                    </a:lnTo>
                    <a:lnTo>
                      <a:pt x="2094" y="1134"/>
                    </a:lnTo>
                    <a:lnTo>
                      <a:pt x="2094" y="1104"/>
                    </a:lnTo>
                    <a:close/>
                    <a:moveTo>
                      <a:pt x="486" y="294"/>
                    </a:moveTo>
                    <a:lnTo>
                      <a:pt x="474" y="288"/>
                    </a:lnTo>
                    <a:lnTo>
                      <a:pt x="468" y="288"/>
                    </a:lnTo>
                    <a:lnTo>
                      <a:pt x="456" y="294"/>
                    </a:lnTo>
                    <a:lnTo>
                      <a:pt x="456" y="312"/>
                    </a:lnTo>
                    <a:lnTo>
                      <a:pt x="468" y="324"/>
                    </a:lnTo>
                    <a:lnTo>
                      <a:pt x="474" y="318"/>
                    </a:lnTo>
                    <a:lnTo>
                      <a:pt x="486" y="318"/>
                    </a:lnTo>
                    <a:lnTo>
                      <a:pt x="486" y="312"/>
                    </a:lnTo>
                    <a:lnTo>
                      <a:pt x="492" y="300"/>
                    </a:lnTo>
                    <a:lnTo>
                      <a:pt x="486" y="294"/>
                    </a:lnTo>
                    <a:close/>
                    <a:moveTo>
                      <a:pt x="2346" y="588"/>
                    </a:moveTo>
                    <a:lnTo>
                      <a:pt x="2340" y="576"/>
                    </a:lnTo>
                    <a:lnTo>
                      <a:pt x="2328" y="570"/>
                    </a:lnTo>
                    <a:lnTo>
                      <a:pt x="2310" y="552"/>
                    </a:lnTo>
                    <a:lnTo>
                      <a:pt x="2304" y="552"/>
                    </a:lnTo>
                    <a:lnTo>
                      <a:pt x="2304" y="600"/>
                    </a:lnTo>
                    <a:lnTo>
                      <a:pt x="2316" y="600"/>
                    </a:lnTo>
                    <a:lnTo>
                      <a:pt x="2328" y="606"/>
                    </a:lnTo>
                    <a:lnTo>
                      <a:pt x="2334" y="606"/>
                    </a:lnTo>
                    <a:lnTo>
                      <a:pt x="2346" y="600"/>
                    </a:lnTo>
                    <a:lnTo>
                      <a:pt x="2346" y="588"/>
                    </a:lnTo>
                    <a:close/>
                    <a:moveTo>
                      <a:pt x="2310" y="474"/>
                    </a:moveTo>
                    <a:lnTo>
                      <a:pt x="2340" y="504"/>
                    </a:lnTo>
                    <a:lnTo>
                      <a:pt x="2358" y="516"/>
                    </a:lnTo>
                    <a:lnTo>
                      <a:pt x="2382" y="528"/>
                    </a:lnTo>
                    <a:lnTo>
                      <a:pt x="2400" y="528"/>
                    </a:lnTo>
                    <a:lnTo>
                      <a:pt x="2400" y="522"/>
                    </a:lnTo>
                    <a:lnTo>
                      <a:pt x="2358" y="480"/>
                    </a:lnTo>
                    <a:lnTo>
                      <a:pt x="2358" y="468"/>
                    </a:lnTo>
                    <a:lnTo>
                      <a:pt x="2364" y="456"/>
                    </a:lnTo>
                    <a:lnTo>
                      <a:pt x="2376" y="450"/>
                    </a:lnTo>
                    <a:lnTo>
                      <a:pt x="2394" y="450"/>
                    </a:lnTo>
                    <a:lnTo>
                      <a:pt x="2406" y="456"/>
                    </a:lnTo>
                    <a:lnTo>
                      <a:pt x="2424" y="444"/>
                    </a:lnTo>
                    <a:lnTo>
                      <a:pt x="2400" y="432"/>
                    </a:lnTo>
                    <a:lnTo>
                      <a:pt x="2412" y="426"/>
                    </a:lnTo>
                    <a:lnTo>
                      <a:pt x="2424" y="402"/>
                    </a:lnTo>
                    <a:lnTo>
                      <a:pt x="2412" y="378"/>
                    </a:lnTo>
                    <a:lnTo>
                      <a:pt x="2400" y="372"/>
                    </a:lnTo>
                    <a:lnTo>
                      <a:pt x="2382" y="372"/>
                    </a:lnTo>
                    <a:lnTo>
                      <a:pt x="2358" y="396"/>
                    </a:lnTo>
                    <a:lnTo>
                      <a:pt x="2346" y="402"/>
                    </a:lnTo>
                    <a:lnTo>
                      <a:pt x="2340" y="408"/>
                    </a:lnTo>
                    <a:lnTo>
                      <a:pt x="2334" y="408"/>
                    </a:lnTo>
                    <a:lnTo>
                      <a:pt x="2328" y="402"/>
                    </a:lnTo>
                    <a:lnTo>
                      <a:pt x="2328" y="366"/>
                    </a:lnTo>
                    <a:lnTo>
                      <a:pt x="2334" y="360"/>
                    </a:lnTo>
                    <a:lnTo>
                      <a:pt x="2346" y="336"/>
                    </a:lnTo>
                    <a:lnTo>
                      <a:pt x="2346" y="318"/>
                    </a:lnTo>
                    <a:lnTo>
                      <a:pt x="2340" y="312"/>
                    </a:lnTo>
                    <a:lnTo>
                      <a:pt x="2358" y="276"/>
                    </a:lnTo>
                    <a:lnTo>
                      <a:pt x="2316" y="312"/>
                    </a:lnTo>
                    <a:lnTo>
                      <a:pt x="2316" y="342"/>
                    </a:lnTo>
                    <a:lnTo>
                      <a:pt x="2304" y="348"/>
                    </a:lnTo>
                    <a:lnTo>
                      <a:pt x="2298" y="354"/>
                    </a:lnTo>
                    <a:lnTo>
                      <a:pt x="2286" y="378"/>
                    </a:lnTo>
                    <a:lnTo>
                      <a:pt x="2286" y="408"/>
                    </a:lnTo>
                    <a:lnTo>
                      <a:pt x="2298" y="420"/>
                    </a:lnTo>
                    <a:lnTo>
                      <a:pt x="2304" y="432"/>
                    </a:lnTo>
                    <a:lnTo>
                      <a:pt x="2310" y="438"/>
                    </a:lnTo>
                    <a:lnTo>
                      <a:pt x="2310" y="444"/>
                    </a:lnTo>
                    <a:lnTo>
                      <a:pt x="2304" y="450"/>
                    </a:lnTo>
                    <a:lnTo>
                      <a:pt x="2304" y="468"/>
                    </a:lnTo>
                    <a:lnTo>
                      <a:pt x="2310" y="474"/>
                    </a:lnTo>
                    <a:close/>
                    <a:moveTo>
                      <a:pt x="2250" y="708"/>
                    </a:moveTo>
                    <a:lnTo>
                      <a:pt x="2238" y="696"/>
                    </a:lnTo>
                    <a:lnTo>
                      <a:pt x="2214" y="708"/>
                    </a:lnTo>
                    <a:lnTo>
                      <a:pt x="2214" y="732"/>
                    </a:lnTo>
                    <a:lnTo>
                      <a:pt x="2220" y="744"/>
                    </a:lnTo>
                    <a:lnTo>
                      <a:pt x="2226" y="750"/>
                    </a:lnTo>
                    <a:lnTo>
                      <a:pt x="2250" y="762"/>
                    </a:lnTo>
                    <a:lnTo>
                      <a:pt x="2274" y="762"/>
                    </a:lnTo>
                    <a:lnTo>
                      <a:pt x="2280" y="750"/>
                    </a:lnTo>
                    <a:lnTo>
                      <a:pt x="2280" y="738"/>
                    </a:lnTo>
                    <a:lnTo>
                      <a:pt x="2274" y="726"/>
                    </a:lnTo>
                    <a:lnTo>
                      <a:pt x="2274" y="714"/>
                    </a:lnTo>
                    <a:lnTo>
                      <a:pt x="2268" y="708"/>
                    </a:lnTo>
                    <a:lnTo>
                      <a:pt x="2268" y="702"/>
                    </a:lnTo>
                    <a:lnTo>
                      <a:pt x="2250" y="708"/>
                    </a:lnTo>
                    <a:close/>
                    <a:moveTo>
                      <a:pt x="2148" y="1104"/>
                    </a:moveTo>
                    <a:lnTo>
                      <a:pt x="2226" y="1092"/>
                    </a:lnTo>
                    <a:lnTo>
                      <a:pt x="2166" y="1074"/>
                    </a:lnTo>
                    <a:lnTo>
                      <a:pt x="2148" y="1104"/>
                    </a:lnTo>
                    <a:close/>
                    <a:moveTo>
                      <a:pt x="2544" y="750"/>
                    </a:moveTo>
                    <a:lnTo>
                      <a:pt x="2520" y="732"/>
                    </a:lnTo>
                    <a:lnTo>
                      <a:pt x="2526" y="714"/>
                    </a:lnTo>
                    <a:lnTo>
                      <a:pt x="2514" y="702"/>
                    </a:lnTo>
                    <a:lnTo>
                      <a:pt x="2508" y="690"/>
                    </a:lnTo>
                    <a:lnTo>
                      <a:pt x="2490" y="684"/>
                    </a:lnTo>
                    <a:lnTo>
                      <a:pt x="2472" y="672"/>
                    </a:lnTo>
                    <a:lnTo>
                      <a:pt x="2442" y="666"/>
                    </a:lnTo>
                    <a:lnTo>
                      <a:pt x="2424" y="666"/>
                    </a:lnTo>
                    <a:lnTo>
                      <a:pt x="2388" y="684"/>
                    </a:lnTo>
                    <a:lnTo>
                      <a:pt x="2358" y="684"/>
                    </a:lnTo>
                    <a:lnTo>
                      <a:pt x="2346" y="696"/>
                    </a:lnTo>
                    <a:lnTo>
                      <a:pt x="2340" y="708"/>
                    </a:lnTo>
                    <a:lnTo>
                      <a:pt x="2340" y="726"/>
                    </a:lnTo>
                    <a:lnTo>
                      <a:pt x="2346" y="732"/>
                    </a:lnTo>
                    <a:lnTo>
                      <a:pt x="2364" y="714"/>
                    </a:lnTo>
                    <a:lnTo>
                      <a:pt x="2364" y="726"/>
                    </a:lnTo>
                    <a:lnTo>
                      <a:pt x="2370" y="738"/>
                    </a:lnTo>
                    <a:lnTo>
                      <a:pt x="2376" y="744"/>
                    </a:lnTo>
                    <a:lnTo>
                      <a:pt x="2388" y="738"/>
                    </a:lnTo>
                    <a:lnTo>
                      <a:pt x="2394" y="732"/>
                    </a:lnTo>
                    <a:lnTo>
                      <a:pt x="2394" y="726"/>
                    </a:lnTo>
                    <a:lnTo>
                      <a:pt x="2400" y="720"/>
                    </a:lnTo>
                    <a:lnTo>
                      <a:pt x="2400" y="714"/>
                    </a:lnTo>
                    <a:lnTo>
                      <a:pt x="2406" y="726"/>
                    </a:lnTo>
                    <a:lnTo>
                      <a:pt x="2418" y="732"/>
                    </a:lnTo>
                    <a:lnTo>
                      <a:pt x="2430" y="732"/>
                    </a:lnTo>
                    <a:lnTo>
                      <a:pt x="2442" y="720"/>
                    </a:lnTo>
                    <a:lnTo>
                      <a:pt x="2454" y="714"/>
                    </a:lnTo>
                    <a:lnTo>
                      <a:pt x="2460" y="708"/>
                    </a:lnTo>
                    <a:lnTo>
                      <a:pt x="2472" y="762"/>
                    </a:lnTo>
                    <a:lnTo>
                      <a:pt x="2502" y="738"/>
                    </a:lnTo>
                    <a:lnTo>
                      <a:pt x="2538" y="774"/>
                    </a:lnTo>
                    <a:lnTo>
                      <a:pt x="2544" y="750"/>
                    </a:lnTo>
                    <a:close/>
                    <a:moveTo>
                      <a:pt x="3264" y="678"/>
                    </a:moveTo>
                    <a:lnTo>
                      <a:pt x="3222" y="648"/>
                    </a:lnTo>
                    <a:lnTo>
                      <a:pt x="3210" y="648"/>
                    </a:lnTo>
                    <a:lnTo>
                      <a:pt x="3198" y="654"/>
                    </a:lnTo>
                    <a:lnTo>
                      <a:pt x="3180" y="654"/>
                    </a:lnTo>
                    <a:lnTo>
                      <a:pt x="3162" y="648"/>
                    </a:lnTo>
                    <a:lnTo>
                      <a:pt x="3126" y="630"/>
                    </a:lnTo>
                    <a:lnTo>
                      <a:pt x="3096" y="612"/>
                    </a:lnTo>
                    <a:lnTo>
                      <a:pt x="3060" y="594"/>
                    </a:lnTo>
                    <a:lnTo>
                      <a:pt x="3042" y="582"/>
                    </a:lnTo>
                    <a:lnTo>
                      <a:pt x="3030" y="582"/>
                    </a:lnTo>
                    <a:lnTo>
                      <a:pt x="3006" y="594"/>
                    </a:lnTo>
                    <a:lnTo>
                      <a:pt x="3000" y="600"/>
                    </a:lnTo>
                    <a:lnTo>
                      <a:pt x="2988" y="606"/>
                    </a:lnTo>
                    <a:lnTo>
                      <a:pt x="3006" y="630"/>
                    </a:lnTo>
                    <a:lnTo>
                      <a:pt x="2928" y="642"/>
                    </a:lnTo>
                    <a:lnTo>
                      <a:pt x="2934" y="666"/>
                    </a:lnTo>
                    <a:lnTo>
                      <a:pt x="2928" y="678"/>
                    </a:lnTo>
                    <a:lnTo>
                      <a:pt x="2922" y="684"/>
                    </a:lnTo>
                    <a:lnTo>
                      <a:pt x="2916" y="696"/>
                    </a:lnTo>
                    <a:lnTo>
                      <a:pt x="2880" y="720"/>
                    </a:lnTo>
                    <a:lnTo>
                      <a:pt x="2862" y="726"/>
                    </a:lnTo>
                    <a:lnTo>
                      <a:pt x="2844" y="726"/>
                    </a:lnTo>
                    <a:lnTo>
                      <a:pt x="2832" y="720"/>
                    </a:lnTo>
                    <a:lnTo>
                      <a:pt x="2826" y="714"/>
                    </a:lnTo>
                    <a:lnTo>
                      <a:pt x="2820" y="702"/>
                    </a:lnTo>
                    <a:lnTo>
                      <a:pt x="2820" y="678"/>
                    </a:lnTo>
                    <a:lnTo>
                      <a:pt x="2814" y="672"/>
                    </a:lnTo>
                    <a:lnTo>
                      <a:pt x="2814" y="660"/>
                    </a:lnTo>
                    <a:lnTo>
                      <a:pt x="2808" y="666"/>
                    </a:lnTo>
                    <a:lnTo>
                      <a:pt x="2808" y="672"/>
                    </a:lnTo>
                    <a:lnTo>
                      <a:pt x="2802" y="684"/>
                    </a:lnTo>
                    <a:lnTo>
                      <a:pt x="2796" y="690"/>
                    </a:lnTo>
                    <a:lnTo>
                      <a:pt x="2796" y="696"/>
                    </a:lnTo>
                    <a:lnTo>
                      <a:pt x="2796" y="690"/>
                    </a:lnTo>
                    <a:lnTo>
                      <a:pt x="2790" y="684"/>
                    </a:lnTo>
                    <a:lnTo>
                      <a:pt x="2790" y="672"/>
                    </a:lnTo>
                    <a:lnTo>
                      <a:pt x="2784" y="660"/>
                    </a:lnTo>
                    <a:lnTo>
                      <a:pt x="2784" y="576"/>
                    </a:lnTo>
                    <a:lnTo>
                      <a:pt x="2778" y="558"/>
                    </a:lnTo>
                    <a:lnTo>
                      <a:pt x="2760" y="522"/>
                    </a:lnTo>
                    <a:lnTo>
                      <a:pt x="2724" y="522"/>
                    </a:lnTo>
                    <a:lnTo>
                      <a:pt x="2718" y="510"/>
                    </a:lnTo>
                    <a:lnTo>
                      <a:pt x="2694" y="498"/>
                    </a:lnTo>
                    <a:lnTo>
                      <a:pt x="2676" y="486"/>
                    </a:lnTo>
                    <a:lnTo>
                      <a:pt x="2652" y="486"/>
                    </a:lnTo>
                    <a:lnTo>
                      <a:pt x="2634" y="498"/>
                    </a:lnTo>
                    <a:lnTo>
                      <a:pt x="2628" y="504"/>
                    </a:lnTo>
                    <a:lnTo>
                      <a:pt x="2616" y="510"/>
                    </a:lnTo>
                    <a:lnTo>
                      <a:pt x="2610" y="522"/>
                    </a:lnTo>
                    <a:lnTo>
                      <a:pt x="2586" y="528"/>
                    </a:lnTo>
                    <a:lnTo>
                      <a:pt x="2580" y="546"/>
                    </a:lnTo>
                    <a:lnTo>
                      <a:pt x="2562" y="558"/>
                    </a:lnTo>
                    <a:lnTo>
                      <a:pt x="2562" y="540"/>
                    </a:lnTo>
                    <a:lnTo>
                      <a:pt x="2556" y="534"/>
                    </a:lnTo>
                    <a:lnTo>
                      <a:pt x="2532" y="534"/>
                    </a:lnTo>
                    <a:lnTo>
                      <a:pt x="2532" y="546"/>
                    </a:lnTo>
                    <a:lnTo>
                      <a:pt x="2544" y="570"/>
                    </a:lnTo>
                    <a:lnTo>
                      <a:pt x="2568" y="582"/>
                    </a:lnTo>
                    <a:lnTo>
                      <a:pt x="2604" y="582"/>
                    </a:lnTo>
                    <a:lnTo>
                      <a:pt x="2616" y="588"/>
                    </a:lnTo>
                    <a:lnTo>
                      <a:pt x="2622" y="594"/>
                    </a:lnTo>
                    <a:lnTo>
                      <a:pt x="2628" y="594"/>
                    </a:lnTo>
                    <a:lnTo>
                      <a:pt x="2628" y="618"/>
                    </a:lnTo>
                    <a:lnTo>
                      <a:pt x="2634" y="630"/>
                    </a:lnTo>
                    <a:lnTo>
                      <a:pt x="2640" y="636"/>
                    </a:lnTo>
                    <a:lnTo>
                      <a:pt x="2652" y="642"/>
                    </a:lnTo>
                    <a:lnTo>
                      <a:pt x="2694" y="642"/>
                    </a:lnTo>
                    <a:lnTo>
                      <a:pt x="2712" y="636"/>
                    </a:lnTo>
                    <a:lnTo>
                      <a:pt x="2754" y="636"/>
                    </a:lnTo>
                    <a:lnTo>
                      <a:pt x="2760" y="642"/>
                    </a:lnTo>
                    <a:lnTo>
                      <a:pt x="2760" y="660"/>
                    </a:lnTo>
                    <a:lnTo>
                      <a:pt x="2700" y="660"/>
                    </a:lnTo>
                    <a:lnTo>
                      <a:pt x="2688" y="666"/>
                    </a:lnTo>
                    <a:lnTo>
                      <a:pt x="2676" y="678"/>
                    </a:lnTo>
                    <a:lnTo>
                      <a:pt x="2640" y="678"/>
                    </a:lnTo>
                    <a:lnTo>
                      <a:pt x="2616" y="690"/>
                    </a:lnTo>
                    <a:lnTo>
                      <a:pt x="2616" y="696"/>
                    </a:lnTo>
                    <a:lnTo>
                      <a:pt x="2622" y="696"/>
                    </a:lnTo>
                    <a:lnTo>
                      <a:pt x="2646" y="708"/>
                    </a:lnTo>
                    <a:lnTo>
                      <a:pt x="2658" y="708"/>
                    </a:lnTo>
                    <a:lnTo>
                      <a:pt x="2676" y="726"/>
                    </a:lnTo>
                    <a:lnTo>
                      <a:pt x="2682" y="738"/>
                    </a:lnTo>
                    <a:lnTo>
                      <a:pt x="2688" y="744"/>
                    </a:lnTo>
                    <a:lnTo>
                      <a:pt x="2682" y="750"/>
                    </a:lnTo>
                    <a:lnTo>
                      <a:pt x="2676" y="762"/>
                    </a:lnTo>
                    <a:lnTo>
                      <a:pt x="2676" y="774"/>
                    </a:lnTo>
                    <a:lnTo>
                      <a:pt x="2670" y="780"/>
                    </a:lnTo>
                    <a:lnTo>
                      <a:pt x="2676" y="792"/>
                    </a:lnTo>
                    <a:lnTo>
                      <a:pt x="2682" y="798"/>
                    </a:lnTo>
                    <a:lnTo>
                      <a:pt x="2694" y="792"/>
                    </a:lnTo>
                    <a:lnTo>
                      <a:pt x="2706" y="780"/>
                    </a:lnTo>
                    <a:lnTo>
                      <a:pt x="2712" y="768"/>
                    </a:lnTo>
                    <a:lnTo>
                      <a:pt x="2718" y="762"/>
                    </a:lnTo>
                    <a:lnTo>
                      <a:pt x="2718" y="750"/>
                    </a:lnTo>
                    <a:lnTo>
                      <a:pt x="2724" y="744"/>
                    </a:lnTo>
                    <a:lnTo>
                      <a:pt x="2736" y="720"/>
                    </a:lnTo>
                    <a:lnTo>
                      <a:pt x="2742" y="714"/>
                    </a:lnTo>
                    <a:lnTo>
                      <a:pt x="2748" y="702"/>
                    </a:lnTo>
                    <a:lnTo>
                      <a:pt x="2748" y="744"/>
                    </a:lnTo>
                    <a:lnTo>
                      <a:pt x="2754" y="750"/>
                    </a:lnTo>
                    <a:lnTo>
                      <a:pt x="2766" y="756"/>
                    </a:lnTo>
                    <a:lnTo>
                      <a:pt x="2772" y="768"/>
                    </a:lnTo>
                    <a:lnTo>
                      <a:pt x="2784" y="774"/>
                    </a:lnTo>
                    <a:lnTo>
                      <a:pt x="2790" y="780"/>
                    </a:lnTo>
                    <a:lnTo>
                      <a:pt x="2814" y="780"/>
                    </a:lnTo>
                    <a:lnTo>
                      <a:pt x="2820" y="774"/>
                    </a:lnTo>
                    <a:lnTo>
                      <a:pt x="2826" y="774"/>
                    </a:lnTo>
                    <a:lnTo>
                      <a:pt x="2814" y="792"/>
                    </a:lnTo>
                    <a:lnTo>
                      <a:pt x="2844" y="822"/>
                    </a:lnTo>
                    <a:lnTo>
                      <a:pt x="2904" y="822"/>
                    </a:lnTo>
                    <a:lnTo>
                      <a:pt x="2940" y="846"/>
                    </a:lnTo>
                    <a:lnTo>
                      <a:pt x="2976" y="864"/>
                    </a:lnTo>
                    <a:lnTo>
                      <a:pt x="3006" y="876"/>
                    </a:lnTo>
                    <a:lnTo>
                      <a:pt x="3036" y="894"/>
                    </a:lnTo>
                    <a:lnTo>
                      <a:pt x="3066" y="924"/>
                    </a:lnTo>
                    <a:lnTo>
                      <a:pt x="3066" y="972"/>
                    </a:lnTo>
                    <a:lnTo>
                      <a:pt x="3090" y="996"/>
                    </a:lnTo>
                    <a:lnTo>
                      <a:pt x="3102" y="1002"/>
                    </a:lnTo>
                    <a:lnTo>
                      <a:pt x="3096" y="1002"/>
                    </a:lnTo>
                    <a:lnTo>
                      <a:pt x="3084" y="1008"/>
                    </a:lnTo>
                    <a:lnTo>
                      <a:pt x="3078" y="1014"/>
                    </a:lnTo>
                    <a:lnTo>
                      <a:pt x="3078" y="1020"/>
                    </a:lnTo>
                    <a:lnTo>
                      <a:pt x="3090" y="1032"/>
                    </a:lnTo>
                    <a:lnTo>
                      <a:pt x="3114" y="1032"/>
                    </a:lnTo>
                    <a:lnTo>
                      <a:pt x="3090" y="1044"/>
                    </a:lnTo>
                    <a:lnTo>
                      <a:pt x="3090" y="1056"/>
                    </a:lnTo>
                    <a:lnTo>
                      <a:pt x="3102" y="1062"/>
                    </a:lnTo>
                    <a:lnTo>
                      <a:pt x="3108" y="1092"/>
                    </a:lnTo>
                    <a:lnTo>
                      <a:pt x="3096" y="1122"/>
                    </a:lnTo>
                    <a:lnTo>
                      <a:pt x="3120" y="1122"/>
                    </a:lnTo>
                    <a:lnTo>
                      <a:pt x="3126" y="1116"/>
                    </a:lnTo>
                    <a:lnTo>
                      <a:pt x="3138" y="1116"/>
                    </a:lnTo>
                    <a:lnTo>
                      <a:pt x="3150" y="1110"/>
                    </a:lnTo>
                    <a:lnTo>
                      <a:pt x="3162" y="1110"/>
                    </a:lnTo>
                    <a:lnTo>
                      <a:pt x="3168" y="1104"/>
                    </a:lnTo>
                    <a:lnTo>
                      <a:pt x="3174" y="1104"/>
                    </a:lnTo>
                    <a:lnTo>
                      <a:pt x="3174" y="1134"/>
                    </a:lnTo>
                    <a:lnTo>
                      <a:pt x="3234" y="1194"/>
                    </a:lnTo>
                    <a:lnTo>
                      <a:pt x="3240" y="1194"/>
                    </a:lnTo>
                    <a:lnTo>
                      <a:pt x="3240" y="1146"/>
                    </a:lnTo>
                    <a:lnTo>
                      <a:pt x="3234" y="1122"/>
                    </a:lnTo>
                    <a:lnTo>
                      <a:pt x="3234" y="1116"/>
                    </a:lnTo>
                    <a:lnTo>
                      <a:pt x="3240" y="1110"/>
                    </a:lnTo>
                    <a:lnTo>
                      <a:pt x="3240" y="1098"/>
                    </a:lnTo>
                    <a:lnTo>
                      <a:pt x="3246" y="1086"/>
                    </a:lnTo>
                    <a:lnTo>
                      <a:pt x="3246" y="1062"/>
                    </a:lnTo>
                    <a:lnTo>
                      <a:pt x="3252" y="1050"/>
                    </a:lnTo>
                    <a:lnTo>
                      <a:pt x="3252" y="1020"/>
                    </a:lnTo>
                    <a:lnTo>
                      <a:pt x="3240" y="1020"/>
                    </a:lnTo>
                    <a:lnTo>
                      <a:pt x="3228" y="1014"/>
                    </a:lnTo>
                    <a:lnTo>
                      <a:pt x="3222" y="1008"/>
                    </a:lnTo>
                    <a:lnTo>
                      <a:pt x="3222" y="1002"/>
                    </a:lnTo>
                    <a:lnTo>
                      <a:pt x="3234" y="990"/>
                    </a:lnTo>
                    <a:lnTo>
                      <a:pt x="3246" y="984"/>
                    </a:lnTo>
                    <a:lnTo>
                      <a:pt x="3252" y="978"/>
                    </a:lnTo>
                    <a:lnTo>
                      <a:pt x="3252" y="864"/>
                    </a:lnTo>
                    <a:lnTo>
                      <a:pt x="3258" y="846"/>
                    </a:lnTo>
                    <a:lnTo>
                      <a:pt x="3258" y="708"/>
                    </a:lnTo>
                    <a:lnTo>
                      <a:pt x="3264" y="678"/>
                    </a:lnTo>
                    <a:close/>
                    <a:moveTo>
                      <a:pt x="336" y="666"/>
                    </a:moveTo>
                    <a:lnTo>
                      <a:pt x="330" y="672"/>
                    </a:lnTo>
                    <a:lnTo>
                      <a:pt x="354" y="696"/>
                    </a:lnTo>
                    <a:lnTo>
                      <a:pt x="360" y="708"/>
                    </a:lnTo>
                    <a:lnTo>
                      <a:pt x="366" y="714"/>
                    </a:lnTo>
                    <a:lnTo>
                      <a:pt x="378" y="714"/>
                    </a:lnTo>
                    <a:lnTo>
                      <a:pt x="378" y="696"/>
                    </a:lnTo>
                    <a:lnTo>
                      <a:pt x="366" y="690"/>
                    </a:lnTo>
                    <a:lnTo>
                      <a:pt x="360" y="678"/>
                    </a:lnTo>
                    <a:lnTo>
                      <a:pt x="348" y="672"/>
                    </a:lnTo>
                    <a:lnTo>
                      <a:pt x="342" y="666"/>
                    </a:lnTo>
                    <a:lnTo>
                      <a:pt x="336" y="666"/>
                    </a:lnTo>
                    <a:close/>
                    <a:moveTo>
                      <a:pt x="2526" y="1104"/>
                    </a:moveTo>
                    <a:lnTo>
                      <a:pt x="2544" y="1116"/>
                    </a:lnTo>
                    <a:lnTo>
                      <a:pt x="2574" y="1092"/>
                    </a:lnTo>
                    <a:lnTo>
                      <a:pt x="2592" y="1092"/>
                    </a:lnTo>
                    <a:lnTo>
                      <a:pt x="2604" y="1080"/>
                    </a:lnTo>
                    <a:lnTo>
                      <a:pt x="2604" y="1062"/>
                    </a:lnTo>
                    <a:lnTo>
                      <a:pt x="2592" y="1056"/>
                    </a:lnTo>
                    <a:lnTo>
                      <a:pt x="2586" y="1056"/>
                    </a:lnTo>
                    <a:lnTo>
                      <a:pt x="2574" y="1062"/>
                    </a:lnTo>
                    <a:lnTo>
                      <a:pt x="2556" y="1068"/>
                    </a:lnTo>
                    <a:lnTo>
                      <a:pt x="2526" y="1098"/>
                    </a:lnTo>
                    <a:lnTo>
                      <a:pt x="2526" y="1104"/>
                    </a:lnTo>
                    <a:close/>
                    <a:moveTo>
                      <a:pt x="3096" y="1068"/>
                    </a:moveTo>
                    <a:lnTo>
                      <a:pt x="3090" y="1068"/>
                    </a:lnTo>
                    <a:lnTo>
                      <a:pt x="3090" y="1062"/>
                    </a:lnTo>
                    <a:lnTo>
                      <a:pt x="3084" y="1062"/>
                    </a:lnTo>
                    <a:lnTo>
                      <a:pt x="3078" y="1056"/>
                    </a:lnTo>
                    <a:lnTo>
                      <a:pt x="3066" y="1056"/>
                    </a:lnTo>
                    <a:lnTo>
                      <a:pt x="3048" y="1062"/>
                    </a:lnTo>
                    <a:lnTo>
                      <a:pt x="3024" y="1086"/>
                    </a:lnTo>
                    <a:lnTo>
                      <a:pt x="3012" y="1122"/>
                    </a:lnTo>
                    <a:lnTo>
                      <a:pt x="3012" y="1134"/>
                    </a:lnTo>
                    <a:lnTo>
                      <a:pt x="3072" y="1128"/>
                    </a:lnTo>
                    <a:lnTo>
                      <a:pt x="3084" y="1128"/>
                    </a:lnTo>
                    <a:lnTo>
                      <a:pt x="3090" y="1122"/>
                    </a:lnTo>
                    <a:lnTo>
                      <a:pt x="3102" y="1092"/>
                    </a:lnTo>
                    <a:lnTo>
                      <a:pt x="3096" y="1068"/>
                    </a:lnTo>
                    <a:close/>
                    <a:moveTo>
                      <a:pt x="2778" y="942"/>
                    </a:moveTo>
                    <a:lnTo>
                      <a:pt x="2766" y="960"/>
                    </a:lnTo>
                    <a:lnTo>
                      <a:pt x="2766" y="1014"/>
                    </a:lnTo>
                    <a:lnTo>
                      <a:pt x="2784" y="1014"/>
                    </a:lnTo>
                    <a:lnTo>
                      <a:pt x="2778" y="996"/>
                    </a:lnTo>
                    <a:lnTo>
                      <a:pt x="2790" y="990"/>
                    </a:lnTo>
                    <a:lnTo>
                      <a:pt x="2790" y="972"/>
                    </a:lnTo>
                    <a:lnTo>
                      <a:pt x="2778" y="972"/>
                    </a:lnTo>
                    <a:lnTo>
                      <a:pt x="2796" y="936"/>
                    </a:lnTo>
                    <a:lnTo>
                      <a:pt x="2814" y="906"/>
                    </a:lnTo>
                    <a:lnTo>
                      <a:pt x="2784" y="912"/>
                    </a:lnTo>
                    <a:lnTo>
                      <a:pt x="2778" y="942"/>
                    </a:lnTo>
                    <a:close/>
                    <a:moveTo>
                      <a:pt x="2136" y="600"/>
                    </a:moveTo>
                    <a:lnTo>
                      <a:pt x="2124" y="594"/>
                    </a:lnTo>
                    <a:lnTo>
                      <a:pt x="2118" y="594"/>
                    </a:lnTo>
                    <a:lnTo>
                      <a:pt x="2106" y="588"/>
                    </a:lnTo>
                    <a:lnTo>
                      <a:pt x="2088" y="588"/>
                    </a:lnTo>
                    <a:lnTo>
                      <a:pt x="2082" y="594"/>
                    </a:lnTo>
                    <a:lnTo>
                      <a:pt x="2082" y="600"/>
                    </a:lnTo>
                    <a:lnTo>
                      <a:pt x="2076" y="606"/>
                    </a:lnTo>
                    <a:lnTo>
                      <a:pt x="2082" y="612"/>
                    </a:lnTo>
                    <a:lnTo>
                      <a:pt x="2094" y="618"/>
                    </a:lnTo>
                    <a:lnTo>
                      <a:pt x="2136" y="618"/>
                    </a:lnTo>
                    <a:lnTo>
                      <a:pt x="2214" y="606"/>
                    </a:lnTo>
                    <a:lnTo>
                      <a:pt x="2136" y="600"/>
                    </a:lnTo>
                    <a:close/>
                    <a:moveTo>
                      <a:pt x="1308" y="1038"/>
                    </a:moveTo>
                    <a:lnTo>
                      <a:pt x="1368" y="1002"/>
                    </a:lnTo>
                    <a:lnTo>
                      <a:pt x="1362" y="990"/>
                    </a:lnTo>
                    <a:lnTo>
                      <a:pt x="1350" y="990"/>
                    </a:lnTo>
                    <a:lnTo>
                      <a:pt x="1332" y="996"/>
                    </a:lnTo>
                    <a:lnTo>
                      <a:pt x="1320" y="996"/>
                    </a:lnTo>
                    <a:lnTo>
                      <a:pt x="1302" y="1002"/>
                    </a:lnTo>
                    <a:lnTo>
                      <a:pt x="1290" y="1008"/>
                    </a:lnTo>
                    <a:lnTo>
                      <a:pt x="1284" y="1014"/>
                    </a:lnTo>
                    <a:lnTo>
                      <a:pt x="1284" y="1032"/>
                    </a:lnTo>
                    <a:lnTo>
                      <a:pt x="1290" y="1038"/>
                    </a:lnTo>
                    <a:lnTo>
                      <a:pt x="1308" y="1038"/>
                    </a:lnTo>
                    <a:close/>
                    <a:moveTo>
                      <a:pt x="1428" y="1116"/>
                    </a:moveTo>
                    <a:lnTo>
                      <a:pt x="1392" y="1116"/>
                    </a:lnTo>
                    <a:lnTo>
                      <a:pt x="1386" y="1146"/>
                    </a:lnTo>
                    <a:lnTo>
                      <a:pt x="1386" y="1152"/>
                    </a:lnTo>
                    <a:lnTo>
                      <a:pt x="1404" y="1170"/>
                    </a:lnTo>
                    <a:lnTo>
                      <a:pt x="1416" y="1176"/>
                    </a:lnTo>
                    <a:lnTo>
                      <a:pt x="1428" y="1164"/>
                    </a:lnTo>
                    <a:lnTo>
                      <a:pt x="1440" y="1140"/>
                    </a:lnTo>
                    <a:lnTo>
                      <a:pt x="1440" y="1128"/>
                    </a:lnTo>
                    <a:lnTo>
                      <a:pt x="1428" y="1116"/>
                    </a:lnTo>
                    <a:close/>
                    <a:moveTo>
                      <a:pt x="708" y="930"/>
                    </a:moveTo>
                    <a:lnTo>
                      <a:pt x="714" y="924"/>
                    </a:lnTo>
                    <a:lnTo>
                      <a:pt x="714" y="900"/>
                    </a:lnTo>
                    <a:lnTo>
                      <a:pt x="744" y="924"/>
                    </a:lnTo>
                    <a:lnTo>
                      <a:pt x="744" y="918"/>
                    </a:lnTo>
                    <a:lnTo>
                      <a:pt x="750" y="912"/>
                    </a:lnTo>
                    <a:lnTo>
                      <a:pt x="750" y="900"/>
                    </a:lnTo>
                    <a:lnTo>
                      <a:pt x="756" y="882"/>
                    </a:lnTo>
                    <a:lnTo>
                      <a:pt x="756" y="840"/>
                    </a:lnTo>
                    <a:lnTo>
                      <a:pt x="762" y="822"/>
                    </a:lnTo>
                    <a:lnTo>
                      <a:pt x="762" y="810"/>
                    </a:lnTo>
                    <a:lnTo>
                      <a:pt x="768" y="792"/>
                    </a:lnTo>
                    <a:lnTo>
                      <a:pt x="768" y="780"/>
                    </a:lnTo>
                    <a:lnTo>
                      <a:pt x="762" y="774"/>
                    </a:lnTo>
                    <a:lnTo>
                      <a:pt x="756" y="762"/>
                    </a:lnTo>
                    <a:lnTo>
                      <a:pt x="756" y="750"/>
                    </a:lnTo>
                    <a:lnTo>
                      <a:pt x="768" y="726"/>
                    </a:lnTo>
                    <a:lnTo>
                      <a:pt x="774" y="720"/>
                    </a:lnTo>
                    <a:lnTo>
                      <a:pt x="774" y="714"/>
                    </a:lnTo>
                    <a:lnTo>
                      <a:pt x="756" y="696"/>
                    </a:lnTo>
                    <a:lnTo>
                      <a:pt x="744" y="654"/>
                    </a:lnTo>
                    <a:lnTo>
                      <a:pt x="702" y="654"/>
                    </a:lnTo>
                    <a:lnTo>
                      <a:pt x="702" y="618"/>
                    </a:lnTo>
                    <a:lnTo>
                      <a:pt x="666" y="618"/>
                    </a:lnTo>
                    <a:lnTo>
                      <a:pt x="660" y="546"/>
                    </a:lnTo>
                    <a:lnTo>
                      <a:pt x="606" y="546"/>
                    </a:lnTo>
                    <a:lnTo>
                      <a:pt x="594" y="534"/>
                    </a:lnTo>
                    <a:lnTo>
                      <a:pt x="594" y="504"/>
                    </a:lnTo>
                    <a:lnTo>
                      <a:pt x="600" y="498"/>
                    </a:lnTo>
                    <a:lnTo>
                      <a:pt x="606" y="486"/>
                    </a:lnTo>
                    <a:lnTo>
                      <a:pt x="582" y="486"/>
                    </a:lnTo>
                    <a:lnTo>
                      <a:pt x="600" y="468"/>
                    </a:lnTo>
                    <a:lnTo>
                      <a:pt x="606" y="456"/>
                    </a:lnTo>
                    <a:lnTo>
                      <a:pt x="612" y="450"/>
                    </a:lnTo>
                    <a:lnTo>
                      <a:pt x="612" y="438"/>
                    </a:lnTo>
                    <a:lnTo>
                      <a:pt x="600" y="426"/>
                    </a:lnTo>
                    <a:lnTo>
                      <a:pt x="588" y="432"/>
                    </a:lnTo>
                    <a:lnTo>
                      <a:pt x="570" y="432"/>
                    </a:lnTo>
                    <a:lnTo>
                      <a:pt x="552" y="438"/>
                    </a:lnTo>
                    <a:lnTo>
                      <a:pt x="540" y="438"/>
                    </a:lnTo>
                    <a:lnTo>
                      <a:pt x="534" y="444"/>
                    </a:lnTo>
                    <a:lnTo>
                      <a:pt x="528" y="444"/>
                    </a:lnTo>
                    <a:lnTo>
                      <a:pt x="534" y="438"/>
                    </a:lnTo>
                    <a:lnTo>
                      <a:pt x="546" y="432"/>
                    </a:lnTo>
                    <a:lnTo>
                      <a:pt x="552" y="420"/>
                    </a:lnTo>
                    <a:lnTo>
                      <a:pt x="558" y="414"/>
                    </a:lnTo>
                    <a:lnTo>
                      <a:pt x="558" y="402"/>
                    </a:lnTo>
                    <a:lnTo>
                      <a:pt x="546" y="396"/>
                    </a:lnTo>
                    <a:lnTo>
                      <a:pt x="534" y="396"/>
                    </a:lnTo>
                    <a:lnTo>
                      <a:pt x="522" y="390"/>
                    </a:lnTo>
                    <a:lnTo>
                      <a:pt x="510" y="390"/>
                    </a:lnTo>
                    <a:lnTo>
                      <a:pt x="516" y="384"/>
                    </a:lnTo>
                    <a:lnTo>
                      <a:pt x="516" y="378"/>
                    </a:lnTo>
                    <a:lnTo>
                      <a:pt x="504" y="354"/>
                    </a:lnTo>
                    <a:lnTo>
                      <a:pt x="492" y="342"/>
                    </a:lnTo>
                    <a:lnTo>
                      <a:pt x="480" y="336"/>
                    </a:lnTo>
                    <a:lnTo>
                      <a:pt x="462" y="330"/>
                    </a:lnTo>
                    <a:lnTo>
                      <a:pt x="456" y="324"/>
                    </a:lnTo>
                    <a:lnTo>
                      <a:pt x="450" y="324"/>
                    </a:lnTo>
                    <a:lnTo>
                      <a:pt x="450" y="318"/>
                    </a:lnTo>
                    <a:lnTo>
                      <a:pt x="444" y="312"/>
                    </a:lnTo>
                    <a:lnTo>
                      <a:pt x="438" y="300"/>
                    </a:lnTo>
                    <a:lnTo>
                      <a:pt x="438" y="288"/>
                    </a:lnTo>
                    <a:lnTo>
                      <a:pt x="426" y="276"/>
                    </a:lnTo>
                    <a:lnTo>
                      <a:pt x="414" y="276"/>
                    </a:lnTo>
                    <a:lnTo>
                      <a:pt x="408" y="282"/>
                    </a:lnTo>
                    <a:lnTo>
                      <a:pt x="414" y="306"/>
                    </a:lnTo>
                    <a:lnTo>
                      <a:pt x="408" y="300"/>
                    </a:lnTo>
                    <a:lnTo>
                      <a:pt x="396" y="294"/>
                    </a:lnTo>
                    <a:lnTo>
                      <a:pt x="360" y="258"/>
                    </a:lnTo>
                    <a:lnTo>
                      <a:pt x="360" y="246"/>
                    </a:lnTo>
                    <a:lnTo>
                      <a:pt x="354" y="240"/>
                    </a:lnTo>
                    <a:lnTo>
                      <a:pt x="348" y="228"/>
                    </a:lnTo>
                    <a:lnTo>
                      <a:pt x="342" y="222"/>
                    </a:lnTo>
                    <a:lnTo>
                      <a:pt x="342" y="216"/>
                    </a:lnTo>
                    <a:lnTo>
                      <a:pt x="330" y="210"/>
                    </a:lnTo>
                    <a:lnTo>
                      <a:pt x="312" y="192"/>
                    </a:lnTo>
                    <a:lnTo>
                      <a:pt x="294" y="186"/>
                    </a:lnTo>
                    <a:lnTo>
                      <a:pt x="288" y="174"/>
                    </a:lnTo>
                    <a:lnTo>
                      <a:pt x="276" y="168"/>
                    </a:lnTo>
                    <a:lnTo>
                      <a:pt x="264" y="156"/>
                    </a:lnTo>
                    <a:lnTo>
                      <a:pt x="252" y="150"/>
                    </a:lnTo>
                    <a:lnTo>
                      <a:pt x="240" y="138"/>
                    </a:lnTo>
                    <a:lnTo>
                      <a:pt x="234" y="126"/>
                    </a:lnTo>
                    <a:lnTo>
                      <a:pt x="222" y="120"/>
                    </a:lnTo>
                    <a:lnTo>
                      <a:pt x="222" y="102"/>
                    </a:lnTo>
                    <a:lnTo>
                      <a:pt x="204" y="84"/>
                    </a:lnTo>
                    <a:lnTo>
                      <a:pt x="198" y="72"/>
                    </a:lnTo>
                    <a:lnTo>
                      <a:pt x="168" y="42"/>
                    </a:lnTo>
                    <a:lnTo>
                      <a:pt x="150" y="42"/>
                    </a:lnTo>
                    <a:lnTo>
                      <a:pt x="66" y="36"/>
                    </a:lnTo>
                    <a:lnTo>
                      <a:pt x="42" y="12"/>
                    </a:lnTo>
                    <a:lnTo>
                      <a:pt x="30" y="6"/>
                    </a:lnTo>
                    <a:lnTo>
                      <a:pt x="24" y="0"/>
                    </a:lnTo>
                    <a:lnTo>
                      <a:pt x="18" y="0"/>
                    </a:lnTo>
                    <a:lnTo>
                      <a:pt x="6" y="6"/>
                    </a:lnTo>
                    <a:lnTo>
                      <a:pt x="0" y="18"/>
                    </a:lnTo>
                    <a:lnTo>
                      <a:pt x="0" y="48"/>
                    </a:lnTo>
                    <a:lnTo>
                      <a:pt x="6" y="60"/>
                    </a:lnTo>
                    <a:lnTo>
                      <a:pt x="18" y="78"/>
                    </a:lnTo>
                    <a:lnTo>
                      <a:pt x="66" y="126"/>
                    </a:lnTo>
                    <a:lnTo>
                      <a:pt x="96" y="150"/>
                    </a:lnTo>
                    <a:lnTo>
                      <a:pt x="126" y="180"/>
                    </a:lnTo>
                    <a:lnTo>
                      <a:pt x="162" y="234"/>
                    </a:lnTo>
                    <a:lnTo>
                      <a:pt x="174" y="228"/>
                    </a:lnTo>
                    <a:lnTo>
                      <a:pt x="174" y="252"/>
                    </a:lnTo>
                    <a:lnTo>
                      <a:pt x="180" y="264"/>
                    </a:lnTo>
                    <a:lnTo>
                      <a:pt x="186" y="270"/>
                    </a:lnTo>
                    <a:lnTo>
                      <a:pt x="198" y="276"/>
                    </a:lnTo>
                    <a:lnTo>
                      <a:pt x="216" y="288"/>
                    </a:lnTo>
                    <a:lnTo>
                      <a:pt x="228" y="300"/>
                    </a:lnTo>
                    <a:lnTo>
                      <a:pt x="246" y="312"/>
                    </a:lnTo>
                    <a:lnTo>
                      <a:pt x="258" y="324"/>
                    </a:lnTo>
                    <a:lnTo>
                      <a:pt x="264" y="336"/>
                    </a:lnTo>
                    <a:lnTo>
                      <a:pt x="276" y="372"/>
                    </a:lnTo>
                    <a:lnTo>
                      <a:pt x="276" y="384"/>
                    </a:lnTo>
                    <a:lnTo>
                      <a:pt x="282" y="390"/>
                    </a:lnTo>
                    <a:lnTo>
                      <a:pt x="282" y="426"/>
                    </a:lnTo>
                    <a:lnTo>
                      <a:pt x="288" y="438"/>
                    </a:lnTo>
                    <a:lnTo>
                      <a:pt x="288" y="444"/>
                    </a:lnTo>
                    <a:lnTo>
                      <a:pt x="294" y="450"/>
                    </a:lnTo>
                    <a:lnTo>
                      <a:pt x="300" y="450"/>
                    </a:lnTo>
                    <a:lnTo>
                      <a:pt x="312" y="444"/>
                    </a:lnTo>
                    <a:lnTo>
                      <a:pt x="324" y="444"/>
                    </a:lnTo>
                    <a:lnTo>
                      <a:pt x="324" y="450"/>
                    </a:lnTo>
                    <a:lnTo>
                      <a:pt x="330" y="462"/>
                    </a:lnTo>
                    <a:lnTo>
                      <a:pt x="330" y="474"/>
                    </a:lnTo>
                    <a:lnTo>
                      <a:pt x="336" y="480"/>
                    </a:lnTo>
                    <a:lnTo>
                      <a:pt x="336" y="486"/>
                    </a:lnTo>
                    <a:lnTo>
                      <a:pt x="378" y="522"/>
                    </a:lnTo>
                    <a:lnTo>
                      <a:pt x="372" y="546"/>
                    </a:lnTo>
                    <a:lnTo>
                      <a:pt x="408" y="606"/>
                    </a:lnTo>
                    <a:lnTo>
                      <a:pt x="402" y="618"/>
                    </a:lnTo>
                    <a:lnTo>
                      <a:pt x="402" y="636"/>
                    </a:lnTo>
                    <a:lnTo>
                      <a:pt x="408" y="648"/>
                    </a:lnTo>
                    <a:lnTo>
                      <a:pt x="438" y="678"/>
                    </a:lnTo>
                    <a:lnTo>
                      <a:pt x="438" y="684"/>
                    </a:lnTo>
                    <a:lnTo>
                      <a:pt x="444" y="690"/>
                    </a:lnTo>
                    <a:lnTo>
                      <a:pt x="462" y="726"/>
                    </a:lnTo>
                    <a:lnTo>
                      <a:pt x="498" y="744"/>
                    </a:lnTo>
                    <a:lnTo>
                      <a:pt x="504" y="750"/>
                    </a:lnTo>
                    <a:lnTo>
                      <a:pt x="510" y="750"/>
                    </a:lnTo>
                    <a:lnTo>
                      <a:pt x="510" y="786"/>
                    </a:lnTo>
                    <a:lnTo>
                      <a:pt x="522" y="792"/>
                    </a:lnTo>
                    <a:lnTo>
                      <a:pt x="528" y="804"/>
                    </a:lnTo>
                    <a:lnTo>
                      <a:pt x="540" y="810"/>
                    </a:lnTo>
                    <a:lnTo>
                      <a:pt x="564" y="834"/>
                    </a:lnTo>
                    <a:lnTo>
                      <a:pt x="576" y="840"/>
                    </a:lnTo>
                    <a:lnTo>
                      <a:pt x="594" y="858"/>
                    </a:lnTo>
                    <a:lnTo>
                      <a:pt x="600" y="858"/>
                    </a:lnTo>
                    <a:lnTo>
                      <a:pt x="606" y="864"/>
                    </a:lnTo>
                    <a:lnTo>
                      <a:pt x="612" y="864"/>
                    </a:lnTo>
                    <a:lnTo>
                      <a:pt x="612" y="870"/>
                    </a:lnTo>
                    <a:lnTo>
                      <a:pt x="618" y="876"/>
                    </a:lnTo>
                    <a:lnTo>
                      <a:pt x="630" y="900"/>
                    </a:lnTo>
                    <a:lnTo>
                      <a:pt x="642" y="912"/>
                    </a:lnTo>
                    <a:lnTo>
                      <a:pt x="654" y="936"/>
                    </a:lnTo>
                    <a:lnTo>
                      <a:pt x="660" y="942"/>
                    </a:lnTo>
                    <a:lnTo>
                      <a:pt x="660" y="906"/>
                    </a:lnTo>
                    <a:lnTo>
                      <a:pt x="672" y="906"/>
                    </a:lnTo>
                    <a:lnTo>
                      <a:pt x="684" y="918"/>
                    </a:lnTo>
                    <a:lnTo>
                      <a:pt x="696" y="924"/>
                    </a:lnTo>
                    <a:lnTo>
                      <a:pt x="702" y="930"/>
                    </a:lnTo>
                    <a:lnTo>
                      <a:pt x="708" y="930"/>
                    </a:lnTo>
                    <a:close/>
                    <a:moveTo>
                      <a:pt x="2118" y="1194"/>
                    </a:moveTo>
                    <a:lnTo>
                      <a:pt x="2106" y="1176"/>
                    </a:lnTo>
                    <a:lnTo>
                      <a:pt x="2088" y="1176"/>
                    </a:lnTo>
                    <a:lnTo>
                      <a:pt x="2064" y="1200"/>
                    </a:lnTo>
                    <a:lnTo>
                      <a:pt x="2064" y="1212"/>
                    </a:lnTo>
                    <a:lnTo>
                      <a:pt x="2052" y="1212"/>
                    </a:lnTo>
                    <a:lnTo>
                      <a:pt x="2040" y="1218"/>
                    </a:lnTo>
                    <a:lnTo>
                      <a:pt x="2010" y="1248"/>
                    </a:lnTo>
                    <a:lnTo>
                      <a:pt x="1998" y="1272"/>
                    </a:lnTo>
                    <a:lnTo>
                      <a:pt x="1992" y="1278"/>
                    </a:lnTo>
                    <a:lnTo>
                      <a:pt x="1992" y="1290"/>
                    </a:lnTo>
                    <a:lnTo>
                      <a:pt x="2004" y="1302"/>
                    </a:lnTo>
                    <a:lnTo>
                      <a:pt x="2022" y="1302"/>
                    </a:lnTo>
                    <a:lnTo>
                      <a:pt x="2052" y="1284"/>
                    </a:lnTo>
                    <a:lnTo>
                      <a:pt x="2082" y="1260"/>
                    </a:lnTo>
                    <a:lnTo>
                      <a:pt x="2106" y="1242"/>
                    </a:lnTo>
                    <a:lnTo>
                      <a:pt x="2100" y="1236"/>
                    </a:lnTo>
                    <a:lnTo>
                      <a:pt x="2100" y="1224"/>
                    </a:lnTo>
                    <a:lnTo>
                      <a:pt x="2112" y="1200"/>
                    </a:lnTo>
                    <a:lnTo>
                      <a:pt x="2118" y="1194"/>
                    </a:lnTo>
                    <a:close/>
                    <a:moveTo>
                      <a:pt x="1374" y="1128"/>
                    </a:moveTo>
                    <a:lnTo>
                      <a:pt x="1374" y="1116"/>
                    </a:lnTo>
                    <a:lnTo>
                      <a:pt x="1368" y="1110"/>
                    </a:lnTo>
                    <a:lnTo>
                      <a:pt x="1344" y="1098"/>
                    </a:lnTo>
                    <a:lnTo>
                      <a:pt x="1332" y="1098"/>
                    </a:lnTo>
                    <a:lnTo>
                      <a:pt x="1320" y="1092"/>
                    </a:lnTo>
                    <a:lnTo>
                      <a:pt x="1314" y="1092"/>
                    </a:lnTo>
                    <a:lnTo>
                      <a:pt x="1302" y="1098"/>
                    </a:lnTo>
                    <a:lnTo>
                      <a:pt x="1296" y="1104"/>
                    </a:lnTo>
                    <a:lnTo>
                      <a:pt x="1296" y="1116"/>
                    </a:lnTo>
                    <a:lnTo>
                      <a:pt x="1290" y="1122"/>
                    </a:lnTo>
                    <a:lnTo>
                      <a:pt x="1290" y="1134"/>
                    </a:lnTo>
                    <a:lnTo>
                      <a:pt x="1254" y="1104"/>
                    </a:lnTo>
                    <a:lnTo>
                      <a:pt x="1260" y="1092"/>
                    </a:lnTo>
                    <a:lnTo>
                      <a:pt x="1260" y="1080"/>
                    </a:lnTo>
                    <a:lnTo>
                      <a:pt x="1266" y="1068"/>
                    </a:lnTo>
                    <a:lnTo>
                      <a:pt x="1266" y="1050"/>
                    </a:lnTo>
                    <a:lnTo>
                      <a:pt x="1260" y="1038"/>
                    </a:lnTo>
                    <a:lnTo>
                      <a:pt x="1254" y="1032"/>
                    </a:lnTo>
                    <a:lnTo>
                      <a:pt x="1242" y="1026"/>
                    </a:lnTo>
                    <a:lnTo>
                      <a:pt x="1188" y="1026"/>
                    </a:lnTo>
                    <a:lnTo>
                      <a:pt x="1158" y="1008"/>
                    </a:lnTo>
                    <a:lnTo>
                      <a:pt x="1158" y="984"/>
                    </a:lnTo>
                    <a:lnTo>
                      <a:pt x="1116" y="984"/>
                    </a:lnTo>
                    <a:lnTo>
                      <a:pt x="1116" y="996"/>
                    </a:lnTo>
                    <a:lnTo>
                      <a:pt x="1110" y="1008"/>
                    </a:lnTo>
                    <a:lnTo>
                      <a:pt x="1110" y="1026"/>
                    </a:lnTo>
                    <a:lnTo>
                      <a:pt x="1086" y="1026"/>
                    </a:lnTo>
                    <a:lnTo>
                      <a:pt x="1074" y="1020"/>
                    </a:lnTo>
                    <a:lnTo>
                      <a:pt x="1056" y="1014"/>
                    </a:lnTo>
                    <a:lnTo>
                      <a:pt x="1044" y="1014"/>
                    </a:lnTo>
                    <a:lnTo>
                      <a:pt x="1032" y="1008"/>
                    </a:lnTo>
                    <a:lnTo>
                      <a:pt x="966" y="1008"/>
                    </a:lnTo>
                    <a:lnTo>
                      <a:pt x="960" y="996"/>
                    </a:lnTo>
                    <a:lnTo>
                      <a:pt x="948" y="990"/>
                    </a:lnTo>
                    <a:lnTo>
                      <a:pt x="942" y="978"/>
                    </a:lnTo>
                    <a:lnTo>
                      <a:pt x="918" y="954"/>
                    </a:lnTo>
                    <a:lnTo>
                      <a:pt x="900" y="954"/>
                    </a:lnTo>
                    <a:lnTo>
                      <a:pt x="888" y="960"/>
                    </a:lnTo>
                    <a:lnTo>
                      <a:pt x="876" y="954"/>
                    </a:lnTo>
                    <a:lnTo>
                      <a:pt x="870" y="948"/>
                    </a:lnTo>
                    <a:lnTo>
                      <a:pt x="858" y="942"/>
                    </a:lnTo>
                    <a:lnTo>
                      <a:pt x="846" y="942"/>
                    </a:lnTo>
                    <a:lnTo>
                      <a:pt x="840" y="936"/>
                    </a:lnTo>
                    <a:lnTo>
                      <a:pt x="822" y="936"/>
                    </a:lnTo>
                    <a:lnTo>
                      <a:pt x="810" y="930"/>
                    </a:lnTo>
                    <a:lnTo>
                      <a:pt x="792" y="930"/>
                    </a:lnTo>
                    <a:lnTo>
                      <a:pt x="786" y="924"/>
                    </a:lnTo>
                    <a:lnTo>
                      <a:pt x="762" y="924"/>
                    </a:lnTo>
                    <a:lnTo>
                      <a:pt x="750" y="930"/>
                    </a:lnTo>
                    <a:lnTo>
                      <a:pt x="738" y="954"/>
                    </a:lnTo>
                    <a:lnTo>
                      <a:pt x="738" y="966"/>
                    </a:lnTo>
                    <a:lnTo>
                      <a:pt x="732" y="978"/>
                    </a:lnTo>
                    <a:lnTo>
                      <a:pt x="720" y="990"/>
                    </a:lnTo>
                    <a:lnTo>
                      <a:pt x="714" y="990"/>
                    </a:lnTo>
                    <a:lnTo>
                      <a:pt x="702" y="1002"/>
                    </a:lnTo>
                    <a:lnTo>
                      <a:pt x="702" y="1014"/>
                    </a:lnTo>
                    <a:lnTo>
                      <a:pt x="738" y="1008"/>
                    </a:lnTo>
                    <a:lnTo>
                      <a:pt x="786" y="1008"/>
                    </a:lnTo>
                    <a:lnTo>
                      <a:pt x="780" y="1014"/>
                    </a:lnTo>
                    <a:lnTo>
                      <a:pt x="768" y="1020"/>
                    </a:lnTo>
                    <a:lnTo>
                      <a:pt x="762" y="1032"/>
                    </a:lnTo>
                    <a:lnTo>
                      <a:pt x="762" y="1044"/>
                    </a:lnTo>
                    <a:lnTo>
                      <a:pt x="774" y="1050"/>
                    </a:lnTo>
                    <a:lnTo>
                      <a:pt x="780" y="1050"/>
                    </a:lnTo>
                    <a:lnTo>
                      <a:pt x="798" y="1044"/>
                    </a:lnTo>
                    <a:lnTo>
                      <a:pt x="810" y="1044"/>
                    </a:lnTo>
                    <a:lnTo>
                      <a:pt x="816" y="1038"/>
                    </a:lnTo>
                    <a:lnTo>
                      <a:pt x="828" y="1032"/>
                    </a:lnTo>
                    <a:lnTo>
                      <a:pt x="840" y="1038"/>
                    </a:lnTo>
                    <a:lnTo>
                      <a:pt x="870" y="1056"/>
                    </a:lnTo>
                    <a:lnTo>
                      <a:pt x="900" y="1068"/>
                    </a:lnTo>
                    <a:lnTo>
                      <a:pt x="924" y="1080"/>
                    </a:lnTo>
                    <a:lnTo>
                      <a:pt x="960" y="1086"/>
                    </a:lnTo>
                    <a:lnTo>
                      <a:pt x="1014" y="1092"/>
                    </a:lnTo>
                    <a:lnTo>
                      <a:pt x="1062" y="1092"/>
                    </a:lnTo>
                    <a:lnTo>
                      <a:pt x="1080" y="1110"/>
                    </a:lnTo>
                    <a:lnTo>
                      <a:pt x="1086" y="1122"/>
                    </a:lnTo>
                    <a:lnTo>
                      <a:pt x="1098" y="1128"/>
                    </a:lnTo>
                    <a:lnTo>
                      <a:pt x="1110" y="1140"/>
                    </a:lnTo>
                    <a:lnTo>
                      <a:pt x="1128" y="1146"/>
                    </a:lnTo>
                    <a:lnTo>
                      <a:pt x="1152" y="1152"/>
                    </a:lnTo>
                    <a:lnTo>
                      <a:pt x="1170" y="1152"/>
                    </a:lnTo>
                    <a:lnTo>
                      <a:pt x="1182" y="1158"/>
                    </a:lnTo>
                    <a:lnTo>
                      <a:pt x="1248" y="1158"/>
                    </a:lnTo>
                    <a:lnTo>
                      <a:pt x="1260" y="1164"/>
                    </a:lnTo>
                    <a:lnTo>
                      <a:pt x="1278" y="1170"/>
                    </a:lnTo>
                    <a:lnTo>
                      <a:pt x="1290" y="1182"/>
                    </a:lnTo>
                    <a:lnTo>
                      <a:pt x="1302" y="1188"/>
                    </a:lnTo>
                    <a:lnTo>
                      <a:pt x="1320" y="1206"/>
                    </a:lnTo>
                    <a:lnTo>
                      <a:pt x="1338" y="1206"/>
                    </a:lnTo>
                    <a:lnTo>
                      <a:pt x="1350" y="1200"/>
                    </a:lnTo>
                    <a:lnTo>
                      <a:pt x="1356" y="1206"/>
                    </a:lnTo>
                    <a:lnTo>
                      <a:pt x="1374" y="1206"/>
                    </a:lnTo>
                    <a:lnTo>
                      <a:pt x="1374" y="1194"/>
                    </a:lnTo>
                    <a:lnTo>
                      <a:pt x="1368" y="1182"/>
                    </a:lnTo>
                    <a:lnTo>
                      <a:pt x="1362" y="1176"/>
                    </a:lnTo>
                    <a:lnTo>
                      <a:pt x="1356" y="1164"/>
                    </a:lnTo>
                    <a:lnTo>
                      <a:pt x="1374" y="1146"/>
                    </a:lnTo>
                    <a:lnTo>
                      <a:pt x="1374" y="1128"/>
                    </a:lnTo>
                    <a:close/>
                    <a:moveTo>
                      <a:pt x="1500" y="726"/>
                    </a:moveTo>
                    <a:lnTo>
                      <a:pt x="1542" y="684"/>
                    </a:lnTo>
                    <a:lnTo>
                      <a:pt x="1548" y="672"/>
                    </a:lnTo>
                    <a:lnTo>
                      <a:pt x="1554" y="654"/>
                    </a:lnTo>
                    <a:lnTo>
                      <a:pt x="1560" y="642"/>
                    </a:lnTo>
                    <a:lnTo>
                      <a:pt x="1566" y="624"/>
                    </a:lnTo>
                    <a:lnTo>
                      <a:pt x="1566" y="612"/>
                    </a:lnTo>
                    <a:lnTo>
                      <a:pt x="1572" y="606"/>
                    </a:lnTo>
                    <a:lnTo>
                      <a:pt x="1572" y="600"/>
                    </a:lnTo>
                    <a:lnTo>
                      <a:pt x="1566" y="600"/>
                    </a:lnTo>
                    <a:lnTo>
                      <a:pt x="1554" y="594"/>
                    </a:lnTo>
                    <a:lnTo>
                      <a:pt x="1542" y="582"/>
                    </a:lnTo>
                    <a:lnTo>
                      <a:pt x="1542" y="564"/>
                    </a:lnTo>
                    <a:lnTo>
                      <a:pt x="1554" y="516"/>
                    </a:lnTo>
                    <a:lnTo>
                      <a:pt x="1590" y="498"/>
                    </a:lnTo>
                    <a:lnTo>
                      <a:pt x="1626" y="498"/>
                    </a:lnTo>
                    <a:lnTo>
                      <a:pt x="1632" y="486"/>
                    </a:lnTo>
                    <a:lnTo>
                      <a:pt x="1638" y="480"/>
                    </a:lnTo>
                    <a:lnTo>
                      <a:pt x="1644" y="468"/>
                    </a:lnTo>
                    <a:lnTo>
                      <a:pt x="1644" y="444"/>
                    </a:lnTo>
                    <a:lnTo>
                      <a:pt x="1626" y="444"/>
                    </a:lnTo>
                    <a:lnTo>
                      <a:pt x="1620" y="450"/>
                    </a:lnTo>
                    <a:lnTo>
                      <a:pt x="1608" y="450"/>
                    </a:lnTo>
                    <a:lnTo>
                      <a:pt x="1608" y="438"/>
                    </a:lnTo>
                    <a:lnTo>
                      <a:pt x="1614" y="420"/>
                    </a:lnTo>
                    <a:lnTo>
                      <a:pt x="1626" y="408"/>
                    </a:lnTo>
                    <a:lnTo>
                      <a:pt x="1650" y="396"/>
                    </a:lnTo>
                    <a:lnTo>
                      <a:pt x="1662" y="396"/>
                    </a:lnTo>
                    <a:lnTo>
                      <a:pt x="1680" y="402"/>
                    </a:lnTo>
                    <a:lnTo>
                      <a:pt x="1704" y="402"/>
                    </a:lnTo>
                    <a:lnTo>
                      <a:pt x="1716" y="390"/>
                    </a:lnTo>
                    <a:lnTo>
                      <a:pt x="1716" y="384"/>
                    </a:lnTo>
                    <a:lnTo>
                      <a:pt x="1680" y="348"/>
                    </a:lnTo>
                    <a:lnTo>
                      <a:pt x="1680" y="312"/>
                    </a:lnTo>
                    <a:lnTo>
                      <a:pt x="1668" y="312"/>
                    </a:lnTo>
                    <a:lnTo>
                      <a:pt x="1650" y="294"/>
                    </a:lnTo>
                    <a:lnTo>
                      <a:pt x="1650" y="282"/>
                    </a:lnTo>
                    <a:lnTo>
                      <a:pt x="1662" y="270"/>
                    </a:lnTo>
                    <a:lnTo>
                      <a:pt x="1668" y="258"/>
                    </a:lnTo>
                    <a:lnTo>
                      <a:pt x="1668" y="246"/>
                    </a:lnTo>
                    <a:lnTo>
                      <a:pt x="1662" y="240"/>
                    </a:lnTo>
                    <a:lnTo>
                      <a:pt x="1638" y="228"/>
                    </a:lnTo>
                    <a:lnTo>
                      <a:pt x="1614" y="228"/>
                    </a:lnTo>
                    <a:lnTo>
                      <a:pt x="1632" y="198"/>
                    </a:lnTo>
                    <a:lnTo>
                      <a:pt x="1614" y="192"/>
                    </a:lnTo>
                    <a:lnTo>
                      <a:pt x="1620" y="162"/>
                    </a:lnTo>
                    <a:lnTo>
                      <a:pt x="1608" y="144"/>
                    </a:lnTo>
                    <a:lnTo>
                      <a:pt x="1602" y="138"/>
                    </a:lnTo>
                    <a:lnTo>
                      <a:pt x="1590" y="132"/>
                    </a:lnTo>
                    <a:lnTo>
                      <a:pt x="1566" y="108"/>
                    </a:lnTo>
                    <a:lnTo>
                      <a:pt x="1470" y="108"/>
                    </a:lnTo>
                    <a:lnTo>
                      <a:pt x="1464" y="114"/>
                    </a:lnTo>
                    <a:lnTo>
                      <a:pt x="1458" y="126"/>
                    </a:lnTo>
                    <a:lnTo>
                      <a:pt x="1458" y="180"/>
                    </a:lnTo>
                    <a:lnTo>
                      <a:pt x="1452" y="198"/>
                    </a:lnTo>
                    <a:lnTo>
                      <a:pt x="1452" y="204"/>
                    </a:lnTo>
                    <a:lnTo>
                      <a:pt x="1446" y="216"/>
                    </a:lnTo>
                    <a:lnTo>
                      <a:pt x="1428" y="216"/>
                    </a:lnTo>
                    <a:lnTo>
                      <a:pt x="1422" y="222"/>
                    </a:lnTo>
                    <a:lnTo>
                      <a:pt x="1422" y="246"/>
                    </a:lnTo>
                    <a:lnTo>
                      <a:pt x="1428" y="252"/>
                    </a:lnTo>
                    <a:lnTo>
                      <a:pt x="1434" y="264"/>
                    </a:lnTo>
                    <a:lnTo>
                      <a:pt x="1398" y="294"/>
                    </a:lnTo>
                    <a:lnTo>
                      <a:pt x="1404" y="306"/>
                    </a:lnTo>
                    <a:lnTo>
                      <a:pt x="1374" y="342"/>
                    </a:lnTo>
                    <a:lnTo>
                      <a:pt x="1350" y="342"/>
                    </a:lnTo>
                    <a:lnTo>
                      <a:pt x="1344" y="348"/>
                    </a:lnTo>
                    <a:lnTo>
                      <a:pt x="1332" y="354"/>
                    </a:lnTo>
                    <a:lnTo>
                      <a:pt x="1320" y="366"/>
                    </a:lnTo>
                    <a:lnTo>
                      <a:pt x="1314" y="366"/>
                    </a:lnTo>
                    <a:lnTo>
                      <a:pt x="1308" y="360"/>
                    </a:lnTo>
                    <a:lnTo>
                      <a:pt x="1284" y="348"/>
                    </a:lnTo>
                    <a:lnTo>
                      <a:pt x="1272" y="336"/>
                    </a:lnTo>
                    <a:lnTo>
                      <a:pt x="1230" y="336"/>
                    </a:lnTo>
                    <a:lnTo>
                      <a:pt x="1224" y="348"/>
                    </a:lnTo>
                    <a:lnTo>
                      <a:pt x="1194" y="378"/>
                    </a:lnTo>
                    <a:lnTo>
                      <a:pt x="1170" y="378"/>
                    </a:lnTo>
                    <a:lnTo>
                      <a:pt x="1152" y="372"/>
                    </a:lnTo>
                    <a:lnTo>
                      <a:pt x="1128" y="372"/>
                    </a:lnTo>
                    <a:lnTo>
                      <a:pt x="1110" y="390"/>
                    </a:lnTo>
                    <a:lnTo>
                      <a:pt x="1104" y="390"/>
                    </a:lnTo>
                    <a:lnTo>
                      <a:pt x="1080" y="378"/>
                    </a:lnTo>
                    <a:lnTo>
                      <a:pt x="1074" y="372"/>
                    </a:lnTo>
                    <a:lnTo>
                      <a:pt x="1062" y="366"/>
                    </a:lnTo>
                    <a:lnTo>
                      <a:pt x="1050" y="354"/>
                    </a:lnTo>
                    <a:lnTo>
                      <a:pt x="1050" y="342"/>
                    </a:lnTo>
                    <a:lnTo>
                      <a:pt x="1044" y="336"/>
                    </a:lnTo>
                    <a:lnTo>
                      <a:pt x="1032" y="330"/>
                    </a:lnTo>
                    <a:lnTo>
                      <a:pt x="1008" y="330"/>
                    </a:lnTo>
                    <a:lnTo>
                      <a:pt x="996" y="336"/>
                    </a:lnTo>
                    <a:lnTo>
                      <a:pt x="990" y="348"/>
                    </a:lnTo>
                    <a:lnTo>
                      <a:pt x="978" y="366"/>
                    </a:lnTo>
                    <a:lnTo>
                      <a:pt x="972" y="384"/>
                    </a:lnTo>
                    <a:lnTo>
                      <a:pt x="972" y="402"/>
                    </a:lnTo>
                    <a:lnTo>
                      <a:pt x="966" y="408"/>
                    </a:lnTo>
                    <a:lnTo>
                      <a:pt x="966" y="414"/>
                    </a:lnTo>
                    <a:lnTo>
                      <a:pt x="990" y="444"/>
                    </a:lnTo>
                    <a:lnTo>
                      <a:pt x="1002" y="498"/>
                    </a:lnTo>
                    <a:lnTo>
                      <a:pt x="1050" y="528"/>
                    </a:lnTo>
                    <a:lnTo>
                      <a:pt x="1038" y="564"/>
                    </a:lnTo>
                    <a:lnTo>
                      <a:pt x="1068" y="582"/>
                    </a:lnTo>
                    <a:lnTo>
                      <a:pt x="1050" y="606"/>
                    </a:lnTo>
                    <a:lnTo>
                      <a:pt x="1068" y="636"/>
                    </a:lnTo>
                    <a:lnTo>
                      <a:pt x="1056" y="648"/>
                    </a:lnTo>
                    <a:lnTo>
                      <a:pt x="1068" y="702"/>
                    </a:lnTo>
                    <a:lnTo>
                      <a:pt x="1110" y="696"/>
                    </a:lnTo>
                    <a:lnTo>
                      <a:pt x="1140" y="708"/>
                    </a:lnTo>
                    <a:lnTo>
                      <a:pt x="1146" y="696"/>
                    </a:lnTo>
                    <a:lnTo>
                      <a:pt x="1170" y="672"/>
                    </a:lnTo>
                    <a:lnTo>
                      <a:pt x="1182" y="672"/>
                    </a:lnTo>
                    <a:lnTo>
                      <a:pt x="1182" y="690"/>
                    </a:lnTo>
                    <a:lnTo>
                      <a:pt x="1188" y="702"/>
                    </a:lnTo>
                    <a:lnTo>
                      <a:pt x="1188" y="726"/>
                    </a:lnTo>
                    <a:lnTo>
                      <a:pt x="1194" y="738"/>
                    </a:lnTo>
                    <a:lnTo>
                      <a:pt x="1212" y="738"/>
                    </a:lnTo>
                    <a:lnTo>
                      <a:pt x="1218" y="726"/>
                    </a:lnTo>
                    <a:lnTo>
                      <a:pt x="1218" y="720"/>
                    </a:lnTo>
                    <a:lnTo>
                      <a:pt x="1224" y="714"/>
                    </a:lnTo>
                    <a:lnTo>
                      <a:pt x="1224" y="708"/>
                    </a:lnTo>
                    <a:lnTo>
                      <a:pt x="1254" y="726"/>
                    </a:lnTo>
                    <a:lnTo>
                      <a:pt x="1266" y="720"/>
                    </a:lnTo>
                    <a:lnTo>
                      <a:pt x="1272" y="708"/>
                    </a:lnTo>
                    <a:lnTo>
                      <a:pt x="1284" y="702"/>
                    </a:lnTo>
                    <a:lnTo>
                      <a:pt x="1296" y="702"/>
                    </a:lnTo>
                    <a:lnTo>
                      <a:pt x="1296" y="714"/>
                    </a:lnTo>
                    <a:lnTo>
                      <a:pt x="1302" y="720"/>
                    </a:lnTo>
                    <a:lnTo>
                      <a:pt x="1302" y="738"/>
                    </a:lnTo>
                    <a:lnTo>
                      <a:pt x="1308" y="744"/>
                    </a:lnTo>
                    <a:lnTo>
                      <a:pt x="1332" y="744"/>
                    </a:lnTo>
                    <a:lnTo>
                      <a:pt x="1350" y="738"/>
                    </a:lnTo>
                    <a:lnTo>
                      <a:pt x="1362" y="732"/>
                    </a:lnTo>
                    <a:lnTo>
                      <a:pt x="1392" y="732"/>
                    </a:lnTo>
                    <a:lnTo>
                      <a:pt x="1404" y="744"/>
                    </a:lnTo>
                    <a:lnTo>
                      <a:pt x="1404" y="786"/>
                    </a:lnTo>
                    <a:lnTo>
                      <a:pt x="1398" y="798"/>
                    </a:lnTo>
                    <a:lnTo>
                      <a:pt x="1398" y="810"/>
                    </a:lnTo>
                    <a:lnTo>
                      <a:pt x="1404" y="810"/>
                    </a:lnTo>
                    <a:lnTo>
                      <a:pt x="1410" y="804"/>
                    </a:lnTo>
                    <a:lnTo>
                      <a:pt x="1422" y="798"/>
                    </a:lnTo>
                    <a:lnTo>
                      <a:pt x="1440" y="792"/>
                    </a:lnTo>
                    <a:lnTo>
                      <a:pt x="1452" y="786"/>
                    </a:lnTo>
                    <a:lnTo>
                      <a:pt x="1476" y="762"/>
                    </a:lnTo>
                    <a:lnTo>
                      <a:pt x="1482" y="750"/>
                    </a:lnTo>
                    <a:lnTo>
                      <a:pt x="1500" y="732"/>
                    </a:lnTo>
                    <a:lnTo>
                      <a:pt x="1500" y="726"/>
                    </a:lnTo>
                    <a:close/>
                    <a:moveTo>
                      <a:pt x="1476" y="1116"/>
                    </a:moveTo>
                    <a:lnTo>
                      <a:pt x="1470" y="1116"/>
                    </a:lnTo>
                    <a:lnTo>
                      <a:pt x="1458" y="1122"/>
                    </a:lnTo>
                    <a:lnTo>
                      <a:pt x="1452" y="1128"/>
                    </a:lnTo>
                    <a:lnTo>
                      <a:pt x="1458" y="1134"/>
                    </a:lnTo>
                    <a:lnTo>
                      <a:pt x="1470" y="1140"/>
                    </a:lnTo>
                    <a:lnTo>
                      <a:pt x="1476" y="1140"/>
                    </a:lnTo>
                    <a:lnTo>
                      <a:pt x="1488" y="1146"/>
                    </a:lnTo>
                    <a:lnTo>
                      <a:pt x="1500" y="1134"/>
                    </a:lnTo>
                    <a:lnTo>
                      <a:pt x="1500" y="1128"/>
                    </a:lnTo>
                    <a:lnTo>
                      <a:pt x="1488" y="1116"/>
                    </a:lnTo>
                    <a:lnTo>
                      <a:pt x="1476" y="1116"/>
                    </a:lnTo>
                    <a:close/>
                    <a:moveTo>
                      <a:pt x="1716" y="1230"/>
                    </a:moveTo>
                    <a:lnTo>
                      <a:pt x="1680" y="1218"/>
                    </a:lnTo>
                    <a:lnTo>
                      <a:pt x="1674" y="1224"/>
                    </a:lnTo>
                    <a:lnTo>
                      <a:pt x="1674" y="1230"/>
                    </a:lnTo>
                    <a:lnTo>
                      <a:pt x="1686" y="1254"/>
                    </a:lnTo>
                    <a:lnTo>
                      <a:pt x="1692" y="1260"/>
                    </a:lnTo>
                    <a:lnTo>
                      <a:pt x="1704" y="1266"/>
                    </a:lnTo>
                    <a:lnTo>
                      <a:pt x="1716" y="1266"/>
                    </a:lnTo>
                    <a:lnTo>
                      <a:pt x="1722" y="1260"/>
                    </a:lnTo>
                    <a:lnTo>
                      <a:pt x="1740" y="1260"/>
                    </a:lnTo>
                    <a:lnTo>
                      <a:pt x="1746" y="1266"/>
                    </a:lnTo>
                    <a:lnTo>
                      <a:pt x="1746" y="1278"/>
                    </a:lnTo>
                    <a:lnTo>
                      <a:pt x="1752" y="1290"/>
                    </a:lnTo>
                    <a:lnTo>
                      <a:pt x="1764" y="1296"/>
                    </a:lnTo>
                    <a:lnTo>
                      <a:pt x="1788" y="1296"/>
                    </a:lnTo>
                    <a:lnTo>
                      <a:pt x="1794" y="1290"/>
                    </a:lnTo>
                    <a:lnTo>
                      <a:pt x="1800" y="1290"/>
                    </a:lnTo>
                    <a:lnTo>
                      <a:pt x="1800" y="1284"/>
                    </a:lnTo>
                    <a:lnTo>
                      <a:pt x="1794" y="1272"/>
                    </a:lnTo>
                    <a:lnTo>
                      <a:pt x="1782" y="1260"/>
                    </a:lnTo>
                    <a:lnTo>
                      <a:pt x="1770" y="1236"/>
                    </a:lnTo>
                    <a:lnTo>
                      <a:pt x="1746" y="1224"/>
                    </a:lnTo>
                    <a:lnTo>
                      <a:pt x="1728" y="1224"/>
                    </a:lnTo>
                    <a:lnTo>
                      <a:pt x="1716" y="1230"/>
                    </a:lnTo>
                    <a:close/>
                    <a:moveTo>
                      <a:pt x="1962" y="1122"/>
                    </a:moveTo>
                    <a:lnTo>
                      <a:pt x="1932" y="1146"/>
                    </a:lnTo>
                    <a:lnTo>
                      <a:pt x="1920" y="1134"/>
                    </a:lnTo>
                    <a:lnTo>
                      <a:pt x="1890" y="1134"/>
                    </a:lnTo>
                    <a:lnTo>
                      <a:pt x="1884" y="1140"/>
                    </a:lnTo>
                    <a:lnTo>
                      <a:pt x="1872" y="1146"/>
                    </a:lnTo>
                    <a:lnTo>
                      <a:pt x="1866" y="1152"/>
                    </a:lnTo>
                    <a:lnTo>
                      <a:pt x="1860" y="1140"/>
                    </a:lnTo>
                    <a:lnTo>
                      <a:pt x="1836" y="1116"/>
                    </a:lnTo>
                    <a:lnTo>
                      <a:pt x="1824" y="1116"/>
                    </a:lnTo>
                    <a:lnTo>
                      <a:pt x="1800" y="1128"/>
                    </a:lnTo>
                    <a:lnTo>
                      <a:pt x="1764" y="1164"/>
                    </a:lnTo>
                    <a:lnTo>
                      <a:pt x="1728" y="1158"/>
                    </a:lnTo>
                    <a:lnTo>
                      <a:pt x="1716" y="1176"/>
                    </a:lnTo>
                    <a:lnTo>
                      <a:pt x="1746" y="1176"/>
                    </a:lnTo>
                    <a:lnTo>
                      <a:pt x="1752" y="1182"/>
                    </a:lnTo>
                    <a:lnTo>
                      <a:pt x="1764" y="1182"/>
                    </a:lnTo>
                    <a:lnTo>
                      <a:pt x="1776" y="1188"/>
                    </a:lnTo>
                    <a:lnTo>
                      <a:pt x="1788" y="1188"/>
                    </a:lnTo>
                    <a:lnTo>
                      <a:pt x="1794" y="1182"/>
                    </a:lnTo>
                    <a:lnTo>
                      <a:pt x="1806" y="1176"/>
                    </a:lnTo>
                    <a:lnTo>
                      <a:pt x="1812" y="1170"/>
                    </a:lnTo>
                    <a:lnTo>
                      <a:pt x="1908" y="1164"/>
                    </a:lnTo>
                    <a:lnTo>
                      <a:pt x="1956" y="1158"/>
                    </a:lnTo>
                    <a:lnTo>
                      <a:pt x="1992" y="1128"/>
                    </a:lnTo>
                    <a:lnTo>
                      <a:pt x="1992" y="1110"/>
                    </a:lnTo>
                    <a:lnTo>
                      <a:pt x="1962" y="1122"/>
                    </a:lnTo>
                    <a:close/>
                    <a:moveTo>
                      <a:pt x="1578" y="1158"/>
                    </a:moveTo>
                    <a:lnTo>
                      <a:pt x="1566" y="1152"/>
                    </a:lnTo>
                    <a:lnTo>
                      <a:pt x="1560" y="1146"/>
                    </a:lnTo>
                    <a:lnTo>
                      <a:pt x="1548" y="1140"/>
                    </a:lnTo>
                    <a:lnTo>
                      <a:pt x="1536" y="1140"/>
                    </a:lnTo>
                    <a:lnTo>
                      <a:pt x="1512" y="1164"/>
                    </a:lnTo>
                    <a:lnTo>
                      <a:pt x="1506" y="1176"/>
                    </a:lnTo>
                    <a:lnTo>
                      <a:pt x="1500" y="1182"/>
                    </a:lnTo>
                    <a:lnTo>
                      <a:pt x="1554" y="1188"/>
                    </a:lnTo>
                    <a:lnTo>
                      <a:pt x="1554" y="1212"/>
                    </a:lnTo>
                    <a:lnTo>
                      <a:pt x="1578" y="1206"/>
                    </a:lnTo>
                    <a:lnTo>
                      <a:pt x="1590" y="1188"/>
                    </a:lnTo>
                    <a:lnTo>
                      <a:pt x="1614" y="1206"/>
                    </a:lnTo>
                    <a:lnTo>
                      <a:pt x="1644" y="1170"/>
                    </a:lnTo>
                    <a:lnTo>
                      <a:pt x="1596" y="1152"/>
                    </a:lnTo>
                    <a:lnTo>
                      <a:pt x="1578" y="115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4" name="India" descr="© INSCALE GmbH, 05.05.2010&#10;http://www.presentationload.com/">
                <a:extLst>
                  <a:ext uri="{FF2B5EF4-FFF2-40B4-BE49-F238E27FC236}">
                    <a16:creationId xmlns:a16="http://schemas.microsoft.com/office/drawing/2014/main" id="{A3EA3C6A-7AB9-4947-B066-DC73943CE3E1}"/>
                  </a:ext>
                </a:extLst>
              </p:cNvPr>
              <p:cNvSpPr>
                <a:spLocks noEditPoints="1"/>
              </p:cNvSpPr>
              <p:nvPr/>
            </p:nvSpPr>
            <p:spPr bwMode="gray">
              <a:xfrm>
                <a:off x="7728132" y="2922123"/>
                <a:ext cx="821820" cy="991114"/>
              </a:xfrm>
              <a:custGeom>
                <a:avLst/>
                <a:gdLst>
                  <a:gd name="T0" fmla="*/ 2147483647 w 1956"/>
                  <a:gd name="T1" fmla="*/ 2147483647 h 2358"/>
                  <a:gd name="T2" fmla="*/ 2147483647 w 1956"/>
                  <a:gd name="T3" fmla="*/ 2147483647 h 2358"/>
                  <a:gd name="T4" fmla="*/ 2147483647 w 1956"/>
                  <a:gd name="T5" fmla="*/ 2147483647 h 2358"/>
                  <a:gd name="T6" fmla="*/ 2147483647 w 1956"/>
                  <a:gd name="T7" fmla="*/ 2147483647 h 2358"/>
                  <a:gd name="T8" fmla="*/ 2147483647 w 1956"/>
                  <a:gd name="T9" fmla="*/ 2147483647 h 2358"/>
                  <a:gd name="T10" fmla="*/ 2147483647 w 1956"/>
                  <a:gd name="T11" fmla="*/ 2147483647 h 2358"/>
                  <a:gd name="T12" fmla="*/ 2147483647 w 1956"/>
                  <a:gd name="T13" fmla="*/ 2147483647 h 2358"/>
                  <a:gd name="T14" fmla="*/ 2147483647 w 1956"/>
                  <a:gd name="T15" fmla="*/ 2147483647 h 2358"/>
                  <a:gd name="T16" fmla="*/ 2147483647 w 1956"/>
                  <a:gd name="T17" fmla="*/ 2147483647 h 2358"/>
                  <a:gd name="T18" fmla="*/ 2147483647 w 1956"/>
                  <a:gd name="T19" fmla="*/ 2147483647 h 2358"/>
                  <a:gd name="T20" fmla="*/ 2147483647 w 1956"/>
                  <a:gd name="T21" fmla="*/ 2147483647 h 2358"/>
                  <a:gd name="T22" fmla="*/ 2147483647 w 1956"/>
                  <a:gd name="T23" fmla="*/ 2147483647 h 2358"/>
                  <a:gd name="T24" fmla="*/ 2147483647 w 1956"/>
                  <a:gd name="T25" fmla="*/ 2147483647 h 2358"/>
                  <a:gd name="T26" fmla="*/ 2147483647 w 1956"/>
                  <a:gd name="T27" fmla="*/ 2147483647 h 2358"/>
                  <a:gd name="T28" fmla="*/ 2147483647 w 1956"/>
                  <a:gd name="T29" fmla="*/ 2147483647 h 2358"/>
                  <a:gd name="T30" fmla="*/ 2147483647 w 1956"/>
                  <a:gd name="T31" fmla="*/ 2147483647 h 2358"/>
                  <a:gd name="T32" fmla="*/ 2147483647 w 1956"/>
                  <a:gd name="T33" fmla="*/ 2147483647 h 2358"/>
                  <a:gd name="T34" fmla="*/ 2147483647 w 1956"/>
                  <a:gd name="T35" fmla="*/ 2147483647 h 2358"/>
                  <a:gd name="T36" fmla="*/ 2147483647 w 1956"/>
                  <a:gd name="T37" fmla="*/ 2147483647 h 2358"/>
                  <a:gd name="T38" fmla="*/ 2147483647 w 1956"/>
                  <a:gd name="T39" fmla="*/ 2147483647 h 2358"/>
                  <a:gd name="T40" fmla="*/ 2147483647 w 1956"/>
                  <a:gd name="T41" fmla="*/ 2147483647 h 2358"/>
                  <a:gd name="T42" fmla="*/ 2147483647 w 1956"/>
                  <a:gd name="T43" fmla="*/ 2147483647 h 2358"/>
                  <a:gd name="T44" fmla="*/ 2147483647 w 1956"/>
                  <a:gd name="T45" fmla="*/ 2147483647 h 2358"/>
                  <a:gd name="T46" fmla="*/ 2147483647 w 1956"/>
                  <a:gd name="T47" fmla="*/ 2147483647 h 2358"/>
                  <a:gd name="T48" fmla="*/ 2147483647 w 1956"/>
                  <a:gd name="T49" fmla="*/ 2147483647 h 2358"/>
                  <a:gd name="T50" fmla="*/ 2147483647 w 1956"/>
                  <a:gd name="T51" fmla="*/ 2147483647 h 2358"/>
                  <a:gd name="T52" fmla="*/ 2147483647 w 1956"/>
                  <a:gd name="T53" fmla="*/ 2147483647 h 2358"/>
                  <a:gd name="T54" fmla="*/ 2147483647 w 1956"/>
                  <a:gd name="T55" fmla="*/ 2147483647 h 2358"/>
                  <a:gd name="T56" fmla="*/ 2147483647 w 1956"/>
                  <a:gd name="T57" fmla="*/ 2147483647 h 2358"/>
                  <a:gd name="T58" fmla="*/ 2147483647 w 1956"/>
                  <a:gd name="T59" fmla="*/ 2147483647 h 2358"/>
                  <a:gd name="T60" fmla="*/ 2147483647 w 1956"/>
                  <a:gd name="T61" fmla="*/ 2147483647 h 2358"/>
                  <a:gd name="T62" fmla="*/ 2147483647 w 1956"/>
                  <a:gd name="T63" fmla="*/ 2147483647 h 2358"/>
                  <a:gd name="T64" fmla="*/ 2147483647 w 1956"/>
                  <a:gd name="T65" fmla="*/ 2147483647 h 2358"/>
                  <a:gd name="T66" fmla="*/ 2147483647 w 1956"/>
                  <a:gd name="T67" fmla="*/ 2147483647 h 2358"/>
                  <a:gd name="T68" fmla="*/ 2147483647 w 1956"/>
                  <a:gd name="T69" fmla="*/ 2147483647 h 2358"/>
                  <a:gd name="T70" fmla="*/ 2147483647 w 1956"/>
                  <a:gd name="T71" fmla="*/ 2147483647 h 2358"/>
                  <a:gd name="T72" fmla="*/ 2147483647 w 1956"/>
                  <a:gd name="T73" fmla="*/ 2147483647 h 2358"/>
                  <a:gd name="T74" fmla="*/ 2147483647 w 1956"/>
                  <a:gd name="T75" fmla="*/ 2147483647 h 2358"/>
                  <a:gd name="T76" fmla="*/ 2147483647 w 1956"/>
                  <a:gd name="T77" fmla="*/ 2147483647 h 2358"/>
                  <a:gd name="T78" fmla="*/ 2147483647 w 1956"/>
                  <a:gd name="T79" fmla="*/ 2147483647 h 2358"/>
                  <a:gd name="T80" fmla="*/ 2147483647 w 1956"/>
                  <a:gd name="T81" fmla="*/ 2147483647 h 2358"/>
                  <a:gd name="T82" fmla="*/ 2147483647 w 1956"/>
                  <a:gd name="T83" fmla="*/ 2147483647 h 2358"/>
                  <a:gd name="T84" fmla="*/ 2147483647 w 1956"/>
                  <a:gd name="T85" fmla="*/ 2147483647 h 2358"/>
                  <a:gd name="T86" fmla="*/ 2147483647 w 1956"/>
                  <a:gd name="T87" fmla="*/ 2147483647 h 2358"/>
                  <a:gd name="T88" fmla="*/ 2147483647 w 1956"/>
                  <a:gd name="T89" fmla="*/ 2147483647 h 2358"/>
                  <a:gd name="T90" fmla="*/ 2147483647 w 1956"/>
                  <a:gd name="T91" fmla="*/ 2147483647 h 2358"/>
                  <a:gd name="T92" fmla="*/ 2147483647 w 1956"/>
                  <a:gd name="T93" fmla="*/ 2147483647 h 2358"/>
                  <a:gd name="T94" fmla="*/ 2147483647 w 1956"/>
                  <a:gd name="T95" fmla="*/ 2147483647 h 2358"/>
                  <a:gd name="T96" fmla="*/ 2147483647 w 1956"/>
                  <a:gd name="T97" fmla="*/ 2147483647 h 2358"/>
                  <a:gd name="T98" fmla="*/ 2147483647 w 1956"/>
                  <a:gd name="T99" fmla="*/ 2147483647 h 2358"/>
                  <a:gd name="T100" fmla="*/ 2147483647 w 1956"/>
                  <a:gd name="T101" fmla="*/ 2147483647 h 2358"/>
                  <a:gd name="T102" fmla="*/ 2147483647 w 1956"/>
                  <a:gd name="T103" fmla="*/ 2147483647 h 2358"/>
                  <a:gd name="T104" fmla="*/ 2147483647 w 1956"/>
                  <a:gd name="T105" fmla="*/ 2147483647 h 2358"/>
                  <a:gd name="T106" fmla="*/ 2147483647 w 1956"/>
                  <a:gd name="T107" fmla="*/ 2147483647 h 2358"/>
                  <a:gd name="T108" fmla="*/ 2147483647 w 1956"/>
                  <a:gd name="T109" fmla="*/ 2147483647 h 2358"/>
                  <a:gd name="T110" fmla="*/ 2147483647 w 1956"/>
                  <a:gd name="T111" fmla="*/ 2147483647 h 2358"/>
                  <a:gd name="T112" fmla="*/ 2147483647 w 1956"/>
                  <a:gd name="T113" fmla="*/ 2147483647 h 2358"/>
                  <a:gd name="T114" fmla="*/ 2147483647 w 1956"/>
                  <a:gd name="T115" fmla="*/ 2147483647 h 2358"/>
                  <a:gd name="T116" fmla="*/ 2147483647 w 1956"/>
                  <a:gd name="T117" fmla="*/ 2147483647 h 2358"/>
                  <a:gd name="T118" fmla="*/ 2147483647 w 1956"/>
                  <a:gd name="T119" fmla="*/ 2147483647 h 23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56"/>
                  <a:gd name="T181" fmla="*/ 0 h 2358"/>
                  <a:gd name="T182" fmla="*/ 1956 w 1956"/>
                  <a:gd name="T183" fmla="*/ 2358 h 235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56" h="2358">
                    <a:moveTo>
                      <a:pt x="1806" y="1788"/>
                    </a:moveTo>
                    <a:lnTo>
                      <a:pt x="1794" y="1800"/>
                    </a:lnTo>
                    <a:lnTo>
                      <a:pt x="1782" y="1824"/>
                    </a:lnTo>
                    <a:lnTo>
                      <a:pt x="1782" y="1884"/>
                    </a:lnTo>
                    <a:lnTo>
                      <a:pt x="1788" y="1980"/>
                    </a:lnTo>
                    <a:lnTo>
                      <a:pt x="1800" y="1950"/>
                    </a:lnTo>
                    <a:lnTo>
                      <a:pt x="1800" y="1848"/>
                    </a:lnTo>
                    <a:lnTo>
                      <a:pt x="1806" y="1836"/>
                    </a:lnTo>
                    <a:lnTo>
                      <a:pt x="1806" y="1830"/>
                    </a:lnTo>
                    <a:lnTo>
                      <a:pt x="1812" y="1818"/>
                    </a:lnTo>
                    <a:lnTo>
                      <a:pt x="1812" y="1806"/>
                    </a:lnTo>
                    <a:lnTo>
                      <a:pt x="1818" y="1800"/>
                    </a:lnTo>
                    <a:lnTo>
                      <a:pt x="1812" y="1788"/>
                    </a:lnTo>
                    <a:lnTo>
                      <a:pt x="1806" y="1788"/>
                    </a:lnTo>
                    <a:close/>
                    <a:moveTo>
                      <a:pt x="1794" y="2028"/>
                    </a:moveTo>
                    <a:lnTo>
                      <a:pt x="1788" y="2028"/>
                    </a:lnTo>
                    <a:lnTo>
                      <a:pt x="1782" y="2040"/>
                    </a:lnTo>
                    <a:lnTo>
                      <a:pt x="1782" y="2046"/>
                    </a:lnTo>
                    <a:lnTo>
                      <a:pt x="1788" y="2058"/>
                    </a:lnTo>
                    <a:lnTo>
                      <a:pt x="1788" y="2064"/>
                    </a:lnTo>
                    <a:lnTo>
                      <a:pt x="1794" y="2076"/>
                    </a:lnTo>
                    <a:lnTo>
                      <a:pt x="1800" y="2064"/>
                    </a:lnTo>
                    <a:lnTo>
                      <a:pt x="1800" y="2028"/>
                    </a:lnTo>
                    <a:lnTo>
                      <a:pt x="1794" y="2028"/>
                    </a:lnTo>
                    <a:close/>
                    <a:moveTo>
                      <a:pt x="1890" y="2310"/>
                    </a:moveTo>
                    <a:lnTo>
                      <a:pt x="1884" y="2316"/>
                    </a:lnTo>
                    <a:lnTo>
                      <a:pt x="1884" y="2334"/>
                    </a:lnTo>
                    <a:lnTo>
                      <a:pt x="1890" y="2346"/>
                    </a:lnTo>
                    <a:lnTo>
                      <a:pt x="1896" y="2352"/>
                    </a:lnTo>
                    <a:lnTo>
                      <a:pt x="1908" y="2358"/>
                    </a:lnTo>
                    <a:lnTo>
                      <a:pt x="1908" y="2346"/>
                    </a:lnTo>
                    <a:lnTo>
                      <a:pt x="1902" y="2334"/>
                    </a:lnTo>
                    <a:lnTo>
                      <a:pt x="1902" y="2322"/>
                    </a:lnTo>
                    <a:lnTo>
                      <a:pt x="1896" y="2310"/>
                    </a:lnTo>
                    <a:lnTo>
                      <a:pt x="1890" y="2310"/>
                    </a:lnTo>
                    <a:close/>
                    <a:moveTo>
                      <a:pt x="1920" y="672"/>
                    </a:moveTo>
                    <a:lnTo>
                      <a:pt x="1932" y="660"/>
                    </a:lnTo>
                    <a:lnTo>
                      <a:pt x="1944" y="654"/>
                    </a:lnTo>
                    <a:lnTo>
                      <a:pt x="1950" y="648"/>
                    </a:lnTo>
                    <a:lnTo>
                      <a:pt x="1956" y="648"/>
                    </a:lnTo>
                    <a:lnTo>
                      <a:pt x="1956" y="618"/>
                    </a:lnTo>
                    <a:lnTo>
                      <a:pt x="1950" y="618"/>
                    </a:lnTo>
                    <a:lnTo>
                      <a:pt x="1944" y="612"/>
                    </a:lnTo>
                    <a:lnTo>
                      <a:pt x="1878" y="612"/>
                    </a:lnTo>
                    <a:lnTo>
                      <a:pt x="1878" y="606"/>
                    </a:lnTo>
                    <a:lnTo>
                      <a:pt x="1890" y="594"/>
                    </a:lnTo>
                    <a:lnTo>
                      <a:pt x="1896" y="594"/>
                    </a:lnTo>
                    <a:lnTo>
                      <a:pt x="1878" y="564"/>
                    </a:lnTo>
                    <a:lnTo>
                      <a:pt x="1848" y="564"/>
                    </a:lnTo>
                    <a:lnTo>
                      <a:pt x="1842" y="558"/>
                    </a:lnTo>
                    <a:lnTo>
                      <a:pt x="1848" y="558"/>
                    </a:lnTo>
                    <a:lnTo>
                      <a:pt x="1860" y="546"/>
                    </a:lnTo>
                    <a:lnTo>
                      <a:pt x="1854" y="540"/>
                    </a:lnTo>
                    <a:lnTo>
                      <a:pt x="1818" y="522"/>
                    </a:lnTo>
                    <a:lnTo>
                      <a:pt x="1806" y="534"/>
                    </a:lnTo>
                    <a:lnTo>
                      <a:pt x="1806" y="558"/>
                    </a:lnTo>
                    <a:lnTo>
                      <a:pt x="1788" y="558"/>
                    </a:lnTo>
                    <a:lnTo>
                      <a:pt x="1770" y="546"/>
                    </a:lnTo>
                    <a:lnTo>
                      <a:pt x="1758" y="540"/>
                    </a:lnTo>
                    <a:lnTo>
                      <a:pt x="1740" y="540"/>
                    </a:lnTo>
                    <a:lnTo>
                      <a:pt x="1728" y="552"/>
                    </a:lnTo>
                    <a:lnTo>
                      <a:pt x="1716" y="558"/>
                    </a:lnTo>
                    <a:lnTo>
                      <a:pt x="1692" y="582"/>
                    </a:lnTo>
                    <a:lnTo>
                      <a:pt x="1656" y="582"/>
                    </a:lnTo>
                    <a:lnTo>
                      <a:pt x="1656" y="588"/>
                    </a:lnTo>
                    <a:lnTo>
                      <a:pt x="1662" y="594"/>
                    </a:lnTo>
                    <a:lnTo>
                      <a:pt x="1662" y="618"/>
                    </a:lnTo>
                    <a:lnTo>
                      <a:pt x="1656" y="624"/>
                    </a:lnTo>
                    <a:lnTo>
                      <a:pt x="1626" y="624"/>
                    </a:lnTo>
                    <a:lnTo>
                      <a:pt x="1632" y="636"/>
                    </a:lnTo>
                    <a:lnTo>
                      <a:pt x="1632" y="654"/>
                    </a:lnTo>
                    <a:lnTo>
                      <a:pt x="1620" y="666"/>
                    </a:lnTo>
                    <a:lnTo>
                      <a:pt x="1566" y="666"/>
                    </a:lnTo>
                    <a:lnTo>
                      <a:pt x="1566" y="684"/>
                    </a:lnTo>
                    <a:lnTo>
                      <a:pt x="1572" y="690"/>
                    </a:lnTo>
                    <a:lnTo>
                      <a:pt x="1596" y="690"/>
                    </a:lnTo>
                    <a:lnTo>
                      <a:pt x="1596" y="714"/>
                    </a:lnTo>
                    <a:lnTo>
                      <a:pt x="1608" y="726"/>
                    </a:lnTo>
                    <a:lnTo>
                      <a:pt x="1608" y="732"/>
                    </a:lnTo>
                    <a:lnTo>
                      <a:pt x="1584" y="744"/>
                    </a:lnTo>
                    <a:lnTo>
                      <a:pt x="1572" y="744"/>
                    </a:lnTo>
                    <a:lnTo>
                      <a:pt x="1566" y="738"/>
                    </a:lnTo>
                    <a:lnTo>
                      <a:pt x="1554" y="738"/>
                    </a:lnTo>
                    <a:lnTo>
                      <a:pt x="1542" y="744"/>
                    </a:lnTo>
                    <a:lnTo>
                      <a:pt x="1512" y="744"/>
                    </a:lnTo>
                    <a:lnTo>
                      <a:pt x="1500" y="738"/>
                    </a:lnTo>
                    <a:lnTo>
                      <a:pt x="1482" y="738"/>
                    </a:lnTo>
                    <a:lnTo>
                      <a:pt x="1476" y="744"/>
                    </a:lnTo>
                    <a:lnTo>
                      <a:pt x="1464" y="750"/>
                    </a:lnTo>
                    <a:lnTo>
                      <a:pt x="1440" y="750"/>
                    </a:lnTo>
                    <a:lnTo>
                      <a:pt x="1428" y="738"/>
                    </a:lnTo>
                    <a:lnTo>
                      <a:pt x="1428" y="732"/>
                    </a:lnTo>
                    <a:lnTo>
                      <a:pt x="1428" y="738"/>
                    </a:lnTo>
                    <a:lnTo>
                      <a:pt x="1416" y="738"/>
                    </a:lnTo>
                    <a:lnTo>
                      <a:pt x="1392" y="726"/>
                    </a:lnTo>
                    <a:lnTo>
                      <a:pt x="1374" y="708"/>
                    </a:lnTo>
                    <a:lnTo>
                      <a:pt x="1374" y="696"/>
                    </a:lnTo>
                    <a:lnTo>
                      <a:pt x="1380" y="696"/>
                    </a:lnTo>
                    <a:lnTo>
                      <a:pt x="1374" y="696"/>
                    </a:lnTo>
                    <a:lnTo>
                      <a:pt x="1368" y="690"/>
                    </a:lnTo>
                    <a:lnTo>
                      <a:pt x="1368" y="642"/>
                    </a:lnTo>
                    <a:lnTo>
                      <a:pt x="1362" y="636"/>
                    </a:lnTo>
                    <a:lnTo>
                      <a:pt x="1350" y="630"/>
                    </a:lnTo>
                    <a:lnTo>
                      <a:pt x="1338" y="630"/>
                    </a:lnTo>
                    <a:lnTo>
                      <a:pt x="1326" y="642"/>
                    </a:lnTo>
                    <a:lnTo>
                      <a:pt x="1314" y="648"/>
                    </a:lnTo>
                    <a:lnTo>
                      <a:pt x="1326" y="666"/>
                    </a:lnTo>
                    <a:lnTo>
                      <a:pt x="1326" y="714"/>
                    </a:lnTo>
                    <a:lnTo>
                      <a:pt x="1338" y="738"/>
                    </a:lnTo>
                    <a:lnTo>
                      <a:pt x="1338" y="774"/>
                    </a:lnTo>
                    <a:lnTo>
                      <a:pt x="1272" y="774"/>
                    </a:lnTo>
                    <a:lnTo>
                      <a:pt x="1272" y="762"/>
                    </a:lnTo>
                    <a:lnTo>
                      <a:pt x="1266" y="756"/>
                    </a:lnTo>
                    <a:lnTo>
                      <a:pt x="1260" y="756"/>
                    </a:lnTo>
                    <a:lnTo>
                      <a:pt x="1248" y="762"/>
                    </a:lnTo>
                    <a:lnTo>
                      <a:pt x="1242" y="774"/>
                    </a:lnTo>
                    <a:lnTo>
                      <a:pt x="1236" y="762"/>
                    </a:lnTo>
                    <a:lnTo>
                      <a:pt x="1224" y="756"/>
                    </a:lnTo>
                    <a:lnTo>
                      <a:pt x="1206" y="750"/>
                    </a:lnTo>
                    <a:lnTo>
                      <a:pt x="1188" y="750"/>
                    </a:lnTo>
                    <a:lnTo>
                      <a:pt x="1182" y="756"/>
                    </a:lnTo>
                    <a:lnTo>
                      <a:pt x="1152" y="738"/>
                    </a:lnTo>
                    <a:lnTo>
                      <a:pt x="1134" y="750"/>
                    </a:lnTo>
                    <a:lnTo>
                      <a:pt x="1080" y="696"/>
                    </a:lnTo>
                    <a:lnTo>
                      <a:pt x="1056" y="696"/>
                    </a:lnTo>
                    <a:lnTo>
                      <a:pt x="1056" y="690"/>
                    </a:lnTo>
                    <a:lnTo>
                      <a:pt x="1044" y="678"/>
                    </a:lnTo>
                    <a:lnTo>
                      <a:pt x="1038" y="678"/>
                    </a:lnTo>
                    <a:lnTo>
                      <a:pt x="1032" y="684"/>
                    </a:lnTo>
                    <a:lnTo>
                      <a:pt x="1032" y="702"/>
                    </a:lnTo>
                    <a:lnTo>
                      <a:pt x="1032" y="696"/>
                    </a:lnTo>
                    <a:lnTo>
                      <a:pt x="1026" y="690"/>
                    </a:lnTo>
                    <a:lnTo>
                      <a:pt x="1008" y="690"/>
                    </a:lnTo>
                    <a:lnTo>
                      <a:pt x="996" y="702"/>
                    </a:lnTo>
                    <a:lnTo>
                      <a:pt x="990" y="690"/>
                    </a:lnTo>
                    <a:lnTo>
                      <a:pt x="984" y="684"/>
                    </a:lnTo>
                    <a:lnTo>
                      <a:pt x="960" y="684"/>
                    </a:lnTo>
                    <a:lnTo>
                      <a:pt x="954" y="678"/>
                    </a:lnTo>
                    <a:lnTo>
                      <a:pt x="954" y="666"/>
                    </a:lnTo>
                    <a:lnTo>
                      <a:pt x="942" y="666"/>
                    </a:lnTo>
                    <a:lnTo>
                      <a:pt x="936" y="672"/>
                    </a:lnTo>
                    <a:lnTo>
                      <a:pt x="918" y="672"/>
                    </a:lnTo>
                    <a:lnTo>
                      <a:pt x="912" y="666"/>
                    </a:lnTo>
                    <a:lnTo>
                      <a:pt x="906" y="654"/>
                    </a:lnTo>
                    <a:lnTo>
                      <a:pt x="900" y="648"/>
                    </a:lnTo>
                    <a:lnTo>
                      <a:pt x="888" y="648"/>
                    </a:lnTo>
                    <a:lnTo>
                      <a:pt x="846" y="630"/>
                    </a:lnTo>
                    <a:lnTo>
                      <a:pt x="834" y="612"/>
                    </a:lnTo>
                    <a:lnTo>
                      <a:pt x="810" y="612"/>
                    </a:lnTo>
                    <a:lnTo>
                      <a:pt x="792" y="588"/>
                    </a:lnTo>
                    <a:lnTo>
                      <a:pt x="780" y="594"/>
                    </a:lnTo>
                    <a:lnTo>
                      <a:pt x="750" y="564"/>
                    </a:lnTo>
                    <a:lnTo>
                      <a:pt x="750" y="552"/>
                    </a:lnTo>
                    <a:lnTo>
                      <a:pt x="762" y="540"/>
                    </a:lnTo>
                    <a:lnTo>
                      <a:pt x="768" y="540"/>
                    </a:lnTo>
                    <a:lnTo>
                      <a:pt x="756" y="528"/>
                    </a:lnTo>
                    <a:lnTo>
                      <a:pt x="756" y="522"/>
                    </a:lnTo>
                    <a:lnTo>
                      <a:pt x="762" y="516"/>
                    </a:lnTo>
                    <a:lnTo>
                      <a:pt x="756" y="504"/>
                    </a:lnTo>
                    <a:lnTo>
                      <a:pt x="780" y="480"/>
                    </a:lnTo>
                    <a:lnTo>
                      <a:pt x="786" y="456"/>
                    </a:lnTo>
                    <a:lnTo>
                      <a:pt x="762" y="438"/>
                    </a:lnTo>
                    <a:lnTo>
                      <a:pt x="750" y="438"/>
                    </a:lnTo>
                    <a:lnTo>
                      <a:pt x="738" y="432"/>
                    </a:lnTo>
                    <a:lnTo>
                      <a:pt x="738" y="414"/>
                    </a:lnTo>
                    <a:lnTo>
                      <a:pt x="720" y="420"/>
                    </a:lnTo>
                    <a:lnTo>
                      <a:pt x="702" y="402"/>
                    </a:lnTo>
                    <a:lnTo>
                      <a:pt x="696" y="402"/>
                    </a:lnTo>
                    <a:lnTo>
                      <a:pt x="690" y="396"/>
                    </a:lnTo>
                    <a:lnTo>
                      <a:pt x="678" y="396"/>
                    </a:lnTo>
                    <a:lnTo>
                      <a:pt x="666" y="390"/>
                    </a:lnTo>
                    <a:lnTo>
                      <a:pt x="654" y="378"/>
                    </a:lnTo>
                    <a:lnTo>
                      <a:pt x="648" y="366"/>
                    </a:lnTo>
                    <a:lnTo>
                      <a:pt x="618" y="366"/>
                    </a:lnTo>
                    <a:lnTo>
                      <a:pt x="612" y="360"/>
                    </a:lnTo>
                    <a:lnTo>
                      <a:pt x="612" y="342"/>
                    </a:lnTo>
                    <a:lnTo>
                      <a:pt x="618" y="336"/>
                    </a:lnTo>
                    <a:lnTo>
                      <a:pt x="618" y="324"/>
                    </a:lnTo>
                    <a:lnTo>
                      <a:pt x="612" y="324"/>
                    </a:lnTo>
                    <a:lnTo>
                      <a:pt x="600" y="312"/>
                    </a:lnTo>
                    <a:lnTo>
                      <a:pt x="594" y="300"/>
                    </a:lnTo>
                    <a:lnTo>
                      <a:pt x="588" y="294"/>
                    </a:lnTo>
                    <a:lnTo>
                      <a:pt x="588" y="276"/>
                    </a:lnTo>
                    <a:lnTo>
                      <a:pt x="594" y="276"/>
                    </a:lnTo>
                    <a:lnTo>
                      <a:pt x="600" y="270"/>
                    </a:lnTo>
                    <a:lnTo>
                      <a:pt x="612" y="270"/>
                    </a:lnTo>
                    <a:lnTo>
                      <a:pt x="612" y="288"/>
                    </a:lnTo>
                    <a:lnTo>
                      <a:pt x="624" y="300"/>
                    </a:lnTo>
                    <a:lnTo>
                      <a:pt x="636" y="282"/>
                    </a:lnTo>
                    <a:lnTo>
                      <a:pt x="642" y="282"/>
                    </a:lnTo>
                    <a:lnTo>
                      <a:pt x="648" y="276"/>
                    </a:lnTo>
                    <a:lnTo>
                      <a:pt x="660" y="270"/>
                    </a:lnTo>
                    <a:lnTo>
                      <a:pt x="660" y="258"/>
                    </a:lnTo>
                    <a:lnTo>
                      <a:pt x="642" y="240"/>
                    </a:lnTo>
                    <a:lnTo>
                      <a:pt x="636" y="228"/>
                    </a:lnTo>
                    <a:lnTo>
                      <a:pt x="630" y="222"/>
                    </a:lnTo>
                    <a:lnTo>
                      <a:pt x="618" y="222"/>
                    </a:lnTo>
                    <a:lnTo>
                      <a:pt x="594" y="210"/>
                    </a:lnTo>
                    <a:lnTo>
                      <a:pt x="594" y="186"/>
                    </a:lnTo>
                    <a:lnTo>
                      <a:pt x="612" y="180"/>
                    </a:lnTo>
                    <a:lnTo>
                      <a:pt x="594" y="156"/>
                    </a:lnTo>
                    <a:lnTo>
                      <a:pt x="624" y="156"/>
                    </a:lnTo>
                    <a:lnTo>
                      <a:pt x="636" y="150"/>
                    </a:lnTo>
                    <a:lnTo>
                      <a:pt x="642" y="138"/>
                    </a:lnTo>
                    <a:lnTo>
                      <a:pt x="642" y="114"/>
                    </a:lnTo>
                    <a:lnTo>
                      <a:pt x="636" y="108"/>
                    </a:lnTo>
                    <a:lnTo>
                      <a:pt x="636" y="102"/>
                    </a:lnTo>
                    <a:lnTo>
                      <a:pt x="654" y="102"/>
                    </a:lnTo>
                    <a:lnTo>
                      <a:pt x="660" y="96"/>
                    </a:lnTo>
                    <a:lnTo>
                      <a:pt x="660" y="36"/>
                    </a:lnTo>
                    <a:lnTo>
                      <a:pt x="618" y="36"/>
                    </a:lnTo>
                    <a:lnTo>
                      <a:pt x="594" y="12"/>
                    </a:lnTo>
                    <a:lnTo>
                      <a:pt x="576" y="0"/>
                    </a:lnTo>
                    <a:lnTo>
                      <a:pt x="564" y="0"/>
                    </a:lnTo>
                    <a:lnTo>
                      <a:pt x="540" y="12"/>
                    </a:lnTo>
                    <a:lnTo>
                      <a:pt x="522" y="18"/>
                    </a:lnTo>
                    <a:lnTo>
                      <a:pt x="516" y="30"/>
                    </a:lnTo>
                    <a:lnTo>
                      <a:pt x="504" y="36"/>
                    </a:lnTo>
                    <a:lnTo>
                      <a:pt x="480" y="36"/>
                    </a:lnTo>
                    <a:lnTo>
                      <a:pt x="456" y="72"/>
                    </a:lnTo>
                    <a:lnTo>
                      <a:pt x="432" y="78"/>
                    </a:lnTo>
                    <a:lnTo>
                      <a:pt x="432" y="96"/>
                    </a:lnTo>
                    <a:lnTo>
                      <a:pt x="408" y="96"/>
                    </a:lnTo>
                    <a:lnTo>
                      <a:pt x="402" y="102"/>
                    </a:lnTo>
                    <a:lnTo>
                      <a:pt x="396" y="96"/>
                    </a:lnTo>
                    <a:lnTo>
                      <a:pt x="390" y="102"/>
                    </a:lnTo>
                    <a:lnTo>
                      <a:pt x="378" y="108"/>
                    </a:lnTo>
                    <a:lnTo>
                      <a:pt x="372" y="114"/>
                    </a:lnTo>
                    <a:lnTo>
                      <a:pt x="360" y="120"/>
                    </a:lnTo>
                    <a:lnTo>
                      <a:pt x="348" y="120"/>
                    </a:lnTo>
                    <a:lnTo>
                      <a:pt x="348" y="108"/>
                    </a:lnTo>
                    <a:lnTo>
                      <a:pt x="342" y="102"/>
                    </a:lnTo>
                    <a:lnTo>
                      <a:pt x="324" y="102"/>
                    </a:lnTo>
                    <a:lnTo>
                      <a:pt x="306" y="96"/>
                    </a:lnTo>
                    <a:lnTo>
                      <a:pt x="264" y="96"/>
                    </a:lnTo>
                    <a:lnTo>
                      <a:pt x="240" y="108"/>
                    </a:lnTo>
                    <a:lnTo>
                      <a:pt x="234" y="120"/>
                    </a:lnTo>
                    <a:lnTo>
                      <a:pt x="234" y="126"/>
                    </a:lnTo>
                    <a:lnTo>
                      <a:pt x="258" y="144"/>
                    </a:lnTo>
                    <a:lnTo>
                      <a:pt x="252" y="156"/>
                    </a:lnTo>
                    <a:lnTo>
                      <a:pt x="282" y="162"/>
                    </a:lnTo>
                    <a:lnTo>
                      <a:pt x="276" y="168"/>
                    </a:lnTo>
                    <a:lnTo>
                      <a:pt x="270" y="180"/>
                    </a:lnTo>
                    <a:lnTo>
                      <a:pt x="264" y="186"/>
                    </a:lnTo>
                    <a:lnTo>
                      <a:pt x="264" y="192"/>
                    </a:lnTo>
                    <a:lnTo>
                      <a:pt x="276" y="204"/>
                    </a:lnTo>
                    <a:lnTo>
                      <a:pt x="282" y="204"/>
                    </a:lnTo>
                    <a:lnTo>
                      <a:pt x="282" y="210"/>
                    </a:lnTo>
                    <a:lnTo>
                      <a:pt x="276" y="222"/>
                    </a:lnTo>
                    <a:lnTo>
                      <a:pt x="276" y="234"/>
                    </a:lnTo>
                    <a:lnTo>
                      <a:pt x="294" y="234"/>
                    </a:lnTo>
                    <a:lnTo>
                      <a:pt x="306" y="252"/>
                    </a:lnTo>
                    <a:lnTo>
                      <a:pt x="324" y="252"/>
                    </a:lnTo>
                    <a:lnTo>
                      <a:pt x="330" y="288"/>
                    </a:lnTo>
                    <a:lnTo>
                      <a:pt x="366" y="288"/>
                    </a:lnTo>
                    <a:lnTo>
                      <a:pt x="378" y="294"/>
                    </a:lnTo>
                    <a:lnTo>
                      <a:pt x="384" y="300"/>
                    </a:lnTo>
                    <a:lnTo>
                      <a:pt x="384" y="306"/>
                    </a:lnTo>
                    <a:lnTo>
                      <a:pt x="378" y="312"/>
                    </a:lnTo>
                    <a:lnTo>
                      <a:pt x="354" y="324"/>
                    </a:lnTo>
                    <a:lnTo>
                      <a:pt x="342" y="324"/>
                    </a:lnTo>
                    <a:lnTo>
                      <a:pt x="336" y="330"/>
                    </a:lnTo>
                    <a:lnTo>
                      <a:pt x="336" y="366"/>
                    </a:lnTo>
                    <a:lnTo>
                      <a:pt x="342" y="378"/>
                    </a:lnTo>
                    <a:lnTo>
                      <a:pt x="354" y="390"/>
                    </a:lnTo>
                    <a:lnTo>
                      <a:pt x="354" y="396"/>
                    </a:lnTo>
                    <a:lnTo>
                      <a:pt x="324" y="414"/>
                    </a:lnTo>
                    <a:lnTo>
                      <a:pt x="300" y="450"/>
                    </a:lnTo>
                    <a:lnTo>
                      <a:pt x="318" y="474"/>
                    </a:lnTo>
                    <a:lnTo>
                      <a:pt x="306" y="474"/>
                    </a:lnTo>
                    <a:lnTo>
                      <a:pt x="300" y="480"/>
                    </a:lnTo>
                    <a:lnTo>
                      <a:pt x="288" y="486"/>
                    </a:lnTo>
                    <a:lnTo>
                      <a:pt x="282" y="492"/>
                    </a:lnTo>
                    <a:lnTo>
                      <a:pt x="282" y="504"/>
                    </a:lnTo>
                    <a:lnTo>
                      <a:pt x="276" y="522"/>
                    </a:lnTo>
                    <a:lnTo>
                      <a:pt x="276" y="534"/>
                    </a:lnTo>
                    <a:lnTo>
                      <a:pt x="270" y="552"/>
                    </a:lnTo>
                    <a:lnTo>
                      <a:pt x="258" y="564"/>
                    </a:lnTo>
                    <a:lnTo>
                      <a:pt x="234" y="576"/>
                    </a:lnTo>
                    <a:lnTo>
                      <a:pt x="228" y="582"/>
                    </a:lnTo>
                    <a:lnTo>
                      <a:pt x="228" y="588"/>
                    </a:lnTo>
                    <a:lnTo>
                      <a:pt x="222" y="594"/>
                    </a:lnTo>
                    <a:lnTo>
                      <a:pt x="222" y="612"/>
                    </a:lnTo>
                    <a:lnTo>
                      <a:pt x="204" y="624"/>
                    </a:lnTo>
                    <a:lnTo>
                      <a:pt x="204" y="630"/>
                    </a:lnTo>
                    <a:lnTo>
                      <a:pt x="198" y="636"/>
                    </a:lnTo>
                    <a:lnTo>
                      <a:pt x="192" y="648"/>
                    </a:lnTo>
                    <a:lnTo>
                      <a:pt x="186" y="654"/>
                    </a:lnTo>
                    <a:lnTo>
                      <a:pt x="168" y="654"/>
                    </a:lnTo>
                    <a:lnTo>
                      <a:pt x="162" y="648"/>
                    </a:lnTo>
                    <a:lnTo>
                      <a:pt x="156" y="654"/>
                    </a:lnTo>
                    <a:lnTo>
                      <a:pt x="132" y="666"/>
                    </a:lnTo>
                    <a:lnTo>
                      <a:pt x="126" y="666"/>
                    </a:lnTo>
                    <a:lnTo>
                      <a:pt x="120" y="660"/>
                    </a:lnTo>
                    <a:lnTo>
                      <a:pt x="120" y="648"/>
                    </a:lnTo>
                    <a:lnTo>
                      <a:pt x="114" y="642"/>
                    </a:lnTo>
                    <a:lnTo>
                      <a:pt x="108" y="642"/>
                    </a:lnTo>
                    <a:lnTo>
                      <a:pt x="96" y="648"/>
                    </a:lnTo>
                    <a:lnTo>
                      <a:pt x="84" y="660"/>
                    </a:lnTo>
                    <a:lnTo>
                      <a:pt x="84" y="666"/>
                    </a:lnTo>
                    <a:lnTo>
                      <a:pt x="78" y="678"/>
                    </a:lnTo>
                    <a:lnTo>
                      <a:pt x="72" y="684"/>
                    </a:lnTo>
                    <a:lnTo>
                      <a:pt x="66" y="696"/>
                    </a:lnTo>
                    <a:lnTo>
                      <a:pt x="54" y="708"/>
                    </a:lnTo>
                    <a:lnTo>
                      <a:pt x="48" y="720"/>
                    </a:lnTo>
                    <a:lnTo>
                      <a:pt x="48" y="744"/>
                    </a:lnTo>
                    <a:lnTo>
                      <a:pt x="54" y="750"/>
                    </a:lnTo>
                    <a:lnTo>
                      <a:pt x="66" y="756"/>
                    </a:lnTo>
                    <a:lnTo>
                      <a:pt x="72" y="756"/>
                    </a:lnTo>
                    <a:lnTo>
                      <a:pt x="102" y="750"/>
                    </a:lnTo>
                    <a:lnTo>
                      <a:pt x="102" y="768"/>
                    </a:lnTo>
                    <a:lnTo>
                      <a:pt x="96" y="798"/>
                    </a:lnTo>
                    <a:lnTo>
                      <a:pt x="102" y="804"/>
                    </a:lnTo>
                    <a:lnTo>
                      <a:pt x="108" y="816"/>
                    </a:lnTo>
                    <a:lnTo>
                      <a:pt x="120" y="828"/>
                    </a:lnTo>
                    <a:lnTo>
                      <a:pt x="144" y="828"/>
                    </a:lnTo>
                    <a:lnTo>
                      <a:pt x="144" y="852"/>
                    </a:lnTo>
                    <a:lnTo>
                      <a:pt x="168" y="894"/>
                    </a:lnTo>
                    <a:lnTo>
                      <a:pt x="174" y="906"/>
                    </a:lnTo>
                    <a:lnTo>
                      <a:pt x="180" y="912"/>
                    </a:lnTo>
                    <a:lnTo>
                      <a:pt x="180" y="936"/>
                    </a:lnTo>
                    <a:lnTo>
                      <a:pt x="168" y="942"/>
                    </a:lnTo>
                    <a:lnTo>
                      <a:pt x="162" y="948"/>
                    </a:lnTo>
                    <a:lnTo>
                      <a:pt x="144" y="948"/>
                    </a:lnTo>
                    <a:lnTo>
                      <a:pt x="138" y="942"/>
                    </a:lnTo>
                    <a:lnTo>
                      <a:pt x="138" y="930"/>
                    </a:lnTo>
                    <a:lnTo>
                      <a:pt x="132" y="930"/>
                    </a:lnTo>
                    <a:lnTo>
                      <a:pt x="120" y="936"/>
                    </a:lnTo>
                    <a:lnTo>
                      <a:pt x="108" y="948"/>
                    </a:lnTo>
                    <a:lnTo>
                      <a:pt x="84" y="948"/>
                    </a:lnTo>
                    <a:lnTo>
                      <a:pt x="78" y="942"/>
                    </a:lnTo>
                    <a:lnTo>
                      <a:pt x="78" y="936"/>
                    </a:lnTo>
                    <a:lnTo>
                      <a:pt x="54" y="948"/>
                    </a:lnTo>
                    <a:lnTo>
                      <a:pt x="48" y="942"/>
                    </a:lnTo>
                    <a:lnTo>
                      <a:pt x="36" y="936"/>
                    </a:lnTo>
                    <a:lnTo>
                      <a:pt x="24" y="936"/>
                    </a:lnTo>
                    <a:lnTo>
                      <a:pt x="12" y="948"/>
                    </a:lnTo>
                    <a:lnTo>
                      <a:pt x="12" y="960"/>
                    </a:lnTo>
                    <a:lnTo>
                      <a:pt x="18" y="966"/>
                    </a:lnTo>
                    <a:lnTo>
                      <a:pt x="0" y="972"/>
                    </a:lnTo>
                    <a:lnTo>
                      <a:pt x="36" y="972"/>
                    </a:lnTo>
                    <a:lnTo>
                      <a:pt x="30" y="984"/>
                    </a:lnTo>
                    <a:lnTo>
                      <a:pt x="30" y="1014"/>
                    </a:lnTo>
                    <a:lnTo>
                      <a:pt x="36" y="1026"/>
                    </a:lnTo>
                    <a:lnTo>
                      <a:pt x="48" y="1032"/>
                    </a:lnTo>
                    <a:lnTo>
                      <a:pt x="66" y="1038"/>
                    </a:lnTo>
                    <a:lnTo>
                      <a:pt x="120" y="1038"/>
                    </a:lnTo>
                    <a:lnTo>
                      <a:pt x="132" y="1032"/>
                    </a:lnTo>
                    <a:lnTo>
                      <a:pt x="150" y="1014"/>
                    </a:lnTo>
                    <a:lnTo>
                      <a:pt x="162" y="1008"/>
                    </a:lnTo>
                    <a:lnTo>
                      <a:pt x="168" y="1020"/>
                    </a:lnTo>
                    <a:lnTo>
                      <a:pt x="168" y="1026"/>
                    </a:lnTo>
                    <a:lnTo>
                      <a:pt x="162" y="1038"/>
                    </a:lnTo>
                    <a:lnTo>
                      <a:pt x="144" y="1056"/>
                    </a:lnTo>
                    <a:lnTo>
                      <a:pt x="120" y="1068"/>
                    </a:lnTo>
                    <a:lnTo>
                      <a:pt x="114" y="1074"/>
                    </a:lnTo>
                    <a:lnTo>
                      <a:pt x="90" y="1074"/>
                    </a:lnTo>
                    <a:lnTo>
                      <a:pt x="78" y="1080"/>
                    </a:lnTo>
                    <a:lnTo>
                      <a:pt x="60" y="1086"/>
                    </a:lnTo>
                    <a:lnTo>
                      <a:pt x="48" y="1092"/>
                    </a:lnTo>
                    <a:lnTo>
                      <a:pt x="42" y="1098"/>
                    </a:lnTo>
                    <a:lnTo>
                      <a:pt x="54" y="1122"/>
                    </a:lnTo>
                    <a:lnTo>
                      <a:pt x="66" y="1128"/>
                    </a:lnTo>
                    <a:lnTo>
                      <a:pt x="78" y="1140"/>
                    </a:lnTo>
                    <a:lnTo>
                      <a:pt x="96" y="1152"/>
                    </a:lnTo>
                    <a:lnTo>
                      <a:pt x="108" y="1164"/>
                    </a:lnTo>
                    <a:lnTo>
                      <a:pt x="132" y="1182"/>
                    </a:lnTo>
                    <a:lnTo>
                      <a:pt x="162" y="1206"/>
                    </a:lnTo>
                    <a:lnTo>
                      <a:pt x="204" y="1224"/>
                    </a:lnTo>
                    <a:lnTo>
                      <a:pt x="240" y="1218"/>
                    </a:lnTo>
                    <a:lnTo>
                      <a:pt x="270" y="1200"/>
                    </a:lnTo>
                    <a:lnTo>
                      <a:pt x="294" y="1176"/>
                    </a:lnTo>
                    <a:lnTo>
                      <a:pt x="300" y="1158"/>
                    </a:lnTo>
                    <a:lnTo>
                      <a:pt x="300" y="1128"/>
                    </a:lnTo>
                    <a:lnTo>
                      <a:pt x="306" y="1116"/>
                    </a:lnTo>
                    <a:lnTo>
                      <a:pt x="318" y="1104"/>
                    </a:lnTo>
                    <a:lnTo>
                      <a:pt x="324" y="1092"/>
                    </a:lnTo>
                    <a:lnTo>
                      <a:pt x="330" y="1086"/>
                    </a:lnTo>
                    <a:lnTo>
                      <a:pt x="342" y="1086"/>
                    </a:lnTo>
                    <a:lnTo>
                      <a:pt x="348" y="1080"/>
                    </a:lnTo>
                    <a:lnTo>
                      <a:pt x="354" y="1080"/>
                    </a:lnTo>
                    <a:lnTo>
                      <a:pt x="360" y="1086"/>
                    </a:lnTo>
                    <a:lnTo>
                      <a:pt x="360" y="1098"/>
                    </a:lnTo>
                    <a:lnTo>
                      <a:pt x="348" y="1110"/>
                    </a:lnTo>
                    <a:lnTo>
                      <a:pt x="336" y="1128"/>
                    </a:lnTo>
                    <a:lnTo>
                      <a:pt x="324" y="1140"/>
                    </a:lnTo>
                    <a:lnTo>
                      <a:pt x="318" y="1152"/>
                    </a:lnTo>
                    <a:lnTo>
                      <a:pt x="318" y="1164"/>
                    </a:lnTo>
                    <a:lnTo>
                      <a:pt x="324" y="1176"/>
                    </a:lnTo>
                    <a:lnTo>
                      <a:pt x="336" y="1182"/>
                    </a:lnTo>
                    <a:lnTo>
                      <a:pt x="342" y="1182"/>
                    </a:lnTo>
                    <a:lnTo>
                      <a:pt x="354" y="1194"/>
                    </a:lnTo>
                    <a:lnTo>
                      <a:pt x="354" y="1206"/>
                    </a:lnTo>
                    <a:lnTo>
                      <a:pt x="348" y="1242"/>
                    </a:lnTo>
                    <a:lnTo>
                      <a:pt x="342" y="1284"/>
                    </a:lnTo>
                    <a:lnTo>
                      <a:pt x="336" y="1338"/>
                    </a:lnTo>
                    <a:lnTo>
                      <a:pt x="342" y="1398"/>
                    </a:lnTo>
                    <a:lnTo>
                      <a:pt x="354" y="1446"/>
                    </a:lnTo>
                    <a:lnTo>
                      <a:pt x="384" y="1536"/>
                    </a:lnTo>
                    <a:lnTo>
                      <a:pt x="402" y="1554"/>
                    </a:lnTo>
                    <a:lnTo>
                      <a:pt x="402" y="1596"/>
                    </a:lnTo>
                    <a:lnTo>
                      <a:pt x="414" y="1620"/>
                    </a:lnTo>
                    <a:lnTo>
                      <a:pt x="426" y="1626"/>
                    </a:lnTo>
                    <a:lnTo>
                      <a:pt x="438" y="1626"/>
                    </a:lnTo>
                    <a:lnTo>
                      <a:pt x="444" y="1632"/>
                    </a:lnTo>
                    <a:lnTo>
                      <a:pt x="450" y="1632"/>
                    </a:lnTo>
                    <a:lnTo>
                      <a:pt x="450" y="1644"/>
                    </a:lnTo>
                    <a:lnTo>
                      <a:pt x="456" y="1656"/>
                    </a:lnTo>
                    <a:lnTo>
                      <a:pt x="456" y="1674"/>
                    </a:lnTo>
                    <a:lnTo>
                      <a:pt x="474" y="1710"/>
                    </a:lnTo>
                    <a:lnTo>
                      <a:pt x="498" y="1722"/>
                    </a:lnTo>
                    <a:lnTo>
                      <a:pt x="504" y="1728"/>
                    </a:lnTo>
                    <a:lnTo>
                      <a:pt x="510" y="1728"/>
                    </a:lnTo>
                    <a:lnTo>
                      <a:pt x="510" y="1746"/>
                    </a:lnTo>
                    <a:lnTo>
                      <a:pt x="516" y="1782"/>
                    </a:lnTo>
                    <a:lnTo>
                      <a:pt x="522" y="1830"/>
                    </a:lnTo>
                    <a:lnTo>
                      <a:pt x="534" y="1872"/>
                    </a:lnTo>
                    <a:lnTo>
                      <a:pt x="552" y="1908"/>
                    </a:lnTo>
                    <a:lnTo>
                      <a:pt x="576" y="1944"/>
                    </a:lnTo>
                    <a:lnTo>
                      <a:pt x="600" y="1974"/>
                    </a:lnTo>
                    <a:lnTo>
                      <a:pt x="612" y="1998"/>
                    </a:lnTo>
                    <a:lnTo>
                      <a:pt x="618" y="2016"/>
                    </a:lnTo>
                    <a:lnTo>
                      <a:pt x="618" y="2070"/>
                    </a:lnTo>
                    <a:lnTo>
                      <a:pt x="624" y="2094"/>
                    </a:lnTo>
                    <a:lnTo>
                      <a:pt x="642" y="2124"/>
                    </a:lnTo>
                    <a:lnTo>
                      <a:pt x="672" y="2166"/>
                    </a:lnTo>
                    <a:lnTo>
                      <a:pt x="696" y="2202"/>
                    </a:lnTo>
                    <a:lnTo>
                      <a:pt x="714" y="2232"/>
                    </a:lnTo>
                    <a:lnTo>
                      <a:pt x="720" y="2244"/>
                    </a:lnTo>
                    <a:lnTo>
                      <a:pt x="726" y="2244"/>
                    </a:lnTo>
                    <a:lnTo>
                      <a:pt x="732" y="2238"/>
                    </a:lnTo>
                    <a:lnTo>
                      <a:pt x="744" y="2238"/>
                    </a:lnTo>
                    <a:lnTo>
                      <a:pt x="768" y="2226"/>
                    </a:lnTo>
                    <a:lnTo>
                      <a:pt x="774" y="2220"/>
                    </a:lnTo>
                    <a:lnTo>
                      <a:pt x="780" y="2208"/>
                    </a:lnTo>
                    <a:lnTo>
                      <a:pt x="780" y="2172"/>
                    </a:lnTo>
                    <a:lnTo>
                      <a:pt x="786" y="2160"/>
                    </a:lnTo>
                    <a:lnTo>
                      <a:pt x="798" y="2154"/>
                    </a:lnTo>
                    <a:lnTo>
                      <a:pt x="804" y="2154"/>
                    </a:lnTo>
                    <a:lnTo>
                      <a:pt x="810" y="2160"/>
                    </a:lnTo>
                    <a:lnTo>
                      <a:pt x="828" y="2160"/>
                    </a:lnTo>
                    <a:lnTo>
                      <a:pt x="834" y="2154"/>
                    </a:lnTo>
                    <a:lnTo>
                      <a:pt x="846" y="2148"/>
                    </a:lnTo>
                    <a:lnTo>
                      <a:pt x="852" y="2142"/>
                    </a:lnTo>
                    <a:lnTo>
                      <a:pt x="864" y="2136"/>
                    </a:lnTo>
                    <a:lnTo>
                      <a:pt x="852" y="2136"/>
                    </a:lnTo>
                    <a:lnTo>
                      <a:pt x="846" y="2130"/>
                    </a:lnTo>
                    <a:lnTo>
                      <a:pt x="846" y="2118"/>
                    </a:lnTo>
                    <a:lnTo>
                      <a:pt x="852" y="2100"/>
                    </a:lnTo>
                    <a:lnTo>
                      <a:pt x="858" y="2088"/>
                    </a:lnTo>
                    <a:lnTo>
                      <a:pt x="906" y="2064"/>
                    </a:lnTo>
                    <a:lnTo>
                      <a:pt x="918" y="2052"/>
                    </a:lnTo>
                    <a:lnTo>
                      <a:pt x="918" y="2040"/>
                    </a:lnTo>
                    <a:lnTo>
                      <a:pt x="912" y="2028"/>
                    </a:lnTo>
                    <a:lnTo>
                      <a:pt x="912" y="2010"/>
                    </a:lnTo>
                    <a:lnTo>
                      <a:pt x="900" y="1974"/>
                    </a:lnTo>
                    <a:lnTo>
                      <a:pt x="900" y="1908"/>
                    </a:lnTo>
                    <a:lnTo>
                      <a:pt x="906" y="1890"/>
                    </a:lnTo>
                    <a:lnTo>
                      <a:pt x="906" y="1884"/>
                    </a:lnTo>
                    <a:lnTo>
                      <a:pt x="912" y="1878"/>
                    </a:lnTo>
                    <a:lnTo>
                      <a:pt x="912" y="1860"/>
                    </a:lnTo>
                    <a:lnTo>
                      <a:pt x="918" y="1842"/>
                    </a:lnTo>
                    <a:lnTo>
                      <a:pt x="918" y="1800"/>
                    </a:lnTo>
                    <a:lnTo>
                      <a:pt x="906" y="1776"/>
                    </a:lnTo>
                    <a:lnTo>
                      <a:pt x="888" y="1758"/>
                    </a:lnTo>
                    <a:lnTo>
                      <a:pt x="888" y="1728"/>
                    </a:lnTo>
                    <a:lnTo>
                      <a:pt x="894" y="1722"/>
                    </a:lnTo>
                    <a:lnTo>
                      <a:pt x="900" y="1710"/>
                    </a:lnTo>
                    <a:lnTo>
                      <a:pt x="900" y="1698"/>
                    </a:lnTo>
                    <a:lnTo>
                      <a:pt x="894" y="1686"/>
                    </a:lnTo>
                    <a:lnTo>
                      <a:pt x="894" y="1644"/>
                    </a:lnTo>
                    <a:lnTo>
                      <a:pt x="918" y="1632"/>
                    </a:lnTo>
                    <a:lnTo>
                      <a:pt x="924" y="1632"/>
                    </a:lnTo>
                    <a:lnTo>
                      <a:pt x="948" y="1620"/>
                    </a:lnTo>
                    <a:lnTo>
                      <a:pt x="948" y="1596"/>
                    </a:lnTo>
                    <a:lnTo>
                      <a:pt x="954" y="1584"/>
                    </a:lnTo>
                    <a:lnTo>
                      <a:pt x="960" y="1578"/>
                    </a:lnTo>
                    <a:lnTo>
                      <a:pt x="972" y="1572"/>
                    </a:lnTo>
                    <a:lnTo>
                      <a:pt x="990" y="1572"/>
                    </a:lnTo>
                    <a:lnTo>
                      <a:pt x="996" y="1560"/>
                    </a:lnTo>
                    <a:lnTo>
                      <a:pt x="1002" y="1566"/>
                    </a:lnTo>
                    <a:lnTo>
                      <a:pt x="1032" y="1566"/>
                    </a:lnTo>
                    <a:lnTo>
                      <a:pt x="1032" y="1548"/>
                    </a:lnTo>
                    <a:lnTo>
                      <a:pt x="1038" y="1530"/>
                    </a:lnTo>
                    <a:lnTo>
                      <a:pt x="1050" y="1518"/>
                    </a:lnTo>
                    <a:lnTo>
                      <a:pt x="1056" y="1500"/>
                    </a:lnTo>
                    <a:lnTo>
                      <a:pt x="1068" y="1488"/>
                    </a:lnTo>
                    <a:lnTo>
                      <a:pt x="1074" y="1476"/>
                    </a:lnTo>
                    <a:lnTo>
                      <a:pt x="1086" y="1470"/>
                    </a:lnTo>
                    <a:lnTo>
                      <a:pt x="1092" y="1464"/>
                    </a:lnTo>
                    <a:lnTo>
                      <a:pt x="1110" y="1458"/>
                    </a:lnTo>
                    <a:lnTo>
                      <a:pt x="1116" y="1452"/>
                    </a:lnTo>
                    <a:lnTo>
                      <a:pt x="1128" y="1446"/>
                    </a:lnTo>
                    <a:lnTo>
                      <a:pt x="1134" y="1428"/>
                    </a:lnTo>
                    <a:lnTo>
                      <a:pt x="1158" y="1380"/>
                    </a:lnTo>
                    <a:lnTo>
                      <a:pt x="1176" y="1362"/>
                    </a:lnTo>
                    <a:lnTo>
                      <a:pt x="1188" y="1356"/>
                    </a:lnTo>
                    <a:lnTo>
                      <a:pt x="1206" y="1344"/>
                    </a:lnTo>
                    <a:lnTo>
                      <a:pt x="1218" y="1338"/>
                    </a:lnTo>
                    <a:lnTo>
                      <a:pt x="1236" y="1320"/>
                    </a:lnTo>
                    <a:lnTo>
                      <a:pt x="1242" y="1320"/>
                    </a:lnTo>
                    <a:lnTo>
                      <a:pt x="1230" y="1290"/>
                    </a:lnTo>
                    <a:lnTo>
                      <a:pt x="1236" y="1284"/>
                    </a:lnTo>
                    <a:lnTo>
                      <a:pt x="1260" y="1314"/>
                    </a:lnTo>
                    <a:lnTo>
                      <a:pt x="1320" y="1254"/>
                    </a:lnTo>
                    <a:lnTo>
                      <a:pt x="1332" y="1230"/>
                    </a:lnTo>
                    <a:lnTo>
                      <a:pt x="1326" y="1224"/>
                    </a:lnTo>
                    <a:lnTo>
                      <a:pt x="1320" y="1212"/>
                    </a:lnTo>
                    <a:lnTo>
                      <a:pt x="1314" y="1206"/>
                    </a:lnTo>
                    <a:lnTo>
                      <a:pt x="1308" y="1194"/>
                    </a:lnTo>
                    <a:lnTo>
                      <a:pt x="1308" y="1182"/>
                    </a:lnTo>
                    <a:lnTo>
                      <a:pt x="1320" y="1176"/>
                    </a:lnTo>
                    <a:lnTo>
                      <a:pt x="1326" y="1170"/>
                    </a:lnTo>
                    <a:lnTo>
                      <a:pt x="1338" y="1170"/>
                    </a:lnTo>
                    <a:lnTo>
                      <a:pt x="1350" y="1164"/>
                    </a:lnTo>
                    <a:lnTo>
                      <a:pt x="1362" y="1152"/>
                    </a:lnTo>
                    <a:lnTo>
                      <a:pt x="1374" y="1134"/>
                    </a:lnTo>
                    <a:lnTo>
                      <a:pt x="1374" y="1110"/>
                    </a:lnTo>
                    <a:lnTo>
                      <a:pt x="1392" y="1116"/>
                    </a:lnTo>
                    <a:lnTo>
                      <a:pt x="1398" y="1146"/>
                    </a:lnTo>
                    <a:lnTo>
                      <a:pt x="1416" y="1110"/>
                    </a:lnTo>
                    <a:lnTo>
                      <a:pt x="1416" y="1128"/>
                    </a:lnTo>
                    <a:lnTo>
                      <a:pt x="1422" y="1140"/>
                    </a:lnTo>
                    <a:lnTo>
                      <a:pt x="1422" y="1158"/>
                    </a:lnTo>
                    <a:lnTo>
                      <a:pt x="1428" y="1170"/>
                    </a:lnTo>
                    <a:lnTo>
                      <a:pt x="1434" y="1176"/>
                    </a:lnTo>
                    <a:lnTo>
                      <a:pt x="1440" y="1176"/>
                    </a:lnTo>
                    <a:lnTo>
                      <a:pt x="1446" y="1170"/>
                    </a:lnTo>
                    <a:lnTo>
                      <a:pt x="1446" y="1158"/>
                    </a:lnTo>
                    <a:lnTo>
                      <a:pt x="1452" y="1152"/>
                    </a:lnTo>
                    <a:lnTo>
                      <a:pt x="1452" y="1140"/>
                    </a:lnTo>
                    <a:lnTo>
                      <a:pt x="1458" y="1110"/>
                    </a:lnTo>
                    <a:lnTo>
                      <a:pt x="1440" y="1068"/>
                    </a:lnTo>
                    <a:lnTo>
                      <a:pt x="1440" y="1038"/>
                    </a:lnTo>
                    <a:lnTo>
                      <a:pt x="1410" y="1014"/>
                    </a:lnTo>
                    <a:lnTo>
                      <a:pt x="1398" y="984"/>
                    </a:lnTo>
                    <a:lnTo>
                      <a:pt x="1404" y="972"/>
                    </a:lnTo>
                    <a:lnTo>
                      <a:pt x="1410" y="966"/>
                    </a:lnTo>
                    <a:lnTo>
                      <a:pt x="1416" y="948"/>
                    </a:lnTo>
                    <a:lnTo>
                      <a:pt x="1416" y="942"/>
                    </a:lnTo>
                    <a:lnTo>
                      <a:pt x="1410" y="936"/>
                    </a:lnTo>
                    <a:lnTo>
                      <a:pt x="1398" y="930"/>
                    </a:lnTo>
                    <a:lnTo>
                      <a:pt x="1380" y="930"/>
                    </a:lnTo>
                    <a:lnTo>
                      <a:pt x="1368" y="924"/>
                    </a:lnTo>
                    <a:lnTo>
                      <a:pt x="1356" y="912"/>
                    </a:lnTo>
                    <a:lnTo>
                      <a:pt x="1368" y="900"/>
                    </a:lnTo>
                    <a:lnTo>
                      <a:pt x="1374" y="900"/>
                    </a:lnTo>
                    <a:lnTo>
                      <a:pt x="1374" y="870"/>
                    </a:lnTo>
                    <a:lnTo>
                      <a:pt x="1410" y="870"/>
                    </a:lnTo>
                    <a:lnTo>
                      <a:pt x="1410" y="858"/>
                    </a:lnTo>
                    <a:lnTo>
                      <a:pt x="1380" y="840"/>
                    </a:lnTo>
                    <a:lnTo>
                      <a:pt x="1374" y="840"/>
                    </a:lnTo>
                    <a:lnTo>
                      <a:pt x="1362" y="828"/>
                    </a:lnTo>
                    <a:lnTo>
                      <a:pt x="1350" y="822"/>
                    </a:lnTo>
                    <a:lnTo>
                      <a:pt x="1344" y="810"/>
                    </a:lnTo>
                    <a:lnTo>
                      <a:pt x="1344" y="804"/>
                    </a:lnTo>
                    <a:lnTo>
                      <a:pt x="1350" y="792"/>
                    </a:lnTo>
                    <a:lnTo>
                      <a:pt x="1362" y="780"/>
                    </a:lnTo>
                    <a:lnTo>
                      <a:pt x="1350" y="762"/>
                    </a:lnTo>
                    <a:lnTo>
                      <a:pt x="1368" y="762"/>
                    </a:lnTo>
                    <a:lnTo>
                      <a:pt x="1392" y="774"/>
                    </a:lnTo>
                    <a:lnTo>
                      <a:pt x="1386" y="768"/>
                    </a:lnTo>
                    <a:lnTo>
                      <a:pt x="1404" y="762"/>
                    </a:lnTo>
                    <a:lnTo>
                      <a:pt x="1410" y="774"/>
                    </a:lnTo>
                    <a:lnTo>
                      <a:pt x="1410" y="780"/>
                    </a:lnTo>
                    <a:lnTo>
                      <a:pt x="1416" y="792"/>
                    </a:lnTo>
                    <a:lnTo>
                      <a:pt x="1422" y="798"/>
                    </a:lnTo>
                    <a:lnTo>
                      <a:pt x="1434" y="798"/>
                    </a:lnTo>
                    <a:lnTo>
                      <a:pt x="1440" y="804"/>
                    </a:lnTo>
                    <a:lnTo>
                      <a:pt x="1446" y="786"/>
                    </a:lnTo>
                    <a:lnTo>
                      <a:pt x="1452" y="792"/>
                    </a:lnTo>
                    <a:lnTo>
                      <a:pt x="1458" y="792"/>
                    </a:lnTo>
                    <a:lnTo>
                      <a:pt x="1464" y="798"/>
                    </a:lnTo>
                    <a:lnTo>
                      <a:pt x="1464" y="828"/>
                    </a:lnTo>
                    <a:lnTo>
                      <a:pt x="1470" y="828"/>
                    </a:lnTo>
                    <a:lnTo>
                      <a:pt x="1470" y="864"/>
                    </a:lnTo>
                    <a:lnTo>
                      <a:pt x="1476" y="864"/>
                    </a:lnTo>
                    <a:lnTo>
                      <a:pt x="1482" y="870"/>
                    </a:lnTo>
                    <a:lnTo>
                      <a:pt x="1542" y="870"/>
                    </a:lnTo>
                    <a:lnTo>
                      <a:pt x="1554" y="876"/>
                    </a:lnTo>
                    <a:lnTo>
                      <a:pt x="1572" y="876"/>
                    </a:lnTo>
                    <a:lnTo>
                      <a:pt x="1620" y="864"/>
                    </a:lnTo>
                    <a:lnTo>
                      <a:pt x="1626" y="864"/>
                    </a:lnTo>
                    <a:lnTo>
                      <a:pt x="1650" y="888"/>
                    </a:lnTo>
                    <a:lnTo>
                      <a:pt x="1650" y="894"/>
                    </a:lnTo>
                    <a:lnTo>
                      <a:pt x="1644" y="900"/>
                    </a:lnTo>
                    <a:lnTo>
                      <a:pt x="1638" y="900"/>
                    </a:lnTo>
                    <a:lnTo>
                      <a:pt x="1638" y="912"/>
                    </a:lnTo>
                    <a:lnTo>
                      <a:pt x="1632" y="930"/>
                    </a:lnTo>
                    <a:lnTo>
                      <a:pt x="1626" y="942"/>
                    </a:lnTo>
                    <a:lnTo>
                      <a:pt x="1620" y="948"/>
                    </a:lnTo>
                    <a:lnTo>
                      <a:pt x="1614" y="948"/>
                    </a:lnTo>
                    <a:lnTo>
                      <a:pt x="1602" y="954"/>
                    </a:lnTo>
                    <a:lnTo>
                      <a:pt x="1596" y="954"/>
                    </a:lnTo>
                    <a:lnTo>
                      <a:pt x="1584" y="966"/>
                    </a:lnTo>
                    <a:lnTo>
                      <a:pt x="1578" y="978"/>
                    </a:lnTo>
                    <a:lnTo>
                      <a:pt x="1578" y="996"/>
                    </a:lnTo>
                    <a:lnTo>
                      <a:pt x="1584" y="1008"/>
                    </a:lnTo>
                    <a:lnTo>
                      <a:pt x="1602" y="1026"/>
                    </a:lnTo>
                    <a:lnTo>
                      <a:pt x="1608" y="1026"/>
                    </a:lnTo>
                    <a:lnTo>
                      <a:pt x="1626" y="1050"/>
                    </a:lnTo>
                    <a:lnTo>
                      <a:pt x="1632" y="1014"/>
                    </a:lnTo>
                    <a:lnTo>
                      <a:pt x="1632" y="990"/>
                    </a:lnTo>
                    <a:lnTo>
                      <a:pt x="1650" y="990"/>
                    </a:lnTo>
                    <a:lnTo>
                      <a:pt x="1662" y="996"/>
                    </a:lnTo>
                    <a:lnTo>
                      <a:pt x="1668" y="1002"/>
                    </a:lnTo>
                    <a:lnTo>
                      <a:pt x="1668" y="1020"/>
                    </a:lnTo>
                    <a:lnTo>
                      <a:pt x="1674" y="1032"/>
                    </a:lnTo>
                    <a:lnTo>
                      <a:pt x="1674" y="1038"/>
                    </a:lnTo>
                    <a:lnTo>
                      <a:pt x="1680" y="1050"/>
                    </a:lnTo>
                    <a:lnTo>
                      <a:pt x="1680" y="1062"/>
                    </a:lnTo>
                    <a:lnTo>
                      <a:pt x="1686" y="1074"/>
                    </a:lnTo>
                    <a:lnTo>
                      <a:pt x="1692" y="1092"/>
                    </a:lnTo>
                    <a:lnTo>
                      <a:pt x="1698" y="1104"/>
                    </a:lnTo>
                    <a:lnTo>
                      <a:pt x="1704" y="1110"/>
                    </a:lnTo>
                    <a:lnTo>
                      <a:pt x="1704" y="1116"/>
                    </a:lnTo>
                    <a:lnTo>
                      <a:pt x="1722" y="1134"/>
                    </a:lnTo>
                    <a:lnTo>
                      <a:pt x="1722" y="1110"/>
                    </a:lnTo>
                    <a:lnTo>
                      <a:pt x="1728" y="1110"/>
                    </a:lnTo>
                    <a:lnTo>
                      <a:pt x="1734" y="1116"/>
                    </a:lnTo>
                    <a:lnTo>
                      <a:pt x="1746" y="1116"/>
                    </a:lnTo>
                    <a:lnTo>
                      <a:pt x="1746" y="1104"/>
                    </a:lnTo>
                    <a:lnTo>
                      <a:pt x="1728" y="1086"/>
                    </a:lnTo>
                    <a:lnTo>
                      <a:pt x="1728" y="1062"/>
                    </a:lnTo>
                    <a:lnTo>
                      <a:pt x="1722" y="1050"/>
                    </a:lnTo>
                    <a:lnTo>
                      <a:pt x="1740" y="1032"/>
                    </a:lnTo>
                    <a:lnTo>
                      <a:pt x="1746" y="1032"/>
                    </a:lnTo>
                    <a:lnTo>
                      <a:pt x="1740" y="984"/>
                    </a:lnTo>
                    <a:lnTo>
                      <a:pt x="1722" y="966"/>
                    </a:lnTo>
                    <a:lnTo>
                      <a:pt x="1716" y="966"/>
                    </a:lnTo>
                    <a:lnTo>
                      <a:pt x="1770" y="966"/>
                    </a:lnTo>
                    <a:lnTo>
                      <a:pt x="1782" y="972"/>
                    </a:lnTo>
                    <a:lnTo>
                      <a:pt x="1794" y="972"/>
                    </a:lnTo>
                    <a:lnTo>
                      <a:pt x="1794" y="936"/>
                    </a:lnTo>
                    <a:lnTo>
                      <a:pt x="1812" y="882"/>
                    </a:lnTo>
                    <a:lnTo>
                      <a:pt x="1806" y="876"/>
                    </a:lnTo>
                    <a:lnTo>
                      <a:pt x="1800" y="864"/>
                    </a:lnTo>
                    <a:lnTo>
                      <a:pt x="1800" y="846"/>
                    </a:lnTo>
                    <a:lnTo>
                      <a:pt x="1812" y="840"/>
                    </a:lnTo>
                    <a:lnTo>
                      <a:pt x="1818" y="834"/>
                    </a:lnTo>
                    <a:lnTo>
                      <a:pt x="1836" y="804"/>
                    </a:lnTo>
                    <a:lnTo>
                      <a:pt x="1836" y="792"/>
                    </a:lnTo>
                    <a:lnTo>
                      <a:pt x="1830" y="786"/>
                    </a:lnTo>
                    <a:lnTo>
                      <a:pt x="1830" y="780"/>
                    </a:lnTo>
                    <a:lnTo>
                      <a:pt x="1824" y="774"/>
                    </a:lnTo>
                    <a:lnTo>
                      <a:pt x="1824" y="750"/>
                    </a:lnTo>
                    <a:lnTo>
                      <a:pt x="1830" y="750"/>
                    </a:lnTo>
                    <a:lnTo>
                      <a:pt x="1836" y="744"/>
                    </a:lnTo>
                    <a:lnTo>
                      <a:pt x="1848" y="744"/>
                    </a:lnTo>
                    <a:lnTo>
                      <a:pt x="1860" y="738"/>
                    </a:lnTo>
                    <a:lnTo>
                      <a:pt x="1872" y="726"/>
                    </a:lnTo>
                    <a:lnTo>
                      <a:pt x="1872" y="708"/>
                    </a:lnTo>
                    <a:lnTo>
                      <a:pt x="1878" y="708"/>
                    </a:lnTo>
                    <a:lnTo>
                      <a:pt x="1890" y="702"/>
                    </a:lnTo>
                    <a:lnTo>
                      <a:pt x="1926" y="702"/>
                    </a:lnTo>
                    <a:lnTo>
                      <a:pt x="1932" y="708"/>
                    </a:lnTo>
                    <a:lnTo>
                      <a:pt x="1950" y="708"/>
                    </a:lnTo>
                    <a:lnTo>
                      <a:pt x="1950" y="702"/>
                    </a:lnTo>
                    <a:lnTo>
                      <a:pt x="1944" y="696"/>
                    </a:lnTo>
                    <a:lnTo>
                      <a:pt x="1932" y="690"/>
                    </a:lnTo>
                    <a:lnTo>
                      <a:pt x="1926" y="684"/>
                    </a:lnTo>
                    <a:lnTo>
                      <a:pt x="1920" y="67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5" name="East Timor" descr="© INSCALE GmbH, 05.05.2010&#10;http://www.presentationload.com/">
                <a:extLst>
                  <a:ext uri="{FF2B5EF4-FFF2-40B4-BE49-F238E27FC236}">
                    <a16:creationId xmlns:a16="http://schemas.microsoft.com/office/drawing/2014/main" id="{A64319B0-E07E-E144-A31A-AAC535B4D82F}"/>
                  </a:ext>
                </a:extLst>
              </p:cNvPr>
              <p:cNvSpPr>
                <a:spLocks noEditPoints="1"/>
              </p:cNvSpPr>
              <p:nvPr/>
            </p:nvSpPr>
            <p:spPr bwMode="gray">
              <a:xfrm>
                <a:off x="9422726" y="4421122"/>
                <a:ext cx="105193" cy="49309"/>
              </a:xfrm>
              <a:custGeom>
                <a:avLst/>
                <a:gdLst>
                  <a:gd name="T0" fmla="*/ 2147483647 w 252"/>
                  <a:gd name="T1" fmla="*/ 0 h 120"/>
                  <a:gd name="T2" fmla="*/ 2147483647 w 252"/>
                  <a:gd name="T3" fmla="*/ 2147483647 h 120"/>
                  <a:gd name="T4" fmla="*/ 2147483647 w 252"/>
                  <a:gd name="T5" fmla="*/ 2147483647 h 120"/>
                  <a:gd name="T6" fmla="*/ 2147483647 w 252"/>
                  <a:gd name="T7" fmla="*/ 2147483647 h 120"/>
                  <a:gd name="T8" fmla="*/ 2147483647 w 252"/>
                  <a:gd name="T9" fmla="*/ 2147483647 h 120"/>
                  <a:gd name="T10" fmla="*/ 2147483647 w 252"/>
                  <a:gd name="T11" fmla="*/ 2147483647 h 120"/>
                  <a:gd name="T12" fmla="*/ 2147483647 w 252"/>
                  <a:gd name="T13" fmla="*/ 2147483647 h 120"/>
                  <a:gd name="T14" fmla="*/ 2147483647 w 252"/>
                  <a:gd name="T15" fmla="*/ 2147483647 h 120"/>
                  <a:gd name="T16" fmla="*/ 2147483647 w 252"/>
                  <a:gd name="T17" fmla="*/ 2147483647 h 120"/>
                  <a:gd name="T18" fmla="*/ 2147483647 w 252"/>
                  <a:gd name="T19" fmla="*/ 2147483647 h 120"/>
                  <a:gd name="T20" fmla="*/ 2147483647 w 252"/>
                  <a:gd name="T21" fmla="*/ 2147483647 h 120"/>
                  <a:gd name="T22" fmla="*/ 2147483647 w 252"/>
                  <a:gd name="T23" fmla="*/ 2147483647 h 120"/>
                  <a:gd name="T24" fmla="*/ 2147483647 w 252"/>
                  <a:gd name="T25" fmla="*/ 2147483647 h 120"/>
                  <a:gd name="T26" fmla="*/ 2147483647 w 252"/>
                  <a:gd name="T27" fmla="*/ 2147483647 h 120"/>
                  <a:gd name="T28" fmla="*/ 2147483647 w 252"/>
                  <a:gd name="T29" fmla="*/ 2147483647 h 120"/>
                  <a:gd name="T30" fmla="*/ 2147483647 w 252"/>
                  <a:gd name="T31" fmla="*/ 2147483647 h 120"/>
                  <a:gd name="T32" fmla="*/ 2147483647 w 252"/>
                  <a:gd name="T33" fmla="*/ 2147483647 h 120"/>
                  <a:gd name="T34" fmla="*/ 2147483647 w 252"/>
                  <a:gd name="T35" fmla="*/ 2147483647 h 120"/>
                  <a:gd name="T36" fmla="*/ 2147483647 w 252"/>
                  <a:gd name="T37" fmla="*/ 2147483647 h 120"/>
                  <a:gd name="T38" fmla="*/ 2147483647 w 252"/>
                  <a:gd name="T39" fmla="*/ 2147483647 h 120"/>
                  <a:gd name="T40" fmla="*/ 2147483647 w 252"/>
                  <a:gd name="T41" fmla="*/ 2147483647 h 120"/>
                  <a:gd name="T42" fmla="*/ 2147483647 w 252"/>
                  <a:gd name="T43" fmla="*/ 2147483647 h 120"/>
                  <a:gd name="T44" fmla="*/ 2147483647 w 252"/>
                  <a:gd name="T45" fmla="*/ 2147483647 h 120"/>
                  <a:gd name="T46" fmla="*/ 2147483647 w 252"/>
                  <a:gd name="T47" fmla="*/ 0 h 120"/>
                  <a:gd name="T48" fmla="*/ 0 w 252"/>
                  <a:gd name="T49" fmla="*/ 2147483647 h 120"/>
                  <a:gd name="T50" fmla="*/ 2147483647 w 252"/>
                  <a:gd name="T51" fmla="*/ 2147483647 h 120"/>
                  <a:gd name="T52" fmla="*/ 2147483647 w 252"/>
                  <a:gd name="T53" fmla="*/ 2147483647 h 120"/>
                  <a:gd name="T54" fmla="*/ 2147483647 w 252"/>
                  <a:gd name="T55" fmla="*/ 2147483647 h 120"/>
                  <a:gd name="T56" fmla="*/ 2147483647 w 252"/>
                  <a:gd name="T57" fmla="*/ 2147483647 h 120"/>
                  <a:gd name="T58" fmla="*/ 2147483647 w 252"/>
                  <a:gd name="T59" fmla="*/ 2147483647 h 120"/>
                  <a:gd name="T60" fmla="*/ 2147483647 w 252"/>
                  <a:gd name="T61" fmla="*/ 2147483647 h 120"/>
                  <a:gd name="T62" fmla="*/ 2147483647 w 252"/>
                  <a:gd name="T63" fmla="*/ 2147483647 h 120"/>
                  <a:gd name="T64" fmla="*/ 0 w 252"/>
                  <a:gd name="T65" fmla="*/ 2147483647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2"/>
                  <a:gd name="T100" fmla="*/ 0 h 120"/>
                  <a:gd name="T101" fmla="*/ 252 w 252"/>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2" h="120">
                    <a:moveTo>
                      <a:pt x="228" y="0"/>
                    </a:moveTo>
                    <a:lnTo>
                      <a:pt x="204" y="24"/>
                    </a:lnTo>
                    <a:lnTo>
                      <a:pt x="114" y="24"/>
                    </a:lnTo>
                    <a:lnTo>
                      <a:pt x="108" y="30"/>
                    </a:lnTo>
                    <a:lnTo>
                      <a:pt x="102" y="42"/>
                    </a:lnTo>
                    <a:lnTo>
                      <a:pt x="96" y="48"/>
                    </a:lnTo>
                    <a:lnTo>
                      <a:pt x="90" y="48"/>
                    </a:lnTo>
                    <a:lnTo>
                      <a:pt x="78" y="54"/>
                    </a:lnTo>
                    <a:lnTo>
                      <a:pt x="90" y="72"/>
                    </a:lnTo>
                    <a:lnTo>
                      <a:pt x="84" y="78"/>
                    </a:lnTo>
                    <a:lnTo>
                      <a:pt x="72" y="102"/>
                    </a:lnTo>
                    <a:lnTo>
                      <a:pt x="72" y="114"/>
                    </a:lnTo>
                    <a:lnTo>
                      <a:pt x="78" y="120"/>
                    </a:lnTo>
                    <a:lnTo>
                      <a:pt x="78" y="114"/>
                    </a:lnTo>
                    <a:lnTo>
                      <a:pt x="84" y="108"/>
                    </a:lnTo>
                    <a:lnTo>
                      <a:pt x="96" y="108"/>
                    </a:lnTo>
                    <a:lnTo>
                      <a:pt x="132" y="84"/>
                    </a:lnTo>
                    <a:lnTo>
                      <a:pt x="138" y="90"/>
                    </a:lnTo>
                    <a:lnTo>
                      <a:pt x="162" y="90"/>
                    </a:lnTo>
                    <a:lnTo>
                      <a:pt x="186" y="78"/>
                    </a:lnTo>
                    <a:lnTo>
                      <a:pt x="198" y="66"/>
                    </a:lnTo>
                    <a:lnTo>
                      <a:pt x="210" y="60"/>
                    </a:lnTo>
                    <a:lnTo>
                      <a:pt x="252" y="18"/>
                    </a:lnTo>
                    <a:lnTo>
                      <a:pt x="228" y="0"/>
                    </a:lnTo>
                    <a:close/>
                    <a:moveTo>
                      <a:pt x="0" y="90"/>
                    </a:moveTo>
                    <a:lnTo>
                      <a:pt x="6" y="102"/>
                    </a:lnTo>
                    <a:lnTo>
                      <a:pt x="18" y="96"/>
                    </a:lnTo>
                    <a:lnTo>
                      <a:pt x="24" y="90"/>
                    </a:lnTo>
                    <a:lnTo>
                      <a:pt x="36" y="90"/>
                    </a:lnTo>
                    <a:lnTo>
                      <a:pt x="36" y="84"/>
                    </a:lnTo>
                    <a:lnTo>
                      <a:pt x="42" y="72"/>
                    </a:lnTo>
                    <a:lnTo>
                      <a:pt x="18" y="72"/>
                    </a:lnTo>
                    <a:lnTo>
                      <a:pt x="0" y="9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6" name="China" descr="© INSCALE GmbH, 05.05.2010&#10;http://www.presentationload.com/">
                <a:extLst>
                  <a:ext uri="{FF2B5EF4-FFF2-40B4-BE49-F238E27FC236}">
                    <a16:creationId xmlns:a16="http://schemas.microsoft.com/office/drawing/2014/main" id="{0A8D55B4-3EFF-4D47-B3EB-D394320B050C}"/>
                  </a:ext>
                </a:extLst>
              </p:cNvPr>
              <p:cNvSpPr>
                <a:spLocks noEditPoints="1"/>
              </p:cNvSpPr>
              <p:nvPr/>
            </p:nvSpPr>
            <p:spPr bwMode="gray">
              <a:xfrm>
                <a:off x="7785661" y="2335344"/>
                <a:ext cx="1538446" cy="1188350"/>
              </a:xfrm>
              <a:custGeom>
                <a:avLst/>
                <a:gdLst>
                  <a:gd name="T0" fmla="*/ 2147483647 w 3660"/>
                  <a:gd name="T1" fmla="*/ 2147483647 h 2826"/>
                  <a:gd name="T2" fmla="*/ 2147483647 w 3660"/>
                  <a:gd name="T3" fmla="*/ 2147483647 h 2826"/>
                  <a:gd name="T4" fmla="*/ 2147483647 w 3660"/>
                  <a:gd name="T5" fmla="*/ 2147483647 h 2826"/>
                  <a:gd name="T6" fmla="*/ 2147483647 w 3660"/>
                  <a:gd name="T7" fmla="*/ 2147483647 h 2826"/>
                  <a:gd name="T8" fmla="*/ 2147483647 w 3660"/>
                  <a:gd name="T9" fmla="*/ 2147483647 h 2826"/>
                  <a:gd name="T10" fmla="*/ 2147483647 w 3660"/>
                  <a:gd name="T11" fmla="*/ 2147483647 h 2826"/>
                  <a:gd name="T12" fmla="*/ 2147483647 w 3660"/>
                  <a:gd name="T13" fmla="*/ 2147483647 h 2826"/>
                  <a:gd name="T14" fmla="*/ 2147483647 w 3660"/>
                  <a:gd name="T15" fmla="*/ 2147483647 h 2826"/>
                  <a:gd name="T16" fmla="*/ 2147483647 w 3660"/>
                  <a:gd name="T17" fmla="*/ 2147483647 h 2826"/>
                  <a:gd name="T18" fmla="*/ 2147483647 w 3660"/>
                  <a:gd name="T19" fmla="*/ 2147483647 h 2826"/>
                  <a:gd name="T20" fmla="*/ 2147483647 w 3660"/>
                  <a:gd name="T21" fmla="*/ 2147483647 h 2826"/>
                  <a:gd name="T22" fmla="*/ 2147483647 w 3660"/>
                  <a:gd name="T23" fmla="*/ 2147483647 h 2826"/>
                  <a:gd name="T24" fmla="*/ 2147483647 w 3660"/>
                  <a:gd name="T25" fmla="*/ 2147483647 h 2826"/>
                  <a:gd name="T26" fmla="*/ 2147483647 w 3660"/>
                  <a:gd name="T27" fmla="*/ 2147483647 h 2826"/>
                  <a:gd name="T28" fmla="*/ 2147483647 w 3660"/>
                  <a:gd name="T29" fmla="*/ 2147483647 h 2826"/>
                  <a:gd name="T30" fmla="*/ 2147483647 w 3660"/>
                  <a:gd name="T31" fmla="*/ 2147483647 h 2826"/>
                  <a:gd name="T32" fmla="*/ 2147483647 w 3660"/>
                  <a:gd name="T33" fmla="*/ 2147483647 h 2826"/>
                  <a:gd name="T34" fmla="*/ 2147483647 w 3660"/>
                  <a:gd name="T35" fmla="*/ 2147483647 h 2826"/>
                  <a:gd name="T36" fmla="*/ 2147483647 w 3660"/>
                  <a:gd name="T37" fmla="*/ 2147483647 h 2826"/>
                  <a:gd name="T38" fmla="*/ 2147483647 w 3660"/>
                  <a:gd name="T39" fmla="*/ 2147483647 h 2826"/>
                  <a:gd name="T40" fmla="*/ 2147483647 w 3660"/>
                  <a:gd name="T41" fmla="*/ 2147483647 h 2826"/>
                  <a:gd name="T42" fmla="*/ 2147483647 w 3660"/>
                  <a:gd name="T43" fmla="*/ 2147483647 h 2826"/>
                  <a:gd name="T44" fmla="*/ 2147483647 w 3660"/>
                  <a:gd name="T45" fmla="*/ 2147483647 h 2826"/>
                  <a:gd name="T46" fmla="*/ 0 w 3660"/>
                  <a:gd name="T47" fmla="*/ 2147483647 h 2826"/>
                  <a:gd name="T48" fmla="*/ 2147483647 w 3660"/>
                  <a:gd name="T49" fmla="*/ 2147483647 h 2826"/>
                  <a:gd name="T50" fmla="*/ 2147483647 w 3660"/>
                  <a:gd name="T51" fmla="*/ 2147483647 h 2826"/>
                  <a:gd name="T52" fmla="*/ 2147483647 w 3660"/>
                  <a:gd name="T53" fmla="*/ 2147483647 h 2826"/>
                  <a:gd name="T54" fmla="*/ 2147483647 w 3660"/>
                  <a:gd name="T55" fmla="*/ 2147483647 h 2826"/>
                  <a:gd name="T56" fmla="*/ 2147483647 w 3660"/>
                  <a:gd name="T57" fmla="*/ 2147483647 h 2826"/>
                  <a:gd name="T58" fmla="*/ 2147483647 w 3660"/>
                  <a:gd name="T59" fmla="*/ 2147483647 h 2826"/>
                  <a:gd name="T60" fmla="*/ 2147483647 w 3660"/>
                  <a:gd name="T61" fmla="*/ 2147483647 h 2826"/>
                  <a:gd name="T62" fmla="*/ 2147483647 w 3660"/>
                  <a:gd name="T63" fmla="*/ 2147483647 h 2826"/>
                  <a:gd name="T64" fmla="*/ 2147483647 w 3660"/>
                  <a:gd name="T65" fmla="*/ 2147483647 h 2826"/>
                  <a:gd name="T66" fmla="*/ 2147483647 w 3660"/>
                  <a:gd name="T67" fmla="*/ 2147483647 h 2826"/>
                  <a:gd name="T68" fmla="*/ 2147483647 w 3660"/>
                  <a:gd name="T69" fmla="*/ 2147483647 h 2826"/>
                  <a:gd name="T70" fmla="*/ 2147483647 w 3660"/>
                  <a:gd name="T71" fmla="*/ 2147483647 h 2826"/>
                  <a:gd name="T72" fmla="*/ 2147483647 w 3660"/>
                  <a:gd name="T73" fmla="*/ 2147483647 h 2826"/>
                  <a:gd name="T74" fmla="*/ 2147483647 w 3660"/>
                  <a:gd name="T75" fmla="*/ 2147483647 h 2826"/>
                  <a:gd name="T76" fmla="*/ 2147483647 w 3660"/>
                  <a:gd name="T77" fmla="*/ 2147483647 h 2826"/>
                  <a:gd name="T78" fmla="*/ 2147483647 w 3660"/>
                  <a:gd name="T79" fmla="*/ 2147483647 h 2826"/>
                  <a:gd name="T80" fmla="*/ 2147483647 w 3660"/>
                  <a:gd name="T81" fmla="*/ 2147483647 h 2826"/>
                  <a:gd name="T82" fmla="*/ 2147483647 w 3660"/>
                  <a:gd name="T83" fmla="*/ 2147483647 h 2826"/>
                  <a:gd name="T84" fmla="*/ 2147483647 w 3660"/>
                  <a:gd name="T85" fmla="*/ 2147483647 h 2826"/>
                  <a:gd name="T86" fmla="*/ 2147483647 w 3660"/>
                  <a:gd name="T87" fmla="*/ 2147483647 h 2826"/>
                  <a:gd name="T88" fmla="*/ 2147483647 w 3660"/>
                  <a:gd name="T89" fmla="*/ 2147483647 h 2826"/>
                  <a:gd name="T90" fmla="*/ 2147483647 w 3660"/>
                  <a:gd name="T91" fmla="*/ 2147483647 h 2826"/>
                  <a:gd name="T92" fmla="*/ 2147483647 w 3660"/>
                  <a:gd name="T93" fmla="*/ 2147483647 h 2826"/>
                  <a:gd name="T94" fmla="*/ 2147483647 w 3660"/>
                  <a:gd name="T95" fmla="*/ 2147483647 h 2826"/>
                  <a:gd name="T96" fmla="*/ 2147483647 w 3660"/>
                  <a:gd name="T97" fmla="*/ 2147483647 h 2826"/>
                  <a:gd name="T98" fmla="*/ 2147483647 w 3660"/>
                  <a:gd name="T99" fmla="*/ 2147483647 h 2826"/>
                  <a:gd name="T100" fmla="*/ 2147483647 w 3660"/>
                  <a:gd name="T101" fmla="*/ 2147483647 h 2826"/>
                  <a:gd name="T102" fmla="*/ 2147483647 w 3660"/>
                  <a:gd name="T103" fmla="*/ 2147483647 h 2826"/>
                  <a:gd name="T104" fmla="*/ 2147483647 w 3660"/>
                  <a:gd name="T105" fmla="*/ 2147483647 h 2826"/>
                  <a:gd name="T106" fmla="*/ 2147483647 w 3660"/>
                  <a:gd name="T107" fmla="*/ 2147483647 h 2826"/>
                  <a:gd name="T108" fmla="*/ 2147483647 w 3660"/>
                  <a:gd name="T109" fmla="*/ 2147483647 h 2826"/>
                  <a:gd name="T110" fmla="*/ 2147483647 w 3660"/>
                  <a:gd name="T111" fmla="*/ 2147483647 h 2826"/>
                  <a:gd name="T112" fmla="*/ 2147483647 w 3660"/>
                  <a:gd name="T113" fmla="*/ 2147483647 h 2826"/>
                  <a:gd name="T114" fmla="*/ 2147483647 w 3660"/>
                  <a:gd name="T115" fmla="*/ 2147483647 h 2826"/>
                  <a:gd name="T116" fmla="*/ 2147483647 w 3660"/>
                  <a:gd name="T117" fmla="*/ 2147483647 h 2826"/>
                  <a:gd name="T118" fmla="*/ 2147483647 w 3660"/>
                  <a:gd name="T119" fmla="*/ 2147483647 h 2826"/>
                  <a:gd name="T120" fmla="*/ 2147483647 w 3660"/>
                  <a:gd name="T121" fmla="*/ 2147483647 h 2826"/>
                  <a:gd name="T122" fmla="*/ 2147483647 w 3660"/>
                  <a:gd name="T123" fmla="*/ 2147483647 h 282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60"/>
                  <a:gd name="T187" fmla="*/ 0 h 2826"/>
                  <a:gd name="T188" fmla="*/ 3660 w 3660"/>
                  <a:gd name="T189" fmla="*/ 2826 h 282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60" h="2826">
                    <a:moveTo>
                      <a:pt x="2862" y="2688"/>
                    </a:moveTo>
                    <a:lnTo>
                      <a:pt x="2850" y="2682"/>
                    </a:lnTo>
                    <a:lnTo>
                      <a:pt x="2772" y="2682"/>
                    </a:lnTo>
                    <a:lnTo>
                      <a:pt x="2766" y="2700"/>
                    </a:lnTo>
                    <a:lnTo>
                      <a:pt x="2748" y="2694"/>
                    </a:lnTo>
                    <a:lnTo>
                      <a:pt x="2736" y="2718"/>
                    </a:lnTo>
                    <a:lnTo>
                      <a:pt x="2730" y="2724"/>
                    </a:lnTo>
                    <a:lnTo>
                      <a:pt x="2712" y="2760"/>
                    </a:lnTo>
                    <a:lnTo>
                      <a:pt x="2718" y="2772"/>
                    </a:lnTo>
                    <a:lnTo>
                      <a:pt x="2724" y="2790"/>
                    </a:lnTo>
                    <a:lnTo>
                      <a:pt x="2754" y="2820"/>
                    </a:lnTo>
                    <a:lnTo>
                      <a:pt x="2766" y="2826"/>
                    </a:lnTo>
                    <a:lnTo>
                      <a:pt x="2772" y="2826"/>
                    </a:lnTo>
                    <a:lnTo>
                      <a:pt x="2802" y="2820"/>
                    </a:lnTo>
                    <a:lnTo>
                      <a:pt x="2820" y="2820"/>
                    </a:lnTo>
                    <a:lnTo>
                      <a:pt x="2844" y="2808"/>
                    </a:lnTo>
                    <a:lnTo>
                      <a:pt x="2850" y="2802"/>
                    </a:lnTo>
                    <a:lnTo>
                      <a:pt x="2850" y="2754"/>
                    </a:lnTo>
                    <a:lnTo>
                      <a:pt x="2856" y="2742"/>
                    </a:lnTo>
                    <a:lnTo>
                      <a:pt x="2862" y="2736"/>
                    </a:lnTo>
                    <a:lnTo>
                      <a:pt x="2868" y="2724"/>
                    </a:lnTo>
                    <a:lnTo>
                      <a:pt x="2868" y="2700"/>
                    </a:lnTo>
                    <a:lnTo>
                      <a:pt x="2862" y="2688"/>
                    </a:lnTo>
                    <a:close/>
                    <a:moveTo>
                      <a:pt x="3660" y="624"/>
                    </a:moveTo>
                    <a:lnTo>
                      <a:pt x="3654" y="600"/>
                    </a:lnTo>
                    <a:lnTo>
                      <a:pt x="3660" y="570"/>
                    </a:lnTo>
                    <a:lnTo>
                      <a:pt x="3642" y="564"/>
                    </a:lnTo>
                    <a:lnTo>
                      <a:pt x="3642" y="540"/>
                    </a:lnTo>
                    <a:lnTo>
                      <a:pt x="3630" y="528"/>
                    </a:lnTo>
                    <a:lnTo>
                      <a:pt x="3630" y="510"/>
                    </a:lnTo>
                    <a:lnTo>
                      <a:pt x="3618" y="492"/>
                    </a:lnTo>
                    <a:lnTo>
                      <a:pt x="3636" y="486"/>
                    </a:lnTo>
                    <a:lnTo>
                      <a:pt x="3636" y="456"/>
                    </a:lnTo>
                    <a:lnTo>
                      <a:pt x="3612" y="444"/>
                    </a:lnTo>
                    <a:lnTo>
                      <a:pt x="3612" y="426"/>
                    </a:lnTo>
                    <a:lnTo>
                      <a:pt x="3606" y="414"/>
                    </a:lnTo>
                    <a:lnTo>
                      <a:pt x="3594" y="408"/>
                    </a:lnTo>
                    <a:lnTo>
                      <a:pt x="3552" y="408"/>
                    </a:lnTo>
                    <a:lnTo>
                      <a:pt x="3546" y="432"/>
                    </a:lnTo>
                    <a:lnTo>
                      <a:pt x="3516" y="432"/>
                    </a:lnTo>
                    <a:lnTo>
                      <a:pt x="3504" y="438"/>
                    </a:lnTo>
                    <a:lnTo>
                      <a:pt x="3498" y="438"/>
                    </a:lnTo>
                    <a:lnTo>
                      <a:pt x="3492" y="444"/>
                    </a:lnTo>
                    <a:lnTo>
                      <a:pt x="3492" y="462"/>
                    </a:lnTo>
                    <a:lnTo>
                      <a:pt x="3462" y="456"/>
                    </a:lnTo>
                    <a:lnTo>
                      <a:pt x="3462" y="468"/>
                    </a:lnTo>
                    <a:lnTo>
                      <a:pt x="3444" y="468"/>
                    </a:lnTo>
                    <a:lnTo>
                      <a:pt x="3432" y="456"/>
                    </a:lnTo>
                    <a:lnTo>
                      <a:pt x="3408" y="462"/>
                    </a:lnTo>
                    <a:lnTo>
                      <a:pt x="3366" y="432"/>
                    </a:lnTo>
                    <a:lnTo>
                      <a:pt x="3366" y="420"/>
                    </a:lnTo>
                    <a:lnTo>
                      <a:pt x="3360" y="408"/>
                    </a:lnTo>
                    <a:lnTo>
                      <a:pt x="3360" y="402"/>
                    </a:lnTo>
                    <a:lnTo>
                      <a:pt x="3354" y="396"/>
                    </a:lnTo>
                    <a:lnTo>
                      <a:pt x="3336" y="396"/>
                    </a:lnTo>
                    <a:lnTo>
                      <a:pt x="3318" y="366"/>
                    </a:lnTo>
                    <a:lnTo>
                      <a:pt x="3276" y="366"/>
                    </a:lnTo>
                    <a:lnTo>
                      <a:pt x="3258" y="348"/>
                    </a:lnTo>
                    <a:lnTo>
                      <a:pt x="3246" y="342"/>
                    </a:lnTo>
                    <a:lnTo>
                      <a:pt x="3228" y="324"/>
                    </a:lnTo>
                    <a:lnTo>
                      <a:pt x="3216" y="324"/>
                    </a:lnTo>
                    <a:lnTo>
                      <a:pt x="3204" y="336"/>
                    </a:lnTo>
                    <a:lnTo>
                      <a:pt x="3192" y="330"/>
                    </a:lnTo>
                    <a:lnTo>
                      <a:pt x="3186" y="324"/>
                    </a:lnTo>
                    <a:lnTo>
                      <a:pt x="3174" y="318"/>
                    </a:lnTo>
                    <a:lnTo>
                      <a:pt x="3126" y="318"/>
                    </a:lnTo>
                    <a:lnTo>
                      <a:pt x="3114" y="312"/>
                    </a:lnTo>
                    <a:lnTo>
                      <a:pt x="3108" y="306"/>
                    </a:lnTo>
                    <a:lnTo>
                      <a:pt x="3084" y="294"/>
                    </a:lnTo>
                    <a:lnTo>
                      <a:pt x="3078" y="288"/>
                    </a:lnTo>
                    <a:lnTo>
                      <a:pt x="3072" y="288"/>
                    </a:lnTo>
                    <a:lnTo>
                      <a:pt x="3066" y="264"/>
                    </a:lnTo>
                    <a:lnTo>
                      <a:pt x="3054" y="264"/>
                    </a:lnTo>
                    <a:lnTo>
                      <a:pt x="3048" y="252"/>
                    </a:lnTo>
                    <a:lnTo>
                      <a:pt x="3030" y="234"/>
                    </a:lnTo>
                    <a:lnTo>
                      <a:pt x="3024" y="222"/>
                    </a:lnTo>
                    <a:lnTo>
                      <a:pt x="2976" y="198"/>
                    </a:lnTo>
                    <a:lnTo>
                      <a:pt x="2964" y="198"/>
                    </a:lnTo>
                    <a:lnTo>
                      <a:pt x="2952" y="168"/>
                    </a:lnTo>
                    <a:lnTo>
                      <a:pt x="2904" y="144"/>
                    </a:lnTo>
                    <a:lnTo>
                      <a:pt x="2898" y="114"/>
                    </a:lnTo>
                    <a:lnTo>
                      <a:pt x="2892" y="114"/>
                    </a:lnTo>
                    <a:lnTo>
                      <a:pt x="2886" y="108"/>
                    </a:lnTo>
                    <a:lnTo>
                      <a:pt x="2874" y="108"/>
                    </a:lnTo>
                    <a:lnTo>
                      <a:pt x="2862" y="96"/>
                    </a:lnTo>
                    <a:lnTo>
                      <a:pt x="2850" y="90"/>
                    </a:lnTo>
                    <a:lnTo>
                      <a:pt x="2838" y="78"/>
                    </a:lnTo>
                    <a:lnTo>
                      <a:pt x="2832" y="78"/>
                    </a:lnTo>
                    <a:lnTo>
                      <a:pt x="2832" y="66"/>
                    </a:lnTo>
                    <a:lnTo>
                      <a:pt x="2820" y="60"/>
                    </a:lnTo>
                    <a:lnTo>
                      <a:pt x="2814" y="54"/>
                    </a:lnTo>
                    <a:lnTo>
                      <a:pt x="2802" y="48"/>
                    </a:lnTo>
                    <a:lnTo>
                      <a:pt x="2796" y="42"/>
                    </a:lnTo>
                    <a:lnTo>
                      <a:pt x="2724" y="42"/>
                    </a:lnTo>
                    <a:lnTo>
                      <a:pt x="2688" y="18"/>
                    </a:lnTo>
                    <a:lnTo>
                      <a:pt x="2652" y="0"/>
                    </a:lnTo>
                    <a:lnTo>
                      <a:pt x="2598" y="12"/>
                    </a:lnTo>
                    <a:lnTo>
                      <a:pt x="2556" y="6"/>
                    </a:lnTo>
                    <a:lnTo>
                      <a:pt x="2550" y="18"/>
                    </a:lnTo>
                    <a:lnTo>
                      <a:pt x="2514" y="24"/>
                    </a:lnTo>
                    <a:lnTo>
                      <a:pt x="2472" y="66"/>
                    </a:lnTo>
                    <a:lnTo>
                      <a:pt x="2466" y="66"/>
                    </a:lnTo>
                    <a:lnTo>
                      <a:pt x="2466" y="78"/>
                    </a:lnTo>
                    <a:lnTo>
                      <a:pt x="2472" y="78"/>
                    </a:lnTo>
                    <a:lnTo>
                      <a:pt x="2490" y="84"/>
                    </a:lnTo>
                    <a:lnTo>
                      <a:pt x="2502" y="84"/>
                    </a:lnTo>
                    <a:lnTo>
                      <a:pt x="2508" y="90"/>
                    </a:lnTo>
                    <a:lnTo>
                      <a:pt x="2520" y="90"/>
                    </a:lnTo>
                    <a:lnTo>
                      <a:pt x="2532" y="102"/>
                    </a:lnTo>
                    <a:lnTo>
                      <a:pt x="2544" y="108"/>
                    </a:lnTo>
                    <a:lnTo>
                      <a:pt x="2550" y="114"/>
                    </a:lnTo>
                    <a:lnTo>
                      <a:pt x="2550" y="126"/>
                    </a:lnTo>
                    <a:lnTo>
                      <a:pt x="2532" y="144"/>
                    </a:lnTo>
                    <a:lnTo>
                      <a:pt x="2532" y="216"/>
                    </a:lnTo>
                    <a:lnTo>
                      <a:pt x="2538" y="258"/>
                    </a:lnTo>
                    <a:lnTo>
                      <a:pt x="2544" y="264"/>
                    </a:lnTo>
                    <a:lnTo>
                      <a:pt x="2556" y="264"/>
                    </a:lnTo>
                    <a:lnTo>
                      <a:pt x="2556" y="276"/>
                    </a:lnTo>
                    <a:lnTo>
                      <a:pt x="2550" y="282"/>
                    </a:lnTo>
                    <a:lnTo>
                      <a:pt x="2538" y="288"/>
                    </a:lnTo>
                    <a:lnTo>
                      <a:pt x="2514" y="288"/>
                    </a:lnTo>
                    <a:lnTo>
                      <a:pt x="2514" y="300"/>
                    </a:lnTo>
                    <a:lnTo>
                      <a:pt x="2496" y="318"/>
                    </a:lnTo>
                    <a:lnTo>
                      <a:pt x="2484" y="318"/>
                    </a:lnTo>
                    <a:lnTo>
                      <a:pt x="2478" y="312"/>
                    </a:lnTo>
                    <a:lnTo>
                      <a:pt x="2442" y="312"/>
                    </a:lnTo>
                    <a:lnTo>
                      <a:pt x="2406" y="288"/>
                    </a:lnTo>
                    <a:lnTo>
                      <a:pt x="2406" y="372"/>
                    </a:lnTo>
                    <a:lnTo>
                      <a:pt x="2412" y="384"/>
                    </a:lnTo>
                    <a:lnTo>
                      <a:pt x="2418" y="408"/>
                    </a:lnTo>
                    <a:lnTo>
                      <a:pt x="2424" y="420"/>
                    </a:lnTo>
                    <a:lnTo>
                      <a:pt x="2418" y="420"/>
                    </a:lnTo>
                    <a:lnTo>
                      <a:pt x="2418" y="438"/>
                    </a:lnTo>
                    <a:lnTo>
                      <a:pt x="2424" y="450"/>
                    </a:lnTo>
                    <a:lnTo>
                      <a:pt x="2436" y="456"/>
                    </a:lnTo>
                    <a:lnTo>
                      <a:pt x="2442" y="462"/>
                    </a:lnTo>
                    <a:lnTo>
                      <a:pt x="2460" y="462"/>
                    </a:lnTo>
                    <a:lnTo>
                      <a:pt x="2460" y="456"/>
                    </a:lnTo>
                    <a:lnTo>
                      <a:pt x="2454" y="456"/>
                    </a:lnTo>
                    <a:lnTo>
                      <a:pt x="2460" y="450"/>
                    </a:lnTo>
                    <a:lnTo>
                      <a:pt x="2514" y="450"/>
                    </a:lnTo>
                    <a:lnTo>
                      <a:pt x="2526" y="462"/>
                    </a:lnTo>
                    <a:lnTo>
                      <a:pt x="2538" y="468"/>
                    </a:lnTo>
                    <a:lnTo>
                      <a:pt x="2544" y="468"/>
                    </a:lnTo>
                    <a:lnTo>
                      <a:pt x="2550" y="462"/>
                    </a:lnTo>
                    <a:lnTo>
                      <a:pt x="2550" y="438"/>
                    </a:lnTo>
                    <a:lnTo>
                      <a:pt x="2616" y="438"/>
                    </a:lnTo>
                    <a:lnTo>
                      <a:pt x="2616" y="450"/>
                    </a:lnTo>
                    <a:lnTo>
                      <a:pt x="2622" y="456"/>
                    </a:lnTo>
                    <a:lnTo>
                      <a:pt x="2634" y="462"/>
                    </a:lnTo>
                    <a:lnTo>
                      <a:pt x="2652" y="462"/>
                    </a:lnTo>
                    <a:lnTo>
                      <a:pt x="2658" y="468"/>
                    </a:lnTo>
                    <a:lnTo>
                      <a:pt x="2670" y="474"/>
                    </a:lnTo>
                    <a:lnTo>
                      <a:pt x="2682" y="486"/>
                    </a:lnTo>
                    <a:lnTo>
                      <a:pt x="2706" y="498"/>
                    </a:lnTo>
                    <a:lnTo>
                      <a:pt x="2718" y="498"/>
                    </a:lnTo>
                    <a:lnTo>
                      <a:pt x="2724" y="510"/>
                    </a:lnTo>
                    <a:lnTo>
                      <a:pt x="2748" y="534"/>
                    </a:lnTo>
                    <a:lnTo>
                      <a:pt x="2748" y="540"/>
                    </a:lnTo>
                    <a:lnTo>
                      <a:pt x="2742" y="546"/>
                    </a:lnTo>
                    <a:lnTo>
                      <a:pt x="2706" y="546"/>
                    </a:lnTo>
                    <a:lnTo>
                      <a:pt x="2700" y="540"/>
                    </a:lnTo>
                    <a:lnTo>
                      <a:pt x="2688" y="534"/>
                    </a:lnTo>
                    <a:lnTo>
                      <a:pt x="2658" y="534"/>
                    </a:lnTo>
                    <a:lnTo>
                      <a:pt x="2652" y="540"/>
                    </a:lnTo>
                    <a:lnTo>
                      <a:pt x="2646" y="540"/>
                    </a:lnTo>
                    <a:lnTo>
                      <a:pt x="2628" y="558"/>
                    </a:lnTo>
                    <a:lnTo>
                      <a:pt x="2598" y="552"/>
                    </a:lnTo>
                    <a:lnTo>
                      <a:pt x="2598" y="570"/>
                    </a:lnTo>
                    <a:lnTo>
                      <a:pt x="2586" y="570"/>
                    </a:lnTo>
                    <a:lnTo>
                      <a:pt x="2550" y="588"/>
                    </a:lnTo>
                    <a:lnTo>
                      <a:pt x="2544" y="594"/>
                    </a:lnTo>
                    <a:lnTo>
                      <a:pt x="2550" y="606"/>
                    </a:lnTo>
                    <a:lnTo>
                      <a:pt x="2562" y="618"/>
                    </a:lnTo>
                    <a:lnTo>
                      <a:pt x="2538" y="642"/>
                    </a:lnTo>
                    <a:lnTo>
                      <a:pt x="2466" y="642"/>
                    </a:lnTo>
                    <a:lnTo>
                      <a:pt x="2466" y="666"/>
                    </a:lnTo>
                    <a:lnTo>
                      <a:pt x="2460" y="672"/>
                    </a:lnTo>
                    <a:lnTo>
                      <a:pt x="2454" y="684"/>
                    </a:lnTo>
                    <a:lnTo>
                      <a:pt x="2442" y="690"/>
                    </a:lnTo>
                    <a:lnTo>
                      <a:pt x="2424" y="690"/>
                    </a:lnTo>
                    <a:lnTo>
                      <a:pt x="2412" y="696"/>
                    </a:lnTo>
                    <a:lnTo>
                      <a:pt x="2388" y="696"/>
                    </a:lnTo>
                    <a:lnTo>
                      <a:pt x="2376" y="690"/>
                    </a:lnTo>
                    <a:lnTo>
                      <a:pt x="2370" y="684"/>
                    </a:lnTo>
                    <a:lnTo>
                      <a:pt x="2358" y="678"/>
                    </a:lnTo>
                    <a:lnTo>
                      <a:pt x="2352" y="672"/>
                    </a:lnTo>
                    <a:lnTo>
                      <a:pt x="2346" y="672"/>
                    </a:lnTo>
                    <a:lnTo>
                      <a:pt x="2340" y="666"/>
                    </a:lnTo>
                    <a:lnTo>
                      <a:pt x="2316" y="666"/>
                    </a:lnTo>
                    <a:lnTo>
                      <a:pt x="2304" y="672"/>
                    </a:lnTo>
                    <a:lnTo>
                      <a:pt x="2304" y="684"/>
                    </a:lnTo>
                    <a:lnTo>
                      <a:pt x="2298" y="696"/>
                    </a:lnTo>
                    <a:lnTo>
                      <a:pt x="2298" y="708"/>
                    </a:lnTo>
                    <a:lnTo>
                      <a:pt x="2304" y="720"/>
                    </a:lnTo>
                    <a:lnTo>
                      <a:pt x="2322" y="738"/>
                    </a:lnTo>
                    <a:lnTo>
                      <a:pt x="2334" y="744"/>
                    </a:lnTo>
                    <a:lnTo>
                      <a:pt x="2352" y="762"/>
                    </a:lnTo>
                    <a:lnTo>
                      <a:pt x="2364" y="768"/>
                    </a:lnTo>
                    <a:lnTo>
                      <a:pt x="2364" y="774"/>
                    </a:lnTo>
                    <a:lnTo>
                      <a:pt x="2358" y="780"/>
                    </a:lnTo>
                    <a:lnTo>
                      <a:pt x="2352" y="792"/>
                    </a:lnTo>
                    <a:lnTo>
                      <a:pt x="2340" y="804"/>
                    </a:lnTo>
                    <a:lnTo>
                      <a:pt x="2316" y="804"/>
                    </a:lnTo>
                    <a:lnTo>
                      <a:pt x="2316" y="810"/>
                    </a:lnTo>
                    <a:lnTo>
                      <a:pt x="2310" y="822"/>
                    </a:lnTo>
                    <a:lnTo>
                      <a:pt x="2310" y="828"/>
                    </a:lnTo>
                    <a:lnTo>
                      <a:pt x="2298" y="852"/>
                    </a:lnTo>
                    <a:lnTo>
                      <a:pt x="2286" y="858"/>
                    </a:lnTo>
                    <a:lnTo>
                      <a:pt x="2262" y="858"/>
                    </a:lnTo>
                    <a:lnTo>
                      <a:pt x="2244" y="882"/>
                    </a:lnTo>
                    <a:lnTo>
                      <a:pt x="2088" y="882"/>
                    </a:lnTo>
                    <a:lnTo>
                      <a:pt x="2070" y="894"/>
                    </a:lnTo>
                    <a:lnTo>
                      <a:pt x="2010" y="930"/>
                    </a:lnTo>
                    <a:lnTo>
                      <a:pt x="1992" y="942"/>
                    </a:lnTo>
                    <a:lnTo>
                      <a:pt x="1986" y="948"/>
                    </a:lnTo>
                    <a:lnTo>
                      <a:pt x="1968" y="948"/>
                    </a:lnTo>
                    <a:lnTo>
                      <a:pt x="1962" y="942"/>
                    </a:lnTo>
                    <a:lnTo>
                      <a:pt x="1956" y="942"/>
                    </a:lnTo>
                    <a:lnTo>
                      <a:pt x="1950" y="930"/>
                    </a:lnTo>
                    <a:lnTo>
                      <a:pt x="1950" y="924"/>
                    </a:lnTo>
                    <a:lnTo>
                      <a:pt x="1938" y="924"/>
                    </a:lnTo>
                    <a:lnTo>
                      <a:pt x="1926" y="930"/>
                    </a:lnTo>
                    <a:lnTo>
                      <a:pt x="1914" y="930"/>
                    </a:lnTo>
                    <a:lnTo>
                      <a:pt x="1908" y="936"/>
                    </a:lnTo>
                    <a:lnTo>
                      <a:pt x="1896" y="936"/>
                    </a:lnTo>
                    <a:lnTo>
                      <a:pt x="1890" y="930"/>
                    </a:lnTo>
                    <a:lnTo>
                      <a:pt x="1866" y="918"/>
                    </a:lnTo>
                    <a:lnTo>
                      <a:pt x="1848" y="912"/>
                    </a:lnTo>
                    <a:lnTo>
                      <a:pt x="1800" y="912"/>
                    </a:lnTo>
                    <a:lnTo>
                      <a:pt x="1776" y="906"/>
                    </a:lnTo>
                    <a:lnTo>
                      <a:pt x="1764" y="900"/>
                    </a:lnTo>
                    <a:lnTo>
                      <a:pt x="1758" y="888"/>
                    </a:lnTo>
                    <a:lnTo>
                      <a:pt x="1740" y="870"/>
                    </a:lnTo>
                    <a:lnTo>
                      <a:pt x="1728" y="870"/>
                    </a:lnTo>
                    <a:lnTo>
                      <a:pt x="1710" y="864"/>
                    </a:lnTo>
                    <a:lnTo>
                      <a:pt x="1656" y="864"/>
                    </a:lnTo>
                    <a:lnTo>
                      <a:pt x="1650" y="858"/>
                    </a:lnTo>
                    <a:lnTo>
                      <a:pt x="1644" y="858"/>
                    </a:lnTo>
                    <a:lnTo>
                      <a:pt x="1632" y="852"/>
                    </a:lnTo>
                    <a:lnTo>
                      <a:pt x="1620" y="852"/>
                    </a:lnTo>
                    <a:lnTo>
                      <a:pt x="1614" y="858"/>
                    </a:lnTo>
                    <a:lnTo>
                      <a:pt x="1602" y="864"/>
                    </a:lnTo>
                    <a:lnTo>
                      <a:pt x="1596" y="870"/>
                    </a:lnTo>
                    <a:lnTo>
                      <a:pt x="1560" y="864"/>
                    </a:lnTo>
                    <a:lnTo>
                      <a:pt x="1512" y="864"/>
                    </a:lnTo>
                    <a:lnTo>
                      <a:pt x="1458" y="858"/>
                    </a:lnTo>
                    <a:lnTo>
                      <a:pt x="1398" y="864"/>
                    </a:lnTo>
                    <a:lnTo>
                      <a:pt x="1386" y="858"/>
                    </a:lnTo>
                    <a:lnTo>
                      <a:pt x="1380" y="846"/>
                    </a:lnTo>
                    <a:lnTo>
                      <a:pt x="1368" y="840"/>
                    </a:lnTo>
                    <a:lnTo>
                      <a:pt x="1338" y="810"/>
                    </a:lnTo>
                    <a:lnTo>
                      <a:pt x="1332" y="798"/>
                    </a:lnTo>
                    <a:lnTo>
                      <a:pt x="1290" y="756"/>
                    </a:lnTo>
                    <a:lnTo>
                      <a:pt x="1278" y="732"/>
                    </a:lnTo>
                    <a:lnTo>
                      <a:pt x="1242" y="732"/>
                    </a:lnTo>
                    <a:lnTo>
                      <a:pt x="1236" y="726"/>
                    </a:lnTo>
                    <a:lnTo>
                      <a:pt x="1224" y="726"/>
                    </a:lnTo>
                    <a:lnTo>
                      <a:pt x="1200" y="714"/>
                    </a:lnTo>
                    <a:lnTo>
                      <a:pt x="1194" y="714"/>
                    </a:lnTo>
                    <a:lnTo>
                      <a:pt x="1188" y="708"/>
                    </a:lnTo>
                    <a:lnTo>
                      <a:pt x="1182" y="708"/>
                    </a:lnTo>
                    <a:lnTo>
                      <a:pt x="1176" y="696"/>
                    </a:lnTo>
                    <a:lnTo>
                      <a:pt x="1164" y="690"/>
                    </a:lnTo>
                    <a:lnTo>
                      <a:pt x="1158" y="690"/>
                    </a:lnTo>
                    <a:lnTo>
                      <a:pt x="1146" y="684"/>
                    </a:lnTo>
                    <a:lnTo>
                      <a:pt x="1140" y="684"/>
                    </a:lnTo>
                    <a:lnTo>
                      <a:pt x="1134" y="678"/>
                    </a:lnTo>
                    <a:lnTo>
                      <a:pt x="1038" y="678"/>
                    </a:lnTo>
                    <a:lnTo>
                      <a:pt x="1014" y="672"/>
                    </a:lnTo>
                    <a:lnTo>
                      <a:pt x="996" y="666"/>
                    </a:lnTo>
                    <a:lnTo>
                      <a:pt x="990" y="666"/>
                    </a:lnTo>
                    <a:lnTo>
                      <a:pt x="978" y="660"/>
                    </a:lnTo>
                    <a:lnTo>
                      <a:pt x="966" y="660"/>
                    </a:lnTo>
                    <a:lnTo>
                      <a:pt x="954" y="654"/>
                    </a:lnTo>
                    <a:lnTo>
                      <a:pt x="948" y="648"/>
                    </a:lnTo>
                    <a:lnTo>
                      <a:pt x="942" y="636"/>
                    </a:lnTo>
                    <a:lnTo>
                      <a:pt x="936" y="618"/>
                    </a:lnTo>
                    <a:lnTo>
                      <a:pt x="936" y="606"/>
                    </a:lnTo>
                    <a:lnTo>
                      <a:pt x="948" y="594"/>
                    </a:lnTo>
                    <a:lnTo>
                      <a:pt x="948" y="588"/>
                    </a:lnTo>
                    <a:lnTo>
                      <a:pt x="942" y="582"/>
                    </a:lnTo>
                    <a:lnTo>
                      <a:pt x="936" y="570"/>
                    </a:lnTo>
                    <a:lnTo>
                      <a:pt x="930" y="564"/>
                    </a:lnTo>
                    <a:lnTo>
                      <a:pt x="930" y="552"/>
                    </a:lnTo>
                    <a:lnTo>
                      <a:pt x="924" y="540"/>
                    </a:lnTo>
                    <a:lnTo>
                      <a:pt x="912" y="528"/>
                    </a:lnTo>
                    <a:lnTo>
                      <a:pt x="888" y="510"/>
                    </a:lnTo>
                    <a:lnTo>
                      <a:pt x="876" y="492"/>
                    </a:lnTo>
                    <a:lnTo>
                      <a:pt x="870" y="480"/>
                    </a:lnTo>
                    <a:lnTo>
                      <a:pt x="852" y="462"/>
                    </a:lnTo>
                    <a:lnTo>
                      <a:pt x="834" y="456"/>
                    </a:lnTo>
                    <a:lnTo>
                      <a:pt x="822" y="450"/>
                    </a:lnTo>
                    <a:lnTo>
                      <a:pt x="810" y="450"/>
                    </a:lnTo>
                    <a:lnTo>
                      <a:pt x="804" y="444"/>
                    </a:lnTo>
                    <a:lnTo>
                      <a:pt x="786" y="432"/>
                    </a:lnTo>
                    <a:lnTo>
                      <a:pt x="750" y="444"/>
                    </a:lnTo>
                    <a:lnTo>
                      <a:pt x="726" y="420"/>
                    </a:lnTo>
                    <a:lnTo>
                      <a:pt x="720" y="408"/>
                    </a:lnTo>
                    <a:lnTo>
                      <a:pt x="708" y="408"/>
                    </a:lnTo>
                    <a:lnTo>
                      <a:pt x="696" y="402"/>
                    </a:lnTo>
                    <a:lnTo>
                      <a:pt x="684" y="402"/>
                    </a:lnTo>
                    <a:lnTo>
                      <a:pt x="672" y="396"/>
                    </a:lnTo>
                    <a:lnTo>
                      <a:pt x="672" y="378"/>
                    </a:lnTo>
                    <a:lnTo>
                      <a:pt x="648" y="378"/>
                    </a:lnTo>
                    <a:lnTo>
                      <a:pt x="654" y="372"/>
                    </a:lnTo>
                    <a:lnTo>
                      <a:pt x="654" y="360"/>
                    </a:lnTo>
                    <a:lnTo>
                      <a:pt x="648" y="354"/>
                    </a:lnTo>
                    <a:lnTo>
                      <a:pt x="612" y="354"/>
                    </a:lnTo>
                    <a:lnTo>
                      <a:pt x="600" y="348"/>
                    </a:lnTo>
                    <a:lnTo>
                      <a:pt x="582" y="348"/>
                    </a:lnTo>
                    <a:lnTo>
                      <a:pt x="576" y="354"/>
                    </a:lnTo>
                    <a:lnTo>
                      <a:pt x="576" y="360"/>
                    </a:lnTo>
                    <a:lnTo>
                      <a:pt x="594" y="378"/>
                    </a:lnTo>
                    <a:lnTo>
                      <a:pt x="594" y="390"/>
                    </a:lnTo>
                    <a:lnTo>
                      <a:pt x="588" y="396"/>
                    </a:lnTo>
                    <a:lnTo>
                      <a:pt x="546" y="396"/>
                    </a:lnTo>
                    <a:lnTo>
                      <a:pt x="534" y="408"/>
                    </a:lnTo>
                    <a:lnTo>
                      <a:pt x="534" y="426"/>
                    </a:lnTo>
                    <a:lnTo>
                      <a:pt x="546" y="450"/>
                    </a:lnTo>
                    <a:lnTo>
                      <a:pt x="558" y="462"/>
                    </a:lnTo>
                    <a:lnTo>
                      <a:pt x="570" y="486"/>
                    </a:lnTo>
                    <a:lnTo>
                      <a:pt x="570" y="504"/>
                    </a:lnTo>
                    <a:lnTo>
                      <a:pt x="564" y="510"/>
                    </a:lnTo>
                    <a:lnTo>
                      <a:pt x="546" y="510"/>
                    </a:lnTo>
                    <a:lnTo>
                      <a:pt x="528" y="528"/>
                    </a:lnTo>
                    <a:lnTo>
                      <a:pt x="516" y="516"/>
                    </a:lnTo>
                    <a:lnTo>
                      <a:pt x="468" y="516"/>
                    </a:lnTo>
                    <a:lnTo>
                      <a:pt x="444" y="504"/>
                    </a:lnTo>
                    <a:lnTo>
                      <a:pt x="432" y="504"/>
                    </a:lnTo>
                    <a:lnTo>
                      <a:pt x="420" y="498"/>
                    </a:lnTo>
                    <a:lnTo>
                      <a:pt x="408" y="498"/>
                    </a:lnTo>
                    <a:lnTo>
                      <a:pt x="408" y="636"/>
                    </a:lnTo>
                    <a:lnTo>
                      <a:pt x="414" y="636"/>
                    </a:lnTo>
                    <a:lnTo>
                      <a:pt x="420" y="642"/>
                    </a:lnTo>
                    <a:lnTo>
                      <a:pt x="426" y="642"/>
                    </a:lnTo>
                    <a:lnTo>
                      <a:pt x="432" y="648"/>
                    </a:lnTo>
                    <a:lnTo>
                      <a:pt x="432" y="660"/>
                    </a:lnTo>
                    <a:lnTo>
                      <a:pt x="426" y="666"/>
                    </a:lnTo>
                    <a:lnTo>
                      <a:pt x="420" y="666"/>
                    </a:lnTo>
                    <a:lnTo>
                      <a:pt x="408" y="654"/>
                    </a:lnTo>
                    <a:lnTo>
                      <a:pt x="390" y="666"/>
                    </a:lnTo>
                    <a:lnTo>
                      <a:pt x="384" y="660"/>
                    </a:lnTo>
                    <a:lnTo>
                      <a:pt x="378" y="648"/>
                    </a:lnTo>
                    <a:lnTo>
                      <a:pt x="372" y="642"/>
                    </a:lnTo>
                    <a:lnTo>
                      <a:pt x="360" y="642"/>
                    </a:lnTo>
                    <a:lnTo>
                      <a:pt x="324" y="660"/>
                    </a:lnTo>
                    <a:lnTo>
                      <a:pt x="312" y="660"/>
                    </a:lnTo>
                    <a:lnTo>
                      <a:pt x="300" y="666"/>
                    </a:lnTo>
                    <a:lnTo>
                      <a:pt x="288" y="666"/>
                    </a:lnTo>
                    <a:lnTo>
                      <a:pt x="276" y="672"/>
                    </a:lnTo>
                    <a:lnTo>
                      <a:pt x="270" y="678"/>
                    </a:lnTo>
                    <a:lnTo>
                      <a:pt x="270" y="684"/>
                    </a:lnTo>
                    <a:lnTo>
                      <a:pt x="276" y="690"/>
                    </a:lnTo>
                    <a:lnTo>
                      <a:pt x="288" y="696"/>
                    </a:lnTo>
                    <a:lnTo>
                      <a:pt x="306" y="696"/>
                    </a:lnTo>
                    <a:lnTo>
                      <a:pt x="306" y="726"/>
                    </a:lnTo>
                    <a:lnTo>
                      <a:pt x="318" y="750"/>
                    </a:lnTo>
                    <a:lnTo>
                      <a:pt x="360" y="792"/>
                    </a:lnTo>
                    <a:lnTo>
                      <a:pt x="366" y="804"/>
                    </a:lnTo>
                    <a:lnTo>
                      <a:pt x="378" y="810"/>
                    </a:lnTo>
                    <a:lnTo>
                      <a:pt x="378" y="822"/>
                    </a:lnTo>
                    <a:lnTo>
                      <a:pt x="360" y="822"/>
                    </a:lnTo>
                    <a:lnTo>
                      <a:pt x="354" y="828"/>
                    </a:lnTo>
                    <a:lnTo>
                      <a:pt x="354" y="834"/>
                    </a:lnTo>
                    <a:lnTo>
                      <a:pt x="372" y="852"/>
                    </a:lnTo>
                    <a:lnTo>
                      <a:pt x="348" y="852"/>
                    </a:lnTo>
                    <a:lnTo>
                      <a:pt x="348" y="864"/>
                    </a:lnTo>
                    <a:lnTo>
                      <a:pt x="354" y="870"/>
                    </a:lnTo>
                    <a:lnTo>
                      <a:pt x="354" y="882"/>
                    </a:lnTo>
                    <a:lnTo>
                      <a:pt x="372" y="900"/>
                    </a:lnTo>
                    <a:lnTo>
                      <a:pt x="372" y="912"/>
                    </a:lnTo>
                    <a:lnTo>
                      <a:pt x="366" y="918"/>
                    </a:lnTo>
                    <a:lnTo>
                      <a:pt x="342" y="918"/>
                    </a:lnTo>
                    <a:lnTo>
                      <a:pt x="294" y="936"/>
                    </a:lnTo>
                    <a:lnTo>
                      <a:pt x="282" y="948"/>
                    </a:lnTo>
                    <a:lnTo>
                      <a:pt x="270" y="954"/>
                    </a:lnTo>
                    <a:lnTo>
                      <a:pt x="264" y="960"/>
                    </a:lnTo>
                    <a:lnTo>
                      <a:pt x="264" y="978"/>
                    </a:lnTo>
                    <a:lnTo>
                      <a:pt x="258" y="990"/>
                    </a:lnTo>
                    <a:lnTo>
                      <a:pt x="252" y="996"/>
                    </a:lnTo>
                    <a:lnTo>
                      <a:pt x="234" y="996"/>
                    </a:lnTo>
                    <a:lnTo>
                      <a:pt x="216" y="990"/>
                    </a:lnTo>
                    <a:lnTo>
                      <a:pt x="186" y="990"/>
                    </a:lnTo>
                    <a:lnTo>
                      <a:pt x="168" y="1008"/>
                    </a:lnTo>
                    <a:lnTo>
                      <a:pt x="162" y="1020"/>
                    </a:lnTo>
                    <a:lnTo>
                      <a:pt x="162" y="1044"/>
                    </a:lnTo>
                    <a:lnTo>
                      <a:pt x="156" y="1050"/>
                    </a:lnTo>
                    <a:lnTo>
                      <a:pt x="126" y="1044"/>
                    </a:lnTo>
                    <a:lnTo>
                      <a:pt x="114" y="1050"/>
                    </a:lnTo>
                    <a:lnTo>
                      <a:pt x="108" y="1044"/>
                    </a:lnTo>
                    <a:lnTo>
                      <a:pt x="102" y="1032"/>
                    </a:lnTo>
                    <a:lnTo>
                      <a:pt x="96" y="1026"/>
                    </a:lnTo>
                    <a:lnTo>
                      <a:pt x="84" y="1026"/>
                    </a:lnTo>
                    <a:lnTo>
                      <a:pt x="72" y="1038"/>
                    </a:lnTo>
                    <a:lnTo>
                      <a:pt x="48" y="1038"/>
                    </a:lnTo>
                    <a:lnTo>
                      <a:pt x="48" y="1056"/>
                    </a:lnTo>
                    <a:lnTo>
                      <a:pt x="36" y="1062"/>
                    </a:lnTo>
                    <a:lnTo>
                      <a:pt x="30" y="1068"/>
                    </a:lnTo>
                    <a:lnTo>
                      <a:pt x="18" y="1068"/>
                    </a:lnTo>
                    <a:lnTo>
                      <a:pt x="6" y="1074"/>
                    </a:lnTo>
                    <a:lnTo>
                      <a:pt x="0" y="1080"/>
                    </a:lnTo>
                    <a:lnTo>
                      <a:pt x="0" y="1086"/>
                    </a:lnTo>
                    <a:lnTo>
                      <a:pt x="12" y="1092"/>
                    </a:lnTo>
                    <a:lnTo>
                      <a:pt x="18" y="1104"/>
                    </a:lnTo>
                    <a:lnTo>
                      <a:pt x="18" y="1116"/>
                    </a:lnTo>
                    <a:lnTo>
                      <a:pt x="0" y="1116"/>
                    </a:lnTo>
                    <a:lnTo>
                      <a:pt x="0" y="1140"/>
                    </a:lnTo>
                    <a:lnTo>
                      <a:pt x="18" y="1140"/>
                    </a:lnTo>
                    <a:lnTo>
                      <a:pt x="18" y="1152"/>
                    </a:lnTo>
                    <a:lnTo>
                      <a:pt x="12" y="1164"/>
                    </a:lnTo>
                    <a:lnTo>
                      <a:pt x="12" y="1176"/>
                    </a:lnTo>
                    <a:lnTo>
                      <a:pt x="24" y="1188"/>
                    </a:lnTo>
                    <a:lnTo>
                      <a:pt x="36" y="1188"/>
                    </a:lnTo>
                    <a:lnTo>
                      <a:pt x="42" y="1182"/>
                    </a:lnTo>
                    <a:lnTo>
                      <a:pt x="66" y="1182"/>
                    </a:lnTo>
                    <a:lnTo>
                      <a:pt x="78" y="1188"/>
                    </a:lnTo>
                    <a:lnTo>
                      <a:pt x="84" y="1188"/>
                    </a:lnTo>
                    <a:lnTo>
                      <a:pt x="96" y="1194"/>
                    </a:lnTo>
                    <a:lnTo>
                      <a:pt x="102" y="1200"/>
                    </a:lnTo>
                    <a:lnTo>
                      <a:pt x="102" y="1242"/>
                    </a:lnTo>
                    <a:lnTo>
                      <a:pt x="114" y="1266"/>
                    </a:lnTo>
                    <a:lnTo>
                      <a:pt x="120" y="1272"/>
                    </a:lnTo>
                    <a:lnTo>
                      <a:pt x="126" y="1272"/>
                    </a:lnTo>
                    <a:lnTo>
                      <a:pt x="138" y="1284"/>
                    </a:lnTo>
                    <a:lnTo>
                      <a:pt x="132" y="1290"/>
                    </a:lnTo>
                    <a:lnTo>
                      <a:pt x="102" y="1290"/>
                    </a:lnTo>
                    <a:lnTo>
                      <a:pt x="96" y="1296"/>
                    </a:lnTo>
                    <a:lnTo>
                      <a:pt x="96" y="1308"/>
                    </a:lnTo>
                    <a:lnTo>
                      <a:pt x="108" y="1314"/>
                    </a:lnTo>
                    <a:lnTo>
                      <a:pt x="114" y="1320"/>
                    </a:lnTo>
                    <a:lnTo>
                      <a:pt x="162" y="1320"/>
                    </a:lnTo>
                    <a:lnTo>
                      <a:pt x="168" y="1332"/>
                    </a:lnTo>
                    <a:lnTo>
                      <a:pt x="180" y="1332"/>
                    </a:lnTo>
                    <a:lnTo>
                      <a:pt x="192" y="1338"/>
                    </a:lnTo>
                    <a:lnTo>
                      <a:pt x="204" y="1350"/>
                    </a:lnTo>
                    <a:lnTo>
                      <a:pt x="216" y="1374"/>
                    </a:lnTo>
                    <a:lnTo>
                      <a:pt x="216" y="1398"/>
                    </a:lnTo>
                    <a:lnTo>
                      <a:pt x="252" y="1410"/>
                    </a:lnTo>
                    <a:lnTo>
                      <a:pt x="264" y="1404"/>
                    </a:lnTo>
                    <a:lnTo>
                      <a:pt x="264" y="1410"/>
                    </a:lnTo>
                    <a:lnTo>
                      <a:pt x="270" y="1416"/>
                    </a:lnTo>
                    <a:lnTo>
                      <a:pt x="276" y="1428"/>
                    </a:lnTo>
                    <a:lnTo>
                      <a:pt x="288" y="1434"/>
                    </a:lnTo>
                    <a:lnTo>
                      <a:pt x="366" y="1434"/>
                    </a:lnTo>
                    <a:lnTo>
                      <a:pt x="378" y="1428"/>
                    </a:lnTo>
                    <a:lnTo>
                      <a:pt x="384" y="1416"/>
                    </a:lnTo>
                    <a:lnTo>
                      <a:pt x="402" y="1410"/>
                    </a:lnTo>
                    <a:lnTo>
                      <a:pt x="426" y="1398"/>
                    </a:lnTo>
                    <a:lnTo>
                      <a:pt x="438" y="1398"/>
                    </a:lnTo>
                    <a:lnTo>
                      <a:pt x="456" y="1410"/>
                    </a:lnTo>
                    <a:lnTo>
                      <a:pt x="480" y="1434"/>
                    </a:lnTo>
                    <a:lnTo>
                      <a:pt x="522" y="1434"/>
                    </a:lnTo>
                    <a:lnTo>
                      <a:pt x="522" y="1494"/>
                    </a:lnTo>
                    <a:lnTo>
                      <a:pt x="516" y="1500"/>
                    </a:lnTo>
                    <a:lnTo>
                      <a:pt x="498" y="1500"/>
                    </a:lnTo>
                    <a:lnTo>
                      <a:pt x="498" y="1506"/>
                    </a:lnTo>
                    <a:lnTo>
                      <a:pt x="504" y="1512"/>
                    </a:lnTo>
                    <a:lnTo>
                      <a:pt x="504" y="1536"/>
                    </a:lnTo>
                    <a:lnTo>
                      <a:pt x="498" y="1548"/>
                    </a:lnTo>
                    <a:lnTo>
                      <a:pt x="486" y="1554"/>
                    </a:lnTo>
                    <a:lnTo>
                      <a:pt x="456" y="1554"/>
                    </a:lnTo>
                    <a:lnTo>
                      <a:pt x="474" y="1578"/>
                    </a:lnTo>
                    <a:lnTo>
                      <a:pt x="456" y="1584"/>
                    </a:lnTo>
                    <a:lnTo>
                      <a:pt x="456" y="1608"/>
                    </a:lnTo>
                    <a:lnTo>
                      <a:pt x="480" y="1620"/>
                    </a:lnTo>
                    <a:lnTo>
                      <a:pt x="492" y="1620"/>
                    </a:lnTo>
                    <a:lnTo>
                      <a:pt x="498" y="1626"/>
                    </a:lnTo>
                    <a:lnTo>
                      <a:pt x="504" y="1638"/>
                    </a:lnTo>
                    <a:lnTo>
                      <a:pt x="522" y="1656"/>
                    </a:lnTo>
                    <a:lnTo>
                      <a:pt x="522" y="1668"/>
                    </a:lnTo>
                    <a:lnTo>
                      <a:pt x="510" y="1674"/>
                    </a:lnTo>
                    <a:lnTo>
                      <a:pt x="504" y="1680"/>
                    </a:lnTo>
                    <a:lnTo>
                      <a:pt x="498" y="1680"/>
                    </a:lnTo>
                    <a:lnTo>
                      <a:pt x="486" y="1698"/>
                    </a:lnTo>
                    <a:lnTo>
                      <a:pt x="474" y="1686"/>
                    </a:lnTo>
                    <a:lnTo>
                      <a:pt x="474" y="1668"/>
                    </a:lnTo>
                    <a:lnTo>
                      <a:pt x="462" y="1668"/>
                    </a:lnTo>
                    <a:lnTo>
                      <a:pt x="456" y="1674"/>
                    </a:lnTo>
                    <a:lnTo>
                      <a:pt x="450" y="1674"/>
                    </a:lnTo>
                    <a:lnTo>
                      <a:pt x="450" y="1692"/>
                    </a:lnTo>
                    <a:lnTo>
                      <a:pt x="456" y="1698"/>
                    </a:lnTo>
                    <a:lnTo>
                      <a:pt x="462" y="1710"/>
                    </a:lnTo>
                    <a:lnTo>
                      <a:pt x="474" y="1722"/>
                    </a:lnTo>
                    <a:lnTo>
                      <a:pt x="480" y="1722"/>
                    </a:lnTo>
                    <a:lnTo>
                      <a:pt x="480" y="1734"/>
                    </a:lnTo>
                    <a:lnTo>
                      <a:pt x="474" y="1740"/>
                    </a:lnTo>
                    <a:lnTo>
                      <a:pt x="474" y="1758"/>
                    </a:lnTo>
                    <a:lnTo>
                      <a:pt x="480" y="1764"/>
                    </a:lnTo>
                    <a:lnTo>
                      <a:pt x="510" y="1764"/>
                    </a:lnTo>
                    <a:lnTo>
                      <a:pt x="516" y="1776"/>
                    </a:lnTo>
                    <a:lnTo>
                      <a:pt x="528" y="1788"/>
                    </a:lnTo>
                    <a:lnTo>
                      <a:pt x="540" y="1794"/>
                    </a:lnTo>
                    <a:lnTo>
                      <a:pt x="552" y="1794"/>
                    </a:lnTo>
                    <a:lnTo>
                      <a:pt x="558" y="1800"/>
                    </a:lnTo>
                    <a:lnTo>
                      <a:pt x="564" y="1800"/>
                    </a:lnTo>
                    <a:lnTo>
                      <a:pt x="582" y="1818"/>
                    </a:lnTo>
                    <a:lnTo>
                      <a:pt x="600" y="1812"/>
                    </a:lnTo>
                    <a:lnTo>
                      <a:pt x="600" y="1830"/>
                    </a:lnTo>
                    <a:lnTo>
                      <a:pt x="612" y="1836"/>
                    </a:lnTo>
                    <a:lnTo>
                      <a:pt x="624" y="1836"/>
                    </a:lnTo>
                    <a:lnTo>
                      <a:pt x="666" y="1872"/>
                    </a:lnTo>
                    <a:lnTo>
                      <a:pt x="690" y="1854"/>
                    </a:lnTo>
                    <a:lnTo>
                      <a:pt x="696" y="1848"/>
                    </a:lnTo>
                    <a:lnTo>
                      <a:pt x="708" y="1842"/>
                    </a:lnTo>
                    <a:lnTo>
                      <a:pt x="720" y="1842"/>
                    </a:lnTo>
                    <a:lnTo>
                      <a:pt x="732" y="1848"/>
                    </a:lnTo>
                    <a:lnTo>
                      <a:pt x="744" y="1860"/>
                    </a:lnTo>
                    <a:lnTo>
                      <a:pt x="750" y="1872"/>
                    </a:lnTo>
                    <a:lnTo>
                      <a:pt x="762" y="1878"/>
                    </a:lnTo>
                    <a:lnTo>
                      <a:pt x="780" y="1896"/>
                    </a:lnTo>
                    <a:lnTo>
                      <a:pt x="822" y="1902"/>
                    </a:lnTo>
                    <a:lnTo>
                      <a:pt x="828" y="1914"/>
                    </a:lnTo>
                    <a:lnTo>
                      <a:pt x="834" y="1920"/>
                    </a:lnTo>
                    <a:lnTo>
                      <a:pt x="840" y="1932"/>
                    </a:lnTo>
                    <a:lnTo>
                      <a:pt x="846" y="1938"/>
                    </a:lnTo>
                    <a:lnTo>
                      <a:pt x="846" y="1950"/>
                    </a:lnTo>
                    <a:lnTo>
                      <a:pt x="858" y="1950"/>
                    </a:lnTo>
                    <a:lnTo>
                      <a:pt x="858" y="1944"/>
                    </a:lnTo>
                    <a:lnTo>
                      <a:pt x="864" y="1938"/>
                    </a:lnTo>
                    <a:lnTo>
                      <a:pt x="870" y="1926"/>
                    </a:lnTo>
                    <a:lnTo>
                      <a:pt x="882" y="1926"/>
                    </a:lnTo>
                    <a:lnTo>
                      <a:pt x="888" y="1932"/>
                    </a:lnTo>
                    <a:lnTo>
                      <a:pt x="894" y="1944"/>
                    </a:lnTo>
                    <a:lnTo>
                      <a:pt x="894" y="1962"/>
                    </a:lnTo>
                    <a:lnTo>
                      <a:pt x="924" y="1992"/>
                    </a:lnTo>
                    <a:lnTo>
                      <a:pt x="936" y="1998"/>
                    </a:lnTo>
                    <a:lnTo>
                      <a:pt x="942" y="1992"/>
                    </a:lnTo>
                    <a:lnTo>
                      <a:pt x="954" y="1986"/>
                    </a:lnTo>
                    <a:lnTo>
                      <a:pt x="960" y="1986"/>
                    </a:lnTo>
                    <a:lnTo>
                      <a:pt x="966" y="1992"/>
                    </a:lnTo>
                    <a:lnTo>
                      <a:pt x="966" y="1998"/>
                    </a:lnTo>
                    <a:lnTo>
                      <a:pt x="960" y="2004"/>
                    </a:lnTo>
                    <a:lnTo>
                      <a:pt x="960" y="2010"/>
                    </a:lnTo>
                    <a:lnTo>
                      <a:pt x="966" y="2010"/>
                    </a:lnTo>
                    <a:lnTo>
                      <a:pt x="972" y="2016"/>
                    </a:lnTo>
                    <a:lnTo>
                      <a:pt x="990" y="2022"/>
                    </a:lnTo>
                    <a:lnTo>
                      <a:pt x="1002" y="2022"/>
                    </a:lnTo>
                    <a:lnTo>
                      <a:pt x="1008" y="2016"/>
                    </a:lnTo>
                    <a:lnTo>
                      <a:pt x="1014" y="2016"/>
                    </a:lnTo>
                    <a:lnTo>
                      <a:pt x="1014" y="2034"/>
                    </a:lnTo>
                    <a:lnTo>
                      <a:pt x="1020" y="2040"/>
                    </a:lnTo>
                    <a:lnTo>
                      <a:pt x="1032" y="2040"/>
                    </a:lnTo>
                    <a:lnTo>
                      <a:pt x="1044" y="2028"/>
                    </a:lnTo>
                    <a:lnTo>
                      <a:pt x="1044" y="2022"/>
                    </a:lnTo>
                    <a:lnTo>
                      <a:pt x="1044" y="2034"/>
                    </a:lnTo>
                    <a:lnTo>
                      <a:pt x="1050" y="2040"/>
                    </a:lnTo>
                    <a:lnTo>
                      <a:pt x="1068" y="2040"/>
                    </a:lnTo>
                    <a:lnTo>
                      <a:pt x="1074" y="2034"/>
                    </a:lnTo>
                    <a:lnTo>
                      <a:pt x="1074" y="2028"/>
                    </a:lnTo>
                    <a:lnTo>
                      <a:pt x="1086" y="2034"/>
                    </a:lnTo>
                    <a:lnTo>
                      <a:pt x="1092" y="2040"/>
                    </a:lnTo>
                    <a:lnTo>
                      <a:pt x="1110" y="2046"/>
                    </a:lnTo>
                    <a:lnTo>
                      <a:pt x="1134" y="2058"/>
                    </a:lnTo>
                    <a:lnTo>
                      <a:pt x="1158" y="2058"/>
                    </a:lnTo>
                    <a:lnTo>
                      <a:pt x="1176" y="2040"/>
                    </a:lnTo>
                    <a:lnTo>
                      <a:pt x="1194" y="2034"/>
                    </a:lnTo>
                    <a:lnTo>
                      <a:pt x="1206" y="2028"/>
                    </a:lnTo>
                    <a:lnTo>
                      <a:pt x="1212" y="2028"/>
                    </a:lnTo>
                    <a:lnTo>
                      <a:pt x="1224" y="2034"/>
                    </a:lnTo>
                    <a:lnTo>
                      <a:pt x="1230" y="2040"/>
                    </a:lnTo>
                    <a:lnTo>
                      <a:pt x="1230" y="2088"/>
                    </a:lnTo>
                    <a:lnTo>
                      <a:pt x="1236" y="2094"/>
                    </a:lnTo>
                    <a:lnTo>
                      <a:pt x="1242" y="2094"/>
                    </a:lnTo>
                    <a:lnTo>
                      <a:pt x="1242" y="2088"/>
                    </a:lnTo>
                    <a:lnTo>
                      <a:pt x="1248" y="2082"/>
                    </a:lnTo>
                    <a:lnTo>
                      <a:pt x="1254" y="2070"/>
                    </a:lnTo>
                    <a:lnTo>
                      <a:pt x="1266" y="2052"/>
                    </a:lnTo>
                    <a:lnTo>
                      <a:pt x="1272" y="2040"/>
                    </a:lnTo>
                    <a:lnTo>
                      <a:pt x="1284" y="2028"/>
                    </a:lnTo>
                    <a:lnTo>
                      <a:pt x="1290" y="2016"/>
                    </a:lnTo>
                    <a:lnTo>
                      <a:pt x="1302" y="2016"/>
                    </a:lnTo>
                    <a:lnTo>
                      <a:pt x="1314" y="2022"/>
                    </a:lnTo>
                    <a:lnTo>
                      <a:pt x="1338" y="2022"/>
                    </a:lnTo>
                    <a:lnTo>
                      <a:pt x="1338" y="2046"/>
                    </a:lnTo>
                    <a:lnTo>
                      <a:pt x="1344" y="2046"/>
                    </a:lnTo>
                    <a:lnTo>
                      <a:pt x="1350" y="2040"/>
                    </a:lnTo>
                    <a:lnTo>
                      <a:pt x="1362" y="2034"/>
                    </a:lnTo>
                    <a:lnTo>
                      <a:pt x="1374" y="2034"/>
                    </a:lnTo>
                    <a:lnTo>
                      <a:pt x="1386" y="2028"/>
                    </a:lnTo>
                    <a:lnTo>
                      <a:pt x="1398" y="2028"/>
                    </a:lnTo>
                    <a:lnTo>
                      <a:pt x="1410" y="2034"/>
                    </a:lnTo>
                    <a:lnTo>
                      <a:pt x="1422" y="2046"/>
                    </a:lnTo>
                    <a:lnTo>
                      <a:pt x="1428" y="2058"/>
                    </a:lnTo>
                    <a:lnTo>
                      <a:pt x="1428" y="2064"/>
                    </a:lnTo>
                    <a:lnTo>
                      <a:pt x="1482" y="2064"/>
                    </a:lnTo>
                    <a:lnTo>
                      <a:pt x="1494" y="2052"/>
                    </a:lnTo>
                    <a:lnTo>
                      <a:pt x="1494" y="2034"/>
                    </a:lnTo>
                    <a:lnTo>
                      <a:pt x="1488" y="2022"/>
                    </a:lnTo>
                    <a:lnTo>
                      <a:pt x="1518" y="2022"/>
                    </a:lnTo>
                    <a:lnTo>
                      <a:pt x="1524" y="2016"/>
                    </a:lnTo>
                    <a:lnTo>
                      <a:pt x="1524" y="1992"/>
                    </a:lnTo>
                    <a:lnTo>
                      <a:pt x="1518" y="1986"/>
                    </a:lnTo>
                    <a:lnTo>
                      <a:pt x="1518" y="1980"/>
                    </a:lnTo>
                    <a:lnTo>
                      <a:pt x="1554" y="1980"/>
                    </a:lnTo>
                    <a:lnTo>
                      <a:pt x="1578" y="1956"/>
                    </a:lnTo>
                    <a:lnTo>
                      <a:pt x="1590" y="1950"/>
                    </a:lnTo>
                    <a:lnTo>
                      <a:pt x="1602" y="1938"/>
                    </a:lnTo>
                    <a:lnTo>
                      <a:pt x="1620" y="1938"/>
                    </a:lnTo>
                    <a:lnTo>
                      <a:pt x="1632" y="1944"/>
                    </a:lnTo>
                    <a:lnTo>
                      <a:pt x="1650" y="1956"/>
                    </a:lnTo>
                    <a:lnTo>
                      <a:pt x="1668" y="1956"/>
                    </a:lnTo>
                    <a:lnTo>
                      <a:pt x="1668" y="1932"/>
                    </a:lnTo>
                    <a:lnTo>
                      <a:pt x="1680" y="1920"/>
                    </a:lnTo>
                    <a:lnTo>
                      <a:pt x="1716" y="1938"/>
                    </a:lnTo>
                    <a:lnTo>
                      <a:pt x="1722" y="1944"/>
                    </a:lnTo>
                    <a:lnTo>
                      <a:pt x="1710" y="1956"/>
                    </a:lnTo>
                    <a:lnTo>
                      <a:pt x="1704" y="1956"/>
                    </a:lnTo>
                    <a:lnTo>
                      <a:pt x="1710" y="1962"/>
                    </a:lnTo>
                    <a:lnTo>
                      <a:pt x="1740" y="1962"/>
                    </a:lnTo>
                    <a:lnTo>
                      <a:pt x="1758" y="1992"/>
                    </a:lnTo>
                    <a:lnTo>
                      <a:pt x="1752" y="1992"/>
                    </a:lnTo>
                    <a:lnTo>
                      <a:pt x="1740" y="2004"/>
                    </a:lnTo>
                    <a:lnTo>
                      <a:pt x="1740" y="2010"/>
                    </a:lnTo>
                    <a:lnTo>
                      <a:pt x="1806" y="2010"/>
                    </a:lnTo>
                    <a:lnTo>
                      <a:pt x="1812" y="2016"/>
                    </a:lnTo>
                    <a:lnTo>
                      <a:pt x="1818" y="2016"/>
                    </a:lnTo>
                    <a:lnTo>
                      <a:pt x="1824" y="1998"/>
                    </a:lnTo>
                    <a:lnTo>
                      <a:pt x="1830" y="1998"/>
                    </a:lnTo>
                    <a:lnTo>
                      <a:pt x="1836" y="2004"/>
                    </a:lnTo>
                    <a:lnTo>
                      <a:pt x="1842" y="2016"/>
                    </a:lnTo>
                    <a:lnTo>
                      <a:pt x="1854" y="2022"/>
                    </a:lnTo>
                    <a:lnTo>
                      <a:pt x="1872" y="2058"/>
                    </a:lnTo>
                    <a:lnTo>
                      <a:pt x="1878" y="2064"/>
                    </a:lnTo>
                    <a:lnTo>
                      <a:pt x="1878" y="2070"/>
                    </a:lnTo>
                    <a:lnTo>
                      <a:pt x="1914" y="2070"/>
                    </a:lnTo>
                    <a:lnTo>
                      <a:pt x="1920" y="2076"/>
                    </a:lnTo>
                    <a:lnTo>
                      <a:pt x="1920" y="2106"/>
                    </a:lnTo>
                    <a:lnTo>
                      <a:pt x="1932" y="2130"/>
                    </a:lnTo>
                    <a:lnTo>
                      <a:pt x="1944" y="2190"/>
                    </a:lnTo>
                    <a:lnTo>
                      <a:pt x="1932" y="2190"/>
                    </a:lnTo>
                    <a:lnTo>
                      <a:pt x="1926" y="2196"/>
                    </a:lnTo>
                    <a:lnTo>
                      <a:pt x="1914" y="2196"/>
                    </a:lnTo>
                    <a:lnTo>
                      <a:pt x="1932" y="2214"/>
                    </a:lnTo>
                    <a:lnTo>
                      <a:pt x="1932" y="2220"/>
                    </a:lnTo>
                    <a:lnTo>
                      <a:pt x="1926" y="2232"/>
                    </a:lnTo>
                    <a:lnTo>
                      <a:pt x="1920" y="2238"/>
                    </a:lnTo>
                    <a:lnTo>
                      <a:pt x="1908" y="2238"/>
                    </a:lnTo>
                    <a:lnTo>
                      <a:pt x="1902" y="2232"/>
                    </a:lnTo>
                    <a:lnTo>
                      <a:pt x="1902" y="2268"/>
                    </a:lnTo>
                    <a:lnTo>
                      <a:pt x="1896" y="2274"/>
                    </a:lnTo>
                    <a:lnTo>
                      <a:pt x="1884" y="2274"/>
                    </a:lnTo>
                    <a:lnTo>
                      <a:pt x="1890" y="2304"/>
                    </a:lnTo>
                    <a:lnTo>
                      <a:pt x="1878" y="2304"/>
                    </a:lnTo>
                    <a:lnTo>
                      <a:pt x="1878" y="2322"/>
                    </a:lnTo>
                    <a:lnTo>
                      <a:pt x="1896" y="2340"/>
                    </a:lnTo>
                    <a:lnTo>
                      <a:pt x="1902" y="2352"/>
                    </a:lnTo>
                    <a:lnTo>
                      <a:pt x="1890" y="2370"/>
                    </a:lnTo>
                    <a:lnTo>
                      <a:pt x="1902" y="2364"/>
                    </a:lnTo>
                    <a:lnTo>
                      <a:pt x="1908" y="2358"/>
                    </a:lnTo>
                    <a:lnTo>
                      <a:pt x="1920" y="2358"/>
                    </a:lnTo>
                    <a:lnTo>
                      <a:pt x="1926" y="2352"/>
                    </a:lnTo>
                    <a:lnTo>
                      <a:pt x="1986" y="2352"/>
                    </a:lnTo>
                    <a:lnTo>
                      <a:pt x="1956" y="2376"/>
                    </a:lnTo>
                    <a:lnTo>
                      <a:pt x="1980" y="2394"/>
                    </a:lnTo>
                    <a:lnTo>
                      <a:pt x="1992" y="2436"/>
                    </a:lnTo>
                    <a:lnTo>
                      <a:pt x="2022" y="2436"/>
                    </a:lnTo>
                    <a:lnTo>
                      <a:pt x="2034" y="2442"/>
                    </a:lnTo>
                    <a:lnTo>
                      <a:pt x="2040" y="2448"/>
                    </a:lnTo>
                    <a:lnTo>
                      <a:pt x="2040" y="2454"/>
                    </a:lnTo>
                    <a:lnTo>
                      <a:pt x="2034" y="2460"/>
                    </a:lnTo>
                    <a:lnTo>
                      <a:pt x="2022" y="2460"/>
                    </a:lnTo>
                    <a:lnTo>
                      <a:pt x="2016" y="2466"/>
                    </a:lnTo>
                    <a:lnTo>
                      <a:pt x="2028" y="2478"/>
                    </a:lnTo>
                    <a:lnTo>
                      <a:pt x="2028" y="2490"/>
                    </a:lnTo>
                    <a:lnTo>
                      <a:pt x="2022" y="2496"/>
                    </a:lnTo>
                    <a:lnTo>
                      <a:pt x="2022" y="2502"/>
                    </a:lnTo>
                    <a:lnTo>
                      <a:pt x="2016" y="2514"/>
                    </a:lnTo>
                    <a:lnTo>
                      <a:pt x="2070" y="2520"/>
                    </a:lnTo>
                    <a:lnTo>
                      <a:pt x="2082" y="2550"/>
                    </a:lnTo>
                    <a:lnTo>
                      <a:pt x="2094" y="2550"/>
                    </a:lnTo>
                    <a:lnTo>
                      <a:pt x="2094" y="2568"/>
                    </a:lnTo>
                    <a:lnTo>
                      <a:pt x="2136" y="2568"/>
                    </a:lnTo>
                    <a:lnTo>
                      <a:pt x="2136" y="2562"/>
                    </a:lnTo>
                    <a:lnTo>
                      <a:pt x="2154" y="2544"/>
                    </a:lnTo>
                    <a:lnTo>
                      <a:pt x="2166" y="2544"/>
                    </a:lnTo>
                    <a:lnTo>
                      <a:pt x="2172" y="2550"/>
                    </a:lnTo>
                    <a:lnTo>
                      <a:pt x="2172" y="2592"/>
                    </a:lnTo>
                    <a:lnTo>
                      <a:pt x="2214" y="2592"/>
                    </a:lnTo>
                    <a:lnTo>
                      <a:pt x="2214" y="2556"/>
                    </a:lnTo>
                    <a:lnTo>
                      <a:pt x="2190" y="2532"/>
                    </a:lnTo>
                    <a:lnTo>
                      <a:pt x="2190" y="2490"/>
                    </a:lnTo>
                    <a:lnTo>
                      <a:pt x="2196" y="2484"/>
                    </a:lnTo>
                    <a:lnTo>
                      <a:pt x="2232" y="2490"/>
                    </a:lnTo>
                    <a:lnTo>
                      <a:pt x="2232" y="2472"/>
                    </a:lnTo>
                    <a:lnTo>
                      <a:pt x="2238" y="2460"/>
                    </a:lnTo>
                    <a:lnTo>
                      <a:pt x="2250" y="2460"/>
                    </a:lnTo>
                    <a:lnTo>
                      <a:pt x="2274" y="2484"/>
                    </a:lnTo>
                    <a:lnTo>
                      <a:pt x="2286" y="2484"/>
                    </a:lnTo>
                    <a:lnTo>
                      <a:pt x="2292" y="2478"/>
                    </a:lnTo>
                    <a:lnTo>
                      <a:pt x="2298" y="2466"/>
                    </a:lnTo>
                    <a:lnTo>
                      <a:pt x="2304" y="2460"/>
                    </a:lnTo>
                    <a:lnTo>
                      <a:pt x="2322" y="2478"/>
                    </a:lnTo>
                    <a:lnTo>
                      <a:pt x="2322" y="2460"/>
                    </a:lnTo>
                    <a:lnTo>
                      <a:pt x="2328" y="2460"/>
                    </a:lnTo>
                    <a:lnTo>
                      <a:pt x="2340" y="2478"/>
                    </a:lnTo>
                    <a:lnTo>
                      <a:pt x="2346" y="2484"/>
                    </a:lnTo>
                    <a:lnTo>
                      <a:pt x="2364" y="2484"/>
                    </a:lnTo>
                    <a:lnTo>
                      <a:pt x="2364" y="2472"/>
                    </a:lnTo>
                    <a:lnTo>
                      <a:pt x="2352" y="2460"/>
                    </a:lnTo>
                    <a:lnTo>
                      <a:pt x="2370" y="2460"/>
                    </a:lnTo>
                    <a:lnTo>
                      <a:pt x="2376" y="2466"/>
                    </a:lnTo>
                    <a:lnTo>
                      <a:pt x="2382" y="2460"/>
                    </a:lnTo>
                    <a:lnTo>
                      <a:pt x="2400" y="2460"/>
                    </a:lnTo>
                    <a:lnTo>
                      <a:pt x="2400" y="2454"/>
                    </a:lnTo>
                    <a:lnTo>
                      <a:pt x="2406" y="2442"/>
                    </a:lnTo>
                    <a:lnTo>
                      <a:pt x="2406" y="2430"/>
                    </a:lnTo>
                    <a:lnTo>
                      <a:pt x="2412" y="2424"/>
                    </a:lnTo>
                    <a:lnTo>
                      <a:pt x="2424" y="2418"/>
                    </a:lnTo>
                    <a:lnTo>
                      <a:pt x="2430" y="2412"/>
                    </a:lnTo>
                    <a:lnTo>
                      <a:pt x="2436" y="2412"/>
                    </a:lnTo>
                    <a:lnTo>
                      <a:pt x="2466" y="2448"/>
                    </a:lnTo>
                    <a:lnTo>
                      <a:pt x="2496" y="2442"/>
                    </a:lnTo>
                    <a:lnTo>
                      <a:pt x="2508" y="2454"/>
                    </a:lnTo>
                    <a:lnTo>
                      <a:pt x="2538" y="2454"/>
                    </a:lnTo>
                    <a:lnTo>
                      <a:pt x="2544" y="2460"/>
                    </a:lnTo>
                    <a:lnTo>
                      <a:pt x="2544" y="2466"/>
                    </a:lnTo>
                    <a:lnTo>
                      <a:pt x="2526" y="2484"/>
                    </a:lnTo>
                    <a:lnTo>
                      <a:pt x="2532" y="2502"/>
                    </a:lnTo>
                    <a:lnTo>
                      <a:pt x="2544" y="2508"/>
                    </a:lnTo>
                    <a:lnTo>
                      <a:pt x="2544" y="2526"/>
                    </a:lnTo>
                    <a:lnTo>
                      <a:pt x="2562" y="2526"/>
                    </a:lnTo>
                    <a:lnTo>
                      <a:pt x="2568" y="2532"/>
                    </a:lnTo>
                    <a:lnTo>
                      <a:pt x="2574" y="2544"/>
                    </a:lnTo>
                    <a:lnTo>
                      <a:pt x="2586" y="2550"/>
                    </a:lnTo>
                    <a:lnTo>
                      <a:pt x="2616" y="2550"/>
                    </a:lnTo>
                    <a:lnTo>
                      <a:pt x="2622" y="2556"/>
                    </a:lnTo>
                    <a:lnTo>
                      <a:pt x="2628" y="2556"/>
                    </a:lnTo>
                    <a:lnTo>
                      <a:pt x="2676" y="2526"/>
                    </a:lnTo>
                    <a:lnTo>
                      <a:pt x="2694" y="2538"/>
                    </a:lnTo>
                    <a:lnTo>
                      <a:pt x="2718" y="2538"/>
                    </a:lnTo>
                    <a:lnTo>
                      <a:pt x="2736" y="2544"/>
                    </a:lnTo>
                    <a:lnTo>
                      <a:pt x="2748" y="2544"/>
                    </a:lnTo>
                    <a:lnTo>
                      <a:pt x="2760" y="2550"/>
                    </a:lnTo>
                    <a:lnTo>
                      <a:pt x="2766" y="2556"/>
                    </a:lnTo>
                    <a:lnTo>
                      <a:pt x="2772" y="2568"/>
                    </a:lnTo>
                    <a:lnTo>
                      <a:pt x="2766" y="2580"/>
                    </a:lnTo>
                    <a:lnTo>
                      <a:pt x="2766" y="2604"/>
                    </a:lnTo>
                    <a:lnTo>
                      <a:pt x="2760" y="2616"/>
                    </a:lnTo>
                    <a:lnTo>
                      <a:pt x="2766" y="2628"/>
                    </a:lnTo>
                    <a:lnTo>
                      <a:pt x="2772" y="2634"/>
                    </a:lnTo>
                    <a:lnTo>
                      <a:pt x="2784" y="2640"/>
                    </a:lnTo>
                    <a:lnTo>
                      <a:pt x="2790" y="2652"/>
                    </a:lnTo>
                    <a:lnTo>
                      <a:pt x="2802" y="2658"/>
                    </a:lnTo>
                    <a:lnTo>
                      <a:pt x="2808" y="2664"/>
                    </a:lnTo>
                    <a:lnTo>
                      <a:pt x="2826" y="2664"/>
                    </a:lnTo>
                    <a:lnTo>
                      <a:pt x="2832" y="2640"/>
                    </a:lnTo>
                    <a:lnTo>
                      <a:pt x="2832" y="2634"/>
                    </a:lnTo>
                    <a:lnTo>
                      <a:pt x="2826" y="2628"/>
                    </a:lnTo>
                    <a:lnTo>
                      <a:pt x="2826" y="2586"/>
                    </a:lnTo>
                    <a:lnTo>
                      <a:pt x="2832" y="2568"/>
                    </a:lnTo>
                    <a:lnTo>
                      <a:pt x="2844" y="2556"/>
                    </a:lnTo>
                    <a:lnTo>
                      <a:pt x="2856" y="2550"/>
                    </a:lnTo>
                    <a:lnTo>
                      <a:pt x="2886" y="2550"/>
                    </a:lnTo>
                    <a:lnTo>
                      <a:pt x="2898" y="2544"/>
                    </a:lnTo>
                    <a:lnTo>
                      <a:pt x="2910" y="2544"/>
                    </a:lnTo>
                    <a:lnTo>
                      <a:pt x="2922" y="2538"/>
                    </a:lnTo>
                    <a:lnTo>
                      <a:pt x="2940" y="2538"/>
                    </a:lnTo>
                    <a:lnTo>
                      <a:pt x="2964" y="2532"/>
                    </a:lnTo>
                    <a:lnTo>
                      <a:pt x="2982" y="2526"/>
                    </a:lnTo>
                    <a:lnTo>
                      <a:pt x="3000" y="2508"/>
                    </a:lnTo>
                    <a:lnTo>
                      <a:pt x="3000" y="2466"/>
                    </a:lnTo>
                    <a:lnTo>
                      <a:pt x="3006" y="2454"/>
                    </a:lnTo>
                    <a:lnTo>
                      <a:pt x="3012" y="2448"/>
                    </a:lnTo>
                    <a:lnTo>
                      <a:pt x="3024" y="2460"/>
                    </a:lnTo>
                    <a:lnTo>
                      <a:pt x="3036" y="2484"/>
                    </a:lnTo>
                    <a:lnTo>
                      <a:pt x="3042" y="2490"/>
                    </a:lnTo>
                    <a:lnTo>
                      <a:pt x="3048" y="2490"/>
                    </a:lnTo>
                    <a:lnTo>
                      <a:pt x="3054" y="2484"/>
                    </a:lnTo>
                    <a:lnTo>
                      <a:pt x="3066" y="2478"/>
                    </a:lnTo>
                    <a:lnTo>
                      <a:pt x="3072" y="2466"/>
                    </a:lnTo>
                    <a:lnTo>
                      <a:pt x="3090" y="2448"/>
                    </a:lnTo>
                    <a:lnTo>
                      <a:pt x="3096" y="2436"/>
                    </a:lnTo>
                    <a:lnTo>
                      <a:pt x="3114" y="2454"/>
                    </a:lnTo>
                    <a:lnTo>
                      <a:pt x="3144" y="2442"/>
                    </a:lnTo>
                    <a:lnTo>
                      <a:pt x="3150" y="2442"/>
                    </a:lnTo>
                    <a:lnTo>
                      <a:pt x="3156" y="2448"/>
                    </a:lnTo>
                    <a:lnTo>
                      <a:pt x="3186" y="2448"/>
                    </a:lnTo>
                    <a:lnTo>
                      <a:pt x="3234" y="2424"/>
                    </a:lnTo>
                    <a:lnTo>
                      <a:pt x="3288" y="2370"/>
                    </a:lnTo>
                    <a:lnTo>
                      <a:pt x="3294" y="2358"/>
                    </a:lnTo>
                    <a:lnTo>
                      <a:pt x="3300" y="2352"/>
                    </a:lnTo>
                    <a:lnTo>
                      <a:pt x="3294" y="2340"/>
                    </a:lnTo>
                    <a:lnTo>
                      <a:pt x="3294" y="2334"/>
                    </a:lnTo>
                    <a:lnTo>
                      <a:pt x="3288" y="2322"/>
                    </a:lnTo>
                    <a:lnTo>
                      <a:pt x="3282" y="2316"/>
                    </a:lnTo>
                    <a:lnTo>
                      <a:pt x="3300" y="2316"/>
                    </a:lnTo>
                    <a:lnTo>
                      <a:pt x="3312" y="2286"/>
                    </a:lnTo>
                    <a:lnTo>
                      <a:pt x="3336" y="2286"/>
                    </a:lnTo>
                    <a:lnTo>
                      <a:pt x="3348" y="2250"/>
                    </a:lnTo>
                    <a:lnTo>
                      <a:pt x="3360" y="2250"/>
                    </a:lnTo>
                    <a:lnTo>
                      <a:pt x="3360" y="2208"/>
                    </a:lnTo>
                    <a:lnTo>
                      <a:pt x="3372" y="2208"/>
                    </a:lnTo>
                    <a:lnTo>
                      <a:pt x="3384" y="2196"/>
                    </a:lnTo>
                    <a:lnTo>
                      <a:pt x="3384" y="2172"/>
                    </a:lnTo>
                    <a:lnTo>
                      <a:pt x="3378" y="2160"/>
                    </a:lnTo>
                    <a:lnTo>
                      <a:pt x="3372" y="2154"/>
                    </a:lnTo>
                    <a:lnTo>
                      <a:pt x="3372" y="2142"/>
                    </a:lnTo>
                    <a:lnTo>
                      <a:pt x="3378" y="2136"/>
                    </a:lnTo>
                    <a:lnTo>
                      <a:pt x="3384" y="2136"/>
                    </a:lnTo>
                    <a:lnTo>
                      <a:pt x="3390" y="2130"/>
                    </a:lnTo>
                    <a:lnTo>
                      <a:pt x="3402" y="2124"/>
                    </a:lnTo>
                    <a:lnTo>
                      <a:pt x="3408" y="2118"/>
                    </a:lnTo>
                    <a:lnTo>
                      <a:pt x="3408" y="2094"/>
                    </a:lnTo>
                    <a:lnTo>
                      <a:pt x="3390" y="2076"/>
                    </a:lnTo>
                    <a:lnTo>
                      <a:pt x="3390" y="2064"/>
                    </a:lnTo>
                    <a:lnTo>
                      <a:pt x="3402" y="2058"/>
                    </a:lnTo>
                    <a:lnTo>
                      <a:pt x="3408" y="2052"/>
                    </a:lnTo>
                    <a:lnTo>
                      <a:pt x="3408" y="2016"/>
                    </a:lnTo>
                    <a:lnTo>
                      <a:pt x="3414" y="2016"/>
                    </a:lnTo>
                    <a:lnTo>
                      <a:pt x="3420" y="2010"/>
                    </a:lnTo>
                    <a:lnTo>
                      <a:pt x="3456" y="1992"/>
                    </a:lnTo>
                    <a:lnTo>
                      <a:pt x="3462" y="1980"/>
                    </a:lnTo>
                    <a:lnTo>
                      <a:pt x="3462" y="1962"/>
                    </a:lnTo>
                    <a:lnTo>
                      <a:pt x="3456" y="1956"/>
                    </a:lnTo>
                    <a:lnTo>
                      <a:pt x="3444" y="1956"/>
                    </a:lnTo>
                    <a:lnTo>
                      <a:pt x="3450" y="1956"/>
                    </a:lnTo>
                    <a:lnTo>
                      <a:pt x="3456" y="1950"/>
                    </a:lnTo>
                    <a:lnTo>
                      <a:pt x="3468" y="1950"/>
                    </a:lnTo>
                    <a:lnTo>
                      <a:pt x="3480" y="1944"/>
                    </a:lnTo>
                    <a:lnTo>
                      <a:pt x="3492" y="1932"/>
                    </a:lnTo>
                    <a:lnTo>
                      <a:pt x="3474" y="1914"/>
                    </a:lnTo>
                    <a:lnTo>
                      <a:pt x="3468" y="1914"/>
                    </a:lnTo>
                    <a:lnTo>
                      <a:pt x="3486" y="1896"/>
                    </a:lnTo>
                    <a:lnTo>
                      <a:pt x="3498" y="1872"/>
                    </a:lnTo>
                    <a:lnTo>
                      <a:pt x="3504" y="1866"/>
                    </a:lnTo>
                    <a:lnTo>
                      <a:pt x="3504" y="1854"/>
                    </a:lnTo>
                    <a:lnTo>
                      <a:pt x="3498" y="1848"/>
                    </a:lnTo>
                    <a:lnTo>
                      <a:pt x="3474" y="1842"/>
                    </a:lnTo>
                    <a:lnTo>
                      <a:pt x="3438" y="1848"/>
                    </a:lnTo>
                    <a:lnTo>
                      <a:pt x="3396" y="1854"/>
                    </a:lnTo>
                    <a:lnTo>
                      <a:pt x="3366" y="1860"/>
                    </a:lnTo>
                    <a:lnTo>
                      <a:pt x="3354" y="1866"/>
                    </a:lnTo>
                    <a:lnTo>
                      <a:pt x="3336" y="1848"/>
                    </a:lnTo>
                    <a:lnTo>
                      <a:pt x="3378" y="1848"/>
                    </a:lnTo>
                    <a:lnTo>
                      <a:pt x="3378" y="1836"/>
                    </a:lnTo>
                    <a:lnTo>
                      <a:pt x="3384" y="1824"/>
                    </a:lnTo>
                    <a:lnTo>
                      <a:pt x="3390" y="1818"/>
                    </a:lnTo>
                    <a:lnTo>
                      <a:pt x="3402" y="1812"/>
                    </a:lnTo>
                    <a:lnTo>
                      <a:pt x="3432" y="1812"/>
                    </a:lnTo>
                    <a:lnTo>
                      <a:pt x="3426" y="1800"/>
                    </a:lnTo>
                    <a:lnTo>
                      <a:pt x="3420" y="1794"/>
                    </a:lnTo>
                    <a:lnTo>
                      <a:pt x="3414" y="1782"/>
                    </a:lnTo>
                    <a:lnTo>
                      <a:pt x="3414" y="1776"/>
                    </a:lnTo>
                    <a:lnTo>
                      <a:pt x="3408" y="1770"/>
                    </a:lnTo>
                    <a:lnTo>
                      <a:pt x="3390" y="1770"/>
                    </a:lnTo>
                    <a:lnTo>
                      <a:pt x="3378" y="1764"/>
                    </a:lnTo>
                    <a:lnTo>
                      <a:pt x="3366" y="1764"/>
                    </a:lnTo>
                    <a:lnTo>
                      <a:pt x="3354" y="1746"/>
                    </a:lnTo>
                    <a:lnTo>
                      <a:pt x="3342" y="1746"/>
                    </a:lnTo>
                    <a:lnTo>
                      <a:pt x="3336" y="1734"/>
                    </a:lnTo>
                    <a:lnTo>
                      <a:pt x="3324" y="1728"/>
                    </a:lnTo>
                    <a:lnTo>
                      <a:pt x="3294" y="1728"/>
                    </a:lnTo>
                    <a:lnTo>
                      <a:pt x="3288" y="1734"/>
                    </a:lnTo>
                    <a:lnTo>
                      <a:pt x="3282" y="1734"/>
                    </a:lnTo>
                    <a:lnTo>
                      <a:pt x="3246" y="1686"/>
                    </a:lnTo>
                    <a:lnTo>
                      <a:pt x="3252" y="1698"/>
                    </a:lnTo>
                    <a:lnTo>
                      <a:pt x="3264" y="1704"/>
                    </a:lnTo>
                    <a:lnTo>
                      <a:pt x="3270" y="1710"/>
                    </a:lnTo>
                    <a:lnTo>
                      <a:pt x="3282" y="1716"/>
                    </a:lnTo>
                    <a:lnTo>
                      <a:pt x="3294" y="1716"/>
                    </a:lnTo>
                    <a:lnTo>
                      <a:pt x="3300" y="1710"/>
                    </a:lnTo>
                    <a:lnTo>
                      <a:pt x="3306" y="1710"/>
                    </a:lnTo>
                    <a:lnTo>
                      <a:pt x="3336" y="1716"/>
                    </a:lnTo>
                    <a:lnTo>
                      <a:pt x="3348" y="1734"/>
                    </a:lnTo>
                    <a:lnTo>
                      <a:pt x="3366" y="1728"/>
                    </a:lnTo>
                    <a:lnTo>
                      <a:pt x="3408" y="1740"/>
                    </a:lnTo>
                    <a:lnTo>
                      <a:pt x="3390" y="1716"/>
                    </a:lnTo>
                    <a:lnTo>
                      <a:pt x="3372" y="1710"/>
                    </a:lnTo>
                    <a:lnTo>
                      <a:pt x="3372" y="1692"/>
                    </a:lnTo>
                    <a:lnTo>
                      <a:pt x="3360" y="1680"/>
                    </a:lnTo>
                    <a:lnTo>
                      <a:pt x="3348" y="1674"/>
                    </a:lnTo>
                    <a:lnTo>
                      <a:pt x="3330" y="1674"/>
                    </a:lnTo>
                    <a:lnTo>
                      <a:pt x="3318" y="1662"/>
                    </a:lnTo>
                    <a:lnTo>
                      <a:pt x="3318" y="1650"/>
                    </a:lnTo>
                    <a:lnTo>
                      <a:pt x="3312" y="1644"/>
                    </a:lnTo>
                    <a:lnTo>
                      <a:pt x="3312" y="1632"/>
                    </a:lnTo>
                    <a:lnTo>
                      <a:pt x="3234" y="1530"/>
                    </a:lnTo>
                    <a:lnTo>
                      <a:pt x="3198" y="1524"/>
                    </a:lnTo>
                    <a:lnTo>
                      <a:pt x="3162" y="1494"/>
                    </a:lnTo>
                    <a:lnTo>
                      <a:pt x="3144" y="1500"/>
                    </a:lnTo>
                    <a:lnTo>
                      <a:pt x="3138" y="1488"/>
                    </a:lnTo>
                    <a:lnTo>
                      <a:pt x="3132" y="1482"/>
                    </a:lnTo>
                    <a:lnTo>
                      <a:pt x="3132" y="1470"/>
                    </a:lnTo>
                    <a:lnTo>
                      <a:pt x="3126" y="1464"/>
                    </a:lnTo>
                    <a:lnTo>
                      <a:pt x="3138" y="1452"/>
                    </a:lnTo>
                    <a:lnTo>
                      <a:pt x="3150" y="1446"/>
                    </a:lnTo>
                    <a:lnTo>
                      <a:pt x="3156" y="1434"/>
                    </a:lnTo>
                    <a:lnTo>
                      <a:pt x="3162" y="1428"/>
                    </a:lnTo>
                    <a:lnTo>
                      <a:pt x="3168" y="1416"/>
                    </a:lnTo>
                    <a:lnTo>
                      <a:pt x="3168" y="1410"/>
                    </a:lnTo>
                    <a:lnTo>
                      <a:pt x="3162" y="1398"/>
                    </a:lnTo>
                    <a:lnTo>
                      <a:pt x="3162" y="1392"/>
                    </a:lnTo>
                    <a:lnTo>
                      <a:pt x="3156" y="1380"/>
                    </a:lnTo>
                    <a:lnTo>
                      <a:pt x="3168" y="1386"/>
                    </a:lnTo>
                    <a:lnTo>
                      <a:pt x="3174" y="1392"/>
                    </a:lnTo>
                    <a:lnTo>
                      <a:pt x="3186" y="1398"/>
                    </a:lnTo>
                    <a:lnTo>
                      <a:pt x="3198" y="1386"/>
                    </a:lnTo>
                    <a:lnTo>
                      <a:pt x="3198" y="1368"/>
                    </a:lnTo>
                    <a:lnTo>
                      <a:pt x="3192" y="1356"/>
                    </a:lnTo>
                    <a:lnTo>
                      <a:pt x="3192" y="1344"/>
                    </a:lnTo>
                    <a:lnTo>
                      <a:pt x="3216" y="1344"/>
                    </a:lnTo>
                    <a:lnTo>
                      <a:pt x="3252" y="1320"/>
                    </a:lnTo>
                    <a:lnTo>
                      <a:pt x="3264" y="1320"/>
                    </a:lnTo>
                    <a:lnTo>
                      <a:pt x="3270" y="1326"/>
                    </a:lnTo>
                    <a:lnTo>
                      <a:pt x="3294" y="1326"/>
                    </a:lnTo>
                    <a:lnTo>
                      <a:pt x="3294" y="1320"/>
                    </a:lnTo>
                    <a:lnTo>
                      <a:pt x="3288" y="1314"/>
                    </a:lnTo>
                    <a:lnTo>
                      <a:pt x="3288" y="1308"/>
                    </a:lnTo>
                    <a:lnTo>
                      <a:pt x="3282" y="1302"/>
                    </a:lnTo>
                    <a:lnTo>
                      <a:pt x="3288" y="1278"/>
                    </a:lnTo>
                    <a:lnTo>
                      <a:pt x="3258" y="1278"/>
                    </a:lnTo>
                    <a:lnTo>
                      <a:pt x="3246" y="1266"/>
                    </a:lnTo>
                    <a:lnTo>
                      <a:pt x="3240" y="1278"/>
                    </a:lnTo>
                    <a:lnTo>
                      <a:pt x="3204" y="1278"/>
                    </a:lnTo>
                    <a:lnTo>
                      <a:pt x="3198" y="1272"/>
                    </a:lnTo>
                    <a:lnTo>
                      <a:pt x="3192" y="1260"/>
                    </a:lnTo>
                    <a:lnTo>
                      <a:pt x="3180" y="1254"/>
                    </a:lnTo>
                    <a:lnTo>
                      <a:pt x="3174" y="1248"/>
                    </a:lnTo>
                    <a:lnTo>
                      <a:pt x="3150" y="1248"/>
                    </a:lnTo>
                    <a:lnTo>
                      <a:pt x="3144" y="1260"/>
                    </a:lnTo>
                    <a:lnTo>
                      <a:pt x="3132" y="1266"/>
                    </a:lnTo>
                    <a:lnTo>
                      <a:pt x="3114" y="1284"/>
                    </a:lnTo>
                    <a:lnTo>
                      <a:pt x="3114" y="1296"/>
                    </a:lnTo>
                    <a:lnTo>
                      <a:pt x="3108" y="1302"/>
                    </a:lnTo>
                    <a:lnTo>
                      <a:pt x="3108" y="1308"/>
                    </a:lnTo>
                    <a:lnTo>
                      <a:pt x="3078" y="1308"/>
                    </a:lnTo>
                    <a:lnTo>
                      <a:pt x="3054" y="1296"/>
                    </a:lnTo>
                    <a:lnTo>
                      <a:pt x="3048" y="1290"/>
                    </a:lnTo>
                    <a:lnTo>
                      <a:pt x="3042" y="1278"/>
                    </a:lnTo>
                    <a:lnTo>
                      <a:pt x="3030" y="1242"/>
                    </a:lnTo>
                    <a:lnTo>
                      <a:pt x="3024" y="1230"/>
                    </a:lnTo>
                    <a:lnTo>
                      <a:pt x="3018" y="1224"/>
                    </a:lnTo>
                    <a:lnTo>
                      <a:pt x="3006" y="1224"/>
                    </a:lnTo>
                    <a:lnTo>
                      <a:pt x="3000" y="1230"/>
                    </a:lnTo>
                    <a:lnTo>
                      <a:pt x="3000" y="1242"/>
                    </a:lnTo>
                    <a:lnTo>
                      <a:pt x="2988" y="1224"/>
                    </a:lnTo>
                    <a:lnTo>
                      <a:pt x="2952" y="1224"/>
                    </a:lnTo>
                    <a:lnTo>
                      <a:pt x="2940" y="1218"/>
                    </a:lnTo>
                    <a:lnTo>
                      <a:pt x="2934" y="1212"/>
                    </a:lnTo>
                    <a:lnTo>
                      <a:pt x="2928" y="1200"/>
                    </a:lnTo>
                    <a:lnTo>
                      <a:pt x="2916" y="1194"/>
                    </a:lnTo>
                    <a:lnTo>
                      <a:pt x="2910" y="1182"/>
                    </a:lnTo>
                    <a:lnTo>
                      <a:pt x="2910" y="1140"/>
                    </a:lnTo>
                    <a:lnTo>
                      <a:pt x="2928" y="1140"/>
                    </a:lnTo>
                    <a:lnTo>
                      <a:pt x="2940" y="1152"/>
                    </a:lnTo>
                    <a:lnTo>
                      <a:pt x="2946" y="1152"/>
                    </a:lnTo>
                    <a:lnTo>
                      <a:pt x="2952" y="1146"/>
                    </a:lnTo>
                    <a:lnTo>
                      <a:pt x="2952" y="1140"/>
                    </a:lnTo>
                    <a:lnTo>
                      <a:pt x="2958" y="1134"/>
                    </a:lnTo>
                    <a:lnTo>
                      <a:pt x="2964" y="1134"/>
                    </a:lnTo>
                    <a:lnTo>
                      <a:pt x="2970" y="1140"/>
                    </a:lnTo>
                    <a:lnTo>
                      <a:pt x="2982" y="1140"/>
                    </a:lnTo>
                    <a:lnTo>
                      <a:pt x="2994" y="1134"/>
                    </a:lnTo>
                    <a:lnTo>
                      <a:pt x="3000" y="1128"/>
                    </a:lnTo>
                    <a:lnTo>
                      <a:pt x="3000" y="1116"/>
                    </a:lnTo>
                    <a:lnTo>
                      <a:pt x="2994" y="1110"/>
                    </a:lnTo>
                    <a:lnTo>
                      <a:pt x="2994" y="1086"/>
                    </a:lnTo>
                    <a:lnTo>
                      <a:pt x="3000" y="1074"/>
                    </a:lnTo>
                    <a:lnTo>
                      <a:pt x="3000" y="1068"/>
                    </a:lnTo>
                    <a:lnTo>
                      <a:pt x="3036" y="1068"/>
                    </a:lnTo>
                    <a:lnTo>
                      <a:pt x="3042" y="1062"/>
                    </a:lnTo>
                    <a:lnTo>
                      <a:pt x="3048" y="1050"/>
                    </a:lnTo>
                    <a:lnTo>
                      <a:pt x="3048" y="1038"/>
                    </a:lnTo>
                    <a:lnTo>
                      <a:pt x="3054" y="1032"/>
                    </a:lnTo>
                    <a:lnTo>
                      <a:pt x="3054" y="1026"/>
                    </a:lnTo>
                    <a:lnTo>
                      <a:pt x="3072" y="1014"/>
                    </a:lnTo>
                    <a:lnTo>
                      <a:pt x="3060" y="1002"/>
                    </a:lnTo>
                    <a:lnTo>
                      <a:pt x="3096" y="1014"/>
                    </a:lnTo>
                    <a:lnTo>
                      <a:pt x="3114" y="996"/>
                    </a:lnTo>
                    <a:lnTo>
                      <a:pt x="3126" y="1002"/>
                    </a:lnTo>
                    <a:lnTo>
                      <a:pt x="3132" y="1014"/>
                    </a:lnTo>
                    <a:lnTo>
                      <a:pt x="3144" y="1020"/>
                    </a:lnTo>
                    <a:lnTo>
                      <a:pt x="3156" y="1044"/>
                    </a:lnTo>
                    <a:lnTo>
                      <a:pt x="3156" y="1050"/>
                    </a:lnTo>
                    <a:lnTo>
                      <a:pt x="3144" y="1074"/>
                    </a:lnTo>
                    <a:lnTo>
                      <a:pt x="3126" y="1092"/>
                    </a:lnTo>
                    <a:lnTo>
                      <a:pt x="3126" y="1104"/>
                    </a:lnTo>
                    <a:lnTo>
                      <a:pt x="3132" y="1116"/>
                    </a:lnTo>
                    <a:lnTo>
                      <a:pt x="3144" y="1128"/>
                    </a:lnTo>
                    <a:lnTo>
                      <a:pt x="3150" y="1128"/>
                    </a:lnTo>
                    <a:lnTo>
                      <a:pt x="3162" y="1122"/>
                    </a:lnTo>
                    <a:lnTo>
                      <a:pt x="3168" y="1122"/>
                    </a:lnTo>
                    <a:lnTo>
                      <a:pt x="3162" y="1152"/>
                    </a:lnTo>
                    <a:lnTo>
                      <a:pt x="3144" y="1170"/>
                    </a:lnTo>
                    <a:lnTo>
                      <a:pt x="3144" y="1176"/>
                    </a:lnTo>
                    <a:lnTo>
                      <a:pt x="3150" y="1176"/>
                    </a:lnTo>
                    <a:lnTo>
                      <a:pt x="3162" y="1170"/>
                    </a:lnTo>
                    <a:lnTo>
                      <a:pt x="3168" y="1164"/>
                    </a:lnTo>
                    <a:lnTo>
                      <a:pt x="3180" y="1158"/>
                    </a:lnTo>
                    <a:lnTo>
                      <a:pt x="3186" y="1158"/>
                    </a:lnTo>
                    <a:lnTo>
                      <a:pt x="3198" y="1146"/>
                    </a:lnTo>
                    <a:lnTo>
                      <a:pt x="3198" y="1122"/>
                    </a:lnTo>
                    <a:lnTo>
                      <a:pt x="3204" y="1122"/>
                    </a:lnTo>
                    <a:lnTo>
                      <a:pt x="3210" y="1116"/>
                    </a:lnTo>
                    <a:lnTo>
                      <a:pt x="3258" y="1092"/>
                    </a:lnTo>
                    <a:lnTo>
                      <a:pt x="3264" y="1086"/>
                    </a:lnTo>
                    <a:lnTo>
                      <a:pt x="3306" y="1086"/>
                    </a:lnTo>
                    <a:lnTo>
                      <a:pt x="3312" y="1074"/>
                    </a:lnTo>
                    <a:lnTo>
                      <a:pt x="3312" y="1062"/>
                    </a:lnTo>
                    <a:lnTo>
                      <a:pt x="3318" y="1056"/>
                    </a:lnTo>
                    <a:lnTo>
                      <a:pt x="3324" y="1044"/>
                    </a:lnTo>
                    <a:lnTo>
                      <a:pt x="3360" y="1026"/>
                    </a:lnTo>
                    <a:lnTo>
                      <a:pt x="3372" y="1014"/>
                    </a:lnTo>
                    <a:lnTo>
                      <a:pt x="3390" y="978"/>
                    </a:lnTo>
                    <a:lnTo>
                      <a:pt x="3390" y="948"/>
                    </a:lnTo>
                    <a:lnTo>
                      <a:pt x="3396" y="942"/>
                    </a:lnTo>
                    <a:lnTo>
                      <a:pt x="3396" y="936"/>
                    </a:lnTo>
                    <a:lnTo>
                      <a:pt x="3408" y="936"/>
                    </a:lnTo>
                    <a:lnTo>
                      <a:pt x="3420" y="942"/>
                    </a:lnTo>
                    <a:lnTo>
                      <a:pt x="3432" y="954"/>
                    </a:lnTo>
                    <a:lnTo>
                      <a:pt x="3444" y="954"/>
                    </a:lnTo>
                    <a:lnTo>
                      <a:pt x="3456" y="960"/>
                    </a:lnTo>
                    <a:lnTo>
                      <a:pt x="3504" y="960"/>
                    </a:lnTo>
                    <a:lnTo>
                      <a:pt x="3504" y="948"/>
                    </a:lnTo>
                    <a:lnTo>
                      <a:pt x="3498" y="948"/>
                    </a:lnTo>
                    <a:lnTo>
                      <a:pt x="3474" y="924"/>
                    </a:lnTo>
                    <a:lnTo>
                      <a:pt x="3474" y="912"/>
                    </a:lnTo>
                    <a:lnTo>
                      <a:pt x="3480" y="906"/>
                    </a:lnTo>
                    <a:lnTo>
                      <a:pt x="3486" y="912"/>
                    </a:lnTo>
                    <a:lnTo>
                      <a:pt x="3510" y="912"/>
                    </a:lnTo>
                    <a:lnTo>
                      <a:pt x="3522" y="918"/>
                    </a:lnTo>
                    <a:lnTo>
                      <a:pt x="3534" y="912"/>
                    </a:lnTo>
                    <a:lnTo>
                      <a:pt x="3540" y="900"/>
                    </a:lnTo>
                    <a:lnTo>
                      <a:pt x="3540" y="894"/>
                    </a:lnTo>
                    <a:lnTo>
                      <a:pt x="3534" y="882"/>
                    </a:lnTo>
                    <a:lnTo>
                      <a:pt x="3558" y="882"/>
                    </a:lnTo>
                    <a:lnTo>
                      <a:pt x="3558" y="864"/>
                    </a:lnTo>
                    <a:lnTo>
                      <a:pt x="3552" y="852"/>
                    </a:lnTo>
                    <a:lnTo>
                      <a:pt x="3546" y="846"/>
                    </a:lnTo>
                    <a:lnTo>
                      <a:pt x="3546" y="840"/>
                    </a:lnTo>
                    <a:lnTo>
                      <a:pt x="3576" y="840"/>
                    </a:lnTo>
                    <a:lnTo>
                      <a:pt x="3594" y="864"/>
                    </a:lnTo>
                    <a:lnTo>
                      <a:pt x="3600" y="840"/>
                    </a:lnTo>
                    <a:lnTo>
                      <a:pt x="3630" y="846"/>
                    </a:lnTo>
                    <a:lnTo>
                      <a:pt x="3624" y="810"/>
                    </a:lnTo>
                    <a:lnTo>
                      <a:pt x="3618" y="798"/>
                    </a:lnTo>
                    <a:lnTo>
                      <a:pt x="3606" y="786"/>
                    </a:lnTo>
                    <a:lnTo>
                      <a:pt x="3606" y="774"/>
                    </a:lnTo>
                    <a:lnTo>
                      <a:pt x="3600" y="756"/>
                    </a:lnTo>
                    <a:lnTo>
                      <a:pt x="3588" y="744"/>
                    </a:lnTo>
                    <a:lnTo>
                      <a:pt x="3576" y="726"/>
                    </a:lnTo>
                    <a:lnTo>
                      <a:pt x="3564" y="720"/>
                    </a:lnTo>
                    <a:lnTo>
                      <a:pt x="3552" y="708"/>
                    </a:lnTo>
                    <a:lnTo>
                      <a:pt x="3546" y="708"/>
                    </a:lnTo>
                    <a:lnTo>
                      <a:pt x="3540" y="696"/>
                    </a:lnTo>
                    <a:lnTo>
                      <a:pt x="3540" y="684"/>
                    </a:lnTo>
                    <a:lnTo>
                      <a:pt x="3564" y="684"/>
                    </a:lnTo>
                    <a:lnTo>
                      <a:pt x="3564" y="672"/>
                    </a:lnTo>
                    <a:lnTo>
                      <a:pt x="3558" y="666"/>
                    </a:lnTo>
                    <a:lnTo>
                      <a:pt x="3564" y="660"/>
                    </a:lnTo>
                    <a:lnTo>
                      <a:pt x="3588" y="660"/>
                    </a:lnTo>
                    <a:lnTo>
                      <a:pt x="3600" y="666"/>
                    </a:lnTo>
                    <a:lnTo>
                      <a:pt x="3618" y="672"/>
                    </a:lnTo>
                    <a:lnTo>
                      <a:pt x="3630" y="672"/>
                    </a:lnTo>
                    <a:lnTo>
                      <a:pt x="3642" y="678"/>
                    </a:lnTo>
                    <a:lnTo>
                      <a:pt x="3648" y="678"/>
                    </a:lnTo>
                    <a:lnTo>
                      <a:pt x="3654" y="672"/>
                    </a:lnTo>
                    <a:lnTo>
                      <a:pt x="3654" y="660"/>
                    </a:lnTo>
                    <a:lnTo>
                      <a:pt x="3648" y="648"/>
                    </a:lnTo>
                    <a:lnTo>
                      <a:pt x="3648" y="630"/>
                    </a:lnTo>
                    <a:lnTo>
                      <a:pt x="3654" y="630"/>
                    </a:lnTo>
                    <a:lnTo>
                      <a:pt x="3660" y="62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7" name="Cambodia" descr="© INSCALE GmbH, 05.05.2010&#10;http://www.presentationload.com/">
                <a:extLst>
                  <a:ext uri="{FF2B5EF4-FFF2-40B4-BE49-F238E27FC236}">
                    <a16:creationId xmlns:a16="http://schemas.microsoft.com/office/drawing/2014/main" id="{54489E0F-CD32-3F40-876E-613784549986}"/>
                  </a:ext>
                </a:extLst>
              </p:cNvPr>
              <p:cNvSpPr>
                <a:spLocks/>
              </p:cNvSpPr>
              <p:nvPr/>
            </p:nvSpPr>
            <p:spPr bwMode="gray">
              <a:xfrm>
                <a:off x="8766915" y="3648613"/>
                <a:ext cx="159433" cy="141354"/>
              </a:xfrm>
              <a:custGeom>
                <a:avLst/>
                <a:gdLst>
                  <a:gd name="T0" fmla="*/ 2147483647 w 378"/>
                  <a:gd name="T1" fmla="*/ 2147483647 h 336"/>
                  <a:gd name="T2" fmla="*/ 2147483647 w 378"/>
                  <a:gd name="T3" fmla="*/ 2147483647 h 336"/>
                  <a:gd name="T4" fmla="*/ 2147483647 w 378"/>
                  <a:gd name="T5" fmla="*/ 2147483647 h 336"/>
                  <a:gd name="T6" fmla="*/ 2147483647 w 378"/>
                  <a:gd name="T7" fmla="*/ 2147483647 h 336"/>
                  <a:gd name="T8" fmla="*/ 2147483647 w 378"/>
                  <a:gd name="T9" fmla="*/ 2147483647 h 336"/>
                  <a:gd name="T10" fmla="*/ 2147483647 w 378"/>
                  <a:gd name="T11" fmla="*/ 2147483647 h 336"/>
                  <a:gd name="T12" fmla="*/ 2147483647 w 378"/>
                  <a:gd name="T13" fmla="*/ 2147483647 h 336"/>
                  <a:gd name="T14" fmla="*/ 2147483647 w 378"/>
                  <a:gd name="T15" fmla="*/ 2147483647 h 336"/>
                  <a:gd name="T16" fmla="*/ 2147483647 w 378"/>
                  <a:gd name="T17" fmla="*/ 2147483647 h 336"/>
                  <a:gd name="T18" fmla="*/ 2147483647 w 378"/>
                  <a:gd name="T19" fmla="*/ 2147483647 h 336"/>
                  <a:gd name="T20" fmla="*/ 2147483647 w 378"/>
                  <a:gd name="T21" fmla="*/ 2147483647 h 336"/>
                  <a:gd name="T22" fmla="*/ 2147483647 w 378"/>
                  <a:gd name="T23" fmla="*/ 2147483647 h 336"/>
                  <a:gd name="T24" fmla="*/ 2147483647 w 378"/>
                  <a:gd name="T25" fmla="*/ 2147483647 h 336"/>
                  <a:gd name="T26" fmla="*/ 2147483647 w 378"/>
                  <a:gd name="T27" fmla="*/ 2147483647 h 336"/>
                  <a:gd name="T28" fmla="*/ 0 w 378"/>
                  <a:gd name="T29" fmla="*/ 2147483647 h 336"/>
                  <a:gd name="T30" fmla="*/ 2147483647 w 378"/>
                  <a:gd name="T31" fmla="*/ 2147483647 h 336"/>
                  <a:gd name="T32" fmla="*/ 2147483647 w 378"/>
                  <a:gd name="T33" fmla="*/ 2147483647 h 336"/>
                  <a:gd name="T34" fmla="*/ 2147483647 w 378"/>
                  <a:gd name="T35" fmla="*/ 2147483647 h 336"/>
                  <a:gd name="T36" fmla="*/ 2147483647 w 378"/>
                  <a:gd name="T37" fmla="*/ 2147483647 h 336"/>
                  <a:gd name="T38" fmla="*/ 2147483647 w 378"/>
                  <a:gd name="T39" fmla="*/ 2147483647 h 336"/>
                  <a:gd name="T40" fmla="*/ 2147483647 w 378"/>
                  <a:gd name="T41" fmla="*/ 2147483647 h 336"/>
                  <a:gd name="T42" fmla="*/ 2147483647 w 378"/>
                  <a:gd name="T43" fmla="*/ 2147483647 h 336"/>
                  <a:gd name="T44" fmla="*/ 2147483647 w 378"/>
                  <a:gd name="T45" fmla="*/ 2147483647 h 336"/>
                  <a:gd name="T46" fmla="*/ 2147483647 w 378"/>
                  <a:gd name="T47" fmla="*/ 2147483647 h 336"/>
                  <a:gd name="T48" fmla="*/ 2147483647 w 378"/>
                  <a:gd name="T49" fmla="*/ 2147483647 h 336"/>
                  <a:gd name="T50" fmla="*/ 2147483647 w 378"/>
                  <a:gd name="T51" fmla="*/ 2147483647 h 336"/>
                  <a:gd name="T52" fmla="*/ 2147483647 w 378"/>
                  <a:gd name="T53" fmla="*/ 2147483647 h 336"/>
                  <a:gd name="T54" fmla="*/ 2147483647 w 378"/>
                  <a:gd name="T55" fmla="*/ 2147483647 h 336"/>
                  <a:gd name="T56" fmla="*/ 2147483647 w 378"/>
                  <a:gd name="T57" fmla="*/ 2147483647 h 336"/>
                  <a:gd name="T58" fmla="*/ 2147483647 w 378"/>
                  <a:gd name="T59" fmla="*/ 2147483647 h 336"/>
                  <a:gd name="T60" fmla="*/ 2147483647 w 378"/>
                  <a:gd name="T61" fmla="*/ 2147483647 h 336"/>
                  <a:gd name="T62" fmla="*/ 2147483647 w 378"/>
                  <a:gd name="T63" fmla="*/ 2147483647 h 336"/>
                  <a:gd name="T64" fmla="*/ 2147483647 w 378"/>
                  <a:gd name="T65" fmla="*/ 2147483647 h 336"/>
                  <a:gd name="T66" fmla="*/ 2147483647 w 378"/>
                  <a:gd name="T67" fmla="*/ 2147483647 h 336"/>
                  <a:gd name="T68" fmla="*/ 2147483647 w 378"/>
                  <a:gd name="T69" fmla="*/ 2147483647 h 336"/>
                  <a:gd name="T70" fmla="*/ 2147483647 w 378"/>
                  <a:gd name="T71" fmla="*/ 2147483647 h 336"/>
                  <a:gd name="T72" fmla="*/ 2147483647 w 378"/>
                  <a:gd name="T73" fmla="*/ 2147483647 h 336"/>
                  <a:gd name="T74" fmla="*/ 2147483647 w 378"/>
                  <a:gd name="T75" fmla="*/ 2147483647 h 336"/>
                  <a:gd name="T76" fmla="*/ 2147483647 w 378"/>
                  <a:gd name="T77" fmla="*/ 2147483647 h 336"/>
                  <a:gd name="T78" fmla="*/ 2147483647 w 378"/>
                  <a:gd name="T79" fmla="*/ 2147483647 h 336"/>
                  <a:gd name="T80" fmla="*/ 2147483647 w 378"/>
                  <a:gd name="T81" fmla="*/ 2147483647 h 336"/>
                  <a:gd name="T82" fmla="*/ 2147483647 w 378"/>
                  <a:gd name="T83" fmla="*/ 2147483647 h 336"/>
                  <a:gd name="T84" fmla="*/ 2147483647 w 378"/>
                  <a:gd name="T85" fmla="*/ 2147483647 h 336"/>
                  <a:gd name="T86" fmla="*/ 2147483647 w 378"/>
                  <a:gd name="T87" fmla="*/ 2147483647 h 336"/>
                  <a:gd name="T88" fmla="*/ 2147483647 w 378"/>
                  <a:gd name="T89" fmla="*/ 2147483647 h 336"/>
                  <a:gd name="T90" fmla="*/ 2147483647 w 378"/>
                  <a:gd name="T91" fmla="*/ 2147483647 h 336"/>
                  <a:gd name="T92" fmla="*/ 2147483647 w 378"/>
                  <a:gd name="T93" fmla="*/ 2147483647 h 336"/>
                  <a:gd name="T94" fmla="*/ 2147483647 w 378"/>
                  <a:gd name="T95" fmla="*/ 0 h 3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78"/>
                  <a:gd name="T145" fmla="*/ 0 h 336"/>
                  <a:gd name="T146" fmla="*/ 378 w 378"/>
                  <a:gd name="T147" fmla="*/ 336 h 3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78" h="336">
                    <a:moveTo>
                      <a:pt x="324" y="0"/>
                    </a:moveTo>
                    <a:lnTo>
                      <a:pt x="312" y="12"/>
                    </a:lnTo>
                    <a:lnTo>
                      <a:pt x="276" y="0"/>
                    </a:lnTo>
                    <a:lnTo>
                      <a:pt x="264" y="12"/>
                    </a:lnTo>
                    <a:lnTo>
                      <a:pt x="246" y="24"/>
                    </a:lnTo>
                    <a:lnTo>
                      <a:pt x="258" y="36"/>
                    </a:lnTo>
                    <a:lnTo>
                      <a:pt x="258" y="48"/>
                    </a:lnTo>
                    <a:lnTo>
                      <a:pt x="252" y="54"/>
                    </a:lnTo>
                    <a:lnTo>
                      <a:pt x="240" y="54"/>
                    </a:lnTo>
                    <a:lnTo>
                      <a:pt x="228" y="42"/>
                    </a:lnTo>
                    <a:lnTo>
                      <a:pt x="228" y="36"/>
                    </a:lnTo>
                    <a:lnTo>
                      <a:pt x="222" y="36"/>
                    </a:lnTo>
                    <a:lnTo>
                      <a:pt x="216" y="30"/>
                    </a:lnTo>
                    <a:lnTo>
                      <a:pt x="192" y="30"/>
                    </a:lnTo>
                    <a:lnTo>
                      <a:pt x="192" y="18"/>
                    </a:lnTo>
                    <a:lnTo>
                      <a:pt x="186" y="18"/>
                    </a:lnTo>
                    <a:lnTo>
                      <a:pt x="186" y="24"/>
                    </a:lnTo>
                    <a:lnTo>
                      <a:pt x="180" y="18"/>
                    </a:lnTo>
                    <a:lnTo>
                      <a:pt x="168" y="12"/>
                    </a:lnTo>
                    <a:lnTo>
                      <a:pt x="138" y="12"/>
                    </a:lnTo>
                    <a:lnTo>
                      <a:pt x="126" y="18"/>
                    </a:lnTo>
                    <a:lnTo>
                      <a:pt x="114" y="18"/>
                    </a:lnTo>
                    <a:lnTo>
                      <a:pt x="108" y="12"/>
                    </a:lnTo>
                    <a:lnTo>
                      <a:pt x="72" y="12"/>
                    </a:lnTo>
                    <a:lnTo>
                      <a:pt x="54" y="18"/>
                    </a:lnTo>
                    <a:lnTo>
                      <a:pt x="42" y="24"/>
                    </a:lnTo>
                    <a:lnTo>
                      <a:pt x="36" y="30"/>
                    </a:lnTo>
                    <a:lnTo>
                      <a:pt x="30" y="42"/>
                    </a:lnTo>
                    <a:lnTo>
                      <a:pt x="30" y="48"/>
                    </a:lnTo>
                    <a:lnTo>
                      <a:pt x="0" y="78"/>
                    </a:lnTo>
                    <a:lnTo>
                      <a:pt x="6" y="114"/>
                    </a:lnTo>
                    <a:lnTo>
                      <a:pt x="18" y="126"/>
                    </a:lnTo>
                    <a:lnTo>
                      <a:pt x="18" y="156"/>
                    </a:lnTo>
                    <a:lnTo>
                      <a:pt x="30" y="168"/>
                    </a:lnTo>
                    <a:lnTo>
                      <a:pt x="30" y="198"/>
                    </a:lnTo>
                    <a:lnTo>
                      <a:pt x="42" y="210"/>
                    </a:lnTo>
                    <a:lnTo>
                      <a:pt x="48" y="222"/>
                    </a:lnTo>
                    <a:lnTo>
                      <a:pt x="54" y="228"/>
                    </a:lnTo>
                    <a:lnTo>
                      <a:pt x="54" y="234"/>
                    </a:lnTo>
                    <a:lnTo>
                      <a:pt x="42" y="246"/>
                    </a:lnTo>
                    <a:lnTo>
                      <a:pt x="54" y="270"/>
                    </a:lnTo>
                    <a:lnTo>
                      <a:pt x="60" y="276"/>
                    </a:lnTo>
                    <a:lnTo>
                      <a:pt x="72" y="282"/>
                    </a:lnTo>
                    <a:lnTo>
                      <a:pt x="78" y="282"/>
                    </a:lnTo>
                    <a:lnTo>
                      <a:pt x="90" y="270"/>
                    </a:lnTo>
                    <a:lnTo>
                      <a:pt x="90" y="264"/>
                    </a:lnTo>
                    <a:lnTo>
                      <a:pt x="90" y="288"/>
                    </a:lnTo>
                    <a:lnTo>
                      <a:pt x="96" y="300"/>
                    </a:lnTo>
                    <a:lnTo>
                      <a:pt x="102" y="306"/>
                    </a:lnTo>
                    <a:lnTo>
                      <a:pt x="114" y="306"/>
                    </a:lnTo>
                    <a:lnTo>
                      <a:pt x="120" y="300"/>
                    </a:lnTo>
                    <a:lnTo>
                      <a:pt x="132" y="300"/>
                    </a:lnTo>
                    <a:lnTo>
                      <a:pt x="138" y="306"/>
                    </a:lnTo>
                    <a:lnTo>
                      <a:pt x="138" y="312"/>
                    </a:lnTo>
                    <a:lnTo>
                      <a:pt x="150" y="336"/>
                    </a:lnTo>
                    <a:lnTo>
                      <a:pt x="168" y="336"/>
                    </a:lnTo>
                    <a:lnTo>
                      <a:pt x="180" y="324"/>
                    </a:lnTo>
                    <a:lnTo>
                      <a:pt x="192" y="318"/>
                    </a:lnTo>
                    <a:lnTo>
                      <a:pt x="210" y="318"/>
                    </a:lnTo>
                    <a:lnTo>
                      <a:pt x="222" y="312"/>
                    </a:lnTo>
                    <a:lnTo>
                      <a:pt x="222" y="306"/>
                    </a:lnTo>
                    <a:lnTo>
                      <a:pt x="216" y="300"/>
                    </a:lnTo>
                    <a:lnTo>
                      <a:pt x="210" y="300"/>
                    </a:lnTo>
                    <a:lnTo>
                      <a:pt x="204" y="294"/>
                    </a:lnTo>
                    <a:lnTo>
                      <a:pt x="240" y="294"/>
                    </a:lnTo>
                    <a:lnTo>
                      <a:pt x="240" y="288"/>
                    </a:lnTo>
                    <a:lnTo>
                      <a:pt x="246" y="282"/>
                    </a:lnTo>
                    <a:lnTo>
                      <a:pt x="258" y="282"/>
                    </a:lnTo>
                    <a:lnTo>
                      <a:pt x="270" y="288"/>
                    </a:lnTo>
                    <a:lnTo>
                      <a:pt x="276" y="294"/>
                    </a:lnTo>
                    <a:lnTo>
                      <a:pt x="288" y="300"/>
                    </a:lnTo>
                    <a:lnTo>
                      <a:pt x="294" y="306"/>
                    </a:lnTo>
                    <a:lnTo>
                      <a:pt x="294" y="294"/>
                    </a:lnTo>
                    <a:lnTo>
                      <a:pt x="276" y="276"/>
                    </a:lnTo>
                    <a:lnTo>
                      <a:pt x="264" y="252"/>
                    </a:lnTo>
                    <a:lnTo>
                      <a:pt x="264" y="228"/>
                    </a:lnTo>
                    <a:lnTo>
                      <a:pt x="306" y="228"/>
                    </a:lnTo>
                    <a:lnTo>
                      <a:pt x="306" y="204"/>
                    </a:lnTo>
                    <a:lnTo>
                      <a:pt x="336" y="204"/>
                    </a:lnTo>
                    <a:lnTo>
                      <a:pt x="336" y="186"/>
                    </a:lnTo>
                    <a:lnTo>
                      <a:pt x="342" y="180"/>
                    </a:lnTo>
                    <a:lnTo>
                      <a:pt x="360" y="180"/>
                    </a:lnTo>
                    <a:lnTo>
                      <a:pt x="372" y="186"/>
                    </a:lnTo>
                    <a:lnTo>
                      <a:pt x="372" y="156"/>
                    </a:lnTo>
                    <a:lnTo>
                      <a:pt x="366" y="150"/>
                    </a:lnTo>
                    <a:lnTo>
                      <a:pt x="366" y="120"/>
                    </a:lnTo>
                    <a:lnTo>
                      <a:pt x="360" y="114"/>
                    </a:lnTo>
                    <a:lnTo>
                      <a:pt x="360" y="102"/>
                    </a:lnTo>
                    <a:lnTo>
                      <a:pt x="366" y="102"/>
                    </a:lnTo>
                    <a:lnTo>
                      <a:pt x="378" y="90"/>
                    </a:lnTo>
                    <a:lnTo>
                      <a:pt x="378" y="84"/>
                    </a:lnTo>
                    <a:lnTo>
                      <a:pt x="366" y="60"/>
                    </a:lnTo>
                    <a:lnTo>
                      <a:pt x="354" y="48"/>
                    </a:lnTo>
                    <a:lnTo>
                      <a:pt x="348" y="48"/>
                    </a:lnTo>
                    <a:lnTo>
                      <a:pt x="348" y="6"/>
                    </a:lnTo>
                    <a:lnTo>
                      <a:pt x="324" y="0"/>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8" name="Bhutan" descr="© INSCALE GmbH, 05.05.2010&#10;http://www.presentationload.com/">
                <a:extLst>
                  <a:ext uri="{FF2B5EF4-FFF2-40B4-BE49-F238E27FC236}">
                    <a16:creationId xmlns:a16="http://schemas.microsoft.com/office/drawing/2014/main" id="{ED5AF6FA-D092-EB4C-A2DA-C89B5E0A1BA0}"/>
                  </a:ext>
                </a:extLst>
              </p:cNvPr>
              <p:cNvSpPr>
                <a:spLocks/>
              </p:cNvSpPr>
              <p:nvPr/>
            </p:nvSpPr>
            <p:spPr bwMode="gray">
              <a:xfrm>
                <a:off x="8305052" y="3181818"/>
                <a:ext cx="98618" cy="55884"/>
              </a:xfrm>
              <a:custGeom>
                <a:avLst/>
                <a:gdLst>
                  <a:gd name="T0" fmla="*/ 2147483647 w 234"/>
                  <a:gd name="T1" fmla="*/ 2147483647 h 132"/>
                  <a:gd name="T2" fmla="*/ 2147483647 w 234"/>
                  <a:gd name="T3" fmla="*/ 2147483647 h 132"/>
                  <a:gd name="T4" fmla="*/ 2147483647 w 234"/>
                  <a:gd name="T5" fmla="*/ 2147483647 h 132"/>
                  <a:gd name="T6" fmla="*/ 2147483647 w 234"/>
                  <a:gd name="T7" fmla="*/ 2147483647 h 132"/>
                  <a:gd name="T8" fmla="*/ 2147483647 w 234"/>
                  <a:gd name="T9" fmla="*/ 2147483647 h 132"/>
                  <a:gd name="T10" fmla="*/ 2147483647 w 234"/>
                  <a:gd name="T11" fmla="*/ 2147483647 h 132"/>
                  <a:gd name="T12" fmla="*/ 2147483647 w 234"/>
                  <a:gd name="T13" fmla="*/ 2147483647 h 132"/>
                  <a:gd name="T14" fmla="*/ 2147483647 w 234"/>
                  <a:gd name="T15" fmla="*/ 2147483647 h 132"/>
                  <a:gd name="T16" fmla="*/ 2147483647 w 234"/>
                  <a:gd name="T17" fmla="*/ 2147483647 h 132"/>
                  <a:gd name="T18" fmla="*/ 2147483647 w 234"/>
                  <a:gd name="T19" fmla="*/ 2147483647 h 132"/>
                  <a:gd name="T20" fmla="*/ 2147483647 w 234"/>
                  <a:gd name="T21" fmla="*/ 2147483647 h 132"/>
                  <a:gd name="T22" fmla="*/ 2147483647 w 234"/>
                  <a:gd name="T23" fmla="*/ 2147483647 h 132"/>
                  <a:gd name="T24" fmla="*/ 2147483647 w 234"/>
                  <a:gd name="T25" fmla="*/ 2147483647 h 132"/>
                  <a:gd name="T26" fmla="*/ 2147483647 w 234"/>
                  <a:gd name="T27" fmla="*/ 2147483647 h 132"/>
                  <a:gd name="T28" fmla="*/ 2147483647 w 234"/>
                  <a:gd name="T29" fmla="*/ 2147483647 h 132"/>
                  <a:gd name="T30" fmla="*/ 2147483647 w 234"/>
                  <a:gd name="T31" fmla="*/ 2147483647 h 132"/>
                  <a:gd name="T32" fmla="*/ 2147483647 w 234"/>
                  <a:gd name="T33" fmla="*/ 2147483647 h 132"/>
                  <a:gd name="T34" fmla="*/ 2147483647 w 234"/>
                  <a:gd name="T35" fmla="*/ 2147483647 h 132"/>
                  <a:gd name="T36" fmla="*/ 2147483647 w 234"/>
                  <a:gd name="T37" fmla="*/ 2147483647 h 132"/>
                  <a:gd name="T38" fmla="*/ 2147483647 w 234"/>
                  <a:gd name="T39" fmla="*/ 2147483647 h 132"/>
                  <a:gd name="T40" fmla="*/ 2147483647 w 234"/>
                  <a:gd name="T41" fmla="*/ 2147483647 h 132"/>
                  <a:gd name="T42" fmla="*/ 2147483647 w 234"/>
                  <a:gd name="T43" fmla="*/ 2147483647 h 132"/>
                  <a:gd name="T44" fmla="*/ 2147483647 w 234"/>
                  <a:gd name="T45" fmla="*/ 2147483647 h 132"/>
                  <a:gd name="T46" fmla="*/ 2147483647 w 234"/>
                  <a:gd name="T47" fmla="*/ 2147483647 h 132"/>
                  <a:gd name="T48" fmla="*/ 2147483647 w 234"/>
                  <a:gd name="T49" fmla="*/ 2147483647 h 132"/>
                  <a:gd name="T50" fmla="*/ 2147483647 w 234"/>
                  <a:gd name="T51" fmla="*/ 2147483647 h 132"/>
                  <a:gd name="T52" fmla="*/ 2147483647 w 234"/>
                  <a:gd name="T53" fmla="*/ 2147483647 h 132"/>
                  <a:gd name="T54" fmla="*/ 2147483647 w 234"/>
                  <a:gd name="T55" fmla="*/ 2147483647 h 132"/>
                  <a:gd name="T56" fmla="*/ 2147483647 w 234"/>
                  <a:gd name="T57" fmla="*/ 2147483647 h 132"/>
                  <a:gd name="T58" fmla="*/ 2147483647 w 234"/>
                  <a:gd name="T59" fmla="*/ 0 h 132"/>
                  <a:gd name="T60" fmla="*/ 2147483647 w 234"/>
                  <a:gd name="T61" fmla="*/ 0 h 132"/>
                  <a:gd name="T62" fmla="*/ 2147483647 w 234"/>
                  <a:gd name="T63" fmla="*/ 2147483647 h 132"/>
                  <a:gd name="T64" fmla="*/ 2147483647 w 234"/>
                  <a:gd name="T65" fmla="*/ 2147483647 h 132"/>
                  <a:gd name="T66" fmla="*/ 2147483647 w 234"/>
                  <a:gd name="T67" fmla="*/ 2147483647 h 132"/>
                  <a:gd name="T68" fmla="*/ 2147483647 w 234"/>
                  <a:gd name="T69" fmla="*/ 2147483647 h 132"/>
                  <a:gd name="T70" fmla="*/ 2147483647 w 234"/>
                  <a:gd name="T71" fmla="*/ 2147483647 h 132"/>
                  <a:gd name="T72" fmla="*/ 2147483647 w 234"/>
                  <a:gd name="T73" fmla="*/ 2147483647 h 132"/>
                  <a:gd name="T74" fmla="*/ 2147483647 w 234"/>
                  <a:gd name="T75" fmla="*/ 2147483647 h 132"/>
                  <a:gd name="T76" fmla="*/ 0 w 234"/>
                  <a:gd name="T77" fmla="*/ 2147483647 h 132"/>
                  <a:gd name="T78" fmla="*/ 0 w 234"/>
                  <a:gd name="T79" fmla="*/ 2147483647 h 132"/>
                  <a:gd name="T80" fmla="*/ 2147483647 w 234"/>
                  <a:gd name="T81" fmla="*/ 2147483647 h 132"/>
                  <a:gd name="T82" fmla="*/ 2147483647 w 234"/>
                  <a:gd name="T83" fmla="*/ 2147483647 h 132"/>
                  <a:gd name="T84" fmla="*/ 2147483647 w 234"/>
                  <a:gd name="T85" fmla="*/ 2147483647 h 132"/>
                  <a:gd name="T86" fmla="*/ 2147483647 w 234"/>
                  <a:gd name="T87" fmla="*/ 2147483647 h 132"/>
                  <a:gd name="T88" fmla="*/ 2147483647 w 234"/>
                  <a:gd name="T89" fmla="*/ 2147483647 h 132"/>
                  <a:gd name="T90" fmla="*/ 2147483647 w 234"/>
                  <a:gd name="T91" fmla="*/ 2147483647 h 132"/>
                  <a:gd name="T92" fmla="*/ 2147483647 w 234"/>
                  <a:gd name="T93" fmla="*/ 2147483647 h 1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4"/>
                  <a:gd name="T142" fmla="*/ 0 h 132"/>
                  <a:gd name="T143" fmla="*/ 234 w 234"/>
                  <a:gd name="T144" fmla="*/ 132 h 1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4" h="132">
                    <a:moveTo>
                      <a:pt x="78" y="132"/>
                    </a:moveTo>
                    <a:lnTo>
                      <a:pt x="90" y="132"/>
                    </a:lnTo>
                    <a:lnTo>
                      <a:pt x="102" y="126"/>
                    </a:lnTo>
                    <a:lnTo>
                      <a:pt x="108" y="120"/>
                    </a:lnTo>
                    <a:lnTo>
                      <a:pt x="126" y="120"/>
                    </a:lnTo>
                    <a:lnTo>
                      <a:pt x="138" y="126"/>
                    </a:lnTo>
                    <a:lnTo>
                      <a:pt x="168" y="126"/>
                    </a:lnTo>
                    <a:lnTo>
                      <a:pt x="180" y="120"/>
                    </a:lnTo>
                    <a:lnTo>
                      <a:pt x="192" y="120"/>
                    </a:lnTo>
                    <a:lnTo>
                      <a:pt x="198" y="126"/>
                    </a:lnTo>
                    <a:lnTo>
                      <a:pt x="210" y="126"/>
                    </a:lnTo>
                    <a:lnTo>
                      <a:pt x="234" y="114"/>
                    </a:lnTo>
                    <a:lnTo>
                      <a:pt x="234" y="108"/>
                    </a:lnTo>
                    <a:lnTo>
                      <a:pt x="222" y="96"/>
                    </a:lnTo>
                    <a:lnTo>
                      <a:pt x="222" y="72"/>
                    </a:lnTo>
                    <a:lnTo>
                      <a:pt x="198" y="72"/>
                    </a:lnTo>
                    <a:lnTo>
                      <a:pt x="192" y="66"/>
                    </a:lnTo>
                    <a:lnTo>
                      <a:pt x="192" y="42"/>
                    </a:lnTo>
                    <a:lnTo>
                      <a:pt x="186" y="30"/>
                    </a:lnTo>
                    <a:lnTo>
                      <a:pt x="174" y="18"/>
                    </a:lnTo>
                    <a:lnTo>
                      <a:pt x="162" y="12"/>
                    </a:lnTo>
                    <a:lnTo>
                      <a:pt x="150" y="12"/>
                    </a:lnTo>
                    <a:lnTo>
                      <a:pt x="138" y="18"/>
                    </a:lnTo>
                    <a:lnTo>
                      <a:pt x="126" y="18"/>
                    </a:lnTo>
                    <a:lnTo>
                      <a:pt x="114" y="24"/>
                    </a:lnTo>
                    <a:lnTo>
                      <a:pt x="108" y="30"/>
                    </a:lnTo>
                    <a:lnTo>
                      <a:pt x="102" y="30"/>
                    </a:lnTo>
                    <a:lnTo>
                      <a:pt x="102" y="6"/>
                    </a:lnTo>
                    <a:lnTo>
                      <a:pt x="78" y="6"/>
                    </a:lnTo>
                    <a:lnTo>
                      <a:pt x="66" y="0"/>
                    </a:lnTo>
                    <a:lnTo>
                      <a:pt x="54" y="0"/>
                    </a:lnTo>
                    <a:lnTo>
                      <a:pt x="48" y="12"/>
                    </a:lnTo>
                    <a:lnTo>
                      <a:pt x="36" y="24"/>
                    </a:lnTo>
                    <a:lnTo>
                      <a:pt x="30" y="36"/>
                    </a:lnTo>
                    <a:lnTo>
                      <a:pt x="18" y="54"/>
                    </a:lnTo>
                    <a:lnTo>
                      <a:pt x="12" y="66"/>
                    </a:lnTo>
                    <a:lnTo>
                      <a:pt x="6" y="72"/>
                    </a:lnTo>
                    <a:lnTo>
                      <a:pt x="6" y="78"/>
                    </a:lnTo>
                    <a:lnTo>
                      <a:pt x="0" y="78"/>
                    </a:lnTo>
                    <a:lnTo>
                      <a:pt x="0" y="90"/>
                    </a:lnTo>
                    <a:lnTo>
                      <a:pt x="18" y="108"/>
                    </a:lnTo>
                    <a:lnTo>
                      <a:pt x="42" y="120"/>
                    </a:lnTo>
                    <a:lnTo>
                      <a:pt x="54" y="120"/>
                    </a:lnTo>
                    <a:lnTo>
                      <a:pt x="54" y="114"/>
                    </a:lnTo>
                    <a:lnTo>
                      <a:pt x="54" y="120"/>
                    </a:lnTo>
                    <a:lnTo>
                      <a:pt x="66" y="132"/>
                    </a:lnTo>
                    <a:lnTo>
                      <a:pt x="78" y="132"/>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19" name="Bangladesh" descr="© INSCALE GmbH, 05.05.2010&#10;http://www.presentationload.com/">
                <a:extLst>
                  <a:ext uri="{FF2B5EF4-FFF2-40B4-BE49-F238E27FC236}">
                    <a16:creationId xmlns:a16="http://schemas.microsoft.com/office/drawing/2014/main" id="{A33FA0EA-9FF3-8D44-ACFE-02250DEDA517}"/>
                  </a:ext>
                </a:extLst>
              </p:cNvPr>
              <p:cNvSpPr>
                <a:spLocks/>
              </p:cNvSpPr>
              <p:nvPr/>
            </p:nvSpPr>
            <p:spPr bwMode="gray">
              <a:xfrm>
                <a:off x="8291904" y="3242634"/>
                <a:ext cx="157790" cy="179155"/>
              </a:xfrm>
              <a:custGeom>
                <a:avLst/>
                <a:gdLst>
                  <a:gd name="T0" fmla="*/ 2147483647 w 372"/>
                  <a:gd name="T1" fmla="*/ 2147483647 h 426"/>
                  <a:gd name="T2" fmla="*/ 2147483647 w 372"/>
                  <a:gd name="T3" fmla="*/ 2147483647 h 426"/>
                  <a:gd name="T4" fmla="*/ 2147483647 w 372"/>
                  <a:gd name="T5" fmla="*/ 2147483647 h 426"/>
                  <a:gd name="T6" fmla="*/ 2147483647 w 372"/>
                  <a:gd name="T7" fmla="*/ 2147483647 h 426"/>
                  <a:gd name="T8" fmla="*/ 2147483647 w 372"/>
                  <a:gd name="T9" fmla="*/ 2147483647 h 426"/>
                  <a:gd name="T10" fmla="*/ 2147483647 w 372"/>
                  <a:gd name="T11" fmla="*/ 2147483647 h 426"/>
                  <a:gd name="T12" fmla="*/ 2147483647 w 372"/>
                  <a:gd name="T13" fmla="*/ 2147483647 h 426"/>
                  <a:gd name="T14" fmla="*/ 2147483647 w 372"/>
                  <a:gd name="T15" fmla="*/ 2147483647 h 426"/>
                  <a:gd name="T16" fmla="*/ 2147483647 w 372"/>
                  <a:gd name="T17" fmla="*/ 2147483647 h 426"/>
                  <a:gd name="T18" fmla="*/ 2147483647 w 372"/>
                  <a:gd name="T19" fmla="*/ 2147483647 h 426"/>
                  <a:gd name="T20" fmla="*/ 2147483647 w 372"/>
                  <a:gd name="T21" fmla="*/ 2147483647 h 426"/>
                  <a:gd name="T22" fmla="*/ 2147483647 w 372"/>
                  <a:gd name="T23" fmla="*/ 2147483647 h 426"/>
                  <a:gd name="T24" fmla="*/ 2147483647 w 372"/>
                  <a:gd name="T25" fmla="*/ 2147483647 h 426"/>
                  <a:gd name="T26" fmla="*/ 2147483647 w 372"/>
                  <a:gd name="T27" fmla="*/ 2147483647 h 426"/>
                  <a:gd name="T28" fmla="*/ 2147483647 w 372"/>
                  <a:gd name="T29" fmla="*/ 2147483647 h 426"/>
                  <a:gd name="T30" fmla="*/ 2147483647 w 372"/>
                  <a:gd name="T31" fmla="*/ 2147483647 h 426"/>
                  <a:gd name="T32" fmla="*/ 2147483647 w 372"/>
                  <a:gd name="T33" fmla="*/ 2147483647 h 426"/>
                  <a:gd name="T34" fmla="*/ 2147483647 w 372"/>
                  <a:gd name="T35" fmla="*/ 2147483647 h 426"/>
                  <a:gd name="T36" fmla="*/ 2147483647 w 372"/>
                  <a:gd name="T37" fmla="*/ 2147483647 h 426"/>
                  <a:gd name="T38" fmla="*/ 2147483647 w 372"/>
                  <a:gd name="T39" fmla="*/ 2147483647 h 426"/>
                  <a:gd name="T40" fmla="*/ 2147483647 w 372"/>
                  <a:gd name="T41" fmla="*/ 2147483647 h 426"/>
                  <a:gd name="T42" fmla="*/ 2147483647 w 372"/>
                  <a:gd name="T43" fmla="*/ 2147483647 h 426"/>
                  <a:gd name="T44" fmla="*/ 2147483647 w 372"/>
                  <a:gd name="T45" fmla="*/ 2147483647 h 426"/>
                  <a:gd name="T46" fmla="*/ 2147483647 w 372"/>
                  <a:gd name="T47" fmla="*/ 2147483647 h 426"/>
                  <a:gd name="T48" fmla="*/ 2147483647 w 372"/>
                  <a:gd name="T49" fmla="*/ 2147483647 h 426"/>
                  <a:gd name="T50" fmla="*/ 2147483647 w 372"/>
                  <a:gd name="T51" fmla="*/ 2147483647 h 426"/>
                  <a:gd name="T52" fmla="*/ 2147483647 w 372"/>
                  <a:gd name="T53" fmla="*/ 2147483647 h 426"/>
                  <a:gd name="T54" fmla="*/ 2147483647 w 372"/>
                  <a:gd name="T55" fmla="*/ 2147483647 h 426"/>
                  <a:gd name="T56" fmla="*/ 2147483647 w 372"/>
                  <a:gd name="T57" fmla="*/ 2147483647 h 426"/>
                  <a:gd name="T58" fmla="*/ 2147483647 w 372"/>
                  <a:gd name="T59" fmla="*/ 2147483647 h 426"/>
                  <a:gd name="T60" fmla="*/ 2147483647 w 372"/>
                  <a:gd name="T61" fmla="*/ 2147483647 h 426"/>
                  <a:gd name="T62" fmla="*/ 2147483647 w 372"/>
                  <a:gd name="T63" fmla="*/ 2147483647 h 426"/>
                  <a:gd name="T64" fmla="*/ 2147483647 w 372"/>
                  <a:gd name="T65" fmla="*/ 2147483647 h 426"/>
                  <a:gd name="T66" fmla="*/ 2147483647 w 372"/>
                  <a:gd name="T67" fmla="*/ 2147483647 h 426"/>
                  <a:gd name="T68" fmla="*/ 2147483647 w 372"/>
                  <a:gd name="T69" fmla="*/ 2147483647 h 426"/>
                  <a:gd name="T70" fmla="*/ 2147483647 w 372"/>
                  <a:gd name="T71" fmla="*/ 2147483647 h 426"/>
                  <a:gd name="T72" fmla="*/ 2147483647 w 372"/>
                  <a:gd name="T73" fmla="*/ 2147483647 h 426"/>
                  <a:gd name="T74" fmla="*/ 2147483647 w 372"/>
                  <a:gd name="T75" fmla="*/ 2147483647 h 426"/>
                  <a:gd name="T76" fmla="*/ 2147483647 w 372"/>
                  <a:gd name="T77" fmla="*/ 2147483647 h 426"/>
                  <a:gd name="T78" fmla="*/ 2147483647 w 372"/>
                  <a:gd name="T79" fmla="*/ 2147483647 h 426"/>
                  <a:gd name="T80" fmla="*/ 2147483647 w 372"/>
                  <a:gd name="T81" fmla="*/ 2147483647 h 426"/>
                  <a:gd name="T82" fmla="*/ 2147483647 w 372"/>
                  <a:gd name="T83" fmla="*/ 2147483647 h 426"/>
                  <a:gd name="T84" fmla="*/ 2147483647 w 372"/>
                  <a:gd name="T85" fmla="*/ 0 h 426"/>
                  <a:gd name="T86" fmla="*/ 2147483647 w 372"/>
                  <a:gd name="T87" fmla="*/ 2147483647 h 426"/>
                  <a:gd name="T88" fmla="*/ 0 w 372"/>
                  <a:gd name="T89" fmla="*/ 2147483647 h 426"/>
                  <a:gd name="T90" fmla="*/ 2147483647 w 372"/>
                  <a:gd name="T91" fmla="*/ 2147483647 h 426"/>
                  <a:gd name="T92" fmla="*/ 2147483647 w 372"/>
                  <a:gd name="T93" fmla="*/ 2147483647 h 426"/>
                  <a:gd name="T94" fmla="*/ 2147483647 w 372"/>
                  <a:gd name="T95" fmla="*/ 2147483647 h 426"/>
                  <a:gd name="T96" fmla="*/ 2147483647 w 372"/>
                  <a:gd name="T97" fmla="*/ 2147483647 h 426"/>
                  <a:gd name="T98" fmla="*/ 2147483647 w 372"/>
                  <a:gd name="T99" fmla="*/ 2147483647 h 426"/>
                  <a:gd name="T100" fmla="*/ 2147483647 w 372"/>
                  <a:gd name="T101" fmla="*/ 2147483647 h 426"/>
                  <a:gd name="T102" fmla="*/ 2147483647 w 372"/>
                  <a:gd name="T103" fmla="*/ 2147483647 h 426"/>
                  <a:gd name="T104" fmla="*/ 2147483647 w 372"/>
                  <a:gd name="T105" fmla="*/ 2147483647 h 426"/>
                  <a:gd name="T106" fmla="*/ 2147483647 w 372"/>
                  <a:gd name="T107" fmla="*/ 2147483647 h 426"/>
                  <a:gd name="T108" fmla="*/ 2147483647 w 372"/>
                  <a:gd name="T109" fmla="*/ 2147483647 h 426"/>
                  <a:gd name="T110" fmla="*/ 2147483647 w 372"/>
                  <a:gd name="T111" fmla="*/ 2147483647 h 426"/>
                  <a:gd name="T112" fmla="*/ 2147483647 w 372"/>
                  <a:gd name="T113" fmla="*/ 2147483647 h 426"/>
                  <a:gd name="T114" fmla="*/ 2147483647 w 372"/>
                  <a:gd name="T115" fmla="*/ 2147483647 h 4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72"/>
                  <a:gd name="T175" fmla="*/ 0 h 426"/>
                  <a:gd name="T176" fmla="*/ 372 w 372"/>
                  <a:gd name="T177" fmla="*/ 426 h 42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72" h="426">
                    <a:moveTo>
                      <a:pt x="132" y="414"/>
                    </a:moveTo>
                    <a:lnTo>
                      <a:pt x="138" y="354"/>
                    </a:lnTo>
                    <a:lnTo>
                      <a:pt x="144" y="354"/>
                    </a:lnTo>
                    <a:lnTo>
                      <a:pt x="150" y="360"/>
                    </a:lnTo>
                    <a:lnTo>
                      <a:pt x="162" y="360"/>
                    </a:lnTo>
                    <a:lnTo>
                      <a:pt x="174" y="366"/>
                    </a:lnTo>
                    <a:lnTo>
                      <a:pt x="192" y="372"/>
                    </a:lnTo>
                    <a:lnTo>
                      <a:pt x="216" y="372"/>
                    </a:lnTo>
                    <a:lnTo>
                      <a:pt x="210" y="366"/>
                    </a:lnTo>
                    <a:lnTo>
                      <a:pt x="210" y="348"/>
                    </a:lnTo>
                    <a:lnTo>
                      <a:pt x="204" y="342"/>
                    </a:lnTo>
                    <a:lnTo>
                      <a:pt x="222" y="342"/>
                    </a:lnTo>
                    <a:lnTo>
                      <a:pt x="258" y="360"/>
                    </a:lnTo>
                    <a:lnTo>
                      <a:pt x="270" y="360"/>
                    </a:lnTo>
                    <a:lnTo>
                      <a:pt x="282" y="348"/>
                    </a:lnTo>
                    <a:lnTo>
                      <a:pt x="282" y="336"/>
                    </a:lnTo>
                    <a:lnTo>
                      <a:pt x="270" y="300"/>
                    </a:lnTo>
                    <a:lnTo>
                      <a:pt x="318" y="354"/>
                    </a:lnTo>
                    <a:lnTo>
                      <a:pt x="318" y="360"/>
                    </a:lnTo>
                    <a:lnTo>
                      <a:pt x="312" y="366"/>
                    </a:lnTo>
                    <a:lnTo>
                      <a:pt x="312" y="390"/>
                    </a:lnTo>
                    <a:lnTo>
                      <a:pt x="306" y="402"/>
                    </a:lnTo>
                    <a:lnTo>
                      <a:pt x="306" y="414"/>
                    </a:lnTo>
                    <a:lnTo>
                      <a:pt x="312" y="420"/>
                    </a:lnTo>
                    <a:lnTo>
                      <a:pt x="324" y="420"/>
                    </a:lnTo>
                    <a:lnTo>
                      <a:pt x="330" y="426"/>
                    </a:lnTo>
                    <a:lnTo>
                      <a:pt x="336" y="414"/>
                    </a:lnTo>
                    <a:lnTo>
                      <a:pt x="336" y="408"/>
                    </a:lnTo>
                    <a:lnTo>
                      <a:pt x="372" y="414"/>
                    </a:lnTo>
                    <a:lnTo>
                      <a:pt x="360" y="354"/>
                    </a:lnTo>
                    <a:lnTo>
                      <a:pt x="360" y="348"/>
                    </a:lnTo>
                    <a:lnTo>
                      <a:pt x="354" y="342"/>
                    </a:lnTo>
                    <a:lnTo>
                      <a:pt x="348" y="330"/>
                    </a:lnTo>
                    <a:lnTo>
                      <a:pt x="342" y="312"/>
                    </a:lnTo>
                    <a:lnTo>
                      <a:pt x="336" y="300"/>
                    </a:lnTo>
                    <a:lnTo>
                      <a:pt x="336" y="288"/>
                    </a:lnTo>
                    <a:lnTo>
                      <a:pt x="330" y="276"/>
                    </a:lnTo>
                    <a:lnTo>
                      <a:pt x="330" y="270"/>
                    </a:lnTo>
                    <a:lnTo>
                      <a:pt x="324" y="258"/>
                    </a:lnTo>
                    <a:lnTo>
                      <a:pt x="324" y="240"/>
                    </a:lnTo>
                    <a:lnTo>
                      <a:pt x="318" y="234"/>
                    </a:lnTo>
                    <a:lnTo>
                      <a:pt x="306" y="228"/>
                    </a:lnTo>
                    <a:lnTo>
                      <a:pt x="288" y="228"/>
                    </a:lnTo>
                    <a:lnTo>
                      <a:pt x="288" y="252"/>
                    </a:lnTo>
                    <a:lnTo>
                      <a:pt x="282" y="288"/>
                    </a:lnTo>
                    <a:lnTo>
                      <a:pt x="264" y="264"/>
                    </a:lnTo>
                    <a:lnTo>
                      <a:pt x="258" y="264"/>
                    </a:lnTo>
                    <a:lnTo>
                      <a:pt x="240" y="246"/>
                    </a:lnTo>
                    <a:lnTo>
                      <a:pt x="234" y="234"/>
                    </a:lnTo>
                    <a:lnTo>
                      <a:pt x="234" y="216"/>
                    </a:lnTo>
                    <a:lnTo>
                      <a:pt x="240" y="204"/>
                    </a:lnTo>
                    <a:lnTo>
                      <a:pt x="252" y="192"/>
                    </a:lnTo>
                    <a:lnTo>
                      <a:pt x="258" y="192"/>
                    </a:lnTo>
                    <a:lnTo>
                      <a:pt x="270" y="186"/>
                    </a:lnTo>
                    <a:lnTo>
                      <a:pt x="276" y="186"/>
                    </a:lnTo>
                    <a:lnTo>
                      <a:pt x="282" y="180"/>
                    </a:lnTo>
                    <a:lnTo>
                      <a:pt x="288" y="168"/>
                    </a:lnTo>
                    <a:lnTo>
                      <a:pt x="294" y="150"/>
                    </a:lnTo>
                    <a:lnTo>
                      <a:pt x="294" y="138"/>
                    </a:lnTo>
                    <a:lnTo>
                      <a:pt x="300" y="138"/>
                    </a:lnTo>
                    <a:lnTo>
                      <a:pt x="306" y="132"/>
                    </a:lnTo>
                    <a:lnTo>
                      <a:pt x="306" y="126"/>
                    </a:lnTo>
                    <a:lnTo>
                      <a:pt x="282" y="102"/>
                    </a:lnTo>
                    <a:lnTo>
                      <a:pt x="276" y="102"/>
                    </a:lnTo>
                    <a:lnTo>
                      <a:pt x="228" y="114"/>
                    </a:lnTo>
                    <a:lnTo>
                      <a:pt x="210" y="114"/>
                    </a:lnTo>
                    <a:lnTo>
                      <a:pt x="198" y="108"/>
                    </a:lnTo>
                    <a:lnTo>
                      <a:pt x="138" y="108"/>
                    </a:lnTo>
                    <a:lnTo>
                      <a:pt x="132" y="102"/>
                    </a:lnTo>
                    <a:lnTo>
                      <a:pt x="126" y="102"/>
                    </a:lnTo>
                    <a:lnTo>
                      <a:pt x="126" y="66"/>
                    </a:lnTo>
                    <a:lnTo>
                      <a:pt x="120" y="66"/>
                    </a:lnTo>
                    <a:lnTo>
                      <a:pt x="120" y="36"/>
                    </a:lnTo>
                    <a:lnTo>
                      <a:pt x="114" y="30"/>
                    </a:lnTo>
                    <a:lnTo>
                      <a:pt x="108" y="30"/>
                    </a:lnTo>
                    <a:lnTo>
                      <a:pt x="102" y="24"/>
                    </a:lnTo>
                    <a:lnTo>
                      <a:pt x="96" y="42"/>
                    </a:lnTo>
                    <a:lnTo>
                      <a:pt x="90" y="36"/>
                    </a:lnTo>
                    <a:lnTo>
                      <a:pt x="78" y="36"/>
                    </a:lnTo>
                    <a:lnTo>
                      <a:pt x="72" y="30"/>
                    </a:lnTo>
                    <a:lnTo>
                      <a:pt x="66" y="18"/>
                    </a:lnTo>
                    <a:lnTo>
                      <a:pt x="66" y="12"/>
                    </a:lnTo>
                    <a:lnTo>
                      <a:pt x="60" y="0"/>
                    </a:lnTo>
                    <a:lnTo>
                      <a:pt x="42" y="6"/>
                    </a:lnTo>
                    <a:lnTo>
                      <a:pt x="48" y="12"/>
                    </a:lnTo>
                    <a:lnTo>
                      <a:pt x="24" y="0"/>
                    </a:lnTo>
                    <a:lnTo>
                      <a:pt x="6" y="0"/>
                    </a:lnTo>
                    <a:lnTo>
                      <a:pt x="18" y="18"/>
                    </a:lnTo>
                    <a:lnTo>
                      <a:pt x="6" y="30"/>
                    </a:lnTo>
                    <a:lnTo>
                      <a:pt x="0" y="42"/>
                    </a:lnTo>
                    <a:lnTo>
                      <a:pt x="0" y="48"/>
                    </a:lnTo>
                    <a:lnTo>
                      <a:pt x="6" y="60"/>
                    </a:lnTo>
                    <a:lnTo>
                      <a:pt x="18" y="66"/>
                    </a:lnTo>
                    <a:lnTo>
                      <a:pt x="30" y="78"/>
                    </a:lnTo>
                    <a:lnTo>
                      <a:pt x="36" y="78"/>
                    </a:lnTo>
                    <a:lnTo>
                      <a:pt x="66" y="96"/>
                    </a:lnTo>
                    <a:lnTo>
                      <a:pt x="66" y="108"/>
                    </a:lnTo>
                    <a:lnTo>
                      <a:pt x="30" y="108"/>
                    </a:lnTo>
                    <a:lnTo>
                      <a:pt x="30" y="138"/>
                    </a:lnTo>
                    <a:lnTo>
                      <a:pt x="24" y="138"/>
                    </a:lnTo>
                    <a:lnTo>
                      <a:pt x="12" y="150"/>
                    </a:lnTo>
                    <a:lnTo>
                      <a:pt x="24" y="162"/>
                    </a:lnTo>
                    <a:lnTo>
                      <a:pt x="36" y="168"/>
                    </a:lnTo>
                    <a:lnTo>
                      <a:pt x="54" y="168"/>
                    </a:lnTo>
                    <a:lnTo>
                      <a:pt x="66" y="174"/>
                    </a:lnTo>
                    <a:lnTo>
                      <a:pt x="72" y="180"/>
                    </a:lnTo>
                    <a:lnTo>
                      <a:pt x="72" y="186"/>
                    </a:lnTo>
                    <a:lnTo>
                      <a:pt x="66" y="204"/>
                    </a:lnTo>
                    <a:lnTo>
                      <a:pt x="60" y="210"/>
                    </a:lnTo>
                    <a:lnTo>
                      <a:pt x="54" y="222"/>
                    </a:lnTo>
                    <a:lnTo>
                      <a:pt x="66" y="252"/>
                    </a:lnTo>
                    <a:lnTo>
                      <a:pt x="96" y="276"/>
                    </a:lnTo>
                    <a:lnTo>
                      <a:pt x="96" y="306"/>
                    </a:lnTo>
                    <a:lnTo>
                      <a:pt x="114" y="348"/>
                    </a:lnTo>
                    <a:lnTo>
                      <a:pt x="108" y="378"/>
                    </a:lnTo>
                    <a:lnTo>
                      <a:pt x="132" y="414"/>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0" name="Bahrain" descr="© INSCALE GmbH, 05.05.2010&#10;http://www.presentationload.com/">
                <a:extLst>
                  <a:ext uri="{FF2B5EF4-FFF2-40B4-BE49-F238E27FC236}">
                    <a16:creationId xmlns:a16="http://schemas.microsoft.com/office/drawing/2014/main" id="{C8CB261F-AD75-D544-968A-84E02341E239}"/>
                  </a:ext>
                </a:extLst>
              </p:cNvPr>
              <p:cNvSpPr>
                <a:spLocks/>
              </p:cNvSpPr>
              <p:nvPr/>
            </p:nvSpPr>
            <p:spPr bwMode="gray">
              <a:xfrm>
                <a:off x="7203814" y="3249209"/>
                <a:ext cx="11506" cy="23011"/>
              </a:xfrm>
              <a:custGeom>
                <a:avLst/>
                <a:gdLst>
                  <a:gd name="T0" fmla="*/ 2147483647 w 15"/>
                  <a:gd name="T1" fmla="*/ 0 h 28"/>
                  <a:gd name="T2" fmla="*/ 2147483647 w 15"/>
                  <a:gd name="T3" fmla="*/ 2147483647 h 28"/>
                  <a:gd name="T4" fmla="*/ 2147483647 w 15"/>
                  <a:gd name="T5" fmla="*/ 2147483647 h 28"/>
                  <a:gd name="T6" fmla="*/ 2032697641 w 15"/>
                  <a:gd name="T7" fmla="*/ 2147483647 h 28"/>
                  <a:gd name="T8" fmla="*/ 813299296 w 15"/>
                  <a:gd name="T9" fmla="*/ 2147483647 h 28"/>
                  <a:gd name="T10" fmla="*/ 2147483647 w 15"/>
                  <a:gd name="T11" fmla="*/ 0 h 28"/>
                  <a:gd name="T12" fmla="*/ 0 60000 65536"/>
                  <a:gd name="T13" fmla="*/ 0 60000 65536"/>
                  <a:gd name="T14" fmla="*/ 0 60000 65536"/>
                  <a:gd name="T15" fmla="*/ 0 60000 65536"/>
                  <a:gd name="T16" fmla="*/ 0 60000 65536"/>
                  <a:gd name="T17" fmla="*/ 0 60000 65536"/>
                  <a:gd name="T18" fmla="*/ 0 w 15"/>
                  <a:gd name="T19" fmla="*/ 0 h 28"/>
                  <a:gd name="T20" fmla="*/ 15 w 15"/>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15" h="28">
                    <a:moveTo>
                      <a:pt x="9" y="0"/>
                    </a:moveTo>
                    <a:cubicBezTo>
                      <a:pt x="14" y="0"/>
                      <a:pt x="15" y="10"/>
                      <a:pt x="14" y="14"/>
                    </a:cubicBezTo>
                    <a:cubicBezTo>
                      <a:pt x="13" y="18"/>
                      <a:pt x="15" y="28"/>
                      <a:pt x="9" y="28"/>
                    </a:cubicBezTo>
                    <a:cubicBezTo>
                      <a:pt x="4" y="27"/>
                      <a:pt x="5" y="21"/>
                      <a:pt x="5" y="18"/>
                    </a:cubicBezTo>
                    <a:cubicBezTo>
                      <a:pt x="5" y="14"/>
                      <a:pt x="0" y="14"/>
                      <a:pt x="2" y="8"/>
                    </a:cubicBez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1" name="Armenia" descr="© INSCALE GmbH, 05.05.2010&#10;http://www.presentationload.com/">
                <a:extLst>
                  <a:ext uri="{FF2B5EF4-FFF2-40B4-BE49-F238E27FC236}">
                    <a16:creationId xmlns:a16="http://schemas.microsoft.com/office/drawing/2014/main" id="{D57AE4CA-F739-1247-8697-BA57B3C4E3D3}"/>
                  </a:ext>
                </a:extLst>
              </p:cNvPr>
              <p:cNvSpPr>
                <a:spLocks/>
              </p:cNvSpPr>
              <p:nvPr/>
            </p:nvSpPr>
            <p:spPr bwMode="gray">
              <a:xfrm>
                <a:off x="6940831" y="2741323"/>
                <a:ext cx="93688" cy="88756"/>
              </a:xfrm>
              <a:custGeom>
                <a:avLst/>
                <a:gdLst>
                  <a:gd name="T0" fmla="*/ 2147483647 w 222"/>
                  <a:gd name="T1" fmla="*/ 2147483647 h 210"/>
                  <a:gd name="T2" fmla="*/ 2147483647 w 222"/>
                  <a:gd name="T3" fmla="*/ 2147483647 h 210"/>
                  <a:gd name="T4" fmla="*/ 2147483647 w 222"/>
                  <a:gd name="T5" fmla="*/ 2147483647 h 210"/>
                  <a:gd name="T6" fmla="*/ 2147483647 w 222"/>
                  <a:gd name="T7" fmla="*/ 2147483647 h 210"/>
                  <a:gd name="T8" fmla="*/ 2147483647 w 222"/>
                  <a:gd name="T9" fmla="*/ 2147483647 h 210"/>
                  <a:gd name="T10" fmla="*/ 2147483647 w 222"/>
                  <a:gd name="T11" fmla="*/ 2147483647 h 210"/>
                  <a:gd name="T12" fmla="*/ 2147483647 w 222"/>
                  <a:gd name="T13" fmla="*/ 2147483647 h 210"/>
                  <a:gd name="T14" fmla="*/ 2147483647 w 222"/>
                  <a:gd name="T15" fmla="*/ 2147483647 h 210"/>
                  <a:gd name="T16" fmla="*/ 2147483647 w 222"/>
                  <a:gd name="T17" fmla="*/ 2147483647 h 210"/>
                  <a:gd name="T18" fmla="*/ 2147483647 w 222"/>
                  <a:gd name="T19" fmla="*/ 2147483647 h 210"/>
                  <a:gd name="T20" fmla="*/ 2147483647 w 222"/>
                  <a:gd name="T21" fmla="*/ 2147483647 h 210"/>
                  <a:gd name="T22" fmla="*/ 2147483647 w 222"/>
                  <a:gd name="T23" fmla="*/ 2147483647 h 210"/>
                  <a:gd name="T24" fmla="*/ 2147483647 w 222"/>
                  <a:gd name="T25" fmla="*/ 2147483647 h 210"/>
                  <a:gd name="T26" fmla="*/ 2147483647 w 222"/>
                  <a:gd name="T27" fmla="*/ 2147483647 h 210"/>
                  <a:gd name="T28" fmla="*/ 2147483647 w 222"/>
                  <a:gd name="T29" fmla="*/ 2147483647 h 210"/>
                  <a:gd name="T30" fmla="*/ 2147483647 w 222"/>
                  <a:gd name="T31" fmla="*/ 2147483647 h 210"/>
                  <a:gd name="T32" fmla="*/ 2147483647 w 222"/>
                  <a:gd name="T33" fmla="*/ 2147483647 h 210"/>
                  <a:gd name="T34" fmla="*/ 2147483647 w 222"/>
                  <a:gd name="T35" fmla="*/ 2147483647 h 210"/>
                  <a:gd name="T36" fmla="*/ 2147483647 w 222"/>
                  <a:gd name="T37" fmla="*/ 2147483647 h 210"/>
                  <a:gd name="T38" fmla="*/ 2147483647 w 222"/>
                  <a:gd name="T39" fmla="*/ 0 h 210"/>
                  <a:gd name="T40" fmla="*/ 2147483647 w 222"/>
                  <a:gd name="T41" fmla="*/ 0 h 210"/>
                  <a:gd name="T42" fmla="*/ 2147483647 w 222"/>
                  <a:gd name="T43" fmla="*/ 2147483647 h 210"/>
                  <a:gd name="T44" fmla="*/ 2147483647 w 222"/>
                  <a:gd name="T45" fmla="*/ 2147483647 h 210"/>
                  <a:gd name="T46" fmla="*/ 2147483647 w 222"/>
                  <a:gd name="T47" fmla="*/ 2147483647 h 210"/>
                  <a:gd name="T48" fmla="*/ 0 w 222"/>
                  <a:gd name="T49" fmla="*/ 2147483647 h 210"/>
                  <a:gd name="T50" fmla="*/ 2147483647 w 222"/>
                  <a:gd name="T51" fmla="*/ 2147483647 h 210"/>
                  <a:gd name="T52" fmla="*/ 2147483647 w 222"/>
                  <a:gd name="T53" fmla="*/ 2147483647 h 210"/>
                  <a:gd name="T54" fmla="*/ 2147483647 w 222"/>
                  <a:gd name="T55" fmla="*/ 2147483647 h 210"/>
                  <a:gd name="T56" fmla="*/ 2147483647 w 222"/>
                  <a:gd name="T57" fmla="*/ 2147483647 h 210"/>
                  <a:gd name="T58" fmla="*/ 2147483647 w 222"/>
                  <a:gd name="T59" fmla="*/ 2147483647 h 210"/>
                  <a:gd name="T60" fmla="*/ 2147483647 w 222"/>
                  <a:gd name="T61" fmla="*/ 2147483647 h 210"/>
                  <a:gd name="T62" fmla="*/ 2147483647 w 222"/>
                  <a:gd name="T63" fmla="*/ 2147483647 h 210"/>
                  <a:gd name="T64" fmla="*/ 2147483647 w 222"/>
                  <a:gd name="T65" fmla="*/ 2147483647 h 210"/>
                  <a:gd name="T66" fmla="*/ 2147483647 w 222"/>
                  <a:gd name="T67" fmla="*/ 2147483647 h 210"/>
                  <a:gd name="T68" fmla="*/ 2147483647 w 222"/>
                  <a:gd name="T69" fmla="*/ 2147483647 h 210"/>
                  <a:gd name="T70" fmla="*/ 2147483647 w 222"/>
                  <a:gd name="T71" fmla="*/ 2147483647 h 210"/>
                  <a:gd name="T72" fmla="*/ 2147483647 w 222"/>
                  <a:gd name="T73" fmla="*/ 2147483647 h 210"/>
                  <a:gd name="T74" fmla="*/ 2147483647 w 222"/>
                  <a:gd name="T75" fmla="*/ 2147483647 h 210"/>
                  <a:gd name="T76" fmla="*/ 2147483647 w 222"/>
                  <a:gd name="T77" fmla="*/ 2147483647 h 210"/>
                  <a:gd name="T78" fmla="*/ 2147483647 w 222"/>
                  <a:gd name="T79" fmla="*/ 2147483647 h 210"/>
                  <a:gd name="T80" fmla="*/ 2147483647 w 222"/>
                  <a:gd name="T81" fmla="*/ 2147483647 h 210"/>
                  <a:gd name="T82" fmla="*/ 2147483647 w 222"/>
                  <a:gd name="T83" fmla="*/ 2147483647 h 210"/>
                  <a:gd name="T84" fmla="*/ 2147483647 w 222"/>
                  <a:gd name="T85" fmla="*/ 2147483647 h 210"/>
                  <a:gd name="T86" fmla="*/ 2147483647 w 222"/>
                  <a:gd name="T87" fmla="*/ 2147483647 h 210"/>
                  <a:gd name="T88" fmla="*/ 2147483647 w 222"/>
                  <a:gd name="T89" fmla="*/ 2147483647 h 210"/>
                  <a:gd name="T90" fmla="*/ 2147483647 w 222"/>
                  <a:gd name="T91" fmla="*/ 2147483647 h 210"/>
                  <a:gd name="T92" fmla="*/ 2147483647 w 222"/>
                  <a:gd name="T93" fmla="*/ 2147483647 h 210"/>
                  <a:gd name="T94" fmla="*/ 2147483647 w 222"/>
                  <a:gd name="T95" fmla="*/ 2147483647 h 210"/>
                  <a:gd name="T96" fmla="*/ 2147483647 w 222"/>
                  <a:gd name="T97" fmla="*/ 2147483647 h 210"/>
                  <a:gd name="T98" fmla="*/ 2147483647 w 222"/>
                  <a:gd name="T99" fmla="*/ 2147483647 h 210"/>
                  <a:gd name="T100" fmla="*/ 2147483647 w 222"/>
                  <a:gd name="T101" fmla="*/ 2147483647 h 210"/>
                  <a:gd name="T102" fmla="*/ 2147483647 w 222"/>
                  <a:gd name="T103" fmla="*/ 2147483647 h 210"/>
                  <a:gd name="T104" fmla="*/ 2147483647 w 222"/>
                  <a:gd name="T105" fmla="*/ 2147483647 h 210"/>
                  <a:gd name="T106" fmla="*/ 2147483647 w 222"/>
                  <a:gd name="T107" fmla="*/ 2147483647 h 21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2"/>
                  <a:gd name="T163" fmla="*/ 0 h 210"/>
                  <a:gd name="T164" fmla="*/ 222 w 222"/>
                  <a:gd name="T165" fmla="*/ 210 h 21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2" h="210">
                    <a:moveTo>
                      <a:pt x="222" y="168"/>
                    </a:moveTo>
                    <a:lnTo>
                      <a:pt x="216" y="156"/>
                    </a:lnTo>
                    <a:lnTo>
                      <a:pt x="216" y="144"/>
                    </a:lnTo>
                    <a:lnTo>
                      <a:pt x="186" y="138"/>
                    </a:lnTo>
                    <a:lnTo>
                      <a:pt x="174" y="120"/>
                    </a:lnTo>
                    <a:lnTo>
                      <a:pt x="144" y="108"/>
                    </a:lnTo>
                    <a:lnTo>
                      <a:pt x="156" y="108"/>
                    </a:lnTo>
                    <a:lnTo>
                      <a:pt x="174" y="90"/>
                    </a:lnTo>
                    <a:lnTo>
                      <a:pt x="174" y="84"/>
                    </a:lnTo>
                    <a:lnTo>
                      <a:pt x="168" y="78"/>
                    </a:lnTo>
                    <a:lnTo>
                      <a:pt x="144" y="66"/>
                    </a:lnTo>
                    <a:lnTo>
                      <a:pt x="138" y="60"/>
                    </a:lnTo>
                    <a:lnTo>
                      <a:pt x="132" y="60"/>
                    </a:lnTo>
                    <a:lnTo>
                      <a:pt x="138" y="54"/>
                    </a:lnTo>
                    <a:lnTo>
                      <a:pt x="138" y="30"/>
                    </a:lnTo>
                    <a:lnTo>
                      <a:pt x="132" y="24"/>
                    </a:lnTo>
                    <a:lnTo>
                      <a:pt x="114" y="24"/>
                    </a:lnTo>
                    <a:lnTo>
                      <a:pt x="114" y="12"/>
                    </a:lnTo>
                    <a:lnTo>
                      <a:pt x="102" y="6"/>
                    </a:lnTo>
                    <a:lnTo>
                      <a:pt x="96" y="0"/>
                    </a:lnTo>
                    <a:lnTo>
                      <a:pt x="84" y="0"/>
                    </a:lnTo>
                    <a:lnTo>
                      <a:pt x="84" y="18"/>
                    </a:lnTo>
                    <a:lnTo>
                      <a:pt x="30" y="12"/>
                    </a:lnTo>
                    <a:lnTo>
                      <a:pt x="24" y="18"/>
                    </a:lnTo>
                    <a:lnTo>
                      <a:pt x="0" y="24"/>
                    </a:lnTo>
                    <a:lnTo>
                      <a:pt x="6" y="30"/>
                    </a:lnTo>
                    <a:lnTo>
                      <a:pt x="6" y="42"/>
                    </a:lnTo>
                    <a:lnTo>
                      <a:pt x="18" y="78"/>
                    </a:lnTo>
                    <a:lnTo>
                      <a:pt x="18" y="90"/>
                    </a:lnTo>
                    <a:lnTo>
                      <a:pt x="24" y="102"/>
                    </a:lnTo>
                    <a:lnTo>
                      <a:pt x="30" y="108"/>
                    </a:lnTo>
                    <a:lnTo>
                      <a:pt x="42" y="114"/>
                    </a:lnTo>
                    <a:lnTo>
                      <a:pt x="54" y="114"/>
                    </a:lnTo>
                    <a:lnTo>
                      <a:pt x="66" y="108"/>
                    </a:lnTo>
                    <a:lnTo>
                      <a:pt x="72" y="108"/>
                    </a:lnTo>
                    <a:lnTo>
                      <a:pt x="72" y="114"/>
                    </a:lnTo>
                    <a:lnTo>
                      <a:pt x="78" y="120"/>
                    </a:lnTo>
                    <a:lnTo>
                      <a:pt x="78" y="132"/>
                    </a:lnTo>
                    <a:lnTo>
                      <a:pt x="84" y="144"/>
                    </a:lnTo>
                    <a:lnTo>
                      <a:pt x="84" y="150"/>
                    </a:lnTo>
                    <a:lnTo>
                      <a:pt x="90" y="156"/>
                    </a:lnTo>
                    <a:lnTo>
                      <a:pt x="108" y="132"/>
                    </a:lnTo>
                    <a:lnTo>
                      <a:pt x="126" y="132"/>
                    </a:lnTo>
                    <a:lnTo>
                      <a:pt x="138" y="144"/>
                    </a:lnTo>
                    <a:lnTo>
                      <a:pt x="174" y="144"/>
                    </a:lnTo>
                    <a:lnTo>
                      <a:pt x="174" y="156"/>
                    </a:lnTo>
                    <a:lnTo>
                      <a:pt x="180" y="162"/>
                    </a:lnTo>
                    <a:lnTo>
                      <a:pt x="180" y="174"/>
                    </a:lnTo>
                    <a:lnTo>
                      <a:pt x="186" y="186"/>
                    </a:lnTo>
                    <a:lnTo>
                      <a:pt x="186" y="198"/>
                    </a:lnTo>
                    <a:lnTo>
                      <a:pt x="192" y="204"/>
                    </a:lnTo>
                    <a:lnTo>
                      <a:pt x="192" y="210"/>
                    </a:lnTo>
                    <a:lnTo>
                      <a:pt x="222" y="210"/>
                    </a:lnTo>
                    <a:lnTo>
                      <a:pt x="222" y="16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2" name="Azerbaijan" descr="© INSCALE GmbH, 05.05.2010&#10;http://www.presentationload.com/">
                <a:extLst>
                  <a:ext uri="{FF2B5EF4-FFF2-40B4-BE49-F238E27FC236}">
                    <a16:creationId xmlns:a16="http://schemas.microsoft.com/office/drawing/2014/main" id="{DBB5ACE1-C0E1-EA42-A7A4-3351EFC3E561}"/>
                  </a:ext>
                </a:extLst>
              </p:cNvPr>
              <p:cNvSpPr>
                <a:spLocks noEditPoints="1"/>
              </p:cNvSpPr>
              <p:nvPr/>
            </p:nvSpPr>
            <p:spPr bwMode="gray">
              <a:xfrm>
                <a:off x="6983567" y="2723246"/>
                <a:ext cx="151214" cy="121631"/>
              </a:xfrm>
              <a:custGeom>
                <a:avLst/>
                <a:gdLst>
                  <a:gd name="T0" fmla="*/ 2147483647 w 360"/>
                  <a:gd name="T1" fmla="*/ 2147483647 h 288"/>
                  <a:gd name="T2" fmla="*/ 2147483647 w 360"/>
                  <a:gd name="T3" fmla="*/ 2147483647 h 288"/>
                  <a:gd name="T4" fmla="*/ 2147483647 w 360"/>
                  <a:gd name="T5" fmla="*/ 2147483647 h 288"/>
                  <a:gd name="T6" fmla="*/ 2147483647 w 360"/>
                  <a:gd name="T7" fmla="*/ 2147483647 h 288"/>
                  <a:gd name="T8" fmla="*/ 2147483647 w 360"/>
                  <a:gd name="T9" fmla="*/ 2147483647 h 288"/>
                  <a:gd name="T10" fmla="*/ 2147483647 w 360"/>
                  <a:gd name="T11" fmla="*/ 2147483647 h 288"/>
                  <a:gd name="T12" fmla="*/ 2147483647 w 360"/>
                  <a:gd name="T13" fmla="*/ 2147483647 h 288"/>
                  <a:gd name="T14" fmla="*/ 2147483647 w 360"/>
                  <a:gd name="T15" fmla="*/ 2147483647 h 288"/>
                  <a:gd name="T16" fmla="*/ 2147483647 w 360"/>
                  <a:gd name="T17" fmla="*/ 2147483647 h 288"/>
                  <a:gd name="T18" fmla="*/ 2147483647 w 360"/>
                  <a:gd name="T19" fmla="*/ 2147483647 h 288"/>
                  <a:gd name="T20" fmla="*/ 2147483647 w 360"/>
                  <a:gd name="T21" fmla="*/ 2147483647 h 288"/>
                  <a:gd name="T22" fmla="*/ 2147483647 w 360"/>
                  <a:gd name="T23" fmla="*/ 2147483647 h 288"/>
                  <a:gd name="T24" fmla="*/ 2147483647 w 360"/>
                  <a:gd name="T25" fmla="*/ 2147483647 h 288"/>
                  <a:gd name="T26" fmla="*/ 2147483647 w 360"/>
                  <a:gd name="T27" fmla="*/ 0 h 288"/>
                  <a:gd name="T28" fmla="*/ 2147483647 w 360"/>
                  <a:gd name="T29" fmla="*/ 2147483647 h 288"/>
                  <a:gd name="T30" fmla="*/ 2147483647 w 360"/>
                  <a:gd name="T31" fmla="*/ 2147483647 h 288"/>
                  <a:gd name="T32" fmla="*/ 2147483647 w 360"/>
                  <a:gd name="T33" fmla="*/ 2147483647 h 288"/>
                  <a:gd name="T34" fmla="*/ 2147483647 w 360"/>
                  <a:gd name="T35" fmla="*/ 2147483647 h 288"/>
                  <a:gd name="T36" fmla="*/ 2147483647 w 360"/>
                  <a:gd name="T37" fmla="*/ 2147483647 h 288"/>
                  <a:gd name="T38" fmla="*/ 2147483647 w 360"/>
                  <a:gd name="T39" fmla="*/ 0 h 288"/>
                  <a:gd name="T40" fmla="*/ 2147483647 w 360"/>
                  <a:gd name="T41" fmla="*/ 2147483647 h 288"/>
                  <a:gd name="T42" fmla="*/ 2147483647 w 360"/>
                  <a:gd name="T43" fmla="*/ 2147483647 h 288"/>
                  <a:gd name="T44" fmla="*/ 2147483647 w 360"/>
                  <a:gd name="T45" fmla="*/ 2147483647 h 288"/>
                  <a:gd name="T46" fmla="*/ 2147483647 w 360"/>
                  <a:gd name="T47" fmla="*/ 2147483647 h 288"/>
                  <a:gd name="T48" fmla="*/ 2147483647 w 360"/>
                  <a:gd name="T49" fmla="*/ 2147483647 h 288"/>
                  <a:gd name="T50" fmla="*/ 2147483647 w 360"/>
                  <a:gd name="T51" fmla="*/ 2147483647 h 288"/>
                  <a:gd name="T52" fmla="*/ 2147483647 w 360"/>
                  <a:gd name="T53" fmla="*/ 2147483647 h 288"/>
                  <a:gd name="T54" fmla="*/ 0 w 360"/>
                  <a:gd name="T55" fmla="*/ 2147483647 h 288"/>
                  <a:gd name="T56" fmla="*/ 2147483647 w 360"/>
                  <a:gd name="T57" fmla="*/ 2147483647 h 288"/>
                  <a:gd name="T58" fmla="*/ 2147483647 w 360"/>
                  <a:gd name="T59" fmla="*/ 2147483647 h 288"/>
                  <a:gd name="T60" fmla="*/ 2147483647 w 360"/>
                  <a:gd name="T61" fmla="*/ 2147483647 h 288"/>
                  <a:gd name="T62" fmla="*/ 2147483647 w 360"/>
                  <a:gd name="T63" fmla="*/ 2147483647 h 288"/>
                  <a:gd name="T64" fmla="*/ 2147483647 w 360"/>
                  <a:gd name="T65" fmla="*/ 2147483647 h 288"/>
                  <a:gd name="T66" fmla="*/ 2147483647 w 360"/>
                  <a:gd name="T67" fmla="*/ 2147483647 h 288"/>
                  <a:gd name="T68" fmla="*/ 2147483647 w 360"/>
                  <a:gd name="T69" fmla="*/ 2147483647 h 288"/>
                  <a:gd name="T70" fmla="*/ 2147483647 w 360"/>
                  <a:gd name="T71" fmla="*/ 2147483647 h 288"/>
                  <a:gd name="T72" fmla="*/ 2147483647 w 360"/>
                  <a:gd name="T73" fmla="*/ 2147483647 h 288"/>
                  <a:gd name="T74" fmla="*/ 2147483647 w 360"/>
                  <a:gd name="T75" fmla="*/ 2147483647 h 288"/>
                  <a:gd name="T76" fmla="*/ 2147483647 w 360"/>
                  <a:gd name="T77" fmla="*/ 2147483647 h 288"/>
                  <a:gd name="T78" fmla="*/ 2147483647 w 360"/>
                  <a:gd name="T79" fmla="*/ 2147483647 h 288"/>
                  <a:gd name="T80" fmla="*/ 2147483647 w 360"/>
                  <a:gd name="T81" fmla="*/ 2147483647 h 288"/>
                  <a:gd name="T82" fmla="*/ 2147483647 w 360"/>
                  <a:gd name="T83" fmla="*/ 2147483647 h 288"/>
                  <a:gd name="T84" fmla="*/ 2147483647 w 360"/>
                  <a:gd name="T85" fmla="*/ 2147483647 h 288"/>
                  <a:gd name="T86" fmla="*/ 2147483647 w 360"/>
                  <a:gd name="T87" fmla="*/ 2147483647 h 288"/>
                  <a:gd name="T88" fmla="*/ 2147483647 w 360"/>
                  <a:gd name="T89" fmla="*/ 2147483647 h 288"/>
                  <a:gd name="T90" fmla="*/ 2147483647 w 360"/>
                  <a:gd name="T91" fmla="*/ 2147483647 h 288"/>
                  <a:gd name="T92" fmla="*/ 2147483647 w 360"/>
                  <a:gd name="T93" fmla="*/ 2147483647 h 288"/>
                  <a:gd name="T94" fmla="*/ 2147483647 w 360"/>
                  <a:gd name="T95" fmla="*/ 2147483647 h 288"/>
                  <a:gd name="T96" fmla="*/ 2147483647 w 360"/>
                  <a:gd name="T97" fmla="*/ 2147483647 h 288"/>
                  <a:gd name="T98" fmla="*/ 2147483647 w 360"/>
                  <a:gd name="T99" fmla="*/ 2147483647 h 288"/>
                  <a:gd name="T100" fmla="*/ 2147483647 w 360"/>
                  <a:gd name="T101" fmla="*/ 2147483647 h 288"/>
                  <a:gd name="T102" fmla="*/ 2147483647 w 360"/>
                  <a:gd name="T103" fmla="*/ 2147483647 h 288"/>
                  <a:gd name="T104" fmla="*/ 2147483647 w 360"/>
                  <a:gd name="T105" fmla="*/ 2147483647 h 288"/>
                  <a:gd name="T106" fmla="*/ 2147483647 w 360"/>
                  <a:gd name="T107" fmla="*/ 2147483647 h 288"/>
                  <a:gd name="T108" fmla="*/ 2147483647 w 360"/>
                  <a:gd name="T109" fmla="*/ 2147483647 h 288"/>
                  <a:gd name="T110" fmla="*/ 2147483647 w 360"/>
                  <a:gd name="T111" fmla="*/ 2147483647 h 288"/>
                  <a:gd name="T112" fmla="*/ 2147483647 w 360"/>
                  <a:gd name="T113" fmla="*/ 2147483647 h 288"/>
                  <a:gd name="T114" fmla="*/ 2147483647 w 360"/>
                  <a:gd name="T115" fmla="*/ 2147483647 h 288"/>
                  <a:gd name="T116" fmla="*/ 2147483647 w 360"/>
                  <a:gd name="T117" fmla="*/ 2147483647 h 288"/>
                  <a:gd name="T118" fmla="*/ 2147483647 w 360"/>
                  <a:gd name="T119" fmla="*/ 2147483647 h 288"/>
                  <a:gd name="T120" fmla="*/ 2147483647 w 360"/>
                  <a:gd name="T121" fmla="*/ 2147483647 h 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60"/>
                  <a:gd name="T184" fmla="*/ 0 h 288"/>
                  <a:gd name="T185" fmla="*/ 360 w 360"/>
                  <a:gd name="T186" fmla="*/ 288 h 2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60" h="288">
                    <a:moveTo>
                      <a:pt x="66" y="186"/>
                    </a:moveTo>
                    <a:lnTo>
                      <a:pt x="36" y="186"/>
                    </a:lnTo>
                    <a:lnTo>
                      <a:pt x="24" y="174"/>
                    </a:lnTo>
                    <a:lnTo>
                      <a:pt x="6" y="174"/>
                    </a:lnTo>
                    <a:lnTo>
                      <a:pt x="12" y="186"/>
                    </a:lnTo>
                    <a:lnTo>
                      <a:pt x="12" y="192"/>
                    </a:lnTo>
                    <a:lnTo>
                      <a:pt x="18" y="204"/>
                    </a:lnTo>
                    <a:lnTo>
                      <a:pt x="36" y="222"/>
                    </a:lnTo>
                    <a:lnTo>
                      <a:pt x="48" y="228"/>
                    </a:lnTo>
                    <a:lnTo>
                      <a:pt x="84" y="240"/>
                    </a:lnTo>
                    <a:lnTo>
                      <a:pt x="90" y="240"/>
                    </a:lnTo>
                    <a:lnTo>
                      <a:pt x="84" y="234"/>
                    </a:lnTo>
                    <a:lnTo>
                      <a:pt x="84" y="222"/>
                    </a:lnTo>
                    <a:lnTo>
                      <a:pt x="78" y="216"/>
                    </a:lnTo>
                    <a:lnTo>
                      <a:pt x="78" y="204"/>
                    </a:lnTo>
                    <a:lnTo>
                      <a:pt x="72" y="198"/>
                    </a:lnTo>
                    <a:lnTo>
                      <a:pt x="72" y="186"/>
                    </a:lnTo>
                    <a:lnTo>
                      <a:pt x="66" y="186"/>
                    </a:lnTo>
                    <a:close/>
                    <a:moveTo>
                      <a:pt x="354" y="108"/>
                    </a:moveTo>
                    <a:lnTo>
                      <a:pt x="348" y="102"/>
                    </a:lnTo>
                    <a:lnTo>
                      <a:pt x="330" y="102"/>
                    </a:lnTo>
                    <a:lnTo>
                      <a:pt x="318" y="108"/>
                    </a:lnTo>
                    <a:lnTo>
                      <a:pt x="306" y="108"/>
                    </a:lnTo>
                    <a:lnTo>
                      <a:pt x="288" y="90"/>
                    </a:lnTo>
                    <a:lnTo>
                      <a:pt x="288" y="84"/>
                    </a:lnTo>
                    <a:lnTo>
                      <a:pt x="264" y="54"/>
                    </a:lnTo>
                    <a:lnTo>
                      <a:pt x="264" y="42"/>
                    </a:lnTo>
                    <a:lnTo>
                      <a:pt x="216" y="0"/>
                    </a:lnTo>
                    <a:lnTo>
                      <a:pt x="216" y="30"/>
                    </a:lnTo>
                    <a:lnTo>
                      <a:pt x="210" y="36"/>
                    </a:lnTo>
                    <a:lnTo>
                      <a:pt x="192" y="36"/>
                    </a:lnTo>
                    <a:lnTo>
                      <a:pt x="192" y="48"/>
                    </a:lnTo>
                    <a:lnTo>
                      <a:pt x="186" y="54"/>
                    </a:lnTo>
                    <a:lnTo>
                      <a:pt x="162" y="54"/>
                    </a:lnTo>
                    <a:lnTo>
                      <a:pt x="156" y="48"/>
                    </a:lnTo>
                    <a:lnTo>
                      <a:pt x="144" y="42"/>
                    </a:lnTo>
                    <a:lnTo>
                      <a:pt x="138" y="30"/>
                    </a:lnTo>
                    <a:lnTo>
                      <a:pt x="120" y="12"/>
                    </a:lnTo>
                    <a:lnTo>
                      <a:pt x="84" y="0"/>
                    </a:lnTo>
                    <a:lnTo>
                      <a:pt x="72" y="0"/>
                    </a:lnTo>
                    <a:lnTo>
                      <a:pt x="60" y="12"/>
                    </a:lnTo>
                    <a:lnTo>
                      <a:pt x="78" y="30"/>
                    </a:lnTo>
                    <a:lnTo>
                      <a:pt x="84" y="30"/>
                    </a:lnTo>
                    <a:lnTo>
                      <a:pt x="90" y="36"/>
                    </a:lnTo>
                    <a:lnTo>
                      <a:pt x="96" y="48"/>
                    </a:lnTo>
                    <a:lnTo>
                      <a:pt x="102" y="54"/>
                    </a:lnTo>
                    <a:lnTo>
                      <a:pt x="108" y="66"/>
                    </a:lnTo>
                    <a:lnTo>
                      <a:pt x="102" y="72"/>
                    </a:lnTo>
                    <a:lnTo>
                      <a:pt x="84" y="54"/>
                    </a:lnTo>
                    <a:lnTo>
                      <a:pt x="72" y="54"/>
                    </a:lnTo>
                    <a:lnTo>
                      <a:pt x="60" y="60"/>
                    </a:lnTo>
                    <a:lnTo>
                      <a:pt x="42" y="42"/>
                    </a:lnTo>
                    <a:lnTo>
                      <a:pt x="42" y="36"/>
                    </a:lnTo>
                    <a:lnTo>
                      <a:pt x="36" y="30"/>
                    </a:lnTo>
                    <a:lnTo>
                      <a:pt x="12" y="30"/>
                    </a:lnTo>
                    <a:lnTo>
                      <a:pt x="0" y="42"/>
                    </a:lnTo>
                    <a:lnTo>
                      <a:pt x="0" y="48"/>
                    </a:lnTo>
                    <a:lnTo>
                      <a:pt x="6" y="48"/>
                    </a:lnTo>
                    <a:lnTo>
                      <a:pt x="12" y="54"/>
                    </a:lnTo>
                    <a:lnTo>
                      <a:pt x="12" y="66"/>
                    </a:lnTo>
                    <a:lnTo>
                      <a:pt x="30" y="66"/>
                    </a:lnTo>
                    <a:lnTo>
                      <a:pt x="36" y="72"/>
                    </a:lnTo>
                    <a:lnTo>
                      <a:pt x="36" y="96"/>
                    </a:lnTo>
                    <a:lnTo>
                      <a:pt x="30" y="102"/>
                    </a:lnTo>
                    <a:lnTo>
                      <a:pt x="36" y="102"/>
                    </a:lnTo>
                    <a:lnTo>
                      <a:pt x="42" y="108"/>
                    </a:lnTo>
                    <a:lnTo>
                      <a:pt x="66" y="120"/>
                    </a:lnTo>
                    <a:lnTo>
                      <a:pt x="72" y="126"/>
                    </a:lnTo>
                    <a:lnTo>
                      <a:pt x="72" y="132"/>
                    </a:lnTo>
                    <a:lnTo>
                      <a:pt x="54" y="150"/>
                    </a:lnTo>
                    <a:lnTo>
                      <a:pt x="42" y="150"/>
                    </a:lnTo>
                    <a:lnTo>
                      <a:pt x="72" y="162"/>
                    </a:lnTo>
                    <a:lnTo>
                      <a:pt x="84" y="180"/>
                    </a:lnTo>
                    <a:lnTo>
                      <a:pt x="114" y="186"/>
                    </a:lnTo>
                    <a:lnTo>
                      <a:pt x="114" y="198"/>
                    </a:lnTo>
                    <a:lnTo>
                      <a:pt x="120" y="210"/>
                    </a:lnTo>
                    <a:lnTo>
                      <a:pt x="120" y="240"/>
                    </a:lnTo>
                    <a:lnTo>
                      <a:pt x="132" y="240"/>
                    </a:lnTo>
                    <a:lnTo>
                      <a:pt x="138" y="228"/>
                    </a:lnTo>
                    <a:lnTo>
                      <a:pt x="144" y="222"/>
                    </a:lnTo>
                    <a:lnTo>
                      <a:pt x="144" y="216"/>
                    </a:lnTo>
                    <a:lnTo>
                      <a:pt x="156" y="204"/>
                    </a:lnTo>
                    <a:lnTo>
                      <a:pt x="174" y="192"/>
                    </a:lnTo>
                    <a:lnTo>
                      <a:pt x="186" y="186"/>
                    </a:lnTo>
                    <a:lnTo>
                      <a:pt x="198" y="174"/>
                    </a:lnTo>
                    <a:lnTo>
                      <a:pt x="210" y="168"/>
                    </a:lnTo>
                    <a:lnTo>
                      <a:pt x="222" y="168"/>
                    </a:lnTo>
                    <a:lnTo>
                      <a:pt x="228" y="180"/>
                    </a:lnTo>
                    <a:lnTo>
                      <a:pt x="234" y="186"/>
                    </a:lnTo>
                    <a:lnTo>
                      <a:pt x="234" y="204"/>
                    </a:lnTo>
                    <a:lnTo>
                      <a:pt x="228" y="210"/>
                    </a:lnTo>
                    <a:lnTo>
                      <a:pt x="228" y="222"/>
                    </a:lnTo>
                    <a:lnTo>
                      <a:pt x="234" y="222"/>
                    </a:lnTo>
                    <a:lnTo>
                      <a:pt x="240" y="228"/>
                    </a:lnTo>
                    <a:lnTo>
                      <a:pt x="240" y="234"/>
                    </a:lnTo>
                    <a:lnTo>
                      <a:pt x="234" y="240"/>
                    </a:lnTo>
                    <a:lnTo>
                      <a:pt x="222" y="240"/>
                    </a:lnTo>
                    <a:lnTo>
                      <a:pt x="222" y="246"/>
                    </a:lnTo>
                    <a:lnTo>
                      <a:pt x="234" y="258"/>
                    </a:lnTo>
                    <a:lnTo>
                      <a:pt x="246" y="264"/>
                    </a:lnTo>
                    <a:lnTo>
                      <a:pt x="252" y="270"/>
                    </a:lnTo>
                    <a:lnTo>
                      <a:pt x="258" y="270"/>
                    </a:lnTo>
                    <a:lnTo>
                      <a:pt x="264" y="276"/>
                    </a:lnTo>
                    <a:lnTo>
                      <a:pt x="264" y="282"/>
                    </a:lnTo>
                    <a:lnTo>
                      <a:pt x="282" y="282"/>
                    </a:lnTo>
                    <a:lnTo>
                      <a:pt x="282" y="288"/>
                    </a:lnTo>
                    <a:lnTo>
                      <a:pt x="288" y="282"/>
                    </a:lnTo>
                    <a:lnTo>
                      <a:pt x="288" y="258"/>
                    </a:lnTo>
                    <a:lnTo>
                      <a:pt x="282" y="252"/>
                    </a:lnTo>
                    <a:lnTo>
                      <a:pt x="276" y="252"/>
                    </a:lnTo>
                    <a:lnTo>
                      <a:pt x="270" y="246"/>
                    </a:lnTo>
                    <a:lnTo>
                      <a:pt x="288" y="240"/>
                    </a:lnTo>
                    <a:lnTo>
                      <a:pt x="288" y="210"/>
                    </a:lnTo>
                    <a:lnTo>
                      <a:pt x="300" y="222"/>
                    </a:lnTo>
                    <a:lnTo>
                      <a:pt x="306" y="222"/>
                    </a:lnTo>
                    <a:lnTo>
                      <a:pt x="318" y="210"/>
                    </a:lnTo>
                    <a:lnTo>
                      <a:pt x="300" y="192"/>
                    </a:lnTo>
                    <a:lnTo>
                      <a:pt x="300" y="138"/>
                    </a:lnTo>
                    <a:lnTo>
                      <a:pt x="318" y="138"/>
                    </a:lnTo>
                    <a:lnTo>
                      <a:pt x="330" y="126"/>
                    </a:lnTo>
                    <a:lnTo>
                      <a:pt x="360" y="132"/>
                    </a:lnTo>
                    <a:lnTo>
                      <a:pt x="360" y="120"/>
                    </a:lnTo>
                    <a:lnTo>
                      <a:pt x="354" y="1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sp>
            <p:nvSpPr>
              <p:cNvPr id="223" name="Afghanistan" descr="© INSCALE GmbH, 05.05.2010&#10;http://www.presentationload.com/">
                <a:extLst>
                  <a:ext uri="{FF2B5EF4-FFF2-40B4-BE49-F238E27FC236}">
                    <a16:creationId xmlns:a16="http://schemas.microsoft.com/office/drawing/2014/main" id="{11BA070C-77B2-5448-AC90-403DD5DBE44C}"/>
                  </a:ext>
                </a:extLst>
              </p:cNvPr>
              <p:cNvSpPr>
                <a:spLocks/>
              </p:cNvSpPr>
              <p:nvPr/>
            </p:nvSpPr>
            <p:spPr bwMode="gray">
              <a:xfrm>
                <a:off x="7450367" y="2836650"/>
                <a:ext cx="381325" cy="310648"/>
              </a:xfrm>
              <a:custGeom>
                <a:avLst/>
                <a:gdLst>
                  <a:gd name="T0" fmla="*/ 2147483647 w 906"/>
                  <a:gd name="T1" fmla="*/ 2147483647 h 738"/>
                  <a:gd name="T2" fmla="*/ 2147483647 w 906"/>
                  <a:gd name="T3" fmla="*/ 2147483647 h 738"/>
                  <a:gd name="T4" fmla="*/ 2147483647 w 906"/>
                  <a:gd name="T5" fmla="*/ 2147483647 h 738"/>
                  <a:gd name="T6" fmla="*/ 2147483647 w 906"/>
                  <a:gd name="T7" fmla="*/ 2147483647 h 738"/>
                  <a:gd name="T8" fmla="*/ 2147483647 w 906"/>
                  <a:gd name="T9" fmla="*/ 2147483647 h 738"/>
                  <a:gd name="T10" fmla="*/ 2147483647 w 906"/>
                  <a:gd name="T11" fmla="*/ 0 h 738"/>
                  <a:gd name="T12" fmla="*/ 2147483647 w 906"/>
                  <a:gd name="T13" fmla="*/ 2147483647 h 738"/>
                  <a:gd name="T14" fmla="*/ 2147483647 w 906"/>
                  <a:gd name="T15" fmla="*/ 2147483647 h 738"/>
                  <a:gd name="T16" fmla="*/ 2147483647 w 906"/>
                  <a:gd name="T17" fmla="*/ 2147483647 h 738"/>
                  <a:gd name="T18" fmla="*/ 2147483647 w 906"/>
                  <a:gd name="T19" fmla="*/ 2147483647 h 738"/>
                  <a:gd name="T20" fmla="*/ 2147483647 w 906"/>
                  <a:gd name="T21" fmla="*/ 2147483647 h 738"/>
                  <a:gd name="T22" fmla="*/ 2147483647 w 906"/>
                  <a:gd name="T23" fmla="*/ 2147483647 h 738"/>
                  <a:gd name="T24" fmla="*/ 2147483647 w 906"/>
                  <a:gd name="T25" fmla="*/ 2147483647 h 738"/>
                  <a:gd name="T26" fmla="*/ 2147483647 w 906"/>
                  <a:gd name="T27" fmla="*/ 2147483647 h 738"/>
                  <a:gd name="T28" fmla="*/ 2147483647 w 906"/>
                  <a:gd name="T29" fmla="*/ 2147483647 h 738"/>
                  <a:gd name="T30" fmla="*/ 2147483647 w 906"/>
                  <a:gd name="T31" fmla="*/ 2147483647 h 738"/>
                  <a:gd name="T32" fmla="*/ 2147483647 w 906"/>
                  <a:gd name="T33" fmla="*/ 2147483647 h 738"/>
                  <a:gd name="T34" fmla="*/ 2147483647 w 906"/>
                  <a:gd name="T35" fmla="*/ 2147483647 h 738"/>
                  <a:gd name="T36" fmla="*/ 2147483647 w 906"/>
                  <a:gd name="T37" fmla="*/ 2147483647 h 738"/>
                  <a:gd name="T38" fmla="*/ 2147483647 w 906"/>
                  <a:gd name="T39" fmla="*/ 2147483647 h 738"/>
                  <a:gd name="T40" fmla="*/ 2147483647 w 906"/>
                  <a:gd name="T41" fmla="*/ 2147483647 h 738"/>
                  <a:gd name="T42" fmla="*/ 2147483647 w 906"/>
                  <a:gd name="T43" fmla="*/ 2147483647 h 738"/>
                  <a:gd name="T44" fmla="*/ 2147483647 w 906"/>
                  <a:gd name="T45" fmla="*/ 2147483647 h 738"/>
                  <a:gd name="T46" fmla="*/ 0 w 906"/>
                  <a:gd name="T47" fmla="*/ 2147483647 h 738"/>
                  <a:gd name="T48" fmla="*/ 2147483647 w 906"/>
                  <a:gd name="T49" fmla="*/ 2147483647 h 738"/>
                  <a:gd name="T50" fmla="*/ 2147483647 w 906"/>
                  <a:gd name="T51" fmla="*/ 2147483647 h 738"/>
                  <a:gd name="T52" fmla="*/ 2147483647 w 906"/>
                  <a:gd name="T53" fmla="*/ 2147483647 h 738"/>
                  <a:gd name="T54" fmla="*/ 2147483647 w 906"/>
                  <a:gd name="T55" fmla="*/ 2147483647 h 738"/>
                  <a:gd name="T56" fmla="*/ 2147483647 w 906"/>
                  <a:gd name="T57" fmla="*/ 2147483647 h 738"/>
                  <a:gd name="T58" fmla="*/ 2147483647 w 906"/>
                  <a:gd name="T59" fmla="*/ 2147483647 h 738"/>
                  <a:gd name="T60" fmla="*/ 2147483647 w 906"/>
                  <a:gd name="T61" fmla="*/ 2147483647 h 738"/>
                  <a:gd name="T62" fmla="*/ 2147483647 w 906"/>
                  <a:gd name="T63" fmla="*/ 2147483647 h 738"/>
                  <a:gd name="T64" fmla="*/ 2147483647 w 906"/>
                  <a:gd name="T65" fmla="*/ 2147483647 h 738"/>
                  <a:gd name="T66" fmla="*/ 2147483647 w 906"/>
                  <a:gd name="T67" fmla="*/ 2147483647 h 738"/>
                  <a:gd name="T68" fmla="*/ 2147483647 w 906"/>
                  <a:gd name="T69" fmla="*/ 2147483647 h 738"/>
                  <a:gd name="T70" fmla="*/ 2147483647 w 906"/>
                  <a:gd name="T71" fmla="*/ 2147483647 h 738"/>
                  <a:gd name="T72" fmla="*/ 2147483647 w 906"/>
                  <a:gd name="T73" fmla="*/ 2147483647 h 738"/>
                  <a:gd name="T74" fmla="*/ 2147483647 w 906"/>
                  <a:gd name="T75" fmla="*/ 2147483647 h 738"/>
                  <a:gd name="T76" fmla="*/ 2147483647 w 906"/>
                  <a:gd name="T77" fmla="*/ 2147483647 h 738"/>
                  <a:gd name="T78" fmla="*/ 2147483647 w 906"/>
                  <a:gd name="T79" fmla="*/ 2147483647 h 738"/>
                  <a:gd name="T80" fmla="*/ 2147483647 w 906"/>
                  <a:gd name="T81" fmla="*/ 2147483647 h 738"/>
                  <a:gd name="T82" fmla="*/ 2147483647 w 906"/>
                  <a:gd name="T83" fmla="*/ 2147483647 h 738"/>
                  <a:gd name="T84" fmla="*/ 2147483647 w 906"/>
                  <a:gd name="T85" fmla="*/ 2147483647 h 738"/>
                  <a:gd name="T86" fmla="*/ 2147483647 w 906"/>
                  <a:gd name="T87" fmla="*/ 2147483647 h 738"/>
                  <a:gd name="T88" fmla="*/ 2147483647 w 906"/>
                  <a:gd name="T89" fmla="*/ 2147483647 h 738"/>
                  <a:gd name="T90" fmla="*/ 2147483647 w 906"/>
                  <a:gd name="T91" fmla="*/ 2147483647 h 738"/>
                  <a:gd name="T92" fmla="*/ 2147483647 w 906"/>
                  <a:gd name="T93" fmla="*/ 2147483647 h 738"/>
                  <a:gd name="T94" fmla="*/ 2147483647 w 906"/>
                  <a:gd name="T95" fmla="*/ 2147483647 h 738"/>
                  <a:gd name="T96" fmla="*/ 2147483647 w 906"/>
                  <a:gd name="T97" fmla="*/ 2147483647 h 738"/>
                  <a:gd name="T98" fmla="*/ 2147483647 w 906"/>
                  <a:gd name="T99" fmla="*/ 2147483647 h 738"/>
                  <a:gd name="T100" fmla="*/ 2147483647 w 906"/>
                  <a:gd name="T101" fmla="*/ 2147483647 h 738"/>
                  <a:gd name="T102" fmla="*/ 2147483647 w 906"/>
                  <a:gd name="T103" fmla="*/ 2147483647 h 738"/>
                  <a:gd name="T104" fmla="*/ 2147483647 w 906"/>
                  <a:gd name="T105" fmla="*/ 2147483647 h 738"/>
                  <a:gd name="T106" fmla="*/ 2147483647 w 906"/>
                  <a:gd name="T107" fmla="*/ 2147483647 h 738"/>
                  <a:gd name="T108" fmla="*/ 2147483647 w 906"/>
                  <a:gd name="T109" fmla="*/ 2147483647 h 7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6"/>
                  <a:gd name="T166" fmla="*/ 0 h 738"/>
                  <a:gd name="T167" fmla="*/ 906 w 906"/>
                  <a:gd name="T168" fmla="*/ 738 h 73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6" h="738">
                    <a:moveTo>
                      <a:pt x="894" y="108"/>
                    </a:moveTo>
                    <a:lnTo>
                      <a:pt x="894" y="96"/>
                    </a:lnTo>
                    <a:lnTo>
                      <a:pt x="906" y="96"/>
                    </a:lnTo>
                    <a:lnTo>
                      <a:pt x="900" y="90"/>
                    </a:lnTo>
                    <a:lnTo>
                      <a:pt x="876" y="90"/>
                    </a:lnTo>
                    <a:lnTo>
                      <a:pt x="840" y="102"/>
                    </a:lnTo>
                    <a:lnTo>
                      <a:pt x="840" y="84"/>
                    </a:lnTo>
                    <a:lnTo>
                      <a:pt x="816" y="84"/>
                    </a:lnTo>
                    <a:lnTo>
                      <a:pt x="792" y="96"/>
                    </a:lnTo>
                    <a:lnTo>
                      <a:pt x="786" y="102"/>
                    </a:lnTo>
                    <a:lnTo>
                      <a:pt x="780" y="114"/>
                    </a:lnTo>
                    <a:lnTo>
                      <a:pt x="774" y="120"/>
                    </a:lnTo>
                    <a:lnTo>
                      <a:pt x="756" y="120"/>
                    </a:lnTo>
                    <a:lnTo>
                      <a:pt x="750" y="126"/>
                    </a:lnTo>
                    <a:lnTo>
                      <a:pt x="744" y="138"/>
                    </a:lnTo>
                    <a:lnTo>
                      <a:pt x="732" y="144"/>
                    </a:lnTo>
                    <a:lnTo>
                      <a:pt x="726" y="150"/>
                    </a:lnTo>
                    <a:lnTo>
                      <a:pt x="720" y="150"/>
                    </a:lnTo>
                    <a:lnTo>
                      <a:pt x="690" y="120"/>
                    </a:lnTo>
                    <a:lnTo>
                      <a:pt x="690" y="114"/>
                    </a:lnTo>
                    <a:lnTo>
                      <a:pt x="678" y="48"/>
                    </a:lnTo>
                    <a:lnTo>
                      <a:pt x="660" y="48"/>
                    </a:lnTo>
                    <a:lnTo>
                      <a:pt x="660" y="18"/>
                    </a:lnTo>
                    <a:lnTo>
                      <a:pt x="642" y="0"/>
                    </a:lnTo>
                    <a:lnTo>
                      <a:pt x="624" y="0"/>
                    </a:lnTo>
                    <a:lnTo>
                      <a:pt x="618" y="6"/>
                    </a:lnTo>
                    <a:lnTo>
                      <a:pt x="618" y="30"/>
                    </a:lnTo>
                    <a:lnTo>
                      <a:pt x="612" y="36"/>
                    </a:lnTo>
                    <a:lnTo>
                      <a:pt x="606" y="36"/>
                    </a:lnTo>
                    <a:lnTo>
                      <a:pt x="594" y="48"/>
                    </a:lnTo>
                    <a:lnTo>
                      <a:pt x="594" y="54"/>
                    </a:lnTo>
                    <a:lnTo>
                      <a:pt x="600" y="60"/>
                    </a:lnTo>
                    <a:lnTo>
                      <a:pt x="606" y="60"/>
                    </a:lnTo>
                    <a:lnTo>
                      <a:pt x="600" y="84"/>
                    </a:lnTo>
                    <a:lnTo>
                      <a:pt x="588" y="72"/>
                    </a:lnTo>
                    <a:lnTo>
                      <a:pt x="570" y="72"/>
                    </a:lnTo>
                    <a:lnTo>
                      <a:pt x="558" y="78"/>
                    </a:lnTo>
                    <a:lnTo>
                      <a:pt x="546" y="90"/>
                    </a:lnTo>
                    <a:lnTo>
                      <a:pt x="546" y="120"/>
                    </a:lnTo>
                    <a:lnTo>
                      <a:pt x="540" y="120"/>
                    </a:lnTo>
                    <a:lnTo>
                      <a:pt x="534" y="114"/>
                    </a:lnTo>
                    <a:lnTo>
                      <a:pt x="528" y="102"/>
                    </a:lnTo>
                    <a:lnTo>
                      <a:pt x="522" y="96"/>
                    </a:lnTo>
                    <a:lnTo>
                      <a:pt x="510" y="96"/>
                    </a:lnTo>
                    <a:lnTo>
                      <a:pt x="504" y="102"/>
                    </a:lnTo>
                    <a:lnTo>
                      <a:pt x="492" y="108"/>
                    </a:lnTo>
                    <a:lnTo>
                      <a:pt x="474" y="126"/>
                    </a:lnTo>
                    <a:lnTo>
                      <a:pt x="468" y="126"/>
                    </a:lnTo>
                    <a:lnTo>
                      <a:pt x="456" y="114"/>
                    </a:lnTo>
                    <a:lnTo>
                      <a:pt x="444" y="108"/>
                    </a:lnTo>
                    <a:lnTo>
                      <a:pt x="438" y="102"/>
                    </a:lnTo>
                    <a:lnTo>
                      <a:pt x="426" y="102"/>
                    </a:lnTo>
                    <a:lnTo>
                      <a:pt x="414" y="108"/>
                    </a:lnTo>
                    <a:lnTo>
                      <a:pt x="396" y="84"/>
                    </a:lnTo>
                    <a:lnTo>
                      <a:pt x="384" y="96"/>
                    </a:lnTo>
                    <a:lnTo>
                      <a:pt x="342" y="96"/>
                    </a:lnTo>
                    <a:lnTo>
                      <a:pt x="330" y="90"/>
                    </a:lnTo>
                    <a:lnTo>
                      <a:pt x="324" y="84"/>
                    </a:lnTo>
                    <a:lnTo>
                      <a:pt x="312" y="78"/>
                    </a:lnTo>
                    <a:lnTo>
                      <a:pt x="300" y="78"/>
                    </a:lnTo>
                    <a:lnTo>
                      <a:pt x="300" y="102"/>
                    </a:lnTo>
                    <a:lnTo>
                      <a:pt x="264" y="102"/>
                    </a:lnTo>
                    <a:lnTo>
                      <a:pt x="252" y="108"/>
                    </a:lnTo>
                    <a:lnTo>
                      <a:pt x="246" y="120"/>
                    </a:lnTo>
                    <a:lnTo>
                      <a:pt x="246" y="180"/>
                    </a:lnTo>
                    <a:lnTo>
                      <a:pt x="234" y="180"/>
                    </a:lnTo>
                    <a:lnTo>
                      <a:pt x="222" y="186"/>
                    </a:lnTo>
                    <a:lnTo>
                      <a:pt x="216" y="198"/>
                    </a:lnTo>
                    <a:lnTo>
                      <a:pt x="180" y="216"/>
                    </a:lnTo>
                    <a:lnTo>
                      <a:pt x="168" y="216"/>
                    </a:lnTo>
                    <a:lnTo>
                      <a:pt x="168" y="228"/>
                    </a:lnTo>
                    <a:lnTo>
                      <a:pt x="156" y="252"/>
                    </a:lnTo>
                    <a:lnTo>
                      <a:pt x="150" y="258"/>
                    </a:lnTo>
                    <a:lnTo>
                      <a:pt x="138" y="264"/>
                    </a:lnTo>
                    <a:lnTo>
                      <a:pt x="114" y="264"/>
                    </a:lnTo>
                    <a:lnTo>
                      <a:pt x="90" y="240"/>
                    </a:lnTo>
                    <a:lnTo>
                      <a:pt x="84" y="240"/>
                    </a:lnTo>
                    <a:lnTo>
                      <a:pt x="78" y="246"/>
                    </a:lnTo>
                    <a:lnTo>
                      <a:pt x="66" y="246"/>
                    </a:lnTo>
                    <a:lnTo>
                      <a:pt x="60" y="240"/>
                    </a:lnTo>
                    <a:lnTo>
                      <a:pt x="48" y="240"/>
                    </a:lnTo>
                    <a:lnTo>
                      <a:pt x="42" y="234"/>
                    </a:lnTo>
                    <a:lnTo>
                      <a:pt x="36" y="240"/>
                    </a:lnTo>
                    <a:lnTo>
                      <a:pt x="30" y="252"/>
                    </a:lnTo>
                    <a:lnTo>
                      <a:pt x="30" y="258"/>
                    </a:lnTo>
                    <a:lnTo>
                      <a:pt x="36" y="270"/>
                    </a:lnTo>
                    <a:lnTo>
                      <a:pt x="36" y="294"/>
                    </a:lnTo>
                    <a:lnTo>
                      <a:pt x="42" y="300"/>
                    </a:lnTo>
                    <a:lnTo>
                      <a:pt x="42" y="306"/>
                    </a:lnTo>
                    <a:lnTo>
                      <a:pt x="18" y="312"/>
                    </a:lnTo>
                    <a:lnTo>
                      <a:pt x="30" y="330"/>
                    </a:lnTo>
                    <a:lnTo>
                      <a:pt x="24" y="330"/>
                    </a:lnTo>
                    <a:lnTo>
                      <a:pt x="18" y="336"/>
                    </a:lnTo>
                    <a:lnTo>
                      <a:pt x="6" y="342"/>
                    </a:lnTo>
                    <a:lnTo>
                      <a:pt x="0" y="348"/>
                    </a:lnTo>
                    <a:lnTo>
                      <a:pt x="0" y="354"/>
                    </a:lnTo>
                    <a:lnTo>
                      <a:pt x="12" y="366"/>
                    </a:lnTo>
                    <a:lnTo>
                      <a:pt x="12" y="396"/>
                    </a:lnTo>
                    <a:lnTo>
                      <a:pt x="36" y="396"/>
                    </a:lnTo>
                    <a:lnTo>
                      <a:pt x="42" y="402"/>
                    </a:lnTo>
                    <a:lnTo>
                      <a:pt x="42" y="408"/>
                    </a:lnTo>
                    <a:lnTo>
                      <a:pt x="24" y="426"/>
                    </a:lnTo>
                    <a:lnTo>
                      <a:pt x="18" y="438"/>
                    </a:lnTo>
                    <a:lnTo>
                      <a:pt x="30" y="462"/>
                    </a:lnTo>
                    <a:lnTo>
                      <a:pt x="42" y="480"/>
                    </a:lnTo>
                    <a:lnTo>
                      <a:pt x="54" y="504"/>
                    </a:lnTo>
                    <a:lnTo>
                      <a:pt x="60" y="510"/>
                    </a:lnTo>
                    <a:lnTo>
                      <a:pt x="60" y="564"/>
                    </a:lnTo>
                    <a:lnTo>
                      <a:pt x="66" y="570"/>
                    </a:lnTo>
                    <a:lnTo>
                      <a:pt x="72" y="570"/>
                    </a:lnTo>
                    <a:lnTo>
                      <a:pt x="84" y="576"/>
                    </a:lnTo>
                    <a:lnTo>
                      <a:pt x="120" y="576"/>
                    </a:lnTo>
                    <a:lnTo>
                      <a:pt x="126" y="582"/>
                    </a:lnTo>
                    <a:lnTo>
                      <a:pt x="138" y="606"/>
                    </a:lnTo>
                    <a:lnTo>
                      <a:pt x="114" y="654"/>
                    </a:lnTo>
                    <a:lnTo>
                      <a:pt x="108" y="660"/>
                    </a:lnTo>
                    <a:lnTo>
                      <a:pt x="102" y="672"/>
                    </a:lnTo>
                    <a:lnTo>
                      <a:pt x="84" y="690"/>
                    </a:lnTo>
                    <a:lnTo>
                      <a:pt x="84" y="702"/>
                    </a:lnTo>
                    <a:lnTo>
                      <a:pt x="120" y="702"/>
                    </a:lnTo>
                    <a:lnTo>
                      <a:pt x="132" y="708"/>
                    </a:lnTo>
                    <a:lnTo>
                      <a:pt x="150" y="720"/>
                    </a:lnTo>
                    <a:lnTo>
                      <a:pt x="168" y="726"/>
                    </a:lnTo>
                    <a:lnTo>
                      <a:pt x="192" y="738"/>
                    </a:lnTo>
                    <a:lnTo>
                      <a:pt x="210" y="738"/>
                    </a:lnTo>
                    <a:lnTo>
                      <a:pt x="228" y="732"/>
                    </a:lnTo>
                    <a:lnTo>
                      <a:pt x="234" y="732"/>
                    </a:lnTo>
                    <a:lnTo>
                      <a:pt x="240" y="726"/>
                    </a:lnTo>
                    <a:lnTo>
                      <a:pt x="294" y="726"/>
                    </a:lnTo>
                    <a:lnTo>
                      <a:pt x="294" y="732"/>
                    </a:lnTo>
                    <a:lnTo>
                      <a:pt x="318" y="732"/>
                    </a:lnTo>
                    <a:lnTo>
                      <a:pt x="324" y="726"/>
                    </a:lnTo>
                    <a:lnTo>
                      <a:pt x="348" y="726"/>
                    </a:lnTo>
                    <a:lnTo>
                      <a:pt x="366" y="720"/>
                    </a:lnTo>
                    <a:lnTo>
                      <a:pt x="396" y="720"/>
                    </a:lnTo>
                    <a:lnTo>
                      <a:pt x="444" y="696"/>
                    </a:lnTo>
                    <a:lnTo>
                      <a:pt x="450" y="696"/>
                    </a:lnTo>
                    <a:lnTo>
                      <a:pt x="456" y="690"/>
                    </a:lnTo>
                    <a:lnTo>
                      <a:pt x="456" y="660"/>
                    </a:lnTo>
                    <a:lnTo>
                      <a:pt x="450" y="654"/>
                    </a:lnTo>
                    <a:lnTo>
                      <a:pt x="450" y="636"/>
                    </a:lnTo>
                    <a:lnTo>
                      <a:pt x="444" y="624"/>
                    </a:lnTo>
                    <a:lnTo>
                      <a:pt x="444" y="606"/>
                    </a:lnTo>
                    <a:lnTo>
                      <a:pt x="450" y="594"/>
                    </a:lnTo>
                    <a:lnTo>
                      <a:pt x="462" y="588"/>
                    </a:lnTo>
                    <a:lnTo>
                      <a:pt x="468" y="576"/>
                    </a:lnTo>
                    <a:lnTo>
                      <a:pt x="486" y="576"/>
                    </a:lnTo>
                    <a:lnTo>
                      <a:pt x="486" y="588"/>
                    </a:lnTo>
                    <a:lnTo>
                      <a:pt x="528" y="588"/>
                    </a:lnTo>
                    <a:lnTo>
                      <a:pt x="534" y="582"/>
                    </a:lnTo>
                    <a:lnTo>
                      <a:pt x="534" y="576"/>
                    </a:lnTo>
                    <a:lnTo>
                      <a:pt x="528" y="570"/>
                    </a:lnTo>
                    <a:lnTo>
                      <a:pt x="522" y="570"/>
                    </a:lnTo>
                    <a:lnTo>
                      <a:pt x="522" y="564"/>
                    </a:lnTo>
                    <a:lnTo>
                      <a:pt x="528" y="558"/>
                    </a:lnTo>
                    <a:lnTo>
                      <a:pt x="534" y="558"/>
                    </a:lnTo>
                    <a:lnTo>
                      <a:pt x="546" y="552"/>
                    </a:lnTo>
                    <a:lnTo>
                      <a:pt x="552" y="546"/>
                    </a:lnTo>
                    <a:lnTo>
                      <a:pt x="564" y="540"/>
                    </a:lnTo>
                    <a:lnTo>
                      <a:pt x="594" y="540"/>
                    </a:lnTo>
                    <a:lnTo>
                      <a:pt x="594" y="552"/>
                    </a:lnTo>
                    <a:lnTo>
                      <a:pt x="600" y="558"/>
                    </a:lnTo>
                    <a:lnTo>
                      <a:pt x="612" y="558"/>
                    </a:lnTo>
                    <a:lnTo>
                      <a:pt x="624" y="552"/>
                    </a:lnTo>
                    <a:lnTo>
                      <a:pt x="630" y="540"/>
                    </a:lnTo>
                    <a:lnTo>
                      <a:pt x="636" y="534"/>
                    </a:lnTo>
                    <a:lnTo>
                      <a:pt x="636" y="528"/>
                    </a:lnTo>
                    <a:lnTo>
                      <a:pt x="630" y="522"/>
                    </a:lnTo>
                    <a:lnTo>
                      <a:pt x="630" y="510"/>
                    </a:lnTo>
                    <a:lnTo>
                      <a:pt x="624" y="498"/>
                    </a:lnTo>
                    <a:lnTo>
                      <a:pt x="624" y="480"/>
                    </a:lnTo>
                    <a:lnTo>
                      <a:pt x="630" y="474"/>
                    </a:lnTo>
                    <a:lnTo>
                      <a:pt x="636" y="474"/>
                    </a:lnTo>
                    <a:lnTo>
                      <a:pt x="636" y="438"/>
                    </a:lnTo>
                    <a:lnTo>
                      <a:pt x="642" y="432"/>
                    </a:lnTo>
                    <a:lnTo>
                      <a:pt x="660" y="432"/>
                    </a:lnTo>
                    <a:lnTo>
                      <a:pt x="690" y="414"/>
                    </a:lnTo>
                    <a:lnTo>
                      <a:pt x="684" y="414"/>
                    </a:lnTo>
                    <a:lnTo>
                      <a:pt x="672" y="408"/>
                    </a:lnTo>
                    <a:lnTo>
                      <a:pt x="672" y="402"/>
                    </a:lnTo>
                    <a:lnTo>
                      <a:pt x="666" y="396"/>
                    </a:lnTo>
                    <a:lnTo>
                      <a:pt x="666" y="390"/>
                    </a:lnTo>
                    <a:lnTo>
                      <a:pt x="654" y="384"/>
                    </a:lnTo>
                    <a:lnTo>
                      <a:pt x="642" y="372"/>
                    </a:lnTo>
                    <a:lnTo>
                      <a:pt x="642" y="360"/>
                    </a:lnTo>
                    <a:lnTo>
                      <a:pt x="660" y="360"/>
                    </a:lnTo>
                    <a:lnTo>
                      <a:pt x="666" y="366"/>
                    </a:lnTo>
                    <a:lnTo>
                      <a:pt x="684" y="372"/>
                    </a:lnTo>
                    <a:lnTo>
                      <a:pt x="690" y="372"/>
                    </a:lnTo>
                    <a:lnTo>
                      <a:pt x="696" y="366"/>
                    </a:lnTo>
                    <a:lnTo>
                      <a:pt x="714" y="366"/>
                    </a:lnTo>
                    <a:lnTo>
                      <a:pt x="714" y="336"/>
                    </a:lnTo>
                    <a:lnTo>
                      <a:pt x="708" y="330"/>
                    </a:lnTo>
                    <a:lnTo>
                      <a:pt x="708" y="318"/>
                    </a:lnTo>
                    <a:lnTo>
                      <a:pt x="714" y="306"/>
                    </a:lnTo>
                    <a:lnTo>
                      <a:pt x="738" y="282"/>
                    </a:lnTo>
                    <a:lnTo>
                      <a:pt x="738" y="276"/>
                    </a:lnTo>
                    <a:lnTo>
                      <a:pt x="732" y="264"/>
                    </a:lnTo>
                    <a:lnTo>
                      <a:pt x="726" y="258"/>
                    </a:lnTo>
                    <a:lnTo>
                      <a:pt x="726" y="228"/>
                    </a:lnTo>
                    <a:lnTo>
                      <a:pt x="696" y="198"/>
                    </a:lnTo>
                    <a:lnTo>
                      <a:pt x="696" y="192"/>
                    </a:lnTo>
                    <a:lnTo>
                      <a:pt x="702" y="186"/>
                    </a:lnTo>
                    <a:lnTo>
                      <a:pt x="708" y="174"/>
                    </a:lnTo>
                    <a:lnTo>
                      <a:pt x="714" y="168"/>
                    </a:lnTo>
                    <a:lnTo>
                      <a:pt x="738" y="156"/>
                    </a:lnTo>
                    <a:lnTo>
                      <a:pt x="744" y="150"/>
                    </a:lnTo>
                    <a:lnTo>
                      <a:pt x="768" y="138"/>
                    </a:lnTo>
                    <a:lnTo>
                      <a:pt x="774" y="138"/>
                    </a:lnTo>
                    <a:lnTo>
                      <a:pt x="780" y="132"/>
                    </a:lnTo>
                    <a:lnTo>
                      <a:pt x="822" y="132"/>
                    </a:lnTo>
                    <a:lnTo>
                      <a:pt x="828" y="126"/>
                    </a:lnTo>
                    <a:lnTo>
                      <a:pt x="852" y="126"/>
                    </a:lnTo>
                    <a:lnTo>
                      <a:pt x="864" y="132"/>
                    </a:lnTo>
                    <a:lnTo>
                      <a:pt x="876" y="132"/>
                    </a:lnTo>
                    <a:lnTo>
                      <a:pt x="882" y="126"/>
                    </a:lnTo>
                    <a:lnTo>
                      <a:pt x="894" y="126"/>
                    </a:lnTo>
                    <a:lnTo>
                      <a:pt x="900" y="120"/>
                    </a:lnTo>
                    <a:lnTo>
                      <a:pt x="894" y="114"/>
                    </a:lnTo>
                    <a:lnTo>
                      <a:pt x="894" y="108"/>
                    </a:lnTo>
                    <a:close/>
                  </a:path>
                </a:pathLst>
              </a:custGeom>
              <a:solidFill>
                <a:schemeClr val="accent5"/>
              </a:solid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lt1"/>
                  </a:solidFill>
                </a:endParaRPr>
              </a:p>
            </p:txBody>
          </p:sp>
        </p:grpSp>
      </p:gr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85374250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US_Map">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9182100" cy="605028"/>
          </a:xfrm>
        </p:spPr>
        <p:txBody>
          <a:bodyPr/>
          <a:lstStyle/>
          <a:p>
            <a:r>
              <a:rPr lang="en-US" dirty="0"/>
              <a:t>The United States </a:t>
            </a:r>
          </a:p>
        </p:txBody>
      </p:sp>
      <p:sp>
        <p:nvSpPr>
          <p:cNvPr id="38" name="Text Placeholder">
            <a:extLst>
              <a:ext uri="{FF2B5EF4-FFF2-40B4-BE49-F238E27FC236}">
                <a16:creationId xmlns:a16="http://schemas.microsoft.com/office/drawing/2014/main" id="{A5F148BA-6EA4-4949-8AAF-4C9D1DCAFE42}"/>
              </a:ext>
            </a:extLst>
          </p:cNvPr>
          <p:cNvSpPr>
            <a:spLocks noGrp="1"/>
          </p:cNvSpPr>
          <p:nvPr>
            <p:ph type="body" orient="vert" idx="1"/>
          </p:nvPr>
        </p:nvSpPr>
        <p:spPr>
          <a:xfrm>
            <a:off x="576072" y="1524000"/>
            <a:ext cx="3538728" cy="4495800"/>
          </a:xfrm>
        </p:spPr>
        <p:txBody>
          <a:bodyPr vert="horz"/>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grpSp>
        <p:nvGrpSpPr>
          <p:cNvPr id="356" name="USA">
            <a:extLst>
              <a:ext uri="{FF2B5EF4-FFF2-40B4-BE49-F238E27FC236}">
                <a16:creationId xmlns:a16="http://schemas.microsoft.com/office/drawing/2014/main" id="{8B1E035B-8BD5-1D4E-A0EC-F56AC1B47C9D}"/>
              </a:ext>
            </a:extLst>
          </p:cNvPr>
          <p:cNvGrpSpPr/>
          <p:nvPr userDrawn="1"/>
        </p:nvGrpSpPr>
        <p:grpSpPr>
          <a:xfrm>
            <a:off x="4211464" y="1777785"/>
            <a:ext cx="7409036" cy="3992396"/>
            <a:chOff x="1121697" y="778934"/>
            <a:chExt cx="9835920" cy="5300134"/>
          </a:xfrm>
          <a:solidFill>
            <a:schemeClr val="accent5"/>
          </a:solidFill>
        </p:grpSpPr>
        <p:sp>
          <p:nvSpPr>
            <p:cNvPr id="357" name="Wyoming">
              <a:extLst>
                <a:ext uri="{FF2B5EF4-FFF2-40B4-BE49-F238E27FC236}">
                  <a16:creationId xmlns:a16="http://schemas.microsoft.com/office/drawing/2014/main" id="{CA18B27A-86E9-154E-BE12-6664C0D3696B}"/>
                </a:ext>
              </a:extLst>
            </p:cNvPr>
            <p:cNvSpPr>
              <a:spLocks/>
            </p:cNvSpPr>
            <p:nvPr/>
          </p:nvSpPr>
          <p:spPr bwMode="auto">
            <a:xfrm>
              <a:off x="4163305" y="1693424"/>
              <a:ext cx="1076658" cy="755666"/>
            </a:xfrm>
            <a:custGeom>
              <a:avLst/>
              <a:gdLst>
                <a:gd name="T0" fmla="*/ 204 w 644"/>
                <a:gd name="T1" fmla="*/ 452 h 452"/>
                <a:gd name="T2" fmla="*/ 206 w 644"/>
                <a:gd name="T3" fmla="*/ 452 h 452"/>
                <a:gd name="T4" fmla="*/ 644 w 644"/>
                <a:gd name="T5" fmla="*/ 452 h 452"/>
                <a:gd name="T6" fmla="*/ 644 w 644"/>
                <a:gd name="T7" fmla="*/ 203 h 452"/>
                <a:gd name="T8" fmla="*/ 644 w 644"/>
                <a:gd name="T9" fmla="*/ 201 h 452"/>
                <a:gd name="T10" fmla="*/ 644 w 644"/>
                <a:gd name="T11" fmla="*/ 0 h 452"/>
                <a:gd name="T12" fmla="*/ 0 w 644"/>
                <a:gd name="T13" fmla="*/ 0 h 452"/>
                <a:gd name="T14" fmla="*/ 0 w 644"/>
                <a:gd name="T15" fmla="*/ 26 h 452"/>
                <a:gd name="T16" fmla="*/ 0 w 644"/>
                <a:gd name="T17" fmla="*/ 28 h 452"/>
                <a:gd name="T18" fmla="*/ 0 w 644"/>
                <a:gd name="T19" fmla="*/ 317 h 452"/>
                <a:gd name="T20" fmla="*/ 0 w 644"/>
                <a:gd name="T21" fmla="*/ 317 h 452"/>
                <a:gd name="T22" fmla="*/ 0 w 644"/>
                <a:gd name="T23" fmla="*/ 452 h 452"/>
                <a:gd name="T24" fmla="*/ 204 w 644"/>
                <a:gd name="T25" fmla="*/ 452 h 452"/>
                <a:gd name="T26" fmla="*/ 204 w 644"/>
                <a:gd name="T27" fmla="*/ 452 h 452"/>
                <a:gd name="T28" fmla="*/ 204 w 644"/>
                <a:gd name="T29" fmla="*/ 452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44" h="452">
                  <a:moveTo>
                    <a:pt x="204" y="452"/>
                  </a:moveTo>
                  <a:lnTo>
                    <a:pt x="206" y="452"/>
                  </a:lnTo>
                  <a:lnTo>
                    <a:pt x="644" y="452"/>
                  </a:lnTo>
                  <a:lnTo>
                    <a:pt x="644" y="203"/>
                  </a:lnTo>
                  <a:lnTo>
                    <a:pt x="644" y="201"/>
                  </a:lnTo>
                  <a:lnTo>
                    <a:pt x="644" y="0"/>
                  </a:lnTo>
                  <a:lnTo>
                    <a:pt x="0" y="0"/>
                  </a:lnTo>
                  <a:lnTo>
                    <a:pt x="0" y="26"/>
                  </a:lnTo>
                  <a:lnTo>
                    <a:pt x="0" y="28"/>
                  </a:lnTo>
                  <a:lnTo>
                    <a:pt x="0" y="317"/>
                  </a:lnTo>
                  <a:lnTo>
                    <a:pt x="0" y="317"/>
                  </a:lnTo>
                  <a:lnTo>
                    <a:pt x="0" y="452"/>
                  </a:lnTo>
                  <a:lnTo>
                    <a:pt x="204" y="452"/>
                  </a:lnTo>
                  <a:lnTo>
                    <a:pt x="204" y="452"/>
                  </a:lnTo>
                  <a:lnTo>
                    <a:pt x="204" y="452"/>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58" name="Wisconsin">
              <a:extLst>
                <a:ext uri="{FF2B5EF4-FFF2-40B4-BE49-F238E27FC236}">
                  <a16:creationId xmlns:a16="http://schemas.microsoft.com/office/drawing/2014/main" id="{E31664F5-92B3-8D49-AB6C-EDDB0DB06D81}"/>
                </a:ext>
              </a:extLst>
            </p:cNvPr>
            <p:cNvSpPr>
              <a:spLocks/>
            </p:cNvSpPr>
            <p:nvPr/>
          </p:nvSpPr>
          <p:spPr bwMode="auto">
            <a:xfrm>
              <a:off x="6960274" y="1349027"/>
              <a:ext cx="897772" cy="819196"/>
            </a:xfrm>
            <a:custGeom>
              <a:avLst/>
              <a:gdLst>
                <a:gd name="T0" fmla="*/ 18 w 227"/>
                <a:gd name="T1" fmla="*/ 20 h 207"/>
                <a:gd name="T2" fmla="*/ 0 w 227"/>
                <a:gd name="T3" fmla="*/ 49 h 207"/>
                <a:gd name="T4" fmla="*/ 2 w 227"/>
                <a:gd name="T5" fmla="*/ 70 h 207"/>
                <a:gd name="T6" fmla="*/ 4 w 227"/>
                <a:gd name="T7" fmla="*/ 93 h 207"/>
                <a:gd name="T8" fmla="*/ 43 w 227"/>
                <a:gd name="T9" fmla="*/ 129 h 207"/>
                <a:gd name="T10" fmla="*/ 56 w 227"/>
                <a:gd name="T11" fmla="*/ 145 h 207"/>
                <a:gd name="T12" fmla="*/ 56 w 227"/>
                <a:gd name="T13" fmla="*/ 146 h 207"/>
                <a:gd name="T14" fmla="*/ 55 w 227"/>
                <a:gd name="T15" fmla="*/ 156 h 207"/>
                <a:gd name="T16" fmla="*/ 55 w 227"/>
                <a:gd name="T17" fmla="*/ 158 h 207"/>
                <a:gd name="T18" fmla="*/ 57 w 227"/>
                <a:gd name="T19" fmla="*/ 172 h 207"/>
                <a:gd name="T20" fmla="*/ 76 w 227"/>
                <a:gd name="T21" fmla="*/ 202 h 207"/>
                <a:gd name="T22" fmla="*/ 80 w 227"/>
                <a:gd name="T23" fmla="*/ 207 h 207"/>
                <a:gd name="T24" fmla="*/ 195 w 227"/>
                <a:gd name="T25" fmla="*/ 203 h 207"/>
                <a:gd name="T26" fmla="*/ 227 w 227"/>
                <a:gd name="T27" fmla="*/ 94 h 207"/>
                <a:gd name="T28" fmla="*/ 215 w 227"/>
                <a:gd name="T29" fmla="*/ 118 h 207"/>
                <a:gd name="T30" fmla="*/ 192 w 227"/>
                <a:gd name="T31" fmla="*/ 133 h 207"/>
                <a:gd name="T32" fmla="*/ 198 w 227"/>
                <a:gd name="T33" fmla="*/ 119 h 207"/>
                <a:gd name="T34" fmla="*/ 197 w 227"/>
                <a:gd name="T35" fmla="*/ 112 h 207"/>
                <a:gd name="T36" fmla="*/ 196 w 227"/>
                <a:gd name="T37" fmla="*/ 91 h 207"/>
                <a:gd name="T38" fmla="*/ 197 w 227"/>
                <a:gd name="T39" fmla="*/ 89 h 207"/>
                <a:gd name="T40" fmla="*/ 193 w 227"/>
                <a:gd name="T41" fmla="*/ 82 h 207"/>
                <a:gd name="T42" fmla="*/ 180 w 227"/>
                <a:gd name="T43" fmla="*/ 68 h 207"/>
                <a:gd name="T44" fmla="*/ 179 w 227"/>
                <a:gd name="T45" fmla="*/ 61 h 207"/>
                <a:gd name="T46" fmla="*/ 148 w 227"/>
                <a:gd name="T47" fmla="*/ 50 h 207"/>
                <a:gd name="T48" fmla="*/ 141 w 227"/>
                <a:gd name="T49" fmla="*/ 45 h 207"/>
                <a:gd name="T50" fmla="*/ 140 w 227"/>
                <a:gd name="T51" fmla="*/ 45 h 207"/>
                <a:gd name="T52" fmla="*/ 140 w 227"/>
                <a:gd name="T53" fmla="*/ 45 h 207"/>
                <a:gd name="T54" fmla="*/ 138 w 227"/>
                <a:gd name="T55" fmla="*/ 44 h 207"/>
                <a:gd name="T56" fmla="*/ 123 w 227"/>
                <a:gd name="T57" fmla="*/ 44 h 207"/>
                <a:gd name="T58" fmla="*/ 109 w 227"/>
                <a:gd name="T59" fmla="*/ 39 h 207"/>
                <a:gd name="T60" fmla="*/ 100 w 227"/>
                <a:gd name="T61" fmla="*/ 29 h 207"/>
                <a:gd name="T62" fmla="*/ 82 w 227"/>
                <a:gd name="T63" fmla="*/ 20 h 207"/>
                <a:gd name="T64" fmla="*/ 78 w 227"/>
                <a:gd name="T65" fmla="*/ 20 h 207"/>
                <a:gd name="T66" fmla="*/ 82 w 227"/>
                <a:gd name="T67" fmla="*/ 4 h 207"/>
                <a:gd name="T68" fmla="*/ 51 w 227"/>
                <a:gd name="T69" fmla="*/ 20 h 207"/>
                <a:gd name="T70" fmla="*/ 35 w 227"/>
                <a:gd name="T71" fmla="*/ 20 h 207"/>
                <a:gd name="T72" fmla="*/ 24 w 227"/>
                <a:gd name="T73" fmla="*/ 15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207">
                  <a:moveTo>
                    <a:pt x="21" y="15"/>
                  </a:moveTo>
                  <a:cubicBezTo>
                    <a:pt x="20" y="16"/>
                    <a:pt x="18" y="18"/>
                    <a:pt x="18" y="20"/>
                  </a:cubicBezTo>
                  <a:cubicBezTo>
                    <a:pt x="16" y="29"/>
                    <a:pt x="10" y="30"/>
                    <a:pt x="9" y="30"/>
                  </a:cubicBezTo>
                  <a:cubicBezTo>
                    <a:pt x="0" y="49"/>
                    <a:pt x="0" y="49"/>
                    <a:pt x="0" y="49"/>
                  </a:cubicBezTo>
                  <a:cubicBezTo>
                    <a:pt x="0" y="61"/>
                    <a:pt x="0" y="61"/>
                    <a:pt x="0" y="61"/>
                  </a:cubicBezTo>
                  <a:cubicBezTo>
                    <a:pt x="2" y="70"/>
                    <a:pt x="2" y="70"/>
                    <a:pt x="2" y="70"/>
                  </a:cubicBezTo>
                  <a:cubicBezTo>
                    <a:pt x="4" y="78"/>
                    <a:pt x="1" y="81"/>
                    <a:pt x="0" y="82"/>
                  </a:cubicBezTo>
                  <a:cubicBezTo>
                    <a:pt x="4" y="93"/>
                    <a:pt x="4" y="93"/>
                    <a:pt x="4" y="93"/>
                  </a:cubicBezTo>
                  <a:cubicBezTo>
                    <a:pt x="21" y="105"/>
                    <a:pt x="21" y="105"/>
                    <a:pt x="21" y="105"/>
                  </a:cubicBezTo>
                  <a:cubicBezTo>
                    <a:pt x="43" y="129"/>
                    <a:pt x="43" y="129"/>
                    <a:pt x="43" y="129"/>
                  </a:cubicBezTo>
                  <a:cubicBezTo>
                    <a:pt x="44" y="129"/>
                    <a:pt x="46" y="132"/>
                    <a:pt x="55" y="143"/>
                  </a:cubicBezTo>
                  <a:cubicBezTo>
                    <a:pt x="56" y="144"/>
                    <a:pt x="56" y="144"/>
                    <a:pt x="56" y="145"/>
                  </a:cubicBezTo>
                  <a:cubicBezTo>
                    <a:pt x="57" y="145"/>
                    <a:pt x="57" y="145"/>
                    <a:pt x="57" y="145"/>
                  </a:cubicBezTo>
                  <a:cubicBezTo>
                    <a:pt x="56" y="146"/>
                    <a:pt x="56" y="146"/>
                    <a:pt x="56" y="146"/>
                  </a:cubicBezTo>
                  <a:cubicBezTo>
                    <a:pt x="56" y="146"/>
                    <a:pt x="55" y="147"/>
                    <a:pt x="55" y="150"/>
                  </a:cubicBezTo>
                  <a:cubicBezTo>
                    <a:pt x="55" y="152"/>
                    <a:pt x="55" y="154"/>
                    <a:pt x="55" y="156"/>
                  </a:cubicBezTo>
                  <a:cubicBezTo>
                    <a:pt x="56" y="158"/>
                    <a:pt x="56" y="158"/>
                    <a:pt x="56" y="158"/>
                  </a:cubicBezTo>
                  <a:cubicBezTo>
                    <a:pt x="55" y="158"/>
                    <a:pt x="55" y="158"/>
                    <a:pt x="55" y="158"/>
                  </a:cubicBezTo>
                  <a:cubicBezTo>
                    <a:pt x="56" y="164"/>
                    <a:pt x="57" y="170"/>
                    <a:pt x="57" y="172"/>
                  </a:cubicBezTo>
                  <a:cubicBezTo>
                    <a:pt x="57" y="172"/>
                    <a:pt x="57" y="172"/>
                    <a:pt x="57" y="172"/>
                  </a:cubicBezTo>
                  <a:cubicBezTo>
                    <a:pt x="64" y="183"/>
                    <a:pt x="64" y="183"/>
                    <a:pt x="64" y="183"/>
                  </a:cubicBezTo>
                  <a:cubicBezTo>
                    <a:pt x="76" y="202"/>
                    <a:pt x="76" y="202"/>
                    <a:pt x="76" y="202"/>
                  </a:cubicBezTo>
                  <a:cubicBezTo>
                    <a:pt x="80" y="207"/>
                    <a:pt x="80" y="207"/>
                    <a:pt x="80" y="207"/>
                  </a:cubicBezTo>
                  <a:cubicBezTo>
                    <a:pt x="80" y="207"/>
                    <a:pt x="80" y="207"/>
                    <a:pt x="80" y="207"/>
                  </a:cubicBezTo>
                  <a:cubicBezTo>
                    <a:pt x="196" y="207"/>
                    <a:pt x="196" y="207"/>
                    <a:pt x="196" y="207"/>
                  </a:cubicBezTo>
                  <a:cubicBezTo>
                    <a:pt x="195" y="203"/>
                    <a:pt x="195" y="203"/>
                    <a:pt x="195" y="203"/>
                  </a:cubicBezTo>
                  <a:cubicBezTo>
                    <a:pt x="227" y="102"/>
                    <a:pt x="227" y="102"/>
                    <a:pt x="227" y="102"/>
                  </a:cubicBezTo>
                  <a:cubicBezTo>
                    <a:pt x="227" y="94"/>
                    <a:pt x="227" y="94"/>
                    <a:pt x="227" y="94"/>
                  </a:cubicBezTo>
                  <a:cubicBezTo>
                    <a:pt x="215" y="106"/>
                    <a:pt x="215" y="106"/>
                    <a:pt x="215" y="106"/>
                  </a:cubicBezTo>
                  <a:cubicBezTo>
                    <a:pt x="215" y="118"/>
                    <a:pt x="215" y="118"/>
                    <a:pt x="215" y="118"/>
                  </a:cubicBezTo>
                  <a:cubicBezTo>
                    <a:pt x="207" y="118"/>
                    <a:pt x="207" y="118"/>
                    <a:pt x="207" y="118"/>
                  </a:cubicBezTo>
                  <a:cubicBezTo>
                    <a:pt x="192" y="133"/>
                    <a:pt x="192" y="133"/>
                    <a:pt x="192" y="133"/>
                  </a:cubicBezTo>
                  <a:cubicBezTo>
                    <a:pt x="192" y="129"/>
                    <a:pt x="192" y="129"/>
                    <a:pt x="192" y="129"/>
                  </a:cubicBezTo>
                  <a:cubicBezTo>
                    <a:pt x="198" y="119"/>
                    <a:pt x="198" y="119"/>
                    <a:pt x="198" y="119"/>
                  </a:cubicBezTo>
                  <a:cubicBezTo>
                    <a:pt x="198" y="118"/>
                    <a:pt x="198" y="118"/>
                    <a:pt x="198" y="118"/>
                  </a:cubicBezTo>
                  <a:cubicBezTo>
                    <a:pt x="198" y="116"/>
                    <a:pt x="198" y="114"/>
                    <a:pt x="197" y="112"/>
                  </a:cubicBezTo>
                  <a:cubicBezTo>
                    <a:pt x="196" y="109"/>
                    <a:pt x="196" y="106"/>
                    <a:pt x="196" y="104"/>
                  </a:cubicBezTo>
                  <a:cubicBezTo>
                    <a:pt x="197" y="100"/>
                    <a:pt x="197" y="95"/>
                    <a:pt x="196" y="91"/>
                  </a:cubicBezTo>
                  <a:cubicBezTo>
                    <a:pt x="196" y="90"/>
                    <a:pt x="196" y="90"/>
                    <a:pt x="196" y="90"/>
                  </a:cubicBezTo>
                  <a:cubicBezTo>
                    <a:pt x="197" y="89"/>
                    <a:pt x="197" y="89"/>
                    <a:pt x="197" y="89"/>
                  </a:cubicBezTo>
                  <a:cubicBezTo>
                    <a:pt x="195" y="87"/>
                    <a:pt x="195" y="87"/>
                    <a:pt x="195" y="87"/>
                  </a:cubicBezTo>
                  <a:cubicBezTo>
                    <a:pt x="193" y="83"/>
                    <a:pt x="193" y="83"/>
                    <a:pt x="193" y="82"/>
                  </a:cubicBezTo>
                  <a:cubicBezTo>
                    <a:pt x="192" y="82"/>
                    <a:pt x="192" y="81"/>
                    <a:pt x="191" y="80"/>
                  </a:cubicBezTo>
                  <a:cubicBezTo>
                    <a:pt x="187" y="76"/>
                    <a:pt x="181" y="69"/>
                    <a:pt x="180" y="68"/>
                  </a:cubicBezTo>
                  <a:cubicBezTo>
                    <a:pt x="180" y="67"/>
                    <a:pt x="183" y="64"/>
                    <a:pt x="183" y="63"/>
                  </a:cubicBezTo>
                  <a:cubicBezTo>
                    <a:pt x="182" y="62"/>
                    <a:pt x="181" y="61"/>
                    <a:pt x="179" y="61"/>
                  </a:cubicBezTo>
                  <a:cubicBezTo>
                    <a:pt x="148" y="61"/>
                    <a:pt x="148" y="61"/>
                    <a:pt x="148" y="61"/>
                  </a:cubicBezTo>
                  <a:cubicBezTo>
                    <a:pt x="148" y="50"/>
                    <a:pt x="148" y="50"/>
                    <a:pt x="148" y="50"/>
                  </a:cubicBezTo>
                  <a:cubicBezTo>
                    <a:pt x="149" y="49"/>
                    <a:pt x="148" y="47"/>
                    <a:pt x="144" y="46"/>
                  </a:cubicBezTo>
                  <a:cubicBezTo>
                    <a:pt x="142" y="45"/>
                    <a:pt x="141" y="45"/>
                    <a:pt x="141" y="45"/>
                  </a:cubicBezTo>
                  <a:cubicBezTo>
                    <a:pt x="140" y="45"/>
                    <a:pt x="140" y="45"/>
                    <a:pt x="140" y="45"/>
                  </a:cubicBezTo>
                  <a:cubicBezTo>
                    <a:pt x="140" y="45"/>
                    <a:pt x="140" y="45"/>
                    <a:pt x="140" y="45"/>
                  </a:cubicBezTo>
                  <a:cubicBezTo>
                    <a:pt x="140" y="45"/>
                    <a:pt x="140" y="45"/>
                    <a:pt x="140" y="45"/>
                  </a:cubicBezTo>
                  <a:cubicBezTo>
                    <a:pt x="140" y="45"/>
                    <a:pt x="140" y="45"/>
                    <a:pt x="140" y="45"/>
                  </a:cubicBezTo>
                  <a:cubicBezTo>
                    <a:pt x="140" y="44"/>
                    <a:pt x="140" y="44"/>
                    <a:pt x="140" y="44"/>
                  </a:cubicBezTo>
                  <a:cubicBezTo>
                    <a:pt x="139" y="44"/>
                    <a:pt x="139" y="44"/>
                    <a:pt x="138" y="44"/>
                  </a:cubicBezTo>
                  <a:cubicBezTo>
                    <a:pt x="137" y="43"/>
                    <a:pt x="135" y="43"/>
                    <a:pt x="132" y="43"/>
                  </a:cubicBezTo>
                  <a:cubicBezTo>
                    <a:pt x="127" y="43"/>
                    <a:pt x="123" y="44"/>
                    <a:pt x="123" y="44"/>
                  </a:cubicBezTo>
                  <a:cubicBezTo>
                    <a:pt x="117" y="43"/>
                    <a:pt x="117" y="43"/>
                    <a:pt x="117" y="43"/>
                  </a:cubicBezTo>
                  <a:cubicBezTo>
                    <a:pt x="109" y="39"/>
                    <a:pt x="109" y="39"/>
                    <a:pt x="109" y="39"/>
                  </a:cubicBezTo>
                  <a:cubicBezTo>
                    <a:pt x="106" y="39"/>
                    <a:pt x="106" y="39"/>
                    <a:pt x="106" y="39"/>
                  </a:cubicBezTo>
                  <a:cubicBezTo>
                    <a:pt x="100" y="29"/>
                    <a:pt x="100" y="29"/>
                    <a:pt x="100" y="29"/>
                  </a:cubicBezTo>
                  <a:cubicBezTo>
                    <a:pt x="100" y="20"/>
                    <a:pt x="100" y="20"/>
                    <a:pt x="100" y="20"/>
                  </a:cubicBezTo>
                  <a:cubicBezTo>
                    <a:pt x="82" y="20"/>
                    <a:pt x="82" y="20"/>
                    <a:pt x="82" y="20"/>
                  </a:cubicBezTo>
                  <a:cubicBezTo>
                    <a:pt x="82" y="24"/>
                    <a:pt x="82" y="24"/>
                    <a:pt x="82" y="24"/>
                  </a:cubicBezTo>
                  <a:cubicBezTo>
                    <a:pt x="78" y="20"/>
                    <a:pt x="78" y="20"/>
                    <a:pt x="78" y="20"/>
                  </a:cubicBezTo>
                  <a:cubicBezTo>
                    <a:pt x="82" y="12"/>
                    <a:pt x="82" y="12"/>
                    <a:pt x="82" y="12"/>
                  </a:cubicBezTo>
                  <a:cubicBezTo>
                    <a:pt x="82" y="4"/>
                    <a:pt x="82" y="4"/>
                    <a:pt x="82" y="4"/>
                  </a:cubicBezTo>
                  <a:cubicBezTo>
                    <a:pt x="78" y="0"/>
                    <a:pt x="78" y="0"/>
                    <a:pt x="78" y="0"/>
                  </a:cubicBezTo>
                  <a:cubicBezTo>
                    <a:pt x="51" y="20"/>
                    <a:pt x="51" y="20"/>
                    <a:pt x="51" y="20"/>
                  </a:cubicBezTo>
                  <a:cubicBezTo>
                    <a:pt x="43" y="20"/>
                    <a:pt x="43" y="20"/>
                    <a:pt x="43" y="20"/>
                  </a:cubicBezTo>
                  <a:cubicBezTo>
                    <a:pt x="35" y="20"/>
                    <a:pt x="35" y="20"/>
                    <a:pt x="35" y="20"/>
                  </a:cubicBezTo>
                  <a:cubicBezTo>
                    <a:pt x="32" y="16"/>
                    <a:pt x="32" y="16"/>
                    <a:pt x="32" y="16"/>
                  </a:cubicBezTo>
                  <a:cubicBezTo>
                    <a:pt x="30" y="16"/>
                    <a:pt x="27" y="15"/>
                    <a:pt x="24" y="15"/>
                  </a:cubicBezTo>
                  <a:cubicBezTo>
                    <a:pt x="23" y="15"/>
                    <a:pt x="22" y="15"/>
                    <a:pt x="21" y="15"/>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59" name="West Virginia">
              <a:extLst>
                <a:ext uri="{FF2B5EF4-FFF2-40B4-BE49-F238E27FC236}">
                  <a16:creationId xmlns:a16="http://schemas.microsoft.com/office/drawing/2014/main" id="{A0B98000-83D4-1B4E-9889-9FE4DFEC94FF}"/>
                </a:ext>
              </a:extLst>
            </p:cNvPr>
            <p:cNvSpPr>
              <a:spLocks/>
            </p:cNvSpPr>
            <p:nvPr/>
          </p:nvSpPr>
          <p:spPr bwMode="auto">
            <a:xfrm>
              <a:off x="8530122" y="2666428"/>
              <a:ext cx="785760" cy="578453"/>
            </a:xfrm>
            <a:custGeom>
              <a:avLst/>
              <a:gdLst>
                <a:gd name="T0" fmla="*/ 79 w 199"/>
                <a:gd name="T1" fmla="*/ 0 h 146"/>
                <a:gd name="T2" fmla="*/ 74 w 199"/>
                <a:gd name="T3" fmla="*/ 17 h 146"/>
                <a:gd name="T4" fmla="*/ 74 w 199"/>
                <a:gd name="T5" fmla="*/ 29 h 146"/>
                <a:gd name="T6" fmla="*/ 74 w 199"/>
                <a:gd name="T7" fmla="*/ 41 h 146"/>
                <a:gd name="T8" fmla="*/ 69 w 199"/>
                <a:gd name="T9" fmla="*/ 53 h 146"/>
                <a:gd name="T10" fmla="*/ 59 w 199"/>
                <a:gd name="T11" fmla="*/ 64 h 146"/>
                <a:gd name="T12" fmla="*/ 49 w 199"/>
                <a:gd name="T13" fmla="*/ 71 h 146"/>
                <a:gd name="T14" fmla="*/ 44 w 199"/>
                <a:gd name="T15" fmla="*/ 75 h 146"/>
                <a:gd name="T16" fmla="*/ 36 w 199"/>
                <a:gd name="T17" fmla="*/ 80 h 146"/>
                <a:gd name="T18" fmla="*/ 20 w 199"/>
                <a:gd name="T19" fmla="*/ 87 h 146"/>
                <a:gd name="T20" fmla="*/ 4 w 199"/>
                <a:gd name="T21" fmla="*/ 100 h 146"/>
                <a:gd name="T22" fmla="*/ 4 w 199"/>
                <a:gd name="T23" fmla="*/ 103 h 146"/>
                <a:gd name="T24" fmla="*/ 2 w 199"/>
                <a:gd name="T25" fmla="*/ 109 h 146"/>
                <a:gd name="T26" fmla="*/ 0 w 199"/>
                <a:gd name="T27" fmla="*/ 122 h 146"/>
                <a:gd name="T28" fmla="*/ 1 w 199"/>
                <a:gd name="T29" fmla="*/ 129 h 146"/>
                <a:gd name="T30" fmla="*/ 5 w 199"/>
                <a:gd name="T31" fmla="*/ 133 h 146"/>
                <a:gd name="T32" fmla="*/ 11 w 199"/>
                <a:gd name="T33" fmla="*/ 138 h 146"/>
                <a:gd name="T34" fmla="*/ 13 w 199"/>
                <a:gd name="T35" fmla="*/ 137 h 146"/>
                <a:gd name="T36" fmla="*/ 16 w 199"/>
                <a:gd name="T37" fmla="*/ 141 h 146"/>
                <a:gd name="T38" fmla="*/ 18 w 199"/>
                <a:gd name="T39" fmla="*/ 144 h 146"/>
                <a:gd name="T40" fmla="*/ 20 w 199"/>
                <a:gd name="T41" fmla="*/ 144 h 146"/>
                <a:gd name="T42" fmla="*/ 23 w 199"/>
                <a:gd name="T43" fmla="*/ 144 h 146"/>
                <a:gd name="T44" fmla="*/ 26 w 199"/>
                <a:gd name="T45" fmla="*/ 144 h 146"/>
                <a:gd name="T46" fmla="*/ 30 w 199"/>
                <a:gd name="T47" fmla="*/ 144 h 146"/>
                <a:gd name="T48" fmla="*/ 33 w 199"/>
                <a:gd name="T49" fmla="*/ 144 h 146"/>
                <a:gd name="T50" fmla="*/ 37 w 199"/>
                <a:gd name="T51" fmla="*/ 144 h 146"/>
                <a:gd name="T52" fmla="*/ 41 w 199"/>
                <a:gd name="T53" fmla="*/ 145 h 146"/>
                <a:gd name="T54" fmla="*/ 46 w 199"/>
                <a:gd name="T55" fmla="*/ 145 h 146"/>
                <a:gd name="T56" fmla="*/ 47 w 199"/>
                <a:gd name="T57" fmla="*/ 145 h 146"/>
                <a:gd name="T58" fmla="*/ 50 w 199"/>
                <a:gd name="T59" fmla="*/ 145 h 146"/>
                <a:gd name="T60" fmla="*/ 55 w 199"/>
                <a:gd name="T61" fmla="*/ 145 h 146"/>
                <a:gd name="T62" fmla="*/ 58 w 199"/>
                <a:gd name="T63" fmla="*/ 146 h 146"/>
                <a:gd name="T64" fmla="*/ 59 w 199"/>
                <a:gd name="T65" fmla="*/ 146 h 146"/>
                <a:gd name="T66" fmla="*/ 64 w 199"/>
                <a:gd name="T67" fmla="*/ 146 h 146"/>
                <a:gd name="T68" fmla="*/ 70 w 199"/>
                <a:gd name="T69" fmla="*/ 144 h 146"/>
                <a:gd name="T70" fmla="*/ 104 w 199"/>
                <a:gd name="T71" fmla="*/ 142 h 146"/>
                <a:gd name="T72" fmla="*/ 108 w 199"/>
                <a:gd name="T73" fmla="*/ 133 h 146"/>
                <a:gd name="T74" fmla="*/ 114 w 199"/>
                <a:gd name="T75" fmla="*/ 128 h 146"/>
                <a:gd name="T76" fmla="*/ 114 w 199"/>
                <a:gd name="T77" fmla="*/ 128 h 146"/>
                <a:gd name="T78" fmla="*/ 117 w 199"/>
                <a:gd name="T79" fmla="*/ 126 h 146"/>
                <a:gd name="T80" fmla="*/ 115 w 199"/>
                <a:gd name="T81" fmla="*/ 126 h 146"/>
                <a:gd name="T82" fmla="*/ 116 w 199"/>
                <a:gd name="T83" fmla="*/ 124 h 146"/>
                <a:gd name="T84" fmla="*/ 120 w 199"/>
                <a:gd name="T85" fmla="*/ 118 h 146"/>
                <a:gd name="T86" fmla="*/ 128 w 199"/>
                <a:gd name="T87" fmla="*/ 106 h 146"/>
                <a:gd name="T88" fmla="*/ 136 w 199"/>
                <a:gd name="T89" fmla="*/ 104 h 146"/>
                <a:gd name="T90" fmla="*/ 143 w 199"/>
                <a:gd name="T91" fmla="*/ 91 h 146"/>
                <a:gd name="T92" fmla="*/ 151 w 199"/>
                <a:gd name="T93" fmla="*/ 88 h 146"/>
                <a:gd name="T94" fmla="*/ 160 w 199"/>
                <a:gd name="T95" fmla="*/ 77 h 146"/>
                <a:gd name="T96" fmla="*/ 166 w 199"/>
                <a:gd name="T97" fmla="*/ 72 h 146"/>
                <a:gd name="T98" fmla="*/ 174 w 199"/>
                <a:gd name="T99" fmla="*/ 70 h 146"/>
                <a:gd name="T100" fmla="*/ 183 w 199"/>
                <a:gd name="T101" fmla="*/ 74 h 146"/>
                <a:gd name="T102" fmla="*/ 186 w 199"/>
                <a:gd name="T103" fmla="*/ 67 h 146"/>
                <a:gd name="T104" fmla="*/ 195 w 199"/>
                <a:gd name="T105" fmla="*/ 67 h 146"/>
                <a:gd name="T106" fmla="*/ 196 w 199"/>
                <a:gd name="T107" fmla="*/ 65 h 146"/>
                <a:gd name="T108" fmla="*/ 199 w 199"/>
                <a:gd name="T109" fmla="*/ 62 h 146"/>
                <a:gd name="T110" fmla="*/ 192 w 199"/>
                <a:gd name="T111" fmla="*/ 60 h 146"/>
                <a:gd name="T112" fmla="*/ 157 w 199"/>
                <a:gd name="T113" fmla="*/ 61 h 146"/>
                <a:gd name="T114" fmla="*/ 140 w 199"/>
                <a:gd name="T115" fmla="*/ 60 h 146"/>
                <a:gd name="T116" fmla="*/ 129 w 199"/>
                <a:gd name="T117" fmla="*/ 62 h 146"/>
                <a:gd name="T118" fmla="*/ 117 w 199"/>
                <a:gd name="T119" fmla="*/ 66 h 146"/>
                <a:gd name="T120" fmla="*/ 81 w 199"/>
                <a:gd name="T121" fmla="*/ 55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9" h="146">
                  <a:moveTo>
                    <a:pt x="81" y="0"/>
                  </a:moveTo>
                  <a:cubicBezTo>
                    <a:pt x="79" y="0"/>
                    <a:pt x="79" y="0"/>
                    <a:pt x="79" y="0"/>
                  </a:cubicBezTo>
                  <a:cubicBezTo>
                    <a:pt x="74" y="13"/>
                    <a:pt x="74" y="13"/>
                    <a:pt x="74" y="13"/>
                  </a:cubicBezTo>
                  <a:cubicBezTo>
                    <a:pt x="74" y="17"/>
                    <a:pt x="74" y="17"/>
                    <a:pt x="74" y="17"/>
                  </a:cubicBezTo>
                  <a:cubicBezTo>
                    <a:pt x="74" y="19"/>
                    <a:pt x="75" y="22"/>
                    <a:pt x="74" y="24"/>
                  </a:cubicBezTo>
                  <a:cubicBezTo>
                    <a:pt x="74" y="26"/>
                    <a:pt x="74" y="27"/>
                    <a:pt x="74" y="29"/>
                  </a:cubicBezTo>
                  <a:cubicBezTo>
                    <a:pt x="74" y="30"/>
                    <a:pt x="74" y="31"/>
                    <a:pt x="74" y="33"/>
                  </a:cubicBezTo>
                  <a:cubicBezTo>
                    <a:pt x="74" y="41"/>
                    <a:pt x="74" y="41"/>
                    <a:pt x="74" y="41"/>
                  </a:cubicBezTo>
                  <a:cubicBezTo>
                    <a:pt x="69" y="41"/>
                    <a:pt x="69" y="41"/>
                    <a:pt x="69" y="41"/>
                  </a:cubicBezTo>
                  <a:cubicBezTo>
                    <a:pt x="69" y="53"/>
                    <a:pt x="69" y="53"/>
                    <a:pt x="69" y="53"/>
                  </a:cubicBezTo>
                  <a:cubicBezTo>
                    <a:pt x="65" y="57"/>
                    <a:pt x="65" y="57"/>
                    <a:pt x="65" y="57"/>
                  </a:cubicBezTo>
                  <a:cubicBezTo>
                    <a:pt x="59" y="64"/>
                    <a:pt x="59" y="64"/>
                    <a:pt x="59" y="64"/>
                  </a:cubicBezTo>
                  <a:cubicBezTo>
                    <a:pt x="54" y="64"/>
                    <a:pt x="54" y="64"/>
                    <a:pt x="54" y="64"/>
                  </a:cubicBezTo>
                  <a:cubicBezTo>
                    <a:pt x="49" y="71"/>
                    <a:pt x="49" y="71"/>
                    <a:pt x="49" y="71"/>
                  </a:cubicBezTo>
                  <a:cubicBezTo>
                    <a:pt x="47" y="74"/>
                    <a:pt x="47" y="74"/>
                    <a:pt x="47" y="74"/>
                  </a:cubicBezTo>
                  <a:cubicBezTo>
                    <a:pt x="46" y="75"/>
                    <a:pt x="45" y="75"/>
                    <a:pt x="44" y="75"/>
                  </a:cubicBezTo>
                  <a:cubicBezTo>
                    <a:pt x="43" y="74"/>
                    <a:pt x="43" y="74"/>
                    <a:pt x="43" y="74"/>
                  </a:cubicBezTo>
                  <a:cubicBezTo>
                    <a:pt x="36" y="80"/>
                    <a:pt x="36" y="80"/>
                    <a:pt x="36" y="80"/>
                  </a:cubicBezTo>
                  <a:cubicBezTo>
                    <a:pt x="36" y="80"/>
                    <a:pt x="29" y="83"/>
                    <a:pt x="23" y="85"/>
                  </a:cubicBezTo>
                  <a:cubicBezTo>
                    <a:pt x="20" y="85"/>
                    <a:pt x="20" y="86"/>
                    <a:pt x="20" y="87"/>
                  </a:cubicBezTo>
                  <a:cubicBezTo>
                    <a:pt x="21" y="89"/>
                    <a:pt x="20" y="91"/>
                    <a:pt x="18" y="92"/>
                  </a:cubicBezTo>
                  <a:cubicBezTo>
                    <a:pt x="13" y="95"/>
                    <a:pt x="5" y="100"/>
                    <a:pt x="4" y="100"/>
                  </a:cubicBezTo>
                  <a:cubicBezTo>
                    <a:pt x="4" y="102"/>
                    <a:pt x="4" y="102"/>
                    <a:pt x="4" y="102"/>
                  </a:cubicBezTo>
                  <a:cubicBezTo>
                    <a:pt x="4" y="103"/>
                    <a:pt x="4" y="103"/>
                    <a:pt x="4" y="103"/>
                  </a:cubicBezTo>
                  <a:cubicBezTo>
                    <a:pt x="4" y="105"/>
                    <a:pt x="4" y="105"/>
                    <a:pt x="4" y="105"/>
                  </a:cubicBezTo>
                  <a:cubicBezTo>
                    <a:pt x="2" y="109"/>
                    <a:pt x="2" y="109"/>
                    <a:pt x="2" y="109"/>
                  </a:cubicBezTo>
                  <a:cubicBezTo>
                    <a:pt x="1" y="112"/>
                    <a:pt x="1" y="114"/>
                    <a:pt x="1" y="115"/>
                  </a:cubicBezTo>
                  <a:cubicBezTo>
                    <a:pt x="1" y="117"/>
                    <a:pt x="0" y="120"/>
                    <a:pt x="0" y="122"/>
                  </a:cubicBezTo>
                  <a:cubicBezTo>
                    <a:pt x="0" y="123"/>
                    <a:pt x="0" y="123"/>
                    <a:pt x="0" y="124"/>
                  </a:cubicBezTo>
                  <a:cubicBezTo>
                    <a:pt x="1" y="129"/>
                    <a:pt x="1" y="129"/>
                    <a:pt x="1" y="129"/>
                  </a:cubicBezTo>
                  <a:cubicBezTo>
                    <a:pt x="2" y="131"/>
                    <a:pt x="2" y="131"/>
                    <a:pt x="2" y="131"/>
                  </a:cubicBezTo>
                  <a:cubicBezTo>
                    <a:pt x="3" y="132"/>
                    <a:pt x="4" y="132"/>
                    <a:pt x="5" y="133"/>
                  </a:cubicBezTo>
                  <a:cubicBezTo>
                    <a:pt x="6" y="134"/>
                    <a:pt x="7" y="135"/>
                    <a:pt x="9" y="137"/>
                  </a:cubicBezTo>
                  <a:cubicBezTo>
                    <a:pt x="9" y="138"/>
                    <a:pt x="10" y="138"/>
                    <a:pt x="11" y="138"/>
                  </a:cubicBezTo>
                  <a:cubicBezTo>
                    <a:pt x="11" y="138"/>
                    <a:pt x="11" y="138"/>
                    <a:pt x="12" y="138"/>
                  </a:cubicBezTo>
                  <a:cubicBezTo>
                    <a:pt x="13" y="137"/>
                    <a:pt x="13" y="137"/>
                    <a:pt x="13" y="137"/>
                  </a:cubicBezTo>
                  <a:cubicBezTo>
                    <a:pt x="14" y="138"/>
                    <a:pt x="14" y="138"/>
                    <a:pt x="14" y="138"/>
                  </a:cubicBezTo>
                  <a:cubicBezTo>
                    <a:pt x="14" y="139"/>
                    <a:pt x="15" y="140"/>
                    <a:pt x="16" y="141"/>
                  </a:cubicBezTo>
                  <a:cubicBezTo>
                    <a:pt x="17" y="142"/>
                    <a:pt x="18" y="143"/>
                    <a:pt x="18" y="144"/>
                  </a:cubicBezTo>
                  <a:cubicBezTo>
                    <a:pt x="18" y="144"/>
                    <a:pt x="18" y="144"/>
                    <a:pt x="18" y="144"/>
                  </a:cubicBezTo>
                  <a:cubicBezTo>
                    <a:pt x="19" y="144"/>
                    <a:pt x="19" y="144"/>
                    <a:pt x="19" y="144"/>
                  </a:cubicBezTo>
                  <a:cubicBezTo>
                    <a:pt x="20" y="144"/>
                    <a:pt x="20" y="144"/>
                    <a:pt x="20" y="144"/>
                  </a:cubicBezTo>
                  <a:cubicBezTo>
                    <a:pt x="21" y="144"/>
                    <a:pt x="21" y="144"/>
                    <a:pt x="22" y="144"/>
                  </a:cubicBezTo>
                  <a:cubicBezTo>
                    <a:pt x="22" y="144"/>
                    <a:pt x="22" y="144"/>
                    <a:pt x="23" y="144"/>
                  </a:cubicBezTo>
                  <a:cubicBezTo>
                    <a:pt x="23" y="144"/>
                    <a:pt x="23" y="144"/>
                    <a:pt x="23" y="144"/>
                  </a:cubicBezTo>
                  <a:cubicBezTo>
                    <a:pt x="24" y="144"/>
                    <a:pt x="25" y="144"/>
                    <a:pt x="26" y="144"/>
                  </a:cubicBezTo>
                  <a:cubicBezTo>
                    <a:pt x="27" y="144"/>
                    <a:pt x="28" y="144"/>
                    <a:pt x="29" y="144"/>
                  </a:cubicBezTo>
                  <a:cubicBezTo>
                    <a:pt x="30" y="144"/>
                    <a:pt x="30" y="144"/>
                    <a:pt x="30" y="144"/>
                  </a:cubicBezTo>
                  <a:cubicBezTo>
                    <a:pt x="31" y="145"/>
                    <a:pt x="31" y="145"/>
                    <a:pt x="31" y="145"/>
                  </a:cubicBezTo>
                  <a:cubicBezTo>
                    <a:pt x="32" y="145"/>
                    <a:pt x="33" y="145"/>
                    <a:pt x="33" y="144"/>
                  </a:cubicBezTo>
                  <a:cubicBezTo>
                    <a:pt x="34" y="144"/>
                    <a:pt x="35" y="144"/>
                    <a:pt x="35" y="144"/>
                  </a:cubicBezTo>
                  <a:cubicBezTo>
                    <a:pt x="36" y="144"/>
                    <a:pt x="36" y="144"/>
                    <a:pt x="37" y="144"/>
                  </a:cubicBezTo>
                  <a:cubicBezTo>
                    <a:pt x="37" y="145"/>
                    <a:pt x="38" y="145"/>
                    <a:pt x="39" y="145"/>
                  </a:cubicBezTo>
                  <a:cubicBezTo>
                    <a:pt x="40" y="145"/>
                    <a:pt x="41" y="145"/>
                    <a:pt x="41" y="145"/>
                  </a:cubicBezTo>
                  <a:cubicBezTo>
                    <a:pt x="42" y="145"/>
                    <a:pt x="43" y="145"/>
                    <a:pt x="44" y="145"/>
                  </a:cubicBezTo>
                  <a:cubicBezTo>
                    <a:pt x="45" y="145"/>
                    <a:pt x="45" y="145"/>
                    <a:pt x="46" y="145"/>
                  </a:cubicBezTo>
                  <a:cubicBezTo>
                    <a:pt x="46" y="145"/>
                    <a:pt x="46" y="145"/>
                    <a:pt x="47" y="145"/>
                  </a:cubicBezTo>
                  <a:cubicBezTo>
                    <a:pt x="47" y="145"/>
                    <a:pt x="47" y="145"/>
                    <a:pt x="47" y="145"/>
                  </a:cubicBezTo>
                  <a:cubicBezTo>
                    <a:pt x="48" y="145"/>
                    <a:pt x="49" y="145"/>
                    <a:pt x="50" y="145"/>
                  </a:cubicBezTo>
                  <a:cubicBezTo>
                    <a:pt x="50" y="145"/>
                    <a:pt x="50" y="145"/>
                    <a:pt x="50" y="145"/>
                  </a:cubicBezTo>
                  <a:cubicBezTo>
                    <a:pt x="50" y="145"/>
                    <a:pt x="50" y="145"/>
                    <a:pt x="50" y="145"/>
                  </a:cubicBezTo>
                  <a:cubicBezTo>
                    <a:pt x="55" y="145"/>
                    <a:pt x="55" y="145"/>
                    <a:pt x="55" y="145"/>
                  </a:cubicBezTo>
                  <a:cubicBezTo>
                    <a:pt x="55" y="145"/>
                    <a:pt x="55" y="145"/>
                    <a:pt x="55" y="145"/>
                  </a:cubicBezTo>
                  <a:cubicBezTo>
                    <a:pt x="56" y="145"/>
                    <a:pt x="57" y="145"/>
                    <a:pt x="58" y="146"/>
                  </a:cubicBezTo>
                  <a:cubicBezTo>
                    <a:pt x="58" y="146"/>
                    <a:pt x="58" y="146"/>
                    <a:pt x="58" y="146"/>
                  </a:cubicBezTo>
                  <a:cubicBezTo>
                    <a:pt x="59" y="146"/>
                    <a:pt x="59" y="146"/>
                    <a:pt x="59" y="146"/>
                  </a:cubicBezTo>
                  <a:cubicBezTo>
                    <a:pt x="60" y="146"/>
                    <a:pt x="61" y="146"/>
                    <a:pt x="62" y="146"/>
                  </a:cubicBezTo>
                  <a:cubicBezTo>
                    <a:pt x="63" y="146"/>
                    <a:pt x="64" y="146"/>
                    <a:pt x="64" y="146"/>
                  </a:cubicBezTo>
                  <a:cubicBezTo>
                    <a:pt x="64" y="146"/>
                    <a:pt x="64" y="146"/>
                    <a:pt x="64" y="146"/>
                  </a:cubicBezTo>
                  <a:cubicBezTo>
                    <a:pt x="67" y="146"/>
                    <a:pt x="70" y="145"/>
                    <a:pt x="70" y="144"/>
                  </a:cubicBezTo>
                  <a:cubicBezTo>
                    <a:pt x="81" y="142"/>
                    <a:pt x="81" y="142"/>
                    <a:pt x="81" y="142"/>
                  </a:cubicBezTo>
                  <a:cubicBezTo>
                    <a:pt x="104" y="142"/>
                    <a:pt x="104" y="142"/>
                    <a:pt x="104" y="142"/>
                  </a:cubicBezTo>
                  <a:cubicBezTo>
                    <a:pt x="104" y="138"/>
                    <a:pt x="104" y="138"/>
                    <a:pt x="104" y="138"/>
                  </a:cubicBezTo>
                  <a:cubicBezTo>
                    <a:pt x="104" y="137"/>
                    <a:pt x="108" y="135"/>
                    <a:pt x="108" y="133"/>
                  </a:cubicBezTo>
                  <a:cubicBezTo>
                    <a:pt x="109" y="132"/>
                    <a:pt x="110" y="130"/>
                    <a:pt x="111" y="127"/>
                  </a:cubicBezTo>
                  <a:cubicBezTo>
                    <a:pt x="112" y="127"/>
                    <a:pt x="113" y="128"/>
                    <a:pt x="114" y="128"/>
                  </a:cubicBezTo>
                  <a:cubicBezTo>
                    <a:pt x="114" y="128"/>
                    <a:pt x="114" y="128"/>
                    <a:pt x="114" y="128"/>
                  </a:cubicBezTo>
                  <a:cubicBezTo>
                    <a:pt x="114" y="128"/>
                    <a:pt x="114" y="128"/>
                    <a:pt x="114" y="128"/>
                  </a:cubicBezTo>
                  <a:cubicBezTo>
                    <a:pt x="115" y="128"/>
                    <a:pt x="115" y="128"/>
                    <a:pt x="115" y="128"/>
                  </a:cubicBezTo>
                  <a:cubicBezTo>
                    <a:pt x="117" y="126"/>
                    <a:pt x="117" y="126"/>
                    <a:pt x="117" y="126"/>
                  </a:cubicBezTo>
                  <a:cubicBezTo>
                    <a:pt x="115" y="126"/>
                    <a:pt x="115" y="126"/>
                    <a:pt x="115" y="126"/>
                  </a:cubicBezTo>
                  <a:cubicBezTo>
                    <a:pt x="115" y="126"/>
                    <a:pt x="115" y="126"/>
                    <a:pt x="115" y="126"/>
                  </a:cubicBezTo>
                  <a:cubicBezTo>
                    <a:pt x="115" y="125"/>
                    <a:pt x="115" y="125"/>
                    <a:pt x="115" y="125"/>
                  </a:cubicBezTo>
                  <a:cubicBezTo>
                    <a:pt x="116" y="124"/>
                    <a:pt x="116" y="124"/>
                    <a:pt x="116" y="124"/>
                  </a:cubicBezTo>
                  <a:cubicBezTo>
                    <a:pt x="118" y="121"/>
                    <a:pt x="119" y="120"/>
                    <a:pt x="119" y="120"/>
                  </a:cubicBezTo>
                  <a:cubicBezTo>
                    <a:pt x="119" y="120"/>
                    <a:pt x="119" y="120"/>
                    <a:pt x="120" y="118"/>
                  </a:cubicBezTo>
                  <a:cubicBezTo>
                    <a:pt x="122" y="116"/>
                    <a:pt x="121" y="110"/>
                    <a:pt x="120" y="109"/>
                  </a:cubicBezTo>
                  <a:cubicBezTo>
                    <a:pt x="128" y="106"/>
                    <a:pt x="128" y="106"/>
                    <a:pt x="128" y="106"/>
                  </a:cubicBezTo>
                  <a:cubicBezTo>
                    <a:pt x="137" y="106"/>
                    <a:pt x="137" y="106"/>
                    <a:pt x="137" y="106"/>
                  </a:cubicBezTo>
                  <a:cubicBezTo>
                    <a:pt x="136" y="104"/>
                    <a:pt x="136" y="104"/>
                    <a:pt x="136" y="104"/>
                  </a:cubicBezTo>
                  <a:cubicBezTo>
                    <a:pt x="135" y="103"/>
                    <a:pt x="135" y="101"/>
                    <a:pt x="137" y="99"/>
                  </a:cubicBezTo>
                  <a:cubicBezTo>
                    <a:pt x="139" y="97"/>
                    <a:pt x="142" y="92"/>
                    <a:pt x="143" y="91"/>
                  </a:cubicBezTo>
                  <a:cubicBezTo>
                    <a:pt x="147" y="91"/>
                    <a:pt x="147" y="91"/>
                    <a:pt x="147" y="91"/>
                  </a:cubicBezTo>
                  <a:cubicBezTo>
                    <a:pt x="151" y="88"/>
                    <a:pt x="151" y="88"/>
                    <a:pt x="151" y="88"/>
                  </a:cubicBezTo>
                  <a:cubicBezTo>
                    <a:pt x="155" y="82"/>
                    <a:pt x="155" y="82"/>
                    <a:pt x="155" y="82"/>
                  </a:cubicBezTo>
                  <a:cubicBezTo>
                    <a:pt x="158" y="79"/>
                    <a:pt x="159" y="77"/>
                    <a:pt x="160" y="77"/>
                  </a:cubicBezTo>
                  <a:cubicBezTo>
                    <a:pt x="162" y="77"/>
                    <a:pt x="162" y="77"/>
                    <a:pt x="162" y="77"/>
                  </a:cubicBezTo>
                  <a:cubicBezTo>
                    <a:pt x="166" y="72"/>
                    <a:pt x="166" y="72"/>
                    <a:pt x="166" y="72"/>
                  </a:cubicBezTo>
                  <a:cubicBezTo>
                    <a:pt x="166" y="67"/>
                    <a:pt x="166" y="67"/>
                    <a:pt x="166" y="67"/>
                  </a:cubicBezTo>
                  <a:cubicBezTo>
                    <a:pt x="174" y="70"/>
                    <a:pt x="174" y="70"/>
                    <a:pt x="174" y="70"/>
                  </a:cubicBezTo>
                  <a:cubicBezTo>
                    <a:pt x="178" y="71"/>
                    <a:pt x="178" y="71"/>
                    <a:pt x="178" y="71"/>
                  </a:cubicBezTo>
                  <a:cubicBezTo>
                    <a:pt x="183" y="74"/>
                    <a:pt x="183" y="74"/>
                    <a:pt x="183" y="74"/>
                  </a:cubicBezTo>
                  <a:cubicBezTo>
                    <a:pt x="186" y="71"/>
                    <a:pt x="186" y="71"/>
                    <a:pt x="186" y="71"/>
                  </a:cubicBezTo>
                  <a:cubicBezTo>
                    <a:pt x="186" y="67"/>
                    <a:pt x="186" y="67"/>
                    <a:pt x="186" y="67"/>
                  </a:cubicBezTo>
                  <a:cubicBezTo>
                    <a:pt x="194" y="67"/>
                    <a:pt x="194" y="67"/>
                    <a:pt x="194" y="67"/>
                  </a:cubicBezTo>
                  <a:cubicBezTo>
                    <a:pt x="195" y="67"/>
                    <a:pt x="195" y="67"/>
                    <a:pt x="195" y="67"/>
                  </a:cubicBezTo>
                  <a:cubicBezTo>
                    <a:pt x="196" y="66"/>
                    <a:pt x="196" y="66"/>
                    <a:pt x="196" y="66"/>
                  </a:cubicBezTo>
                  <a:cubicBezTo>
                    <a:pt x="196" y="65"/>
                    <a:pt x="196" y="65"/>
                    <a:pt x="196" y="65"/>
                  </a:cubicBezTo>
                  <a:cubicBezTo>
                    <a:pt x="196" y="65"/>
                    <a:pt x="196" y="65"/>
                    <a:pt x="196" y="65"/>
                  </a:cubicBezTo>
                  <a:cubicBezTo>
                    <a:pt x="199" y="63"/>
                    <a:pt x="199" y="62"/>
                    <a:pt x="199" y="62"/>
                  </a:cubicBezTo>
                  <a:cubicBezTo>
                    <a:pt x="199" y="62"/>
                    <a:pt x="199" y="62"/>
                    <a:pt x="199" y="62"/>
                  </a:cubicBezTo>
                  <a:cubicBezTo>
                    <a:pt x="196" y="61"/>
                    <a:pt x="193" y="60"/>
                    <a:pt x="192" y="60"/>
                  </a:cubicBezTo>
                  <a:cubicBezTo>
                    <a:pt x="179" y="58"/>
                    <a:pt x="179" y="58"/>
                    <a:pt x="179" y="58"/>
                  </a:cubicBezTo>
                  <a:cubicBezTo>
                    <a:pt x="157" y="61"/>
                    <a:pt x="157" y="61"/>
                    <a:pt x="157" y="61"/>
                  </a:cubicBezTo>
                  <a:cubicBezTo>
                    <a:pt x="149" y="61"/>
                    <a:pt x="149" y="61"/>
                    <a:pt x="149" y="61"/>
                  </a:cubicBezTo>
                  <a:cubicBezTo>
                    <a:pt x="140" y="60"/>
                    <a:pt x="140" y="60"/>
                    <a:pt x="140" y="60"/>
                  </a:cubicBezTo>
                  <a:cubicBezTo>
                    <a:pt x="134" y="60"/>
                    <a:pt x="134" y="60"/>
                    <a:pt x="134" y="60"/>
                  </a:cubicBezTo>
                  <a:cubicBezTo>
                    <a:pt x="129" y="62"/>
                    <a:pt x="129" y="62"/>
                    <a:pt x="129" y="62"/>
                  </a:cubicBezTo>
                  <a:cubicBezTo>
                    <a:pt x="129" y="62"/>
                    <a:pt x="125" y="64"/>
                    <a:pt x="119" y="66"/>
                  </a:cubicBezTo>
                  <a:cubicBezTo>
                    <a:pt x="117" y="66"/>
                    <a:pt x="117" y="66"/>
                    <a:pt x="117" y="66"/>
                  </a:cubicBezTo>
                  <a:cubicBezTo>
                    <a:pt x="117" y="55"/>
                    <a:pt x="117" y="55"/>
                    <a:pt x="117" y="55"/>
                  </a:cubicBezTo>
                  <a:cubicBezTo>
                    <a:pt x="81" y="55"/>
                    <a:pt x="81" y="55"/>
                    <a:pt x="81" y="55"/>
                  </a:cubicBezTo>
                  <a:lnTo>
                    <a:pt x="81" y="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0" name="Washington">
              <a:extLst>
                <a:ext uri="{FF2B5EF4-FFF2-40B4-BE49-F238E27FC236}">
                  <a16:creationId xmlns:a16="http://schemas.microsoft.com/office/drawing/2014/main" id="{5AA0D83B-17F0-254D-9E11-A6065E57703E}"/>
                </a:ext>
              </a:extLst>
            </p:cNvPr>
            <p:cNvSpPr>
              <a:spLocks/>
            </p:cNvSpPr>
            <p:nvPr/>
          </p:nvSpPr>
          <p:spPr bwMode="auto">
            <a:xfrm>
              <a:off x="2083550" y="885931"/>
              <a:ext cx="1181983" cy="645326"/>
            </a:xfrm>
            <a:custGeom>
              <a:avLst/>
              <a:gdLst>
                <a:gd name="T0" fmla="*/ 79 w 299"/>
                <a:gd name="T1" fmla="*/ 152 h 163"/>
                <a:gd name="T2" fmla="*/ 79 w 299"/>
                <a:gd name="T3" fmla="*/ 163 h 163"/>
                <a:gd name="T4" fmla="*/ 205 w 299"/>
                <a:gd name="T5" fmla="*/ 163 h 163"/>
                <a:gd name="T6" fmla="*/ 222 w 299"/>
                <a:gd name="T7" fmla="*/ 148 h 163"/>
                <a:gd name="T8" fmla="*/ 261 w 299"/>
                <a:gd name="T9" fmla="*/ 148 h 163"/>
                <a:gd name="T10" fmla="*/ 272 w 299"/>
                <a:gd name="T11" fmla="*/ 148 h 163"/>
                <a:gd name="T12" fmla="*/ 282 w 299"/>
                <a:gd name="T13" fmla="*/ 148 h 163"/>
                <a:gd name="T14" fmla="*/ 293 w 299"/>
                <a:gd name="T15" fmla="*/ 149 h 163"/>
                <a:gd name="T16" fmla="*/ 298 w 299"/>
                <a:gd name="T17" fmla="*/ 149 h 163"/>
                <a:gd name="T18" fmla="*/ 299 w 299"/>
                <a:gd name="T19" fmla="*/ 149 h 163"/>
                <a:gd name="T20" fmla="*/ 299 w 299"/>
                <a:gd name="T21" fmla="*/ 149 h 163"/>
                <a:gd name="T22" fmla="*/ 299 w 299"/>
                <a:gd name="T23" fmla="*/ 149 h 163"/>
                <a:gd name="T24" fmla="*/ 299 w 299"/>
                <a:gd name="T25" fmla="*/ 0 h 163"/>
                <a:gd name="T26" fmla="*/ 74 w 299"/>
                <a:gd name="T27" fmla="*/ 0 h 163"/>
                <a:gd name="T28" fmla="*/ 78 w 299"/>
                <a:gd name="T29" fmla="*/ 4 h 163"/>
                <a:gd name="T30" fmla="*/ 82 w 299"/>
                <a:gd name="T31" fmla="*/ 12 h 163"/>
                <a:gd name="T32" fmla="*/ 86 w 299"/>
                <a:gd name="T33" fmla="*/ 12 h 163"/>
                <a:gd name="T34" fmla="*/ 94 w 299"/>
                <a:gd name="T35" fmla="*/ 12 h 163"/>
                <a:gd name="T36" fmla="*/ 94 w 299"/>
                <a:gd name="T37" fmla="*/ 16 h 163"/>
                <a:gd name="T38" fmla="*/ 90 w 299"/>
                <a:gd name="T39" fmla="*/ 16 h 163"/>
                <a:gd name="T40" fmla="*/ 90 w 299"/>
                <a:gd name="T41" fmla="*/ 24 h 163"/>
                <a:gd name="T42" fmla="*/ 86 w 299"/>
                <a:gd name="T43" fmla="*/ 28 h 163"/>
                <a:gd name="T44" fmla="*/ 82 w 299"/>
                <a:gd name="T45" fmla="*/ 28 h 163"/>
                <a:gd name="T46" fmla="*/ 86 w 299"/>
                <a:gd name="T47" fmla="*/ 32 h 163"/>
                <a:gd name="T48" fmla="*/ 90 w 299"/>
                <a:gd name="T49" fmla="*/ 35 h 163"/>
                <a:gd name="T50" fmla="*/ 94 w 299"/>
                <a:gd name="T51" fmla="*/ 47 h 163"/>
                <a:gd name="T52" fmla="*/ 94 w 299"/>
                <a:gd name="T53" fmla="*/ 71 h 163"/>
                <a:gd name="T54" fmla="*/ 90 w 299"/>
                <a:gd name="T55" fmla="*/ 63 h 163"/>
                <a:gd name="T56" fmla="*/ 86 w 299"/>
                <a:gd name="T57" fmla="*/ 67 h 163"/>
                <a:gd name="T58" fmla="*/ 78 w 299"/>
                <a:gd name="T59" fmla="*/ 75 h 163"/>
                <a:gd name="T60" fmla="*/ 70 w 299"/>
                <a:gd name="T61" fmla="*/ 82 h 163"/>
                <a:gd name="T62" fmla="*/ 70 w 299"/>
                <a:gd name="T63" fmla="*/ 86 h 163"/>
                <a:gd name="T64" fmla="*/ 70 w 299"/>
                <a:gd name="T65" fmla="*/ 90 h 163"/>
                <a:gd name="T66" fmla="*/ 66 w 299"/>
                <a:gd name="T67" fmla="*/ 90 h 163"/>
                <a:gd name="T68" fmla="*/ 66 w 299"/>
                <a:gd name="T69" fmla="*/ 82 h 163"/>
                <a:gd name="T70" fmla="*/ 74 w 299"/>
                <a:gd name="T71" fmla="*/ 67 h 163"/>
                <a:gd name="T72" fmla="*/ 78 w 299"/>
                <a:gd name="T73" fmla="*/ 63 h 163"/>
                <a:gd name="T74" fmla="*/ 82 w 299"/>
                <a:gd name="T75" fmla="*/ 55 h 163"/>
                <a:gd name="T76" fmla="*/ 78 w 299"/>
                <a:gd name="T77" fmla="*/ 51 h 163"/>
                <a:gd name="T78" fmla="*/ 70 w 299"/>
                <a:gd name="T79" fmla="*/ 51 h 163"/>
                <a:gd name="T80" fmla="*/ 58 w 299"/>
                <a:gd name="T81" fmla="*/ 47 h 163"/>
                <a:gd name="T82" fmla="*/ 35 w 299"/>
                <a:gd name="T83" fmla="*/ 43 h 163"/>
                <a:gd name="T84" fmla="*/ 8 w 299"/>
                <a:gd name="T85" fmla="*/ 32 h 163"/>
                <a:gd name="T86" fmla="*/ 4 w 299"/>
                <a:gd name="T87" fmla="*/ 35 h 163"/>
                <a:gd name="T88" fmla="*/ 0 w 299"/>
                <a:gd name="T89" fmla="*/ 43 h 163"/>
                <a:gd name="T90" fmla="*/ 0 w 299"/>
                <a:gd name="T91" fmla="*/ 51 h 163"/>
                <a:gd name="T92" fmla="*/ 8 w 299"/>
                <a:gd name="T93" fmla="*/ 59 h 163"/>
                <a:gd name="T94" fmla="*/ 12 w 299"/>
                <a:gd name="T95" fmla="*/ 67 h 163"/>
                <a:gd name="T96" fmla="*/ 23 w 299"/>
                <a:gd name="T97" fmla="*/ 114 h 163"/>
                <a:gd name="T98" fmla="*/ 27 w 299"/>
                <a:gd name="T99" fmla="*/ 110 h 163"/>
                <a:gd name="T100" fmla="*/ 31 w 299"/>
                <a:gd name="T101" fmla="*/ 114 h 163"/>
                <a:gd name="T102" fmla="*/ 31 w 299"/>
                <a:gd name="T103" fmla="*/ 117 h 163"/>
                <a:gd name="T104" fmla="*/ 27 w 299"/>
                <a:gd name="T105" fmla="*/ 121 h 163"/>
                <a:gd name="T106" fmla="*/ 27 w 299"/>
                <a:gd name="T107" fmla="*/ 125 h 163"/>
                <a:gd name="T108" fmla="*/ 27 w 299"/>
                <a:gd name="T109" fmla="*/ 129 h 163"/>
                <a:gd name="T110" fmla="*/ 31 w 299"/>
                <a:gd name="T111" fmla="*/ 129 h 163"/>
                <a:gd name="T112" fmla="*/ 35 w 299"/>
                <a:gd name="T113" fmla="*/ 129 h 163"/>
                <a:gd name="T114" fmla="*/ 35 w 299"/>
                <a:gd name="T115" fmla="*/ 133 h 163"/>
                <a:gd name="T116" fmla="*/ 68 w 299"/>
                <a:gd name="T117" fmla="*/ 133 h 163"/>
                <a:gd name="T118" fmla="*/ 79 w 299"/>
                <a:gd name="T119" fmla="*/ 152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9" h="163">
                  <a:moveTo>
                    <a:pt x="79" y="152"/>
                  </a:moveTo>
                  <a:cubicBezTo>
                    <a:pt x="79" y="163"/>
                    <a:pt x="79" y="163"/>
                    <a:pt x="79" y="163"/>
                  </a:cubicBezTo>
                  <a:cubicBezTo>
                    <a:pt x="205" y="163"/>
                    <a:pt x="205" y="163"/>
                    <a:pt x="205" y="163"/>
                  </a:cubicBezTo>
                  <a:cubicBezTo>
                    <a:pt x="222" y="148"/>
                    <a:pt x="222" y="148"/>
                    <a:pt x="222" y="148"/>
                  </a:cubicBezTo>
                  <a:cubicBezTo>
                    <a:pt x="261" y="148"/>
                    <a:pt x="261" y="148"/>
                    <a:pt x="261" y="148"/>
                  </a:cubicBezTo>
                  <a:cubicBezTo>
                    <a:pt x="261" y="148"/>
                    <a:pt x="266" y="148"/>
                    <a:pt x="272" y="148"/>
                  </a:cubicBezTo>
                  <a:cubicBezTo>
                    <a:pt x="276" y="148"/>
                    <a:pt x="279" y="148"/>
                    <a:pt x="282" y="148"/>
                  </a:cubicBezTo>
                  <a:cubicBezTo>
                    <a:pt x="285" y="148"/>
                    <a:pt x="289" y="149"/>
                    <a:pt x="293" y="149"/>
                  </a:cubicBezTo>
                  <a:cubicBezTo>
                    <a:pt x="295" y="149"/>
                    <a:pt x="297" y="149"/>
                    <a:pt x="298" y="149"/>
                  </a:cubicBezTo>
                  <a:cubicBezTo>
                    <a:pt x="299" y="149"/>
                    <a:pt x="299" y="149"/>
                    <a:pt x="299" y="149"/>
                  </a:cubicBezTo>
                  <a:cubicBezTo>
                    <a:pt x="299" y="149"/>
                    <a:pt x="299" y="149"/>
                    <a:pt x="299" y="149"/>
                  </a:cubicBezTo>
                  <a:cubicBezTo>
                    <a:pt x="299" y="149"/>
                    <a:pt x="299" y="149"/>
                    <a:pt x="299" y="149"/>
                  </a:cubicBezTo>
                  <a:cubicBezTo>
                    <a:pt x="299" y="0"/>
                    <a:pt x="299" y="0"/>
                    <a:pt x="299" y="0"/>
                  </a:cubicBezTo>
                  <a:cubicBezTo>
                    <a:pt x="74" y="0"/>
                    <a:pt x="74" y="0"/>
                    <a:pt x="74" y="0"/>
                  </a:cubicBezTo>
                  <a:cubicBezTo>
                    <a:pt x="78" y="4"/>
                    <a:pt x="78" y="4"/>
                    <a:pt x="78" y="4"/>
                  </a:cubicBezTo>
                  <a:cubicBezTo>
                    <a:pt x="82" y="12"/>
                    <a:pt x="82" y="12"/>
                    <a:pt x="82" y="12"/>
                  </a:cubicBezTo>
                  <a:cubicBezTo>
                    <a:pt x="86" y="12"/>
                    <a:pt x="86" y="12"/>
                    <a:pt x="86" y="12"/>
                  </a:cubicBezTo>
                  <a:cubicBezTo>
                    <a:pt x="94" y="12"/>
                    <a:pt x="94" y="12"/>
                    <a:pt x="94" y="12"/>
                  </a:cubicBezTo>
                  <a:cubicBezTo>
                    <a:pt x="94" y="16"/>
                    <a:pt x="94" y="16"/>
                    <a:pt x="94" y="16"/>
                  </a:cubicBezTo>
                  <a:cubicBezTo>
                    <a:pt x="90" y="16"/>
                    <a:pt x="90" y="16"/>
                    <a:pt x="90" y="16"/>
                  </a:cubicBezTo>
                  <a:cubicBezTo>
                    <a:pt x="90" y="24"/>
                    <a:pt x="90" y="24"/>
                    <a:pt x="90" y="24"/>
                  </a:cubicBezTo>
                  <a:cubicBezTo>
                    <a:pt x="86" y="28"/>
                    <a:pt x="86" y="28"/>
                    <a:pt x="86" y="28"/>
                  </a:cubicBezTo>
                  <a:cubicBezTo>
                    <a:pt x="82" y="28"/>
                    <a:pt x="82" y="28"/>
                    <a:pt x="82" y="28"/>
                  </a:cubicBezTo>
                  <a:cubicBezTo>
                    <a:pt x="86" y="32"/>
                    <a:pt x="86" y="32"/>
                    <a:pt x="86" y="32"/>
                  </a:cubicBezTo>
                  <a:cubicBezTo>
                    <a:pt x="90" y="35"/>
                    <a:pt x="90" y="35"/>
                    <a:pt x="90" y="35"/>
                  </a:cubicBezTo>
                  <a:cubicBezTo>
                    <a:pt x="94" y="47"/>
                    <a:pt x="94" y="47"/>
                    <a:pt x="94" y="47"/>
                  </a:cubicBezTo>
                  <a:cubicBezTo>
                    <a:pt x="94" y="71"/>
                    <a:pt x="94" y="71"/>
                    <a:pt x="94" y="71"/>
                  </a:cubicBezTo>
                  <a:cubicBezTo>
                    <a:pt x="90" y="63"/>
                    <a:pt x="90" y="63"/>
                    <a:pt x="90" y="63"/>
                  </a:cubicBezTo>
                  <a:cubicBezTo>
                    <a:pt x="86" y="67"/>
                    <a:pt x="86" y="67"/>
                    <a:pt x="86" y="67"/>
                  </a:cubicBezTo>
                  <a:cubicBezTo>
                    <a:pt x="78" y="75"/>
                    <a:pt x="78" y="75"/>
                    <a:pt x="78" y="75"/>
                  </a:cubicBezTo>
                  <a:cubicBezTo>
                    <a:pt x="70" y="82"/>
                    <a:pt x="70" y="82"/>
                    <a:pt x="70" y="82"/>
                  </a:cubicBezTo>
                  <a:cubicBezTo>
                    <a:pt x="70" y="86"/>
                    <a:pt x="70" y="86"/>
                    <a:pt x="70" y="86"/>
                  </a:cubicBezTo>
                  <a:cubicBezTo>
                    <a:pt x="70" y="90"/>
                    <a:pt x="70" y="90"/>
                    <a:pt x="70" y="90"/>
                  </a:cubicBezTo>
                  <a:cubicBezTo>
                    <a:pt x="66" y="90"/>
                    <a:pt x="66" y="90"/>
                    <a:pt x="66" y="90"/>
                  </a:cubicBezTo>
                  <a:cubicBezTo>
                    <a:pt x="66" y="82"/>
                    <a:pt x="66" y="82"/>
                    <a:pt x="66" y="82"/>
                  </a:cubicBezTo>
                  <a:cubicBezTo>
                    <a:pt x="74" y="67"/>
                    <a:pt x="74" y="67"/>
                    <a:pt x="74" y="67"/>
                  </a:cubicBezTo>
                  <a:cubicBezTo>
                    <a:pt x="78" y="63"/>
                    <a:pt x="78" y="63"/>
                    <a:pt x="78" y="63"/>
                  </a:cubicBezTo>
                  <a:cubicBezTo>
                    <a:pt x="82" y="55"/>
                    <a:pt x="82" y="55"/>
                    <a:pt x="82" y="55"/>
                  </a:cubicBezTo>
                  <a:cubicBezTo>
                    <a:pt x="78" y="51"/>
                    <a:pt x="78" y="51"/>
                    <a:pt x="78" y="51"/>
                  </a:cubicBezTo>
                  <a:cubicBezTo>
                    <a:pt x="70" y="51"/>
                    <a:pt x="70" y="51"/>
                    <a:pt x="70" y="51"/>
                  </a:cubicBezTo>
                  <a:cubicBezTo>
                    <a:pt x="58" y="47"/>
                    <a:pt x="58" y="47"/>
                    <a:pt x="58" y="47"/>
                  </a:cubicBezTo>
                  <a:cubicBezTo>
                    <a:pt x="35" y="43"/>
                    <a:pt x="35" y="43"/>
                    <a:pt x="35" y="43"/>
                  </a:cubicBezTo>
                  <a:cubicBezTo>
                    <a:pt x="8" y="32"/>
                    <a:pt x="8" y="32"/>
                    <a:pt x="8" y="32"/>
                  </a:cubicBezTo>
                  <a:cubicBezTo>
                    <a:pt x="4" y="35"/>
                    <a:pt x="4" y="35"/>
                    <a:pt x="4" y="35"/>
                  </a:cubicBezTo>
                  <a:cubicBezTo>
                    <a:pt x="0" y="43"/>
                    <a:pt x="0" y="43"/>
                    <a:pt x="0" y="43"/>
                  </a:cubicBezTo>
                  <a:cubicBezTo>
                    <a:pt x="0" y="51"/>
                    <a:pt x="0" y="51"/>
                    <a:pt x="0" y="51"/>
                  </a:cubicBezTo>
                  <a:cubicBezTo>
                    <a:pt x="8" y="59"/>
                    <a:pt x="8" y="59"/>
                    <a:pt x="8" y="59"/>
                  </a:cubicBezTo>
                  <a:cubicBezTo>
                    <a:pt x="12" y="67"/>
                    <a:pt x="12" y="67"/>
                    <a:pt x="12" y="67"/>
                  </a:cubicBezTo>
                  <a:cubicBezTo>
                    <a:pt x="23" y="114"/>
                    <a:pt x="23" y="114"/>
                    <a:pt x="23" y="114"/>
                  </a:cubicBezTo>
                  <a:cubicBezTo>
                    <a:pt x="27" y="110"/>
                    <a:pt x="27" y="110"/>
                    <a:pt x="27" y="110"/>
                  </a:cubicBezTo>
                  <a:cubicBezTo>
                    <a:pt x="31" y="114"/>
                    <a:pt x="31" y="114"/>
                    <a:pt x="31" y="114"/>
                  </a:cubicBezTo>
                  <a:cubicBezTo>
                    <a:pt x="31" y="117"/>
                    <a:pt x="31" y="117"/>
                    <a:pt x="31" y="117"/>
                  </a:cubicBezTo>
                  <a:cubicBezTo>
                    <a:pt x="27" y="121"/>
                    <a:pt x="27" y="121"/>
                    <a:pt x="27" y="121"/>
                  </a:cubicBezTo>
                  <a:cubicBezTo>
                    <a:pt x="27" y="125"/>
                    <a:pt x="27" y="125"/>
                    <a:pt x="27" y="125"/>
                  </a:cubicBezTo>
                  <a:cubicBezTo>
                    <a:pt x="27" y="129"/>
                    <a:pt x="27" y="129"/>
                    <a:pt x="27" y="129"/>
                  </a:cubicBezTo>
                  <a:cubicBezTo>
                    <a:pt x="31" y="129"/>
                    <a:pt x="31" y="129"/>
                    <a:pt x="31" y="129"/>
                  </a:cubicBezTo>
                  <a:cubicBezTo>
                    <a:pt x="35" y="129"/>
                    <a:pt x="35" y="129"/>
                    <a:pt x="35" y="129"/>
                  </a:cubicBezTo>
                  <a:cubicBezTo>
                    <a:pt x="35" y="133"/>
                    <a:pt x="35" y="133"/>
                    <a:pt x="35" y="133"/>
                  </a:cubicBezTo>
                  <a:cubicBezTo>
                    <a:pt x="68" y="133"/>
                    <a:pt x="68" y="133"/>
                    <a:pt x="68" y="133"/>
                  </a:cubicBezTo>
                  <a:lnTo>
                    <a:pt x="79" y="152"/>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1" name="Virginia">
              <a:extLst>
                <a:ext uri="{FF2B5EF4-FFF2-40B4-BE49-F238E27FC236}">
                  <a16:creationId xmlns:a16="http://schemas.microsoft.com/office/drawing/2014/main" id="{FFD1F44B-734A-D64B-8148-C5DA969F6E0F}"/>
                </a:ext>
              </a:extLst>
            </p:cNvPr>
            <p:cNvSpPr>
              <a:spLocks/>
            </p:cNvSpPr>
            <p:nvPr/>
          </p:nvSpPr>
          <p:spPr bwMode="auto">
            <a:xfrm>
              <a:off x="8510060" y="2932249"/>
              <a:ext cx="1011456" cy="396223"/>
            </a:xfrm>
            <a:custGeom>
              <a:avLst/>
              <a:gdLst>
                <a:gd name="T0" fmla="*/ 213 w 256"/>
                <a:gd name="T1" fmla="*/ 40 h 100"/>
                <a:gd name="T2" fmla="*/ 203 w 256"/>
                <a:gd name="T3" fmla="*/ 32 h 100"/>
                <a:gd name="T4" fmla="*/ 207 w 256"/>
                <a:gd name="T5" fmla="*/ 21 h 100"/>
                <a:gd name="T6" fmla="*/ 201 w 256"/>
                <a:gd name="T7" fmla="*/ 0 h 100"/>
                <a:gd name="T8" fmla="*/ 199 w 256"/>
                <a:gd name="T9" fmla="*/ 0 h 100"/>
                <a:gd name="T10" fmla="*/ 191 w 256"/>
                <a:gd name="T11" fmla="*/ 4 h 100"/>
                <a:gd name="T12" fmla="*/ 183 w 256"/>
                <a:gd name="T13" fmla="*/ 4 h 100"/>
                <a:gd name="T14" fmla="*/ 171 w 256"/>
                <a:gd name="T15" fmla="*/ 0 h 100"/>
                <a:gd name="T16" fmla="*/ 167 w 256"/>
                <a:gd name="T17" fmla="*/ 10 h 100"/>
                <a:gd name="T18" fmla="*/ 160 w 256"/>
                <a:gd name="T19" fmla="*/ 15 h 100"/>
                <a:gd name="T20" fmla="*/ 152 w 256"/>
                <a:gd name="T21" fmla="*/ 24 h 100"/>
                <a:gd name="T22" fmla="*/ 142 w 256"/>
                <a:gd name="T23" fmla="*/ 32 h 100"/>
                <a:gd name="T24" fmla="*/ 142 w 256"/>
                <a:gd name="T25" fmla="*/ 39 h 100"/>
                <a:gd name="T26" fmla="*/ 125 w 256"/>
                <a:gd name="T27" fmla="*/ 42 h 100"/>
                <a:gd name="T28" fmla="*/ 124 w 256"/>
                <a:gd name="T29" fmla="*/ 53 h 100"/>
                <a:gd name="T30" fmla="*/ 120 w 256"/>
                <a:gd name="T31" fmla="*/ 58 h 100"/>
                <a:gd name="T32" fmla="*/ 120 w 256"/>
                <a:gd name="T33" fmla="*/ 59 h 100"/>
                <a:gd name="T34" fmla="*/ 120 w 256"/>
                <a:gd name="T35" fmla="*/ 61 h 100"/>
                <a:gd name="T36" fmla="*/ 119 w 256"/>
                <a:gd name="T37" fmla="*/ 61 h 100"/>
                <a:gd name="T38" fmla="*/ 116 w 256"/>
                <a:gd name="T39" fmla="*/ 60 h 100"/>
                <a:gd name="T40" fmla="*/ 109 w 256"/>
                <a:gd name="T41" fmla="*/ 71 h 100"/>
                <a:gd name="T42" fmla="*/ 86 w 256"/>
                <a:gd name="T43" fmla="*/ 75 h 100"/>
                <a:gd name="T44" fmla="*/ 69 w 256"/>
                <a:gd name="T45" fmla="*/ 79 h 100"/>
                <a:gd name="T46" fmla="*/ 67 w 256"/>
                <a:gd name="T47" fmla="*/ 79 h 100"/>
                <a:gd name="T48" fmla="*/ 63 w 256"/>
                <a:gd name="T49" fmla="*/ 79 h 100"/>
                <a:gd name="T50" fmla="*/ 60 w 256"/>
                <a:gd name="T51" fmla="*/ 78 h 100"/>
                <a:gd name="T52" fmla="*/ 55 w 256"/>
                <a:gd name="T53" fmla="*/ 78 h 100"/>
                <a:gd name="T54" fmla="*/ 55 w 256"/>
                <a:gd name="T55" fmla="*/ 78 h 100"/>
                <a:gd name="T56" fmla="*/ 52 w 256"/>
                <a:gd name="T57" fmla="*/ 78 h 100"/>
                <a:gd name="T58" fmla="*/ 49 w 256"/>
                <a:gd name="T59" fmla="*/ 78 h 100"/>
                <a:gd name="T60" fmla="*/ 44 w 256"/>
                <a:gd name="T61" fmla="*/ 78 h 100"/>
                <a:gd name="T62" fmla="*/ 40 w 256"/>
                <a:gd name="T63" fmla="*/ 77 h 100"/>
                <a:gd name="T64" fmla="*/ 36 w 256"/>
                <a:gd name="T65" fmla="*/ 78 h 100"/>
                <a:gd name="T66" fmla="*/ 34 w 256"/>
                <a:gd name="T67" fmla="*/ 77 h 100"/>
                <a:gd name="T68" fmla="*/ 28 w 256"/>
                <a:gd name="T69" fmla="*/ 77 h 100"/>
                <a:gd name="T70" fmla="*/ 27 w 256"/>
                <a:gd name="T71" fmla="*/ 77 h 100"/>
                <a:gd name="T72" fmla="*/ 24 w 256"/>
                <a:gd name="T73" fmla="*/ 77 h 100"/>
                <a:gd name="T74" fmla="*/ 23 w 256"/>
                <a:gd name="T75" fmla="*/ 79 h 100"/>
                <a:gd name="T76" fmla="*/ 22 w 256"/>
                <a:gd name="T77" fmla="*/ 86 h 100"/>
                <a:gd name="T78" fmla="*/ 13 w 256"/>
                <a:gd name="T79" fmla="*/ 91 h 100"/>
                <a:gd name="T80" fmla="*/ 2 w 256"/>
                <a:gd name="T81" fmla="*/ 99 h 100"/>
                <a:gd name="T82" fmla="*/ 33 w 256"/>
                <a:gd name="T83" fmla="*/ 100 h 100"/>
                <a:gd name="T84" fmla="*/ 33 w 256"/>
                <a:gd name="T85" fmla="*/ 100 h 100"/>
                <a:gd name="T86" fmla="*/ 256 w 256"/>
                <a:gd name="T87" fmla="*/ 100 h 100"/>
                <a:gd name="T88" fmla="*/ 252 w 256"/>
                <a:gd name="T89" fmla="*/ 92 h 100"/>
                <a:gd name="T90" fmla="*/ 252 w 256"/>
                <a:gd name="T91" fmla="*/ 84 h 100"/>
                <a:gd name="T92" fmla="*/ 256 w 256"/>
                <a:gd name="T93" fmla="*/ 73 h 100"/>
                <a:gd name="T94" fmla="*/ 237 w 256"/>
                <a:gd name="T95" fmla="*/ 61 h 100"/>
                <a:gd name="T96" fmla="*/ 217 w 256"/>
                <a:gd name="T97" fmla="*/ 49 h 100"/>
                <a:gd name="T98" fmla="*/ 217 w 256"/>
                <a:gd name="T99" fmla="*/ 4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56" h="100">
                  <a:moveTo>
                    <a:pt x="217" y="45"/>
                  </a:moveTo>
                  <a:cubicBezTo>
                    <a:pt x="213" y="40"/>
                    <a:pt x="213" y="40"/>
                    <a:pt x="213" y="40"/>
                  </a:cubicBezTo>
                  <a:cubicBezTo>
                    <a:pt x="207" y="36"/>
                    <a:pt x="207" y="36"/>
                    <a:pt x="207" y="36"/>
                  </a:cubicBezTo>
                  <a:cubicBezTo>
                    <a:pt x="203" y="32"/>
                    <a:pt x="203" y="32"/>
                    <a:pt x="203" y="32"/>
                  </a:cubicBezTo>
                  <a:cubicBezTo>
                    <a:pt x="207" y="27"/>
                    <a:pt x="207" y="27"/>
                    <a:pt x="207" y="27"/>
                  </a:cubicBezTo>
                  <a:cubicBezTo>
                    <a:pt x="207" y="21"/>
                    <a:pt x="207" y="21"/>
                    <a:pt x="207" y="21"/>
                  </a:cubicBezTo>
                  <a:cubicBezTo>
                    <a:pt x="201" y="15"/>
                    <a:pt x="201" y="15"/>
                    <a:pt x="201" y="15"/>
                  </a:cubicBezTo>
                  <a:cubicBezTo>
                    <a:pt x="201" y="0"/>
                    <a:pt x="201" y="0"/>
                    <a:pt x="201" y="0"/>
                  </a:cubicBezTo>
                  <a:cubicBezTo>
                    <a:pt x="200" y="0"/>
                    <a:pt x="200" y="0"/>
                    <a:pt x="200" y="0"/>
                  </a:cubicBezTo>
                  <a:cubicBezTo>
                    <a:pt x="199" y="0"/>
                    <a:pt x="199" y="0"/>
                    <a:pt x="199" y="0"/>
                  </a:cubicBezTo>
                  <a:cubicBezTo>
                    <a:pt x="191" y="0"/>
                    <a:pt x="191" y="0"/>
                    <a:pt x="191" y="0"/>
                  </a:cubicBezTo>
                  <a:cubicBezTo>
                    <a:pt x="191" y="4"/>
                    <a:pt x="191" y="4"/>
                    <a:pt x="191" y="4"/>
                  </a:cubicBezTo>
                  <a:cubicBezTo>
                    <a:pt x="188" y="7"/>
                    <a:pt x="188" y="7"/>
                    <a:pt x="188" y="7"/>
                  </a:cubicBezTo>
                  <a:cubicBezTo>
                    <a:pt x="183" y="4"/>
                    <a:pt x="183" y="4"/>
                    <a:pt x="183" y="4"/>
                  </a:cubicBezTo>
                  <a:cubicBezTo>
                    <a:pt x="179" y="3"/>
                    <a:pt x="179" y="3"/>
                    <a:pt x="179" y="3"/>
                  </a:cubicBezTo>
                  <a:cubicBezTo>
                    <a:pt x="171" y="0"/>
                    <a:pt x="171" y="0"/>
                    <a:pt x="171" y="0"/>
                  </a:cubicBezTo>
                  <a:cubicBezTo>
                    <a:pt x="171" y="5"/>
                    <a:pt x="171" y="5"/>
                    <a:pt x="171" y="5"/>
                  </a:cubicBezTo>
                  <a:cubicBezTo>
                    <a:pt x="167" y="10"/>
                    <a:pt x="167" y="10"/>
                    <a:pt x="167" y="10"/>
                  </a:cubicBezTo>
                  <a:cubicBezTo>
                    <a:pt x="165" y="10"/>
                    <a:pt x="165" y="10"/>
                    <a:pt x="165" y="10"/>
                  </a:cubicBezTo>
                  <a:cubicBezTo>
                    <a:pt x="164" y="10"/>
                    <a:pt x="163" y="12"/>
                    <a:pt x="160" y="15"/>
                  </a:cubicBezTo>
                  <a:cubicBezTo>
                    <a:pt x="156" y="21"/>
                    <a:pt x="156" y="21"/>
                    <a:pt x="156" y="21"/>
                  </a:cubicBezTo>
                  <a:cubicBezTo>
                    <a:pt x="152" y="24"/>
                    <a:pt x="152" y="24"/>
                    <a:pt x="152" y="24"/>
                  </a:cubicBezTo>
                  <a:cubicBezTo>
                    <a:pt x="148" y="24"/>
                    <a:pt x="148" y="24"/>
                    <a:pt x="148" y="24"/>
                  </a:cubicBezTo>
                  <a:cubicBezTo>
                    <a:pt x="147" y="25"/>
                    <a:pt x="144" y="30"/>
                    <a:pt x="142" y="32"/>
                  </a:cubicBezTo>
                  <a:cubicBezTo>
                    <a:pt x="140" y="34"/>
                    <a:pt x="140" y="36"/>
                    <a:pt x="141" y="37"/>
                  </a:cubicBezTo>
                  <a:cubicBezTo>
                    <a:pt x="142" y="39"/>
                    <a:pt x="142" y="39"/>
                    <a:pt x="142" y="39"/>
                  </a:cubicBezTo>
                  <a:cubicBezTo>
                    <a:pt x="133" y="39"/>
                    <a:pt x="133" y="39"/>
                    <a:pt x="133" y="39"/>
                  </a:cubicBezTo>
                  <a:cubicBezTo>
                    <a:pt x="125" y="42"/>
                    <a:pt x="125" y="42"/>
                    <a:pt x="125" y="42"/>
                  </a:cubicBezTo>
                  <a:cubicBezTo>
                    <a:pt x="126" y="43"/>
                    <a:pt x="127" y="49"/>
                    <a:pt x="125" y="51"/>
                  </a:cubicBezTo>
                  <a:cubicBezTo>
                    <a:pt x="124" y="53"/>
                    <a:pt x="124" y="53"/>
                    <a:pt x="124" y="53"/>
                  </a:cubicBezTo>
                  <a:cubicBezTo>
                    <a:pt x="124" y="53"/>
                    <a:pt x="123" y="54"/>
                    <a:pt x="121" y="57"/>
                  </a:cubicBezTo>
                  <a:cubicBezTo>
                    <a:pt x="120" y="58"/>
                    <a:pt x="120" y="58"/>
                    <a:pt x="120" y="58"/>
                  </a:cubicBezTo>
                  <a:cubicBezTo>
                    <a:pt x="120" y="59"/>
                    <a:pt x="120" y="59"/>
                    <a:pt x="120" y="59"/>
                  </a:cubicBezTo>
                  <a:cubicBezTo>
                    <a:pt x="120" y="59"/>
                    <a:pt x="120" y="59"/>
                    <a:pt x="120" y="59"/>
                  </a:cubicBezTo>
                  <a:cubicBezTo>
                    <a:pt x="122" y="59"/>
                    <a:pt x="122" y="59"/>
                    <a:pt x="122" y="59"/>
                  </a:cubicBezTo>
                  <a:cubicBezTo>
                    <a:pt x="120" y="61"/>
                    <a:pt x="120" y="61"/>
                    <a:pt x="120" y="61"/>
                  </a:cubicBezTo>
                  <a:cubicBezTo>
                    <a:pt x="119" y="61"/>
                    <a:pt x="119" y="61"/>
                    <a:pt x="119" y="61"/>
                  </a:cubicBezTo>
                  <a:cubicBezTo>
                    <a:pt x="119" y="61"/>
                    <a:pt x="119" y="61"/>
                    <a:pt x="119" y="61"/>
                  </a:cubicBezTo>
                  <a:cubicBezTo>
                    <a:pt x="119" y="61"/>
                    <a:pt x="119" y="61"/>
                    <a:pt x="119" y="61"/>
                  </a:cubicBezTo>
                  <a:cubicBezTo>
                    <a:pt x="118" y="61"/>
                    <a:pt x="117" y="60"/>
                    <a:pt x="116" y="60"/>
                  </a:cubicBezTo>
                  <a:cubicBezTo>
                    <a:pt x="115" y="63"/>
                    <a:pt x="114" y="65"/>
                    <a:pt x="113" y="66"/>
                  </a:cubicBezTo>
                  <a:cubicBezTo>
                    <a:pt x="113" y="68"/>
                    <a:pt x="109" y="70"/>
                    <a:pt x="109" y="71"/>
                  </a:cubicBezTo>
                  <a:cubicBezTo>
                    <a:pt x="109" y="75"/>
                    <a:pt x="109" y="75"/>
                    <a:pt x="109" y="75"/>
                  </a:cubicBezTo>
                  <a:cubicBezTo>
                    <a:pt x="86" y="75"/>
                    <a:pt x="86" y="75"/>
                    <a:pt x="86" y="75"/>
                  </a:cubicBezTo>
                  <a:cubicBezTo>
                    <a:pt x="75" y="77"/>
                    <a:pt x="75" y="77"/>
                    <a:pt x="75" y="77"/>
                  </a:cubicBezTo>
                  <a:cubicBezTo>
                    <a:pt x="75" y="78"/>
                    <a:pt x="72" y="79"/>
                    <a:pt x="69" y="79"/>
                  </a:cubicBezTo>
                  <a:cubicBezTo>
                    <a:pt x="69" y="79"/>
                    <a:pt x="69" y="79"/>
                    <a:pt x="69" y="79"/>
                  </a:cubicBezTo>
                  <a:cubicBezTo>
                    <a:pt x="69" y="79"/>
                    <a:pt x="68" y="79"/>
                    <a:pt x="67" y="79"/>
                  </a:cubicBezTo>
                  <a:cubicBezTo>
                    <a:pt x="66" y="79"/>
                    <a:pt x="65" y="79"/>
                    <a:pt x="64" y="79"/>
                  </a:cubicBezTo>
                  <a:cubicBezTo>
                    <a:pt x="63" y="79"/>
                    <a:pt x="63" y="79"/>
                    <a:pt x="63" y="79"/>
                  </a:cubicBezTo>
                  <a:cubicBezTo>
                    <a:pt x="63" y="79"/>
                    <a:pt x="63" y="79"/>
                    <a:pt x="63" y="79"/>
                  </a:cubicBezTo>
                  <a:cubicBezTo>
                    <a:pt x="62" y="78"/>
                    <a:pt x="61" y="78"/>
                    <a:pt x="60" y="78"/>
                  </a:cubicBezTo>
                  <a:cubicBezTo>
                    <a:pt x="60" y="78"/>
                    <a:pt x="60" y="78"/>
                    <a:pt x="60" y="78"/>
                  </a:cubicBezTo>
                  <a:cubicBezTo>
                    <a:pt x="55" y="78"/>
                    <a:pt x="55" y="78"/>
                    <a:pt x="55" y="78"/>
                  </a:cubicBezTo>
                  <a:cubicBezTo>
                    <a:pt x="55" y="78"/>
                    <a:pt x="55" y="78"/>
                    <a:pt x="55" y="78"/>
                  </a:cubicBezTo>
                  <a:cubicBezTo>
                    <a:pt x="55" y="78"/>
                    <a:pt x="55" y="78"/>
                    <a:pt x="55" y="78"/>
                  </a:cubicBezTo>
                  <a:cubicBezTo>
                    <a:pt x="54" y="78"/>
                    <a:pt x="53" y="78"/>
                    <a:pt x="52" y="78"/>
                  </a:cubicBezTo>
                  <a:cubicBezTo>
                    <a:pt x="52" y="78"/>
                    <a:pt x="52" y="78"/>
                    <a:pt x="52" y="78"/>
                  </a:cubicBezTo>
                  <a:cubicBezTo>
                    <a:pt x="51" y="78"/>
                    <a:pt x="51" y="78"/>
                    <a:pt x="51" y="78"/>
                  </a:cubicBezTo>
                  <a:cubicBezTo>
                    <a:pt x="50" y="78"/>
                    <a:pt x="50" y="78"/>
                    <a:pt x="49" y="78"/>
                  </a:cubicBezTo>
                  <a:cubicBezTo>
                    <a:pt x="48" y="78"/>
                    <a:pt x="47" y="78"/>
                    <a:pt x="46" y="78"/>
                  </a:cubicBezTo>
                  <a:cubicBezTo>
                    <a:pt x="46" y="78"/>
                    <a:pt x="45" y="78"/>
                    <a:pt x="44" y="78"/>
                  </a:cubicBezTo>
                  <a:cubicBezTo>
                    <a:pt x="43" y="78"/>
                    <a:pt x="42" y="78"/>
                    <a:pt x="42" y="77"/>
                  </a:cubicBezTo>
                  <a:cubicBezTo>
                    <a:pt x="41" y="77"/>
                    <a:pt x="41" y="77"/>
                    <a:pt x="40" y="77"/>
                  </a:cubicBezTo>
                  <a:cubicBezTo>
                    <a:pt x="40" y="77"/>
                    <a:pt x="39" y="77"/>
                    <a:pt x="38" y="77"/>
                  </a:cubicBezTo>
                  <a:cubicBezTo>
                    <a:pt x="38" y="78"/>
                    <a:pt x="37" y="78"/>
                    <a:pt x="36" y="78"/>
                  </a:cubicBezTo>
                  <a:cubicBezTo>
                    <a:pt x="36" y="78"/>
                    <a:pt x="36" y="78"/>
                    <a:pt x="35" y="77"/>
                  </a:cubicBezTo>
                  <a:cubicBezTo>
                    <a:pt x="35" y="77"/>
                    <a:pt x="35" y="77"/>
                    <a:pt x="34" y="77"/>
                  </a:cubicBezTo>
                  <a:cubicBezTo>
                    <a:pt x="33" y="77"/>
                    <a:pt x="32" y="77"/>
                    <a:pt x="31" y="77"/>
                  </a:cubicBezTo>
                  <a:cubicBezTo>
                    <a:pt x="30" y="77"/>
                    <a:pt x="29" y="77"/>
                    <a:pt x="28" y="77"/>
                  </a:cubicBezTo>
                  <a:cubicBezTo>
                    <a:pt x="28" y="77"/>
                    <a:pt x="28" y="77"/>
                    <a:pt x="28" y="77"/>
                  </a:cubicBezTo>
                  <a:cubicBezTo>
                    <a:pt x="27" y="77"/>
                    <a:pt x="27" y="77"/>
                    <a:pt x="27" y="77"/>
                  </a:cubicBezTo>
                  <a:cubicBezTo>
                    <a:pt x="26" y="77"/>
                    <a:pt x="26" y="77"/>
                    <a:pt x="25" y="77"/>
                  </a:cubicBezTo>
                  <a:cubicBezTo>
                    <a:pt x="24" y="77"/>
                    <a:pt x="24" y="77"/>
                    <a:pt x="24" y="77"/>
                  </a:cubicBezTo>
                  <a:cubicBezTo>
                    <a:pt x="23" y="77"/>
                    <a:pt x="23" y="77"/>
                    <a:pt x="23" y="77"/>
                  </a:cubicBezTo>
                  <a:cubicBezTo>
                    <a:pt x="23" y="78"/>
                    <a:pt x="23" y="78"/>
                    <a:pt x="23" y="79"/>
                  </a:cubicBezTo>
                  <a:cubicBezTo>
                    <a:pt x="23" y="80"/>
                    <a:pt x="23" y="80"/>
                    <a:pt x="23" y="82"/>
                  </a:cubicBezTo>
                  <a:cubicBezTo>
                    <a:pt x="22" y="83"/>
                    <a:pt x="22" y="85"/>
                    <a:pt x="22" y="86"/>
                  </a:cubicBezTo>
                  <a:cubicBezTo>
                    <a:pt x="23" y="87"/>
                    <a:pt x="23" y="87"/>
                    <a:pt x="23" y="87"/>
                  </a:cubicBezTo>
                  <a:cubicBezTo>
                    <a:pt x="13" y="91"/>
                    <a:pt x="13" y="91"/>
                    <a:pt x="13" y="91"/>
                  </a:cubicBezTo>
                  <a:cubicBezTo>
                    <a:pt x="12" y="92"/>
                    <a:pt x="9" y="94"/>
                    <a:pt x="6" y="96"/>
                  </a:cubicBezTo>
                  <a:cubicBezTo>
                    <a:pt x="5" y="96"/>
                    <a:pt x="3" y="98"/>
                    <a:pt x="2" y="99"/>
                  </a:cubicBezTo>
                  <a:cubicBezTo>
                    <a:pt x="0" y="100"/>
                    <a:pt x="0" y="100"/>
                    <a:pt x="0" y="100"/>
                  </a:cubicBezTo>
                  <a:cubicBezTo>
                    <a:pt x="33" y="100"/>
                    <a:pt x="33" y="100"/>
                    <a:pt x="33" y="100"/>
                  </a:cubicBezTo>
                  <a:cubicBezTo>
                    <a:pt x="33" y="100"/>
                    <a:pt x="33" y="100"/>
                    <a:pt x="33" y="100"/>
                  </a:cubicBezTo>
                  <a:cubicBezTo>
                    <a:pt x="33" y="100"/>
                    <a:pt x="33" y="100"/>
                    <a:pt x="33" y="100"/>
                  </a:cubicBezTo>
                  <a:cubicBezTo>
                    <a:pt x="256" y="100"/>
                    <a:pt x="256" y="100"/>
                    <a:pt x="256" y="100"/>
                  </a:cubicBezTo>
                  <a:cubicBezTo>
                    <a:pt x="256" y="100"/>
                    <a:pt x="256" y="100"/>
                    <a:pt x="256" y="100"/>
                  </a:cubicBezTo>
                  <a:cubicBezTo>
                    <a:pt x="256" y="96"/>
                    <a:pt x="256" y="96"/>
                    <a:pt x="256" y="96"/>
                  </a:cubicBezTo>
                  <a:cubicBezTo>
                    <a:pt x="252" y="92"/>
                    <a:pt x="252" y="92"/>
                    <a:pt x="252" y="92"/>
                  </a:cubicBezTo>
                  <a:cubicBezTo>
                    <a:pt x="252" y="88"/>
                    <a:pt x="252" y="88"/>
                    <a:pt x="252" y="88"/>
                  </a:cubicBezTo>
                  <a:cubicBezTo>
                    <a:pt x="252" y="84"/>
                    <a:pt x="252" y="84"/>
                    <a:pt x="252" y="84"/>
                  </a:cubicBezTo>
                  <a:cubicBezTo>
                    <a:pt x="256" y="77"/>
                    <a:pt x="256" y="77"/>
                    <a:pt x="256" y="77"/>
                  </a:cubicBezTo>
                  <a:cubicBezTo>
                    <a:pt x="256" y="73"/>
                    <a:pt x="256" y="73"/>
                    <a:pt x="256" y="73"/>
                  </a:cubicBezTo>
                  <a:cubicBezTo>
                    <a:pt x="252" y="69"/>
                    <a:pt x="252" y="69"/>
                    <a:pt x="252" y="69"/>
                  </a:cubicBezTo>
                  <a:cubicBezTo>
                    <a:pt x="237" y="61"/>
                    <a:pt x="237" y="61"/>
                    <a:pt x="237" y="61"/>
                  </a:cubicBezTo>
                  <a:cubicBezTo>
                    <a:pt x="229" y="57"/>
                    <a:pt x="229" y="57"/>
                    <a:pt x="229" y="57"/>
                  </a:cubicBezTo>
                  <a:cubicBezTo>
                    <a:pt x="217" y="49"/>
                    <a:pt x="217" y="49"/>
                    <a:pt x="217" y="49"/>
                  </a:cubicBezTo>
                  <a:cubicBezTo>
                    <a:pt x="217" y="47"/>
                    <a:pt x="217" y="47"/>
                    <a:pt x="217" y="47"/>
                  </a:cubicBezTo>
                  <a:cubicBezTo>
                    <a:pt x="217" y="47"/>
                    <a:pt x="217" y="47"/>
                    <a:pt x="217" y="47"/>
                  </a:cubicBezTo>
                  <a:lnTo>
                    <a:pt x="217" y="45"/>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2" name="Vermont">
              <a:extLst>
                <a:ext uri="{FF2B5EF4-FFF2-40B4-BE49-F238E27FC236}">
                  <a16:creationId xmlns:a16="http://schemas.microsoft.com/office/drawing/2014/main" id="{C306A8C0-44AA-C34D-9F6C-221C4B9F9ABE}"/>
                </a:ext>
              </a:extLst>
            </p:cNvPr>
            <p:cNvSpPr>
              <a:spLocks/>
            </p:cNvSpPr>
            <p:nvPr/>
          </p:nvSpPr>
          <p:spPr bwMode="auto">
            <a:xfrm>
              <a:off x="10013034" y="1777016"/>
              <a:ext cx="240743" cy="434675"/>
            </a:xfrm>
            <a:custGeom>
              <a:avLst/>
              <a:gdLst>
                <a:gd name="T0" fmla="*/ 7 w 61"/>
                <a:gd name="T1" fmla="*/ 98 h 110"/>
                <a:gd name="T2" fmla="*/ 7 w 61"/>
                <a:gd name="T3" fmla="*/ 98 h 110"/>
                <a:gd name="T4" fmla="*/ 4 w 61"/>
                <a:gd name="T5" fmla="*/ 108 h 110"/>
                <a:gd name="T6" fmla="*/ 4 w 61"/>
                <a:gd name="T7" fmla="*/ 110 h 110"/>
                <a:gd name="T8" fmla="*/ 23 w 61"/>
                <a:gd name="T9" fmla="*/ 110 h 110"/>
                <a:gd name="T10" fmla="*/ 23 w 61"/>
                <a:gd name="T11" fmla="*/ 102 h 110"/>
                <a:gd name="T12" fmla="*/ 24 w 61"/>
                <a:gd name="T13" fmla="*/ 102 h 110"/>
                <a:gd name="T14" fmla="*/ 30 w 61"/>
                <a:gd name="T15" fmla="*/ 95 h 110"/>
                <a:gd name="T16" fmla="*/ 30 w 61"/>
                <a:gd name="T17" fmla="*/ 94 h 110"/>
                <a:gd name="T18" fmla="*/ 30 w 61"/>
                <a:gd name="T19" fmla="*/ 94 h 110"/>
                <a:gd name="T20" fmla="*/ 31 w 61"/>
                <a:gd name="T21" fmla="*/ 94 h 110"/>
                <a:gd name="T22" fmla="*/ 31 w 61"/>
                <a:gd name="T23" fmla="*/ 94 h 110"/>
                <a:gd name="T24" fmla="*/ 31 w 61"/>
                <a:gd name="T25" fmla="*/ 93 h 110"/>
                <a:gd name="T26" fmla="*/ 32 w 61"/>
                <a:gd name="T27" fmla="*/ 90 h 110"/>
                <a:gd name="T28" fmla="*/ 33 w 61"/>
                <a:gd name="T29" fmla="*/ 85 h 110"/>
                <a:gd name="T30" fmla="*/ 33 w 61"/>
                <a:gd name="T31" fmla="*/ 85 h 110"/>
                <a:gd name="T32" fmla="*/ 33 w 61"/>
                <a:gd name="T33" fmla="*/ 84 h 110"/>
                <a:gd name="T34" fmla="*/ 33 w 61"/>
                <a:gd name="T35" fmla="*/ 84 h 110"/>
                <a:gd name="T36" fmla="*/ 32 w 61"/>
                <a:gd name="T37" fmla="*/ 84 h 110"/>
                <a:gd name="T38" fmla="*/ 33 w 61"/>
                <a:gd name="T39" fmla="*/ 84 h 110"/>
                <a:gd name="T40" fmla="*/ 33 w 61"/>
                <a:gd name="T41" fmla="*/ 81 h 110"/>
                <a:gd name="T42" fmla="*/ 33 w 61"/>
                <a:gd name="T43" fmla="*/ 68 h 110"/>
                <a:gd name="T44" fmla="*/ 31 w 61"/>
                <a:gd name="T45" fmla="*/ 67 h 110"/>
                <a:gd name="T46" fmla="*/ 30 w 61"/>
                <a:gd name="T47" fmla="*/ 67 h 110"/>
                <a:gd name="T48" fmla="*/ 30 w 61"/>
                <a:gd name="T49" fmla="*/ 67 h 110"/>
                <a:gd name="T50" fmla="*/ 33 w 61"/>
                <a:gd name="T51" fmla="*/ 63 h 110"/>
                <a:gd name="T52" fmla="*/ 38 w 61"/>
                <a:gd name="T53" fmla="*/ 55 h 110"/>
                <a:gd name="T54" fmla="*/ 38 w 61"/>
                <a:gd name="T55" fmla="*/ 54 h 110"/>
                <a:gd name="T56" fmla="*/ 44 w 61"/>
                <a:gd name="T57" fmla="*/ 43 h 110"/>
                <a:gd name="T58" fmla="*/ 42 w 61"/>
                <a:gd name="T59" fmla="*/ 42 h 110"/>
                <a:gd name="T60" fmla="*/ 44 w 61"/>
                <a:gd name="T61" fmla="*/ 38 h 110"/>
                <a:gd name="T62" fmla="*/ 49 w 61"/>
                <a:gd name="T63" fmla="*/ 31 h 110"/>
                <a:gd name="T64" fmla="*/ 49 w 61"/>
                <a:gd name="T65" fmla="*/ 30 h 110"/>
                <a:gd name="T66" fmla="*/ 54 w 61"/>
                <a:gd name="T67" fmla="*/ 24 h 110"/>
                <a:gd name="T68" fmla="*/ 54 w 61"/>
                <a:gd name="T69" fmla="*/ 18 h 110"/>
                <a:gd name="T70" fmla="*/ 55 w 61"/>
                <a:gd name="T71" fmla="*/ 18 h 110"/>
                <a:gd name="T72" fmla="*/ 61 w 61"/>
                <a:gd name="T73" fmla="*/ 12 h 110"/>
                <a:gd name="T74" fmla="*/ 61 w 61"/>
                <a:gd name="T75" fmla="*/ 0 h 110"/>
                <a:gd name="T76" fmla="*/ 60 w 61"/>
                <a:gd name="T77" fmla="*/ 0 h 110"/>
                <a:gd name="T78" fmla="*/ 60 w 61"/>
                <a:gd name="T79" fmla="*/ 2 h 110"/>
                <a:gd name="T80" fmla="*/ 1 w 61"/>
                <a:gd name="T81" fmla="*/ 2 h 110"/>
                <a:gd name="T82" fmla="*/ 0 w 61"/>
                <a:gd name="T83" fmla="*/ 2 h 110"/>
                <a:gd name="T84" fmla="*/ 0 w 61"/>
                <a:gd name="T85" fmla="*/ 87 h 110"/>
                <a:gd name="T86" fmla="*/ 7 w 61"/>
                <a:gd name="T87" fmla="*/ 98 h 110"/>
                <a:gd name="connsiteX0" fmla="*/ 1148 w 10000"/>
                <a:gd name="connsiteY0" fmla="*/ 8909 h 10000"/>
                <a:gd name="connsiteX1" fmla="*/ 1148 w 10000"/>
                <a:gd name="connsiteY1" fmla="*/ 8909 h 10000"/>
                <a:gd name="connsiteX2" fmla="*/ 656 w 10000"/>
                <a:gd name="connsiteY2" fmla="*/ 9818 h 10000"/>
                <a:gd name="connsiteX3" fmla="*/ 656 w 10000"/>
                <a:gd name="connsiteY3" fmla="*/ 10000 h 10000"/>
                <a:gd name="connsiteX4" fmla="*/ 3770 w 10000"/>
                <a:gd name="connsiteY4" fmla="*/ 10000 h 10000"/>
                <a:gd name="connsiteX5" fmla="*/ 3770 w 10000"/>
                <a:gd name="connsiteY5" fmla="*/ 9273 h 10000"/>
                <a:gd name="connsiteX6" fmla="*/ 3934 w 10000"/>
                <a:gd name="connsiteY6" fmla="*/ 9273 h 10000"/>
                <a:gd name="connsiteX7" fmla="*/ 4918 w 10000"/>
                <a:gd name="connsiteY7" fmla="*/ 8636 h 10000"/>
                <a:gd name="connsiteX8" fmla="*/ 4918 w 10000"/>
                <a:gd name="connsiteY8" fmla="*/ 8545 h 10000"/>
                <a:gd name="connsiteX9" fmla="*/ 4918 w 10000"/>
                <a:gd name="connsiteY9" fmla="*/ 8545 h 10000"/>
                <a:gd name="connsiteX10" fmla="*/ 5082 w 10000"/>
                <a:gd name="connsiteY10" fmla="*/ 8545 h 10000"/>
                <a:gd name="connsiteX11" fmla="*/ 5082 w 10000"/>
                <a:gd name="connsiteY11" fmla="*/ 8545 h 10000"/>
                <a:gd name="connsiteX12" fmla="*/ 5082 w 10000"/>
                <a:gd name="connsiteY12" fmla="*/ 8455 h 10000"/>
                <a:gd name="connsiteX13" fmla="*/ 5246 w 10000"/>
                <a:gd name="connsiteY13" fmla="*/ 8182 h 10000"/>
                <a:gd name="connsiteX14" fmla="*/ 5410 w 10000"/>
                <a:gd name="connsiteY14" fmla="*/ 7727 h 10000"/>
                <a:gd name="connsiteX15" fmla="*/ 5410 w 10000"/>
                <a:gd name="connsiteY15" fmla="*/ 7727 h 10000"/>
                <a:gd name="connsiteX16" fmla="*/ 5410 w 10000"/>
                <a:gd name="connsiteY16" fmla="*/ 7636 h 10000"/>
                <a:gd name="connsiteX17" fmla="*/ 5410 w 10000"/>
                <a:gd name="connsiteY17" fmla="*/ 7636 h 10000"/>
                <a:gd name="connsiteX18" fmla="*/ 5410 w 10000"/>
                <a:gd name="connsiteY18" fmla="*/ 7636 h 10000"/>
                <a:gd name="connsiteX19" fmla="*/ 5410 w 10000"/>
                <a:gd name="connsiteY19" fmla="*/ 7364 h 10000"/>
                <a:gd name="connsiteX20" fmla="*/ 5410 w 10000"/>
                <a:gd name="connsiteY20" fmla="*/ 6182 h 10000"/>
                <a:gd name="connsiteX21" fmla="*/ 5082 w 10000"/>
                <a:gd name="connsiteY21" fmla="*/ 6091 h 10000"/>
                <a:gd name="connsiteX22" fmla="*/ 4918 w 10000"/>
                <a:gd name="connsiteY22" fmla="*/ 6091 h 10000"/>
                <a:gd name="connsiteX23" fmla="*/ 4918 w 10000"/>
                <a:gd name="connsiteY23" fmla="*/ 6091 h 10000"/>
                <a:gd name="connsiteX24" fmla="*/ 5410 w 10000"/>
                <a:gd name="connsiteY24" fmla="*/ 5727 h 10000"/>
                <a:gd name="connsiteX25" fmla="*/ 6230 w 10000"/>
                <a:gd name="connsiteY25" fmla="*/ 5000 h 10000"/>
                <a:gd name="connsiteX26" fmla="*/ 6230 w 10000"/>
                <a:gd name="connsiteY26" fmla="*/ 4909 h 10000"/>
                <a:gd name="connsiteX27" fmla="*/ 7213 w 10000"/>
                <a:gd name="connsiteY27" fmla="*/ 3909 h 10000"/>
                <a:gd name="connsiteX28" fmla="*/ 6885 w 10000"/>
                <a:gd name="connsiteY28" fmla="*/ 3818 h 10000"/>
                <a:gd name="connsiteX29" fmla="*/ 7213 w 10000"/>
                <a:gd name="connsiteY29" fmla="*/ 3455 h 10000"/>
                <a:gd name="connsiteX30" fmla="*/ 8033 w 10000"/>
                <a:gd name="connsiteY30" fmla="*/ 2818 h 10000"/>
                <a:gd name="connsiteX31" fmla="*/ 8033 w 10000"/>
                <a:gd name="connsiteY31" fmla="*/ 2727 h 10000"/>
                <a:gd name="connsiteX32" fmla="*/ 8852 w 10000"/>
                <a:gd name="connsiteY32" fmla="*/ 2182 h 10000"/>
                <a:gd name="connsiteX33" fmla="*/ 8852 w 10000"/>
                <a:gd name="connsiteY33" fmla="*/ 1636 h 10000"/>
                <a:gd name="connsiteX34" fmla="*/ 9016 w 10000"/>
                <a:gd name="connsiteY34" fmla="*/ 1636 h 10000"/>
                <a:gd name="connsiteX35" fmla="*/ 10000 w 10000"/>
                <a:gd name="connsiteY35" fmla="*/ 1091 h 10000"/>
                <a:gd name="connsiteX36" fmla="*/ 10000 w 10000"/>
                <a:gd name="connsiteY36" fmla="*/ 0 h 10000"/>
                <a:gd name="connsiteX37" fmla="*/ 9836 w 10000"/>
                <a:gd name="connsiteY37" fmla="*/ 0 h 10000"/>
                <a:gd name="connsiteX38" fmla="*/ 9836 w 10000"/>
                <a:gd name="connsiteY38" fmla="*/ 182 h 10000"/>
                <a:gd name="connsiteX39" fmla="*/ 164 w 10000"/>
                <a:gd name="connsiteY39" fmla="*/ 182 h 10000"/>
                <a:gd name="connsiteX40" fmla="*/ 0 w 10000"/>
                <a:gd name="connsiteY40" fmla="*/ 182 h 10000"/>
                <a:gd name="connsiteX41" fmla="*/ 0 w 10000"/>
                <a:gd name="connsiteY41" fmla="*/ 7909 h 10000"/>
                <a:gd name="connsiteX42" fmla="*/ 1148 w 10000"/>
                <a:gd name="connsiteY42" fmla="*/ 8909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000" h="10000">
                  <a:moveTo>
                    <a:pt x="1148" y="8909"/>
                  </a:moveTo>
                  <a:lnTo>
                    <a:pt x="1148" y="8909"/>
                  </a:lnTo>
                  <a:cubicBezTo>
                    <a:pt x="984" y="9091"/>
                    <a:pt x="820" y="9455"/>
                    <a:pt x="656" y="9818"/>
                  </a:cubicBezTo>
                  <a:lnTo>
                    <a:pt x="656" y="10000"/>
                  </a:lnTo>
                  <a:lnTo>
                    <a:pt x="3770" y="10000"/>
                  </a:lnTo>
                  <a:lnTo>
                    <a:pt x="3770" y="9273"/>
                  </a:lnTo>
                  <a:lnTo>
                    <a:pt x="3934" y="9273"/>
                  </a:lnTo>
                  <a:cubicBezTo>
                    <a:pt x="4098" y="9182"/>
                    <a:pt x="4590" y="9000"/>
                    <a:pt x="4918" y="8636"/>
                  </a:cubicBezTo>
                  <a:lnTo>
                    <a:pt x="4918" y="8545"/>
                  </a:lnTo>
                  <a:lnTo>
                    <a:pt x="4918" y="8545"/>
                  </a:lnTo>
                  <a:lnTo>
                    <a:pt x="5082" y="8545"/>
                  </a:lnTo>
                  <a:lnTo>
                    <a:pt x="5082" y="8545"/>
                  </a:lnTo>
                  <a:lnTo>
                    <a:pt x="5082" y="8455"/>
                  </a:lnTo>
                  <a:cubicBezTo>
                    <a:pt x="5082" y="8455"/>
                    <a:pt x="5246" y="8273"/>
                    <a:pt x="5246" y="8182"/>
                  </a:cubicBezTo>
                  <a:cubicBezTo>
                    <a:pt x="5246" y="7909"/>
                    <a:pt x="5246" y="7818"/>
                    <a:pt x="5410" y="7727"/>
                  </a:cubicBezTo>
                  <a:lnTo>
                    <a:pt x="5410" y="7727"/>
                  </a:lnTo>
                  <a:lnTo>
                    <a:pt x="5410" y="7636"/>
                  </a:lnTo>
                  <a:lnTo>
                    <a:pt x="5410" y="7636"/>
                  </a:lnTo>
                  <a:lnTo>
                    <a:pt x="5410" y="7636"/>
                  </a:lnTo>
                  <a:lnTo>
                    <a:pt x="5410" y="7364"/>
                  </a:lnTo>
                  <a:lnTo>
                    <a:pt x="5410" y="6182"/>
                  </a:lnTo>
                  <a:cubicBezTo>
                    <a:pt x="5246" y="6182"/>
                    <a:pt x="5082" y="6182"/>
                    <a:pt x="5082" y="6091"/>
                  </a:cubicBezTo>
                  <a:lnTo>
                    <a:pt x="4918" y="6091"/>
                  </a:lnTo>
                  <a:lnTo>
                    <a:pt x="4918" y="6091"/>
                  </a:lnTo>
                  <a:cubicBezTo>
                    <a:pt x="4918" y="6000"/>
                    <a:pt x="5082" y="5909"/>
                    <a:pt x="5410" y="5727"/>
                  </a:cubicBezTo>
                  <a:cubicBezTo>
                    <a:pt x="6230" y="5364"/>
                    <a:pt x="6230" y="5000"/>
                    <a:pt x="6230" y="5000"/>
                  </a:cubicBezTo>
                  <a:lnTo>
                    <a:pt x="6230" y="4909"/>
                  </a:lnTo>
                  <a:lnTo>
                    <a:pt x="7213" y="3909"/>
                  </a:lnTo>
                  <a:cubicBezTo>
                    <a:pt x="7049" y="3909"/>
                    <a:pt x="6885" y="3909"/>
                    <a:pt x="6885" y="3818"/>
                  </a:cubicBezTo>
                  <a:cubicBezTo>
                    <a:pt x="6885" y="3727"/>
                    <a:pt x="6885" y="3636"/>
                    <a:pt x="7213" y="3455"/>
                  </a:cubicBezTo>
                  <a:cubicBezTo>
                    <a:pt x="7705" y="3182"/>
                    <a:pt x="8033" y="2909"/>
                    <a:pt x="8033" y="2818"/>
                  </a:cubicBezTo>
                  <a:lnTo>
                    <a:pt x="8033" y="2727"/>
                  </a:lnTo>
                  <a:lnTo>
                    <a:pt x="8852" y="2182"/>
                  </a:lnTo>
                  <a:lnTo>
                    <a:pt x="8852" y="1636"/>
                  </a:lnTo>
                  <a:lnTo>
                    <a:pt x="9016" y="1636"/>
                  </a:lnTo>
                  <a:cubicBezTo>
                    <a:pt x="9508" y="1455"/>
                    <a:pt x="10000" y="1273"/>
                    <a:pt x="10000" y="1091"/>
                  </a:cubicBezTo>
                  <a:lnTo>
                    <a:pt x="10000" y="0"/>
                  </a:lnTo>
                  <a:lnTo>
                    <a:pt x="9836" y="0"/>
                  </a:lnTo>
                  <a:lnTo>
                    <a:pt x="9836" y="182"/>
                  </a:lnTo>
                  <a:lnTo>
                    <a:pt x="164" y="182"/>
                  </a:lnTo>
                  <a:lnTo>
                    <a:pt x="0" y="182"/>
                  </a:lnTo>
                  <a:lnTo>
                    <a:pt x="0" y="7909"/>
                  </a:lnTo>
                  <a:lnTo>
                    <a:pt x="1148" y="8909"/>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3" name="Utah">
              <a:extLst>
                <a:ext uri="{FF2B5EF4-FFF2-40B4-BE49-F238E27FC236}">
                  <a16:creationId xmlns:a16="http://schemas.microsoft.com/office/drawing/2014/main" id="{A88A493C-5850-E242-ACAA-D33C85D0FF8E}"/>
                </a:ext>
              </a:extLst>
            </p:cNvPr>
            <p:cNvSpPr>
              <a:spLocks/>
            </p:cNvSpPr>
            <p:nvPr/>
          </p:nvSpPr>
          <p:spPr bwMode="auto">
            <a:xfrm>
              <a:off x="3725286" y="2223394"/>
              <a:ext cx="779072" cy="966317"/>
            </a:xfrm>
            <a:custGeom>
              <a:avLst/>
              <a:gdLst>
                <a:gd name="T0" fmla="*/ 466 w 466"/>
                <a:gd name="T1" fmla="*/ 135 h 578"/>
                <a:gd name="T2" fmla="*/ 262 w 466"/>
                <a:gd name="T3" fmla="*/ 135 h 578"/>
                <a:gd name="T4" fmla="*/ 262 w 466"/>
                <a:gd name="T5" fmla="*/ 0 h 578"/>
                <a:gd name="T6" fmla="*/ 0 w 466"/>
                <a:gd name="T7" fmla="*/ 0 h 578"/>
                <a:gd name="T8" fmla="*/ 0 w 466"/>
                <a:gd name="T9" fmla="*/ 578 h 578"/>
                <a:gd name="T10" fmla="*/ 466 w 466"/>
                <a:gd name="T11" fmla="*/ 578 h 578"/>
                <a:gd name="T12" fmla="*/ 466 w 466"/>
                <a:gd name="T13" fmla="*/ 576 h 578"/>
                <a:gd name="T14" fmla="*/ 466 w 466"/>
                <a:gd name="T15" fmla="*/ 135 h 578"/>
                <a:gd name="T16" fmla="*/ 466 w 466"/>
                <a:gd name="T17" fmla="*/ 135 h 578"/>
                <a:gd name="T18" fmla="*/ 466 w 466"/>
                <a:gd name="T19" fmla="*/ 135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6" h="578">
                  <a:moveTo>
                    <a:pt x="466" y="135"/>
                  </a:moveTo>
                  <a:lnTo>
                    <a:pt x="262" y="135"/>
                  </a:lnTo>
                  <a:lnTo>
                    <a:pt x="262" y="0"/>
                  </a:lnTo>
                  <a:lnTo>
                    <a:pt x="0" y="0"/>
                  </a:lnTo>
                  <a:lnTo>
                    <a:pt x="0" y="578"/>
                  </a:lnTo>
                  <a:lnTo>
                    <a:pt x="466" y="578"/>
                  </a:lnTo>
                  <a:lnTo>
                    <a:pt x="466" y="576"/>
                  </a:lnTo>
                  <a:lnTo>
                    <a:pt x="466" y="135"/>
                  </a:lnTo>
                  <a:lnTo>
                    <a:pt x="466" y="135"/>
                  </a:lnTo>
                  <a:lnTo>
                    <a:pt x="466" y="135"/>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4" name="Texas">
              <a:extLst>
                <a:ext uri="{FF2B5EF4-FFF2-40B4-BE49-F238E27FC236}">
                  <a16:creationId xmlns:a16="http://schemas.microsoft.com/office/drawing/2014/main" id="{07569FDD-D1A6-FA40-9B67-03D6277E43A7}"/>
                </a:ext>
              </a:extLst>
            </p:cNvPr>
            <p:cNvSpPr>
              <a:spLocks/>
            </p:cNvSpPr>
            <p:nvPr/>
          </p:nvSpPr>
          <p:spPr bwMode="auto">
            <a:xfrm>
              <a:off x="4867145" y="3348534"/>
              <a:ext cx="1997835" cy="2051333"/>
            </a:xfrm>
            <a:custGeom>
              <a:avLst/>
              <a:gdLst>
                <a:gd name="T0" fmla="*/ 492 w 505"/>
                <a:gd name="T1" fmla="*/ 336 h 518"/>
                <a:gd name="T2" fmla="*/ 491 w 505"/>
                <a:gd name="T3" fmla="*/ 335 h 518"/>
                <a:gd name="T4" fmla="*/ 495 w 505"/>
                <a:gd name="T5" fmla="*/ 332 h 518"/>
                <a:gd name="T6" fmla="*/ 498 w 505"/>
                <a:gd name="T7" fmla="*/ 328 h 518"/>
                <a:gd name="T8" fmla="*/ 500 w 505"/>
                <a:gd name="T9" fmla="*/ 323 h 518"/>
                <a:gd name="T10" fmla="*/ 501 w 505"/>
                <a:gd name="T11" fmla="*/ 322 h 518"/>
                <a:gd name="T12" fmla="*/ 502 w 505"/>
                <a:gd name="T13" fmla="*/ 315 h 518"/>
                <a:gd name="T14" fmla="*/ 502 w 505"/>
                <a:gd name="T15" fmla="*/ 309 h 518"/>
                <a:gd name="T16" fmla="*/ 502 w 505"/>
                <a:gd name="T17" fmla="*/ 284 h 518"/>
                <a:gd name="T18" fmla="*/ 498 w 505"/>
                <a:gd name="T19" fmla="*/ 276 h 518"/>
                <a:gd name="T20" fmla="*/ 487 w 505"/>
                <a:gd name="T21" fmla="*/ 266 h 518"/>
                <a:gd name="T22" fmla="*/ 482 w 505"/>
                <a:gd name="T23" fmla="*/ 209 h 518"/>
                <a:gd name="T24" fmla="*/ 473 w 505"/>
                <a:gd name="T25" fmla="*/ 139 h 518"/>
                <a:gd name="T26" fmla="*/ 456 w 505"/>
                <a:gd name="T27" fmla="*/ 139 h 518"/>
                <a:gd name="T28" fmla="*/ 454 w 505"/>
                <a:gd name="T29" fmla="*/ 139 h 518"/>
                <a:gd name="T30" fmla="*/ 444 w 505"/>
                <a:gd name="T31" fmla="*/ 133 h 518"/>
                <a:gd name="T32" fmla="*/ 428 w 505"/>
                <a:gd name="T33" fmla="*/ 129 h 518"/>
                <a:gd name="T34" fmla="*/ 412 w 505"/>
                <a:gd name="T35" fmla="*/ 131 h 518"/>
                <a:gd name="T36" fmla="*/ 407 w 505"/>
                <a:gd name="T37" fmla="*/ 134 h 518"/>
                <a:gd name="T38" fmla="*/ 398 w 505"/>
                <a:gd name="T39" fmla="*/ 137 h 518"/>
                <a:gd name="T40" fmla="*/ 343 w 505"/>
                <a:gd name="T41" fmla="*/ 127 h 518"/>
                <a:gd name="T42" fmla="*/ 333 w 505"/>
                <a:gd name="T43" fmla="*/ 127 h 518"/>
                <a:gd name="T44" fmla="*/ 325 w 505"/>
                <a:gd name="T45" fmla="*/ 120 h 518"/>
                <a:gd name="T46" fmla="*/ 304 w 505"/>
                <a:gd name="T47" fmla="*/ 109 h 518"/>
                <a:gd name="T48" fmla="*/ 293 w 505"/>
                <a:gd name="T49" fmla="*/ 108 h 518"/>
                <a:gd name="T50" fmla="*/ 291 w 505"/>
                <a:gd name="T51" fmla="*/ 109 h 518"/>
                <a:gd name="T52" fmla="*/ 276 w 505"/>
                <a:gd name="T53" fmla="*/ 104 h 518"/>
                <a:gd name="T54" fmla="*/ 253 w 505"/>
                <a:gd name="T55" fmla="*/ 89 h 518"/>
                <a:gd name="T56" fmla="*/ 136 w 505"/>
                <a:gd name="T57" fmla="*/ 256 h 518"/>
                <a:gd name="T58" fmla="*/ 0 w 505"/>
                <a:gd name="T59" fmla="*/ 257 h 518"/>
                <a:gd name="T60" fmla="*/ 22 w 505"/>
                <a:gd name="T61" fmla="*/ 272 h 518"/>
                <a:gd name="T62" fmla="*/ 73 w 505"/>
                <a:gd name="T63" fmla="*/ 342 h 518"/>
                <a:gd name="T64" fmla="*/ 151 w 505"/>
                <a:gd name="T65" fmla="*/ 346 h 518"/>
                <a:gd name="T66" fmla="*/ 198 w 505"/>
                <a:gd name="T67" fmla="*/ 346 h 518"/>
                <a:gd name="T68" fmla="*/ 252 w 505"/>
                <a:gd name="T69" fmla="*/ 420 h 518"/>
                <a:gd name="T70" fmla="*/ 279 w 505"/>
                <a:gd name="T71" fmla="*/ 475 h 518"/>
                <a:gd name="T72" fmla="*/ 315 w 505"/>
                <a:gd name="T73" fmla="*/ 502 h 518"/>
                <a:gd name="T74" fmla="*/ 358 w 505"/>
                <a:gd name="T75" fmla="*/ 518 h 518"/>
                <a:gd name="T76" fmla="*/ 361 w 505"/>
                <a:gd name="T77" fmla="*/ 502 h 518"/>
                <a:gd name="T78" fmla="*/ 358 w 505"/>
                <a:gd name="T79" fmla="*/ 471 h 518"/>
                <a:gd name="T80" fmla="*/ 354 w 505"/>
                <a:gd name="T81" fmla="*/ 459 h 518"/>
                <a:gd name="T82" fmla="*/ 365 w 505"/>
                <a:gd name="T83" fmla="*/ 444 h 518"/>
                <a:gd name="T84" fmla="*/ 373 w 505"/>
                <a:gd name="T85" fmla="*/ 428 h 518"/>
                <a:gd name="T86" fmla="*/ 369 w 505"/>
                <a:gd name="T87" fmla="*/ 424 h 518"/>
                <a:gd name="T88" fmla="*/ 385 w 505"/>
                <a:gd name="T89" fmla="*/ 413 h 518"/>
                <a:gd name="T90" fmla="*/ 397 w 505"/>
                <a:gd name="T91" fmla="*/ 405 h 518"/>
                <a:gd name="T92" fmla="*/ 397 w 505"/>
                <a:gd name="T93" fmla="*/ 397 h 518"/>
                <a:gd name="T94" fmla="*/ 404 w 505"/>
                <a:gd name="T95" fmla="*/ 397 h 518"/>
                <a:gd name="T96" fmla="*/ 412 w 505"/>
                <a:gd name="T97" fmla="*/ 401 h 518"/>
                <a:gd name="T98" fmla="*/ 404 w 505"/>
                <a:gd name="T99" fmla="*/ 409 h 518"/>
                <a:gd name="T100" fmla="*/ 451 w 505"/>
                <a:gd name="T101" fmla="*/ 374 h 518"/>
                <a:gd name="T102" fmla="*/ 455 w 505"/>
                <a:gd name="T103" fmla="*/ 346 h 518"/>
                <a:gd name="T104" fmla="*/ 463 w 505"/>
                <a:gd name="T105" fmla="*/ 358 h 518"/>
                <a:gd name="T106" fmla="*/ 479 w 505"/>
                <a:gd name="T107" fmla="*/ 350 h 518"/>
                <a:gd name="T108" fmla="*/ 483 w 505"/>
                <a:gd name="T109" fmla="*/ 341 h 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5" h="518">
                  <a:moveTo>
                    <a:pt x="483" y="341"/>
                  </a:moveTo>
                  <a:cubicBezTo>
                    <a:pt x="488" y="340"/>
                    <a:pt x="491" y="338"/>
                    <a:pt x="492" y="336"/>
                  </a:cubicBezTo>
                  <a:cubicBezTo>
                    <a:pt x="492" y="336"/>
                    <a:pt x="492" y="336"/>
                    <a:pt x="492" y="336"/>
                  </a:cubicBezTo>
                  <a:cubicBezTo>
                    <a:pt x="492" y="336"/>
                    <a:pt x="492" y="336"/>
                    <a:pt x="492" y="336"/>
                  </a:cubicBezTo>
                  <a:cubicBezTo>
                    <a:pt x="492" y="336"/>
                    <a:pt x="492" y="336"/>
                    <a:pt x="492" y="336"/>
                  </a:cubicBezTo>
                  <a:cubicBezTo>
                    <a:pt x="491" y="335"/>
                    <a:pt x="491" y="335"/>
                    <a:pt x="491" y="335"/>
                  </a:cubicBezTo>
                  <a:cubicBezTo>
                    <a:pt x="493" y="334"/>
                    <a:pt x="493" y="334"/>
                    <a:pt x="493" y="334"/>
                  </a:cubicBezTo>
                  <a:cubicBezTo>
                    <a:pt x="494" y="333"/>
                    <a:pt x="494" y="332"/>
                    <a:pt x="494" y="332"/>
                  </a:cubicBezTo>
                  <a:cubicBezTo>
                    <a:pt x="495" y="332"/>
                    <a:pt x="495" y="332"/>
                    <a:pt x="495" y="332"/>
                  </a:cubicBezTo>
                  <a:cubicBezTo>
                    <a:pt x="495" y="332"/>
                    <a:pt x="495" y="332"/>
                    <a:pt x="495" y="332"/>
                  </a:cubicBezTo>
                  <a:cubicBezTo>
                    <a:pt x="495" y="332"/>
                    <a:pt x="496" y="331"/>
                    <a:pt x="497" y="329"/>
                  </a:cubicBezTo>
                  <a:cubicBezTo>
                    <a:pt x="497" y="328"/>
                    <a:pt x="498" y="328"/>
                    <a:pt x="498" y="328"/>
                  </a:cubicBezTo>
                  <a:cubicBezTo>
                    <a:pt x="499" y="327"/>
                    <a:pt x="499" y="327"/>
                    <a:pt x="499" y="327"/>
                  </a:cubicBezTo>
                  <a:cubicBezTo>
                    <a:pt x="499" y="327"/>
                    <a:pt x="499" y="327"/>
                    <a:pt x="499" y="327"/>
                  </a:cubicBezTo>
                  <a:cubicBezTo>
                    <a:pt x="500" y="323"/>
                    <a:pt x="500" y="323"/>
                    <a:pt x="500" y="323"/>
                  </a:cubicBezTo>
                  <a:cubicBezTo>
                    <a:pt x="500" y="323"/>
                    <a:pt x="500" y="323"/>
                    <a:pt x="500" y="323"/>
                  </a:cubicBezTo>
                  <a:cubicBezTo>
                    <a:pt x="501" y="323"/>
                    <a:pt x="501" y="323"/>
                    <a:pt x="501" y="323"/>
                  </a:cubicBezTo>
                  <a:cubicBezTo>
                    <a:pt x="501" y="322"/>
                    <a:pt x="501" y="322"/>
                    <a:pt x="501" y="322"/>
                  </a:cubicBezTo>
                  <a:cubicBezTo>
                    <a:pt x="501" y="322"/>
                    <a:pt x="501" y="322"/>
                    <a:pt x="501" y="322"/>
                  </a:cubicBezTo>
                  <a:cubicBezTo>
                    <a:pt x="501" y="322"/>
                    <a:pt x="501" y="320"/>
                    <a:pt x="502" y="318"/>
                  </a:cubicBezTo>
                  <a:cubicBezTo>
                    <a:pt x="502" y="317"/>
                    <a:pt x="502" y="316"/>
                    <a:pt x="502" y="315"/>
                  </a:cubicBezTo>
                  <a:cubicBezTo>
                    <a:pt x="502" y="314"/>
                    <a:pt x="502" y="314"/>
                    <a:pt x="502" y="314"/>
                  </a:cubicBezTo>
                  <a:cubicBezTo>
                    <a:pt x="502" y="314"/>
                    <a:pt x="502" y="314"/>
                    <a:pt x="502" y="314"/>
                  </a:cubicBezTo>
                  <a:cubicBezTo>
                    <a:pt x="502" y="314"/>
                    <a:pt x="502" y="312"/>
                    <a:pt x="502" y="309"/>
                  </a:cubicBezTo>
                  <a:cubicBezTo>
                    <a:pt x="502" y="298"/>
                    <a:pt x="502" y="298"/>
                    <a:pt x="502" y="298"/>
                  </a:cubicBezTo>
                  <a:cubicBezTo>
                    <a:pt x="502" y="295"/>
                    <a:pt x="503" y="293"/>
                    <a:pt x="504" y="291"/>
                  </a:cubicBezTo>
                  <a:cubicBezTo>
                    <a:pt x="505" y="289"/>
                    <a:pt x="505" y="288"/>
                    <a:pt x="502" y="284"/>
                  </a:cubicBezTo>
                  <a:cubicBezTo>
                    <a:pt x="498" y="277"/>
                    <a:pt x="498" y="277"/>
                    <a:pt x="498" y="277"/>
                  </a:cubicBezTo>
                  <a:cubicBezTo>
                    <a:pt x="498" y="276"/>
                    <a:pt x="498" y="276"/>
                    <a:pt x="498" y="276"/>
                  </a:cubicBezTo>
                  <a:cubicBezTo>
                    <a:pt x="498" y="276"/>
                    <a:pt x="498" y="276"/>
                    <a:pt x="498" y="276"/>
                  </a:cubicBezTo>
                  <a:cubicBezTo>
                    <a:pt x="498" y="275"/>
                    <a:pt x="497" y="274"/>
                    <a:pt x="493" y="271"/>
                  </a:cubicBezTo>
                  <a:cubicBezTo>
                    <a:pt x="487" y="266"/>
                    <a:pt x="487" y="266"/>
                    <a:pt x="487" y="266"/>
                  </a:cubicBezTo>
                  <a:cubicBezTo>
                    <a:pt x="487" y="266"/>
                    <a:pt x="487" y="266"/>
                    <a:pt x="487" y="266"/>
                  </a:cubicBezTo>
                  <a:cubicBezTo>
                    <a:pt x="486" y="265"/>
                    <a:pt x="486" y="263"/>
                    <a:pt x="486" y="260"/>
                  </a:cubicBezTo>
                  <a:cubicBezTo>
                    <a:pt x="486" y="226"/>
                    <a:pt x="486" y="226"/>
                    <a:pt x="486" y="226"/>
                  </a:cubicBezTo>
                  <a:cubicBezTo>
                    <a:pt x="482" y="209"/>
                    <a:pt x="482" y="209"/>
                    <a:pt x="482" y="209"/>
                  </a:cubicBezTo>
                  <a:cubicBezTo>
                    <a:pt x="482" y="173"/>
                    <a:pt x="482" y="173"/>
                    <a:pt x="482" y="173"/>
                  </a:cubicBezTo>
                  <a:cubicBezTo>
                    <a:pt x="482" y="142"/>
                    <a:pt x="482" y="142"/>
                    <a:pt x="482" y="142"/>
                  </a:cubicBezTo>
                  <a:cubicBezTo>
                    <a:pt x="473" y="139"/>
                    <a:pt x="473" y="139"/>
                    <a:pt x="473" y="139"/>
                  </a:cubicBezTo>
                  <a:cubicBezTo>
                    <a:pt x="461" y="139"/>
                    <a:pt x="461" y="139"/>
                    <a:pt x="461" y="139"/>
                  </a:cubicBezTo>
                  <a:cubicBezTo>
                    <a:pt x="459" y="137"/>
                    <a:pt x="459" y="137"/>
                    <a:pt x="459" y="137"/>
                  </a:cubicBezTo>
                  <a:cubicBezTo>
                    <a:pt x="456" y="139"/>
                    <a:pt x="456" y="139"/>
                    <a:pt x="456" y="139"/>
                  </a:cubicBezTo>
                  <a:cubicBezTo>
                    <a:pt x="455" y="139"/>
                    <a:pt x="455" y="139"/>
                    <a:pt x="455" y="139"/>
                  </a:cubicBezTo>
                  <a:cubicBezTo>
                    <a:pt x="454" y="139"/>
                    <a:pt x="454" y="139"/>
                    <a:pt x="454" y="139"/>
                  </a:cubicBezTo>
                  <a:cubicBezTo>
                    <a:pt x="454" y="139"/>
                    <a:pt x="454" y="139"/>
                    <a:pt x="454" y="139"/>
                  </a:cubicBezTo>
                  <a:cubicBezTo>
                    <a:pt x="452" y="138"/>
                    <a:pt x="452" y="136"/>
                    <a:pt x="452" y="135"/>
                  </a:cubicBezTo>
                  <a:cubicBezTo>
                    <a:pt x="444" y="134"/>
                    <a:pt x="444" y="134"/>
                    <a:pt x="444" y="134"/>
                  </a:cubicBezTo>
                  <a:cubicBezTo>
                    <a:pt x="444" y="133"/>
                    <a:pt x="444" y="133"/>
                    <a:pt x="444" y="133"/>
                  </a:cubicBezTo>
                  <a:cubicBezTo>
                    <a:pt x="443" y="132"/>
                    <a:pt x="440" y="128"/>
                    <a:pt x="436" y="126"/>
                  </a:cubicBezTo>
                  <a:cubicBezTo>
                    <a:pt x="435" y="126"/>
                    <a:pt x="434" y="126"/>
                    <a:pt x="434" y="126"/>
                  </a:cubicBezTo>
                  <a:cubicBezTo>
                    <a:pt x="431" y="126"/>
                    <a:pt x="428" y="128"/>
                    <a:pt x="428" y="129"/>
                  </a:cubicBezTo>
                  <a:cubicBezTo>
                    <a:pt x="427" y="130"/>
                    <a:pt x="427" y="130"/>
                    <a:pt x="427" y="130"/>
                  </a:cubicBezTo>
                  <a:cubicBezTo>
                    <a:pt x="415" y="131"/>
                    <a:pt x="415" y="131"/>
                    <a:pt x="415" y="131"/>
                  </a:cubicBezTo>
                  <a:cubicBezTo>
                    <a:pt x="412" y="131"/>
                    <a:pt x="412" y="131"/>
                    <a:pt x="412" y="131"/>
                  </a:cubicBezTo>
                  <a:cubicBezTo>
                    <a:pt x="411" y="131"/>
                    <a:pt x="409" y="132"/>
                    <a:pt x="408" y="133"/>
                  </a:cubicBezTo>
                  <a:cubicBezTo>
                    <a:pt x="408" y="133"/>
                    <a:pt x="408" y="133"/>
                    <a:pt x="408" y="133"/>
                  </a:cubicBezTo>
                  <a:cubicBezTo>
                    <a:pt x="407" y="134"/>
                    <a:pt x="407" y="134"/>
                    <a:pt x="407" y="134"/>
                  </a:cubicBezTo>
                  <a:cubicBezTo>
                    <a:pt x="407" y="134"/>
                    <a:pt x="404" y="135"/>
                    <a:pt x="402" y="137"/>
                  </a:cubicBezTo>
                  <a:cubicBezTo>
                    <a:pt x="402" y="138"/>
                    <a:pt x="401" y="139"/>
                    <a:pt x="400" y="139"/>
                  </a:cubicBezTo>
                  <a:cubicBezTo>
                    <a:pt x="399" y="138"/>
                    <a:pt x="398" y="138"/>
                    <a:pt x="398" y="137"/>
                  </a:cubicBezTo>
                  <a:cubicBezTo>
                    <a:pt x="382" y="137"/>
                    <a:pt x="382" y="137"/>
                    <a:pt x="382" y="137"/>
                  </a:cubicBezTo>
                  <a:cubicBezTo>
                    <a:pt x="382" y="127"/>
                    <a:pt x="382" y="127"/>
                    <a:pt x="382" y="127"/>
                  </a:cubicBezTo>
                  <a:cubicBezTo>
                    <a:pt x="343" y="127"/>
                    <a:pt x="343" y="127"/>
                    <a:pt x="343" y="127"/>
                  </a:cubicBezTo>
                  <a:cubicBezTo>
                    <a:pt x="343" y="123"/>
                    <a:pt x="343" y="123"/>
                    <a:pt x="343" y="123"/>
                  </a:cubicBezTo>
                  <a:cubicBezTo>
                    <a:pt x="338" y="121"/>
                    <a:pt x="338" y="121"/>
                    <a:pt x="338" y="121"/>
                  </a:cubicBezTo>
                  <a:cubicBezTo>
                    <a:pt x="333" y="127"/>
                    <a:pt x="333" y="127"/>
                    <a:pt x="333" y="127"/>
                  </a:cubicBezTo>
                  <a:cubicBezTo>
                    <a:pt x="329" y="127"/>
                    <a:pt x="329" y="127"/>
                    <a:pt x="329" y="127"/>
                  </a:cubicBezTo>
                  <a:cubicBezTo>
                    <a:pt x="325" y="123"/>
                    <a:pt x="325" y="123"/>
                    <a:pt x="325" y="123"/>
                  </a:cubicBezTo>
                  <a:cubicBezTo>
                    <a:pt x="325" y="120"/>
                    <a:pt x="325" y="120"/>
                    <a:pt x="325" y="120"/>
                  </a:cubicBezTo>
                  <a:cubicBezTo>
                    <a:pt x="321" y="115"/>
                    <a:pt x="321" y="115"/>
                    <a:pt x="321" y="115"/>
                  </a:cubicBezTo>
                  <a:cubicBezTo>
                    <a:pt x="314" y="110"/>
                    <a:pt x="314" y="110"/>
                    <a:pt x="314" y="110"/>
                  </a:cubicBezTo>
                  <a:cubicBezTo>
                    <a:pt x="304" y="109"/>
                    <a:pt x="304" y="109"/>
                    <a:pt x="304" y="109"/>
                  </a:cubicBezTo>
                  <a:cubicBezTo>
                    <a:pt x="303" y="109"/>
                    <a:pt x="301" y="110"/>
                    <a:pt x="299" y="110"/>
                  </a:cubicBezTo>
                  <a:cubicBezTo>
                    <a:pt x="298" y="110"/>
                    <a:pt x="297" y="110"/>
                    <a:pt x="295" y="109"/>
                  </a:cubicBezTo>
                  <a:cubicBezTo>
                    <a:pt x="294" y="109"/>
                    <a:pt x="293" y="108"/>
                    <a:pt x="293" y="108"/>
                  </a:cubicBezTo>
                  <a:cubicBezTo>
                    <a:pt x="292" y="108"/>
                    <a:pt x="292" y="108"/>
                    <a:pt x="292" y="109"/>
                  </a:cubicBezTo>
                  <a:cubicBezTo>
                    <a:pt x="292" y="109"/>
                    <a:pt x="292" y="109"/>
                    <a:pt x="292" y="109"/>
                  </a:cubicBezTo>
                  <a:cubicBezTo>
                    <a:pt x="291" y="109"/>
                    <a:pt x="291" y="109"/>
                    <a:pt x="291" y="109"/>
                  </a:cubicBezTo>
                  <a:cubicBezTo>
                    <a:pt x="283" y="109"/>
                    <a:pt x="283" y="109"/>
                    <a:pt x="283" y="109"/>
                  </a:cubicBezTo>
                  <a:cubicBezTo>
                    <a:pt x="280" y="109"/>
                    <a:pt x="277" y="105"/>
                    <a:pt x="276" y="104"/>
                  </a:cubicBezTo>
                  <a:cubicBezTo>
                    <a:pt x="276" y="104"/>
                    <a:pt x="276" y="104"/>
                    <a:pt x="276" y="104"/>
                  </a:cubicBezTo>
                  <a:cubicBezTo>
                    <a:pt x="276" y="97"/>
                    <a:pt x="276" y="97"/>
                    <a:pt x="276" y="97"/>
                  </a:cubicBezTo>
                  <a:cubicBezTo>
                    <a:pt x="257" y="97"/>
                    <a:pt x="257" y="97"/>
                    <a:pt x="257" y="97"/>
                  </a:cubicBezTo>
                  <a:cubicBezTo>
                    <a:pt x="253" y="89"/>
                    <a:pt x="253" y="89"/>
                    <a:pt x="253" y="89"/>
                  </a:cubicBezTo>
                  <a:cubicBezTo>
                    <a:pt x="253" y="0"/>
                    <a:pt x="253" y="0"/>
                    <a:pt x="253" y="0"/>
                  </a:cubicBezTo>
                  <a:cubicBezTo>
                    <a:pt x="136" y="0"/>
                    <a:pt x="136" y="0"/>
                    <a:pt x="136" y="0"/>
                  </a:cubicBezTo>
                  <a:cubicBezTo>
                    <a:pt x="136" y="256"/>
                    <a:pt x="136" y="256"/>
                    <a:pt x="136" y="256"/>
                  </a:cubicBezTo>
                  <a:cubicBezTo>
                    <a:pt x="1" y="256"/>
                    <a:pt x="1" y="256"/>
                    <a:pt x="1" y="256"/>
                  </a:cubicBezTo>
                  <a:cubicBezTo>
                    <a:pt x="0" y="256"/>
                    <a:pt x="0" y="256"/>
                    <a:pt x="0" y="256"/>
                  </a:cubicBezTo>
                  <a:cubicBezTo>
                    <a:pt x="0" y="257"/>
                    <a:pt x="0" y="257"/>
                    <a:pt x="0" y="257"/>
                  </a:cubicBezTo>
                  <a:cubicBezTo>
                    <a:pt x="10" y="260"/>
                    <a:pt x="10" y="260"/>
                    <a:pt x="10" y="260"/>
                  </a:cubicBezTo>
                  <a:cubicBezTo>
                    <a:pt x="14" y="268"/>
                    <a:pt x="14" y="268"/>
                    <a:pt x="14" y="268"/>
                  </a:cubicBezTo>
                  <a:cubicBezTo>
                    <a:pt x="22" y="272"/>
                    <a:pt x="22" y="272"/>
                    <a:pt x="22" y="272"/>
                  </a:cubicBezTo>
                  <a:cubicBezTo>
                    <a:pt x="30" y="284"/>
                    <a:pt x="30" y="284"/>
                    <a:pt x="30" y="284"/>
                  </a:cubicBezTo>
                  <a:cubicBezTo>
                    <a:pt x="61" y="307"/>
                    <a:pt x="61" y="307"/>
                    <a:pt x="61" y="307"/>
                  </a:cubicBezTo>
                  <a:cubicBezTo>
                    <a:pt x="73" y="342"/>
                    <a:pt x="73" y="342"/>
                    <a:pt x="73" y="342"/>
                  </a:cubicBezTo>
                  <a:cubicBezTo>
                    <a:pt x="112" y="381"/>
                    <a:pt x="112" y="381"/>
                    <a:pt x="112" y="381"/>
                  </a:cubicBezTo>
                  <a:cubicBezTo>
                    <a:pt x="131" y="381"/>
                    <a:pt x="131" y="381"/>
                    <a:pt x="131" y="381"/>
                  </a:cubicBezTo>
                  <a:cubicBezTo>
                    <a:pt x="151" y="346"/>
                    <a:pt x="151" y="346"/>
                    <a:pt x="151" y="346"/>
                  </a:cubicBezTo>
                  <a:cubicBezTo>
                    <a:pt x="155" y="346"/>
                    <a:pt x="155" y="346"/>
                    <a:pt x="155" y="346"/>
                  </a:cubicBezTo>
                  <a:cubicBezTo>
                    <a:pt x="162" y="346"/>
                    <a:pt x="162" y="346"/>
                    <a:pt x="162" y="346"/>
                  </a:cubicBezTo>
                  <a:cubicBezTo>
                    <a:pt x="198" y="346"/>
                    <a:pt x="198" y="346"/>
                    <a:pt x="198" y="346"/>
                  </a:cubicBezTo>
                  <a:cubicBezTo>
                    <a:pt x="225" y="378"/>
                    <a:pt x="225" y="378"/>
                    <a:pt x="225" y="378"/>
                  </a:cubicBezTo>
                  <a:cubicBezTo>
                    <a:pt x="240" y="409"/>
                    <a:pt x="240" y="409"/>
                    <a:pt x="240" y="409"/>
                  </a:cubicBezTo>
                  <a:cubicBezTo>
                    <a:pt x="252" y="420"/>
                    <a:pt x="252" y="420"/>
                    <a:pt x="252" y="420"/>
                  </a:cubicBezTo>
                  <a:cubicBezTo>
                    <a:pt x="256" y="436"/>
                    <a:pt x="256" y="436"/>
                    <a:pt x="256" y="436"/>
                  </a:cubicBezTo>
                  <a:cubicBezTo>
                    <a:pt x="268" y="444"/>
                    <a:pt x="268" y="444"/>
                    <a:pt x="268" y="444"/>
                  </a:cubicBezTo>
                  <a:cubicBezTo>
                    <a:pt x="279" y="475"/>
                    <a:pt x="279" y="475"/>
                    <a:pt x="279" y="475"/>
                  </a:cubicBezTo>
                  <a:cubicBezTo>
                    <a:pt x="291" y="495"/>
                    <a:pt x="291" y="495"/>
                    <a:pt x="291" y="495"/>
                  </a:cubicBezTo>
                  <a:cubicBezTo>
                    <a:pt x="303" y="502"/>
                    <a:pt x="303" y="502"/>
                    <a:pt x="303" y="502"/>
                  </a:cubicBezTo>
                  <a:cubicBezTo>
                    <a:pt x="315" y="502"/>
                    <a:pt x="315" y="502"/>
                    <a:pt x="315" y="502"/>
                  </a:cubicBezTo>
                  <a:cubicBezTo>
                    <a:pt x="322" y="510"/>
                    <a:pt x="322" y="510"/>
                    <a:pt x="322" y="510"/>
                  </a:cubicBezTo>
                  <a:cubicBezTo>
                    <a:pt x="342" y="510"/>
                    <a:pt x="342" y="510"/>
                    <a:pt x="342" y="510"/>
                  </a:cubicBezTo>
                  <a:cubicBezTo>
                    <a:pt x="358" y="518"/>
                    <a:pt x="358" y="518"/>
                    <a:pt x="358" y="518"/>
                  </a:cubicBezTo>
                  <a:cubicBezTo>
                    <a:pt x="369" y="518"/>
                    <a:pt x="369" y="518"/>
                    <a:pt x="369" y="518"/>
                  </a:cubicBezTo>
                  <a:cubicBezTo>
                    <a:pt x="365" y="514"/>
                    <a:pt x="365" y="514"/>
                    <a:pt x="365" y="514"/>
                  </a:cubicBezTo>
                  <a:cubicBezTo>
                    <a:pt x="361" y="502"/>
                    <a:pt x="361" y="502"/>
                    <a:pt x="361" y="502"/>
                  </a:cubicBezTo>
                  <a:cubicBezTo>
                    <a:pt x="361" y="499"/>
                    <a:pt x="361" y="499"/>
                    <a:pt x="361" y="499"/>
                  </a:cubicBezTo>
                  <a:cubicBezTo>
                    <a:pt x="354" y="475"/>
                    <a:pt x="354" y="475"/>
                    <a:pt x="354" y="475"/>
                  </a:cubicBezTo>
                  <a:cubicBezTo>
                    <a:pt x="358" y="471"/>
                    <a:pt x="358" y="471"/>
                    <a:pt x="358" y="471"/>
                  </a:cubicBezTo>
                  <a:cubicBezTo>
                    <a:pt x="358" y="463"/>
                    <a:pt x="358" y="463"/>
                    <a:pt x="358" y="463"/>
                  </a:cubicBezTo>
                  <a:cubicBezTo>
                    <a:pt x="354" y="463"/>
                    <a:pt x="354" y="463"/>
                    <a:pt x="354" y="463"/>
                  </a:cubicBezTo>
                  <a:cubicBezTo>
                    <a:pt x="354" y="459"/>
                    <a:pt x="354" y="459"/>
                    <a:pt x="354" y="459"/>
                  </a:cubicBezTo>
                  <a:cubicBezTo>
                    <a:pt x="358" y="459"/>
                    <a:pt x="358" y="459"/>
                    <a:pt x="358" y="459"/>
                  </a:cubicBezTo>
                  <a:cubicBezTo>
                    <a:pt x="361" y="459"/>
                    <a:pt x="361" y="459"/>
                    <a:pt x="361" y="459"/>
                  </a:cubicBezTo>
                  <a:cubicBezTo>
                    <a:pt x="365" y="444"/>
                    <a:pt x="365" y="444"/>
                    <a:pt x="365" y="444"/>
                  </a:cubicBezTo>
                  <a:cubicBezTo>
                    <a:pt x="361" y="436"/>
                    <a:pt x="361" y="436"/>
                    <a:pt x="361" y="436"/>
                  </a:cubicBezTo>
                  <a:cubicBezTo>
                    <a:pt x="369" y="436"/>
                    <a:pt x="369" y="436"/>
                    <a:pt x="369" y="436"/>
                  </a:cubicBezTo>
                  <a:cubicBezTo>
                    <a:pt x="373" y="428"/>
                    <a:pt x="373" y="428"/>
                    <a:pt x="373" y="428"/>
                  </a:cubicBezTo>
                  <a:cubicBezTo>
                    <a:pt x="373" y="424"/>
                    <a:pt x="373" y="424"/>
                    <a:pt x="373" y="424"/>
                  </a:cubicBezTo>
                  <a:cubicBezTo>
                    <a:pt x="369" y="428"/>
                    <a:pt x="369" y="428"/>
                    <a:pt x="369" y="428"/>
                  </a:cubicBezTo>
                  <a:cubicBezTo>
                    <a:pt x="369" y="424"/>
                    <a:pt x="369" y="424"/>
                    <a:pt x="369" y="424"/>
                  </a:cubicBezTo>
                  <a:cubicBezTo>
                    <a:pt x="377" y="420"/>
                    <a:pt x="377" y="420"/>
                    <a:pt x="377" y="420"/>
                  </a:cubicBezTo>
                  <a:cubicBezTo>
                    <a:pt x="385" y="417"/>
                    <a:pt x="385" y="417"/>
                    <a:pt x="385" y="417"/>
                  </a:cubicBezTo>
                  <a:cubicBezTo>
                    <a:pt x="385" y="413"/>
                    <a:pt x="385" y="413"/>
                    <a:pt x="385" y="413"/>
                  </a:cubicBezTo>
                  <a:cubicBezTo>
                    <a:pt x="393" y="413"/>
                    <a:pt x="393" y="413"/>
                    <a:pt x="393" y="413"/>
                  </a:cubicBezTo>
                  <a:cubicBezTo>
                    <a:pt x="397" y="409"/>
                    <a:pt x="397" y="409"/>
                    <a:pt x="397" y="409"/>
                  </a:cubicBezTo>
                  <a:cubicBezTo>
                    <a:pt x="397" y="405"/>
                    <a:pt x="397" y="405"/>
                    <a:pt x="397" y="405"/>
                  </a:cubicBezTo>
                  <a:cubicBezTo>
                    <a:pt x="393" y="401"/>
                    <a:pt x="393" y="401"/>
                    <a:pt x="393" y="401"/>
                  </a:cubicBezTo>
                  <a:cubicBezTo>
                    <a:pt x="393" y="397"/>
                    <a:pt x="393" y="397"/>
                    <a:pt x="393" y="397"/>
                  </a:cubicBezTo>
                  <a:cubicBezTo>
                    <a:pt x="397" y="397"/>
                    <a:pt x="397" y="397"/>
                    <a:pt x="397" y="397"/>
                  </a:cubicBezTo>
                  <a:cubicBezTo>
                    <a:pt x="400" y="401"/>
                    <a:pt x="400" y="401"/>
                    <a:pt x="400" y="401"/>
                  </a:cubicBezTo>
                  <a:cubicBezTo>
                    <a:pt x="400" y="397"/>
                    <a:pt x="400" y="397"/>
                    <a:pt x="400" y="397"/>
                  </a:cubicBezTo>
                  <a:cubicBezTo>
                    <a:pt x="404" y="397"/>
                    <a:pt x="404" y="397"/>
                    <a:pt x="404" y="397"/>
                  </a:cubicBezTo>
                  <a:cubicBezTo>
                    <a:pt x="408" y="397"/>
                    <a:pt x="408" y="397"/>
                    <a:pt x="408" y="397"/>
                  </a:cubicBezTo>
                  <a:cubicBezTo>
                    <a:pt x="408" y="393"/>
                    <a:pt x="408" y="393"/>
                    <a:pt x="408" y="393"/>
                  </a:cubicBezTo>
                  <a:cubicBezTo>
                    <a:pt x="412" y="401"/>
                    <a:pt x="412" y="401"/>
                    <a:pt x="412" y="401"/>
                  </a:cubicBezTo>
                  <a:cubicBezTo>
                    <a:pt x="424" y="397"/>
                    <a:pt x="424" y="397"/>
                    <a:pt x="424" y="397"/>
                  </a:cubicBezTo>
                  <a:cubicBezTo>
                    <a:pt x="408" y="405"/>
                    <a:pt x="408" y="405"/>
                    <a:pt x="408" y="405"/>
                  </a:cubicBezTo>
                  <a:cubicBezTo>
                    <a:pt x="404" y="409"/>
                    <a:pt x="404" y="409"/>
                    <a:pt x="404" y="409"/>
                  </a:cubicBezTo>
                  <a:cubicBezTo>
                    <a:pt x="408" y="409"/>
                    <a:pt x="408" y="409"/>
                    <a:pt x="408" y="409"/>
                  </a:cubicBezTo>
                  <a:cubicBezTo>
                    <a:pt x="443" y="385"/>
                    <a:pt x="443" y="385"/>
                    <a:pt x="443" y="385"/>
                  </a:cubicBezTo>
                  <a:cubicBezTo>
                    <a:pt x="451" y="374"/>
                    <a:pt x="451" y="374"/>
                    <a:pt x="451" y="374"/>
                  </a:cubicBezTo>
                  <a:cubicBezTo>
                    <a:pt x="451" y="350"/>
                    <a:pt x="451" y="350"/>
                    <a:pt x="451" y="350"/>
                  </a:cubicBezTo>
                  <a:cubicBezTo>
                    <a:pt x="451" y="346"/>
                    <a:pt x="451" y="346"/>
                    <a:pt x="451" y="346"/>
                  </a:cubicBezTo>
                  <a:cubicBezTo>
                    <a:pt x="455" y="346"/>
                    <a:pt x="455" y="346"/>
                    <a:pt x="455" y="346"/>
                  </a:cubicBezTo>
                  <a:cubicBezTo>
                    <a:pt x="455" y="354"/>
                    <a:pt x="455" y="354"/>
                    <a:pt x="455" y="354"/>
                  </a:cubicBezTo>
                  <a:cubicBezTo>
                    <a:pt x="463" y="354"/>
                    <a:pt x="463" y="354"/>
                    <a:pt x="463" y="354"/>
                  </a:cubicBezTo>
                  <a:cubicBezTo>
                    <a:pt x="463" y="358"/>
                    <a:pt x="463" y="358"/>
                    <a:pt x="463" y="358"/>
                  </a:cubicBezTo>
                  <a:cubicBezTo>
                    <a:pt x="455" y="358"/>
                    <a:pt x="455" y="358"/>
                    <a:pt x="455" y="358"/>
                  </a:cubicBezTo>
                  <a:cubicBezTo>
                    <a:pt x="459" y="362"/>
                    <a:pt x="459" y="362"/>
                    <a:pt x="459" y="362"/>
                  </a:cubicBezTo>
                  <a:cubicBezTo>
                    <a:pt x="479" y="350"/>
                    <a:pt x="479" y="350"/>
                    <a:pt x="479" y="350"/>
                  </a:cubicBezTo>
                  <a:cubicBezTo>
                    <a:pt x="482" y="350"/>
                    <a:pt x="482" y="350"/>
                    <a:pt x="482" y="350"/>
                  </a:cubicBezTo>
                  <a:cubicBezTo>
                    <a:pt x="482" y="341"/>
                    <a:pt x="482" y="341"/>
                    <a:pt x="482" y="341"/>
                  </a:cubicBezTo>
                  <a:lnTo>
                    <a:pt x="483" y="341"/>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5" name="Tennessee">
              <a:extLst>
                <a:ext uri="{FF2B5EF4-FFF2-40B4-BE49-F238E27FC236}">
                  <a16:creationId xmlns:a16="http://schemas.microsoft.com/office/drawing/2014/main" id="{1293D575-057F-4446-A91D-5038A2353213}"/>
                </a:ext>
              </a:extLst>
            </p:cNvPr>
            <p:cNvSpPr>
              <a:spLocks/>
            </p:cNvSpPr>
            <p:nvPr/>
          </p:nvSpPr>
          <p:spPr bwMode="auto">
            <a:xfrm>
              <a:off x="7311358" y="3328472"/>
              <a:ext cx="1329104" cy="309288"/>
            </a:xfrm>
            <a:custGeom>
              <a:avLst/>
              <a:gdLst>
                <a:gd name="T0" fmla="*/ 302 w 336"/>
                <a:gd name="T1" fmla="*/ 0 h 78"/>
                <a:gd name="T2" fmla="*/ 94 w 336"/>
                <a:gd name="T3" fmla="*/ 0 h 78"/>
                <a:gd name="T4" fmla="*/ 94 w 336"/>
                <a:gd name="T5" fmla="*/ 13 h 78"/>
                <a:gd name="T6" fmla="*/ 38 w 336"/>
                <a:gd name="T7" fmla="*/ 13 h 78"/>
                <a:gd name="T8" fmla="*/ 38 w 336"/>
                <a:gd name="T9" fmla="*/ 12 h 78"/>
                <a:gd name="T10" fmla="*/ 38 w 336"/>
                <a:gd name="T11" fmla="*/ 12 h 78"/>
                <a:gd name="T12" fmla="*/ 33 w 336"/>
                <a:gd name="T13" fmla="*/ 21 h 78"/>
                <a:gd name="T14" fmla="*/ 33 w 336"/>
                <a:gd name="T15" fmla="*/ 21 h 78"/>
                <a:gd name="T16" fmla="*/ 33 w 336"/>
                <a:gd name="T17" fmla="*/ 21 h 78"/>
                <a:gd name="T18" fmla="*/ 30 w 336"/>
                <a:gd name="T19" fmla="*/ 24 h 78"/>
                <a:gd name="T20" fmla="*/ 29 w 336"/>
                <a:gd name="T21" fmla="*/ 26 h 78"/>
                <a:gd name="T22" fmla="*/ 26 w 336"/>
                <a:gd name="T23" fmla="*/ 28 h 78"/>
                <a:gd name="T24" fmla="*/ 26 w 336"/>
                <a:gd name="T25" fmla="*/ 29 h 78"/>
                <a:gd name="T26" fmla="*/ 26 w 336"/>
                <a:gd name="T27" fmla="*/ 33 h 78"/>
                <a:gd name="T28" fmla="*/ 24 w 336"/>
                <a:gd name="T29" fmla="*/ 37 h 78"/>
                <a:gd name="T30" fmla="*/ 23 w 336"/>
                <a:gd name="T31" fmla="*/ 39 h 78"/>
                <a:gd name="T32" fmla="*/ 23 w 336"/>
                <a:gd name="T33" fmla="*/ 40 h 78"/>
                <a:gd name="T34" fmla="*/ 23 w 336"/>
                <a:gd name="T35" fmla="*/ 42 h 78"/>
                <a:gd name="T36" fmla="*/ 23 w 336"/>
                <a:gd name="T37" fmla="*/ 44 h 78"/>
                <a:gd name="T38" fmla="*/ 20 w 336"/>
                <a:gd name="T39" fmla="*/ 44 h 78"/>
                <a:gd name="T40" fmla="*/ 22 w 336"/>
                <a:gd name="T41" fmla="*/ 46 h 78"/>
                <a:gd name="T42" fmla="*/ 17 w 336"/>
                <a:gd name="T43" fmla="*/ 50 h 78"/>
                <a:gd name="T44" fmla="*/ 14 w 336"/>
                <a:gd name="T45" fmla="*/ 58 h 78"/>
                <a:gd name="T46" fmla="*/ 6 w 336"/>
                <a:gd name="T47" fmla="*/ 64 h 78"/>
                <a:gd name="T48" fmla="*/ 6 w 336"/>
                <a:gd name="T49" fmla="*/ 70 h 78"/>
                <a:gd name="T50" fmla="*/ 2 w 336"/>
                <a:gd name="T51" fmla="*/ 74 h 78"/>
                <a:gd name="T52" fmla="*/ 0 w 336"/>
                <a:gd name="T53" fmla="*/ 78 h 78"/>
                <a:gd name="T54" fmla="*/ 0 w 336"/>
                <a:gd name="T55" fmla="*/ 78 h 78"/>
                <a:gd name="T56" fmla="*/ 94 w 336"/>
                <a:gd name="T57" fmla="*/ 78 h 78"/>
                <a:gd name="T58" fmla="*/ 189 w 336"/>
                <a:gd name="T59" fmla="*/ 78 h 78"/>
                <a:gd name="T60" fmla="*/ 230 w 336"/>
                <a:gd name="T61" fmla="*/ 78 h 78"/>
                <a:gd name="T62" fmla="*/ 230 w 336"/>
                <a:gd name="T63" fmla="*/ 78 h 78"/>
                <a:gd name="T64" fmla="*/ 230 w 336"/>
                <a:gd name="T65" fmla="*/ 75 h 78"/>
                <a:gd name="T66" fmla="*/ 230 w 336"/>
                <a:gd name="T67" fmla="*/ 73 h 78"/>
                <a:gd name="T68" fmla="*/ 231 w 336"/>
                <a:gd name="T69" fmla="*/ 72 h 78"/>
                <a:gd name="T70" fmla="*/ 233 w 336"/>
                <a:gd name="T71" fmla="*/ 70 h 78"/>
                <a:gd name="T72" fmla="*/ 233 w 336"/>
                <a:gd name="T73" fmla="*/ 70 h 78"/>
                <a:gd name="T74" fmla="*/ 237 w 336"/>
                <a:gd name="T75" fmla="*/ 65 h 78"/>
                <a:gd name="T76" fmla="*/ 245 w 336"/>
                <a:gd name="T77" fmla="*/ 61 h 78"/>
                <a:gd name="T78" fmla="*/ 249 w 336"/>
                <a:gd name="T79" fmla="*/ 58 h 78"/>
                <a:gd name="T80" fmla="*/ 257 w 336"/>
                <a:gd name="T81" fmla="*/ 58 h 78"/>
                <a:gd name="T82" fmla="*/ 261 w 336"/>
                <a:gd name="T83" fmla="*/ 52 h 78"/>
                <a:gd name="T84" fmla="*/ 269 w 336"/>
                <a:gd name="T85" fmla="*/ 48 h 78"/>
                <a:gd name="T86" fmla="*/ 272 w 336"/>
                <a:gd name="T87" fmla="*/ 48 h 78"/>
                <a:gd name="T88" fmla="*/ 276 w 336"/>
                <a:gd name="T89" fmla="*/ 45 h 78"/>
                <a:gd name="T90" fmla="*/ 280 w 336"/>
                <a:gd name="T91" fmla="*/ 45 h 78"/>
                <a:gd name="T92" fmla="*/ 280 w 336"/>
                <a:gd name="T93" fmla="*/ 41 h 78"/>
                <a:gd name="T94" fmla="*/ 296 w 336"/>
                <a:gd name="T95" fmla="*/ 34 h 78"/>
                <a:gd name="T96" fmla="*/ 314 w 336"/>
                <a:gd name="T97" fmla="*/ 34 h 78"/>
                <a:gd name="T98" fmla="*/ 324 w 336"/>
                <a:gd name="T99" fmla="*/ 29 h 78"/>
                <a:gd name="T100" fmla="*/ 324 w 336"/>
                <a:gd name="T101" fmla="*/ 28 h 78"/>
                <a:gd name="T102" fmla="*/ 325 w 336"/>
                <a:gd name="T103" fmla="*/ 25 h 78"/>
                <a:gd name="T104" fmla="*/ 327 w 336"/>
                <a:gd name="T105" fmla="*/ 22 h 78"/>
                <a:gd name="T106" fmla="*/ 333 w 336"/>
                <a:gd name="T107" fmla="*/ 22 h 78"/>
                <a:gd name="T108" fmla="*/ 336 w 336"/>
                <a:gd name="T109" fmla="*/ 15 h 78"/>
                <a:gd name="T110" fmla="*/ 336 w 336"/>
                <a:gd name="T111" fmla="*/ 0 h 78"/>
                <a:gd name="T112" fmla="*/ 336 w 336"/>
                <a:gd name="T113" fmla="*/ 0 h 78"/>
                <a:gd name="T114" fmla="*/ 336 w 336"/>
                <a:gd name="T115" fmla="*/ 0 h 78"/>
                <a:gd name="T116" fmla="*/ 303 w 336"/>
                <a:gd name="T117" fmla="*/ 0 h 78"/>
                <a:gd name="T118" fmla="*/ 303 w 336"/>
                <a:gd name="T119" fmla="*/ 0 h 78"/>
                <a:gd name="T120" fmla="*/ 302 w 336"/>
                <a:gd name="T121"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36" h="78">
                  <a:moveTo>
                    <a:pt x="302" y="0"/>
                  </a:moveTo>
                  <a:cubicBezTo>
                    <a:pt x="94" y="0"/>
                    <a:pt x="94" y="0"/>
                    <a:pt x="94" y="0"/>
                  </a:cubicBezTo>
                  <a:cubicBezTo>
                    <a:pt x="94" y="13"/>
                    <a:pt x="94" y="13"/>
                    <a:pt x="94" y="13"/>
                  </a:cubicBezTo>
                  <a:cubicBezTo>
                    <a:pt x="38" y="13"/>
                    <a:pt x="38" y="13"/>
                    <a:pt x="38" y="13"/>
                  </a:cubicBezTo>
                  <a:cubicBezTo>
                    <a:pt x="38" y="12"/>
                    <a:pt x="38" y="12"/>
                    <a:pt x="38" y="12"/>
                  </a:cubicBezTo>
                  <a:cubicBezTo>
                    <a:pt x="38" y="12"/>
                    <a:pt x="38" y="12"/>
                    <a:pt x="38" y="12"/>
                  </a:cubicBezTo>
                  <a:cubicBezTo>
                    <a:pt x="33" y="21"/>
                    <a:pt x="33" y="21"/>
                    <a:pt x="33" y="21"/>
                  </a:cubicBezTo>
                  <a:cubicBezTo>
                    <a:pt x="33" y="21"/>
                    <a:pt x="33" y="21"/>
                    <a:pt x="33" y="21"/>
                  </a:cubicBezTo>
                  <a:cubicBezTo>
                    <a:pt x="33" y="21"/>
                    <a:pt x="33" y="21"/>
                    <a:pt x="33" y="21"/>
                  </a:cubicBezTo>
                  <a:cubicBezTo>
                    <a:pt x="32" y="22"/>
                    <a:pt x="31" y="23"/>
                    <a:pt x="30" y="24"/>
                  </a:cubicBezTo>
                  <a:cubicBezTo>
                    <a:pt x="29" y="26"/>
                    <a:pt x="29" y="26"/>
                    <a:pt x="29" y="26"/>
                  </a:cubicBezTo>
                  <a:cubicBezTo>
                    <a:pt x="28" y="27"/>
                    <a:pt x="26" y="28"/>
                    <a:pt x="26" y="28"/>
                  </a:cubicBezTo>
                  <a:cubicBezTo>
                    <a:pt x="26" y="29"/>
                    <a:pt x="26" y="29"/>
                    <a:pt x="26" y="29"/>
                  </a:cubicBezTo>
                  <a:cubicBezTo>
                    <a:pt x="26" y="33"/>
                    <a:pt x="26" y="33"/>
                    <a:pt x="26" y="33"/>
                  </a:cubicBezTo>
                  <a:cubicBezTo>
                    <a:pt x="24" y="37"/>
                    <a:pt x="24" y="37"/>
                    <a:pt x="24" y="37"/>
                  </a:cubicBezTo>
                  <a:cubicBezTo>
                    <a:pt x="23" y="39"/>
                    <a:pt x="23" y="39"/>
                    <a:pt x="23" y="39"/>
                  </a:cubicBezTo>
                  <a:cubicBezTo>
                    <a:pt x="23" y="40"/>
                    <a:pt x="23" y="40"/>
                    <a:pt x="23" y="40"/>
                  </a:cubicBezTo>
                  <a:cubicBezTo>
                    <a:pt x="23" y="40"/>
                    <a:pt x="23" y="41"/>
                    <a:pt x="23" y="42"/>
                  </a:cubicBezTo>
                  <a:cubicBezTo>
                    <a:pt x="23" y="43"/>
                    <a:pt x="23" y="43"/>
                    <a:pt x="23" y="44"/>
                  </a:cubicBezTo>
                  <a:cubicBezTo>
                    <a:pt x="20" y="44"/>
                    <a:pt x="20" y="44"/>
                    <a:pt x="20" y="44"/>
                  </a:cubicBezTo>
                  <a:cubicBezTo>
                    <a:pt x="22" y="46"/>
                    <a:pt x="22" y="46"/>
                    <a:pt x="22" y="46"/>
                  </a:cubicBezTo>
                  <a:cubicBezTo>
                    <a:pt x="17" y="50"/>
                    <a:pt x="17" y="50"/>
                    <a:pt x="17" y="50"/>
                  </a:cubicBezTo>
                  <a:cubicBezTo>
                    <a:pt x="14" y="58"/>
                    <a:pt x="14" y="58"/>
                    <a:pt x="14" y="58"/>
                  </a:cubicBezTo>
                  <a:cubicBezTo>
                    <a:pt x="6" y="64"/>
                    <a:pt x="6" y="64"/>
                    <a:pt x="6" y="64"/>
                  </a:cubicBezTo>
                  <a:cubicBezTo>
                    <a:pt x="6" y="70"/>
                    <a:pt x="6" y="70"/>
                    <a:pt x="6" y="70"/>
                  </a:cubicBezTo>
                  <a:cubicBezTo>
                    <a:pt x="2" y="74"/>
                    <a:pt x="2" y="74"/>
                    <a:pt x="2" y="74"/>
                  </a:cubicBezTo>
                  <a:cubicBezTo>
                    <a:pt x="0" y="78"/>
                    <a:pt x="0" y="78"/>
                    <a:pt x="0" y="78"/>
                  </a:cubicBezTo>
                  <a:cubicBezTo>
                    <a:pt x="0" y="78"/>
                    <a:pt x="0" y="78"/>
                    <a:pt x="0" y="78"/>
                  </a:cubicBezTo>
                  <a:cubicBezTo>
                    <a:pt x="94" y="78"/>
                    <a:pt x="94" y="78"/>
                    <a:pt x="94" y="78"/>
                  </a:cubicBezTo>
                  <a:cubicBezTo>
                    <a:pt x="189" y="78"/>
                    <a:pt x="189" y="78"/>
                    <a:pt x="189" y="78"/>
                  </a:cubicBezTo>
                  <a:cubicBezTo>
                    <a:pt x="230" y="78"/>
                    <a:pt x="230" y="78"/>
                    <a:pt x="230" y="78"/>
                  </a:cubicBezTo>
                  <a:cubicBezTo>
                    <a:pt x="230" y="78"/>
                    <a:pt x="230" y="78"/>
                    <a:pt x="230" y="78"/>
                  </a:cubicBezTo>
                  <a:cubicBezTo>
                    <a:pt x="230" y="75"/>
                    <a:pt x="230" y="75"/>
                    <a:pt x="230" y="75"/>
                  </a:cubicBezTo>
                  <a:cubicBezTo>
                    <a:pt x="230" y="74"/>
                    <a:pt x="230" y="73"/>
                    <a:pt x="230" y="73"/>
                  </a:cubicBezTo>
                  <a:cubicBezTo>
                    <a:pt x="230" y="73"/>
                    <a:pt x="230" y="73"/>
                    <a:pt x="231" y="72"/>
                  </a:cubicBezTo>
                  <a:cubicBezTo>
                    <a:pt x="233" y="70"/>
                    <a:pt x="233" y="70"/>
                    <a:pt x="233" y="70"/>
                  </a:cubicBezTo>
                  <a:cubicBezTo>
                    <a:pt x="233" y="70"/>
                    <a:pt x="233" y="70"/>
                    <a:pt x="233" y="70"/>
                  </a:cubicBezTo>
                  <a:cubicBezTo>
                    <a:pt x="234" y="68"/>
                    <a:pt x="235" y="65"/>
                    <a:pt x="237" y="65"/>
                  </a:cubicBezTo>
                  <a:cubicBezTo>
                    <a:pt x="239" y="65"/>
                    <a:pt x="245" y="61"/>
                    <a:pt x="245" y="61"/>
                  </a:cubicBezTo>
                  <a:cubicBezTo>
                    <a:pt x="249" y="58"/>
                    <a:pt x="249" y="58"/>
                    <a:pt x="249" y="58"/>
                  </a:cubicBezTo>
                  <a:cubicBezTo>
                    <a:pt x="257" y="58"/>
                    <a:pt x="257" y="58"/>
                    <a:pt x="257" y="58"/>
                  </a:cubicBezTo>
                  <a:cubicBezTo>
                    <a:pt x="261" y="52"/>
                    <a:pt x="261" y="52"/>
                    <a:pt x="261" y="52"/>
                  </a:cubicBezTo>
                  <a:cubicBezTo>
                    <a:pt x="269" y="48"/>
                    <a:pt x="269" y="48"/>
                    <a:pt x="269" y="48"/>
                  </a:cubicBezTo>
                  <a:cubicBezTo>
                    <a:pt x="272" y="48"/>
                    <a:pt x="272" y="48"/>
                    <a:pt x="272" y="48"/>
                  </a:cubicBezTo>
                  <a:cubicBezTo>
                    <a:pt x="276" y="45"/>
                    <a:pt x="276" y="45"/>
                    <a:pt x="276" y="45"/>
                  </a:cubicBezTo>
                  <a:cubicBezTo>
                    <a:pt x="280" y="45"/>
                    <a:pt x="280" y="45"/>
                    <a:pt x="280" y="45"/>
                  </a:cubicBezTo>
                  <a:cubicBezTo>
                    <a:pt x="280" y="41"/>
                    <a:pt x="280" y="41"/>
                    <a:pt x="280" y="41"/>
                  </a:cubicBezTo>
                  <a:cubicBezTo>
                    <a:pt x="296" y="34"/>
                    <a:pt x="296" y="34"/>
                    <a:pt x="296" y="34"/>
                  </a:cubicBezTo>
                  <a:cubicBezTo>
                    <a:pt x="314" y="34"/>
                    <a:pt x="314" y="34"/>
                    <a:pt x="314" y="34"/>
                  </a:cubicBezTo>
                  <a:cubicBezTo>
                    <a:pt x="324" y="29"/>
                    <a:pt x="324" y="29"/>
                    <a:pt x="324" y="29"/>
                  </a:cubicBezTo>
                  <a:cubicBezTo>
                    <a:pt x="324" y="28"/>
                    <a:pt x="324" y="28"/>
                    <a:pt x="324" y="28"/>
                  </a:cubicBezTo>
                  <a:cubicBezTo>
                    <a:pt x="324" y="27"/>
                    <a:pt x="324" y="26"/>
                    <a:pt x="325" y="25"/>
                  </a:cubicBezTo>
                  <a:cubicBezTo>
                    <a:pt x="327" y="22"/>
                    <a:pt x="327" y="22"/>
                    <a:pt x="327" y="22"/>
                  </a:cubicBezTo>
                  <a:cubicBezTo>
                    <a:pt x="333" y="22"/>
                    <a:pt x="333" y="22"/>
                    <a:pt x="333" y="22"/>
                  </a:cubicBezTo>
                  <a:cubicBezTo>
                    <a:pt x="336" y="15"/>
                    <a:pt x="336" y="15"/>
                    <a:pt x="336" y="15"/>
                  </a:cubicBezTo>
                  <a:cubicBezTo>
                    <a:pt x="336" y="0"/>
                    <a:pt x="336" y="0"/>
                    <a:pt x="336" y="0"/>
                  </a:cubicBezTo>
                  <a:cubicBezTo>
                    <a:pt x="336" y="0"/>
                    <a:pt x="336" y="0"/>
                    <a:pt x="336" y="0"/>
                  </a:cubicBezTo>
                  <a:cubicBezTo>
                    <a:pt x="336" y="0"/>
                    <a:pt x="336" y="0"/>
                    <a:pt x="336" y="0"/>
                  </a:cubicBezTo>
                  <a:cubicBezTo>
                    <a:pt x="303" y="0"/>
                    <a:pt x="303" y="0"/>
                    <a:pt x="303" y="0"/>
                  </a:cubicBezTo>
                  <a:cubicBezTo>
                    <a:pt x="303" y="0"/>
                    <a:pt x="303" y="0"/>
                    <a:pt x="303" y="0"/>
                  </a:cubicBezTo>
                  <a:lnTo>
                    <a:pt x="302" y="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6" name="South Dakota">
              <a:extLst>
                <a:ext uri="{FF2B5EF4-FFF2-40B4-BE49-F238E27FC236}">
                  <a16:creationId xmlns:a16="http://schemas.microsoft.com/office/drawing/2014/main" id="{4C3A3B91-D1ED-5A4B-8EAE-0B4D7F78CB9F}"/>
                </a:ext>
              </a:extLst>
            </p:cNvPr>
            <p:cNvSpPr>
              <a:spLocks/>
            </p:cNvSpPr>
            <p:nvPr/>
          </p:nvSpPr>
          <p:spPr bwMode="auto">
            <a:xfrm>
              <a:off x="5239963" y="1494477"/>
              <a:ext cx="1185327" cy="638638"/>
            </a:xfrm>
            <a:custGeom>
              <a:avLst/>
              <a:gdLst>
                <a:gd name="T0" fmla="*/ 0 w 709"/>
                <a:gd name="T1" fmla="*/ 322 h 382"/>
                <a:gd name="T2" fmla="*/ 492 w 709"/>
                <a:gd name="T3" fmla="*/ 322 h 382"/>
                <a:gd name="T4" fmla="*/ 525 w 709"/>
                <a:gd name="T5" fmla="*/ 349 h 382"/>
                <a:gd name="T6" fmla="*/ 622 w 709"/>
                <a:gd name="T7" fmla="*/ 349 h 382"/>
                <a:gd name="T8" fmla="*/ 650 w 709"/>
                <a:gd name="T9" fmla="*/ 370 h 382"/>
                <a:gd name="T10" fmla="*/ 679 w 709"/>
                <a:gd name="T11" fmla="*/ 382 h 382"/>
                <a:gd name="T12" fmla="*/ 679 w 709"/>
                <a:gd name="T13" fmla="*/ 382 h 382"/>
                <a:gd name="T14" fmla="*/ 709 w 709"/>
                <a:gd name="T15" fmla="*/ 351 h 382"/>
                <a:gd name="T16" fmla="*/ 709 w 709"/>
                <a:gd name="T17" fmla="*/ 287 h 382"/>
                <a:gd name="T18" fmla="*/ 707 w 709"/>
                <a:gd name="T19" fmla="*/ 287 h 382"/>
                <a:gd name="T20" fmla="*/ 707 w 709"/>
                <a:gd name="T21" fmla="*/ 285 h 382"/>
                <a:gd name="T22" fmla="*/ 707 w 709"/>
                <a:gd name="T23" fmla="*/ 124 h 382"/>
                <a:gd name="T24" fmla="*/ 679 w 709"/>
                <a:gd name="T25" fmla="*/ 90 h 382"/>
                <a:gd name="T26" fmla="*/ 679 w 709"/>
                <a:gd name="T27" fmla="*/ 0 h 382"/>
                <a:gd name="T28" fmla="*/ 2 w 709"/>
                <a:gd name="T29" fmla="*/ 0 h 382"/>
                <a:gd name="T30" fmla="*/ 2 w 709"/>
                <a:gd name="T31" fmla="*/ 116 h 382"/>
                <a:gd name="T32" fmla="*/ 2 w 709"/>
                <a:gd name="T33" fmla="*/ 119 h 382"/>
                <a:gd name="T34" fmla="*/ 0 w 709"/>
                <a:gd name="T35" fmla="*/ 119 h 382"/>
                <a:gd name="T36" fmla="*/ 0 w 709"/>
                <a:gd name="T37" fmla="*/ 320 h 382"/>
                <a:gd name="T38" fmla="*/ 0 w 709"/>
                <a:gd name="T39" fmla="*/ 322 h 382"/>
                <a:gd name="T40" fmla="*/ 0 w 709"/>
                <a:gd name="T41" fmla="*/ 322 h 382"/>
                <a:gd name="T42" fmla="*/ 0 w 709"/>
                <a:gd name="T43" fmla="*/ 322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9" h="382">
                  <a:moveTo>
                    <a:pt x="0" y="322"/>
                  </a:moveTo>
                  <a:lnTo>
                    <a:pt x="492" y="322"/>
                  </a:lnTo>
                  <a:lnTo>
                    <a:pt x="525" y="349"/>
                  </a:lnTo>
                  <a:lnTo>
                    <a:pt x="622" y="349"/>
                  </a:lnTo>
                  <a:lnTo>
                    <a:pt x="650" y="370"/>
                  </a:lnTo>
                  <a:lnTo>
                    <a:pt x="679" y="382"/>
                  </a:lnTo>
                  <a:lnTo>
                    <a:pt x="679" y="382"/>
                  </a:lnTo>
                  <a:lnTo>
                    <a:pt x="709" y="351"/>
                  </a:lnTo>
                  <a:lnTo>
                    <a:pt x="709" y="287"/>
                  </a:lnTo>
                  <a:lnTo>
                    <a:pt x="707" y="287"/>
                  </a:lnTo>
                  <a:lnTo>
                    <a:pt x="707" y="285"/>
                  </a:lnTo>
                  <a:lnTo>
                    <a:pt x="707" y="124"/>
                  </a:lnTo>
                  <a:lnTo>
                    <a:pt x="679" y="90"/>
                  </a:lnTo>
                  <a:lnTo>
                    <a:pt x="679" y="0"/>
                  </a:lnTo>
                  <a:lnTo>
                    <a:pt x="2" y="0"/>
                  </a:lnTo>
                  <a:lnTo>
                    <a:pt x="2" y="116"/>
                  </a:lnTo>
                  <a:lnTo>
                    <a:pt x="2" y="119"/>
                  </a:lnTo>
                  <a:lnTo>
                    <a:pt x="0" y="119"/>
                  </a:lnTo>
                  <a:lnTo>
                    <a:pt x="0" y="320"/>
                  </a:lnTo>
                  <a:lnTo>
                    <a:pt x="0" y="322"/>
                  </a:lnTo>
                  <a:lnTo>
                    <a:pt x="0" y="322"/>
                  </a:lnTo>
                  <a:lnTo>
                    <a:pt x="0" y="322"/>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7" name="South Carolina">
              <a:extLst>
                <a:ext uri="{FF2B5EF4-FFF2-40B4-BE49-F238E27FC236}">
                  <a16:creationId xmlns:a16="http://schemas.microsoft.com/office/drawing/2014/main" id="{E8F9B64D-83CC-3745-BAAC-9B4B1A081605}"/>
                </a:ext>
              </a:extLst>
            </p:cNvPr>
            <p:cNvSpPr>
              <a:spLocks/>
            </p:cNvSpPr>
            <p:nvPr/>
          </p:nvSpPr>
          <p:spPr bwMode="auto">
            <a:xfrm>
              <a:off x="8438171" y="3605996"/>
              <a:ext cx="790775" cy="653685"/>
            </a:xfrm>
            <a:custGeom>
              <a:avLst/>
              <a:gdLst>
                <a:gd name="T0" fmla="*/ 200 w 200"/>
                <a:gd name="T1" fmla="*/ 93 h 165"/>
                <a:gd name="T2" fmla="*/ 199 w 200"/>
                <a:gd name="T3" fmla="*/ 93 h 165"/>
                <a:gd name="T4" fmla="*/ 184 w 200"/>
                <a:gd name="T5" fmla="*/ 62 h 165"/>
                <a:gd name="T6" fmla="*/ 175 w 200"/>
                <a:gd name="T7" fmla="*/ 55 h 165"/>
                <a:gd name="T8" fmla="*/ 165 w 200"/>
                <a:gd name="T9" fmla="*/ 44 h 165"/>
                <a:gd name="T10" fmla="*/ 156 w 200"/>
                <a:gd name="T11" fmla="*/ 29 h 165"/>
                <a:gd name="T12" fmla="*/ 143 w 200"/>
                <a:gd name="T13" fmla="*/ 20 h 165"/>
                <a:gd name="T14" fmla="*/ 110 w 200"/>
                <a:gd name="T15" fmla="*/ 18 h 165"/>
                <a:gd name="T16" fmla="*/ 85 w 200"/>
                <a:gd name="T17" fmla="*/ 1 h 165"/>
                <a:gd name="T18" fmla="*/ 40 w 200"/>
                <a:gd name="T19" fmla="*/ 0 h 165"/>
                <a:gd name="T20" fmla="*/ 18 w 200"/>
                <a:gd name="T21" fmla="*/ 2 h 165"/>
                <a:gd name="T22" fmla="*/ 18 w 200"/>
                <a:gd name="T23" fmla="*/ 4 h 165"/>
                <a:gd name="T24" fmla="*/ 18 w 200"/>
                <a:gd name="T25" fmla="*/ 4 h 165"/>
                <a:gd name="T26" fmla="*/ 0 w 200"/>
                <a:gd name="T27" fmla="*/ 8 h 165"/>
                <a:gd name="T28" fmla="*/ 15 w 200"/>
                <a:gd name="T29" fmla="*/ 41 h 165"/>
                <a:gd name="T30" fmla="*/ 26 w 200"/>
                <a:gd name="T31" fmla="*/ 56 h 165"/>
                <a:gd name="T32" fmla="*/ 37 w 200"/>
                <a:gd name="T33" fmla="*/ 70 h 165"/>
                <a:gd name="T34" fmla="*/ 44 w 200"/>
                <a:gd name="T35" fmla="*/ 80 h 165"/>
                <a:gd name="T36" fmla="*/ 54 w 200"/>
                <a:gd name="T37" fmla="*/ 85 h 165"/>
                <a:gd name="T38" fmla="*/ 60 w 200"/>
                <a:gd name="T39" fmla="*/ 94 h 165"/>
                <a:gd name="T40" fmla="*/ 68 w 200"/>
                <a:gd name="T41" fmla="*/ 108 h 165"/>
                <a:gd name="T42" fmla="*/ 77 w 200"/>
                <a:gd name="T43" fmla="*/ 117 h 165"/>
                <a:gd name="T44" fmla="*/ 84 w 200"/>
                <a:gd name="T45" fmla="*/ 141 h 165"/>
                <a:gd name="T46" fmla="*/ 90 w 200"/>
                <a:gd name="T47" fmla="*/ 153 h 165"/>
                <a:gd name="T48" fmla="*/ 102 w 200"/>
                <a:gd name="T49" fmla="*/ 163 h 165"/>
                <a:gd name="T50" fmla="*/ 105 w 200"/>
                <a:gd name="T51" fmla="*/ 165 h 165"/>
                <a:gd name="T52" fmla="*/ 99 w 200"/>
                <a:gd name="T53" fmla="*/ 156 h 165"/>
                <a:gd name="T54" fmla="*/ 122 w 200"/>
                <a:gd name="T55" fmla="*/ 156 h 165"/>
                <a:gd name="T56" fmla="*/ 141 w 200"/>
                <a:gd name="T57" fmla="*/ 145 h 165"/>
                <a:gd name="T58" fmla="*/ 145 w 200"/>
                <a:gd name="T59" fmla="*/ 141 h 165"/>
                <a:gd name="T60" fmla="*/ 157 w 200"/>
                <a:gd name="T61" fmla="*/ 133 h 165"/>
                <a:gd name="T62" fmla="*/ 161 w 200"/>
                <a:gd name="T63" fmla="*/ 125 h 165"/>
                <a:gd name="T64" fmla="*/ 165 w 200"/>
                <a:gd name="T65" fmla="*/ 117 h 165"/>
                <a:gd name="T66" fmla="*/ 173 w 200"/>
                <a:gd name="T67" fmla="*/ 106 h 165"/>
                <a:gd name="T68" fmla="*/ 184 w 200"/>
                <a:gd name="T69" fmla="*/ 98 h 165"/>
                <a:gd name="T70" fmla="*/ 200 w 200"/>
                <a:gd name="T71" fmla="*/ 9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0" h="165">
                  <a:moveTo>
                    <a:pt x="200" y="93"/>
                  </a:moveTo>
                  <a:cubicBezTo>
                    <a:pt x="200" y="93"/>
                    <a:pt x="200" y="93"/>
                    <a:pt x="200" y="93"/>
                  </a:cubicBezTo>
                  <a:cubicBezTo>
                    <a:pt x="200" y="93"/>
                    <a:pt x="200" y="93"/>
                    <a:pt x="200" y="93"/>
                  </a:cubicBezTo>
                  <a:cubicBezTo>
                    <a:pt x="199" y="93"/>
                    <a:pt x="199" y="93"/>
                    <a:pt x="199" y="93"/>
                  </a:cubicBezTo>
                  <a:cubicBezTo>
                    <a:pt x="184" y="74"/>
                    <a:pt x="184" y="74"/>
                    <a:pt x="184" y="74"/>
                  </a:cubicBezTo>
                  <a:cubicBezTo>
                    <a:pt x="184" y="62"/>
                    <a:pt x="184" y="62"/>
                    <a:pt x="184" y="62"/>
                  </a:cubicBezTo>
                  <a:cubicBezTo>
                    <a:pt x="175" y="55"/>
                    <a:pt x="175" y="55"/>
                    <a:pt x="175" y="55"/>
                  </a:cubicBezTo>
                  <a:cubicBezTo>
                    <a:pt x="175" y="55"/>
                    <a:pt x="175" y="55"/>
                    <a:pt x="175" y="55"/>
                  </a:cubicBezTo>
                  <a:cubicBezTo>
                    <a:pt x="171" y="52"/>
                    <a:pt x="171" y="52"/>
                    <a:pt x="171" y="52"/>
                  </a:cubicBezTo>
                  <a:cubicBezTo>
                    <a:pt x="165" y="44"/>
                    <a:pt x="165" y="44"/>
                    <a:pt x="165" y="44"/>
                  </a:cubicBezTo>
                  <a:cubicBezTo>
                    <a:pt x="156" y="37"/>
                    <a:pt x="156" y="37"/>
                    <a:pt x="156" y="37"/>
                  </a:cubicBezTo>
                  <a:cubicBezTo>
                    <a:pt x="156" y="29"/>
                    <a:pt x="156" y="29"/>
                    <a:pt x="156" y="29"/>
                  </a:cubicBezTo>
                  <a:cubicBezTo>
                    <a:pt x="151" y="25"/>
                    <a:pt x="151" y="25"/>
                    <a:pt x="151" y="25"/>
                  </a:cubicBezTo>
                  <a:cubicBezTo>
                    <a:pt x="143" y="20"/>
                    <a:pt x="143" y="20"/>
                    <a:pt x="143" y="20"/>
                  </a:cubicBezTo>
                  <a:cubicBezTo>
                    <a:pt x="138" y="18"/>
                    <a:pt x="138" y="18"/>
                    <a:pt x="138" y="18"/>
                  </a:cubicBezTo>
                  <a:cubicBezTo>
                    <a:pt x="110" y="18"/>
                    <a:pt x="110" y="18"/>
                    <a:pt x="110" y="18"/>
                  </a:cubicBezTo>
                  <a:cubicBezTo>
                    <a:pt x="99" y="8"/>
                    <a:pt x="99" y="8"/>
                    <a:pt x="99" y="8"/>
                  </a:cubicBezTo>
                  <a:cubicBezTo>
                    <a:pt x="85" y="1"/>
                    <a:pt x="85" y="1"/>
                    <a:pt x="85" y="1"/>
                  </a:cubicBezTo>
                  <a:cubicBezTo>
                    <a:pt x="85" y="1"/>
                    <a:pt x="85" y="1"/>
                    <a:pt x="85" y="1"/>
                  </a:cubicBezTo>
                  <a:cubicBezTo>
                    <a:pt x="72" y="0"/>
                    <a:pt x="54" y="0"/>
                    <a:pt x="40" y="0"/>
                  </a:cubicBezTo>
                  <a:cubicBezTo>
                    <a:pt x="23" y="0"/>
                    <a:pt x="21" y="1"/>
                    <a:pt x="20" y="1"/>
                  </a:cubicBezTo>
                  <a:cubicBezTo>
                    <a:pt x="19" y="1"/>
                    <a:pt x="18" y="2"/>
                    <a:pt x="18" y="2"/>
                  </a:cubicBezTo>
                  <a:cubicBezTo>
                    <a:pt x="15" y="4"/>
                    <a:pt x="15" y="4"/>
                    <a:pt x="15" y="4"/>
                  </a:cubicBezTo>
                  <a:cubicBezTo>
                    <a:pt x="18" y="4"/>
                    <a:pt x="18" y="4"/>
                    <a:pt x="18" y="4"/>
                  </a:cubicBezTo>
                  <a:cubicBezTo>
                    <a:pt x="18" y="4"/>
                    <a:pt x="18" y="4"/>
                    <a:pt x="18" y="4"/>
                  </a:cubicBezTo>
                  <a:cubicBezTo>
                    <a:pt x="18" y="4"/>
                    <a:pt x="18" y="4"/>
                    <a:pt x="18" y="4"/>
                  </a:cubicBezTo>
                  <a:cubicBezTo>
                    <a:pt x="0" y="8"/>
                    <a:pt x="0" y="8"/>
                    <a:pt x="0" y="8"/>
                  </a:cubicBezTo>
                  <a:cubicBezTo>
                    <a:pt x="0" y="8"/>
                    <a:pt x="0" y="8"/>
                    <a:pt x="0" y="8"/>
                  </a:cubicBezTo>
                  <a:cubicBezTo>
                    <a:pt x="0" y="25"/>
                    <a:pt x="0" y="25"/>
                    <a:pt x="0" y="25"/>
                  </a:cubicBezTo>
                  <a:cubicBezTo>
                    <a:pt x="15" y="41"/>
                    <a:pt x="15" y="41"/>
                    <a:pt x="15" y="41"/>
                  </a:cubicBezTo>
                  <a:cubicBezTo>
                    <a:pt x="25" y="44"/>
                    <a:pt x="25" y="44"/>
                    <a:pt x="25" y="44"/>
                  </a:cubicBezTo>
                  <a:cubicBezTo>
                    <a:pt x="26" y="56"/>
                    <a:pt x="26" y="56"/>
                    <a:pt x="26" y="56"/>
                  </a:cubicBezTo>
                  <a:cubicBezTo>
                    <a:pt x="29" y="65"/>
                    <a:pt x="29" y="65"/>
                    <a:pt x="29" y="65"/>
                  </a:cubicBezTo>
                  <a:cubicBezTo>
                    <a:pt x="37" y="70"/>
                    <a:pt x="37" y="70"/>
                    <a:pt x="37" y="70"/>
                  </a:cubicBezTo>
                  <a:cubicBezTo>
                    <a:pt x="37" y="76"/>
                    <a:pt x="37" y="76"/>
                    <a:pt x="37" y="76"/>
                  </a:cubicBezTo>
                  <a:cubicBezTo>
                    <a:pt x="44" y="80"/>
                    <a:pt x="44" y="80"/>
                    <a:pt x="44" y="80"/>
                  </a:cubicBezTo>
                  <a:cubicBezTo>
                    <a:pt x="49" y="80"/>
                    <a:pt x="49" y="80"/>
                    <a:pt x="49" y="80"/>
                  </a:cubicBezTo>
                  <a:cubicBezTo>
                    <a:pt x="54" y="85"/>
                    <a:pt x="54" y="85"/>
                    <a:pt x="54" y="85"/>
                  </a:cubicBezTo>
                  <a:cubicBezTo>
                    <a:pt x="54" y="94"/>
                    <a:pt x="54" y="94"/>
                    <a:pt x="54" y="94"/>
                  </a:cubicBezTo>
                  <a:cubicBezTo>
                    <a:pt x="60" y="94"/>
                    <a:pt x="60" y="94"/>
                    <a:pt x="60" y="94"/>
                  </a:cubicBezTo>
                  <a:cubicBezTo>
                    <a:pt x="60" y="103"/>
                    <a:pt x="60" y="103"/>
                    <a:pt x="60" y="103"/>
                  </a:cubicBezTo>
                  <a:cubicBezTo>
                    <a:pt x="68" y="108"/>
                    <a:pt x="68" y="108"/>
                    <a:pt x="68" y="108"/>
                  </a:cubicBezTo>
                  <a:cubicBezTo>
                    <a:pt x="73" y="113"/>
                    <a:pt x="73" y="113"/>
                    <a:pt x="73" y="113"/>
                  </a:cubicBezTo>
                  <a:cubicBezTo>
                    <a:pt x="77" y="117"/>
                    <a:pt x="77" y="117"/>
                    <a:pt x="77" y="117"/>
                  </a:cubicBezTo>
                  <a:cubicBezTo>
                    <a:pt x="77" y="134"/>
                    <a:pt x="77" y="134"/>
                    <a:pt x="77" y="134"/>
                  </a:cubicBezTo>
                  <a:cubicBezTo>
                    <a:pt x="84" y="141"/>
                    <a:pt x="84" y="141"/>
                    <a:pt x="84" y="141"/>
                  </a:cubicBezTo>
                  <a:cubicBezTo>
                    <a:pt x="84" y="149"/>
                    <a:pt x="84" y="149"/>
                    <a:pt x="84" y="149"/>
                  </a:cubicBezTo>
                  <a:cubicBezTo>
                    <a:pt x="90" y="153"/>
                    <a:pt x="90" y="153"/>
                    <a:pt x="90" y="153"/>
                  </a:cubicBezTo>
                  <a:cubicBezTo>
                    <a:pt x="95" y="153"/>
                    <a:pt x="95" y="153"/>
                    <a:pt x="95" y="153"/>
                  </a:cubicBezTo>
                  <a:cubicBezTo>
                    <a:pt x="102" y="163"/>
                    <a:pt x="102" y="163"/>
                    <a:pt x="102" y="163"/>
                  </a:cubicBezTo>
                  <a:cubicBezTo>
                    <a:pt x="104" y="165"/>
                    <a:pt x="104" y="165"/>
                    <a:pt x="104" y="165"/>
                  </a:cubicBezTo>
                  <a:cubicBezTo>
                    <a:pt x="105" y="165"/>
                    <a:pt x="105" y="165"/>
                    <a:pt x="105" y="165"/>
                  </a:cubicBezTo>
                  <a:cubicBezTo>
                    <a:pt x="102" y="160"/>
                    <a:pt x="102" y="160"/>
                    <a:pt x="102" y="160"/>
                  </a:cubicBezTo>
                  <a:cubicBezTo>
                    <a:pt x="99" y="156"/>
                    <a:pt x="99" y="156"/>
                    <a:pt x="99" y="156"/>
                  </a:cubicBezTo>
                  <a:cubicBezTo>
                    <a:pt x="102" y="156"/>
                    <a:pt x="102" y="156"/>
                    <a:pt x="102" y="156"/>
                  </a:cubicBezTo>
                  <a:cubicBezTo>
                    <a:pt x="122" y="156"/>
                    <a:pt x="122" y="156"/>
                    <a:pt x="122" y="156"/>
                  </a:cubicBezTo>
                  <a:cubicBezTo>
                    <a:pt x="126" y="156"/>
                    <a:pt x="126" y="156"/>
                    <a:pt x="126" y="156"/>
                  </a:cubicBezTo>
                  <a:cubicBezTo>
                    <a:pt x="141" y="145"/>
                    <a:pt x="141" y="145"/>
                    <a:pt x="141" y="145"/>
                  </a:cubicBezTo>
                  <a:cubicBezTo>
                    <a:pt x="145" y="145"/>
                    <a:pt x="145" y="145"/>
                    <a:pt x="145" y="145"/>
                  </a:cubicBezTo>
                  <a:cubicBezTo>
                    <a:pt x="145" y="141"/>
                    <a:pt x="145" y="141"/>
                    <a:pt x="145" y="141"/>
                  </a:cubicBezTo>
                  <a:cubicBezTo>
                    <a:pt x="149" y="137"/>
                    <a:pt x="149" y="137"/>
                    <a:pt x="149" y="137"/>
                  </a:cubicBezTo>
                  <a:cubicBezTo>
                    <a:pt x="157" y="133"/>
                    <a:pt x="157" y="133"/>
                    <a:pt x="157" y="133"/>
                  </a:cubicBezTo>
                  <a:cubicBezTo>
                    <a:pt x="161" y="129"/>
                    <a:pt x="161" y="129"/>
                    <a:pt x="161" y="129"/>
                  </a:cubicBezTo>
                  <a:cubicBezTo>
                    <a:pt x="161" y="125"/>
                    <a:pt x="161" y="125"/>
                    <a:pt x="161" y="125"/>
                  </a:cubicBezTo>
                  <a:cubicBezTo>
                    <a:pt x="161" y="121"/>
                    <a:pt x="161" y="121"/>
                    <a:pt x="161" y="121"/>
                  </a:cubicBezTo>
                  <a:cubicBezTo>
                    <a:pt x="165" y="117"/>
                    <a:pt x="165" y="117"/>
                    <a:pt x="165" y="117"/>
                  </a:cubicBezTo>
                  <a:cubicBezTo>
                    <a:pt x="169" y="110"/>
                    <a:pt x="169" y="110"/>
                    <a:pt x="169" y="110"/>
                  </a:cubicBezTo>
                  <a:cubicBezTo>
                    <a:pt x="173" y="106"/>
                    <a:pt x="173" y="106"/>
                    <a:pt x="173" y="106"/>
                  </a:cubicBezTo>
                  <a:cubicBezTo>
                    <a:pt x="184" y="102"/>
                    <a:pt x="184" y="102"/>
                    <a:pt x="184" y="102"/>
                  </a:cubicBezTo>
                  <a:cubicBezTo>
                    <a:pt x="184" y="98"/>
                    <a:pt x="184" y="98"/>
                    <a:pt x="184" y="98"/>
                  </a:cubicBezTo>
                  <a:cubicBezTo>
                    <a:pt x="200" y="94"/>
                    <a:pt x="200" y="94"/>
                    <a:pt x="200" y="94"/>
                  </a:cubicBezTo>
                  <a:cubicBezTo>
                    <a:pt x="200" y="93"/>
                    <a:pt x="200" y="93"/>
                    <a:pt x="200" y="93"/>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8" name="Rhode Island">
              <a:extLst>
                <a:ext uri="{FF2B5EF4-FFF2-40B4-BE49-F238E27FC236}">
                  <a16:creationId xmlns:a16="http://schemas.microsoft.com/office/drawing/2014/main" id="{5BB473DF-6D84-9A41-BF6A-686524FAC1A6}"/>
                </a:ext>
              </a:extLst>
            </p:cNvPr>
            <p:cNvSpPr>
              <a:spLocks/>
            </p:cNvSpPr>
            <p:nvPr/>
          </p:nvSpPr>
          <p:spPr bwMode="auto">
            <a:xfrm>
              <a:off x="10210310" y="2413982"/>
              <a:ext cx="95294" cy="133746"/>
            </a:xfrm>
            <a:custGeom>
              <a:avLst/>
              <a:gdLst>
                <a:gd name="T0" fmla="*/ 22 w 24"/>
                <a:gd name="T1" fmla="*/ 7 h 34"/>
                <a:gd name="T2" fmla="*/ 16 w 24"/>
                <a:gd name="T3" fmla="*/ 0 h 34"/>
                <a:gd name="T4" fmla="*/ 0 w 24"/>
                <a:gd name="T5" fmla="*/ 0 h 34"/>
                <a:gd name="T6" fmla="*/ 0 w 24"/>
                <a:gd name="T7" fmla="*/ 34 h 34"/>
                <a:gd name="T8" fmla="*/ 1 w 24"/>
                <a:gd name="T9" fmla="*/ 34 h 34"/>
                <a:gd name="T10" fmla="*/ 14 w 24"/>
                <a:gd name="T11" fmla="*/ 32 h 34"/>
                <a:gd name="T12" fmla="*/ 17 w 24"/>
                <a:gd name="T13" fmla="*/ 28 h 34"/>
                <a:gd name="T14" fmla="*/ 21 w 24"/>
                <a:gd name="T15" fmla="*/ 16 h 34"/>
                <a:gd name="T16" fmla="*/ 21 w 24"/>
                <a:gd name="T17" fmla="*/ 12 h 34"/>
                <a:gd name="T18" fmla="*/ 24 w 24"/>
                <a:gd name="T19" fmla="*/ 15 h 34"/>
                <a:gd name="T20" fmla="*/ 22 w 24"/>
                <a:gd name="T21" fmla="*/ 9 h 34"/>
                <a:gd name="T22" fmla="*/ 22 w 24"/>
                <a:gd name="T23" fmla="*/ 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34">
                  <a:moveTo>
                    <a:pt x="22" y="7"/>
                  </a:moveTo>
                  <a:cubicBezTo>
                    <a:pt x="16" y="0"/>
                    <a:pt x="16" y="0"/>
                    <a:pt x="16" y="0"/>
                  </a:cubicBezTo>
                  <a:cubicBezTo>
                    <a:pt x="0" y="0"/>
                    <a:pt x="0" y="0"/>
                    <a:pt x="0" y="0"/>
                  </a:cubicBezTo>
                  <a:cubicBezTo>
                    <a:pt x="0" y="34"/>
                    <a:pt x="0" y="34"/>
                    <a:pt x="0" y="34"/>
                  </a:cubicBezTo>
                  <a:cubicBezTo>
                    <a:pt x="1" y="34"/>
                    <a:pt x="1" y="34"/>
                    <a:pt x="1" y="34"/>
                  </a:cubicBezTo>
                  <a:cubicBezTo>
                    <a:pt x="14" y="32"/>
                    <a:pt x="14" y="32"/>
                    <a:pt x="14" y="32"/>
                  </a:cubicBezTo>
                  <a:cubicBezTo>
                    <a:pt x="17" y="28"/>
                    <a:pt x="17" y="28"/>
                    <a:pt x="17" y="28"/>
                  </a:cubicBezTo>
                  <a:cubicBezTo>
                    <a:pt x="21" y="16"/>
                    <a:pt x="21" y="16"/>
                    <a:pt x="21" y="16"/>
                  </a:cubicBezTo>
                  <a:cubicBezTo>
                    <a:pt x="21" y="12"/>
                    <a:pt x="21" y="12"/>
                    <a:pt x="21" y="12"/>
                  </a:cubicBezTo>
                  <a:cubicBezTo>
                    <a:pt x="24" y="15"/>
                    <a:pt x="24" y="15"/>
                    <a:pt x="24" y="15"/>
                  </a:cubicBezTo>
                  <a:cubicBezTo>
                    <a:pt x="24" y="14"/>
                    <a:pt x="23" y="11"/>
                    <a:pt x="22" y="9"/>
                  </a:cubicBezTo>
                  <a:lnTo>
                    <a:pt x="22" y="7"/>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69" name="Pennsylvania">
              <a:extLst>
                <a:ext uri="{FF2B5EF4-FFF2-40B4-BE49-F238E27FC236}">
                  <a16:creationId xmlns:a16="http://schemas.microsoft.com/office/drawing/2014/main" id="{5989215D-B41D-6741-9041-FD4A740A3C98}"/>
                </a:ext>
              </a:extLst>
            </p:cNvPr>
            <p:cNvSpPr>
              <a:spLocks/>
            </p:cNvSpPr>
            <p:nvPr/>
          </p:nvSpPr>
          <p:spPr bwMode="auto">
            <a:xfrm>
              <a:off x="8849441" y="2370515"/>
              <a:ext cx="886069" cy="526626"/>
            </a:xfrm>
            <a:custGeom>
              <a:avLst/>
              <a:gdLst>
                <a:gd name="T0" fmla="*/ 0 w 224"/>
                <a:gd name="T1" fmla="*/ 71 h 133"/>
                <a:gd name="T2" fmla="*/ 0 w 224"/>
                <a:gd name="T3" fmla="*/ 75 h 133"/>
                <a:gd name="T4" fmla="*/ 0 w 224"/>
                <a:gd name="T5" fmla="*/ 130 h 133"/>
                <a:gd name="T6" fmla="*/ 36 w 224"/>
                <a:gd name="T7" fmla="*/ 130 h 133"/>
                <a:gd name="T8" fmla="*/ 181 w 224"/>
                <a:gd name="T9" fmla="*/ 130 h 133"/>
                <a:gd name="T10" fmla="*/ 191 w 224"/>
                <a:gd name="T11" fmla="*/ 133 h 133"/>
                <a:gd name="T12" fmla="*/ 191 w 224"/>
                <a:gd name="T13" fmla="*/ 133 h 133"/>
                <a:gd name="T14" fmla="*/ 192 w 224"/>
                <a:gd name="T15" fmla="*/ 133 h 133"/>
                <a:gd name="T16" fmla="*/ 198 w 224"/>
                <a:gd name="T17" fmla="*/ 130 h 133"/>
                <a:gd name="T18" fmla="*/ 211 w 224"/>
                <a:gd name="T19" fmla="*/ 118 h 133"/>
                <a:gd name="T20" fmla="*/ 211 w 224"/>
                <a:gd name="T21" fmla="*/ 118 h 133"/>
                <a:gd name="T22" fmla="*/ 211 w 224"/>
                <a:gd name="T23" fmla="*/ 113 h 133"/>
                <a:gd name="T24" fmla="*/ 215 w 224"/>
                <a:gd name="T25" fmla="*/ 107 h 133"/>
                <a:gd name="T26" fmla="*/ 215 w 224"/>
                <a:gd name="T27" fmla="*/ 92 h 133"/>
                <a:gd name="T28" fmla="*/ 208 w 224"/>
                <a:gd name="T29" fmla="*/ 79 h 133"/>
                <a:gd name="T30" fmla="*/ 208 w 224"/>
                <a:gd name="T31" fmla="*/ 79 h 133"/>
                <a:gd name="T32" fmla="*/ 205 w 224"/>
                <a:gd name="T33" fmla="*/ 80 h 133"/>
                <a:gd name="T34" fmla="*/ 205 w 224"/>
                <a:gd name="T35" fmla="*/ 80 h 133"/>
                <a:gd name="T36" fmla="*/ 205 w 224"/>
                <a:gd name="T37" fmla="*/ 79 h 133"/>
                <a:gd name="T38" fmla="*/ 206 w 224"/>
                <a:gd name="T39" fmla="*/ 78 h 133"/>
                <a:gd name="T40" fmla="*/ 206 w 224"/>
                <a:gd name="T41" fmla="*/ 78 h 133"/>
                <a:gd name="T42" fmla="*/ 206 w 224"/>
                <a:gd name="T43" fmla="*/ 78 h 133"/>
                <a:gd name="T44" fmla="*/ 207 w 224"/>
                <a:gd name="T45" fmla="*/ 75 h 133"/>
                <a:gd name="T46" fmla="*/ 209 w 224"/>
                <a:gd name="T47" fmla="*/ 69 h 133"/>
                <a:gd name="T48" fmla="*/ 215 w 224"/>
                <a:gd name="T49" fmla="*/ 60 h 133"/>
                <a:gd name="T50" fmla="*/ 215 w 224"/>
                <a:gd name="T51" fmla="*/ 49 h 133"/>
                <a:gd name="T52" fmla="*/ 224 w 224"/>
                <a:gd name="T53" fmla="*/ 46 h 133"/>
                <a:gd name="T54" fmla="*/ 223 w 224"/>
                <a:gd name="T55" fmla="*/ 46 h 133"/>
                <a:gd name="T56" fmla="*/ 222 w 224"/>
                <a:gd name="T57" fmla="*/ 45 h 133"/>
                <a:gd name="T58" fmla="*/ 215 w 224"/>
                <a:gd name="T59" fmla="*/ 37 h 133"/>
                <a:gd name="T60" fmla="*/ 213 w 224"/>
                <a:gd name="T61" fmla="*/ 30 h 133"/>
                <a:gd name="T62" fmla="*/ 209 w 224"/>
                <a:gd name="T63" fmla="*/ 21 h 133"/>
                <a:gd name="T64" fmla="*/ 209 w 224"/>
                <a:gd name="T65" fmla="*/ 21 h 133"/>
                <a:gd name="T66" fmla="*/ 208 w 224"/>
                <a:gd name="T67" fmla="*/ 21 h 133"/>
                <a:gd name="T68" fmla="*/ 204 w 224"/>
                <a:gd name="T69" fmla="*/ 24 h 133"/>
                <a:gd name="T70" fmla="*/ 206 w 224"/>
                <a:gd name="T71" fmla="*/ 21 h 133"/>
                <a:gd name="T72" fmla="*/ 205 w 224"/>
                <a:gd name="T73" fmla="*/ 16 h 133"/>
                <a:gd name="T74" fmla="*/ 204 w 224"/>
                <a:gd name="T75" fmla="*/ 2 h 133"/>
                <a:gd name="T76" fmla="*/ 26 w 224"/>
                <a:gd name="T77" fmla="*/ 2 h 133"/>
                <a:gd name="T78" fmla="*/ 25 w 224"/>
                <a:gd name="T79" fmla="*/ 1 h 133"/>
                <a:gd name="T80" fmla="*/ 25 w 224"/>
                <a:gd name="T81" fmla="*/ 1 h 133"/>
                <a:gd name="T82" fmla="*/ 18 w 224"/>
                <a:gd name="T83" fmla="*/ 1 h 133"/>
                <a:gd name="T84" fmla="*/ 18 w 224"/>
                <a:gd name="T85" fmla="*/ 0 h 133"/>
                <a:gd name="T86" fmla="*/ 17 w 224"/>
                <a:gd name="T87" fmla="*/ 0 h 133"/>
                <a:gd name="T88" fmla="*/ 0 w 224"/>
                <a:gd name="T89" fmla="*/ 10 h 133"/>
                <a:gd name="T90" fmla="*/ 0 w 224"/>
                <a:gd name="T91" fmla="*/ 12 h 133"/>
                <a:gd name="T92" fmla="*/ 0 w 224"/>
                <a:gd name="T93" fmla="*/ 71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24" h="133">
                  <a:moveTo>
                    <a:pt x="0" y="71"/>
                  </a:moveTo>
                  <a:cubicBezTo>
                    <a:pt x="0" y="75"/>
                    <a:pt x="0" y="75"/>
                    <a:pt x="0" y="75"/>
                  </a:cubicBezTo>
                  <a:cubicBezTo>
                    <a:pt x="0" y="130"/>
                    <a:pt x="0" y="130"/>
                    <a:pt x="0" y="130"/>
                  </a:cubicBezTo>
                  <a:cubicBezTo>
                    <a:pt x="36" y="130"/>
                    <a:pt x="36" y="130"/>
                    <a:pt x="36" y="130"/>
                  </a:cubicBezTo>
                  <a:cubicBezTo>
                    <a:pt x="181" y="130"/>
                    <a:pt x="181" y="130"/>
                    <a:pt x="181" y="130"/>
                  </a:cubicBezTo>
                  <a:cubicBezTo>
                    <a:pt x="182" y="130"/>
                    <a:pt x="186" y="133"/>
                    <a:pt x="191" y="133"/>
                  </a:cubicBezTo>
                  <a:cubicBezTo>
                    <a:pt x="191" y="133"/>
                    <a:pt x="191" y="133"/>
                    <a:pt x="191" y="133"/>
                  </a:cubicBezTo>
                  <a:cubicBezTo>
                    <a:pt x="192" y="133"/>
                    <a:pt x="192" y="133"/>
                    <a:pt x="192" y="133"/>
                  </a:cubicBezTo>
                  <a:cubicBezTo>
                    <a:pt x="195" y="133"/>
                    <a:pt x="197" y="132"/>
                    <a:pt x="198" y="130"/>
                  </a:cubicBezTo>
                  <a:cubicBezTo>
                    <a:pt x="204" y="124"/>
                    <a:pt x="209" y="119"/>
                    <a:pt x="211" y="118"/>
                  </a:cubicBezTo>
                  <a:cubicBezTo>
                    <a:pt x="211" y="118"/>
                    <a:pt x="211" y="118"/>
                    <a:pt x="211" y="118"/>
                  </a:cubicBezTo>
                  <a:cubicBezTo>
                    <a:pt x="211" y="113"/>
                    <a:pt x="211" y="113"/>
                    <a:pt x="211" y="113"/>
                  </a:cubicBezTo>
                  <a:cubicBezTo>
                    <a:pt x="215" y="107"/>
                    <a:pt x="215" y="107"/>
                    <a:pt x="215" y="107"/>
                  </a:cubicBezTo>
                  <a:cubicBezTo>
                    <a:pt x="215" y="92"/>
                    <a:pt x="215" y="92"/>
                    <a:pt x="215" y="92"/>
                  </a:cubicBezTo>
                  <a:cubicBezTo>
                    <a:pt x="208" y="79"/>
                    <a:pt x="208" y="79"/>
                    <a:pt x="208" y="79"/>
                  </a:cubicBezTo>
                  <a:cubicBezTo>
                    <a:pt x="208" y="79"/>
                    <a:pt x="208" y="79"/>
                    <a:pt x="208" y="79"/>
                  </a:cubicBezTo>
                  <a:cubicBezTo>
                    <a:pt x="205" y="80"/>
                    <a:pt x="205" y="80"/>
                    <a:pt x="205" y="80"/>
                  </a:cubicBezTo>
                  <a:cubicBezTo>
                    <a:pt x="205" y="80"/>
                    <a:pt x="205" y="80"/>
                    <a:pt x="205" y="80"/>
                  </a:cubicBezTo>
                  <a:cubicBezTo>
                    <a:pt x="205" y="79"/>
                    <a:pt x="205" y="79"/>
                    <a:pt x="205" y="79"/>
                  </a:cubicBezTo>
                  <a:cubicBezTo>
                    <a:pt x="205" y="78"/>
                    <a:pt x="206" y="78"/>
                    <a:pt x="206" y="78"/>
                  </a:cubicBezTo>
                  <a:cubicBezTo>
                    <a:pt x="206" y="78"/>
                    <a:pt x="206" y="78"/>
                    <a:pt x="206" y="78"/>
                  </a:cubicBezTo>
                  <a:cubicBezTo>
                    <a:pt x="206" y="78"/>
                    <a:pt x="206" y="78"/>
                    <a:pt x="206" y="78"/>
                  </a:cubicBezTo>
                  <a:cubicBezTo>
                    <a:pt x="207" y="75"/>
                    <a:pt x="207" y="75"/>
                    <a:pt x="207" y="75"/>
                  </a:cubicBezTo>
                  <a:cubicBezTo>
                    <a:pt x="209" y="69"/>
                    <a:pt x="209" y="69"/>
                    <a:pt x="209" y="69"/>
                  </a:cubicBezTo>
                  <a:cubicBezTo>
                    <a:pt x="215" y="60"/>
                    <a:pt x="215" y="60"/>
                    <a:pt x="215" y="60"/>
                  </a:cubicBezTo>
                  <a:cubicBezTo>
                    <a:pt x="215" y="49"/>
                    <a:pt x="215" y="49"/>
                    <a:pt x="215" y="49"/>
                  </a:cubicBezTo>
                  <a:cubicBezTo>
                    <a:pt x="224" y="46"/>
                    <a:pt x="224" y="46"/>
                    <a:pt x="224" y="46"/>
                  </a:cubicBezTo>
                  <a:cubicBezTo>
                    <a:pt x="223" y="46"/>
                    <a:pt x="223" y="46"/>
                    <a:pt x="223" y="46"/>
                  </a:cubicBezTo>
                  <a:cubicBezTo>
                    <a:pt x="222" y="45"/>
                    <a:pt x="222" y="45"/>
                    <a:pt x="222" y="45"/>
                  </a:cubicBezTo>
                  <a:cubicBezTo>
                    <a:pt x="215" y="37"/>
                    <a:pt x="215" y="37"/>
                    <a:pt x="215" y="37"/>
                  </a:cubicBezTo>
                  <a:cubicBezTo>
                    <a:pt x="213" y="30"/>
                    <a:pt x="213" y="30"/>
                    <a:pt x="213" y="30"/>
                  </a:cubicBezTo>
                  <a:cubicBezTo>
                    <a:pt x="209" y="21"/>
                    <a:pt x="209" y="21"/>
                    <a:pt x="209" y="21"/>
                  </a:cubicBezTo>
                  <a:cubicBezTo>
                    <a:pt x="209" y="21"/>
                    <a:pt x="209" y="21"/>
                    <a:pt x="209" y="21"/>
                  </a:cubicBezTo>
                  <a:cubicBezTo>
                    <a:pt x="208" y="21"/>
                    <a:pt x="208" y="21"/>
                    <a:pt x="208" y="21"/>
                  </a:cubicBezTo>
                  <a:cubicBezTo>
                    <a:pt x="204" y="24"/>
                    <a:pt x="204" y="24"/>
                    <a:pt x="204" y="24"/>
                  </a:cubicBezTo>
                  <a:cubicBezTo>
                    <a:pt x="206" y="21"/>
                    <a:pt x="206" y="21"/>
                    <a:pt x="206" y="21"/>
                  </a:cubicBezTo>
                  <a:cubicBezTo>
                    <a:pt x="205" y="20"/>
                    <a:pt x="205" y="18"/>
                    <a:pt x="205" y="16"/>
                  </a:cubicBezTo>
                  <a:cubicBezTo>
                    <a:pt x="205" y="8"/>
                    <a:pt x="204" y="3"/>
                    <a:pt x="204" y="2"/>
                  </a:cubicBezTo>
                  <a:cubicBezTo>
                    <a:pt x="26" y="2"/>
                    <a:pt x="26" y="2"/>
                    <a:pt x="26" y="2"/>
                  </a:cubicBezTo>
                  <a:cubicBezTo>
                    <a:pt x="25" y="1"/>
                    <a:pt x="25" y="1"/>
                    <a:pt x="25" y="1"/>
                  </a:cubicBezTo>
                  <a:cubicBezTo>
                    <a:pt x="25" y="1"/>
                    <a:pt x="25" y="1"/>
                    <a:pt x="25" y="1"/>
                  </a:cubicBezTo>
                  <a:cubicBezTo>
                    <a:pt x="18" y="1"/>
                    <a:pt x="18" y="1"/>
                    <a:pt x="18" y="1"/>
                  </a:cubicBezTo>
                  <a:cubicBezTo>
                    <a:pt x="18" y="0"/>
                    <a:pt x="18" y="0"/>
                    <a:pt x="18" y="0"/>
                  </a:cubicBezTo>
                  <a:cubicBezTo>
                    <a:pt x="17" y="0"/>
                    <a:pt x="17" y="0"/>
                    <a:pt x="17" y="0"/>
                  </a:cubicBezTo>
                  <a:cubicBezTo>
                    <a:pt x="0" y="10"/>
                    <a:pt x="0" y="10"/>
                    <a:pt x="0" y="10"/>
                  </a:cubicBezTo>
                  <a:cubicBezTo>
                    <a:pt x="0" y="12"/>
                    <a:pt x="0" y="12"/>
                    <a:pt x="0" y="12"/>
                  </a:cubicBezTo>
                  <a:lnTo>
                    <a:pt x="0" y="71"/>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0" name="Oregon">
              <a:extLst>
                <a:ext uri="{FF2B5EF4-FFF2-40B4-BE49-F238E27FC236}">
                  <a16:creationId xmlns:a16="http://schemas.microsoft.com/office/drawing/2014/main" id="{2EB67339-EFBE-FC4A-8D7D-D98B727FD193}"/>
                </a:ext>
              </a:extLst>
            </p:cNvPr>
            <p:cNvSpPr>
              <a:spLocks/>
            </p:cNvSpPr>
            <p:nvPr/>
          </p:nvSpPr>
          <p:spPr bwMode="auto">
            <a:xfrm>
              <a:off x="2130361" y="1412557"/>
              <a:ext cx="1203717" cy="810837"/>
            </a:xfrm>
            <a:custGeom>
              <a:avLst/>
              <a:gdLst>
                <a:gd name="T0" fmla="*/ 287 w 304"/>
                <a:gd name="T1" fmla="*/ 205 h 205"/>
                <a:gd name="T2" fmla="*/ 287 w 304"/>
                <a:gd name="T3" fmla="*/ 179 h 205"/>
                <a:gd name="T4" fmla="*/ 285 w 304"/>
                <a:gd name="T5" fmla="*/ 160 h 205"/>
                <a:gd name="T6" fmla="*/ 287 w 304"/>
                <a:gd name="T7" fmla="*/ 130 h 205"/>
                <a:gd name="T8" fmla="*/ 292 w 304"/>
                <a:gd name="T9" fmla="*/ 115 h 205"/>
                <a:gd name="T10" fmla="*/ 292 w 304"/>
                <a:gd name="T11" fmla="*/ 103 h 205"/>
                <a:gd name="T12" fmla="*/ 289 w 304"/>
                <a:gd name="T13" fmla="*/ 82 h 205"/>
                <a:gd name="T14" fmla="*/ 287 w 304"/>
                <a:gd name="T15" fmla="*/ 78 h 205"/>
                <a:gd name="T16" fmla="*/ 289 w 304"/>
                <a:gd name="T17" fmla="*/ 68 h 205"/>
                <a:gd name="T18" fmla="*/ 304 w 304"/>
                <a:gd name="T19" fmla="*/ 56 h 205"/>
                <a:gd name="T20" fmla="*/ 304 w 304"/>
                <a:gd name="T21" fmla="*/ 30 h 205"/>
                <a:gd name="T22" fmla="*/ 300 w 304"/>
                <a:gd name="T23" fmla="*/ 21 h 205"/>
                <a:gd name="T24" fmla="*/ 294 w 304"/>
                <a:gd name="T25" fmla="*/ 15 h 205"/>
                <a:gd name="T26" fmla="*/ 288 w 304"/>
                <a:gd name="T27" fmla="*/ 15 h 205"/>
                <a:gd name="T28" fmla="*/ 287 w 304"/>
                <a:gd name="T29" fmla="*/ 16 h 205"/>
                <a:gd name="T30" fmla="*/ 287 w 304"/>
                <a:gd name="T31" fmla="*/ 16 h 205"/>
                <a:gd name="T32" fmla="*/ 287 w 304"/>
                <a:gd name="T33" fmla="*/ 16 h 205"/>
                <a:gd name="T34" fmla="*/ 287 w 304"/>
                <a:gd name="T35" fmla="*/ 16 h 205"/>
                <a:gd name="T36" fmla="*/ 286 w 304"/>
                <a:gd name="T37" fmla="*/ 16 h 205"/>
                <a:gd name="T38" fmla="*/ 281 w 304"/>
                <a:gd name="T39" fmla="*/ 16 h 205"/>
                <a:gd name="T40" fmla="*/ 270 w 304"/>
                <a:gd name="T41" fmla="*/ 15 h 205"/>
                <a:gd name="T42" fmla="*/ 260 w 304"/>
                <a:gd name="T43" fmla="*/ 15 h 205"/>
                <a:gd name="T44" fmla="*/ 249 w 304"/>
                <a:gd name="T45" fmla="*/ 15 h 205"/>
                <a:gd name="T46" fmla="*/ 210 w 304"/>
                <a:gd name="T47" fmla="*/ 15 h 205"/>
                <a:gd name="T48" fmla="*/ 193 w 304"/>
                <a:gd name="T49" fmla="*/ 30 h 205"/>
                <a:gd name="T50" fmla="*/ 67 w 304"/>
                <a:gd name="T51" fmla="*/ 30 h 205"/>
                <a:gd name="T52" fmla="*/ 67 w 304"/>
                <a:gd name="T53" fmla="*/ 19 h 205"/>
                <a:gd name="T54" fmla="*/ 56 w 304"/>
                <a:gd name="T55" fmla="*/ 0 h 205"/>
                <a:gd name="T56" fmla="*/ 23 w 304"/>
                <a:gd name="T57" fmla="*/ 0 h 205"/>
                <a:gd name="T58" fmla="*/ 23 w 304"/>
                <a:gd name="T59" fmla="*/ 8 h 205"/>
                <a:gd name="T60" fmla="*/ 19 w 304"/>
                <a:gd name="T61" fmla="*/ 12 h 205"/>
                <a:gd name="T62" fmla="*/ 19 w 304"/>
                <a:gd name="T63" fmla="*/ 4 h 205"/>
                <a:gd name="T64" fmla="*/ 15 w 304"/>
                <a:gd name="T65" fmla="*/ 0 h 205"/>
                <a:gd name="T66" fmla="*/ 15 w 304"/>
                <a:gd name="T67" fmla="*/ 16 h 205"/>
                <a:gd name="T68" fmla="*/ 23 w 304"/>
                <a:gd name="T69" fmla="*/ 20 h 205"/>
                <a:gd name="T70" fmla="*/ 35 w 304"/>
                <a:gd name="T71" fmla="*/ 20 h 205"/>
                <a:gd name="T72" fmla="*/ 46 w 304"/>
                <a:gd name="T73" fmla="*/ 27 h 205"/>
                <a:gd name="T74" fmla="*/ 43 w 304"/>
                <a:gd name="T75" fmla="*/ 27 h 205"/>
                <a:gd name="T76" fmla="*/ 35 w 304"/>
                <a:gd name="T77" fmla="*/ 27 h 205"/>
                <a:gd name="T78" fmla="*/ 23 w 304"/>
                <a:gd name="T79" fmla="*/ 27 h 205"/>
                <a:gd name="T80" fmla="*/ 19 w 304"/>
                <a:gd name="T81" fmla="*/ 27 h 205"/>
                <a:gd name="T82" fmla="*/ 19 w 304"/>
                <a:gd name="T83" fmla="*/ 47 h 205"/>
                <a:gd name="T84" fmla="*/ 23 w 304"/>
                <a:gd name="T85" fmla="*/ 51 h 205"/>
                <a:gd name="T86" fmla="*/ 19 w 304"/>
                <a:gd name="T87" fmla="*/ 55 h 205"/>
                <a:gd name="T88" fmla="*/ 19 w 304"/>
                <a:gd name="T89" fmla="*/ 63 h 205"/>
                <a:gd name="T90" fmla="*/ 19 w 304"/>
                <a:gd name="T91" fmla="*/ 70 h 205"/>
                <a:gd name="T92" fmla="*/ 7 w 304"/>
                <a:gd name="T93" fmla="*/ 168 h 205"/>
                <a:gd name="T94" fmla="*/ 11 w 304"/>
                <a:gd name="T95" fmla="*/ 172 h 205"/>
                <a:gd name="T96" fmla="*/ 11 w 304"/>
                <a:gd name="T97" fmla="*/ 180 h 205"/>
                <a:gd name="T98" fmla="*/ 7 w 304"/>
                <a:gd name="T99" fmla="*/ 180 h 205"/>
                <a:gd name="T100" fmla="*/ 4 w 304"/>
                <a:gd name="T101" fmla="*/ 187 h 205"/>
                <a:gd name="T102" fmla="*/ 0 w 304"/>
                <a:gd name="T103" fmla="*/ 205 h 205"/>
                <a:gd name="T104" fmla="*/ 169 w 304"/>
                <a:gd name="T105" fmla="*/ 205 h 205"/>
                <a:gd name="T106" fmla="*/ 287 w 304"/>
                <a:gd name="T10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04" h="205">
                  <a:moveTo>
                    <a:pt x="287" y="205"/>
                  </a:moveTo>
                  <a:cubicBezTo>
                    <a:pt x="287" y="179"/>
                    <a:pt x="287" y="179"/>
                    <a:pt x="287" y="179"/>
                  </a:cubicBezTo>
                  <a:cubicBezTo>
                    <a:pt x="285" y="160"/>
                    <a:pt x="285" y="160"/>
                    <a:pt x="285" y="160"/>
                  </a:cubicBezTo>
                  <a:cubicBezTo>
                    <a:pt x="287" y="130"/>
                    <a:pt x="287" y="130"/>
                    <a:pt x="287" y="130"/>
                  </a:cubicBezTo>
                  <a:cubicBezTo>
                    <a:pt x="292" y="115"/>
                    <a:pt x="292" y="115"/>
                    <a:pt x="292" y="115"/>
                  </a:cubicBezTo>
                  <a:cubicBezTo>
                    <a:pt x="292" y="103"/>
                    <a:pt x="292" y="103"/>
                    <a:pt x="292" y="103"/>
                  </a:cubicBezTo>
                  <a:cubicBezTo>
                    <a:pt x="289" y="82"/>
                    <a:pt x="289" y="82"/>
                    <a:pt x="289" y="82"/>
                  </a:cubicBezTo>
                  <a:cubicBezTo>
                    <a:pt x="287" y="78"/>
                    <a:pt x="287" y="78"/>
                    <a:pt x="287" y="78"/>
                  </a:cubicBezTo>
                  <a:cubicBezTo>
                    <a:pt x="289" y="68"/>
                    <a:pt x="289" y="68"/>
                    <a:pt x="289" y="68"/>
                  </a:cubicBezTo>
                  <a:cubicBezTo>
                    <a:pt x="304" y="56"/>
                    <a:pt x="304" y="56"/>
                    <a:pt x="304" y="56"/>
                  </a:cubicBezTo>
                  <a:cubicBezTo>
                    <a:pt x="304" y="30"/>
                    <a:pt x="304" y="30"/>
                    <a:pt x="304" y="30"/>
                  </a:cubicBezTo>
                  <a:cubicBezTo>
                    <a:pt x="300" y="21"/>
                    <a:pt x="300" y="21"/>
                    <a:pt x="300" y="21"/>
                  </a:cubicBezTo>
                  <a:cubicBezTo>
                    <a:pt x="294" y="15"/>
                    <a:pt x="294" y="15"/>
                    <a:pt x="294" y="15"/>
                  </a:cubicBezTo>
                  <a:cubicBezTo>
                    <a:pt x="294" y="15"/>
                    <a:pt x="291" y="15"/>
                    <a:pt x="288" y="15"/>
                  </a:cubicBezTo>
                  <a:cubicBezTo>
                    <a:pt x="287" y="16"/>
                    <a:pt x="287" y="16"/>
                    <a:pt x="287" y="16"/>
                  </a:cubicBezTo>
                  <a:cubicBezTo>
                    <a:pt x="287" y="16"/>
                    <a:pt x="287" y="16"/>
                    <a:pt x="287" y="16"/>
                  </a:cubicBezTo>
                  <a:cubicBezTo>
                    <a:pt x="287" y="16"/>
                    <a:pt x="287" y="16"/>
                    <a:pt x="287" y="16"/>
                  </a:cubicBezTo>
                  <a:cubicBezTo>
                    <a:pt x="287" y="16"/>
                    <a:pt x="287" y="16"/>
                    <a:pt x="287" y="16"/>
                  </a:cubicBezTo>
                  <a:cubicBezTo>
                    <a:pt x="286" y="16"/>
                    <a:pt x="286" y="16"/>
                    <a:pt x="286" y="16"/>
                  </a:cubicBezTo>
                  <a:cubicBezTo>
                    <a:pt x="285" y="16"/>
                    <a:pt x="283" y="16"/>
                    <a:pt x="281" y="16"/>
                  </a:cubicBezTo>
                  <a:cubicBezTo>
                    <a:pt x="277" y="16"/>
                    <a:pt x="273" y="15"/>
                    <a:pt x="270" y="15"/>
                  </a:cubicBezTo>
                  <a:cubicBezTo>
                    <a:pt x="267" y="15"/>
                    <a:pt x="264" y="15"/>
                    <a:pt x="260" y="15"/>
                  </a:cubicBezTo>
                  <a:cubicBezTo>
                    <a:pt x="254" y="15"/>
                    <a:pt x="249" y="15"/>
                    <a:pt x="249" y="15"/>
                  </a:cubicBezTo>
                  <a:cubicBezTo>
                    <a:pt x="210" y="15"/>
                    <a:pt x="210" y="15"/>
                    <a:pt x="210" y="15"/>
                  </a:cubicBezTo>
                  <a:cubicBezTo>
                    <a:pt x="193" y="30"/>
                    <a:pt x="193" y="30"/>
                    <a:pt x="193" y="30"/>
                  </a:cubicBezTo>
                  <a:cubicBezTo>
                    <a:pt x="67" y="30"/>
                    <a:pt x="67" y="30"/>
                    <a:pt x="67" y="30"/>
                  </a:cubicBezTo>
                  <a:cubicBezTo>
                    <a:pt x="67" y="19"/>
                    <a:pt x="67" y="19"/>
                    <a:pt x="67" y="19"/>
                  </a:cubicBezTo>
                  <a:cubicBezTo>
                    <a:pt x="56" y="0"/>
                    <a:pt x="56" y="0"/>
                    <a:pt x="56" y="0"/>
                  </a:cubicBezTo>
                  <a:cubicBezTo>
                    <a:pt x="23" y="0"/>
                    <a:pt x="23" y="0"/>
                    <a:pt x="23" y="0"/>
                  </a:cubicBezTo>
                  <a:cubicBezTo>
                    <a:pt x="23" y="8"/>
                    <a:pt x="23" y="8"/>
                    <a:pt x="23" y="8"/>
                  </a:cubicBezTo>
                  <a:cubicBezTo>
                    <a:pt x="19" y="12"/>
                    <a:pt x="19" y="12"/>
                    <a:pt x="19" y="12"/>
                  </a:cubicBezTo>
                  <a:cubicBezTo>
                    <a:pt x="19" y="4"/>
                    <a:pt x="19" y="4"/>
                    <a:pt x="19" y="4"/>
                  </a:cubicBezTo>
                  <a:cubicBezTo>
                    <a:pt x="15" y="0"/>
                    <a:pt x="15" y="0"/>
                    <a:pt x="15" y="0"/>
                  </a:cubicBezTo>
                  <a:cubicBezTo>
                    <a:pt x="15" y="16"/>
                    <a:pt x="15" y="16"/>
                    <a:pt x="15" y="16"/>
                  </a:cubicBezTo>
                  <a:cubicBezTo>
                    <a:pt x="23" y="20"/>
                    <a:pt x="23" y="20"/>
                    <a:pt x="23" y="20"/>
                  </a:cubicBezTo>
                  <a:cubicBezTo>
                    <a:pt x="35" y="20"/>
                    <a:pt x="35" y="20"/>
                    <a:pt x="35" y="20"/>
                  </a:cubicBezTo>
                  <a:cubicBezTo>
                    <a:pt x="46" y="27"/>
                    <a:pt x="46" y="27"/>
                    <a:pt x="46" y="27"/>
                  </a:cubicBezTo>
                  <a:cubicBezTo>
                    <a:pt x="43" y="27"/>
                    <a:pt x="43" y="27"/>
                    <a:pt x="43" y="27"/>
                  </a:cubicBezTo>
                  <a:cubicBezTo>
                    <a:pt x="35" y="27"/>
                    <a:pt x="35" y="27"/>
                    <a:pt x="35" y="27"/>
                  </a:cubicBezTo>
                  <a:cubicBezTo>
                    <a:pt x="23" y="27"/>
                    <a:pt x="23" y="27"/>
                    <a:pt x="23" y="27"/>
                  </a:cubicBezTo>
                  <a:cubicBezTo>
                    <a:pt x="19" y="27"/>
                    <a:pt x="19" y="27"/>
                    <a:pt x="19" y="27"/>
                  </a:cubicBezTo>
                  <a:cubicBezTo>
                    <a:pt x="19" y="47"/>
                    <a:pt x="19" y="47"/>
                    <a:pt x="19" y="47"/>
                  </a:cubicBezTo>
                  <a:cubicBezTo>
                    <a:pt x="23" y="51"/>
                    <a:pt x="23" y="51"/>
                    <a:pt x="23" y="51"/>
                  </a:cubicBezTo>
                  <a:cubicBezTo>
                    <a:pt x="19" y="55"/>
                    <a:pt x="19" y="55"/>
                    <a:pt x="19" y="55"/>
                  </a:cubicBezTo>
                  <a:cubicBezTo>
                    <a:pt x="19" y="63"/>
                    <a:pt x="19" y="63"/>
                    <a:pt x="19" y="63"/>
                  </a:cubicBezTo>
                  <a:cubicBezTo>
                    <a:pt x="19" y="70"/>
                    <a:pt x="19" y="70"/>
                    <a:pt x="19" y="70"/>
                  </a:cubicBezTo>
                  <a:cubicBezTo>
                    <a:pt x="7" y="168"/>
                    <a:pt x="7" y="168"/>
                    <a:pt x="7" y="168"/>
                  </a:cubicBezTo>
                  <a:cubicBezTo>
                    <a:pt x="11" y="172"/>
                    <a:pt x="11" y="172"/>
                    <a:pt x="11" y="172"/>
                  </a:cubicBezTo>
                  <a:cubicBezTo>
                    <a:pt x="11" y="180"/>
                    <a:pt x="11" y="180"/>
                    <a:pt x="11" y="180"/>
                  </a:cubicBezTo>
                  <a:cubicBezTo>
                    <a:pt x="7" y="180"/>
                    <a:pt x="7" y="180"/>
                    <a:pt x="7" y="180"/>
                  </a:cubicBezTo>
                  <a:cubicBezTo>
                    <a:pt x="4" y="187"/>
                    <a:pt x="4" y="187"/>
                    <a:pt x="4" y="187"/>
                  </a:cubicBezTo>
                  <a:cubicBezTo>
                    <a:pt x="0" y="205"/>
                    <a:pt x="0" y="205"/>
                    <a:pt x="0" y="205"/>
                  </a:cubicBezTo>
                  <a:cubicBezTo>
                    <a:pt x="169" y="205"/>
                    <a:pt x="169" y="205"/>
                    <a:pt x="169" y="205"/>
                  </a:cubicBezTo>
                  <a:lnTo>
                    <a:pt x="287" y="205"/>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1" name="Oklahoma">
              <a:extLst>
                <a:ext uri="{FF2B5EF4-FFF2-40B4-BE49-F238E27FC236}">
                  <a16:creationId xmlns:a16="http://schemas.microsoft.com/office/drawing/2014/main" id="{0E066C5F-A1B9-A241-9748-B6C9D5C0D75B}"/>
                </a:ext>
              </a:extLst>
            </p:cNvPr>
            <p:cNvSpPr>
              <a:spLocks/>
            </p:cNvSpPr>
            <p:nvPr/>
          </p:nvSpPr>
          <p:spPr bwMode="auto">
            <a:xfrm>
              <a:off x="5405474" y="3189710"/>
              <a:ext cx="1332448" cy="708855"/>
            </a:xfrm>
            <a:custGeom>
              <a:avLst/>
              <a:gdLst>
                <a:gd name="T0" fmla="*/ 337 w 337"/>
                <a:gd name="T1" fmla="*/ 84 h 179"/>
                <a:gd name="T2" fmla="*/ 331 w 337"/>
                <a:gd name="T3" fmla="*/ 78 h 179"/>
                <a:gd name="T4" fmla="*/ 325 w 337"/>
                <a:gd name="T5" fmla="*/ 74 h 179"/>
                <a:gd name="T6" fmla="*/ 325 w 337"/>
                <a:gd name="T7" fmla="*/ 40 h 179"/>
                <a:gd name="T8" fmla="*/ 325 w 337"/>
                <a:gd name="T9" fmla="*/ 40 h 179"/>
                <a:gd name="T10" fmla="*/ 325 w 337"/>
                <a:gd name="T11" fmla="*/ 39 h 179"/>
                <a:gd name="T12" fmla="*/ 325 w 337"/>
                <a:gd name="T13" fmla="*/ 0 h 179"/>
                <a:gd name="T14" fmla="*/ 41 w 337"/>
                <a:gd name="T15" fmla="*/ 0 h 179"/>
                <a:gd name="T16" fmla="*/ 40 w 337"/>
                <a:gd name="T17" fmla="*/ 0 h 179"/>
                <a:gd name="T18" fmla="*/ 0 w 337"/>
                <a:gd name="T19" fmla="*/ 0 h 179"/>
                <a:gd name="T20" fmla="*/ 0 w 337"/>
                <a:gd name="T21" fmla="*/ 40 h 179"/>
                <a:gd name="T22" fmla="*/ 0 w 337"/>
                <a:gd name="T23" fmla="*/ 40 h 179"/>
                <a:gd name="T24" fmla="*/ 117 w 337"/>
                <a:gd name="T25" fmla="*/ 40 h 179"/>
                <a:gd name="T26" fmla="*/ 117 w 337"/>
                <a:gd name="T27" fmla="*/ 129 h 179"/>
                <a:gd name="T28" fmla="*/ 121 w 337"/>
                <a:gd name="T29" fmla="*/ 137 h 179"/>
                <a:gd name="T30" fmla="*/ 140 w 337"/>
                <a:gd name="T31" fmla="*/ 137 h 179"/>
                <a:gd name="T32" fmla="*/ 140 w 337"/>
                <a:gd name="T33" fmla="*/ 144 h 179"/>
                <a:gd name="T34" fmla="*/ 140 w 337"/>
                <a:gd name="T35" fmla="*/ 144 h 179"/>
                <a:gd name="T36" fmla="*/ 147 w 337"/>
                <a:gd name="T37" fmla="*/ 149 h 179"/>
                <a:gd name="T38" fmla="*/ 155 w 337"/>
                <a:gd name="T39" fmla="*/ 149 h 179"/>
                <a:gd name="T40" fmla="*/ 156 w 337"/>
                <a:gd name="T41" fmla="*/ 149 h 179"/>
                <a:gd name="T42" fmla="*/ 156 w 337"/>
                <a:gd name="T43" fmla="*/ 149 h 179"/>
                <a:gd name="T44" fmla="*/ 157 w 337"/>
                <a:gd name="T45" fmla="*/ 148 h 179"/>
                <a:gd name="T46" fmla="*/ 159 w 337"/>
                <a:gd name="T47" fmla="*/ 149 h 179"/>
                <a:gd name="T48" fmla="*/ 163 w 337"/>
                <a:gd name="T49" fmla="*/ 150 h 179"/>
                <a:gd name="T50" fmla="*/ 168 w 337"/>
                <a:gd name="T51" fmla="*/ 149 h 179"/>
                <a:gd name="T52" fmla="*/ 178 w 337"/>
                <a:gd name="T53" fmla="*/ 150 h 179"/>
                <a:gd name="T54" fmla="*/ 185 w 337"/>
                <a:gd name="T55" fmla="*/ 155 h 179"/>
                <a:gd name="T56" fmla="*/ 189 w 337"/>
                <a:gd name="T57" fmla="*/ 160 h 179"/>
                <a:gd name="T58" fmla="*/ 189 w 337"/>
                <a:gd name="T59" fmla="*/ 163 h 179"/>
                <a:gd name="T60" fmla="*/ 193 w 337"/>
                <a:gd name="T61" fmla="*/ 167 h 179"/>
                <a:gd name="T62" fmla="*/ 197 w 337"/>
                <a:gd name="T63" fmla="*/ 167 h 179"/>
                <a:gd name="T64" fmla="*/ 202 w 337"/>
                <a:gd name="T65" fmla="*/ 161 h 179"/>
                <a:gd name="T66" fmla="*/ 207 w 337"/>
                <a:gd name="T67" fmla="*/ 163 h 179"/>
                <a:gd name="T68" fmla="*/ 207 w 337"/>
                <a:gd name="T69" fmla="*/ 167 h 179"/>
                <a:gd name="T70" fmla="*/ 246 w 337"/>
                <a:gd name="T71" fmla="*/ 167 h 179"/>
                <a:gd name="T72" fmla="*/ 246 w 337"/>
                <a:gd name="T73" fmla="*/ 177 h 179"/>
                <a:gd name="T74" fmla="*/ 262 w 337"/>
                <a:gd name="T75" fmla="*/ 177 h 179"/>
                <a:gd name="T76" fmla="*/ 264 w 337"/>
                <a:gd name="T77" fmla="*/ 179 h 179"/>
                <a:gd name="T78" fmla="*/ 266 w 337"/>
                <a:gd name="T79" fmla="*/ 177 h 179"/>
                <a:gd name="T80" fmla="*/ 271 w 337"/>
                <a:gd name="T81" fmla="*/ 174 h 179"/>
                <a:gd name="T82" fmla="*/ 272 w 337"/>
                <a:gd name="T83" fmla="*/ 173 h 179"/>
                <a:gd name="T84" fmla="*/ 272 w 337"/>
                <a:gd name="T85" fmla="*/ 173 h 179"/>
                <a:gd name="T86" fmla="*/ 276 w 337"/>
                <a:gd name="T87" fmla="*/ 171 h 179"/>
                <a:gd name="T88" fmla="*/ 279 w 337"/>
                <a:gd name="T89" fmla="*/ 171 h 179"/>
                <a:gd name="T90" fmla="*/ 291 w 337"/>
                <a:gd name="T91" fmla="*/ 170 h 179"/>
                <a:gd name="T92" fmla="*/ 292 w 337"/>
                <a:gd name="T93" fmla="*/ 169 h 179"/>
                <a:gd name="T94" fmla="*/ 298 w 337"/>
                <a:gd name="T95" fmla="*/ 166 h 179"/>
                <a:gd name="T96" fmla="*/ 300 w 337"/>
                <a:gd name="T97" fmla="*/ 166 h 179"/>
                <a:gd name="T98" fmla="*/ 308 w 337"/>
                <a:gd name="T99" fmla="*/ 173 h 179"/>
                <a:gd name="T100" fmla="*/ 308 w 337"/>
                <a:gd name="T101" fmla="*/ 174 h 179"/>
                <a:gd name="T102" fmla="*/ 316 w 337"/>
                <a:gd name="T103" fmla="*/ 175 h 179"/>
                <a:gd name="T104" fmla="*/ 318 w 337"/>
                <a:gd name="T105" fmla="*/ 179 h 179"/>
                <a:gd name="T106" fmla="*/ 318 w 337"/>
                <a:gd name="T107" fmla="*/ 179 h 179"/>
                <a:gd name="T108" fmla="*/ 319 w 337"/>
                <a:gd name="T109" fmla="*/ 179 h 179"/>
                <a:gd name="T110" fmla="*/ 320 w 337"/>
                <a:gd name="T111" fmla="*/ 179 h 179"/>
                <a:gd name="T112" fmla="*/ 323 w 337"/>
                <a:gd name="T113" fmla="*/ 177 h 179"/>
                <a:gd name="T114" fmla="*/ 325 w 337"/>
                <a:gd name="T115" fmla="*/ 179 h 179"/>
                <a:gd name="T116" fmla="*/ 337 w 337"/>
                <a:gd name="T117" fmla="*/ 179 h 179"/>
                <a:gd name="T118" fmla="*/ 337 w 337"/>
                <a:gd name="T119" fmla="*/ 179 h 179"/>
                <a:gd name="T120" fmla="*/ 337 w 337"/>
                <a:gd name="T121" fmla="*/ 84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37" h="179">
                  <a:moveTo>
                    <a:pt x="337" y="84"/>
                  </a:moveTo>
                  <a:cubicBezTo>
                    <a:pt x="331" y="78"/>
                    <a:pt x="331" y="78"/>
                    <a:pt x="331" y="78"/>
                  </a:cubicBezTo>
                  <a:cubicBezTo>
                    <a:pt x="325" y="74"/>
                    <a:pt x="325" y="74"/>
                    <a:pt x="325" y="74"/>
                  </a:cubicBezTo>
                  <a:cubicBezTo>
                    <a:pt x="325" y="40"/>
                    <a:pt x="325" y="40"/>
                    <a:pt x="325" y="40"/>
                  </a:cubicBezTo>
                  <a:cubicBezTo>
                    <a:pt x="325" y="40"/>
                    <a:pt x="325" y="40"/>
                    <a:pt x="325" y="40"/>
                  </a:cubicBezTo>
                  <a:cubicBezTo>
                    <a:pt x="325" y="39"/>
                    <a:pt x="325" y="39"/>
                    <a:pt x="325" y="39"/>
                  </a:cubicBezTo>
                  <a:cubicBezTo>
                    <a:pt x="325" y="0"/>
                    <a:pt x="325" y="0"/>
                    <a:pt x="325" y="0"/>
                  </a:cubicBezTo>
                  <a:cubicBezTo>
                    <a:pt x="41" y="0"/>
                    <a:pt x="41" y="0"/>
                    <a:pt x="41" y="0"/>
                  </a:cubicBezTo>
                  <a:cubicBezTo>
                    <a:pt x="40" y="0"/>
                    <a:pt x="40" y="0"/>
                    <a:pt x="40" y="0"/>
                  </a:cubicBezTo>
                  <a:cubicBezTo>
                    <a:pt x="0" y="0"/>
                    <a:pt x="0" y="0"/>
                    <a:pt x="0" y="0"/>
                  </a:cubicBezTo>
                  <a:cubicBezTo>
                    <a:pt x="0" y="40"/>
                    <a:pt x="0" y="40"/>
                    <a:pt x="0" y="40"/>
                  </a:cubicBezTo>
                  <a:cubicBezTo>
                    <a:pt x="0" y="40"/>
                    <a:pt x="0" y="40"/>
                    <a:pt x="0" y="40"/>
                  </a:cubicBezTo>
                  <a:cubicBezTo>
                    <a:pt x="117" y="40"/>
                    <a:pt x="117" y="40"/>
                    <a:pt x="117" y="40"/>
                  </a:cubicBezTo>
                  <a:cubicBezTo>
                    <a:pt x="117" y="129"/>
                    <a:pt x="117" y="129"/>
                    <a:pt x="117" y="129"/>
                  </a:cubicBezTo>
                  <a:cubicBezTo>
                    <a:pt x="121" y="137"/>
                    <a:pt x="121" y="137"/>
                    <a:pt x="121" y="137"/>
                  </a:cubicBezTo>
                  <a:cubicBezTo>
                    <a:pt x="140" y="137"/>
                    <a:pt x="140" y="137"/>
                    <a:pt x="140" y="137"/>
                  </a:cubicBezTo>
                  <a:cubicBezTo>
                    <a:pt x="140" y="144"/>
                    <a:pt x="140" y="144"/>
                    <a:pt x="140" y="144"/>
                  </a:cubicBezTo>
                  <a:cubicBezTo>
                    <a:pt x="140" y="144"/>
                    <a:pt x="140" y="144"/>
                    <a:pt x="140" y="144"/>
                  </a:cubicBezTo>
                  <a:cubicBezTo>
                    <a:pt x="141" y="145"/>
                    <a:pt x="144" y="149"/>
                    <a:pt x="147" y="149"/>
                  </a:cubicBezTo>
                  <a:cubicBezTo>
                    <a:pt x="155" y="149"/>
                    <a:pt x="155" y="149"/>
                    <a:pt x="155" y="149"/>
                  </a:cubicBezTo>
                  <a:cubicBezTo>
                    <a:pt x="156" y="149"/>
                    <a:pt x="156" y="149"/>
                    <a:pt x="156" y="149"/>
                  </a:cubicBezTo>
                  <a:cubicBezTo>
                    <a:pt x="156" y="149"/>
                    <a:pt x="156" y="149"/>
                    <a:pt x="156" y="149"/>
                  </a:cubicBezTo>
                  <a:cubicBezTo>
                    <a:pt x="156" y="148"/>
                    <a:pt x="156" y="148"/>
                    <a:pt x="157" y="148"/>
                  </a:cubicBezTo>
                  <a:cubicBezTo>
                    <a:pt x="157" y="148"/>
                    <a:pt x="158" y="149"/>
                    <a:pt x="159" y="149"/>
                  </a:cubicBezTo>
                  <a:cubicBezTo>
                    <a:pt x="161" y="150"/>
                    <a:pt x="162" y="150"/>
                    <a:pt x="163" y="150"/>
                  </a:cubicBezTo>
                  <a:cubicBezTo>
                    <a:pt x="165" y="150"/>
                    <a:pt x="167" y="149"/>
                    <a:pt x="168" y="149"/>
                  </a:cubicBezTo>
                  <a:cubicBezTo>
                    <a:pt x="178" y="150"/>
                    <a:pt x="178" y="150"/>
                    <a:pt x="178" y="150"/>
                  </a:cubicBezTo>
                  <a:cubicBezTo>
                    <a:pt x="185" y="155"/>
                    <a:pt x="185" y="155"/>
                    <a:pt x="185" y="155"/>
                  </a:cubicBezTo>
                  <a:cubicBezTo>
                    <a:pt x="189" y="160"/>
                    <a:pt x="189" y="160"/>
                    <a:pt x="189" y="160"/>
                  </a:cubicBezTo>
                  <a:cubicBezTo>
                    <a:pt x="189" y="163"/>
                    <a:pt x="189" y="163"/>
                    <a:pt x="189" y="163"/>
                  </a:cubicBezTo>
                  <a:cubicBezTo>
                    <a:pt x="193" y="167"/>
                    <a:pt x="193" y="167"/>
                    <a:pt x="193" y="167"/>
                  </a:cubicBezTo>
                  <a:cubicBezTo>
                    <a:pt x="197" y="167"/>
                    <a:pt x="197" y="167"/>
                    <a:pt x="197" y="167"/>
                  </a:cubicBezTo>
                  <a:cubicBezTo>
                    <a:pt x="202" y="161"/>
                    <a:pt x="202" y="161"/>
                    <a:pt x="202" y="161"/>
                  </a:cubicBezTo>
                  <a:cubicBezTo>
                    <a:pt x="207" y="163"/>
                    <a:pt x="207" y="163"/>
                    <a:pt x="207" y="163"/>
                  </a:cubicBezTo>
                  <a:cubicBezTo>
                    <a:pt x="207" y="167"/>
                    <a:pt x="207" y="167"/>
                    <a:pt x="207" y="167"/>
                  </a:cubicBezTo>
                  <a:cubicBezTo>
                    <a:pt x="246" y="167"/>
                    <a:pt x="246" y="167"/>
                    <a:pt x="246" y="167"/>
                  </a:cubicBezTo>
                  <a:cubicBezTo>
                    <a:pt x="246" y="177"/>
                    <a:pt x="246" y="177"/>
                    <a:pt x="246" y="177"/>
                  </a:cubicBezTo>
                  <a:cubicBezTo>
                    <a:pt x="262" y="177"/>
                    <a:pt x="262" y="177"/>
                    <a:pt x="262" y="177"/>
                  </a:cubicBezTo>
                  <a:cubicBezTo>
                    <a:pt x="262" y="178"/>
                    <a:pt x="263" y="178"/>
                    <a:pt x="264" y="179"/>
                  </a:cubicBezTo>
                  <a:cubicBezTo>
                    <a:pt x="265" y="179"/>
                    <a:pt x="266" y="178"/>
                    <a:pt x="266" y="177"/>
                  </a:cubicBezTo>
                  <a:cubicBezTo>
                    <a:pt x="268" y="175"/>
                    <a:pt x="271" y="174"/>
                    <a:pt x="271" y="174"/>
                  </a:cubicBezTo>
                  <a:cubicBezTo>
                    <a:pt x="272" y="173"/>
                    <a:pt x="272" y="173"/>
                    <a:pt x="272" y="173"/>
                  </a:cubicBezTo>
                  <a:cubicBezTo>
                    <a:pt x="272" y="173"/>
                    <a:pt x="272" y="173"/>
                    <a:pt x="272" y="173"/>
                  </a:cubicBezTo>
                  <a:cubicBezTo>
                    <a:pt x="273" y="172"/>
                    <a:pt x="275" y="171"/>
                    <a:pt x="276" y="171"/>
                  </a:cubicBezTo>
                  <a:cubicBezTo>
                    <a:pt x="279" y="171"/>
                    <a:pt x="279" y="171"/>
                    <a:pt x="279" y="171"/>
                  </a:cubicBezTo>
                  <a:cubicBezTo>
                    <a:pt x="291" y="170"/>
                    <a:pt x="291" y="170"/>
                    <a:pt x="291" y="170"/>
                  </a:cubicBezTo>
                  <a:cubicBezTo>
                    <a:pt x="292" y="169"/>
                    <a:pt x="292" y="169"/>
                    <a:pt x="292" y="169"/>
                  </a:cubicBezTo>
                  <a:cubicBezTo>
                    <a:pt x="292" y="168"/>
                    <a:pt x="295" y="166"/>
                    <a:pt x="298" y="166"/>
                  </a:cubicBezTo>
                  <a:cubicBezTo>
                    <a:pt x="298" y="166"/>
                    <a:pt x="299" y="166"/>
                    <a:pt x="300" y="166"/>
                  </a:cubicBezTo>
                  <a:cubicBezTo>
                    <a:pt x="304" y="168"/>
                    <a:pt x="307" y="172"/>
                    <a:pt x="308" y="173"/>
                  </a:cubicBezTo>
                  <a:cubicBezTo>
                    <a:pt x="308" y="174"/>
                    <a:pt x="308" y="174"/>
                    <a:pt x="308" y="174"/>
                  </a:cubicBezTo>
                  <a:cubicBezTo>
                    <a:pt x="316" y="175"/>
                    <a:pt x="316" y="175"/>
                    <a:pt x="316" y="175"/>
                  </a:cubicBezTo>
                  <a:cubicBezTo>
                    <a:pt x="316" y="176"/>
                    <a:pt x="316" y="178"/>
                    <a:pt x="318" y="179"/>
                  </a:cubicBezTo>
                  <a:cubicBezTo>
                    <a:pt x="318" y="179"/>
                    <a:pt x="318" y="179"/>
                    <a:pt x="318" y="179"/>
                  </a:cubicBezTo>
                  <a:cubicBezTo>
                    <a:pt x="319" y="179"/>
                    <a:pt x="319" y="179"/>
                    <a:pt x="319" y="179"/>
                  </a:cubicBezTo>
                  <a:cubicBezTo>
                    <a:pt x="319" y="179"/>
                    <a:pt x="319" y="179"/>
                    <a:pt x="320" y="179"/>
                  </a:cubicBezTo>
                  <a:cubicBezTo>
                    <a:pt x="323" y="177"/>
                    <a:pt x="323" y="177"/>
                    <a:pt x="323" y="177"/>
                  </a:cubicBezTo>
                  <a:cubicBezTo>
                    <a:pt x="325" y="179"/>
                    <a:pt x="325" y="179"/>
                    <a:pt x="325" y="179"/>
                  </a:cubicBezTo>
                  <a:cubicBezTo>
                    <a:pt x="337" y="179"/>
                    <a:pt x="337" y="179"/>
                    <a:pt x="337" y="179"/>
                  </a:cubicBezTo>
                  <a:cubicBezTo>
                    <a:pt x="337" y="179"/>
                    <a:pt x="337" y="179"/>
                    <a:pt x="337" y="179"/>
                  </a:cubicBezTo>
                  <a:lnTo>
                    <a:pt x="337" y="84"/>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2" name="Ohio">
              <a:extLst>
                <a:ext uri="{FF2B5EF4-FFF2-40B4-BE49-F238E27FC236}">
                  <a16:creationId xmlns:a16="http://schemas.microsoft.com/office/drawing/2014/main" id="{AAC1E356-00F1-FC4E-9B8E-56AB43D65795}"/>
                </a:ext>
              </a:extLst>
            </p:cNvPr>
            <p:cNvSpPr>
              <a:spLocks/>
            </p:cNvSpPr>
            <p:nvPr/>
          </p:nvSpPr>
          <p:spPr bwMode="auto">
            <a:xfrm>
              <a:off x="8185725" y="2408967"/>
              <a:ext cx="663716" cy="665388"/>
            </a:xfrm>
            <a:custGeom>
              <a:avLst/>
              <a:gdLst>
                <a:gd name="T0" fmla="*/ 0 w 168"/>
                <a:gd name="T1" fmla="*/ 13 h 168"/>
                <a:gd name="T2" fmla="*/ 0 w 168"/>
                <a:gd name="T3" fmla="*/ 138 h 168"/>
                <a:gd name="T4" fmla="*/ 0 w 168"/>
                <a:gd name="T5" fmla="*/ 138 h 168"/>
                <a:gd name="T6" fmla="*/ 10 w 168"/>
                <a:gd name="T7" fmla="*/ 138 h 168"/>
                <a:gd name="T8" fmla="*/ 15 w 168"/>
                <a:gd name="T9" fmla="*/ 144 h 168"/>
                <a:gd name="T10" fmla="*/ 20 w 168"/>
                <a:gd name="T11" fmla="*/ 150 h 168"/>
                <a:gd name="T12" fmla="*/ 44 w 168"/>
                <a:gd name="T13" fmla="*/ 150 h 168"/>
                <a:gd name="T14" fmla="*/ 49 w 168"/>
                <a:gd name="T15" fmla="*/ 156 h 168"/>
                <a:gd name="T16" fmla="*/ 52 w 168"/>
                <a:gd name="T17" fmla="*/ 156 h 168"/>
                <a:gd name="T18" fmla="*/ 57 w 168"/>
                <a:gd name="T19" fmla="*/ 155 h 168"/>
                <a:gd name="T20" fmla="*/ 60 w 168"/>
                <a:gd name="T21" fmla="*/ 156 h 168"/>
                <a:gd name="T22" fmla="*/ 69 w 168"/>
                <a:gd name="T23" fmla="*/ 159 h 168"/>
                <a:gd name="T24" fmla="*/ 82 w 168"/>
                <a:gd name="T25" fmla="*/ 159 h 168"/>
                <a:gd name="T26" fmla="*/ 89 w 168"/>
                <a:gd name="T27" fmla="*/ 166 h 168"/>
                <a:gd name="T28" fmla="*/ 91 w 168"/>
                <a:gd name="T29" fmla="*/ 168 h 168"/>
                <a:gd name="T30" fmla="*/ 91 w 168"/>
                <a:gd name="T31" fmla="*/ 167 h 168"/>
                <a:gd name="T32" fmla="*/ 91 w 168"/>
                <a:gd name="T33" fmla="*/ 165 h 168"/>
                <a:gd name="T34" fmla="*/ 105 w 168"/>
                <a:gd name="T35" fmla="*/ 157 h 168"/>
                <a:gd name="T36" fmla="*/ 107 w 168"/>
                <a:gd name="T37" fmla="*/ 152 h 168"/>
                <a:gd name="T38" fmla="*/ 110 w 168"/>
                <a:gd name="T39" fmla="*/ 150 h 168"/>
                <a:gd name="T40" fmla="*/ 123 w 168"/>
                <a:gd name="T41" fmla="*/ 145 h 168"/>
                <a:gd name="T42" fmla="*/ 130 w 168"/>
                <a:gd name="T43" fmla="*/ 139 h 168"/>
                <a:gd name="T44" fmla="*/ 131 w 168"/>
                <a:gd name="T45" fmla="*/ 140 h 168"/>
                <a:gd name="T46" fmla="*/ 134 w 168"/>
                <a:gd name="T47" fmla="*/ 139 h 168"/>
                <a:gd name="T48" fmla="*/ 136 w 168"/>
                <a:gd name="T49" fmla="*/ 136 h 168"/>
                <a:gd name="T50" fmla="*/ 141 w 168"/>
                <a:gd name="T51" fmla="*/ 129 h 168"/>
                <a:gd name="T52" fmla="*/ 146 w 168"/>
                <a:gd name="T53" fmla="*/ 129 h 168"/>
                <a:gd name="T54" fmla="*/ 152 w 168"/>
                <a:gd name="T55" fmla="*/ 122 h 168"/>
                <a:gd name="T56" fmla="*/ 156 w 168"/>
                <a:gd name="T57" fmla="*/ 118 h 168"/>
                <a:gd name="T58" fmla="*/ 156 w 168"/>
                <a:gd name="T59" fmla="*/ 106 h 168"/>
                <a:gd name="T60" fmla="*/ 161 w 168"/>
                <a:gd name="T61" fmla="*/ 106 h 168"/>
                <a:gd name="T62" fmla="*/ 161 w 168"/>
                <a:gd name="T63" fmla="*/ 98 h 168"/>
                <a:gd name="T64" fmla="*/ 161 w 168"/>
                <a:gd name="T65" fmla="*/ 94 h 168"/>
                <a:gd name="T66" fmla="*/ 161 w 168"/>
                <a:gd name="T67" fmla="*/ 89 h 168"/>
                <a:gd name="T68" fmla="*/ 161 w 168"/>
                <a:gd name="T69" fmla="*/ 82 h 168"/>
                <a:gd name="T70" fmla="*/ 161 w 168"/>
                <a:gd name="T71" fmla="*/ 78 h 168"/>
                <a:gd name="T72" fmla="*/ 166 w 168"/>
                <a:gd name="T73" fmla="*/ 65 h 168"/>
                <a:gd name="T74" fmla="*/ 168 w 168"/>
                <a:gd name="T75" fmla="*/ 61 h 168"/>
                <a:gd name="T76" fmla="*/ 168 w 168"/>
                <a:gd name="T77" fmla="*/ 2 h 168"/>
                <a:gd name="T78" fmla="*/ 168 w 168"/>
                <a:gd name="T79" fmla="*/ 0 h 168"/>
                <a:gd name="T80" fmla="*/ 124 w 168"/>
                <a:gd name="T81" fmla="*/ 25 h 168"/>
                <a:gd name="T82" fmla="*/ 112 w 168"/>
                <a:gd name="T83" fmla="*/ 25 h 168"/>
                <a:gd name="T84" fmla="*/ 100 w 168"/>
                <a:gd name="T85" fmla="*/ 29 h 168"/>
                <a:gd name="T86" fmla="*/ 84 w 168"/>
                <a:gd name="T87" fmla="*/ 25 h 168"/>
                <a:gd name="T88" fmla="*/ 77 w 168"/>
                <a:gd name="T89" fmla="*/ 25 h 168"/>
                <a:gd name="T90" fmla="*/ 69 w 168"/>
                <a:gd name="T91" fmla="*/ 17 h 168"/>
                <a:gd name="T92" fmla="*/ 61 w 168"/>
                <a:gd name="T93" fmla="*/ 13 h 168"/>
                <a:gd name="T94" fmla="*/ 62 w 168"/>
                <a:gd name="T95" fmla="*/ 13 h 168"/>
                <a:gd name="T96" fmla="*/ 1 w 168"/>
                <a:gd name="T97" fmla="*/ 13 h 168"/>
                <a:gd name="T98" fmla="*/ 0 w 168"/>
                <a:gd name="T99" fmla="*/ 1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8" h="168">
                  <a:moveTo>
                    <a:pt x="0" y="13"/>
                  </a:moveTo>
                  <a:cubicBezTo>
                    <a:pt x="0" y="138"/>
                    <a:pt x="0" y="138"/>
                    <a:pt x="0" y="138"/>
                  </a:cubicBezTo>
                  <a:cubicBezTo>
                    <a:pt x="0" y="138"/>
                    <a:pt x="0" y="138"/>
                    <a:pt x="0" y="138"/>
                  </a:cubicBezTo>
                  <a:cubicBezTo>
                    <a:pt x="10" y="138"/>
                    <a:pt x="10" y="138"/>
                    <a:pt x="10" y="138"/>
                  </a:cubicBezTo>
                  <a:cubicBezTo>
                    <a:pt x="15" y="144"/>
                    <a:pt x="15" y="144"/>
                    <a:pt x="15" y="144"/>
                  </a:cubicBezTo>
                  <a:cubicBezTo>
                    <a:pt x="20" y="150"/>
                    <a:pt x="20" y="150"/>
                    <a:pt x="20" y="150"/>
                  </a:cubicBezTo>
                  <a:cubicBezTo>
                    <a:pt x="44" y="150"/>
                    <a:pt x="44" y="150"/>
                    <a:pt x="44" y="150"/>
                  </a:cubicBezTo>
                  <a:cubicBezTo>
                    <a:pt x="45" y="151"/>
                    <a:pt x="46" y="156"/>
                    <a:pt x="49" y="156"/>
                  </a:cubicBezTo>
                  <a:cubicBezTo>
                    <a:pt x="52" y="156"/>
                    <a:pt x="52" y="156"/>
                    <a:pt x="52" y="156"/>
                  </a:cubicBezTo>
                  <a:cubicBezTo>
                    <a:pt x="52" y="156"/>
                    <a:pt x="54" y="155"/>
                    <a:pt x="57" y="155"/>
                  </a:cubicBezTo>
                  <a:cubicBezTo>
                    <a:pt x="58" y="155"/>
                    <a:pt x="59" y="156"/>
                    <a:pt x="60" y="156"/>
                  </a:cubicBezTo>
                  <a:cubicBezTo>
                    <a:pt x="63" y="159"/>
                    <a:pt x="69" y="159"/>
                    <a:pt x="69" y="159"/>
                  </a:cubicBezTo>
                  <a:cubicBezTo>
                    <a:pt x="82" y="159"/>
                    <a:pt x="82" y="159"/>
                    <a:pt x="82" y="159"/>
                  </a:cubicBezTo>
                  <a:cubicBezTo>
                    <a:pt x="89" y="166"/>
                    <a:pt x="89" y="166"/>
                    <a:pt x="89" y="166"/>
                  </a:cubicBezTo>
                  <a:cubicBezTo>
                    <a:pt x="91" y="168"/>
                    <a:pt x="91" y="168"/>
                    <a:pt x="91" y="168"/>
                  </a:cubicBezTo>
                  <a:cubicBezTo>
                    <a:pt x="91" y="167"/>
                    <a:pt x="91" y="167"/>
                    <a:pt x="91" y="167"/>
                  </a:cubicBezTo>
                  <a:cubicBezTo>
                    <a:pt x="91" y="165"/>
                    <a:pt x="91" y="165"/>
                    <a:pt x="91" y="165"/>
                  </a:cubicBezTo>
                  <a:cubicBezTo>
                    <a:pt x="92" y="165"/>
                    <a:pt x="100" y="160"/>
                    <a:pt x="105" y="157"/>
                  </a:cubicBezTo>
                  <a:cubicBezTo>
                    <a:pt x="107" y="156"/>
                    <a:pt x="108" y="154"/>
                    <a:pt x="107" y="152"/>
                  </a:cubicBezTo>
                  <a:cubicBezTo>
                    <a:pt x="107" y="151"/>
                    <a:pt x="107" y="150"/>
                    <a:pt x="110" y="150"/>
                  </a:cubicBezTo>
                  <a:cubicBezTo>
                    <a:pt x="116" y="148"/>
                    <a:pt x="123" y="145"/>
                    <a:pt x="123" y="145"/>
                  </a:cubicBezTo>
                  <a:cubicBezTo>
                    <a:pt x="130" y="139"/>
                    <a:pt x="130" y="139"/>
                    <a:pt x="130" y="139"/>
                  </a:cubicBezTo>
                  <a:cubicBezTo>
                    <a:pt x="131" y="140"/>
                    <a:pt x="131" y="140"/>
                    <a:pt x="131" y="140"/>
                  </a:cubicBezTo>
                  <a:cubicBezTo>
                    <a:pt x="132" y="140"/>
                    <a:pt x="133" y="140"/>
                    <a:pt x="134" y="139"/>
                  </a:cubicBezTo>
                  <a:cubicBezTo>
                    <a:pt x="136" y="136"/>
                    <a:pt x="136" y="136"/>
                    <a:pt x="136" y="136"/>
                  </a:cubicBezTo>
                  <a:cubicBezTo>
                    <a:pt x="141" y="129"/>
                    <a:pt x="141" y="129"/>
                    <a:pt x="141" y="129"/>
                  </a:cubicBezTo>
                  <a:cubicBezTo>
                    <a:pt x="146" y="129"/>
                    <a:pt x="146" y="129"/>
                    <a:pt x="146" y="129"/>
                  </a:cubicBezTo>
                  <a:cubicBezTo>
                    <a:pt x="152" y="122"/>
                    <a:pt x="152" y="122"/>
                    <a:pt x="152" y="122"/>
                  </a:cubicBezTo>
                  <a:cubicBezTo>
                    <a:pt x="156" y="118"/>
                    <a:pt x="156" y="118"/>
                    <a:pt x="156" y="118"/>
                  </a:cubicBezTo>
                  <a:cubicBezTo>
                    <a:pt x="156" y="106"/>
                    <a:pt x="156" y="106"/>
                    <a:pt x="156" y="106"/>
                  </a:cubicBezTo>
                  <a:cubicBezTo>
                    <a:pt x="161" y="106"/>
                    <a:pt x="161" y="106"/>
                    <a:pt x="161" y="106"/>
                  </a:cubicBezTo>
                  <a:cubicBezTo>
                    <a:pt x="161" y="98"/>
                    <a:pt x="161" y="98"/>
                    <a:pt x="161" y="98"/>
                  </a:cubicBezTo>
                  <a:cubicBezTo>
                    <a:pt x="161" y="96"/>
                    <a:pt x="161" y="95"/>
                    <a:pt x="161" y="94"/>
                  </a:cubicBezTo>
                  <a:cubicBezTo>
                    <a:pt x="161" y="92"/>
                    <a:pt x="161" y="91"/>
                    <a:pt x="161" y="89"/>
                  </a:cubicBezTo>
                  <a:cubicBezTo>
                    <a:pt x="162" y="87"/>
                    <a:pt x="161" y="84"/>
                    <a:pt x="161" y="82"/>
                  </a:cubicBezTo>
                  <a:cubicBezTo>
                    <a:pt x="161" y="78"/>
                    <a:pt x="161" y="78"/>
                    <a:pt x="161" y="78"/>
                  </a:cubicBezTo>
                  <a:cubicBezTo>
                    <a:pt x="166" y="65"/>
                    <a:pt x="166" y="65"/>
                    <a:pt x="166" y="65"/>
                  </a:cubicBezTo>
                  <a:cubicBezTo>
                    <a:pt x="168" y="61"/>
                    <a:pt x="168" y="61"/>
                    <a:pt x="168" y="61"/>
                  </a:cubicBezTo>
                  <a:cubicBezTo>
                    <a:pt x="168" y="2"/>
                    <a:pt x="168" y="2"/>
                    <a:pt x="168" y="2"/>
                  </a:cubicBezTo>
                  <a:cubicBezTo>
                    <a:pt x="168" y="0"/>
                    <a:pt x="168" y="0"/>
                    <a:pt x="168" y="0"/>
                  </a:cubicBezTo>
                  <a:cubicBezTo>
                    <a:pt x="124" y="25"/>
                    <a:pt x="124" y="25"/>
                    <a:pt x="124" y="25"/>
                  </a:cubicBezTo>
                  <a:cubicBezTo>
                    <a:pt x="112" y="25"/>
                    <a:pt x="112" y="25"/>
                    <a:pt x="112" y="25"/>
                  </a:cubicBezTo>
                  <a:cubicBezTo>
                    <a:pt x="100" y="29"/>
                    <a:pt x="100" y="29"/>
                    <a:pt x="100" y="29"/>
                  </a:cubicBezTo>
                  <a:cubicBezTo>
                    <a:pt x="84" y="25"/>
                    <a:pt x="84" y="25"/>
                    <a:pt x="84" y="25"/>
                  </a:cubicBezTo>
                  <a:cubicBezTo>
                    <a:pt x="77" y="25"/>
                    <a:pt x="77" y="25"/>
                    <a:pt x="77" y="25"/>
                  </a:cubicBezTo>
                  <a:cubicBezTo>
                    <a:pt x="69" y="17"/>
                    <a:pt x="69" y="17"/>
                    <a:pt x="69" y="17"/>
                  </a:cubicBezTo>
                  <a:cubicBezTo>
                    <a:pt x="61" y="13"/>
                    <a:pt x="61" y="13"/>
                    <a:pt x="61" y="13"/>
                  </a:cubicBezTo>
                  <a:cubicBezTo>
                    <a:pt x="62" y="13"/>
                    <a:pt x="62" y="13"/>
                    <a:pt x="62" y="13"/>
                  </a:cubicBezTo>
                  <a:cubicBezTo>
                    <a:pt x="1" y="13"/>
                    <a:pt x="1" y="13"/>
                    <a:pt x="1" y="13"/>
                  </a:cubicBezTo>
                  <a:lnTo>
                    <a:pt x="0" y="13"/>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3" name="North Dakota">
              <a:extLst>
                <a:ext uri="{FF2B5EF4-FFF2-40B4-BE49-F238E27FC236}">
                  <a16:creationId xmlns:a16="http://schemas.microsoft.com/office/drawing/2014/main" id="{B331B6F9-291A-A147-AE44-01AF4A879B6E}"/>
                </a:ext>
              </a:extLst>
            </p:cNvPr>
            <p:cNvSpPr>
              <a:spLocks/>
            </p:cNvSpPr>
            <p:nvPr/>
          </p:nvSpPr>
          <p:spPr bwMode="auto">
            <a:xfrm>
              <a:off x="5239963" y="885931"/>
              <a:ext cx="1135172" cy="608546"/>
            </a:xfrm>
            <a:custGeom>
              <a:avLst/>
              <a:gdLst>
                <a:gd name="T0" fmla="*/ 0 w 679"/>
                <a:gd name="T1" fmla="*/ 364 h 364"/>
                <a:gd name="T2" fmla="*/ 2 w 679"/>
                <a:gd name="T3" fmla="*/ 364 h 364"/>
                <a:gd name="T4" fmla="*/ 679 w 679"/>
                <a:gd name="T5" fmla="*/ 364 h 364"/>
                <a:gd name="T6" fmla="*/ 679 w 679"/>
                <a:gd name="T7" fmla="*/ 362 h 364"/>
                <a:gd name="T8" fmla="*/ 679 w 679"/>
                <a:gd name="T9" fmla="*/ 362 h 364"/>
                <a:gd name="T10" fmla="*/ 674 w 679"/>
                <a:gd name="T11" fmla="*/ 319 h 364"/>
                <a:gd name="T12" fmla="*/ 674 w 679"/>
                <a:gd name="T13" fmla="*/ 291 h 364"/>
                <a:gd name="T14" fmla="*/ 645 w 679"/>
                <a:gd name="T15" fmla="*/ 241 h 364"/>
                <a:gd name="T16" fmla="*/ 645 w 679"/>
                <a:gd name="T17" fmla="*/ 163 h 364"/>
                <a:gd name="T18" fmla="*/ 622 w 679"/>
                <a:gd name="T19" fmla="*/ 118 h 364"/>
                <a:gd name="T20" fmla="*/ 622 w 679"/>
                <a:gd name="T21" fmla="*/ 0 h 364"/>
                <a:gd name="T22" fmla="*/ 0 w 679"/>
                <a:gd name="T23" fmla="*/ 0 h 364"/>
                <a:gd name="T24" fmla="*/ 0 w 679"/>
                <a:gd name="T25" fmla="*/ 364 h 364"/>
                <a:gd name="T26" fmla="*/ 0 w 679"/>
                <a:gd name="T27" fmla="*/ 364 h 364"/>
                <a:gd name="T28" fmla="*/ 0 w 679"/>
                <a:gd name="T29" fmla="*/ 364 h 364"/>
                <a:gd name="T30" fmla="*/ 0 w 679"/>
                <a:gd name="T31" fmla="*/ 364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79" h="364">
                  <a:moveTo>
                    <a:pt x="0" y="364"/>
                  </a:moveTo>
                  <a:lnTo>
                    <a:pt x="2" y="364"/>
                  </a:lnTo>
                  <a:lnTo>
                    <a:pt x="679" y="364"/>
                  </a:lnTo>
                  <a:lnTo>
                    <a:pt x="679" y="362"/>
                  </a:lnTo>
                  <a:lnTo>
                    <a:pt x="679" y="362"/>
                  </a:lnTo>
                  <a:lnTo>
                    <a:pt x="674" y="319"/>
                  </a:lnTo>
                  <a:lnTo>
                    <a:pt x="674" y="291"/>
                  </a:lnTo>
                  <a:lnTo>
                    <a:pt x="645" y="241"/>
                  </a:lnTo>
                  <a:lnTo>
                    <a:pt x="645" y="163"/>
                  </a:lnTo>
                  <a:lnTo>
                    <a:pt x="622" y="118"/>
                  </a:lnTo>
                  <a:lnTo>
                    <a:pt x="622" y="0"/>
                  </a:lnTo>
                  <a:lnTo>
                    <a:pt x="0" y="0"/>
                  </a:lnTo>
                  <a:lnTo>
                    <a:pt x="0" y="364"/>
                  </a:lnTo>
                  <a:lnTo>
                    <a:pt x="0" y="364"/>
                  </a:lnTo>
                  <a:lnTo>
                    <a:pt x="0" y="364"/>
                  </a:lnTo>
                  <a:lnTo>
                    <a:pt x="0" y="364"/>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4" name="North Carolina">
              <a:extLst>
                <a:ext uri="{FF2B5EF4-FFF2-40B4-BE49-F238E27FC236}">
                  <a16:creationId xmlns:a16="http://schemas.microsoft.com/office/drawing/2014/main" id="{E9D3C8A1-D5CD-F84B-89D4-115989A753DA}"/>
                </a:ext>
              </a:extLst>
            </p:cNvPr>
            <p:cNvSpPr>
              <a:spLocks/>
            </p:cNvSpPr>
            <p:nvPr/>
          </p:nvSpPr>
          <p:spPr bwMode="auto">
            <a:xfrm>
              <a:off x="8220833" y="3328472"/>
              <a:ext cx="1395977" cy="648669"/>
            </a:xfrm>
            <a:custGeom>
              <a:avLst/>
              <a:gdLst>
                <a:gd name="T0" fmla="*/ 103 w 353"/>
                <a:gd name="T1" fmla="*/ 22 h 164"/>
                <a:gd name="T2" fmla="*/ 95 w 353"/>
                <a:gd name="T3" fmla="*/ 25 h 164"/>
                <a:gd name="T4" fmla="*/ 94 w 353"/>
                <a:gd name="T5" fmla="*/ 29 h 164"/>
                <a:gd name="T6" fmla="*/ 66 w 353"/>
                <a:gd name="T7" fmla="*/ 34 h 164"/>
                <a:gd name="T8" fmla="*/ 50 w 353"/>
                <a:gd name="T9" fmla="*/ 45 h 164"/>
                <a:gd name="T10" fmla="*/ 42 w 353"/>
                <a:gd name="T11" fmla="*/ 48 h 164"/>
                <a:gd name="T12" fmla="*/ 31 w 353"/>
                <a:gd name="T13" fmla="*/ 52 h 164"/>
                <a:gd name="T14" fmla="*/ 19 w 353"/>
                <a:gd name="T15" fmla="*/ 58 h 164"/>
                <a:gd name="T16" fmla="*/ 7 w 353"/>
                <a:gd name="T17" fmla="*/ 65 h 164"/>
                <a:gd name="T18" fmla="*/ 3 w 353"/>
                <a:gd name="T19" fmla="*/ 70 h 164"/>
                <a:gd name="T20" fmla="*/ 0 w 353"/>
                <a:gd name="T21" fmla="*/ 73 h 164"/>
                <a:gd name="T22" fmla="*/ 0 w 353"/>
                <a:gd name="T23" fmla="*/ 78 h 164"/>
                <a:gd name="T24" fmla="*/ 73 w 353"/>
                <a:gd name="T25" fmla="*/ 74 h 164"/>
                <a:gd name="T26" fmla="*/ 70 w 353"/>
                <a:gd name="T27" fmla="*/ 74 h 164"/>
                <a:gd name="T28" fmla="*/ 75 w 353"/>
                <a:gd name="T29" fmla="*/ 71 h 164"/>
                <a:gd name="T30" fmla="*/ 140 w 353"/>
                <a:gd name="T31" fmla="*/ 71 h 164"/>
                <a:gd name="T32" fmla="*/ 154 w 353"/>
                <a:gd name="T33" fmla="*/ 78 h 164"/>
                <a:gd name="T34" fmla="*/ 193 w 353"/>
                <a:gd name="T35" fmla="*/ 88 h 164"/>
                <a:gd name="T36" fmla="*/ 206 w 353"/>
                <a:gd name="T37" fmla="*/ 95 h 164"/>
                <a:gd name="T38" fmla="*/ 211 w 353"/>
                <a:gd name="T39" fmla="*/ 107 h 164"/>
                <a:gd name="T40" fmla="*/ 226 w 353"/>
                <a:gd name="T41" fmla="*/ 122 h 164"/>
                <a:gd name="T42" fmla="*/ 230 w 353"/>
                <a:gd name="T43" fmla="*/ 125 h 164"/>
                <a:gd name="T44" fmla="*/ 239 w 353"/>
                <a:gd name="T45" fmla="*/ 144 h 164"/>
                <a:gd name="T46" fmla="*/ 255 w 353"/>
                <a:gd name="T47" fmla="*/ 163 h 164"/>
                <a:gd name="T48" fmla="*/ 255 w 353"/>
                <a:gd name="T49" fmla="*/ 163 h 164"/>
                <a:gd name="T50" fmla="*/ 255 w 353"/>
                <a:gd name="T51" fmla="*/ 164 h 164"/>
                <a:gd name="T52" fmla="*/ 271 w 353"/>
                <a:gd name="T53" fmla="*/ 152 h 164"/>
                <a:gd name="T54" fmla="*/ 298 w 353"/>
                <a:gd name="T55" fmla="*/ 133 h 164"/>
                <a:gd name="T56" fmla="*/ 325 w 353"/>
                <a:gd name="T57" fmla="*/ 125 h 164"/>
                <a:gd name="T58" fmla="*/ 325 w 353"/>
                <a:gd name="T59" fmla="*/ 113 h 164"/>
                <a:gd name="T60" fmla="*/ 317 w 353"/>
                <a:gd name="T61" fmla="*/ 117 h 164"/>
                <a:gd name="T62" fmla="*/ 314 w 353"/>
                <a:gd name="T63" fmla="*/ 113 h 164"/>
                <a:gd name="T64" fmla="*/ 317 w 353"/>
                <a:gd name="T65" fmla="*/ 105 h 164"/>
                <a:gd name="T66" fmla="*/ 321 w 353"/>
                <a:gd name="T67" fmla="*/ 98 h 164"/>
                <a:gd name="T68" fmla="*/ 317 w 353"/>
                <a:gd name="T69" fmla="*/ 94 h 164"/>
                <a:gd name="T70" fmla="*/ 325 w 353"/>
                <a:gd name="T71" fmla="*/ 94 h 164"/>
                <a:gd name="T72" fmla="*/ 337 w 353"/>
                <a:gd name="T73" fmla="*/ 98 h 164"/>
                <a:gd name="T74" fmla="*/ 349 w 353"/>
                <a:gd name="T75" fmla="*/ 86 h 164"/>
                <a:gd name="T76" fmla="*/ 349 w 353"/>
                <a:gd name="T77" fmla="*/ 74 h 164"/>
                <a:gd name="T78" fmla="*/ 341 w 353"/>
                <a:gd name="T79" fmla="*/ 82 h 164"/>
                <a:gd name="T80" fmla="*/ 337 w 353"/>
                <a:gd name="T81" fmla="*/ 70 h 164"/>
                <a:gd name="T82" fmla="*/ 314 w 353"/>
                <a:gd name="T83" fmla="*/ 55 h 164"/>
                <a:gd name="T84" fmla="*/ 317 w 353"/>
                <a:gd name="T85" fmla="*/ 62 h 164"/>
                <a:gd name="T86" fmla="*/ 325 w 353"/>
                <a:gd name="T87" fmla="*/ 66 h 164"/>
                <a:gd name="T88" fmla="*/ 337 w 353"/>
                <a:gd name="T89" fmla="*/ 59 h 164"/>
                <a:gd name="T90" fmla="*/ 346 w 353"/>
                <a:gd name="T91" fmla="*/ 59 h 164"/>
                <a:gd name="T92" fmla="*/ 347 w 353"/>
                <a:gd name="T93" fmla="*/ 57 h 164"/>
                <a:gd name="T94" fmla="*/ 341 w 353"/>
                <a:gd name="T95" fmla="*/ 47 h 164"/>
                <a:gd name="T96" fmla="*/ 345 w 353"/>
                <a:gd name="T97" fmla="*/ 23 h 164"/>
                <a:gd name="T98" fmla="*/ 329 w 353"/>
                <a:gd name="T99" fmla="*/ 23 h 164"/>
                <a:gd name="T100" fmla="*/ 321 w 353"/>
                <a:gd name="T101" fmla="*/ 16 h 164"/>
                <a:gd name="T102" fmla="*/ 333 w 353"/>
                <a:gd name="T103" fmla="*/ 16 h 164"/>
                <a:gd name="T104" fmla="*/ 325 w 353"/>
                <a:gd name="T105" fmla="*/ 12 h 164"/>
                <a:gd name="T106" fmla="*/ 325 w 353"/>
                <a:gd name="T107" fmla="*/ 4 h 164"/>
                <a:gd name="T108" fmla="*/ 106 w 353"/>
                <a:gd name="T109" fmla="*/ 0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53" h="164">
                  <a:moveTo>
                    <a:pt x="106" y="15"/>
                  </a:moveTo>
                  <a:cubicBezTo>
                    <a:pt x="103" y="22"/>
                    <a:pt x="103" y="22"/>
                    <a:pt x="103" y="22"/>
                  </a:cubicBezTo>
                  <a:cubicBezTo>
                    <a:pt x="97" y="22"/>
                    <a:pt x="97" y="22"/>
                    <a:pt x="97" y="22"/>
                  </a:cubicBezTo>
                  <a:cubicBezTo>
                    <a:pt x="95" y="25"/>
                    <a:pt x="95" y="25"/>
                    <a:pt x="95" y="25"/>
                  </a:cubicBezTo>
                  <a:cubicBezTo>
                    <a:pt x="94" y="26"/>
                    <a:pt x="94" y="27"/>
                    <a:pt x="94" y="28"/>
                  </a:cubicBezTo>
                  <a:cubicBezTo>
                    <a:pt x="94" y="29"/>
                    <a:pt x="94" y="29"/>
                    <a:pt x="94" y="29"/>
                  </a:cubicBezTo>
                  <a:cubicBezTo>
                    <a:pt x="84" y="34"/>
                    <a:pt x="84" y="34"/>
                    <a:pt x="84" y="34"/>
                  </a:cubicBezTo>
                  <a:cubicBezTo>
                    <a:pt x="66" y="34"/>
                    <a:pt x="66" y="34"/>
                    <a:pt x="66" y="34"/>
                  </a:cubicBezTo>
                  <a:cubicBezTo>
                    <a:pt x="50" y="41"/>
                    <a:pt x="50" y="41"/>
                    <a:pt x="50" y="41"/>
                  </a:cubicBezTo>
                  <a:cubicBezTo>
                    <a:pt x="50" y="45"/>
                    <a:pt x="50" y="45"/>
                    <a:pt x="50" y="45"/>
                  </a:cubicBezTo>
                  <a:cubicBezTo>
                    <a:pt x="46" y="45"/>
                    <a:pt x="46" y="45"/>
                    <a:pt x="46" y="45"/>
                  </a:cubicBezTo>
                  <a:cubicBezTo>
                    <a:pt x="42" y="48"/>
                    <a:pt x="42" y="48"/>
                    <a:pt x="42" y="48"/>
                  </a:cubicBezTo>
                  <a:cubicBezTo>
                    <a:pt x="39" y="48"/>
                    <a:pt x="39" y="48"/>
                    <a:pt x="39" y="48"/>
                  </a:cubicBezTo>
                  <a:cubicBezTo>
                    <a:pt x="31" y="52"/>
                    <a:pt x="31" y="52"/>
                    <a:pt x="31" y="52"/>
                  </a:cubicBezTo>
                  <a:cubicBezTo>
                    <a:pt x="27" y="58"/>
                    <a:pt x="27" y="58"/>
                    <a:pt x="27" y="58"/>
                  </a:cubicBezTo>
                  <a:cubicBezTo>
                    <a:pt x="19" y="58"/>
                    <a:pt x="19" y="58"/>
                    <a:pt x="19" y="58"/>
                  </a:cubicBezTo>
                  <a:cubicBezTo>
                    <a:pt x="15" y="61"/>
                    <a:pt x="15" y="61"/>
                    <a:pt x="15" y="61"/>
                  </a:cubicBezTo>
                  <a:cubicBezTo>
                    <a:pt x="15" y="61"/>
                    <a:pt x="9" y="65"/>
                    <a:pt x="7" y="65"/>
                  </a:cubicBezTo>
                  <a:cubicBezTo>
                    <a:pt x="5" y="65"/>
                    <a:pt x="4" y="68"/>
                    <a:pt x="3" y="70"/>
                  </a:cubicBezTo>
                  <a:cubicBezTo>
                    <a:pt x="3" y="70"/>
                    <a:pt x="3" y="70"/>
                    <a:pt x="3" y="70"/>
                  </a:cubicBezTo>
                  <a:cubicBezTo>
                    <a:pt x="1" y="72"/>
                    <a:pt x="1" y="72"/>
                    <a:pt x="1" y="72"/>
                  </a:cubicBezTo>
                  <a:cubicBezTo>
                    <a:pt x="0" y="73"/>
                    <a:pt x="0" y="73"/>
                    <a:pt x="0" y="73"/>
                  </a:cubicBezTo>
                  <a:cubicBezTo>
                    <a:pt x="0" y="73"/>
                    <a:pt x="0" y="74"/>
                    <a:pt x="0" y="75"/>
                  </a:cubicBezTo>
                  <a:cubicBezTo>
                    <a:pt x="0" y="78"/>
                    <a:pt x="0" y="78"/>
                    <a:pt x="0" y="78"/>
                  </a:cubicBezTo>
                  <a:cubicBezTo>
                    <a:pt x="55" y="78"/>
                    <a:pt x="55" y="78"/>
                    <a:pt x="55" y="78"/>
                  </a:cubicBezTo>
                  <a:cubicBezTo>
                    <a:pt x="73" y="74"/>
                    <a:pt x="73" y="74"/>
                    <a:pt x="73" y="74"/>
                  </a:cubicBezTo>
                  <a:cubicBezTo>
                    <a:pt x="73" y="74"/>
                    <a:pt x="73" y="74"/>
                    <a:pt x="73" y="74"/>
                  </a:cubicBezTo>
                  <a:cubicBezTo>
                    <a:pt x="70" y="74"/>
                    <a:pt x="70" y="74"/>
                    <a:pt x="70" y="74"/>
                  </a:cubicBezTo>
                  <a:cubicBezTo>
                    <a:pt x="73" y="72"/>
                    <a:pt x="73" y="72"/>
                    <a:pt x="73" y="72"/>
                  </a:cubicBezTo>
                  <a:cubicBezTo>
                    <a:pt x="73" y="72"/>
                    <a:pt x="74" y="71"/>
                    <a:pt x="75" y="71"/>
                  </a:cubicBezTo>
                  <a:cubicBezTo>
                    <a:pt x="76" y="71"/>
                    <a:pt x="78" y="70"/>
                    <a:pt x="95" y="70"/>
                  </a:cubicBezTo>
                  <a:cubicBezTo>
                    <a:pt x="109" y="70"/>
                    <a:pt x="127" y="70"/>
                    <a:pt x="140" y="71"/>
                  </a:cubicBezTo>
                  <a:cubicBezTo>
                    <a:pt x="140" y="71"/>
                    <a:pt x="140" y="71"/>
                    <a:pt x="140" y="71"/>
                  </a:cubicBezTo>
                  <a:cubicBezTo>
                    <a:pt x="154" y="78"/>
                    <a:pt x="154" y="78"/>
                    <a:pt x="154" y="78"/>
                  </a:cubicBezTo>
                  <a:cubicBezTo>
                    <a:pt x="165" y="88"/>
                    <a:pt x="165" y="88"/>
                    <a:pt x="165" y="88"/>
                  </a:cubicBezTo>
                  <a:cubicBezTo>
                    <a:pt x="193" y="88"/>
                    <a:pt x="193" y="88"/>
                    <a:pt x="193" y="88"/>
                  </a:cubicBezTo>
                  <a:cubicBezTo>
                    <a:pt x="198" y="90"/>
                    <a:pt x="198" y="90"/>
                    <a:pt x="198" y="90"/>
                  </a:cubicBezTo>
                  <a:cubicBezTo>
                    <a:pt x="206" y="95"/>
                    <a:pt x="206" y="95"/>
                    <a:pt x="206" y="95"/>
                  </a:cubicBezTo>
                  <a:cubicBezTo>
                    <a:pt x="211" y="99"/>
                    <a:pt x="211" y="99"/>
                    <a:pt x="211" y="99"/>
                  </a:cubicBezTo>
                  <a:cubicBezTo>
                    <a:pt x="211" y="107"/>
                    <a:pt x="211" y="107"/>
                    <a:pt x="211" y="107"/>
                  </a:cubicBezTo>
                  <a:cubicBezTo>
                    <a:pt x="220" y="114"/>
                    <a:pt x="220" y="114"/>
                    <a:pt x="220" y="114"/>
                  </a:cubicBezTo>
                  <a:cubicBezTo>
                    <a:pt x="226" y="122"/>
                    <a:pt x="226" y="122"/>
                    <a:pt x="226" y="122"/>
                  </a:cubicBezTo>
                  <a:cubicBezTo>
                    <a:pt x="230" y="125"/>
                    <a:pt x="230" y="125"/>
                    <a:pt x="230" y="125"/>
                  </a:cubicBezTo>
                  <a:cubicBezTo>
                    <a:pt x="230" y="125"/>
                    <a:pt x="230" y="125"/>
                    <a:pt x="230" y="125"/>
                  </a:cubicBezTo>
                  <a:cubicBezTo>
                    <a:pt x="239" y="132"/>
                    <a:pt x="239" y="132"/>
                    <a:pt x="239" y="132"/>
                  </a:cubicBezTo>
                  <a:cubicBezTo>
                    <a:pt x="239" y="144"/>
                    <a:pt x="239" y="144"/>
                    <a:pt x="239" y="144"/>
                  </a:cubicBezTo>
                  <a:cubicBezTo>
                    <a:pt x="254" y="163"/>
                    <a:pt x="254" y="163"/>
                    <a:pt x="254" y="163"/>
                  </a:cubicBezTo>
                  <a:cubicBezTo>
                    <a:pt x="255" y="163"/>
                    <a:pt x="255" y="163"/>
                    <a:pt x="255" y="163"/>
                  </a:cubicBezTo>
                  <a:cubicBezTo>
                    <a:pt x="255" y="163"/>
                    <a:pt x="255" y="163"/>
                    <a:pt x="255" y="163"/>
                  </a:cubicBezTo>
                  <a:cubicBezTo>
                    <a:pt x="255" y="163"/>
                    <a:pt x="255" y="163"/>
                    <a:pt x="255" y="163"/>
                  </a:cubicBezTo>
                  <a:cubicBezTo>
                    <a:pt x="255" y="163"/>
                    <a:pt x="255" y="163"/>
                    <a:pt x="255" y="163"/>
                  </a:cubicBezTo>
                  <a:cubicBezTo>
                    <a:pt x="255" y="164"/>
                    <a:pt x="255" y="164"/>
                    <a:pt x="255" y="164"/>
                  </a:cubicBezTo>
                  <a:cubicBezTo>
                    <a:pt x="271" y="160"/>
                    <a:pt x="271" y="160"/>
                    <a:pt x="271" y="160"/>
                  </a:cubicBezTo>
                  <a:cubicBezTo>
                    <a:pt x="271" y="152"/>
                    <a:pt x="271" y="152"/>
                    <a:pt x="271" y="152"/>
                  </a:cubicBezTo>
                  <a:cubicBezTo>
                    <a:pt x="278" y="141"/>
                    <a:pt x="278" y="141"/>
                    <a:pt x="278" y="141"/>
                  </a:cubicBezTo>
                  <a:cubicBezTo>
                    <a:pt x="298" y="133"/>
                    <a:pt x="298" y="133"/>
                    <a:pt x="298" y="133"/>
                  </a:cubicBezTo>
                  <a:cubicBezTo>
                    <a:pt x="314" y="133"/>
                    <a:pt x="314" y="133"/>
                    <a:pt x="314" y="133"/>
                  </a:cubicBezTo>
                  <a:cubicBezTo>
                    <a:pt x="325" y="125"/>
                    <a:pt x="325" y="125"/>
                    <a:pt x="325" y="125"/>
                  </a:cubicBezTo>
                  <a:cubicBezTo>
                    <a:pt x="325" y="121"/>
                    <a:pt x="325" y="121"/>
                    <a:pt x="325" y="121"/>
                  </a:cubicBezTo>
                  <a:cubicBezTo>
                    <a:pt x="325" y="113"/>
                    <a:pt x="325" y="113"/>
                    <a:pt x="325" y="113"/>
                  </a:cubicBezTo>
                  <a:cubicBezTo>
                    <a:pt x="317" y="113"/>
                    <a:pt x="317" y="113"/>
                    <a:pt x="317" y="113"/>
                  </a:cubicBezTo>
                  <a:cubicBezTo>
                    <a:pt x="317" y="117"/>
                    <a:pt x="317" y="117"/>
                    <a:pt x="317" y="117"/>
                  </a:cubicBezTo>
                  <a:cubicBezTo>
                    <a:pt x="314" y="117"/>
                    <a:pt x="314" y="117"/>
                    <a:pt x="314" y="117"/>
                  </a:cubicBezTo>
                  <a:cubicBezTo>
                    <a:pt x="314" y="113"/>
                    <a:pt x="314" y="113"/>
                    <a:pt x="314" y="113"/>
                  </a:cubicBezTo>
                  <a:cubicBezTo>
                    <a:pt x="317" y="109"/>
                    <a:pt x="317" y="109"/>
                    <a:pt x="317" y="109"/>
                  </a:cubicBezTo>
                  <a:cubicBezTo>
                    <a:pt x="317" y="105"/>
                    <a:pt x="317" y="105"/>
                    <a:pt x="317" y="105"/>
                  </a:cubicBezTo>
                  <a:cubicBezTo>
                    <a:pt x="321" y="102"/>
                    <a:pt x="321" y="102"/>
                    <a:pt x="321" y="102"/>
                  </a:cubicBezTo>
                  <a:cubicBezTo>
                    <a:pt x="321" y="98"/>
                    <a:pt x="321" y="98"/>
                    <a:pt x="321" y="98"/>
                  </a:cubicBezTo>
                  <a:cubicBezTo>
                    <a:pt x="310" y="94"/>
                    <a:pt x="310" y="94"/>
                    <a:pt x="310" y="94"/>
                  </a:cubicBezTo>
                  <a:cubicBezTo>
                    <a:pt x="317" y="94"/>
                    <a:pt x="317" y="94"/>
                    <a:pt x="317" y="94"/>
                  </a:cubicBezTo>
                  <a:cubicBezTo>
                    <a:pt x="321" y="90"/>
                    <a:pt x="321" y="90"/>
                    <a:pt x="321" y="90"/>
                  </a:cubicBezTo>
                  <a:cubicBezTo>
                    <a:pt x="325" y="94"/>
                    <a:pt x="325" y="94"/>
                    <a:pt x="325" y="94"/>
                  </a:cubicBezTo>
                  <a:cubicBezTo>
                    <a:pt x="329" y="98"/>
                    <a:pt x="329" y="98"/>
                    <a:pt x="329" y="98"/>
                  </a:cubicBezTo>
                  <a:cubicBezTo>
                    <a:pt x="337" y="98"/>
                    <a:pt x="337" y="98"/>
                    <a:pt x="337" y="98"/>
                  </a:cubicBezTo>
                  <a:cubicBezTo>
                    <a:pt x="341" y="98"/>
                    <a:pt x="341" y="98"/>
                    <a:pt x="341" y="98"/>
                  </a:cubicBezTo>
                  <a:cubicBezTo>
                    <a:pt x="349" y="86"/>
                    <a:pt x="349" y="86"/>
                    <a:pt x="349" y="86"/>
                  </a:cubicBezTo>
                  <a:cubicBezTo>
                    <a:pt x="353" y="86"/>
                    <a:pt x="353" y="86"/>
                    <a:pt x="353" y="86"/>
                  </a:cubicBezTo>
                  <a:cubicBezTo>
                    <a:pt x="349" y="74"/>
                    <a:pt x="349" y="74"/>
                    <a:pt x="349" y="74"/>
                  </a:cubicBezTo>
                  <a:cubicBezTo>
                    <a:pt x="349" y="70"/>
                    <a:pt x="349" y="70"/>
                    <a:pt x="349" y="70"/>
                  </a:cubicBezTo>
                  <a:cubicBezTo>
                    <a:pt x="341" y="82"/>
                    <a:pt x="341" y="82"/>
                    <a:pt x="341" y="82"/>
                  </a:cubicBezTo>
                  <a:cubicBezTo>
                    <a:pt x="337" y="78"/>
                    <a:pt x="337" y="78"/>
                    <a:pt x="337" y="78"/>
                  </a:cubicBezTo>
                  <a:cubicBezTo>
                    <a:pt x="337" y="70"/>
                    <a:pt x="337" y="70"/>
                    <a:pt x="337" y="70"/>
                  </a:cubicBezTo>
                  <a:cubicBezTo>
                    <a:pt x="317" y="70"/>
                    <a:pt x="317" y="70"/>
                    <a:pt x="317" y="70"/>
                  </a:cubicBezTo>
                  <a:cubicBezTo>
                    <a:pt x="314" y="55"/>
                    <a:pt x="314" y="55"/>
                    <a:pt x="314" y="55"/>
                  </a:cubicBezTo>
                  <a:cubicBezTo>
                    <a:pt x="317" y="55"/>
                    <a:pt x="317" y="55"/>
                    <a:pt x="317" y="55"/>
                  </a:cubicBezTo>
                  <a:cubicBezTo>
                    <a:pt x="317" y="62"/>
                    <a:pt x="317" y="62"/>
                    <a:pt x="317" y="62"/>
                  </a:cubicBezTo>
                  <a:cubicBezTo>
                    <a:pt x="321" y="66"/>
                    <a:pt x="321" y="66"/>
                    <a:pt x="321" y="66"/>
                  </a:cubicBezTo>
                  <a:cubicBezTo>
                    <a:pt x="325" y="66"/>
                    <a:pt x="325" y="66"/>
                    <a:pt x="325" y="66"/>
                  </a:cubicBezTo>
                  <a:cubicBezTo>
                    <a:pt x="333" y="59"/>
                    <a:pt x="333" y="59"/>
                    <a:pt x="333" y="59"/>
                  </a:cubicBezTo>
                  <a:cubicBezTo>
                    <a:pt x="337" y="59"/>
                    <a:pt x="337" y="59"/>
                    <a:pt x="337" y="59"/>
                  </a:cubicBezTo>
                  <a:cubicBezTo>
                    <a:pt x="341" y="59"/>
                    <a:pt x="341" y="59"/>
                    <a:pt x="341" y="59"/>
                  </a:cubicBezTo>
                  <a:cubicBezTo>
                    <a:pt x="346" y="59"/>
                    <a:pt x="346" y="59"/>
                    <a:pt x="346" y="59"/>
                  </a:cubicBezTo>
                  <a:cubicBezTo>
                    <a:pt x="346" y="57"/>
                    <a:pt x="346" y="57"/>
                    <a:pt x="346" y="57"/>
                  </a:cubicBezTo>
                  <a:cubicBezTo>
                    <a:pt x="347" y="57"/>
                    <a:pt x="347" y="57"/>
                    <a:pt x="347" y="57"/>
                  </a:cubicBezTo>
                  <a:cubicBezTo>
                    <a:pt x="345" y="47"/>
                    <a:pt x="345" y="47"/>
                    <a:pt x="345" y="47"/>
                  </a:cubicBezTo>
                  <a:cubicBezTo>
                    <a:pt x="341" y="47"/>
                    <a:pt x="341" y="47"/>
                    <a:pt x="341" y="47"/>
                  </a:cubicBezTo>
                  <a:cubicBezTo>
                    <a:pt x="345" y="35"/>
                    <a:pt x="345" y="35"/>
                    <a:pt x="345" y="35"/>
                  </a:cubicBezTo>
                  <a:cubicBezTo>
                    <a:pt x="345" y="23"/>
                    <a:pt x="345" y="23"/>
                    <a:pt x="345" y="23"/>
                  </a:cubicBezTo>
                  <a:cubicBezTo>
                    <a:pt x="333" y="23"/>
                    <a:pt x="333" y="23"/>
                    <a:pt x="333" y="23"/>
                  </a:cubicBezTo>
                  <a:cubicBezTo>
                    <a:pt x="329" y="23"/>
                    <a:pt x="329" y="23"/>
                    <a:pt x="329" y="23"/>
                  </a:cubicBezTo>
                  <a:cubicBezTo>
                    <a:pt x="321" y="20"/>
                    <a:pt x="321" y="20"/>
                    <a:pt x="321" y="20"/>
                  </a:cubicBezTo>
                  <a:cubicBezTo>
                    <a:pt x="321" y="16"/>
                    <a:pt x="321" y="16"/>
                    <a:pt x="321" y="16"/>
                  </a:cubicBezTo>
                  <a:cubicBezTo>
                    <a:pt x="329" y="16"/>
                    <a:pt x="329" y="16"/>
                    <a:pt x="329" y="16"/>
                  </a:cubicBezTo>
                  <a:cubicBezTo>
                    <a:pt x="333" y="16"/>
                    <a:pt x="333" y="16"/>
                    <a:pt x="333" y="16"/>
                  </a:cubicBezTo>
                  <a:cubicBezTo>
                    <a:pt x="329" y="12"/>
                    <a:pt x="329" y="12"/>
                    <a:pt x="329" y="12"/>
                  </a:cubicBezTo>
                  <a:cubicBezTo>
                    <a:pt x="325" y="12"/>
                    <a:pt x="325" y="12"/>
                    <a:pt x="325" y="12"/>
                  </a:cubicBezTo>
                  <a:cubicBezTo>
                    <a:pt x="325" y="8"/>
                    <a:pt x="325" y="8"/>
                    <a:pt x="325" y="8"/>
                  </a:cubicBezTo>
                  <a:cubicBezTo>
                    <a:pt x="325" y="4"/>
                    <a:pt x="325" y="4"/>
                    <a:pt x="325" y="4"/>
                  </a:cubicBezTo>
                  <a:cubicBezTo>
                    <a:pt x="329" y="0"/>
                    <a:pt x="329" y="0"/>
                    <a:pt x="329" y="0"/>
                  </a:cubicBezTo>
                  <a:cubicBezTo>
                    <a:pt x="106" y="0"/>
                    <a:pt x="106" y="0"/>
                    <a:pt x="106" y="0"/>
                  </a:cubicBezTo>
                  <a:lnTo>
                    <a:pt x="106" y="15"/>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5" name="New York">
              <a:extLst>
                <a:ext uri="{FF2B5EF4-FFF2-40B4-BE49-F238E27FC236}">
                  <a16:creationId xmlns:a16="http://schemas.microsoft.com/office/drawing/2014/main" id="{2164F534-2815-634C-AF2B-38F15DE05D01}"/>
                </a:ext>
              </a:extLst>
            </p:cNvPr>
            <p:cNvSpPr>
              <a:spLocks noEditPoints="1"/>
            </p:cNvSpPr>
            <p:nvPr/>
          </p:nvSpPr>
          <p:spPr bwMode="auto">
            <a:xfrm>
              <a:off x="8948079" y="1783703"/>
              <a:ext cx="1203717" cy="896100"/>
            </a:xfrm>
            <a:custGeom>
              <a:avLst/>
              <a:gdLst>
                <a:gd name="T0" fmla="*/ 269 w 304"/>
                <a:gd name="T1" fmla="*/ 190 h 226"/>
                <a:gd name="T2" fmla="*/ 269 w 304"/>
                <a:gd name="T3" fmla="*/ 135 h 226"/>
                <a:gd name="T4" fmla="*/ 273 w 304"/>
                <a:gd name="T5" fmla="*/ 106 h 226"/>
                <a:gd name="T6" fmla="*/ 269 w 304"/>
                <a:gd name="T7" fmla="*/ 0 h 226"/>
                <a:gd name="T8" fmla="*/ 169 w 304"/>
                <a:gd name="T9" fmla="*/ 19 h 226"/>
                <a:gd name="T10" fmla="*/ 141 w 304"/>
                <a:gd name="T11" fmla="*/ 47 h 226"/>
                <a:gd name="T12" fmla="*/ 149 w 304"/>
                <a:gd name="T13" fmla="*/ 54 h 226"/>
                <a:gd name="T14" fmla="*/ 145 w 304"/>
                <a:gd name="T15" fmla="*/ 62 h 226"/>
                <a:gd name="T16" fmla="*/ 149 w 304"/>
                <a:gd name="T17" fmla="*/ 78 h 226"/>
                <a:gd name="T18" fmla="*/ 118 w 304"/>
                <a:gd name="T19" fmla="*/ 90 h 226"/>
                <a:gd name="T20" fmla="*/ 94 w 304"/>
                <a:gd name="T21" fmla="*/ 93 h 226"/>
                <a:gd name="T22" fmla="*/ 36 w 304"/>
                <a:gd name="T23" fmla="*/ 93 h 226"/>
                <a:gd name="T24" fmla="*/ 32 w 304"/>
                <a:gd name="T25" fmla="*/ 129 h 226"/>
                <a:gd name="T26" fmla="*/ 0 w 304"/>
                <a:gd name="T27" fmla="*/ 148 h 226"/>
                <a:gd name="T28" fmla="*/ 179 w 304"/>
                <a:gd name="T29" fmla="*/ 150 h 226"/>
                <a:gd name="T30" fmla="*/ 179 w 304"/>
                <a:gd name="T31" fmla="*/ 172 h 226"/>
                <a:gd name="T32" fmla="*/ 188 w 304"/>
                <a:gd name="T33" fmla="*/ 178 h 226"/>
                <a:gd name="T34" fmla="*/ 198 w 304"/>
                <a:gd name="T35" fmla="*/ 193 h 226"/>
                <a:gd name="T36" fmla="*/ 214 w 304"/>
                <a:gd name="T37" fmla="*/ 202 h 226"/>
                <a:gd name="T38" fmla="*/ 236 w 304"/>
                <a:gd name="T39" fmla="*/ 219 h 226"/>
                <a:gd name="T40" fmla="*/ 247 w 304"/>
                <a:gd name="T41" fmla="*/ 210 h 226"/>
                <a:gd name="T42" fmla="*/ 239 w 304"/>
                <a:gd name="T43" fmla="*/ 220 h 226"/>
                <a:gd name="T44" fmla="*/ 238 w 304"/>
                <a:gd name="T45" fmla="*/ 222 h 226"/>
                <a:gd name="T46" fmla="*/ 236 w 304"/>
                <a:gd name="T47" fmla="*/ 225 h 226"/>
                <a:gd name="T48" fmla="*/ 239 w 304"/>
                <a:gd name="T49" fmla="*/ 225 h 226"/>
                <a:gd name="T50" fmla="*/ 241 w 304"/>
                <a:gd name="T51" fmla="*/ 223 h 226"/>
                <a:gd name="T52" fmla="*/ 242 w 304"/>
                <a:gd name="T53" fmla="*/ 221 h 226"/>
                <a:gd name="T54" fmla="*/ 299 w 304"/>
                <a:gd name="T55" fmla="*/ 200 h 226"/>
                <a:gd name="T56" fmla="*/ 298 w 304"/>
                <a:gd name="T57" fmla="*/ 200 h 226"/>
                <a:gd name="T58" fmla="*/ 299 w 304"/>
                <a:gd name="T59" fmla="*/ 200 h 226"/>
                <a:gd name="T60" fmla="*/ 302 w 304"/>
                <a:gd name="T61" fmla="*/ 207 h 226"/>
                <a:gd name="T62" fmla="*/ 298 w 304"/>
                <a:gd name="T63" fmla="*/ 209 h 226"/>
                <a:gd name="T64" fmla="*/ 296 w 304"/>
                <a:gd name="T65" fmla="*/ 208 h 226"/>
                <a:gd name="T66" fmla="*/ 294 w 304"/>
                <a:gd name="T67" fmla="*/ 209 h 226"/>
                <a:gd name="T68" fmla="*/ 291 w 304"/>
                <a:gd name="T69" fmla="*/ 209 h 226"/>
                <a:gd name="T70" fmla="*/ 288 w 304"/>
                <a:gd name="T71" fmla="*/ 212 h 226"/>
                <a:gd name="T72" fmla="*/ 284 w 304"/>
                <a:gd name="T73" fmla="*/ 212 h 226"/>
                <a:gd name="T74" fmla="*/ 290 w 304"/>
                <a:gd name="T75" fmla="*/ 207 h 226"/>
                <a:gd name="T76" fmla="*/ 290 w 304"/>
                <a:gd name="T77" fmla="*/ 205 h 226"/>
                <a:gd name="T78" fmla="*/ 284 w 304"/>
                <a:gd name="T79" fmla="*/ 209 h 226"/>
                <a:gd name="T80" fmla="*/ 270 w 304"/>
                <a:gd name="T81" fmla="*/ 211 h 226"/>
                <a:gd name="T82" fmla="*/ 264 w 304"/>
                <a:gd name="T83" fmla="*/ 212 h 226"/>
                <a:gd name="T84" fmla="*/ 259 w 304"/>
                <a:gd name="T85" fmla="*/ 212 h 226"/>
                <a:gd name="T86" fmla="*/ 251 w 304"/>
                <a:gd name="T87" fmla="*/ 216 h 226"/>
                <a:gd name="T88" fmla="*/ 247 w 304"/>
                <a:gd name="T89" fmla="*/ 216 h 226"/>
                <a:gd name="T90" fmla="*/ 244 w 304"/>
                <a:gd name="T91" fmla="*/ 219 h 226"/>
                <a:gd name="T92" fmla="*/ 244 w 304"/>
                <a:gd name="T93" fmla="*/ 221 h 226"/>
                <a:gd name="T94" fmla="*/ 245 w 304"/>
                <a:gd name="T95" fmla="*/ 223 h 226"/>
                <a:gd name="T96" fmla="*/ 250 w 304"/>
                <a:gd name="T97" fmla="*/ 223 h 226"/>
                <a:gd name="T98" fmla="*/ 253 w 304"/>
                <a:gd name="T99" fmla="*/ 222 h 226"/>
                <a:gd name="T100" fmla="*/ 256 w 304"/>
                <a:gd name="T101" fmla="*/ 222 h 226"/>
                <a:gd name="T102" fmla="*/ 259 w 304"/>
                <a:gd name="T103" fmla="*/ 222 h 226"/>
                <a:gd name="T104" fmla="*/ 264 w 304"/>
                <a:gd name="T105" fmla="*/ 221 h 226"/>
                <a:gd name="T106" fmla="*/ 269 w 304"/>
                <a:gd name="T107" fmla="*/ 221 h 226"/>
                <a:gd name="T108" fmla="*/ 273 w 304"/>
                <a:gd name="T109" fmla="*/ 219 h 226"/>
                <a:gd name="T110" fmla="*/ 279 w 304"/>
                <a:gd name="T111" fmla="*/ 218 h 226"/>
                <a:gd name="T112" fmla="*/ 285 w 304"/>
                <a:gd name="T113" fmla="*/ 216 h 226"/>
                <a:gd name="T114" fmla="*/ 288 w 304"/>
                <a:gd name="T115" fmla="*/ 216 h 226"/>
                <a:gd name="T116" fmla="*/ 292 w 304"/>
                <a:gd name="T117" fmla="*/ 214 h 226"/>
                <a:gd name="T118" fmla="*/ 295 w 304"/>
                <a:gd name="T119" fmla="*/ 212 h 226"/>
                <a:gd name="T120" fmla="*/ 298 w 304"/>
                <a:gd name="T121" fmla="*/ 210 h 226"/>
                <a:gd name="T122" fmla="*/ 302 w 304"/>
                <a:gd name="T123" fmla="*/ 209 h 226"/>
                <a:gd name="T124" fmla="*/ 304 w 304"/>
                <a:gd name="T125" fmla="*/ 207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4" h="226">
                  <a:moveTo>
                    <a:pt x="262" y="205"/>
                  </a:moveTo>
                  <a:cubicBezTo>
                    <a:pt x="262" y="195"/>
                    <a:pt x="262" y="195"/>
                    <a:pt x="262" y="195"/>
                  </a:cubicBezTo>
                  <a:cubicBezTo>
                    <a:pt x="269" y="190"/>
                    <a:pt x="269" y="190"/>
                    <a:pt x="269" y="190"/>
                  </a:cubicBezTo>
                  <a:cubicBezTo>
                    <a:pt x="269" y="189"/>
                    <a:pt x="269" y="189"/>
                    <a:pt x="269" y="189"/>
                  </a:cubicBezTo>
                  <a:cubicBezTo>
                    <a:pt x="269" y="186"/>
                    <a:pt x="270" y="172"/>
                    <a:pt x="270" y="158"/>
                  </a:cubicBezTo>
                  <a:cubicBezTo>
                    <a:pt x="270" y="147"/>
                    <a:pt x="270" y="137"/>
                    <a:pt x="269" y="135"/>
                  </a:cubicBezTo>
                  <a:cubicBezTo>
                    <a:pt x="268" y="135"/>
                    <a:pt x="267" y="132"/>
                    <a:pt x="272" y="112"/>
                  </a:cubicBezTo>
                  <a:cubicBezTo>
                    <a:pt x="273" y="108"/>
                    <a:pt x="273" y="108"/>
                    <a:pt x="273" y="108"/>
                  </a:cubicBezTo>
                  <a:cubicBezTo>
                    <a:pt x="273" y="106"/>
                    <a:pt x="273" y="106"/>
                    <a:pt x="273" y="106"/>
                  </a:cubicBezTo>
                  <a:cubicBezTo>
                    <a:pt x="274" y="102"/>
                    <a:pt x="275" y="98"/>
                    <a:pt x="276" y="96"/>
                  </a:cubicBezTo>
                  <a:cubicBezTo>
                    <a:pt x="269" y="85"/>
                    <a:pt x="269" y="85"/>
                    <a:pt x="269" y="85"/>
                  </a:cubicBezTo>
                  <a:cubicBezTo>
                    <a:pt x="269" y="0"/>
                    <a:pt x="269" y="0"/>
                    <a:pt x="269" y="0"/>
                  </a:cubicBezTo>
                  <a:cubicBezTo>
                    <a:pt x="268" y="0"/>
                    <a:pt x="268" y="0"/>
                    <a:pt x="268" y="0"/>
                  </a:cubicBezTo>
                  <a:cubicBezTo>
                    <a:pt x="192" y="0"/>
                    <a:pt x="192" y="0"/>
                    <a:pt x="192" y="0"/>
                  </a:cubicBezTo>
                  <a:cubicBezTo>
                    <a:pt x="169" y="19"/>
                    <a:pt x="169" y="19"/>
                    <a:pt x="169" y="19"/>
                  </a:cubicBezTo>
                  <a:cubicBezTo>
                    <a:pt x="161" y="35"/>
                    <a:pt x="161" y="35"/>
                    <a:pt x="161" y="35"/>
                  </a:cubicBezTo>
                  <a:cubicBezTo>
                    <a:pt x="145" y="43"/>
                    <a:pt x="145" y="43"/>
                    <a:pt x="145" y="43"/>
                  </a:cubicBezTo>
                  <a:cubicBezTo>
                    <a:pt x="141" y="47"/>
                    <a:pt x="141" y="47"/>
                    <a:pt x="141" y="47"/>
                  </a:cubicBezTo>
                  <a:cubicBezTo>
                    <a:pt x="145" y="50"/>
                    <a:pt x="145" y="50"/>
                    <a:pt x="145" y="50"/>
                  </a:cubicBezTo>
                  <a:cubicBezTo>
                    <a:pt x="149" y="50"/>
                    <a:pt x="149" y="50"/>
                    <a:pt x="149" y="50"/>
                  </a:cubicBezTo>
                  <a:cubicBezTo>
                    <a:pt x="149" y="54"/>
                    <a:pt x="149" y="54"/>
                    <a:pt x="149" y="54"/>
                  </a:cubicBezTo>
                  <a:cubicBezTo>
                    <a:pt x="149" y="58"/>
                    <a:pt x="149" y="58"/>
                    <a:pt x="149" y="58"/>
                  </a:cubicBezTo>
                  <a:cubicBezTo>
                    <a:pt x="145" y="58"/>
                    <a:pt x="145" y="58"/>
                    <a:pt x="145" y="58"/>
                  </a:cubicBezTo>
                  <a:cubicBezTo>
                    <a:pt x="145" y="62"/>
                    <a:pt x="145" y="62"/>
                    <a:pt x="145" y="62"/>
                  </a:cubicBezTo>
                  <a:cubicBezTo>
                    <a:pt x="149" y="66"/>
                    <a:pt x="149" y="66"/>
                    <a:pt x="149" y="66"/>
                  </a:cubicBezTo>
                  <a:cubicBezTo>
                    <a:pt x="149" y="70"/>
                    <a:pt x="149" y="70"/>
                    <a:pt x="149" y="70"/>
                  </a:cubicBezTo>
                  <a:cubicBezTo>
                    <a:pt x="149" y="78"/>
                    <a:pt x="149" y="78"/>
                    <a:pt x="149" y="78"/>
                  </a:cubicBezTo>
                  <a:cubicBezTo>
                    <a:pt x="137" y="78"/>
                    <a:pt x="137" y="78"/>
                    <a:pt x="137" y="78"/>
                  </a:cubicBezTo>
                  <a:cubicBezTo>
                    <a:pt x="126" y="90"/>
                    <a:pt x="126" y="90"/>
                    <a:pt x="126" y="90"/>
                  </a:cubicBezTo>
                  <a:cubicBezTo>
                    <a:pt x="118" y="90"/>
                    <a:pt x="118" y="90"/>
                    <a:pt x="118" y="90"/>
                  </a:cubicBezTo>
                  <a:cubicBezTo>
                    <a:pt x="106" y="90"/>
                    <a:pt x="106" y="90"/>
                    <a:pt x="106" y="90"/>
                  </a:cubicBezTo>
                  <a:cubicBezTo>
                    <a:pt x="102" y="90"/>
                    <a:pt x="102" y="90"/>
                    <a:pt x="102" y="90"/>
                  </a:cubicBezTo>
                  <a:cubicBezTo>
                    <a:pt x="94" y="93"/>
                    <a:pt x="94" y="93"/>
                    <a:pt x="94" y="93"/>
                  </a:cubicBezTo>
                  <a:cubicBezTo>
                    <a:pt x="91" y="90"/>
                    <a:pt x="91" y="90"/>
                    <a:pt x="91" y="90"/>
                  </a:cubicBezTo>
                  <a:cubicBezTo>
                    <a:pt x="75" y="86"/>
                    <a:pt x="75" y="86"/>
                    <a:pt x="75" y="86"/>
                  </a:cubicBezTo>
                  <a:cubicBezTo>
                    <a:pt x="36" y="93"/>
                    <a:pt x="36" y="93"/>
                    <a:pt x="36" y="93"/>
                  </a:cubicBezTo>
                  <a:cubicBezTo>
                    <a:pt x="44" y="117"/>
                    <a:pt x="44" y="117"/>
                    <a:pt x="44" y="117"/>
                  </a:cubicBezTo>
                  <a:cubicBezTo>
                    <a:pt x="36" y="121"/>
                    <a:pt x="36" y="121"/>
                    <a:pt x="36" y="121"/>
                  </a:cubicBezTo>
                  <a:cubicBezTo>
                    <a:pt x="32" y="129"/>
                    <a:pt x="32" y="129"/>
                    <a:pt x="32" y="129"/>
                  </a:cubicBezTo>
                  <a:cubicBezTo>
                    <a:pt x="28" y="129"/>
                    <a:pt x="28" y="129"/>
                    <a:pt x="28" y="129"/>
                  </a:cubicBezTo>
                  <a:cubicBezTo>
                    <a:pt x="1" y="148"/>
                    <a:pt x="1" y="148"/>
                    <a:pt x="1" y="148"/>
                  </a:cubicBezTo>
                  <a:cubicBezTo>
                    <a:pt x="0" y="148"/>
                    <a:pt x="0" y="148"/>
                    <a:pt x="0" y="148"/>
                  </a:cubicBezTo>
                  <a:cubicBezTo>
                    <a:pt x="0" y="149"/>
                    <a:pt x="0" y="149"/>
                    <a:pt x="0" y="149"/>
                  </a:cubicBezTo>
                  <a:cubicBezTo>
                    <a:pt x="1" y="150"/>
                    <a:pt x="1" y="150"/>
                    <a:pt x="1" y="150"/>
                  </a:cubicBezTo>
                  <a:cubicBezTo>
                    <a:pt x="179" y="150"/>
                    <a:pt x="179" y="150"/>
                    <a:pt x="179" y="150"/>
                  </a:cubicBezTo>
                  <a:cubicBezTo>
                    <a:pt x="179" y="151"/>
                    <a:pt x="180" y="156"/>
                    <a:pt x="180" y="164"/>
                  </a:cubicBezTo>
                  <a:cubicBezTo>
                    <a:pt x="180" y="166"/>
                    <a:pt x="180" y="168"/>
                    <a:pt x="181" y="169"/>
                  </a:cubicBezTo>
                  <a:cubicBezTo>
                    <a:pt x="179" y="172"/>
                    <a:pt x="179" y="172"/>
                    <a:pt x="179" y="172"/>
                  </a:cubicBezTo>
                  <a:cubicBezTo>
                    <a:pt x="183" y="169"/>
                    <a:pt x="183" y="169"/>
                    <a:pt x="183" y="169"/>
                  </a:cubicBezTo>
                  <a:cubicBezTo>
                    <a:pt x="183" y="169"/>
                    <a:pt x="183" y="169"/>
                    <a:pt x="184" y="169"/>
                  </a:cubicBezTo>
                  <a:cubicBezTo>
                    <a:pt x="188" y="178"/>
                    <a:pt x="188" y="178"/>
                    <a:pt x="188" y="178"/>
                  </a:cubicBezTo>
                  <a:cubicBezTo>
                    <a:pt x="190" y="185"/>
                    <a:pt x="190" y="185"/>
                    <a:pt x="190" y="185"/>
                  </a:cubicBezTo>
                  <a:cubicBezTo>
                    <a:pt x="197" y="193"/>
                    <a:pt x="197" y="193"/>
                    <a:pt x="197" y="193"/>
                  </a:cubicBezTo>
                  <a:cubicBezTo>
                    <a:pt x="198" y="193"/>
                    <a:pt x="198" y="193"/>
                    <a:pt x="198" y="193"/>
                  </a:cubicBezTo>
                  <a:cubicBezTo>
                    <a:pt x="199" y="193"/>
                    <a:pt x="199" y="193"/>
                    <a:pt x="199" y="193"/>
                  </a:cubicBezTo>
                  <a:cubicBezTo>
                    <a:pt x="203" y="193"/>
                    <a:pt x="203" y="193"/>
                    <a:pt x="203" y="193"/>
                  </a:cubicBezTo>
                  <a:cubicBezTo>
                    <a:pt x="214" y="202"/>
                    <a:pt x="214" y="202"/>
                    <a:pt x="214" y="202"/>
                  </a:cubicBezTo>
                  <a:cubicBezTo>
                    <a:pt x="224" y="211"/>
                    <a:pt x="224" y="211"/>
                    <a:pt x="224" y="211"/>
                  </a:cubicBezTo>
                  <a:cubicBezTo>
                    <a:pt x="230" y="211"/>
                    <a:pt x="230" y="211"/>
                    <a:pt x="230" y="211"/>
                  </a:cubicBezTo>
                  <a:cubicBezTo>
                    <a:pt x="236" y="219"/>
                    <a:pt x="236" y="219"/>
                    <a:pt x="236" y="219"/>
                  </a:cubicBezTo>
                  <a:cubicBezTo>
                    <a:pt x="239" y="214"/>
                    <a:pt x="239" y="214"/>
                    <a:pt x="239" y="214"/>
                  </a:cubicBezTo>
                  <a:cubicBezTo>
                    <a:pt x="243" y="214"/>
                    <a:pt x="243" y="214"/>
                    <a:pt x="243" y="214"/>
                  </a:cubicBezTo>
                  <a:cubicBezTo>
                    <a:pt x="247" y="210"/>
                    <a:pt x="247" y="210"/>
                    <a:pt x="247" y="210"/>
                  </a:cubicBezTo>
                  <a:cubicBezTo>
                    <a:pt x="262" y="205"/>
                    <a:pt x="262" y="205"/>
                    <a:pt x="262" y="205"/>
                  </a:cubicBezTo>
                  <a:close/>
                  <a:moveTo>
                    <a:pt x="240" y="221"/>
                  </a:moveTo>
                  <a:cubicBezTo>
                    <a:pt x="239" y="220"/>
                    <a:pt x="239" y="220"/>
                    <a:pt x="239" y="220"/>
                  </a:cubicBezTo>
                  <a:cubicBezTo>
                    <a:pt x="238" y="221"/>
                    <a:pt x="238" y="221"/>
                    <a:pt x="238" y="221"/>
                  </a:cubicBezTo>
                  <a:cubicBezTo>
                    <a:pt x="238" y="222"/>
                    <a:pt x="238" y="222"/>
                    <a:pt x="238" y="222"/>
                  </a:cubicBezTo>
                  <a:cubicBezTo>
                    <a:pt x="238" y="222"/>
                    <a:pt x="238" y="222"/>
                    <a:pt x="238" y="222"/>
                  </a:cubicBezTo>
                  <a:cubicBezTo>
                    <a:pt x="237" y="223"/>
                    <a:pt x="237" y="223"/>
                    <a:pt x="237" y="223"/>
                  </a:cubicBezTo>
                  <a:cubicBezTo>
                    <a:pt x="237" y="224"/>
                    <a:pt x="237" y="224"/>
                    <a:pt x="237" y="224"/>
                  </a:cubicBezTo>
                  <a:cubicBezTo>
                    <a:pt x="236" y="225"/>
                    <a:pt x="236" y="225"/>
                    <a:pt x="236" y="225"/>
                  </a:cubicBezTo>
                  <a:cubicBezTo>
                    <a:pt x="236" y="226"/>
                    <a:pt x="236" y="226"/>
                    <a:pt x="236" y="226"/>
                  </a:cubicBezTo>
                  <a:cubicBezTo>
                    <a:pt x="238" y="226"/>
                    <a:pt x="238" y="226"/>
                    <a:pt x="238" y="226"/>
                  </a:cubicBezTo>
                  <a:cubicBezTo>
                    <a:pt x="239" y="225"/>
                    <a:pt x="239" y="225"/>
                    <a:pt x="239" y="225"/>
                  </a:cubicBezTo>
                  <a:cubicBezTo>
                    <a:pt x="240" y="225"/>
                    <a:pt x="240" y="225"/>
                    <a:pt x="240" y="225"/>
                  </a:cubicBezTo>
                  <a:cubicBezTo>
                    <a:pt x="240" y="224"/>
                    <a:pt x="240" y="224"/>
                    <a:pt x="240" y="224"/>
                  </a:cubicBezTo>
                  <a:cubicBezTo>
                    <a:pt x="241" y="223"/>
                    <a:pt x="241" y="223"/>
                    <a:pt x="241" y="223"/>
                  </a:cubicBezTo>
                  <a:cubicBezTo>
                    <a:pt x="242" y="223"/>
                    <a:pt x="242" y="223"/>
                    <a:pt x="242" y="223"/>
                  </a:cubicBezTo>
                  <a:cubicBezTo>
                    <a:pt x="242" y="222"/>
                    <a:pt x="242" y="222"/>
                    <a:pt x="242" y="222"/>
                  </a:cubicBezTo>
                  <a:cubicBezTo>
                    <a:pt x="242" y="221"/>
                    <a:pt x="242" y="221"/>
                    <a:pt x="242" y="221"/>
                  </a:cubicBezTo>
                  <a:cubicBezTo>
                    <a:pt x="241" y="221"/>
                    <a:pt x="241" y="221"/>
                    <a:pt x="241" y="221"/>
                  </a:cubicBezTo>
                  <a:lnTo>
                    <a:pt x="240" y="221"/>
                  </a:lnTo>
                  <a:close/>
                  <a:moveTo>
                    <a:pt x="299" y="200"/>
                  </a:moveTo>
                  <a:cubicBezTo>
                    <a:pt x="300" y="199"/>
                    <a:pt x="300" y="199"/>
                    <a:pt x="300" y="199"/>
                  </a:cubicBezTo>
                  <a:cubicBezTo>
                    <a:pt x="298" y="199"/>
                    <a:pt x="298" y="199"/>
                    <a:pt x="298" y="199"/>
                  </a:cubicBezTo>
                  <a:cubicBezTo>
                    <a:pt x="298" y="200"/>
                    <a:pt x="298" y="200"/>
                    <a:pt x="298" y="200"/>
                  </a:cubicBezTo>
                  <a:cubicBezTo>
                    <a:pt x="298" y="201"/>
                    <a:pt x="298" y="201"/>
                    <a:pt x="298" y="201"/>
                  </a:cubicBezTo>
                  <a:cubicBezTo>
                    <a:pt x="299" y="201"/>
                    <a:pt x="299" y="201"/>
                    <a:pt x="299" y="201"/>
                  </a:cubicBezTo>
                  <a:lnTo>
                    <a:pt x="299" y="200"/>
                  </a:lnTo>
                  <a:close/>
                  <a:moveTo>
                    <a:pt x="303" y="207"/>
                  </a:moveTo>
                  <a:cubicBezTo>
                    <a:pt x="302" y="207"/>
                    <a:pt x="302" y="207"/>
                    <a:pt x="302" y="207"/>
                  </a:cubicBezTo>
                  <a:cubicBezTo>
                    <a:pt x="302" y="207"/>
                    <a:pt x="302" y="207"/>
                    <a:pt x="302" y="207"/>
                  </a:cubicBezTo>
                  <a:cubicBezTo>
                    <a:pt x="301" y="208"/>
                    <a:pt x="301" y="208"/>
                    <a:pt x="301" y="208"/>
                  </a:cubicBezTo>
                  <a:cubicBezTo>
                    <a:pt x="300" y="208"/>
                    <a:pt x="300" y="208"/>
                    <a:pt x="300" y="208"/>
                  </a:cubicBezTo>
                  <a:cubicBezTo>
                    <a:pt x="298" y="209"/>
                    <a:pt x="298" y="209"/>
                    <a:pt x="298" y="209"/>
                  </a:cubicBezTo>
                  <a:cubicBezTo>
                    <a:pt x="297" y="209"/>
                    <a:pt x="297" y="209"/>
                    <a:pt x="297" y="209"/>
                  </a:cubicBezTo>
                  <a:cubicBezTo>
                    <a:pt x="297" y="208"/>
                    <a:pt x="297" y="208"/>
                    <a:pt x="297" y="208"/>
                  </a:cubicBezTo>
                  <a:cubicBezTo>
                    <a:pt x="296" y="208"/>
                    <a:pt x="296" y="208"/>
                    <a:pt x="296" y="208"/>
                  </a:cubicBezTo>
                  <a:cubicBezTo>
                    <a:pt x="296" y="208"/>
                    <a:pt x="296" y="208"/>
                    <a:pt x="296" y="208"/>
                  </a:cubicBezTo>
                  <a:cubicBezTo>
                    <a:pt x="296" y="209"/>
                    <a:pt x="295" y="208"/>
                    <a:pt x="295" y="208"/>
                  </a:cubicBezTo>
                  <a:cubicBezTo>
                    <a:pt x="294" y="209"/>
                    <a:pt x="294" y="209"/>
                    <a:pt x="294" y="209"/>
                  </a:cubicBezTo>
                  <a:cubicBezTo>
                    <a:pt x="293" y="209"/>
                    <a:pt x="293" y="209"/>
                    <a:pt x="293" y="209"/>
                  </a:cubicBezTo>
                  <a:cubicBezTo>
                    <a:pt x="292" y="209"/>
                    <a:pt x="292" y="209"/>
                    <a:pt x="292" y="209"/>
                  </a:cubicBezTo>
                  <a:cubicBezTo>
                    <a:pt x="291" y="209"/>
                    <a:pt x="291" y="209"/>
                    <a:pt x="291" y="209"/>
                  </a:cubicBezTo>
                  <a:cubicBezTo>
                    <a:pt x="291" y="209"/>
                    <a:pt x="291" y="209"/>
                    <a:pt x="291" y="209"/>
                  </a:cubicBezTo>
                  <a:cubicBezTo>
                    <a:pt x="291" y="209"/>
                    <a:pt x="291" y="209"/>
                    <a:pt x="290" y="210"/>
                  </a:cubicBezTo>
                  <a:cubicBezTo>
                    <a:pt x="289" y="211"/>
                    <a:pt x="288" y="212"/>
                    <a:pt x="288" y="212"/>
                  </a:cubicBezTo>
                  <a:cubicBezTo>
                    <a:pt x="286" y="213"/>
                    <a:pt x="288" y="214"/>
                    <a:pt x="288" y="214"/>
                  </a:cubicBezTo>
                  <a:cubicBezTo>
                    <a:pt x="287" y="215"/>
                    <a:pt x="286" y="213"/>
                    <a:pt x="286" y="213"/>
                  </a:cubicBezTo>
                  <a:cubicBezTo>
                    <a:pt x="284" y="212"/>
                    <a:pt x="284" y="212"/>
                    <a:pt x="284" y="212"/>
                  </a:cubicBezTo>
                  <a:cubicBezTo>
                    <a:pt x="283" y="212"/>
                    <a:pt x="284" y="212"/>
                    <a:pt x="284" y="212"/>
                  </a:cubicBezTo>
                  <a:cubicBezTo>
                    <a:pt x="287" y="209"/>
                    <a:pt x="287" y="209"/>
                    <a:pt x="287" y="209"/>
                  </a:cubicBezTo>
                  <a:cubicBezTo>
                    <a:pt x="288" y="209"/>
                    <a:pt x="290" y="207"/>
                    <a:pt x="290" y="207"/>
                  </a:cubicBezTo>
                  <a:cubicBezTo>
                    <a:pt x="290" y="206"/>
                    <a:pt x="293" y="205"/>
                    <a:pt x="293" y="205"/>
                  </a:cubicBezTo>
                  <a:cubicBezTo>
                    <a:pt x="294" y="205"/>
                    <a:pt x="292" y="204"/>
                    <a:pt x="292" y="204"/>
                  </a:cubicBezTo>
                  <a:cubicBezTo>
                    <a:pt x="292" y="205"/>
                    <a:pt x="290" y="205"/>
                    <a:pt x="290" y="205"/>
                  </a:cubicBezTo>
                  <a:cubicBezTo>
                    <a:pt x="288" y="207"/>
                    <a:pt x="288" y="207"/>
                    <a:pt x="288" y="207"/>
                  </a:cubicBezTo>
                  <a:cubicBezTo>
                    <a:pt x="287" y="207"/>
                    <a:pt x="286" y="208"/>
                    <a:pt x="286" y="208"/>
                  </a:cubicBezTo>
                  <a:cubicBezTo>
                    <a:pt x="284" y="209"/>
                    <a:pt x="284" y="209"/>
                    <a:pt x="284" y="209"/>
                  </a:cubicBezTo>
                  <a:cubicBezTo>
                    <a:pt x="283" y="210"/>
                    <a:pt x="282" y="210"/>
                    <a:pt x="282" y="210"/>
                  </a:cubicBezTo>
                  <a:cubicBezTo>
                    <a:pt x="281" y="210"/>
                    <a:pt x="277" y="210"/>
                    <a:pt x="277" y="210"/>
                  </a:cubicBezTo>
                  <a:cubicBezTo>
                    <a:pt x="275" y="211"/>
                    <a:pt x="270" y="211"/>
                    <a:pt x="270" y="211"/>
                  </a:cubicBezTo>
                  <a:cubicBezTo>
                    <a:pt x="269" y="210"/>
                    <a:pt x="268" y="211"/>
                    <a:pt x="268" y="211"/>
                  </a:cubicBezTo>
                  <a:cubicBezTo>
                    <a:pt x="268" y="212"/>
                    <a:pt x="265" y="213"/>
                    <a:pt x="265" y="213"/>
                  </a:cubicBezTo>
                  <a:cubicBezTo>
                    <a:pt x="265" y="212"/>
                    <a:pt x="264" y="212"/>
                    <a:pt x="264" y="212"/>
                  </a:cubicBezTo>
                  <a:cubicBezTo>
                    <a:pt x="261" y="212"/>
                    <a:pt x="261" y="212"/>
                    <a:pt x="261" y="212"/>
                  </a:cubicBezTo>
                  <a:cubicBezTo>
                    <a:pt x="260" y="212"/>
                    <a:pt x="260" y="212"/>
                    <a:pt x="260" y="212"/>
                  </a:cubicBezTo>
                  <a:cubicBezTo>
                    <a:pt x="259" y="212"/>
                    <a:pt x="259" y="212"/>
                    <a:pt x="259" y="212"/>
                  </a:cubicBezTo>
                  <a:cubicBezTo>
                    <a:pt x="259" y="213"/>
                    <a:pt x="258" y="213"/>
                    <a:pt x="258" y="213"/>
                  </a:cubicBezTo>
                  <a:cubicBezTo>
                    <a:pt x="256" y="212"/>
                    <a:pt x="256" y="213"/>
                    <a:pt x="255" y="213"/>
                  </a:cubicBezTo>
                  <a:cubicBezTo>
                    <a:pt x="254" y="213"/>
                    <a:pt x="252" y="216"/>
                    <a:pt x="251" y="216"/>
                  </a:cubicBezTo>
                  <a:cubicBezTo>
                    <a:pt x="251" y="215"/>
                    <a:pt x="246" y="217"/>
                    <a:pt x="246" y="217"/>
                  </a:cubicBezTo>
                  <a:cubicBezTo>
                    <a:pt x="246" y="217"/>
                    <a:pt x="246" y="217"/>
                    <a:pt x="246" y="217"/>
                  </a:cubicBezTo>
                  <a:cubicBezTo>
                    <a:pt x="247" y="216"/>
                    <a:pt x="247" y="216"/>
                    <a:pt x="247" y="216"/>
                  </a:cubicBezTo>
                  <a:cubicBezTo>
                    <a:pt x="246" y="216"/>
                    <a:pt x="246" y="216"/>
                    <a:pt x="246" y="216"/>
                  </a:cubicBezTo>
                  <a:cubicBezTo>
                    <a:pt x="244" y="218"/>
                    <a:pt x="244" y="218"/>
                    <a:pt x="244" y="218"/>
                  </a:cubicBezTo>
                  <a:cubicBezTo>
                    <a:pt x="244" y="219"/>
                    <a:pt x="244" y="219"/>
                    <a:pt x="244" y="219"/>
                  </a:cubicBezTo>
                  <a:cubicBezTo>
                    <a:pt x="244" y="220"/>
                    <a:pt x="244" y="220"/>
                    <a:pt x="244" y="220"/>
                  </a:cubicBezTo>
                  <a:cubicBezTo>
                    <a:pt x="244" y="220"/>
                    <a:pt x="244" y="220"/>
                    <a:pt x="244" y="220"/>
                  </a:cubicBezTo>
                  <a:cubicBezTo>
                    <a:pt x="244" y="221"/>
                    <a:pt x="244" y="221"/>
                    <a:pt x="244" y="221"/>
                  </a:cubicBezTo>
                  <a:cubicBezTo>
                    <a:pt x="244" y="222"/>
                    <a:pt x="244" y="222"/>
                    <a:pt x="244" y="222"/>
                  </a:cubicBezTo>
                  <a:cubicBezTo>
                    <a:pt x="244" y="223"/>
                    <a:pt x="244" y="223"/>
                    <a:pt x="244" y="223"/>
                  </a:cubicBezTo>
                  <a:cubicBezTo>
                    <a:pt x="245" y="223"/>
                    <a:pt x="245" y="223"/>
                    <a:pt x="245" y="223"/>
                  </a:cubicBezTo>
                  <a:cubicBezTo>
                    <a:pt x="247" y="223"/>
                    <a:pt x="247" y="223"/>
                    <a:pt x="247" y="223"/>
                  </a:cubicBezTo>
                  <a:cubicBezTo>
                    <a:pt x="248" y="223"/>
                    <a:pt x="248" y="223"/>
                    <a:pt x="248" y="223"/>
                  </a:cubicBezTo>
                  <a:cubicBezTo>
                    <a:pt x="250" y="223"/>
                    <a:pt x="250" y="223"/>
                    <a:pt x="250" y="223"/>
                  </a:cubicBezTo>
                  <a:cubicBezTo>
                    <a:pt x="251" y="223"/>
                    <a:pt x="251" y="223"/>
                    <a:pt x="251" y="223"/>
                  </a:cubicBezTo>
                  <a:cubicBezTo>
                    <a:pt x="252" y="222"/>
                    <a:pt x="252" y="222"/>
                    <a:pt x="252" y="222"/>
                  </a:cubicBezTo>
                  <a:cubicBezTo>
                    <a:pt x="253" y="222"/>
                    <a:pt x="253" y="222"/>
                    <a:pt x="253" y="222"/>
                  </a:cubicBezTo>
                  <a:cubicBezTo>
                    <a:pt x="254" y="222"/>
                    <a:pt x="254" y="222"/>
                    <a:pt x="254" y="222"/>
                  </a:cubicBezTo>
                  <a:cubicBezTo>
                    <a:pt x="255" y="222"/>
                    <a:pt x="255" y="222"/>
                    <a:pt x="255" y="222"/>
                  </a:cubicBezTo>
                  <a:cubicBezTo>
                    <a:pt x="256" y="222"/>
                    <a:pt x="256" y="222"/>
                    <a:pt x="256" y="222"/>
                  </a:cubicBezTo>
                  <a:cubicBezTo>
                    <a:pt x="258" y="222"/>
                    <a:pt x="258" y="222"/>
                    <a:pt x="258" y="222"/>
                  </a:cubicBezTo>
                  <a:cubicBezTo>
                    <a:pt x="258" y="222"/>
                    <a:pt x="258" y="222"/>
                    <a:pt x="258" y="222"/>
                  </a:cubicBezTo>
                  <a:cubicBezTo>
                    <a:pt x="259" y="222"/>
                    <a:pt x="259" y="222"/>
                    <a:pt x="259" y="222"/>
                  </a:cubicBezTo>
                  <a:cubicBezTo>
                    <a:pt x="260" y="221"/>
                    <a:pt x="260" y="221"/>
                    <a:pt x="260" y="221"/>
                  </a:cubicBezTo>
                  <a:cubicBezTo>
                    <a:pt x="262" y="221"/>
                    <a:pt x="262" y="221"/>
                    <a:pt x="262" y="221"/>
                  </a:cubicBezTo>
                  <a:cubicBezTo>
                    <a:pt x="264" y="221"/>
                    <a:pt x="264" y="221"/>
                    <a:pt x="264" y="221"/>
                  </a:cubicBezTo>
                  <a:cubicBezTo>
                    <a:pt x="265" y="221"/>
                    <a:pt x="265" y="221"/>
                    <a:pt x="265" y="221"/>
                  </a:cubicBezTo>
                  <a:cubicBezTo>
                    <a:pt x="267" y="221"/>
                    <a:pt x="267" y="221"/>
                    <a:pt x="267" y="221"/>
                  </a:cubicBezTo>
                  <a:cubicBezTo>
                    <a:pt x="269" y="221"/>
                    <a:pt x="269" y="221"/>
                    <a:pt x="269" y="221"/>
                  </a:cubicBezTo>
                  <a:cubicBezTo>
                    <a:pt x="271" y="220"/>
                    <a:pt x="271" y="220"/>
                    <a:pt x="271" y="220"/>
                  </a:cubicBezTo>
                  <a:cubicBezTo>
                    <a:pt x="272" y="220"/>
                    <a:pt x="272" y="220"/>
                    <a:pt x="272" y="220"/>
                  </a:cubicBezTo>
                  <a:cubicBezTo>
                    <a:pt x="273" y="219"/>
                    <a:pt x="273" y="219"/>
                    <a:pt x="273" y="219"/>
                  </a:cubicBezTo>
                  <a:cubicBezTo>
                    <a:pt x="276" y="219"/>
                    <a:pt x="276" y="219"/>
                    <a:pt x="276" y="219"/>
                  </a:cubicBezTo>
                  <a:cubicBezTo>
                    <a:pt x="277" y="219"/>
                    <a:pt x="277" y="219"/>
                    <a:pt x="277" y="219"/>
                  </a:cubicBezTo>
                  <a:cubicBezTo>
                    <a:pt x="279" y="218"/>
                    <a:pt x="279" y="218"/>
                    <a:pt x="279" y="218"/>
                  </a:cubicBezTo>
                  <a:cubicBezTo>
                    <a:pt x="281" y="218"/>
                    <a:pt x="281" y="218"/>
                    <a:pt x="281" y="218"/>
                  </a:cubicBezTo>
                  <a:cubicBezTo>
                    <a:pt x="282" y="217"/>
                    <a:pt x="282" y="217"/>
                    <a:pt x="282" y="217"/>
                  </a:cubicBezTo>
                  <a:cubicBezTo>
                    <a:pt x="285" y="216"/>
                    <a:pt x="285" y="216"/>
                    <a:pt x="285" y="216"/>
                  </a:cubicBezTo>
                  <a:cubicBezTo>
                    <a:pt x="285" y="216"/>
                    <a:pt x="285" y="216"/>
                    <a:pt x="285" y="216"/>
                  </a:cubicBezTo>
                  <a:cubicBezTo>
                    <a:pt x="286" y="216"/>
                    <a:pt x="286" y="216"/>
                    <a:pt x="286" y="216"/>
                  </a:cubicBezTo>
                  <a:cubicBezTo>
                    <a:pt x="288" y="216"/>
                    <a:pt x="288" y="216"/>
                    <a:pt x="288" y="216"/>
                  </a:cubicBezTo>
                  <a:cubicBezTo>
                    <a:pt x="290" y="215"/>
                    <a:pt x="290" y="215"/>
                    <a:pt x="290" y="215"/>
                  </a:cubicBezTo>
                  <a:cubicBezTo>
                    <a:pt x="291" y="214"/>
                    <a:pt x="291" y="214"/>
                    <a:pt x="291" y="214"/>
                  </a:cubicBezTo>
                  <a:cubicBezTo>
                    <a:pt x="292" y="214"/>
                    <a:pt x="292" y="214"/>
                    <a:pt x="292" y="214"/>
                  </a:cubicBezTo>
                  <a:cubicBezTo>
                    <a:pt x="293" y="213"/>
                    <a:pt x="293" y="213"/>
                    <a:pt x="293" y="213"/>
                  </a:cubicBezTo>
                  <a:cubicBezTo>
                    <a:pt x="294" y="213"/>
                    <a:pt x="294" y="213"/>
                    <a:pt x="294" y="213"/>
                  </a:cubicBezTo>
                  <a:cubicBezTo>
                    <a:pt x="295" y="212"/>
                    <a:pt x="295" y="212"/>
                    <a:pt x="295" y="212"/>
                  </a:cubicBezTo>
                  <a:cubicBezTo>
                    <a:pt x="296" y="211"/>
                    <a:pt x="296" y="211"/>
                    <a:pt x="296" y="211"/>
                  </a:cubicBezTo>
                  <a:cubicBezTo>
                    <a:pt x="297" y="211"/>
                    <a:pt x="297" y="211"/>
                    <a:pt x="297" y="211"/>
                  </a:cubicBezTo>
                  <a:cubicBezTo>
                    <a:pt x="298" y="210"/>
                    <a:pt x="298" y="210"/>
                    <a:pt x="298" y="210"/>
                  </a:cubicBezTo>
                  <a:cubicBezTo>
                    <a:pt x="300" y="209"/>
                    <a:pt x="300" y="209"/>
                    <a:pt x="300" y="209"/>
                  </a:cubicBezTo>
                  <a:cubicBezTo>
                    <a:pt x="301" y="209"/>
                    <a:pt x="301" y="209"/>
                    <a:pt x="301" y="209"/>
                  </a:cubicBezTo>
                  <a:cubicBezTo>
                    <a:pt x="302" y="209"/>
                    <a:pt x="302" y="209"/>
                    <a:pt x="302" y="209"/>
                  </a:cubicBezTo>
                  <a:cubicBezTo>
                    <a:pt x="303" y="208"/>
                    <a:pt x="303" y="208"/>
                    <a:pt x="303" y="208"/>
                  </a:cubicBezTo>
                  <a:cubicBezTo>
                    <a:pt x="304" y="208"/>
                    <a:pt x="304" y="208"/>
                    <a:pt x="304" y="208"/>
                  </a:cubicBezTo>
                  <a:cubicBezTo>
                    <a:pt x="304" y="207"/>
                    <a:pt x="304" y="207"/>
                    <a:pt x="304" y="207"/>
                  </a:cubicBezTo>
                  <a:lnTo>
                    <a:pt x="303" y="207"/>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6" name="New Mexico">
              <a:extLst>
                <a:ext uri="{FF2B5EF4-FFF2-40B4-BE49-F238E27FC236}">
                  <a16:creationId xmlns:a16="http://schemas.microsoft.com/office/drawing/2014/main" id="{6269BC5F-5A03-F24E-8078-02F2C4DC92EA}"/>
                </a:ext>
              </a:extLst>
            </p:cNvPr>
            <p:cNvSpPr>
              <a:spLocks/>
            </p:cNvSpPr>
            <p:nvPr/>
          </p:nvSpPr>
          <p:spPr bwMode="auto">
            <a:xfrm>
              <a:off x="4504358" y="3189710"/>
              <a:ext cx="901116" cy="1252199"/>
            </a:xfrm>
            <a:custGeom>
              <a:avLst/>
              <a:gdLst>
                <a:gd name="T0" fmla="*/ 217 w 539"/>
                <a:gd name="T1" fmla="*/ 701 h 749"/>
                <a:gd name="T2" fmla="*/ 220 w 539"/>
                <a:gd name="T3" fmla="*/ 701 h 749"/>
                <a:gd name="T4" fmla="*/ 539 w 539"/>
                <a:gd name="T5" fmla="*/ 701 h 749"/>
                <a:gd name="T6" fmla="*/ 539 w 539"/>
                <a:gd name="T7" fmla="*/ 95 h 749"/>
                <a:gd name="T8" fmla="*/ 539 w 539"/>
                <a:gd name="T9" fmla="*/ 95 h 749"/>
                <a:gd name="T10" fmla="*/ 539 w 539"/>
                <a:gd name="T11" fmla="*/ 0 h 749"/>
                <a:gd name="T12" fmla="*/ 2 w 539"/>
                <a:gd name="T13" fmla="*/ 0 h 749"/>
                <a:gd name="T14" fmla="*/ 0 w 539"/>
                <a:gd name="T15" fmla="*/ 0 h 749"/>
                <a:gd name="T16" fmla="*/ 0 w 539"/>
                <a:gd name="T17" fmla="*/ 749 h 749"/>
                <a:gd name="T18" fmla="*/ 56 w 539"/>
                <a:gd name="T19" fmla="*/ 749 h 749"/>
                <a:gd name="T20" fmla="*/ 56 w 539"/>
                <a:gd name="T21" fmla="*/ 704 h 749"/>
                <a:gd name="T22" fmla="*/ 208 w 539"/>
                <a:gd name="T23" fmla="*/ 704 h 749"/>
                <a:gd name="T24" fmla="*/ 208 w 539"/>
                <a:gd name="T25" fmla="*/ 701 h 749"/>
                <a:gd name="T26" fmla="*/ 217 w 539"/>
                <a:gd name="T27" fmla="*/ 701 h 749"/>
                <a:gd name="T28" fmla="*/ 217 w 539"/>
                <a:gd name="T29" fmla="*/ 701 h 749"/>
                <a:gd name="T30" fmla="*/ 217 w 539"/>
                <a:gd name="T31" fmla="*/ 701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39" h="749">
                  <a:moveTo>
                    <a:pt x="217" y="701"/>
                  </a:moveTo>
                  <a:lnTo>
                    <a:pt x="220" y="701"/>
                  </a:lnTo>
                  <a:lnTo>
                    <a:pt x="539" y="701"/>
                  </a:lnTo>
                  <a:lnTo>
                    <a:pt x="539" y="95"/>
                  </a:lnTo>
                  <a:lnTo>
                    <a:pt x="539" y="95"/>
                  </a:lnTo>
                  <a:lnTo>
                    <a:pt x="539" y="0"/>
                  </a:lnTo>
                  <a:lnTo>
                    <a:pt x="2" y="0"/>
                  </a:lnTo>
                  <a:lnTo>
                    <a:pt x="0" y="0"/>
                  </a:lnTo>
                  <a:lnTo>
                    <a:pt x="0" y="749"/>
                  </a:lnTo>
                  <a:lnTo>
                    <a:pt x="56" y="749"/>
                  </a:lnTo>
                  <a:lnTo>
                    <a:pt x="56" y="704"/>
                  </a:lnTo>
                  <a:lnTo>
                    <a:pt x="208" y="704"/>
                  </a:lnTo>
                  <a:lnTo>
                    <a:pt x="208" y="701"/>
                  </a:lnTo>
                  <a:lnTo>
                    <a:pt x="217" y="701"/>
                  </a:lnTo>
                  <a:lnTo>
                    <a:pt x="217" y="701"/>
                  </a:lnTo>
                  <a:lnTo>
                    <a:pt x="217" y="701"/>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7" name="New Jersey">
              <a:extLst>
                <a:ext uri="{FF2B5EF4-FFF2-40B4-BE49-F238E27FC236}">
                  <a16:creationId xmlns:a16="http://schemas.microsoft.com/office/drawing/2014/main" id="{8B8D2348-A38E-214E-AE6D-F80B8E26FD37}"/>
                </a:ext>
              </a:extLst>
            </p:cNvPr>
            <p:cNvSpPr>
              <a:spLocks/>
            </p:cNvSpPr>
            <p:nvPr/>
          </p:nvSpPr>
          <p:spPr bwMode="auto">
            <a:xfrm>
              <a:off x="9623941" y="2547728"/>
              <a:ext cx="258691" cy="471790"/>
            </a:xfrm>
            <a:custGeom>
              <a:avLst/>
              <a:gdLst>
                <a:gd name="connsiteX0" fmla="*/ 111667 w 258691"/>
                <a:gd name="connsiteY0" fmla="*/ 0 h 471790"/>
                <a:gd name="connsiteX1" fmla="*/ 127561 w 258691"/>
                <a:gd name="connsiteY1" fmla="*/ 0 h 471790"/>
                <a:gd name="connsiteX2" fmla="*/ 171271 w 258691"/>
                <a:gd name="connsiteY2" fmla="*/ 35682 h 471790"/>
                <a:gd name="connsiteX3" fmla="*/ 211008 w 258691"/>
                <a:gd name="connsiteY3" fmla="*/ 71363 h 471790"/>
                <a:gd name="connsiteX4" fmla="*/ 234849 w 258691"/>
                <a:gd name="connsiteY4" fmla="*/ 71363 h 471790"/>
                <a:gd name="connsiteX5" fmla="*/ 258691 w 258691"/>
                <a:gd name="connsiteY5" fmla="*/ 103080 h 471790"/>
                <a:gd name="connsiteX6" fmla="*/ 222928 w 258691"/>
                <a:gd name="connsiteY6" fmla="*/ 162550 h 471790"/>
                <a:gd name="connsiteX7" fmla="*/ 222928 w 258691"/>
                <a:gd name="connsiteY7" fmla="*/ 178408 h 471790"/>
                <a:gd name="connsiteX8" fmla="*/ 238823 w 258691"/>
                <a:gd name="connsiteY8" fmla="*/ 194267 h 471790"/>
                <a:gd name="connsiteX9" fmla="*/ 254717 w 258691"/>
                <a:gd name="connsiteY9" fmla="*/ 210125 h 471790"/>
                <a:gd name="connsiteX10" fmla="*/ 254717 w 258691"/>
                <a:gd name="connsiteY10" fmla="*/ 225984 h 471790"/>
                <a:gd name="connsiteX11" fmla="*/ 254717 w 258691"/>
                <a:gd name="connsiteY11" fmla="*/ 269594 h 471790"/>
                <a:gd name="connsiteX12" fmla="*/ 238823 w 258691"/>
                <a:gd name="connsiteY12" fmla="*/ 269594 h 471790"/>
                <a:gd name="connsiteX13" fmla="*/ 222928 w 258691"/>
                <a:gd name="connsiteY13" fmla="*/ 285453 h 471790"/>
                <a:gd name="connsiteX14" fmla="*/ 222928 w 258691"/>
                <a:gd name="connsiteY14" fmla="*/ 333028 h 471790"/>
                <a:gd name="connsiteX15" fmla="*/ 207034 w 258691"/>
                <a:gd name="connsiteY15" fmla="*/ 348887 h 471790"/>
                <a:gd name="connsiteX16" fmla="*/ 191139 w 258691"/>
                <a:gd name="connsiteY16" fmla="*/ 348887 h 471790"/>
                <a:gd name="connsiteX17" fmla="*/ 191139 w 258691"/>
                <a:gd name="connsiteY17" fmla="*/ 364745 h 471790"/>
                <a:gd name="connsiteX18" fmla="*/ 115641 w 258691"/>
                <a:gd name="connsiteY18" fmla="*/ 471790 h 471790"/>
                <a:gd name="connsiteX19" fmla="*/ 115641 w 258691"/>
                <a:gd name="connsiteY19" fmla="*/ 455932 h 471790"/>
                <a:gd name="connsiteX20" fmla="*/ 115641 w 258691"/>
                <a:gd name="connsiteY20" fmla="*/ 424215 h 471790"/>
                <a:gd name="connsiteX21" fmla="*/ 83852 w 258691"/>
                <a:gd name="connsiteY21" fmla="*/ 424215 h 471790"/>
                <a:gd name="connsiteX22" fmla="*/ 67957 w 258691"/>
                <a:gd name="connsiteY22" fmla="*/ 408356 h 471790"/>
                <a:gd name="connsiteX23" fmla="*/ 52063 w 258691"/>
                <a:gd name="connsiteY23" fmla="*/ 392498 h 471790"/>
                <a:gd name="connsiteX24" fmla="*/ 31946 w 258691"/>
                <a:gd name="connsiteY24" fmla="*/ 374099 h 471790"/>
                <a:gd name="connsiteX25" fmla="*/ 7543 w 258691"/>
                <a:gd name="connsiteY25" fmla="*/ 351780 h 471790"/>
                <a:gd name="connsiteX26" fmla="*/ 0 w 258691"/>
                <a:gd name="connsiteY26" fmla="*/ 341160 h 471790"/>
                <a:gd name="connsiteX27" fmla="*/ 8353 w 258691"/>
                <a:gd name="connsiteY27" fmla="*/ 336993 h 471790"/>
                <a:gd name="connsiteX28" fmla="*/ 60010 w 258691"/>
                <a:gd name="connsiteY28" fmla="*/ 289418 h 471790"/>
                <a:gd name="connsiteX29" fmla="*/ 60010 w 258691"/>
                <a:gd name="connsiteY29" fmla="*/ 269594 h 471790"/>
                <a:gd name="connsiteX30" fmla="*/ 75904 w 258691"/>
                <a:gd name="connsiteY30" fmla="*/ 245807 h 471790"/>
                <a:gd name="connsiteX31" fmla="*/ 75904 w 258691"/>
                <a:gd name="connsiteY31" fmla="*/ 186337 h 471790"/>
                <a:gd name="connsiteX32" fmla="*/ 48089 w 258691"/>
                <a:gd name="connsiteY32" fmla="*/ 134797 h 471790"/>
                <a:gd name="connsiteX33" fmla="*/ 36168 w 258691"/>
                <a:gd name="connsiteY33" fmla="*/ 138762 h 471790"/>
                <a:gd name="connsiteX34" fmla="*/ 40142 w 258691"/>
                <a:gd name="connsiteY34" fmla="*/ 130833 h 471790"/>
                <a:gd name="connsiteX35" fmla="*/ 44115 w 258691"/>
                <a:gd name="connsiteY35" fmla="*/ 118939 h 471790"/>
                <a:gd name="connsiteX36" fmla="*/ 52063 w 258691"/>
                <a:gd name="connsiteY36" fmla="*/ 95151 h 471790"/>
                <a:gd name="connsiteX37" fmla="*/ 75904 w 258691"/>
                <a:gd name="connsiteY37" fmla="*/ 59469 h 471790"/>
                <a:gd name="connsiteX38" fmla="*/ 75904 w 258691"/>
                <a:gd name="connsiteY38" fmla="*/ 15859 h 471790"/>
                <a:gd name="connsiteX39" fmla="*/ 111667 w 258691"/>
                <a:gd name="connsiteY39" fmla="*/ 3965 h 471790"/>
                <a:gd name="connsiteX40" fmla="*/ 107693 w 258691"/>
                <a:gd name="connsiteY40" fmla="*/ 3965 h 471790"/>
                <a:gd name="connsiteX41" fmla="*/ 111667 w 258691"/>
                <a:gd name="connsiteY41" fmla="*/ 0 h 471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8691" h="471790">
                  <a:moveTo>
                    <a:pt x="111667" y="0"/>
                  </a:moveTo>
                  <a:cubicBezTo>
                    <a:pt x="111667" y="0"/>
                    <a:pt x="111667" y="0"/>
                    <a:pt x="127561" y="0"/>
                  </a:cubicBezTo>
                  <a:cubicBezTo>
                    <a:pt x="127561" y="0"/>
                    <a:pt x="127561" y="0"/>
                    <a:pt x="171271" y="35682"/>
                  </a:cubicBezTo>
                  <a:cubicBezTo>
                    <a:pt x="171271" y="35682"/>
                    <a:pt x="171271" y="35682"/>
                    <a:pt x="211008" y="71363"/>
                  </a:cubicBezTo>
                  <a:lnTo>
                    <a:pt x="234849" y="71363"/>
                  </a:lnTo>
                  <a:cubicBezTo>
                    <a:pt x="234849" y="71363"/>
                    <a:pt x="234849" y="71363"/>
                    <a:pt x="258691" y="103080"/>
                  </a:cubicBezTo>
                  <a:cubicBezTo>
                    <a:pt x="258691" y="103080"/>
                    <a:pt x="258691" y="103080"/>
                    <a:pt x="222928" y="162550"/>
                  </a:cubicBezTo>
                  <a:cubicBezTo>
                    <a:pt x="222928" y="162550"/>
                    <a:pt x="222928" y="162550"/>
                    <a:pt x="222928" y="178408"/>
                  </a:cubicBezTo>
                  <a:cubicBezTo>
                    <a:pt x="222928" y="178408"/>
                    <a:pt x="222928" y="178408"/>
                    <a:pt x="238823" y="194267"/>
                  </a:cubicBezTo>
                  <a:cubicBezTo>
                    <a:pt x="238823" y="194267"/>
                    <a:pt x="238823" y="194267"/>
                    <a:pt x="254717" y="210125"/>
                  </a:cubicBezTo>
                  <a:cubicBezTo>
                    <a:pt x="254717" y="210125"/>
                    <a:pt x="254717" y="210125"/>
                    <a:pt x="254717" y="225984"/>
                  </a:cubicBezTo>
                  <a:cubicBezTo>
                    <a:pt x="254717" y="225984"/>
                    <a:pt x="254717" y="225984"/>
                    <a:pt x="254717" y="269594"/>
                  </a:cubicBezTo>
                  <a:cubicBezTo>
                    <a:pt x="254717" y="269594"/>
                    <a:pt x="254717" y="269594"/>
                    <a:pt x="238823" y="269594"/>
                  </a:cubicBezTo>
                  <a:cubicBezTo>
                    <a:pt x="238823" y="269594"/>
                    <a:pt x="238823" y="269594"/>
                    <a:pt x="222928" y="285453"/>
                  </a:cubicBezTo>
                  <a:cubicBezTo>
                    <a:pt x="222928" y="285453"/>
                    <a:pt x="222928" y="285453"/>
                    <a:pt x="222928" y="333028"/>
                  </a:cubicBezTo>
                  <a:cubicBezTo>
                    <a:pt x="222928" y="333028"/>
                    <a:pt x="222928" y="333028"/>
                    <a:pt x="207034" y="348887"/>
                  </a:cubicBezTo>
                  <a:cubicBezTo>
                    <a:pt x="207034" y="348887"/>
                    <a:pt x="207034" y="348887"/>
                    <a:pt x="191139" y="348887"/>
                  </a:cubicBezTo>
                  <a:cubicBezTo>
                    <a:pt x="191139" y="348887"/>
                    <a:pt x="191139" y="348887"/>
                    <a:pt x="191139" y="364745"/>
                  </a:cubicBezTo>
                  <a:cubicBezTo>
                    <a:pt x="191139" y="364745"/>
                    <a:pt x="191139" y="364745"/>
                    <a:pt x="115641" y="471790"/>
                  </a:cubicBezTo>
                  <a:cubicBezTo>
                    <a:pt x="115641" y="471790"/>
                    <a:pt x="115641" y="471790"/>
                    <a:pt x="115641" y="455932"/>
                  </a:cubicBezTo>
                  <a:cubicBezTo>
                    <a:pt x="115641" y="455932"/>
                    <a:pt x="115641" y="455932"/>
                    <a:pt x="115641" y="424215"/>
                  </a:cubicBezTo>
                  <a:cubicBezTo>
                    <a:pt x="115641" y="424215"/>
                    <a:pt x="115641" y="424215"/>
                    <a:pt x="83852" y="424215"/>
                  </a:cubicBezTo>
                  <a:cubicBezTo>
                    <a:pt x="83852" y="424215"/>
                    <a:pt x="83852" y="424215"/>
                    <a:pt x="67957" y="408356"/>
                  </a:cubicBezTo>
                  <a:cubicBezTo>
                    <a:pt x="67957" y="408356"/>
                    <a:pt x="67957" y="408356"/>
                    <a:pt x="52063" y="392498"/>
                  </a:cubicBezTo>
                  <a:cubicBezTo>
                    <a:pt x="52063" y="392498"/>
                    <a:pt x="52063" y="392498"/>
                    <a:pt x="31946" y="374099"/>
                  </a:cubicBezTo>
                  <a:lnTo>
                    <a:pt x="7543" y="351780"/>
                  </a:lnTo>
                  <a:lnTo>
                    <a:pt x="0" y="341160"/>
                  </a:lnTo>
                  <a:lnTo>
                    <a:pt x="8353" y="336993"/>
                  </a:lnTo>
                  <a:cubicBezTo>
                    <a:pt x="32194" y="313205"/>
                    <a:pt x="52063" y="293382"/>
                    <a:pt x="60010" y="289418"/>
                  </a:cubicBezTo>
                  <a:cubicBezTo>
                    <a:pt x="60010" y="289418"/>
                    <a:pt x="60010" y="289418"/>
                    <a:pt x="60010" y="269594"/>
                  </a:cubicBezTo>
                  <a:cubicBezTo>
                    <a:pt x="60010" y="269594"/>
                    <a:pt x="60010" y="269594"/>
                    <a:pt x="75904" y="245807"/>
                  </a:cubicBezTo>
                  <a:cubicBezTo>
                    <a:pt x="75904" y="245807"/>
                    <a:pt x="75904" y="245807"/>
                    <a:pt x="75904" y="186337"/>
                  </a:cubicBezTo>
                  <a:cubicBezTo>
                    <a:pt x="75904" y="186337"/>
                    <a:pt x="75904" y="186337"/>
                    <a:pt x="48089" y="134797"/>
                  </a:cubicBezTo>
                  <a:cubicBezTo>
                    <a:pt x="48089" y="134797"/>
                    <a:pt x="48089" y="134797"/>
                    <a:pt x="36168" y="138762"/>
                  </a:cubicBezTo>
                  <a:cubicBezTo>
                    <a:pt x="36168" y="138762"/>
                    <a:pt x="36168" y="138762"/>
                    <a:pt x="40142" y="130833"/>
                  </a:cubicBezTo>
                  <a:cubicBezTo>
                    <a:pt x="40142" y="130833"/>
                    <a:pt x="40142" y="130833"/>
                    <a:pt x="44115" y="118939"/>
                  </a:cubicBezTo>
                  <a:cubicBezTo>
                    <a:pt x="44115" y="118939"/>
                    <a:pt x="44115" y="118939"/>
                    <a:pt x="52063" y="95151"/>
                  </a:cubicBezTo>
                  <a:cubicBezTo>
                    <a:pt x="52063" y="95151"/>
                    <a:pt x="52063" y="95151"/>
                    <a:pt x="75904" y="59469"/>
                  </a:cubicBezTo>
                  <a:cubicBezTo>
                    <a:pt x="75904" y="59469"/>
                    <a:pt x="75904" y="59469"/>
                    <a:pt x="75904" y="15859"/>
                  </a:cubicBezTo>
                  <a:cubicBezTo>
                    <a:pt x="75904" y="15859"/>
                    <a:pt x="75904" y="15859"/>
                    <a:pt x="111667" y="3965"/>
                  </a:cubicBezTo>
                  <a:cubicBezTo>
                    <a:pt x="111667" y="3965"/>
                    <a:pt x="111667" y="3965"/>
                    <a:pt x="107693" y="3965"/>
                  </a:cubicBezTo>
                  <a:cubicBezTo>
                    <a:pt x="107693" y="0"/>
                    <a:pt x="111667" y="0"/>
                    <a:pt x="111667" y="0"/>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p>
          </p:txBody>
        </p:sp>
        <p:sp>
          <p:nvSpPr>
            <p:cNvPr id="378" name="New Hampshire">
              <a:extLst>
                <a:ext uri="{FF2B5EF4-FFF2-40B4-BE49-F238E27FC236}">
                  <a16:creationId xmlns:a16="http://schemas.microsoft.com/office/drawing/2014/main" id="{2190E08A-8C68-624C-A64A-A7878E58E643}"/>
                </a:ext>
              </a:extLst>
            </p:cNvPr>
            <p:cNvSpPr>
              <a:spLocks/>
            </p:cNvSpPr>
            <p:nvPr/>
          </p:nvSpPr>
          <p:spPr bwMode="auto">
            <a:xfrm>
              <a:off x="10103313" y="1705127"/>
              <a:ext cx="312632" cy="538329"/>
            </a:xfrm>
            <a:custGeom>
              <a:avLst/>
              <a:gdLst>
                <a:gd name="T0" fmla="*/ 74 w 79"/>
                <a:gd name="T1" fmla="*/ 101 h 136"/>
                <a:gd name="T2" fmla="*/ 74 w 79"/>
                <a:gd name="T3" fmla="*/ 75 h 136"/>
                <a:gd name="T4" fmla="*/ 67 w 79"/>
                <a:gd name="T5" fmla="*/ 48 h 136"/>
                <a:gd name="T6" fmla="*/ 67 w 79"/>
                <a:gd name="T7" fmla="*/ 42 h 136"/>
                <a:gd name="T8" fmla="*/ 66 w 79"/>
                <a:gd name="T9" fmla="*/ 36 h 136"/>
                <a:gd name="T10" fmla="*/ 66 w 79"/>
                <a:gd name="T11" fmla="*/ 17 h 136"/>
                <a:gd name="T12" fmla="*/ 66 w 79"/>
                <a:gd name="T13" fmla="*/ 6 h 136"/>
                <a:gd name="T14" fmla="*/ 66 w 79"/>
                <a:gd name="T15" fmla="*/ 3 h 136"/>
                <a:gd name="T16" fmla="*/ 60 w 79"/>
                <a:gd name="T17" fmla="*/ 0 h 136"/>
                <a:gd name="T18" fmla="*/ 52 w 79"/>
                <a:gd name="T19" fmla="*/ 4 h 136"/>
                <a:gd name="T20" fmla="*/ 44 w 79"/>
                <a:gd name="T21" fmla="*/ 4 h 136"/>
                <a:gd name="T22" fmla="*/ 41 w 79"/>
                <a:gd name="T23" fmla="*/ 8 h 136"/>
                <a:gd name="T24" fmla="*/ 39 w 79"/>
                <a:gd name="T25" fmla="*/ 12 h 136"/>
                <a:gd name="T26" fmla="*/ 38 w 79"/>
                <a:gd name="T27" fmla="*/ 16 h 136"/>
                <a:gd name="T28" fmla="*/ 38 w 79"/>
                <a:gd name="T29" fmla="*/ 18 h 136"/>
                <a:gd name="T30" fmla="*/ 38 w 79"/>
                <a:gd name="T31" fmla="*/ 30 h 136"/>
                <a:gd name="T32" fmla="*/ 32 w 79"/>
                <a:gd name="T33" fmla="*/ 36 h 136"/>
                <a:gd name="T34" fmla="*/ 31 w 79"/>
                <a:gd name="T35" fmla="*/ 36 h 136"/>
                <a:gd name="T36" fmla="*/ 31 w 79"/>
                <a:gd name="T37" fmla="*/ 42 h 136"/>
                <a:gd name="T38" fmla="*/ 26 w 79"/>
                <a:gd name="T39" fmla="*/ 48 h 136"/>
                <a:gd name="T40" fmla="*/ 26 w 79"/>
                <a:gd name="T41" fmla="*/ 49 h 136"/>
                <a:gd name="T42" fmla="*/ 21 w 79"/>
                <a:gd name="T43" fmla="*/ 56 h 136"/>
                <a:gd name="T44" fmla="*/ 19 w 79"/>
                <a:gd name="T45" fmla="*/ 60 h 136"/>
                <a:gd name="T46" fmla="*/ 21 w 79"/>
                <a:gd name="T47" fmla="*/ 61 h 136"/>
                <a:gd name="T48" fmla="*/ 15 w 79"/>
                <a:gd name="T49" fmla="*/ 72 h 136"/>
                <a:gd name="T50" fmla="*/ 15 w 79"/>
                <a:gd name="T51" fmla="*/ 73 h 136"/>
                <a:gd name="T52" fmla="*/ 10 w 79"/>
                <a:gd name="T53" fmla="*/ 81 h 136"/>
                <a:gd name="T54" fmla="*/ 7 w 79"/>
                <a:gd name="T55" fmla="*/ 85 h 136"/>
                <a:gd name="T56" fmla="*/ 7 w 79"/>
                <a:gd name="T57" fmla="*/ 85 h 136"/>
                <a:gd name="T58" fmla="*/ 8 w 79"/>
                <a:gd name="T59" fmla="*/ 85 h 136"/>
                <a:gd name="T60" fmla="*/ 10 w 79"/>
                <a:gd name="T61" fmla="*/ 86 h 136"/>
                <a:gd name="T62" fmla="*/ 10 w 79"/>
                <a:gd name="T63" fmla="*/ 99 h 136"/>
                <a:gd name="T64" fmla="*/ 10 w 79"/>
                <a:gd name="T65" fmla="*/ 102 h 136"/>
                <a:gd name="T66" fmla="*/ 10 w 79"/>
                <a:gd name="T67" fmla="*/ 102 h 136"/>
                <a:gd name="T68" fmla="*/ 10 w 79"/>
                <a:gd name="T69" fmla="*/ 102 h 136"/>
                <a:gd name="T70" fmla="*/ 10 w 79"/>
                <a:gd name="T71" fmla="*/ 103 h 136"/>
                <a:gd name="T72" fmla="*/ 10 w 79"/>
                <a:gd name="T73" fmla="*/ 103 h 136"/>
                <a:gd name="T74" fmla="*/ 9 w 79"/>
                <a:gd name="T75" fmla="*/ 108 h 136"/>
                <a:gd name="T76" fmla="*/ 8 w 79"/>
                <a:gd name="T77" fmla="*/ 111 h 136"/>
                <a:gd name="T78" fmla="*/ 8 w 79"/>
                <a:gd name="T79" fmla="*/ 112 h 136"/>
                <a:gd name="T80" fmla="*/ 8 w 79"/>
                <a:gd name="T81" fmla="*/ 112 h 136"/>
                <a:gd name="T82" fmla="*/ 7 w 79"/>
                <a:gd name="T83" fmla="*/ 112 h 136"/>
                <a:gd name="T84" fmla="*/ 7 w 79"/>
                <a:gd name="T85" fmla="*/ 112 h 136"/>
                <a:gd name="T86" fmla="*/ 7 w 79"/>
                <a:gd name="T87" fmla="*/ 113 h 136"/>
                <a:gd name="T88" fmla="*/ 1 w 79"/>
                <a:gd name="T89" fmla="*/ 120 h 136"/>
                <a:gd name="T90" fmla="*/ 0 w 79"/>
                <a:gd name="T91" fmla="*/ 120 h 136"/>
                <a:gd name="T92" fmla="*/ 0 w 79"/>
                <a:gd name="T93" fmla="*/ 128 h 136"/>
                <a:gd name="T94" fmla="*/ 0 w 79"/>
                <a:gd name="T95" fmla="*/ 128 h 136"/>
                <a:gd name="T96" fmla="*/ 1 w 79"/>
                <a:gd name="T97" fmla="*/ 128 h 136"/>
                <a:gd name="T98" fmla="*/ 39 w 79"/>
                <a:gd name="T99" fmla="*/ 128 h 136"/>
                <a:gd name="T100" fmla="*/ 39 w 79"/>
                <a:gd name="T101" fmla="*/ 136 h 136"/>
                <a:gd name="T102" fmla="*/ 55 w 79"/>
                <a:gd name="T103" fmla="*/ 136 h 136"/>
                <a:gd name="T104" fmla="*/ 66 w 79"/>
                <a:gd name="T105" fmla="*/ 127 h 136"/>
                <a:gd name="T106" fmla="*/ 67 w 79"/>
                <a:gd name="T107" fmla="*/ 125 h 136"/>
                <a:gd name="T108" fmla="*/ 68 w 79"/>
                <a:gd name="T109" fmla="*/ 121 h 136"/>
                <a:gd name="T110" fmla="*/ 76 w 79"/>
                <a:gd name="T111" fmla="*/ 113 h 136"/>
                <a:gd name="T112" fmla="*/ 79 w 79"/>
                <a:gd name="T113" fmla="*/ 109 h 136"/>
                <a:gd name="T114" fmla="*/ 78 w 79"/>
                <a:gd name="T115" fmla="*/ 108 h 136"/>
                <a:gd name="T116" fmla="*/ 74 w 79"/>
                <a:gd name="T117" fmla="*/ 10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9" h="136">
                  <a:moveTo>
                    <a:pt x="74" y="101"/>
                  </a:moveTo>
                  <a:cubicBezTo>
                    <a:pt x="74" y="75"/>
                    <a:pt x="74" y="75"/>
                    <a:pt x="74" y="75"/>
                  </a:cubicBezTo>
                  <a:cubicBezTo>
                    <a:pt x="67" y="48"/>
                    <a:pt x="67" y="48"/>
                    <a:pt x="67" y="48"/>
                  </a:cubicBezTo>
                  <a:cubicBezTo>
                    <a:pt x="67" y="42"/>
                    <a:pt x="67" y="42"/>
                    <a:pt x="67" y="42"/>
                  </a:cubicBezTo>
                  <a:cubicBezTo>
                    <a:pt x="66" y="36"/>
                    <a:pt x="66" y="36"/>
                    <a:pt x="66" y="36"/>
                  </a:cubicBezTo>
                  <a:cubicBezTo>
                    <a:pt x="66" y="34"/>
                    <a:pt x="67" y="20"/>
                    <a:pt x="66" y="17"/>
                  </a:cubicBezTo>
                  <a:cubicBezTo>
                    <a:pt x="65" y="14"/>
                    <a:pt x="66" y="7"/>
                    <a:pt x="66" y="6"/>
                  </a:cubicBezTo>
                  <a:cubicBezTo>
                    <a:pt x="66" y="3"/>
                    <a:pt x="66" y="3"/>
                    <a:pt x="66" y="3"/>
                  </a:cubicBezTo>
                  <a:cubicBezTo>
                    <a:pt x="60" y="0"/>
                    <a:pt x="60" y="0"/>
                    <a:pt x="60" y="0"/>
                  </a:cubicBezTo>
                  <a:cubicBezTo>
                    <a:pt x="52" y="4"/>
                    <a:pt x="52" y="4"/>
                    <a:pt x="52" y="4"/>
                  </a:cubicBezTo>
                  <a:cubicBezTo>
                    <a:pt x="44" y="4"/>
                    <a:pt x="44" y="4"/>
                    <a:pt x="44" y="4"/>
                  </a:cubicBezTo>
                  <a:cubicBezTo>
                    <a:pt x="41" y="8"/>
                    <a:pt x="41" y="8"/>
                    <a:pt x="41" y="8"/>
                  </a:cubicBezTo>
                  <a:cubicBezTo>
                    <a:pt x="39" y="12"/>
                    <a:pt x="39" y="12"/>
                    <a:pt x="39" y="12"/>
                  </a:cubicBezTo>
                  <a:cubicBezTo>
                    <a:pt x="38" y="16"/>
                    <a:pt x="38" y="16"/>
                    <a:pt x="38" y="16"/>
                  </a:cubicBezTo>
                  <a:cubicBezTo>
                    <a:pt x="38" y="18"/>
                    <a:pt x="38" y="18"/>
                    <a:pt x="38" y="18"/>
                  </a:cubicBezTo>
                  <a:cubicBezTo>
                    <a:pt x="38" y="30"/>
                    <a:pt x="38" y="30"/>
                    <a:pt x="38" y="30"/>
                  </a:cubicBezTo>
                  <a:cubicBezTo>
                    <a:pt x="38" y="32"/>
                    <a:pt x="35" y="34"/>
                    <a:pt x="32" y="36"/>
                  </a:cubicBezTo>
                  <a:cubicBezTo>
                    <a:pt x="31" y="36"/>
                    <a:pt x="31" y="36"/>
                    <a:pt x="31" y="36"/>
                  </a:cubicBezTo>
                  <a:cubicBezTo>
                    <a:pt x="31" y="42"/>
                    <a:pt x="31" y="42"/>
                    <a:pt x="31" y="42"/>
                  </a:cubicBezTo>
                  <a:cubicBezTo>
                    <a:pt x="26" y="48"/>
                    <a:pt x="26" y="48"/>
                    <a:pt x="26" y="48"/>
                  </a:cubicBezTo>
                  <a:cubicBezTo>
                    <a:pt x="26" y="49"/>
                    <a:pt x="26" y="49"/>
                    <a:pt x="26" y="49"/>
                  </a:cubicBezTo>
                  <a:cubicBezTo>
                    <a:pt x="26" y="50"/>
                    <a:pt x="24" y="53"/>
                    <a:pt x="21" y="56"/>
                  </a:cubicBezTo>
                  <a:cubicBezTo>
                    <a:pt x="19" y="58"/>
                    <a:pt x="19" y="59"/>
                    <a:pt x="19" y="60"/>
                  </a:cubicBezTo>
                  <a:cubicBezTo>
                    <a:pt x="19" y="61"/>
                    <a:pt x="20" y="61"/>
                    <a:pt x="21" y="61"/>
                  </a:cubicBezTo>
                  <a:cubicBezTo>
                    <a:pt x="15" y="72"/>
                    <a:pt x="15" y="72"/>
                    <a:pt x="15" y="72"/>
                  </a:cubicBezTo>
                  <a:cubicBezTo>
                    <a:pt x="15" y="73"/>
                    <a:pt x="15" y="73"/>
                    <a:pt x="15" y="73"/>
                  </a:cubicBezTo>
                  <a:cubicBezTo>
                    <a:pt x="15" y="73"/>
                    <a:pt x="15" y="77"/>
                    <a:pt x="10" y="81"/>
                  </a:cubicBezTo>
                  <a:cubicBezTo>
                    <a:pt x="8" y="83"/>
                    <a:pt x="7" y="84"/>
                    <a:pt x="7" y="85"/>
                  </a:cubicBezTo>
                  <a:cubicBezTo>
                    <a:pt x="7" y="85"/>
                    <a:pt x="7" y="85"/>
                    <a:pt x="7" y="85"/>
                  </a:cubicBezTo>
                  <a:cubicBezTo>
                    <a:pt x="8" y="85"/>
                    <a:pt x="8" y="85"/>
                    <a:pt x="8" y="85"/>
                  </a:cubicBezTo>
                  <a:cubicBezTo>
                    <a:pt x="8" y="86"/>
                    <a:pt x="9" y="86"/>
                    <a:pt x="10" y="86"/>
                  </a:cubicBezTo>
                  <a:cubicBezTo>
                    <a:pt x="10" y="99"/>
                    <a:pt x="10" y="99"/>
                    <a:pt x="10" y="99"/>
                  </a:cubicBezTo>
                  <a:cubicBezTo>
                    <a:pt x="10" y="100"/>
                    <a:pt x="10" y="101"/>
                    <a:pt x="10" y="102"/>
                  </a:cubicBezTo>
                  <a:cubicBezTo>
                    <a:pt x="10" y="102"/>
                    <a:pt x="10" y="102"/>
                    <a:pt x="10" y="102"/>
                  </a:cubicBezTo>
                  <a:cubicBezTo>
                    <a:pt x="10" y="102"/>
                    <a:pt x="10" y="102"/>
                    <a:pt x="10" y="102"/>
                  </a:cubicBezTo>
                  <a:cubicBezTo>
                    <a:pt x="10" y="103"/>
                    <a:pt x="10" y="103"/>
                    <a:pt x="10" y="103"/>
                  </a:cubicBezTo>
                  <a:cubicBezTo>
                    <a:pt x="10" y="103"/>
                    <a:pt x="10" y="103"/>
                    <a:pt x="10" y="103"/>
                  </a:cubicBezTo>
                  <a:cubicBezTo>
                    <a:pt x="9" y="104"/>
                    <a:pt x="9" y="105"/>
                    <a:pt x="9" y="108"/>
                  </a:cubicBezTo>
                  <a:cubicBezTo>
                    <a:pt x="9" y="109"/>
                    <a:pt x="8" y="111"/>
                    <a:pt x="8" y="111"/>
                  </a:cubicBezTo>
                  <a:cubicBezTo>
                    <a:pt x="8" y="112"/>
                    <a:pt x="8" y="112"/>
                    <a:pt x="8" y="112"/>
                  </a:cubicBezTo>
                  <a:cubicBezTo>
                    <a:pt x="8" y="112"/>
                    <a:pt x="8" y="112"/>
                    <a:pt x="8" y="112"/>
                  </a:cubicBezTo>
                  <a:cubicBezTo>
                    <a:pt x="7" y="112"/>
                    <a:pt x="7" y="112"/>
                    <a:pt x="7" y="112"/>
                  </a:cubicBezTo>
                  <a:cubicBezTo>
                    <a:pt x="7" y="112"/>
                    <a:pt x="7" y="112"/>
                    <a:pt x="7" y="112"/>
                  </a:cubicBezTo>
                  <a:cubicBezTo>
                    <a:pt x="7" y="113"/>
                    <a:pt x="7" y="113"/>
                    <a:pt x="7" y="113"/>
                  </a:cubicBezTo>
                  <a:cubicBezTo>
                    <a:pt x="5" y="117"/>
                    <a:pt x="2" y="119"/>
                    <a:pt x="1" y="120"/>
                  </a:cubicBezTo>
                  <a:cubicBezTo>
                    <a:pt x="0" y="120"/>
                    <a:pt x="0" y="120"/>
                    <a:pt x="0" y="120"/>
                  </a:cubicBezTo>
                  <a:cubicBezTo>
                    <a:pt x="0" y="128"/>
                    <a:pt x="0" y="128"/>
                    <a:pt x="0" y="128"/>
                  </a:cubicBezTo>
                  <a:cubicBezTo>
                    <a:pt x="0" y="128"/>
                    <a:pt x="0" y="128"/>
                    <a:pt x="0" y="128"/>
                  </a:cubicBezTo>
                  <a:cubicBezTo>
                    <a:pt x="1" y="128"/>
                    <a:pt x="1" y="128"/>
                    <a:pt x="1" y="128"/>
                  </a:cubicBezTo>
                  <a:cubicBezTo>
                    <a:pt x="39" y="128"/>
                    <a:pt x="39" y="128"/>
                    <a:pt x="39" y="128"/>
                  </a:cubicBezTo>
                  <a:cubicBezTo>
                    <a:pt x="39" y="136"/>
                    <a:pt x="39" y="136"/>
                    <a:pt x="39" y="136"/>
                  </a:cubicBezTo>
                  <a:cubicBezTo>
                    <a:pt x="55" y="136"/>
                    <a:pt x="55" y="136"/>
                    <a:pt x="55" y="136"/>
                  </a:cubicBezTo>
                  <a:cubicBezTo>
                    <a:pt x="66" y="127"/>
                    <a:pt x="66" y="127"/>
                    <a:pt x="66" y="127"/>
                  </a:cubicBezTo>
                  <a:cubicBezTo>
                    <a:pt x="67" y="125"/>
                    <a:pt x="67" y="125"/>
                    <a:pt x="67" y="125"/>
                  </a:cubicBezTo>
                  <a:cubicBezTo>
                    <a:pt x="68" y="121"/>
                    <a:pt x="68" y="121"/>
                    <a:pt x="68" y="121"/>
                  </a:cubicBezTo>
                  <a:cubicBezTo>
                    <a:pt x="76" y="113"/>
                    <a:pt x="76" y="113"/>
                    <a:pt x="76" y="113"/>
                  </a:cubicBezTo>
                  <a:cubicBezTo>
                    <a:pt x="79" y="109"/>
                    <a:pt x="79" y="109"/>
                    <a:pt x="79" y="109"/>
                  </a:cubicBezTo>
                  <a:cubicBezTo>
                    <a:pt x="78" y="108"/>
                    <a:pt x="78" y="108"/>
                    <a:pt x="78" y="108"/>
                  </a:cubicBezTo>
                  <a:lnTo>
                    <a:pt x="74" y="101"/>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79" name="Nevada">
              <a:extLst>
                <a:ext uri="{FF2B5EF4-FFF2-40B4-BE49-F238E27FC236}">
                  <a16:creationId xmlns:a16="http://schemas.microsoft.com/office/drawing/2014/main" id="{9D9A5A0B-502D-5E45-886A-0866D3F794F4}"/>
                </a:ext>
              </a:extLst>
            </p:cNvPr>
            <p:cNvSpPr>
              <a:spLocks/>
            </p:cNvSpPr>
            <p:nvPr/>
          </p:nvSpPr>
          <p:spPr bwMode="auto">
            <a:xfrm>
              <a:off x="2799093" y="2223394"/>
              <a:ext cx="926193" cy="1414367"/>
            </a:xfrm>
            <a:custGeom>
              <a:avLst/>
              <a:gdLst>
                <a:gd name="T0" fmla="*/ 118 w 234"/>
                <a:gd name="T1" fmla="*/ 0 h 357"/>
                <a:gd name="T2" fmla="*/ 118 w 234"/>
                <a:gd name="T3" fmla="*/ 0 h 357"/>
                <a:gd name="T4" fmla="*/ 0 w 234"/>
                <a:gd name="T5" fmla="*/ 0 h 357"/>
                <a:gd name="T6" fmla="*/ 0 w 234"/>
                <a:gd name="T7" fmla="*/ 142 h 357"/>
                <a:gd name="T8" fmla="*/ 217 w 234"/>
                <a:gd name="T9" fmla="*/ 357 h 357"/>
                <a:gd name="T10" fmla="*/ 217 w 234"/>
                <a:gd name="T11" fmla="*/ 357 h 357"/>
                <a:gd name="T12" fmla="*/ 217 w 234"/>
                <a:gd name="T13" fmla="*/ 326 h 357"/>
                <a:gd name="T14" fmla="*/ 220 w 234"/>
                <a:gd name="T15" fmla="*/ 323 h 357"/>
                <a:gd name="T16" fmla="*/ 217 w 234"/>
                <a:gd name="T17" fmla="*/ 317 h 357"/>
                <a:gd name="T18" fmla="*/ 210 w 234"/>
                <a:gd name="T19" fmla="*/ 310 h 357"/>
                <a:gd name="T20" fmla="*/ 214 w 234"/>
                <a:gd name="T21" fmla="*/ 288 h 357"/>
                <a:gd name="T22" fmla="*/ 234 w 234"/>
                <a:gd name="T23" fmla="*/ 301 h 357"/>
                <a:gd name="T24" fmla="*/ 234 w 234"/>
                <a:gd name="T25" fmla="*/ 244 h 357"/>
                <a:gd name="T26" fmla="*/ 234 w 234"/>
                <a:gd name="T27" fmla="*/ 0 h 357"/>
                <a:gd name="T28" fmla="*/ 118 w 234"/>
                <a:gd name="T29" fmla="*/ 0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4" h="357">
                  <a:moveTo>
                    <a:pt x="118" y="0"/>
                  </a:moveTo>
                  <a:cubicBezTo>
                    <a:pt x="118" y="0"/>
                    <a:pt x="118" y="0"/>
                    <a:pt x="118" y="0"/>
                  </a:cubicBezTo>
                  <a:cubicBezTo>
                    <a:pt x="0" y="0"/>
                    <a:pt x="0" y="0"/>
                    <a:pt x="0" y="0"/>
                  </a:cubicBezTo>
                  <a:cubicBezTo>
                    <a:pt x="0" y="142"/>
                    <a:pt x="0" y="142"/>
                    <a:pt x="0" y="142"/>
                  </a:cubicBezTo>
                  <a:cubicBezTo>
                    <a:pt x="217" y="357"/>
                    <a:pt x="217" y="357"/>
                    <a:pt x="217" y="357"/>
                  </a:cubicBezTo>
                  <a:cubicBezTo>
                    <a:pt x="217" y="357"/>
                    <a:pt x="217" y="357"/>
                    <a:pt x="217" y="357"/>
                  </a:cubicBezTo>
                  <a:cubicBezTo>
                    <a:pt x="217" y="326"/>
                    <a:pt x="217" y="326"/>
                    <a:pt x="217" y="326"/>
                  </a:cubicBezTo>
                  <a:cubicBezTo>
                    <a:pt x="218" y="326"/>
                    <a:pt x="220" y="325"/>
                    <a:pt x="220" y="323"/>
                  </a:cubicBezTo>
                  <a:cubicBezTo>
                    <a:pt x="221" y="321"/>
                    <a:pt x="220" y="319"/>
                    <a:pt x="217" y="317"/>
                  </a:cubicBezTo>
                  <a:cubicBezTo>
                    <a:pt x="210" y="310"/>
                    <a:pt x="210" y="310"/>
                    <a:pt x="210" y="310"/>
                  </a:cubicBezTo>
                  <a:cubicBezTo>
                    <a:pt x="214" y="288"/>
                    <a:pt x="214" y="288"/>
                    <a:pt x="214" y="288"/>
                  </a:cubicBezTo>
                  <a:cubicBezTo>
                    <a:pt x="234" y="301"/>
                    <a:pt x="234" y="301"/>
                    <a:pt x="234" y="301"/>
                  </a:cubicBezTo>
                  <a:cubicBezTo>
                    <a:pt x="234" y="244"/>
                    <a:pt x="234" y="244"/>
                    <a:pt x="234" y="244"/>
                  </a:cubicBezTo>
                  <a:cubicBezTo>
                    <a:pt x="234" y="0"/>
                    <a:pt x="234" y="0"/>
                    <a:pt x="234" y="0"/>
                  </a:cubicBezTo>
                  <a:lnTo>
                    <a:pt x="118" y="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0" name="Nebraska">
              <a:extLst>
                <a:ext uri="{FF2B5EF4-FFF2-40B4-BE49-F238E27FC236}">
                  <a16:creationId xmlns:a16="http://schemas.microsoft.com/office/drawing/2014/main" id="{BCDA2ACB-C729-E940-9050-B9FB734016BB}"/>
                </a:ext>
              </a:extLst>
            </p:cNvPr>
            <p:cNvSpPr>
              <a:spLocks/>
            </p:cNvSpPr>
            <p:nvPr/>
          </p:nvSpPr>
          <p:spPr bwMode="auto">
            <a:xfrm>
              <a:off x="5239963" y="2032805"/>
              <a:ext cx="1315729" cy="583468"/>
            </a:xfrm>
            <a:custGeom>
              <a:avLst/>
              <a:gdLst>
                <a:gd name="T0" fmla="*/ 787 w 787"/>
                <a:gd name="T1" fmla="*/ 323 h 349"/>
                <a:gd name="T2" fmla="*/ 740 w 787"/>
                <a:gd name="T3" fmla="*/ 294 h 349"/>
                <a:gd name="T4" fmla="*/ 740 w 787"/>
                <a:gd name="T5" fmla="*/ 294 h 349"/>
                <a:gd name="T6" fmla="*/ 740 w 787"/>
                <a:gd name="T7" fmla="*/ 294 h 349"/>
                <a:gd name="T8" fmla="*/ 738 w 787"/>
                <a:gd name="T9" fmla="*/ 292 h 349"/>
                <a:gd name="T10" fmla="*/ 740 w 787"/>
                <a:gd name="T11" fmla="*/ 292 h 349"/>
                <a:gd name="T12" fmla="*/ 735 w 787"/>
                <a:gd name="T13" fmla="*/ 249 h 349"/>
                <a:gd name="T14" fmla="*/ 735 w 787"/>
                <a:gd name="T15" fmla="*/ 188 h 349"/>
                <a:gd name="T16" fmla="*/ 707 w 787"/>
                <a:gd name="T17" fmla="*/ 176 h 349"/>
                <a:gd name="T18" fmla="*/ 707 w 787"/>
                <a:gd name="T19" fmla="*/ 105 h 349"/>
                <a:gd name="T20" fmla="*/ 679 w 787"/>
                <a:gd name="T21" fmla="*/ 60 h 349"/>
                <a:gd name="T22" fmla="*/ 650 w 787"/>
                <a:gd name="T23" fmla="*/ 48 h 349"/>
                <a:gd name="T24" fmla="*/ 622 w 787"/>
                <a:gd name="T25" fmla="*/ 27 h 349"/>
                <a:gd name="T26" fmla="*/ 525 w 787"/>
                <a:gd name="T27" fmla="*/ 27 h 349"/>
                <a:gd name="T28" fmla="*/ 492 w 787"/>
                <a:gd name="T29" fmla="*/ 0 h 349"/>
                <a:gd name="T30" fmla="*/ 0 w 787"/>
                <a:gd name="T31" fmla="*/ 0 h 349"/>
                <a:gd name="T32" fmla="*/ 0 w 787"/>
                <a:gd name="T33" fmla="*/ 249 h 349"/>
                <a:gd name="T34" fmla="*/ 196 w 787"/>
                <a:gd name="T35" fmla="*/ 249 h 349"/>
                <a:gd name="T36" fmla="*/ 196 w 787"/>
                <a:gd name="T37" fmla="*/ 349 h 349"/>
                <a:gd name="T38" fmla="*/ 787 w 787"/>
                <a:gd name="T39" fmla="*/ 349 h 349"/>
                <a:gd name="T40" fmla="*/ 787 w 787"/>
                <a:gd name="T41" fmla="*/ 323 h 349"/>
                <a:gd name="T42" fmla="*/ 787 w 787"/>
                <a:gd name="T43" fmla="*/ 323 h 349"/>
                <a:gd name="T44" fmla="*/ 787 w 787"/>
                <a:gd name="T45" fmla="*/ 323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87" h="349">
                  <a:moveTo>
                    <a:pt x="787" y="323"/>
                  </a:moveTo>
                  <a:lnTo>
                    <a:pt x="740" y="294"/>
                  </a:lnTo>
                  <a:lnTo>
                    <a:pt x="740" y="294"/>
                  </a:lnTo>
                  <a:lnTo>
                    <a:pt x="740" y="294"/>
                  </a:lnTo>
                  <a:lnTo>
                    <a:pt x="738" y="292"/>
                  </a:lnTo>
                  <a:lnTo>
                    <a:pt x="740" y="292"/>
                  </a:lnTo>
                  <a:lnTo>
                    <a:pt x="735" y="249"/>
                  </a:lnTo>
                  <a:lnTo>
                    <a:pt x="735" y="188"/>
                  </a:lnTo>
                  <a:lnTo>
                    <a:pt x="707" y="176"/>
                  </a:lnTo>
                  <a:lnTo>
                    <a:pt x="707" y="105"/>
                  </a:lnTo>
                  <a:lnTo>
                    <a:pt x="679" y="60"/>
                  </a:lnTo>
                  <a:lnTo>
                    <a:pt x="650" y="48"/>
                  </a:lnTo>
                  <a:lnTo>
                    <a:pt x="622" y="27"/>
                  </a:lnTo>
                  <a:lnTo>
                    <a:pt x="525" y="27"/>
                  </a:lnTo>
                  <a:lnTo>
                    <a:pt x="492" y="0"/>
                  </a:lnTo>
                  <a:lnTo>
                    <a:pt x="0" y="0"/>
                  </a:lnTo>
                  <a:lnTo>
                    <a:pt x="0" y="249"/>
                  </a:lnTo>
                  <a:lnTo>
                    <a:pt x="196" y="249"/>
                  </a:lnTo>
                  <a:lnTo>
                    <a:pt x="196" y="349"/>
                  </a:lnTo>
                  <a:lnTo>
                    <a:pt x="787" y="349"/>
                  </a:lnTo>
                  <a:lnTo>
                    <a:pt x="787" y="323"/>
                  </a:lnTo>
                  <a:lnTo>
                    <a:pt x="787" y="323"/>
                  </a:lnTo>
                  <a:lnTo>
                    <a:pt x="787" y="323"/>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1" name="Montana">
              <a:extLst>
                <a:ext uri="{FF2B5EF4-FFF2-40B4-BE49-F238E27FC236}">
                  <a16:creationId xmlns:a16="http://schemas.microsoft.com/office/drawing/2014/main" id="{1FF056FB-5617-F543-9C7B-1D30EFBCAD44}"/>
                </a:ext>
              </a:extLst>
            </p:cNvPr>
            <p:cNvSpPr>
              <a:spLocks/>
            </p:cNvSpPr>
            <p:nvPr/>
          </p:nvSpPr>
          <p:spPr bwMode="auto">
            <a:xfrm>
              <a:off x="3415998" y="885931"/>
              <a:ext cx="1827309" cy="891085"/>
            </a:xfrm>
            <a:custGeom>
              <a:avLst/>
              <a:gdLst>
                <a:gd name="T0" fmla="*/ 10 w 462"/>
                <a:gd name="T1" fmla="*/ 63 h 225"/>
                <a:gd name="T2" fmla="*/ 13 w 462"/>
                <a:gd name="T3" fmla="*/ 77 h 225"/>
                <a:gd name="T4" fmla="*/ 23 w 462"/>
                <a:gd name="T5" fmla="*/ 82 h 225"/>
                <a:gd name="T6" fmla="*/ 31 w 462"/>
                <a:gd name="T7" fmla="*/ 87 h 225"/>
                <a:gd name="T8" fmla="*/ 38 w 462"/>
                <a:gd name="T9" fmla="*/ 97 h 225"/>
                <a:gd name="T10" fmla="*/ 38 w 462"/>
                <a:gd name="T11" fmla="*/ 101 h 225"/>
                <a:gd name="T12" fmla="*/ 53 w 462"/>
                <a:gd name="T13" fmla="*/ 107 h 225"/>
                <a:gd name="T14" fmla="*/ 59 w 462"/>
                <a:gd name="T15" fmla="*/ 141 h 225"/>
                <a:gd name="T16" fmla="*/ 60 w 462"/>
                <a:gd name="T17" fmla="*/ 151 h 225"/>
                <a:gd name="T18" fmla="*/ 60 w 462"/>
                <a:gd name="T19" fmla="*/ 153 h 225"/>
                <a:gd name="T20" fmla="*/ 60 w 462"/>
                <a:gd name="T21" fmla="*/ 167 h 225"/>
                <a:gd name="T22" fmla="*/ 70 w 462"/>
                <a:gd name="T23" fmla="*/ 166 h 225"/>
                <a:gd name="T24" fmla="*/ 71 w 462"/>
                <a:gd name="T25" fmla="*/ 166 h 225"/>
                <a:gd name="T26" fmla="*/ 75 w 462"/>
                <a:gd name="T27" fmla="*/ 167 h 225"/>
                <a:gd name="T28" fmla="*/ 88 w 462"/>
                <a:gd name="T29" fmla="*/ 188 h 225"/>
                <a:gd name="T30" fmla="*/ 100 w 462"/>
                <a:gd name="T31" fmla="*/ 206 h 225"/>
                <a:gd name="T32" fmla="*/ 104 w 462"/>
                <a:gd name="T33" fmla="*/ 214 h 225"/>
                <a:gd name="T34" fmla="*/ 105 w 462"/>
                <a:gd name="T35" fmla="*/ 214 h 225"/>
                <a:gd name="T36" fmla="*/ 107 w 462"/>
                <a:gd name="T37" fmla="*/ 212 h 225"/>
                <a:gd name="T38" fmla="*/ 122 w 462"/>
                <a:gd name="T39" fmla="*/ 224 h 225"/>
                <a:gd name="T40" fmla="*/ 138 w 462"/>
                <a:gd name="T41" fmla="*/ 224 h 225"/>
                <a:gd name="T42" fmla="*/ 143 w 462"/>
                <a:gd name="T43" fmla="*/ 224 h 225"/>
                <a:gd name="T44" fmla="*/ 154 w 462"/>
                <a:gd name="T45" fmla="*/ 224 h 225"/>
                <a:gd name="T46" fmla="*/ 156 w 462"/>
                <a:gd name="T47" fmla="*/ 225 h 225"/>
                <a:gd name="T48" fmla="*/ 165 w 462"/>
                <a:gd name="T49" fmla="*/ 221 h 225"/>
                <a:gd name="T50" fmla="*/ 182 w 462"/>
                <a:gd name="T51" fmla="*/ 216 h 225"/>
                <a:gd name="T52" fmla="*/ 189 w 462"/>
                <a:gd name="T53" fmla="*/ 215 h 225"/>
                <a:gd name="T54" fmla="*/ 461 w 462"/>
                <a:gd name="T55" fmla="*/ 204 h 225"/>
                <a:gd name="T56" fmla="*/ 462 w 462"/>
                <a:gd name="T57" fmla="*/ 203 h 225"/>
                <a:gd name="T58" fmla="*/ 461 w 462"/>
                <a:gd name="T59" fmla="*/ 154 h 225"/>
                <a:gd name="T60" fmla="*/ 461 w 462"/>
                <a:gd name="T61" fmla="*/ 0 h 225"/>
                <a:gd name="T62" fmla="*/ 0 w 462"/>
                <a:gd name="T63" fmla="*/ 59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2" h="225">
                  <a:moveTo>
                    <a:pt x="10" y="59"/>
                  </a:moveTo>
                  <a:cubicBezTo>
                    <a:pt x="10" y="63"/>
                    <a:pt x="10" y="63"/>
                    <a:pt x="10" y="63"/>
                  </a:cubicBezTo>
                  <a:cubicBezTo>
                    <a:pt x="13" y="69"/>
                    <a:pt x="13" y="69"/>
                    <a:pt x="13" y="69"/>
                  </a:cubicBezTo>
                  <a:cubicBezTo>
                    <a:pt x="13" y="77"/>
                    <a:pt x="13" y="77"/>
                    <a:pt x="13" y="77"/>
                  </a:cubicBezTo>
                  <a:cubicBezTo>
                    <a:pt x="19" y="77"/>
                    <a:pt x="19" y="77"/>
                    <a:pt x="19" y="77"/>
                  </a:cubicBezTo>
                  <a:cubicBezTo>
                    <a:pt x="23" y="82"/>
                    <a:pt x="23" y="82"/>
                    <a:pt x="23" y="82"/>
                  </a:cubicBezTo>
                  <a:cubicBezTo>
                    <a:pt x="23" y="87"/>
                    <a:pt x="23" y="87"/>
                    <a:pt x="23" y="87"/>
                  </a:cubicBezTo>
                  <a:cubicBezTo>
                    <a:pt x="31" y="87"/>
                    <a:pt x="31" y="87"/>
                    <a:pt x="31" y="87"/>
                  </a:cubicBezTo>
                  <a:cubicBezTo>
                    <a:pt x="31" y="93"/>
                    <a:pt x="31" y="93"/>
                    <a:pt x="31" y="93"/>
                  </a:cubicBezTo>
                  <a:cubicBezTo>
                    <a:pt x="38" y="97"/>
                    <a:pt x="38" y="97"/>
                    <a:pt x="38" y="97"/>
                  </a:cubicBezTo>
                  <a:cubicBezTo>
                    <a:pt x="38" y="101"/>
                    <a:pt x="38" y="101"/>
                    <a:pt x="38" y="101"/>
                  </a:cubicBezTo>
                  <a:cubicBezTo>
                    <a:pt x="38" y="101"/>
                    <a:pt x="38" y="101"/>
                    <a:pt x="38" y="101"/>
                  </a:cubicBezTo>
                  <a:cubicBezTo>
                    <a:pt x="40" y="102"/>
                    <a:pt x="46" y="105"/>
                    <a:pt x="49" y="106"/>
                  </a:cubicBezTo>
                  <a:cubicBezTo>
                    <a:pt x="53" y="107"/>
                    <a:pt x="53" y="107"/>
                    <a:pt x="53" y="107"/>
                  </a:cubicBezTo>
                  <a:cubicBezTo>
                    <a:pt x="59" y="113"/>
                    <a:pt x="59" y="113"/>
                    <a:pt x="59" y="113"/>
                  </a:cubicBezTo>
                  <a:cubicBezTo>
                    <a:pt x="59" y="141"/>
                    <a:pt x="59" y="141"/>
                    <a:pt x="59" y="141"/>
                  </a:cubicBezTo>
                  <a:cubicBezTo>
                    <a:pt x="58" y="141"/>
                    <a:pt x="58" y="144"/>
                    <a:pt x="59" y="148"/>
                  </a:cubicBezTo>
                  <a:cubicBezTo>
                    <a:pt x="59" y="150"/>
                    <a:pt x="60" y="151"/>
                    <a:pt x="60" y="151"/>
                  </a:cubicBezTo>
                  <a:cubicBezTo>
                    <a:pt x="60" y="151"/>
                    <a:pt x="60" y="151"/>
                    <a:pt x="60" y="151"/>
                  </a:cubicBezTo>
                  <a:cubicBezTo>
                    <a:pt x="60" y="151"/>
                    <a:pt x="60" y="152"/>
                    <a:pt x="60" y="153"/>
                  </a:cubicBezTo>
                  <a:cubicBezTo>
                    <a:pt x="58" y="156"/>
                    <a:pt x="60" y="163"/>
                    <a:pt x="60" y="166"/>
                  </a:cubicBezTo>
                  <a:cubicBezTo>
                    <a:pt x="60" y="167"/>
                    <a:pt x="60" y="167"/>
                    <a:pt x="60" y="167"/>
                  </a:cubicBezTo>
                  <a:cubicBezTo>
                    <a:pt x="70" y="167"/>
                    <a:pt x="70" y="167"/>
                    <a:pt x="70" y="167"/>
                  </a:cubicBezTo>
                  <a:cubicBezTo>
                    <a:pt x="70" y="166"/>
                    <a:pt x="70" y="166"/>
                    <a:pt x="70" y="166"/>
                  </a:cubicBezTo>
                  <a:cubicBezTo>
                    <a:pt x="70" y="166"/>
                    <a:pt x="70" y="166"/>
                    <a:pt x="70" y="166"/>
                  </a:cubicBezTo>
                  <a:cubicBezTo>
                    <a:pt x="71" y="166"/>
                    <a:pt x="71" y="166"/>
                    <a:pt x="71" y="166"/>
                  </a:cubicBezTo>
                  <a:cubicBezTo>
                    <a:pt x="71" y="166"/>
                    <a:pt x="72" y="166"/>
                    <a:pt x="73" y="166"/>
                  </a:cubicBezTo>
                  <a:cubicBezTo>
                    <a:pt x="73" y="166"/>
                    <a:pt x="74" y="166"/>
                    <a:pt x="75" y="167"/>
                  </a:cubicBezTo>
                  <a:cubicBezTo>
                    <a:pt x="82" y="168"/>
                    <a:pt x="87" y="172"/>
                    <a:pt x="88" y="173"/>
                  </a:cubicBezTo>
                  <a:cubicBezTo>
                    <a:pt x="88" y="188"/>
                    <a:pt x="88" y="188"/>
                    <a:pt x="88" y="188"/>
                  </a:cubicBezTo>
                  <a:cubicBezTo>
                    <a:pt x="93" y="194"/>
                    <a:pt x="93" y="194"/>
                    <a:pt x="93" y="194"/>
                  </a:cubicBezTo>
                  <a:cubicBezTo>
                    <a:pt x="100" y="206"/>
                    <a:pt x="100" y="206"/>
                    <a:pt x="100" y="206"/>
                  </a:cubicBezTo>
                  <a:cubicBezTo>
                    <a:pt x="104" y="206"/>
                    <a:pt x="104" y="206"/>
                    <a:pt x="104" y="206"/>
                  </a:cubicBezTo>
                  <a:cubicBezTo>
                    <a:pt x="104" y="214"/>
                    <a:pt x="104" y="214"/>
                    <a:pt x="104" y="214"/>
                  </a:cubicBezTo>
                  <a:cubicBezTo>
                    <a:pt x="105" y="214"/>
                    <a:pt x="105" y="214"/>
                    <a:pt x="105" y="214"/>
                  </a:cubicBezTo>
                  <a:cubicBezTo>
                    <a:pt x="105" y="214"/>
                    <a:pt x="105" y="214"/>
                    <a:pt x="105" y="214"/>
                  </a:cubicBezTo>
                  <a:cubicBezTo>
                    <a:pt x="106" y="213"/>
                    <a:pt x="106" y="213"/>
                    <a:pt x="106" y="213"/>
                  </a:cubicBezTo>
                  <a:cubicBezTo>
                    <a:pt x="107" y="212"/>
                    <a:pt x="107" y="212"/>
                    <a:pt x="107" y="212"/>
                  </a:cubicBezTo>
                  <a:cubicBezTo>
                    <a:pt x="109" y="212"/>
                    <a:pt x="110" y="213"/>
                    <a:pt x="111" y="216"/>
                  </a:cubicBezTo>
                  <a:cubicBezTo>
                    <a:pt x="117" y="222"/>
                    <a:pt x="121" y="224"/>
                    <a:pt x="122" y="224"/>
                  </a:cubicBezTo>
                  <a:cubicBezTo>
                    <a:pt x="134" y="224"/>
                    <a:pt x="134" y="224"/>
                    <a:pt x="134" y="224"/>
                  </a:cubicBezTo>
                  <a:cubicBezTo>
                    <a:pt x="136" y="224"/>
                    <a:pt x="137" y="224"/>
                    <a:pt x="138" y="224"/>
                  </a:cubicBezTo>
                  <a:cubicBezTo>
                    <a:pt x="139" y="223"/>
                    <a:pt x="139" y="223"/>
                    <a:pt x="140" y="223"/>
                  </a:cubicBezTo>
                  <a:cubicBezTo>
                    <a:pt x="141" y="223"/>
                    <a:pt x="142" y="224"/>
                    <a:pt x="143" y="224"/>
                  </a:cubicBezTo>
                  <a:cubicBezTo>
                    <a:pt x="143" y="224"/>
                    <a:pt x="145" y="224"/>
                    <a:pt x="147" y="224"/>
                  </a:cubicBezTo>
                  <a:cubicBezTo>
                    <a:pt x="149" y="224"/>
                    <a:pt x="153" y="224"/>
                    <a:pt x="154" y="224"/>
                  </a:cubicBezTo>
                  <a:cubicBezTo>
                    <a:pt x="155" y="225"/>
                    <a:pt x="155" y="225"/>
                    <a:pt x="155" y="225"/>
                  </a:cubicBezTo>
                  <a:cubicBezTo>
                    <a:pt x="156" y="225"/>
                    <a:pt x="156" y="225"/>
                    <a:pt x="156" y="225"/>
                  </a:cubicBezTo>
                  <a:cubicBezTo>
                    <a:pt x="157" y="225"/>
                    <a:pt x="158" y="225"/>
                    <a:pt x="160" y="224"/>
                  </a:cubicBezTo>
                  <a:cubicBezTo>
                    <a:pt x="165" y="221"/>
                    <a:pt x="165" y="221"/>
                    <a:pt x="165" y="221"/>
                  </a:cubicBezTo>
                  <a:cubicBezTo>
                    <a:pt x="176" y="217"/>
                    <a:pt x="176" y="217"/>
                    <a:pt x="176" y="217"/>
                  </a:cubicBezTo>
                  <a:cubicBezTo>
                    <a:pt x="182" y="216"/>
                    <a:pt x="182" y="216"/>
                    <a:pt x="182" y="216"/>
                  </a:cubicBezTo>
                  <a:cubicBezTo>
                    <a:pt x="189" y="216"/>
                    <a:pt x="189" y="216"/>
                    <a:pt x="189" y="216"/>
                  </a:cubicBezTo>
                  <a:cubicBezTo>
                    <a:pt x="189" y="215"/>
                    <a:pt x="189" y="215"/>
                    <a:pt x="189" y="215"/>
                  </a:cubicBezTo>
                  <a:cubicBezTo>
                    <a:pt x="189" y="204"/>
                    <a:pt x="189" y="204"/>
                    <a:pt x="189" y="204"/>
                  </a:cubicBezTo>
                  <a:cubicBezTo>
                    <a:pt x="461" y="204"/>
                    <a:pt x="461" y="204"/>
                    <a:pt x="461" y="204"/>
                  </a:cubicBezTo>
                  <a:cubicBezTo>
                    <a:pt x="462" y="204"/>
                    <a:pt x="462" y="204"/>
                    <a:pt x="462" y="204"/>
                  </a:cubicBezTo>
                  <a:cubicBezTo>
                    <a:pt x="462" y="203"/>
                    <a:pt x="462" y="203"/>
                    <a:pt x="462" y="203"/>
                  </a:cubicBezTo>
                  <a:cubicBezTo>
                    <a:pt x="462" y="154"/>
                    <a:pt x="462" y="154"/>
                    <a:pt x="462" y="154"/>
                  </a:cubicBezTo>
                  <a:cubicBezTo>
                    <a:pt x="461" y="154"/>
                    <a:pt x="461" y="154"/>
                    <a:pt x="461" y="154"/>
                  </a:cubicBezTo>
                  <a:cubicBezTo>
                    <a:pt x="461" y="154"/>
                    <a:pt x="461" y="154"/>
                    <a:pt x="461" y="154"/>
                  </a:cubicBezTo>
                  <a:cubicBezTo>
                    <a:pt x="461" y="0"/>
                    <a:pt x="461" y="0"/>
                    <a:pt x="461" y="0"/>
                  </a:cubicBezTo>
                  <a:cubicBezTo>
                    <a:pt x="0" y="0"/>
                    <a:pt x="0" y="0"/>
                    <a:pt x="0" y="0"/>
                  </a:cubicBezTo>
                  <a:cubicBezTo>
                    <a:pt x="0" y="59"/>
                    <a:pt x="0" y="59"/>
                    <a:pt x="0" y="59"/>
                  </a:cubicBezTo>
                  <a:lnTo>
                    <a:pt x="10" y="59"/>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2" name="Missouri">
              <a:extLst>
                <a:ext uri="{FF2B5EF4-FFF2-40B4-BE49-F238E27FC236}">
                  <a16:creationId xmlns:a16="http://schemas.microsoft.com/office/drawing/2014/main" id="{F15CDA07-75A7-E143-84C4-8B5931601E30}"/>
                </a:ext>
              </a:extLst>
            </p:cNvPr>
            <p:cNvSpPr>
              <a:spLocks/>
            </p:cNvSpPr>
            <p:nvPr/>
          </p:nvSpPr>
          <p:spPr bwMode="auto">
            <a:xfrm>
              <a:off x="6477116" y="2524323"/>
              <a:ext cx="1051580" cy="887741"/>
            </a:xfrm>
            <a:custGeom>
              <a:avLst/>
              <a:gdLst>
                <a:gd name="T0" fmla="*/ 0 w 266"/>
                <a:gd name="T1" fmla="*/ 0 h 224"/>
                <a:gd name="T2" fmla="*/ 20 w 266"/>
                <a:gd name="T3" fmla="*/ 12 h 224"/>
                <a:gd name="T4" fmla="*/ 20 w 266"/>
                <a:gd name="T5" fmla="*/ 23 h 224"/>
                <a:gd name="T6" fmla="*/ 20 w 266"/>
                <a:gd name="T7" fmla="*/ 23 h 224"/>
                <a:gd name="T8" fmla="*/ 25 w 266"/>
                <a:gd name="T9" fmla="*/ 30 h 224"/>
                <a:gd name="T10" fmla="*/ 25 w 266"/>
                <a:gd name="T11" fmla="*/ 36 h 224"/>
                <a:gd name="T12" fmla="*/ 30 w 266"/>
                <a:gd name="T13" fmla="*/ 36 h 224"/>
                <a:gd name="T14" fmla="*/ 34 w 266"/>
                <a:gd name="T15" fmla="*/ 36 h 224"/>
                <a:gd name="T16" fmla="*/ 38 w 266"/>
                <a:gd name="T17" fmla="*/ 38 h 224"/>
                <a:gd name="T18" fmla="*/ 38 w 266"/>
                <a:gd name="T19" fmla="*/ 38 h 224"/>
                <a:gd name="T20" fmla="*/ 38 w 266"/>
                <a:gd name="T21" fmla="*/ 38 h 224"/>
                <a:gd name="T22" fmla="*/ 38 w 266"/>
                <a:gd name="T23" fmla="*/ 38 h 224"/>
                <a:gd name="T24" fmla="*/ 38 w 266"/>
                <a:gd name="T25" fmla="*/ 38 h 224"/>
                <a:gd name="T26" fmla="*/ 38 w 266"/>
                <a:gd name="T27" fmla="*/ 39 h 224"/>
                <a:gd name="T28" fmla="*/ 39 w 266"/>
                <a:gd name="T29" fmla="*/ 58 h 224"/>
                <a:gd name="T30" fmla="*/ 42 w 266"/>
                <a:gd name="T31" fmla="*/ 58 h 224"/>
                <a:gd name="T32" fmla="*/ 42 w 266"/>
                <a:gd name="T33" fmla="*/ 65 h 224"/>
                <a:gd name="T34" fmla="*/ 51 w 266"/>
                <a:gd name="T35" fmla="*/ 73 h 224"/>
                <a:gd name="T36" fmla="*/ 54 w 266"/>
                <a:gd name="T37" fmla="*/ 76 h 224"/>
                <a:gd name="T38" fmla="*/ 54 w 266"/>
                <a:gd name="T39" fmla="*/ 77 h 224"/>
                <a:gd name="T40" fmla="*/ 54 w 266"/>
                <a:gd name="T41" fmla="*/ 167 h 224"/>
                <a:gd name="T42" fmla="*/ 54 w 266"/>
                <a:gd name="T43" fmla="*/ 168 h 224"/>
                <a:gd name="T44" fmla="*/ 54 w 266"/>
                <a:gd name="T45" fmla="*/ 168 h 224"/>
                <a:gd name="T46" fmla="*/ 54 w 266"/>
                <a:gd name="T47" fmla="*/ 207 h 224"/>
                <a:gd name="T48" fmla="*/ 54 w 266"/>
                <a:gd name="T49" fmla="*/ 208 h 224"/>
                <a:gd name="T50" fmla="*/ 54 w 266"/>
                <a:gd name="T51" fmla="*/ 208 h 224"/>
                <a:gd name="T52" fmla="*/ 220 w 266"/>
                <a:gd name="T53" fmla="*/ 208 h 224"/>
                <a:gd name="T54" fmla="*/ 220 w 266"/>
                <a:gd name="T55" fmla="*/ 224 h 224"/>
                <a:gd name="T56" fmla="*/ 244 w 266"/>
                <a:gd name="T57" fmla="*/ 224 h 224"/>
                <a:gd name="T58" fmla="*/ 244 w 266"/>
                <a:gd name="T59" fmla="*/ 224 h 224"/>
                <a:gd name="T60" fmla="*/ 244 w 266"/>
                <a:gd name="T61" fmla="*/ 224 h 224"/>
                <a:gd name="T62" fmla="*/ 249 w 266"/>
                <a:gd name="T63" fmla="*/ 215 h 224"/>
                <a:gd name="T64" fmla="*/ 249 w 266"/>
                <a:gd name="T65" fmla="*/ 215 h 224"/>
                <a:gd name="T66" fmla="*/ 256 w 266"/>
                <a:gd name="T67" fmla="*/ 201 h 224"/>
                <a:gd name="T68" fmla="*/ 257 w 266"/>
                <a:gd name="T69" fmla="*/ 201 h 224"/>
                <a:gd name="T70" fmla="*/ 263 w 266"/>
                <a:gd name="T71" fmla="*/ 184 h 224"/>
                <a:gd name="T72" fmla="*/ 261 w 266"/>
                <a:gd name="T73" fmla="*/ 172 h 224"/>
                <a:gd name="T74" fmla="*/ 261 w 266"/>
                <a:gd name="T75" fmla="*/ 172 h 224"/>
                <a:gd name="T76" fmla="*/ 249 w 266"/>
                <a:gd name="T77" fmla="*/ 156 h 224"/>
                <a:gd name="T78" fmla="*/ 247 w 266"/>
                <a:gd name="T79" fmla="*/ 148 h 224"/>
                <a:gd name="T80" fmla="*/ 240 w 266"/>
                <a:gd name="T81" fmla="*/ 135 h 224"/>
                <a:gd name="T82" fmla="*/ 220 w 266"/>
                <a:gd name="T83" fmla="*/ 125 h 224"/>
                <a:gd name="T84" fmla="*/ 215 w 266"/>
                <a:gd name="T85" fmla="*/ 108 h 224"/>
                <a:gd name="T86" fmla="*/ 218 w 266"/>
                <a:gd name="T87" fmla="*/ 92 h 224"/>
                <a:gd name="T88" fmla="*/ 201 w 266"/>
                <a:gd name="T89" fmla="*/ 75 h 224"/>
                <a:gd name="T90" fmla="*/ 184 w 266"/>
                <a:gd name="T91" fmla="*/ 64 h 224"/>
                <a:gd name="T92" fmla="*/ 169 w 266"/>
                <a:gd name="T93" fmla="*/ 54 h 224"/>
                <a:gd name="T94" fmla="*/ 169 w 266"/>
                <a:gd name="T95" fmla="*/ 19 h 224"/>
                <a:gd name="T96" fmla="*/ 162 w 266"/>
                <a:gd name="T97" fmla="*/ 0 h 224"/>
                <a:gd name="T98" fmla="*/ 0 w 266"/>
                <a:gd name="T99" fmla="*/ 0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24">
                  <a:moveTo>
                    <a:pt x="0" y="0"/>
                  </a:moveTo>
                  <a:cubicBezTo>
                    <a:pt x="20" y="12"/>
                    <a:pt x="20" y="12"/>
                    <a:pt x="20" y="12"/>
                  </a:cubicBezTo>
                  <a:cubicBezTo>
                    <a:pt x="20" y="23"/>
                    <a:pt x="20" y="23"/>
                    <a:pt x="20" y="23"/>
                  </a:cubicBezTo>
                  <a:cubicBezTo>
                    <a:pt x="20" y="23"/>
                    <a:pt x="20" y="23"/>
                    <a:pt x="20" y="23"/>
                  </a:cubicBezTo>
                  <a:cubicBezTo>
                    <a:pt x="25" y="30"/>
                    <a:pt x="25" y="30"/>
                    <a:pt x="25" y="30"/>
                  </a:cubicBezTo>
                  <a:cubicBezTo>
                    <a:pt x="25" y="36"/>
                    <a:pt x="25" y="36"/>
                    <a:pt x="25" y="36"/>
                  </a:cubicBezTo>
                  <a:cubicBezTo>
                    <a:pt x="30" y="36"/>
                    <a:pt x="30" y="36"/>
                    <a:pt x="30" y="36"/>
                  </a:cubicBezTo>
                  <a:cubicBezTo>
                    <a:pt x="34" y="36"/>
                    <a:pt x="34" y="36"/>
                    <a:pt x="34" y="36"/>
                  </a:cubicBezTo>
                  <a:cubicBezTo>
                    <a:pt x="36" y="36"/>
                    <a:pt x="37" y="37"/>
                    <a:pt x="38" y="38"/>
                  </a:cubicBezTo>
                  <a:cubicBezTo>
                    <a:pt x="38" y="38"/>
                    <a:pt x="38" y="38"/>
                    <a:pt x="38" y="38"/>
                  </a:cubicBezTo>
                  <a:cubicBezTo>
                    <a:pt x="38" y="38"/>
                    <a:pt x="38" y="38"/>
                    <a:pt x="38" y="38"/>
                  </a:cubicBezTo>
                  <a:cubicBezTo>
                    <a:pt x="38" y="38"/>
                    <a:pt x="38" y="38"/>
                    <a:pt x="38" y="38"/>
                  </a:cubicBezTo>
                  <a:cubicBezTo>
                    <a:pt x="38" y="38"/>
                    <a:pt x="38" y="38"/>
                    <a:pt x="38" y="38"/>
                  </a:cubicBezTo>
                  <a:cubicBezTo>
                    <a:pt x="38" y="39"/>
                    <a:pt x="38" y="39"/>
                    <a:pt x="38" y="39"/>
                  </a:cubicBezTo>
                  <a:cubicBezTo>
                    <a:pt x="39" y="58"/>
                    <a:pt x="39" y="58"/>
                    <a:pt x="39" y="58"/>
                  </a:cubicBezTo>
                  <a:cubicBezTo>
                    <a:pt x="42" y="58"/>
                    <a:pt x="42" y="58"/>
                    <a:pt x="42" y="58"/>
                  </a:cubicBezTo>
                  <a:cubicBezTo>
                    <a:pt x="42" y="65"/>
                    <a:pt x="42" y="65"/>
                    <a:pt x="42" y="65"/>
                  </a:cubicBezTo>
                  <a:cubicBezTo>
                    <a:pt x="51" y="73"/>
                    <a:pt x="51" y="73"/>
                    <a:pt x="51" y="73"/>
                  </a:cubicBezTo>
                  <a:cubicBezTo>
                    <a:pt x="52" y="75"/>
                    <a:pt x="53" y="76"/>
                    <a:pt x="54" y="76"/>
                  </a:cubicBezTo>
                  <a:cubicBezTo>
                    <a:pt x="54" y="77"/>
                    <a:pt x="54" y="77"/>
                    <a:pt x="54" y="77"/>
                  </a:cubicBezTo>
                  <a:cubicBezTo>
                    <a:pt x="54" y="167"/>
                    <a:pt x="54" y="167"/>
                    <a:pt x="54" y="167"/>
                  </a:cubicBezTo>
                  <a:cubicBezTo>
                    <a:pt x="54" y="168"/>
                    <a:pt x="54" y="168"/>
                    <a:pt x="54" y="168"/>
                  </a:cubicBezTo>
                  <a:cubicBezTo>
                    <a:pt x="54" y="168"/>
                    <a:pt x="54" y="168"/>
                    <a:pt x="54" y="168"/>
                  </a:cubicBezTo>
                  <a:cubicBezTo>
                    <a:pt x="54" y="207"/>
                    <a:pt x="54" y="207"/>
                    <a:pt x="54" y="207"/>
                  </a:cubicBezTo>
                  <a:cubicBezTo>
                    <a:pt x="54" y="208"/>
                    <a:pt x="54" y="208"/>
                    <a:pt x="54" y="208"/>
                  </a:cubicBezTo>
                  <a:cubicBezTo>
                    <a:pt x="54" y="208"/>
                    <a:pt x="54" y="208"/>
                    <a:pt x="54" y="208"/>
                  </a:cubicBezTo>
                  <a:cubicBezTo>
                    <a:pt x="220" y="208"/>
                    <a:pt x="220" y="208"/>
                    <a:pt x="220" y="208"/>
                  </a:cubicBezTo>
                  <a:cubicBezTo>
                    <a:pt x="220" y="224"/>
                    <a:pt x="220" y="224"/>
                    <a:pt x="220" y="224"/>
                  </a:cubicBezTo>
                  <a:cubicBezTo>
                    <a:pt x="244" y="224"/>
                    <a:pt x="244" y="224"/>
                    <a:pt x="244" y="224"/>
                  </a:cubicBezTo>
                  <a:cubicBezTo>
                    <a:pt x="244" y="224"/>
                    <a:pt x="244" y="224"/>
                    <a:pt x="244" y="224"/>
                  </a:cubicBezTo>
                  <a:cubicBezTo>
                    <a:pt x="244" y="224"/>
                    <a:pt x="244" y="224"/>
                    <a:pt x="244" y="224"/>
                  </a:cubicBezTo>
                  <a:cubicBezTo>
                    <a:pt x="249" y="215"/>
                    <a:pt x="249" y="215"/>
                    <a:pt x="249" y="215"/>
                  </a:cubicBezTo>
                  <a:cubicBezTo>
                    <a:pt x="249" y="215"/>
                    <a:pt x="249" y="215"/>
                    <a:pt x="249" y="215"/>
                  </a:cubicBezTo>
                  <a:cubicBezTo>
                    <a:pt x="256" y="201"/>
                    <a:pt x="256" y="201"/>
                    <a:pt x="256" y="201"/>
                  </a:cubicBezTo>
                  <a:cubicBezTo>
                    <a:pt x="257" y="201"/>
                    <a:pt x="257" y="201"/>
                    <a:pt x="257" y="201"/>
                  </a:cubicBezTo>
                  <a:cubicBezTo>
                    <a:pt x="258" y="200"/>
                    <a:pt x="266" y="194"/>
                    <a:pt x="263" y="184"/>
                  </a:cubicBezTo>
                  <a:cubicBezTo>
                    <a:pt x="261" y="172"/>
                    <a:pt x="261" y="172"/>
                    <a:pt x="261" y="172"/>
                  </a:cubicBezTo>
                  <a:cubicBezTo>
                    <a:pt x="261" y="172"/>
                    <a:pt x="261" y="172"/>
                    <a:pt x="261" y="172"/>
                  </a:cubicBezTo>
                  <a:cubicBezTo>
                    <a:pt x="259" y="170"/>
                    <a:pt x="251" y="162"/>
                    <a:pt x="249" y="156"/>
                  </a:cubicBezTo>
                  <a:cubicBezTo>
                    <a:pt x="247" y="148"/>
                    <a:pt x="247" y="148"/>
                    <a:pt x="247" y="148"/>
                  </a:cubicBezTo>
                  <a:cubicBezTo>
                    <a:pt x="240" y="135"/>
                    <a:pt x="240" y="135"/>
                    <a:pt x="240" y="135"/>
                  </a:cubicBezTo>
                  <a:cubicBezTo>
                    <a:pt x="220" y="125"/>
                    <a:pt x="220" y="125"/>
                    <a:pt x="220" y="125"/>
                  </a:cubicBezTo>
                  <a:cubicBezTo>
                    <a:pt x="215" y="108"/>
                    <a:pt x="215" y="108"/>
                    <a:pt x="215" y="108"/>
                  </a:cubicBezTo>
                  <a:cubicBezTo>
                    <a:pt x="218" y="92"/>
                    <a:pt x="218" y="92"/>
                    <a:pt x="218" y="92"/>
                  </a:cubicBezTo>
                  <a:cubicBezTo>
                    <a:pt x="201" y="75"/>
                    <a:pt x="201" y="75"/>
                    <a:pt x="201" y="75"/>
                  </a:cubicBezTo>
                  <a:cubicBezTo>
                    <a:pt x="184" y="64"/>
                    <a:pt x="184" y="64"/>
                    <a:pt x="184" y="64"/>
                  </a:cubicBezTo>
                  <a:cubicBezTo>
                    <a:pt x="169" y="54"/>
                    <a:pt x="169" y="54"/>
                    <a:pt x="169" y="54"/>
                  </a:cubicBezTo>
                  <a:cubicBezTo>
                    <a:pt x="169" y="19"/>
                    <a:pt x="169" y="19"/>
                    <a:pt x="169" y="19"/>
                  </a:cubicBezTo>
                  <a:cubicBezTo>
                    <a:pt x="162" y="0"/>
                    <a:pt x="162" y="0"/>
                    <a:pt x="162" y="0"/>
                  </a:cubicBezTo>
                  <a:lnTo>
                    <a:pt x="0" y="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3" name="Mississippi">
              <a:extLst>
                <a:ext uri="{FF2B5EF4-FFF2-40B4-BE49-F238E27FC236}">
                  <a16:creationId xmlns:a16="http://schemas.microsoft.com/office/drawing/2014/main" id="{551463DA-5217-6D48-BDD3-DD7797B335A8}"/>
                </a:ext>
              </a:extLst>
            </p:cNvPr>
            <p:cNvSpPr>
              <a:spLocks/>
            </p:cNvSpPr>
            <p:nvPr/>
          </p:nvSpPr>
          <p:spPr bwMode="auto">
            <a:xfrm>
              <a:off x="7125786" y="3637760"/>
              <a:ext cx="556719" cy="1004769"/>
            </a:xfrm>
            <a:custGeom>
              <a:avLst/>
              <a:gdLst>
                <a:gd name="T0" fmla="*/ 131 w 141"/>
                <a:gd name="T1" fmla="*/ 108 h 254"/>
                <a:gd name="T2" fmla="*/ 141 w 141"/>
                <a:gd name="T3" fmla="*/ 68 h 254"/>
                <a:gd name="T4" fmla="*/ 141 w 141"/>
                <a:gd name="T5" fmla="*/ 56 h 254"/>
                <a:gd name="T6" fmla="*/ 47 w 141"/>
                <a:gd name="T7" fmla="*/ 0 h 254"/>
                <a:gd name="T8" fmla="*/ 44 w 141"/>
                <a:gd name="T9" fmla="*/ 10 h 254"/>
                <a:gd name="T10" fmla="*/ 37 w 141"/>
                <a:gd name="T11" fmla="*/ 35 h 254"/>
                <a:gd name="T12" fmla="*/ 32 w 141"/>
                <a:gd name="T13" fmla="*/ 44 h 254"/>
                <a:gd name="T14" fmla="*/ 30 w 141"/>
                <a:gd name="T15" fmla="*/ 46 h 254"/>
                <a:gd name="T16" fmla="*/ 27 w 141"/>
                <a:gd name="T17" fmla="*/ 49 h 254"/>
                <a:gd name="T18" fmla="*/ 25 w 141"/>
                <a:gd name="T19" fmla="*/ 50 h 254"/>
                <a:gd name="T20" fmla="*/ 24 w 141"/>
                <a:gd name="T21" fmla="*/ 50 h 254"/>
                <a:gd name="T22" fmla="*/ 17 w 141"/>
                <a:gd name="T23" fmla="*/ 59 h 254"/>
                <a:gd name="T24" fmla="*/ 19 w 141"/>
                <a:gd name="T25" fmla="*/ 75 h 254"/>
                <a:gd name="T26" fmla="*/ 20 w 141"/>
                <a:gd name="T27" fmla="*/ 86 h 254"/>
                <a:gd name="T28" fmla="*/ 19 w 141"/>
                <a:gd name="T29" fmla="*/ 87 h 254"/>
                <a:gd name="T30" fmla="*/ 18 w 141"/>
                <a:gd name="T31" fmla="*/ 88 h 254"/>
                <a:gd name="T32" fmla="*/ 17 w 141"/>
                <a:gd name="T33" fmla="*/ 89 h 254"/>
                <a:gd name="T34" fmla="*/ 17 w 141"/>
                <a:gd name="T35" fmla="*/ 90 h 254"/>
                <a:gd name="T36" fmla="*/ 14 w 141"/>
                <a:gd name="T37" fmla="*/ 100 h 254"/>
                <a:gd name="T38" fmla="*/ 14 w 141"/>
                <a:gd name="T39" fmla="*/ 148 h 254"/>
                <a:gd name="T40" fmla="*/ 0 w 141"/>
                <a:gd name="T41" fmla="*/ 195 h 254"/>
                <a:gd name="T42" fmla="*/ 60 w 141"/>
                <a:gd name="T43" fmla="*/ 200 h 254"/>
                <a:gd name="T44" fmla="*/ 55 w 141"/>
                <a:gd name="T45" fmla="*/ 205 h 254"/>
                <a:gd name="T46" fmla="*/ 59 w 141"/>
                <a:gd name="T47" fmla="*/ 217 h 254"/>
                <a:gd name="T48" fmla="*/ 63 w 141"/>
                <a:gd name="T49" fmla="*/ 220 h 254"/>
                <a:gd name="T50" fmla="*/ 61 w 141"/>
                <a:gd name="T51" fmla="*/ 241 h 254"/>
                <a:gd name="T52" fmla="*/ 56 w 141"/>
                <a:gd name="T53" fmla="*/ 249 h 254"/>
                <a:gd name="T54" fmla="*/ 57 w 141"/>
                <a:gd name="T55" fmla="*/ 249 h 254"/>
                <a:gd name="T56" fmla="*/ 87 w 141"/>
                <a:gd name="T57" fmla="*/ 254 h 254"/>
                <a:gd name="T58" fmla="*/ 103 w 141"/>
                <a:gd name="T59" fmla="*/ 250 h 254"/>
                <a:gd name="T60" fmla="*/ 126 w 141"/>
                <a:gd name="T61" fmla="*/ 248 h 254"/>
                <a:gd name="T62" fmla="*/ 126 w 141"/>
                <a:gd name="T63" fmla="*/ 157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1" h="254">
                  <a:moveTo>
                    <a:pt x="126" y="157"/>
                  </a:moveTo>
                  <a:cubicBezTo>
                    <a:pt x="125" y="154"/>
                    <a:pt x="128" y="126"/>
                    <a:pt x="131" y="108"/>
                  </a:cubicBezTo>
                  <a:cubicBezTo>
                    <a:pt x="132" y="99"/>
                    <a:pt x="132" y="93"/>
                    <a:pt x="132" y="92"/>
                  </a:cubicBezTo>
                  <a:cubicBezTo>
                    <a:pt x="132" y="90"/>
                    <a:pt x="137" y="78"/>
                    <a:pt x="141" y="68"/>
                  </a:cubicBezTo>
                  <a:cubicBezTo>
                    <a:pt x="141" y="68"/>
                    <a:pt x="141" y="68"/>
                    <a:pt x="141" y="68"/>
                  </a:cubicBezTo>
                  <a:cubicBezTo>
                    <a:pt x="141" y="56"/>
                    <a:pt x="141" y="56"/>
                    <a:pt x="141" y="56"/>
                  </a:cubicBezTo>
                  <a:cubicBezTo>
                    <a:pt x="141" y="0"/>
                    <a:pt x="141" y="0"/>
                    <a:pt x="141" y="0"/>
                  </a:cubicBezTo>
                  <a:cubicBezTo>
                    <a:pt x="47" y="0"/>
                    <a:pt x="47" y="0"/>
                    <a:pt x="47" y="0"/>
                  </a:cubicBezTo>
                  <a:cubicBezTo>
                    <a:pt x="45" y="5"/>
                    <a:pt x="45" y="5"/>
                    <a:pt x="45" y="5"/>
                  </a:cubicBezTo>
                  <a:cubicBezTo>
                    <a:pt x="44" y="10"/>
                    <a:pt x="44" y="10"/>
                    <a:pt x="44" y="10"/>
                  </a:cubicBezTo>
                  <a:cubicBezTo>
                    <a:pt x="37" y="16"/>
                    <a:pt x="37" y="16"/>
                    <a:pt x="37" y="16"/>
                  </a:cubicBezTo>
                  <a:cubicBezTo>
                    <a:pt x="37" y="35"/>
                    <a:pt x="37" y="35"/>
                    <a:pt x="37" y="35"/>
                  </a:cubicBezTo>
                  <a:cubicBezTo>
                    <a:pt x="37" y="35"/>
                    <a:pt x="37" y="35"/>
                    <a:pt x="37" y="35"/>
                  </a:cubicBezTo>
                  <a:cubicBezTo>
                    <a:pt x="37" y="35"/>
                    <a:pt x="35" y="39"/>
                    <a:pt x="32" y="44"/>
                  </a:cubicBezTo>
                  <a:cubicBezTo>
                    <a:pt x="30" y="46"/>
                    <a:pt x="30" y="46"/>
                    <a:pt x="30" y="46"/>
                  </a:cubicBezTo>
                  <a:cubicBezTo>
                    <a:pt x="30" y="46"/>
                    <a:pt x="30" y="46"/>
                    <a:pt x="30" y="46"/>
                  </a:cubicBezTo>
                  <a:cubicBezTo>
                    <a:pt x="30" y="46"/>
                    <a:pt x="30" y="46"/>
                    <a:pt x="30" y="46"/>
                  </a:cubicBezTo>
                  <a:cubicBezTo>
                    <a:pt x="29" y="46"/>
                    <a:pt x="29" y="47"/>
                    <a:pt x="27" y="49"/>
                  </a:cubicBezTo>
                  <a:cubicBezTo>
                    <a:pt x="26" y="50"/>
                    <a:pt x="26" y="50"/>
                    <a:pt x="26" y="50"/>
                  </a:cubicBezTo>
                  <a:cubicBezTo>
                    <a:pt x="25" y="50"/>
                    <a:pt x="25" y="50"/>
                    <a:pt x="25" y="50"/>
                  </a:cubicBezTo>
                  <a:cubicBezTo>
                    <a:pt x="25" y="50"/>
                    <a:pt x="25" y="50"/>
                    <a:pt x="25" y="50"/>
                  </a:cubicBezTo>
                  <a:cubicBezTo>
                    <a:pt x="24" y="50"/>
                    <a:pt x="24" y="50"/>
                    <a:pt x="24" y="50"/>
                  </a:cubicBezTo>
                  <a:cubicBezTo>
                    <a:pt x="24" y="50"/>
                    <a:pt x="24" y="50"/>
                    <a:pt x="24" y="50"/>
                  </a:cubicBezTo>
                  <a:cubicBezTo>
                    <a:pt x="23" y="52"/>
                    <a:pt x="19" y="56"/>
                    <a:pt x="17" y="59"/>
                  </a:cubicBezTo>
                  <a:cubicBezTo>
                    <a:pt x="17" y="63"/>
                    <a:pt x="17" y="63"/>
                    <a:pt x="17" y="63"/>
                  </a:cubicBezTo>
                  <a:cubicBezTo>
                    <a:pt x="18" y="68"/>
                    <a:pt x="19" y="75"/>
                    <a:pt x="19" y="75"/>
                  </a:cubicBezTo>
                  <a:cubicBezTo>
                    <a:pt x="19" y="78"/>
                    <a:pt x="20" y="81"/>
                    <a:pt x="20" y="84"/>
                  </a:cubicBezTo>
                  <a:cubicBezTo>
                    <a:pt x="20" y="86"/>
                    <a:pt x="20" y="86"/>
                    <a:pt x="20" y="86"/>
                  </a:cubicBezTo>
                  <a:cubicBezTo>
                    <a:pt x="19" y="86"/>
                    <a:pt x="19" y="86"/>
                    <a:pt x="19" y="86"/>
                  </a:cubicBezTo>
                  <a:cubicBezTo>
                    <a:pt x="19" y="87"/>
                    <a:pt x="19" y="87"/>
                    <a:pt x="19" y="87"/>
                  </a:cubicBezTo>
                  <a:cubicBezTo>
                    <a:pt x="18" y="87"/>
                    <a:pt x="18" y="87"/>
                    <a:pt x="18" y="87"/>
                  </a:cubicBezTo>
                  <a:cubicBezTo>
                    <a:pt x="18" y="88"/>
                    <a:pt x="18" y="88"/>
                    <a:pt x="18" y="88"/>
                  </a:cubicBezTo>
                  <a:cubicBezTo>
                    <a:pt x="18" y="88"/>
                    <a:pt x="18" y="88"/>
                    <a:pt x="17" y="88"/>
                  </a:cubicBezTo>
                  <a:cubicBezTo>
                    <a:pt x="17" y="89"/>
                    <a:pt x="17" y="89"/>
                    <a:pt x="17" y="89"/>
                  </a:cubicBezTo>
                  <a:cubicBezTo>
                    <a:pt x="17" y="90"/>
                    <a:pt x="17" y="90"/>
                    <a:pt x="17" y="90"/>
                  </a:cubicBezTo>
                  <a:cubicBezTo>
                    <a:pt x="17" y="90"/>
                    <a:pt x="17" y="90"/>
                    <a:pt x="17" y="90"/>
                  </a:cubicBezTo>
                  <a:cubicBezTo>
                    <a:pt x="17" y="91"/>
                    <a:pt x="16" y="93"/>
                    <a:pt x="14" y="99"/>
                  </a:cubicBezTo>
                  <a:cubicBezTo>
                    <a:pt x="14" y="100"/>
                    <a:pt x="14" y="100"/>
                    <a:pt x="14" y="100"/>
                  </a:cubicBezTo>
                  <a:cubicBezTo>
                    <a:pt x="14" y="100"/>
                    <a:pt x="14" y="100"/>
                    <a:pt x="14" y="100"/>
                  </a:cubicBezTo>
                  <a:cubicBezTo>
                    <a:pt x="14" y="148"/>
                    <a:pt x="14" y="148"/>
                    <a:pt x="14" y="148"/>
                  </a:cubicBezTo>
                  <a:cubicBezTo>
                    <a:pt x="0" y="171"/>
                    <a:pt x="0" y="171"/>
                    <a:pt x="0" y="171"/>
                  </a:cubicBezTo>
                  <a:cubicBezTo>
                    <a:pt x="0" y="195"/>
                    <a:pt x="0" y="195"/>
                    <a:pt x="0" y="195"/>
                  </a:cubicBezTo>
                  <a:cubicBezTo>
                    <a:pt x="59" y="195"/>
                    <a:pt x="59" y="195"/>
                    <a:pt x="59" y="195"/>
                  </a:cubicBezTo>
                  <a:cubicBezTo>
                    <a:pt x="60" y="200"/>
                    <a:pt x="60" y="200"/>
                    <a:pt x="60" y="200"/>
                  </a:cubicBezTo>
                  <a:cubicBezTo>
                    <a:pt x="61" y="201"/>
                    <a:pt x="61" y="202"/>
                    <a:pt x="60" y="203"/>
                  </a:cubicBezTo>
                  <a:cubicBezTo>
                    <a:pt x="59" y="205"/>
                    <a:pt x="56" y="205"/>
                    <a:pt x="55" y="205"/>
                  </a:cubicBezTo>
                  <a:cubicBezTo>
                    <a:pt x="55" y="217"/>
                    <a:pt x="55" y="217"/>
                    <a:pt x="55" y="217"/>
                  </a:cubicBezTo>
                  <a:cubicBezTo>
                    <a:pt x="59" y="217"/>
                    <a:pt x="59" y="217"/>
                    <a:pt x="59" y="217"/>
                  </a:cubicBezTo>
                  <a:cubicBezTo>
                    <a:pt x="59" y="220"/>
                    <a:pt x="59" y="220"/>
                    <a:pt x="59" y="220"/>
                  </a:cubicBezTo>
                  <a:cubicBezTo>
                    <a:pt x="63" y="220"/>
                    <a:pt x="63" y="220"/>
                    <a:pt x="63" y="220"/>
                  </a:cubicBezTo>
                  <a:cubicBezTo>
                    <a:pt x="61" y="233"/>
                    <a:pt x="61" y="233"/>
                    <a:pt x="61" y="233"/>
                  </a:cubicBezTo>
                  <a:cubicBezTo>
                    <a:pt x="61" y="241"/>
                    <a:pt x="61" y="241"/>
                    <a:pt x="61" y="241"/>
                  </a:cubicBezTo>
                  <a:cubicBezTo>
                    <a:pt x="61" y="243"/>
                    <a:pt x="58" y="244"/>
                    <a:pt x="56" y="244"/>
                  </a:cubicBezTo>
                  <a:cubicBezTo>
                    <a:pt x="56" y="249"/>
                    <a:pt x="56" y="249"/>
                    <a:pt x="56" y="249"/>
                  </a:cubicBezTo>
                  <a:cubicBezTo>
                    <a:pt x="57" y="249"/>
                    <a:pt x="57" y="249"/>
                    <a:pt x="57" y="249"/>
                  </a:cubicBezTo>
                  <a:cubicBezTo>
                    <a:pt x="57" y="249"/>
                    <a:pt x="57" y="249"/>
                    <a:pt x="57" y="249"/>
                  </a:cubicBezTo>
                  <a:cubicBezTo>
                    <a:pt x="64" y="246"/>
                    <a:pt x="64" y="246"/>
                    <a:pt x="64" y="246"/>
                  </a:cubicBezTo>
                  <a:cubicBezTo>
                    <a:pt x="87" y="254"/>
                    <a:pt x="87" y="254"/>
                    <a:pt x="87" y="254"/>
                  </a:cubicBezTo>
                  <a:cubicBezTo>
                    <a:pt x="95" y="250"/>
                    <a:pt x="95" y="250"/>
                    <a:pt x="95" y="250"/>
                  </a:cubicBezTo>
                  <a:cubicBezTo>
                    <a:pt x="103" y="250"/>
                    <a:pt x="103" y="250"/>
                    <a:pt x="103" y="250"/>
                  </a:cubicBezTo>
                  <a:cubicBezTo>
                    <a:pt x="110" y="246"/>
                    <a:pt x="110" y="246"/>
                    <a:pt x="110" y="246"/>
                  </a:cubicBezTo>
                  <a:cubicBezTo>
                    <a:pt x="126" y="248"/>
                    <a:pt x="126" y="248"/>
                    <a:pt x="126" y="248"/>
                  </a:cubicBezTo>
                  <a:cubicBezTo>
                    <a:pt x="126" y="248"/>
                    <a:pt x="126" y="248"/>
                    <a:pt x="126" y="248"/>
                  </a:cubicBezTo>
                  <a:cubicBezTo>
                    <a:pt x="126" y="227"/>
                    <a:pt x="127" y="161"/>
                    <a:pt x="126" y="157"/>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4" name="Minnesota">
              <a:extLst>
                <a:ext uri="{FF2B5EF4-FFF2-40B4-BE49-F238E27FC236}">
                  <a16:creationId xmlns:a16="http://schemas.microsoft.com/office/drawing/2014/main" id="{8E46BA31-33C3-024A-A07D-6035FA117B5C}"/>
                </a:ext>
              </a:extLst>
            </p:cNvPr>
            <p:cNvSpPr>
              <a:spLocks/>
            </p:cNvSpPr>
            <p:nvPr/>
          </p:nvSpPr>
          <p:spPr bwMode="auto">
            <a:xfrm>
              <a:off x="6279840" y="778934"/>
              <a:ext cx="1173624" cy="1195357"/>
            </a:xfrm>
            <a:custGeom>
              <a:avLst/>
              <a:gdLst>
                <a:gd name="T0" fmla="*/ 10 w 297"/>
                <a:gd name="T1" fmla="*/ 129 h 302"/>
                <a:gd name="T2" fmla="*/ 22 w 297"/>
                <a:gd name="T3" fmla="*/ 162 h 302"/>
                <a:gd name="T4" fmla="*/ 24 w 297"/>
                <a:gd name="T5" fmla="*/ 180 h 302"/>
                <a:gd name="T6" fmla="*/ 24 w 297"/>
                <a:gd name="T7" fmla="*/ 219 h 302"/>
                <a:gd name="T8" fmla="*/ 36 w 297"/>
                <a:gd name="T9" fmla="*/ 301 h 302"/>
                <a:gd name="T10" fmla="*/ 37 w 297"/>
                <a:gd name="T11" fmla="*/ 302 h 302"/>
                <a:gd name="T12" fmla="*/ 228 w 297"/>
                <a:gd name="T13" fmla="*/ 302 h 302"/>
                <a:gd name="T14" fmla="*/ 227 w 297"/>
                <a:gd name="T15" fmla="*/ 294 h 302"/>
                <a:gd name="T16" fmla="*/ 229 w 297"/>
                <a:gd name="T17" fmla="*/ 289 h 302"/>
                <a:gd name="T18" fmla="*/ 227 w 297"/>
                <a:gd name="T19" fmla="*/ 287 h 302"/>
                <a:gd name="T20" fmla="*/ 193 w 297"/>
                <a:gd name="T21" fmla="*/ 249 h 302"/>
                <a:gd name="T22" fmla="*/ 172 w 297"/>
                <a:gd name="T23" fmla="*/ 226 h 302"/>
                <a:gd name="T24" fmla="*/ 172 w 297"/>
                <a:gd name="T25" fmla="*/ 205 h 302"/>
                <a:gd name="T26" fmla="*/ 181 w 297"/>
                <a:gd name="T27" fmla="*/ 174 h 302"/>
                <a:gd name="T28" fmla="*/ 193 w 297"/>
                <a:gd name="T29" fmla="*/ 159 h 302"/>
                <a:gd name="T30" fmla="*/ 204 w 297"/>
                <a:gd name="T31" fmla="*/ 160 h 302"/>
                <a:gd name="T32" fmla="*/ 266 w 297"/>
                <a:gd name="T33" fmla="*/ 105 h 302"/>
                <a:gd name="T34" fmla="*/ 285 w 297"/>
                <a:gd name="T35" fmla="*/ 94 h 302"/>
                <a:gd name="T36" fmla="*/ 293 w 297"/>
                <a:gd name="T37" fmla="*/ 86 h 302"/>
                <a:gd name="T38" fmla="*/ 266 w 297"/>
                <a:gd name="T39" fmla="*/ 78 h 302"/>
                <a:gd name="T40" fmla="*/ 246 w 297"/>
                <a:gd name="T41" fmla="*/ 78 h 302"/>
                <a:gd name="T42" fmla="*/ 231 w 297"/>
                <a:gd name="T43" fmla="*/ 82 h 302"/>
                <a:gd name="T44" fmla="*/ 219 w 297"/>
                <a:gd name="T45" fmla="*/ 70 h 302"/>
                <a:gd name="T46" fmla="*/ 192 w 297"/>
                <a:gd name="T47" fmla="*/ 55 h 302"/>
                <a:gd name="T48" fmla="*/ 161 w 297"/>
                <a:gd name="T49" fmla="*/ 47 h 302"/>
                <a:gd name="T50" fmla="*/ 145 w 297"/>
                <a:gd name="T51" fmla="*/ 51 h 302"/>
                <a:gd name="T52" fmla="*/ 141 w 297"/>
                <a:gd name="T53" fmla="*/ 47 h 302"/>
                <a:gd name="T54" fmla="*/ 118 w 297"/>
                <a:gd name="T55" fmla="*/ 43 h 302"/>
                <a:gd name="T56" fmla="*/ 110 w 297"/>
                <a:gd name="T57" fmla="*/ 43 h 302"/>
                <a:gd name="T58" fmla="*/ 102 w 297"/>
                <a:gd name="T59" fmla="*/ 23 h 302"/>
                <a:gd name="T60" fmla="*/ 86 w 297"/>
                <a:gd name="T61" fmla="*/ 0 h 302"/>
                <a:gd name="T62" fmla="*/ 0 w 297"/>
                <a:gd name="T63" fmla="*/ 27 h 302"/>
                <a:gd name="T64" fmla="*/ 10 w 297"/>
                <a:gd name="T65" fmla="*/ 96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7" h="302">
                  <a:moveTo>
                    <a:pt x="10" y="96"/>
                  </a:moveTo>
                  <a:cubicBezTo>
                    <a:pt x="10" y="129"/>
                    <a:pt x="10" y="129"/>
                    <a:pt x="10" y="129"/>
                  </a:cubicBezTo>
                  <a:cubicBezTo>
                    <a:pt x="22" y="150"/>
                    <a:pt x="22" y="150"/>
                    <a:pt x="22" y="150"/>
                  </a:cubicBezTo>
                  <a:cubicBezTo>
                    <a:pt x="22" y="162"/>
                    <a:pt x="22" y="162"/>
                    <a:pt x="22" y="162"/>
                  </a:cubicBezTo>
                  <a:cubicBezTo>
                    <a:pt x="24" y="180"/>
                    <a:pt x="24" y="180"/>
                    <a:pt x="24" y="180"/>
                  </a:cubicBezTo>
                  <a:cubicBezTo>
                    <a:pt x="24" y="180"/>
                    <a:pt x="24" y="180"/>
                    <a:pt x="24" y="180"/>
                  </a:cubicBezTo>
                  <a:cubicBezTo>
                    <a:pt x="24" y="181"/>
                    <a:pt x="24" y="181"/>
                    <a:pt x="24" y="181"/>
                  </a:cubicBezTo>
                  <a:cubicBezTo>
                    <a:pt x="24" y="219"/>
                    <a:pt x="24" y="219"/>
                    <a:pt x="24" y="219"/>
                  </a:cubicBezTo>
                  <a:cubicBezTo>
                    <a:pt x="36" y="233"/>
                    <a:pt x="36" y="233"/>
                    <a:pt x="36" y="233"/>
                  </a:cubicBezTo>
                  <a:cubicBezTo>
                    <a:pt x="36" y="301"/>
                    <a:pt x="36" y="301"/>
                    <a:pt x="36" y="301"/>
                  </a:cubicBezTo>
                  <a:cubicBezTo>
                    <a:pt x="36" y="302"/>
                    <a:pt x="36" y="302"/>
                    <a:pt x="36" y="302"/>
                  </a:cubicBezTo>
                  <a:cubicBezTo>
                    <a:pt x="37" y="302"/>
                    <a:pt x="37" y="302"/>
                    <a:pt x="37" y="302"/>
                  </a:cubicBezTo>
                  <a:cubicBezTo>
                    <a:pt x="227" y="302"/>
                    <a:pt x="227" y="302"/>
                    <a:pt x="227" y="302"/>
                  </a:cubicBezTo>
                  <a:cubicBezTo>
                    <a:pt x="228" y="302"/>
                    <a:pt x="228" y="302"/>
                    <a:pt x="228" y="302"/>
                  </a:cubicBezTo>
                  <a:cubicBezTo>
                    <a:pt x="227" y="300"/>
                    <a:pt x="227" y="300"/>
                    <a:pt x="227" y="300"/>
                  </a:cubicBezTo>
                  <a:cubicBezTo>
                    <a:pt x="227" y="298"/>
                    <a:pt x="227" y="296"/>
                    <a:pt x="227" y="294"/>
                  </a:cubicBezTo>
                  <a:cubicBezTo>
                    <a:pt x="227" y="291"/>
                    <a:pt x="228" y="290"/>
                    <a:pt x="228" y="290"/>
                  </a:cubicBezTo>
                  <a:cubicBezTo>
                    <a:pt x="229" y="289"/>
                    <a:pt x="229" y="289"/>
                    <a:pt x="229" y="289"/>
                  </a:cubicBezTo>
                  <a:cubicBezTo>
                    <a:pt x="228" y="289"/>
                    <a:pt x="228" y="289"/>
                    <a:pt x="228" y="289"/>
                  </a:cubicBezTo>
                  <a:cubicBezTo>
                    <a:pt x="228" y="288"/>
                    <a:pt x="228" y="288"/>
                    <a:pt x="227" y="287"/>
                  </a:cubicBezTo>
                  <a:cubicBezTo>
                    <a:pt x="218" y="276"/>
                    <a:pt x="216" y="273"/>
                    <a:pt x="215" y="273"/>
                  </a:cubicBezTo>
                  <a:cubicBezTo>
                    <a:pt x="193" y="249"/>
                    <a:pt x="193" y="249"/>
                    <a:pt x="193" y="249"/>
                  </a:cubicBezTo>
                  <a:cubicBezTo>
                    <a:pt x="176" y="237"/>
                    <a:pt x="176" y="237"/>
                    <a:pt x="176" y="237"/>
                  </a:cubicBezTo>
                  <a:cubicBezTo>
                    <a:pt x="172" y="226"/>
                    <a:pt x="172" y="226"/>
                    <a:pt x="172" y="226"/>
                  </a:cubicBezTo>
                  <a:cubicBezTo>
                    <a:pt x="173" y="225"/>
                    <a:pt x="176" y="222"/>
                    <a:pt x="174" y="214"/>
                  </a:cubicBezTo>
                  <a:cubicBezTo>
                    <a:pt x="172" y="205"/>
                    <a:pt x="172" y="205"/>
                    <a:pt x="172" y="205"/>
                  </a:cubicBezTo>
                  <a:cubicBezTo>
                    <a:pt x="172" y="193"/>
                    <a:pt x="172" y="193"/>
                    <a:pt x="172" y="193"/>
                  </a:cubicBezTo>
                  <a:cubicBezTo>
                    <a:pt x="181" y="174"/>
                    <a:pt x="181" y="174"/>
                    <a:pt x="181" y="174"/>
                  </a:cubicBezTo>
                  <a:cubicBezTo>
                    <a:pt x="182" y="174"/>
                    <a:pt x="188" y="173"/>
                    <a:pt x="190" y="164"/>
                  </a:cubicBezTo>
                  <a:cubicBezTo>
                    <a:pt x="190" y="162"/>
                    <a:pt x="192" y="160"/>
                    <a:pt x="193" y="159"/>
                  </a:cubicBezTo>
                  <a:cubicBezTo>
                    <a:pt x="194" y="159"/>
                    <a:pt x="195" y="159"/>
                    <a:pt x="196" y="159"/>
                  </a:cubicBezTo>
                  <a:cubicBezTo>
                    <a:pt x="199" y="159"/>
                    <a:pt x="202" y="160"/>
                    <a:pt x="204" y="160"/>
                  </a:cubicBezTo>
                  <a:cubicBezTo>
                    <a:pt x="204" y="160"/>
                    <a:pt x="204" y="160"/>
                    <a:pt x="204" y="160"/>
                  </a:cubicBezTo>
                  <a:cubicBezTo>
                    <a:pt x="266" y="105"/>
                    <a:pt x="266" y="105"/>
                    <a:pt x="266" y="105"/>
                  </a:cubicBezTo>
                  <a:cubicBezTo>
                    <a:pt x="282" y="102"/>
                    <a:pt x="282" y="102"/>
                    <a:pt x="282" y="102"/>
                  </a:cubicBezTo>
                  <a:cubicBezTo>
                    <a:pt x="285" y="94"/>
                    <a:pt x="285" y="94"/>
                    <a:pt x="285" y="94"/>
                  </a:cubicBezTo>
                  <a:cubicBezTo>
                    <a:pt x="297" y="86"/>
                    <a:pt x="297" y="86"/>
                    <a:pt x="297" y="86"/>
                  </a:cubicBezTo>
                  <a:cubicBezTo>
                    <a:pt x="293" y="86"/>
                    <a:pt x="293" y="86"/>
                    <a:pt x="293" y="86"/>
                  </a:cubicBezTo>
                  <a:cubicBezTo>
                    <a:pt x="282" y="82"/>
                    <a:pt x="282" y="82"/>
                    <a:pt x="282" y="82"/>
                  </a:cubicBezTo>
                  <a:cubicBezTo>
                    <a:pt x="266" y="78"/>
                    <a:pt x="266" y="78"/>
                    <a:pt x="266" y="78"/>
                  </a:cubicBezTo>
                  <a:cubicBezTo>
                    <a:pt x="254" y="74"/>
                    <a:pt x="254" y="74"/>
                    <a:pt x="254" y="74"/>
                  </a:cubicBezTo>
                  <a:cubicBezTo>
                    <a:pt x="246" y="78"/>
                    <a:pt x="246" y="78"/>
                    <a:pt x="246" y="78"/>
                  </a:cubicBezTo>
                  <a:cubicBezTo>
                    <a:pt x="239" y="82"/>
                    <a:pt x="239" y="82"/>
                    <a:pt x="239" y="82"/>
                  </a:cubicBezTo>
                  <a:cubicBezTo>
                    <a:pt x="231" y="82"/>
                    <a:pt x="231" y="82"/>
                    <a:pt x="231" y="82"/>
                  </a:cubicBezTo>
                  <a:cubicBezTo>
                    <a:pt x="223" y="78"/>
                    <a:pt x="223" y="78"/>
                    <a:pt x="223" y="78"/>
                  </a:cubicBezTo>
                  <a:cubicBezTo>
                    <a:pt x="219" y="70"/>
                    <a:pt x="219" y="70"/>
                    <a:pt x="219" y="70"/>
                  </a:cubicBezTo>
                  <a:cubicBezTo>
                    <a:pt x="196" y="59"/>
                    <a:pt x="196" y="59"/>
                    <a:pt x="196" y="59"/>
                  </a:cubicBezTo>
                  <a:cubicBezTo>
                    <a:pt x="192" y="55"/>
                    <a:pt x="192" y="55"/>
                    <a:pt x="192" y="55"/>
                  </a:cubicBezTo>
                  <a:cubicBezTo>
                    <a:pt x="176" y="47"/>
                    <a:pt x="176" y="47"/>
                    <a:pt x="176" y="47"/>
                  </a:cubicBezTo>
                  <a:cubicBezTo>
                    <a:pt x="161" y="47"/>
                    <a:pt x="161" y="47"/>
                    <a:pt x="161" y="47"/>
                  </a:cubicBezTo>
                  <a:cubicBezTo>
                    <a:pt x="153" y="51"/>
                    <a:pt x="153" y="51"/>
                    <a:pt x="153" y="51"/>
                  </a:cubicBezTo>
                  <a:cubicBezTo>
                    <a:pt x="145" y="51"/>
                    <a:pt x="145" y="51"/>
                    <a:pt x="145" y="51"/>
                  </a:cubicBezTo>
                  <a:cubicBezTo>
                    <a:pt x="141" y="51"/>
                    <a:pt x="141" y="51"/>
                    <a:pt x="141" y="51"/>
                  </a:cubicBezTo>
                  <a:cubicBezTo>
                    <a:pt x="141" y="47"/>
                    <a:pt x="141" y="47"/>
                    <a:pt x="141" y="47"/>
                  </a:cubicBezTo>
                  <a:cubicBezTo>
                    <a:pt x="125" y="43"/>
                    <a:pt x="125" y="43"/>
                    <a:pt x="125" y="43"/>
                  </a:cubicBezTo>
                  <a:cubicBezTo>
                    <a:pt x="118" y="43"/>
                    <a:pt x="118" y="43"/>
                    <a:pt x="118" y="43"/>
                  </a:cubicBezTo>
                  <a:cubicBezTo>
                    <a:pt x="114" y="43"/>
                    <a:pt x="114" y="43"/>
                    <a:pt x="114" y="43"/>
                  </a:cubicBezTo>
                  <a:cubicBezTo>
                    <a:pt x="110" y="43"/>
                    <a:pt x="110" y="43"/>
                    <a:pt x="110" y="43"/>
                  </a:cubicBezTo>
                  <a:cubicBezTo>
                    <a:pt x="102" y="27"/>
                    <a:pt x="102" y="27"/>
                    <a:pt x="102" y="27"/>
                  </a:cubicBezTo>
                  <a:cubicBezTo>
                    <a:pt x="102" y="23"/>
                    <a:pt x="102" y="23"/>
                    <a:pt x="102" y="23"/>
                  </a:cubicBezTo>
                  <a:cubicBezTo>
                    <a:pt x="94" y="4"/>
                    <a:pt x="94" y="4"/>
                    <a:pt x="94" y="4"/>
                  </a:cubicBezTo>
                  <a:cubicBezTo>
                    <a:pt x="86" y="0"/>
                    <a:pt x="86" y="0"/>
                    <a:pt x="86" y="0"/>
                  </a:cubicBezTo>
                  <a:cubicBezTo>
                    <a:pt x="86" y="27"/>
                    <a:pt x="86" y="27"/>
                    <a:pt x="86" y="27"/>
                  </a:cubicBezTo>
                  <a:cubicBezTo>
                    <a:pt x="0" y="27"/>
                    <a:pt x="0" y="27"/>
                    <a:pt x="0" y="27"/>
                  </a:cubicBezTo>
                  <a:cubicBezTo>
                    <a:pt x="0" y="77"/>
                    <a:pt x="0" y="77"/>
                    <a:pt x="0" y="77"/>
                  </a:cubicBezTo>
                  <a:lnTo>
                    <a:pt x="10" y="96"/>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5" name="Michigan">
              <a:extLst>
                <a:ext uri="{FF2B5EF4-FFF2-40B4-BE49-F238E27FC236}">
                  <a16:creationId xmlns:a16="http://schemas.microsoft.com/office/drawing/2014/main" id="{E5259541-AE02-5D4D-A68D-F0FC253EFD06}"/>
                </a:ext>
              </a:extLst>
            </p:cNvPr>
            <p:cNvSpPr>
              <a:spLocks/>
            </p:cNvSpPr>
            <p:nvPr/>
          </p:nvSpPr>
          <p:spPr bwMode="auto">
            <a:xfrm>
              <a:off x="7354825" y="1225311"/>
              <a:ext cx="1225450" cy="1235482"/>
            </a:xfrm>
            <a:custGeom>
              <a:avLst/>
              <a:gdLst>
                <a:gd name="connsiteX0" fmla="*/ 827555 w 1225450"/>
                <a:gd name="connsiteY0" fmla="*/ 404583 h 1235482"/>
                <a:gd name="connsiteX1" fmla="*/ 854304 w 1225450"/>
                <a:gd name="connsiteY1" fmla="*/ 404583 h 1235482"/>
                <a:gd name="connsiteX2" fmla="*/ 886069 w 1225450"/>
                <a:gd name="connsiteY2" fmla="*/ 404583 h 1235482"/>
                <a:gd name="connsiteX3" fmla="*/ 886069 w 1225450"/>
                <a:gd name="connsiteY3" fmla="*/ 419630 h 1235482"/>
                <a:gd name="connsiteX4" fmla="*/ 917834 w 1225450"/>
                <a:gd name="connsiteY4" fmla="*/ 404583 h 1235482"/>
                <a:gd name="connsiteX5" fmla="*/ 932880 w 1225450"/>
                <a:gd name="connsiteY5" fmla="*/ 419630 h 1235482"/>
                <a:gd name="connsiteX6" fmla="*/ 964645 w 1225450"/>
                <a:gd name="connsiteY6" fmla="*/ 448051 h 1235482"/>
                <a:gd name="connsiteX7" fmla="*/ 981363 w 1225450"/>
                <a:gd name="connsiteY7" fmla="*/ 448051 h 1235482"/>
                <a:gd name="connsiteX8" fmla="*/ 996410 w 1225450"/>
                <a:gd name="connsiteY8" fmla="*/ 463097 h 1235482"/>
                <a:gd name="connsiteX9" fmla="*/ 1039877 w 1225450"/>
                <a:gd name="connsiteY9" fmla="*/ 479815 h 1235482"/>
                <a:gd name="connsiteX10" fmla="*/ 1056595 w 1225450"/>
                <a:gd name="connsiteY10" fmla="*/ 494862 h 1235482"/>
                <a:gd name="connsiteX11" fmla="*/ 1071642 w 1225450"/>
                <a:gd name="connsiteY11" fmla="*/ 543345 h 1235482"/>
                <a:gd name="connsiteX12" fmla="*/ 1056595 w 1225450"/>
                <a:gd name="connsiteY12" fmla="*/ 558391 h 1235482"/>
                <a:gd name="connsiteX13" fmla="*/ 1056595 w 1225450"/>
                <a:gd name="connsiteY13" fmla="*/ 575110 h 1235482"/>
                <a:gd name="connsiteX14" fmla="*/ 1071642 w 1225450"/>
                <a:gd name="connsiteY14" fmla="*/ 590156 h 1235482"/>
                <a:gd name="connsiteX15" fmla="*/ 1088360 w 1225450"/>
                <a:gd name="connsiteY15" fmla="*/ 682107 h 1235482"/>
                <a:gd name="connsiteX16" fmla="*/ 1071642 w 1225450"/>
                <a:gd name="connsiteY16" fmla="*/ 697153 h 1235482"/>
                <a:gd name="connsiteX17" fmla="*/ 1056595 w 1225450"/>
                <a:gd name="connsiteY17" fmla="*/ 713871 h 1235482"/>
                <a:gd name="connsiteX18" fmla="*/ 1039877 w 1225450"/>
                <a:gd name="connsiteY18" fmla="*/ 745636 h 1235482"/>
                <a:gd name="connsiteX19" fmla="*/ 1008113 w 1225450"/>
                <a:gd name="connsiteY19" fmla="*/ 772385 h 1235482"/>
                <a:gd name="connsiteX20" fmla="*/ 981363 w 1225450"/>
                <a:gd name="connsiteY20" fmla="*/ 820868 h 1235482"/>
                <a:gd name="connsiteX21" fmla="*/ 996410 w 1225450"/>
                <a:gd name="connsiteY21" fmla="*/ 835915 h 1235482"/>
                <a:gd name="connsiteX22" fmla="*/ 1008113 w 1225450"/>
                <a:gd name="connsiteY22" fmla="*/ 835915 h 1235482"/>
                <a:gd name="connsiteX23" fmla="*/ 1056595 w 1225450"/>
                <a:gd name="connsiteY23" fmla="*/ 820868 h 1235482"/>
                <a:gd name="connsiteX24" fmla="*/ 1071642 w 1225450"/>
                <a:gd name="connsiteY24" fmla="*/ 772385 h 1235482"/>
                <a:gd name="connsiteX25" fmla="*/ 1120125 w 1225450"/>
                <a:gd name="connsiteY25" fmla="*/ 757339 h 1235482"/>
                <a:gd name="connsiteX26" fmla="*/ 1150218 w 1225450"/>
                <a:gd name="connsiteY26" fmla="*/ 745636 h 1235482"/>
                <a:gd name="connsiteX27" fmla="*/ 1195357 w 1225450"/>
                <a:gd name="connsiteY27" fmla="*/ 835915 h 1235482"/>
                <a:gd name="connsiteX28" fmla="*/ 1195357 w 1225450"/>
                <a:gd name="connsiteY28" fmla="*/ 927866 h 1235482"/>
                <a:gd name="connsiteX29" fmla="*/ 1210404 w 1225450"/>
                <a:gd name="connsiteY29" fmla="*/ 957959 h 1235482"/>
                <a:gd name="connsiteX30" fmla="*/ 1210404 w 1225450"/>
                <a:gd name="connsiteY30" fmla="*/ 974677 h 1235482"/>
                <a:gd name="connsiteX31" fmla="*/ 1225450 w 1225450"/>
                <a:gd name="connsiteY31" fmla="*/ 957959 h 1235482"/>
                <a:gd name="connsiteX32" fmla="*/ 1195357 w 1225450"/>
                <a:gd name="connsiteY32" fmla="*/ 1053253 h 1235482"/>
                <a:gd name="connsiteX33" fmla="*/ 1163592 w 1225450"/>
                <a:gd name="connsiteY33" fmla="*/ 1053253 h 1235482"/>
                <a:gd name="connsiteX34" fmla="*/ 1150218 w 1225450"/>
                <a:gd name="connsiteY34" fmla="*/ 1069971 h 1235482"/>
                <a:gd name="connsiteX35" fmla="*/ 1150218 w 1225450"/>
                <a:gd name="connsiteY35" fmla="*/ 1081674 h 1235482"/>
                <a:gd name="connsiteX36" fmla="*/ 1150218 w 1225450"/>
                <a:gd name="connsiteY36" fmla="*/ 1113439 h 1235482"/>
                <a:gd name="connsiteX37" fmla="*/ 1135171 w 1225450"/>
                <a:gd name="connsiteY37" fmla="*/ 1113439 h 1235482"/>
                <a:gd name="connsiteX38" fmla="*/ 1135171 w 1225450"/>
                <a:gd name="connsiteY38" fmla="*/ 1128485 h 1235482"/>
                <a:gd name="connsiteX39" fmla="*/ 1120125 w 1225450"/>
                <a:gd name="connsiteY39" fmla="*/ 1160250 h 1235482"/>
                <a:gd name="connsiteX40" fmla="*/ 1120125 w 1225450"/>
                <a:gd name="connsiteY40" fmla="*/ 1192015 h 1235482"/>
                <a:gd name="connsiteX41" fmla="*/ 1076657 w 1225450"/>
                <a:gd name="connsiteY41" fmla="*/ 1235482 h 1235482"/>
                <a:gd name="connsiteX42" fmla="*/ 834242 w 1225450"/>
                <a:gd name="connsiteY42" fmla="*/ 1235482 h 1235482"/>
                <a:gd name="connsiteX43" fmla="*/ 830899 w 1225450"/>
                <a:gd name="connsiteY43" fmla="*/ 1235482 h 1235482"/>
                <a:gd name="connsiteX44" fmla="*/ 514923 w 1225450"/>
                <a:gd name="connsiteY44" fmla="*/ 1235482 h 1235482"/>
                <a:gd name="connsiteX45" fmla="*/ 561734 w 1225450"/>
                <a:gd name="connsiteY45" fmla="*/ 1208733 h 1235482"/>
                <a:gd name="connsiteX46" fmla="*/ 625264 w 1225450"/>
                <a:gd name="connsiteY46" fmla="*/ 1053253 h 1235482"/>
                <a:gd name="connsiteX47" fmla="*/ 625264 w 1225450"/>
                <a:gd name="connsiteY47" fmla="*/ 957959 h 1235482"/>
                <a:gd name="connsiteX48" fmla="*/ 578453 w 1225450"/>
                <a:gd name="connsiteY48" fmla="*/ 835915 h 1235482"/>
                <a:gd name="connsiteX49" fmla="*/ 608546 w 1225450"/>
                <a:gd name="connsiteY49" fmla="*/ 728918 h 1235482"/>
                <a:gd name="connsiteX50" fmla="*/ 625264 w 1225450"/>
                <a:gd name="connsiteY50" fmla="*/ 713871 h 1235482"/>
                <a:gd name="connsiteX51" fmla="*/ 625264 w 1225450"/>
                <a:gd name="connsiteY51" fmla="*/ 618577 h 1235482"/>
                <a:gd name="connsiteX52" fmla="*/ 640310 w 1225450"/>
                <a:gd name="connsiteY52" fmla="*/ 601859 h 1235482"/>
                <a:gd name="connsiteX53" fmla="*/ 657029 w 1225450"/>
                <a:gd name="connsiteY53" fmla="*/ 575110 h 1235482"/>
                <a:gd name="connsiteX54" fmla="*/ 683778 w 1225450"/>
                <a:gd name="connsiteY54" fmla="*/ 558391 h 1235482"/>
                <a:gd name="connsiteX55" fmla="*/ 700496 w 1225450"/>
                <a:gd name="connsiteY55" fmla="*/ 543345 h 1235482"/>
                <a:gd name="connsiteX56" fmla="*/ 715543 w 1225450"/>
                <a:gd name="connsiteY56" fmla="*/ 526627 h 1235482"/>
                <a:gd name="connsiteX57" fmla="*/ 715543 w 1225450"/>
                <a:gd name="connsiteY57" fmla="*/ 543345 h 1235482"/>
                <a:gd name="connsiteX58" fmla="*/ 732261 w 1225450"/>
                <a:gd name="connsiteY58" fmla="*/ 590156 h 1235482"/>
                <a:gd name="connsiteX59" fmla="*/ 732261 w 1225450"/>
                <a:gd name="connsiteY59" fmla="*/ 575110 h 1235482"/>
                <a:gd name="connsiteX60" fmla="*/ 747307 w 1225450"/>
                <a:gd name="connsiteY60" fmla="*/ 575110 h 1235482"/>
                <a:gd name="connsiteX61" fmla="*/ 764026 w 1225450"/>
                <a:gd name="connsiteY61" fmla="*/ 494862 h 1235482"/>
                <a:gd name="connsiteX62" fmla="*/ 827555 w 1225450"/>
                <a:gd name="connsiteY62" fmla="*/ 479815 h 1235482"/>
                <a:gd name="connsiteX63" fmla="*/ 827555 w 1225450"/>
                <a:gd name="connsiteY63" fmla="*/ 463097 h 1235482"/>
                <a:gd name="connsiteX64" fmla="*/ 810837 w 1225450"/>
                <a:gd name="connsiteY64" fmla="*/ 448051 h 1235482"/>
                <a:gd name="connsiteX65" fmla="*/ 810837 w 1225450"/>
                <a:gd name="connsiteY65" fmla="*/ 419630 h 1235482"/>
                <a:gd name="connsiteX66" fmla="*/ 364054 w 1225450"/>
                <a:gd name="connsiteY66" fmla="*/ 0 h 1235482"/>
                <a:gd name="connsiteX67" fmla="*/ 391754 w 1225450"/>
                <a:gd name="connsiteY67" fmla="*/ 0 h 1235482"/>
                <a:gd name="connsiteX68" fmla="*/ 391754 w 1225450"/>
                <a:gd name="connsiteY68" fmla="*/ 15871 h 1235482"/>
                <a:gd name="connsiteX69" fmla="*/ 364054 w 1225450"/>
                <a:gd name="connsiteY69" fmla="*/ 31742 h 1235482"/>
                <a:gd name="connsiteX70" fmla="*/ 316568 w 1225450"/>
                <a:gd name="connsiteY70" fmla="*/ 95227 h 1235482"/>
                <a:gd name="connsiteX71" fmla="*/ 300740 w 1225450"/>
                <a:gd name="connsiteY71" fmla="*/ 111099 h 1235482"/>
                <a:gd name="connsiteX72" fmla="*/ 284912 w 1225450"/>
                <a:gd name="connsiteY72" fmla="*/ 123002 h 1235482"/>
                <a:gd name="connsiteX73" fmla="*/ 284912 w 1225450"/>
                <a:gd name="connsiteY73" fmla="*/ 170616 h 1235482"/>
                <a:gd name="connsiteX74" fmla="*/ 316568 w 1225450"/>
                <a:gd name="connsiteY74" fmla="*/ 138873 h 1235482"/>
                <a:gd name="connsiteX75" fmla="*/ 332397 w 1225450"/>
                <a:gd name="connsiteY75" fmla="*/ 154744 h 1235482"/>
                <a:gd name="connsiteX76" fmla="*/ 364054 w 1225450"/>
                <a:gd name="connsiteY76" fmla="*/ 138873 h 1235482"/>
                <a:gd name="connsiteX77" fmla="*/ 423410 w 1225450"/>
                <a:gd name="connsiteY77" fmla="*/ 170616 h 1235482"/>
                <a:gd name="connsiteX78" fmla="*/ 470896 w 1225450"/>
                <a:gd name="connsiteY78" fmla="*/ 234101 h 1235482"/>
                <a:gd name="connsiteX79" fmla="*/ 486724 w 1225450"/>
                <a:gd name="connsiteY79" fmla="*/ 234101 h 1235482"/>
                <a:gd name="connsiteX80" fmla="*/ 561910 w 1225450"/>
                <a:gd name="connsiteY80" fmla="*/ 234101 h 1235482"/>
                <a:gd name="connsiteX81" fmla="*/ 577738 w 1225450"/>
                <a:gd name="connsiteY81" fmla="*/ 234101 h 1235482"/>
                <a:gd name="connsiteX82" fmla="*/ 593567 w 1225450"/>
                <a:gd name="connsiteY82" fmla="*/ 218229 h 1235482"/>
                <a:gd name="connsiteX83" fmla="*/ 641052 w 1225450"/>
                <a:gd name="connsiteY83" fmla="*/ 186487 h 1235482"/>
                <a:gd name="connsiteX84" fmla="*/ 763722 w 1225450"/>
                <a:gd name="connsiteY84" fmla="*/ 186487 h 1235482"/>
                <a:gd name="connsiteX85" fmla="*/ 779551 w 1225450"/>
                <a:gd name="connsiteY85" fmla="*/ 170616 h 1235482"/>
                <a:gd name="connsiteX86" fmla="*/ 811208 w 1225450"/>
                <a:gd name="connsiteY86" fmla="*/ 170616 h 1235482"/>
                <a:gd name="connsiteX87" fmla="*/ 811208 w 1225450"/>
                <a:gd name="connsiteY87" fmla="*/ 186487 h 1235482"/>
                <a:gd name="connsiteX88" fmla="*/ 811208 w 1225450"/>
                <a:gd name="connsiteY88" fmla="*/ 218229 h 1235482"/>
                <a:gd name="connsiteX89" fmla="*/ 854736 w 1225450"/>
                <a:gd name="connsiteY89" fmla="*/ 234101 h 1235482"/>
                <a:gd name="connsiteX90" fmla="*/ 918049 w 1225450"/>
                <a:gd name="connsiteY90" fmla="*/ 234101 h 1235482"/>
                <a:gd name="connsiteX91" fmla="*/ 933878 w 1225450"/>
                <a:gd name="connsiteY91" fmla="*/ 234101 h 1235482"/>
                <a:gd name="connsiteX92" fmla="*/ 933878 w 1225450"/>
                <a:gd name="connsiteY92" fmla="*/ 249972 h 1235482"/>
                <a:gd name="connsiteX93" fmla="*/ 933878 w 1225450"/>
                <a:gd name="connsiteY93" fmla="*/ 265843 h 1235482"/>
                <a:gd name="connsiteX94" fmla="*/ 933878 w 1225450"/>
                <a:gd name="connsiteY94" fmla="*/ 293618 h 1235482"/>
                <a:gd name="connsiteX95" fmla="*/ 949706 w 1225450"/>
                <a:gd name="connsiteY95" fmla="*/ 309489 h 1235482"/>
                <a:gd name="connsiteX96" fmla="*/ 965535 w 1225450"/>
                <a:gd name="connsiteY96" fmla="*/ 325360 h 1235482"/>
                <a:gd name="connsiteX97" fmla="*/ 981363 w 1225450"/>
                <a:gd name="connsiteY97" fmla="*/ 325360 h 1235482"/>
                <a:gd name="connsiteX98" fmla="*/ 981363 w 1225450"/>
                <a:gd name="connsiteY98" fmla="*/ 341231 h 1235482"/>
                <a:gd name="connsiteX99" fmla="*/ 918049 w 1225450"/>
                <a:gd name="connsiteY99" fmla="*/ 357103 h 1235482"/>
                <a:gd name="connsiteX100" fmla="*/ 902221 w 1225450"/>
                <a:gd name="connsiteY100" fmla="*/ 341231 h 1235482"/>
                <a:gd name="connsiteX101" fmla="*/ 886393 w 1225450"/>
                <a:gd name="connsiteY101" fmla="*/ 325360 h 1235482"/>
                <a:gd name="connsiteX102" fmla="*/ 886393 w 1225450"/>
                <a:gd name="connsiteY102" fmla="*/ 341231 h 1235482"/>
                <a:gd name="connsiteX103" fmla="*/ 870564 w 1225450"/>
                <a:gd name="connsiteY103" fmla="*/ 357103 h 1235482"/>
                <a:gd name="connsiteX104" fmla="*/ 854736 w 1225450"/>
                <a:gd name="connsiteY104" fmla="*/ 357103 h 1235482"/>
                <a:gd name="connsiteX105" fmla="*/ 842864 w 1225450"/>
                <a:gd name="connsiteY105" fmla="*/ 341231 h 1235482"/>
                <a:gd name="connsiteX106" fmla="*/ 811208 w 1225450"/>
                <a:gd name="connsiteY106" fmla="*/ 325360 h 1235482"/>
                <a:gd name="connsiteX107" fmla="*/ 763722 w 1225450"/>
                <a:gd name="connsiteY107" fmla="*/ 325360 h 1235482"/>
                <a:gd name="connsiteX108" fmla="*/ 732065 w 1225450"/>
                <a:gd name="connsiteY108" fmla="*/ 325360 h 1235482"/>
                <a:gd name="connsiteX109" fmla="*/ 716237 w 1225450"/>
                <a:gd name="connsiteY109" fmla="*/ 341231 h 1235482"/>
                <a:gd name="connsiteX110" fmla="*/ 641052 w 1225450"/>
                <a:gd name="connsiteY110" fmla="*/ 372974 h 1235482"/>
                <a:gd name="connsiteX111" fmla="*/ 577738 w 1225450"/>
                <a:gd name="connsiteY111" fmla="*/ 420588 h 1235482"/>
                <a:gd name="connsiteX112" fmla="*/ 561910 w 1225450"/>
                <a:gd name="connsiteY112" fmla="*/ 420588 h 1235482"/>
                <a:gd name="connsiteX113" fmla="*/ 577738 w 1225450"/>
                <a:gd name="connsiteY113" fmla="*/ 372974 h 1235482"/>
                <a:gd name="connsiteX114" fmla="*/ 546081 w 1225450"/>
                <a:gd name="connsiteY114" fmla="*/ 388845 h 1235482"/>
                <a:gd name="connsiteX115" fmla="*/ 530253 w 1225450"/>
                <a:gd name="connsiteY115" fmla="*/ 388845 h 1235482"/>
                <a:gd name="connsiteX116" fmla="*/ 518381 w 1225450"/>
                <a:gd name="connsiteY116" fmla="*/ 388845 h 1235482"/>
                <a:gd name="connsiteX117" fmla="*/ 407582 w 1225450"/>
                <a:gd name="connsiteY117" fmla="*/ 559461 h 1235482"/>
                <a:gd name="connsiteX118" fmla="*/ 391754 w 1225450"/>
                <a:gd name="connsiteY118" fmla="*/ 591203 h 1235482"/>
                <a:gd name="connsiteX119" fmla="*/ 387796 w 1225450"/>
                <a:gd name="connsiteY119" fmla="*/ 595171 h 1235482"/>
                <a:gd name="connsiteX120" fmla="*/ 387796 w 1225450"/>
                <a:gd name="connsiteY120" fmla="*/ 591203 h 1235482"/>
                <a:gd name="connsiteX121" fmla="*/ 383839 w 1225450"/>
                <a:gd name="connsiteY121" fmla="*/ 567396 h 1235482"/>
                <a:gd name="connsiteX122" fmla="*/ 379882 w 1225450"/>
                <a:gd name="connsiteY122" fmla="*/ 535654 h 1235482"/>
                <a:gd name="connsiteX123" fmla="*/ 379882 w 1225450"/>
                <a:gd name="connsiteY123" fmla="*/ 484072 h 1235482"/>
                <a:gd name="connsiteX124" fmla="*/ 379882 w 1225450"/>
                <a:gd name="connsiteY124" fmla="*/ 480105 h 1235482"/>
                <a:gd name="connsiteX125" fmla="*/ 383839 w 1225450"/>
                <a:gd name="connsiteY125" fmla="*/ 476137 h 1235482"/>
                <a:gd name="connsiteX126" fmla="*/ 375925 w 1225450"/>
                <a:gd name="connsiteY126" fmla="*/ 468201 h 1235482"/>
                <a:gd name="connsiteX127" fmla="*/ 368011 w 1225450"/>
                <a:gd name="connsiteY127" fmla="*/ 448362 h 1235482"/>
                <a:gd name="connsiteX128" fmla="*/ 360097 w 1225450"/>
                <a:gd name="connsiteY128" fmla="*/ 440427 h 1235482"/>
                <a:gd name="connsiteX129" fmla="*/ 316568 w 1225450"/>
                <a:gd name="connsiteY129" fmla="*/ 392813 h 1235482"/>
                <a:gd name="connsiteX130" fmla="*/ 328440 w 1225450"/>
                <a:gd name="connsiteY130" fmla="*/ 372974 h 1235482"/>
                <a:gd name="connsiteX131" fmla="*/ 312611 w 1225450"/>
                <a:gd name="connsiteY131" fmla="*/ 365038 h 1235482"/>
                <a:gd name="connsiteX132" fmla="*/ 189941 w 1225450"/>
                <a:gd name="connsiteY132" fmla="*/ 365038 h 1235482"/>
                <a:gd name="connsiteX133" fmla="*/ 189941 w 1225450"/>
                <a:gd name="connsiteY133" fmla="*/ 321392 h 1235482"/>
                <a:gd name="connsiteX134" fmla="*/ 174113 w 1225450"/>
                <a:gd name="connsiteY134" fmla="*/ 305521 h 1235482"/>
                <a:gd name="connsiteX135" fmla="*/ 162241 w 1225450"/>
                <a:gd name="connsiteY135" fmla="*/ 301553 h 1235482"/>
                <a:gd name="connsiteX136" fmla="*/ 158284 w 1225450"/>
                <a:gd name="connsiteY136" fmla="*/ 301553 h 1235482"/>
                <a:gd name="connsiteX137" fmla="*/ 158284 w 1225450"/>
                <a:gd name="connsiteY137" fmla="*/ 297585 h 1235482"/>
                <a:gd name="connsiteX138" fmla="*/ 150370 w 1225450"/>
                <a:gd name="connsiteY138" fmla="*/ 297585 h 1235482"/>
                <a:gd name="connsiteX139" fmla="*/ 126627 w 1225450"/>
                <a:gd name="connsiteY139" fmla="*/ 293618 h 1235482"/>
                <a:gd name="connsiteX140" fmla="*/ 91013 w 1225450"/>
                <a:gd name="connsiteY140" fmla="*/ 297585 h 1235482"/>
                <a:gd name="connsiteX141" fmla="*/ 67271 w 1225450"/>
                <a:gd name="connsiteY141" fmla="*/ 293618 h 1235482"/>
                <a:gd name="connsiteX142" fmla="*/ 35614 w 1225450"/>
                <a:gd name="connsiteY142" fmla="*/ 277746 h 1235482"/>
                <a:gd name="connsiteX143" fmla="*/ 23742 w 1225450"/>
                <a:gd name="connsiteY143" fmla="*/ 277746 h 1235482"/>
                <a:gd name="connsiteX144" fmla="*/ 0 w 1225450"/>
                <a:gd name="connsiteY144" fmla="*/ 238068 h 1235482"/>
                <a:gd name="connsiteX145" fmla="*/ 0 w 1225450"/>
                <a:gd name="connsiteY145" fmla="*/ 202358 h 1235482"/>
                <a:gd name="connsiteX146" fmla="*/ 23742 w 1225450"/>
                <a:gd name="connsiteY146" fmla="*/ 202358 h 1235482"/>
                <a:gd name="connsiteX147" fmla="*/ 83099 w 1225450"/>
                <a:gd name="connsiteY147" fmla="*/ 170616 h 1235482"/>
                <a:gd name="connsiteX148" fmla="*/ 162241 w 1225450"/>
                <a:gd name="connsiteY148" fmla="*/ 138873 h 1235482"/>
                <a:gd name="connsiteX149" fmla="*/ 300740 w 1225450"/>
                <a:gd name="connsiteY149" fmla="*/ 31742 h 1235482"/>
                <a:gd name="connsiteX150" fmla="*/ 364054 w 1225450"/>
                <a:gd name="connsiteY150" fmla="*/ 0 h 1235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225450" h="1235482">
                  <a:moveTo>
                    <a:pt x="827555" y="404583"/>
                  </a:moveTo>
                  <a:lnTo>
                    <a:pt x="854304" y="404583"/>
                  </a:lnTo>
                  <a:lnTo>
                    <a:pt x="886069" y="404583"/>
                  </a:lnTo>
                  <a:lnTo>
                    <a:pt x="886069" y="419630"/>
                  </a:lnTo>
                  <a:lnTo>
                    <a:pt x="917834" y="404583"/>
                  </a:lnTo>
                  <a:lnTo>
                    <a:pt x="932880" y="419630"/>
                  </a:lnTo>
                  <a:lnTo>
                    <a:pt x="964645" y="448051"/>
                  </a:lnTo>
                  <a:lnTo>
                    <a:pt x="981363" y="448051"/>
                  </a:lnTo>
                  <a:lnTo>
                    <a:pt x="996410" y="463097"/>
                  </a:lnTo>
                  <a:lnTo>
                    <a:pt x="1039877" y="479815"/>
                  </a:lnTo>
                  <a:lnTo>
                    <a:pt x="1056595" y="494862"/>
                  </a:lnTo>
                  <a:lnTo>
                    <a:pt x="1071642" y="543345"/>
                  </a:lnTo>
                  <a:lnTo>
                    <a:pt x="1056595" y="558391"/>
                  </a:lnTo>
                  <a:lnTo>
                    <a:pt x="1056595" y="575110"/>
                  </a:lnTo>
                  <a:lnTo>
                    <a:pt x="1071642" y="590156"/>
                  </a:lnTo>
                  <a:lnTo>
                    <a:pt x="1088360" y="682107"/>
                  </a:lnTo>
                  <a:lnTo>
                    <a:pt x="1071642" y="697153"/>
                  </a:lnTo>
                  <a:lnTo>
                    <a:pt x="1056595" y="713871"/>
                  </a:lnTo>
                  <a:lnTo>
                    <a:pt x="1039877" y="745636"/>
                  </a:lnTo>
                  <a:lnTo>
                    <a:pt x="1008113" y="772385"/>
                  </a:lnTo>
                  <a:lnTo>
                    <a:pt x="981363" y="820868"/>
                  </a:lnTo>
                  <a:lnTo>
                    <a:pt x="996410" y="835915"/>
                  </a:lnTo>
                  <a:lnTo>
                    <a:pt x="1008113" y="835915"/>
                  </a:lnTo>
                  <a:lnTo>
                    <a:pt x="1056595" y="820868"/>
                  </a:lnTo>
                  <a:lnTo>
                    <a:pt x="1071642" y="772385"/>
                  </a:lnTo>
                  <a:lnTo>
                    <a:pt x="1120125" y="757339"/>
                  </a:lnTo>
                  <a:lnTo>
                    <a:pt x="1150218" y="745636"/>
                  </a:lnTo>
                  <a:lnTo>
                    <a:pt x="1195357" y="835915"/>
                  </a:lnTo>
                  <a:lnTo>
                    <a:pt x="1195357" y="927866"/>
                  </a:lnTo>
                  <a:lnTo>
                    <a:pt x="1210404" y="957959"/>
                  </a:lnTo>
                  <a:lnTo>
                    <a:pt x="1210404" y="974677"/>
                  </a:lnTo>
                  <a:lnTo>
                    <a:pt x="1225450" y="957959"/>
                  </a:lnTo>
                  <a:lnTo>
                    <a:pt x="1195357" y="1053253"/>
                  </a:lnTo>
                  <a:lnTo>
                    <a:pt x="1163592" y="1053253"/>
                  </a:lnTo>
                  <a:lnTo>
                    <a:pt x="1150218" y="1069971"/>
                  </a:lnTo>
                  <a:lnTo>
                    <a:pt x="1150218" y="1081674"/>
                  </a:lnTo>
                  <a:lnTo>
                    <a:pt x="1150218" y="1113439"/>
                  </a:lnTo>
                  <a:lnTo>
                    <a:pt x="1135171" y="1113439"/>
                  </a:lnTo>
                  <a:lnTo>
                    <a:pt x="1135171" y="1128485"/>
                  </a:lnTo>
                  <a:lnTo>
                    <a:pt x="1120125" y="1160250"/>
                  </a:lnTo>
                  <a:lnTo>
                    <a:pt x="1120125" y="1192015"/>
                  </a:lnTo>
                  <a:lnTo>
                    <a:pt x="1076657" y="1235482"/>
                  </a:lnTo>
                  <a:lnTo>
                    <a:pt x="834242" y="1235482"/>
                  </a:lnTo>
                  <a:lnTo>
                    <a:pt x="830899" y="1235482"/>
                  </a:lnTo>
                  <a:lnTo>
                    <a:pt x="514923" y="1235482"/>
                  </a:lnTo>
                  <a:lnTo>
                    <a:pt x="561734" y="1208733"/>
                  </a:lnTo>
                  <a:lnTo>
                    <a:pt x="625264" y="1053253"/>
                  </a:lnTo>
                  <a:lnTo>
                    <a:pt x="625264" y="957959"/>
                  </a:lnTo>
                  <a:lnTo>
                    <a:pt x="578453" y="835915"/>
                  </a:lnTo>
                  <a:lnTo>
                    <a:pt x="608546" y="728918"/>
                  </a:lnTo>
                  <a:lnTo>
                    <a:pt x="625264" y="713871"/>
                  </a:lnTo>
                  <a:lnTo>
                    <a:pt x="625264" y="618577"/>
                  </a:lnTo>
                  <a:lnTo>
                    <a:pt x="640310" y="601859"/>
                  </a:lnTo>
                  <a:lnTo>
                    <a:pt x="657029" y="575110"/>
                  </a:lnTo>
                  <a:lnTo>
                    <a:pt x="683778" y="558391"/>
                  </a:lnTo>
                  <a:lnTo>
                    <a:pt x="700496" y="543345"/>
                  </a:lnTo>
                  <a:lnTo>
                    <a:pt x="715543" y="526627"/>
                  </a:lnTo>
                  <a:lnTo>
                    <a:pt x="715543" y="543345"/>
                  </a:lnTo>
                  <a:lnTo>
                    <a:pt x="732261" y="590156"/>
                  </a:lnTo>
                  <a:lnTo>
                    <a:pt x="732261" y="575110"/>
                  </a:lnTo>
                  <a:lnTo>
                    <a:pt x="747307" y="575110"/>
                  </a:lnTo>
                  <a:lnTo>
                    <a:pt x="764026" y="494862"/>
                  </a:lnTo>
                  <a:lnTo>
                    <a:pt x="827555" y="479815"/>
                  </a:lnTo>
                  <a:lnTo>
                    <a:pt x="827555" y="463097"/>
                  </a:lnTo>
                  <a:lnTo>
                    <a:pt x="810837" y="448051"/>
                  </a:lnTo>
                  <a:lnTo>
                    <a:pt x="810837" y="419630"/>
                  </a:lnTo>
                  <a:close/>
                  <a:moveTo>
                    <a:pt x="364054" y="0"/>
                  </a:moveTo>
                  <a:cubicBezTo>
                    <a:pt x="364054" y="0"/>
                    <a:pt x="364054" y="0"/>
                    <a:pt x="391754" y="0"/>
                  </a:cubicBezTo>
                  <a:cubicBezTo>
                    <a:pt x="391754" y="0"/>
                    <a:pt x="391754" y="0"/>
                    <a:pt x="391754" y="15871"/>
                  </a:cubicBezTo>
                  <a:cubicBezTo>
                    <a:pt x="391754" y="15871"/>
                    <a:pt x="391754" y="15871"/>
                    <a:pt x="364054" y="31742"/>
                  </a:cubicBezTo>
                  <a:cubicBezTo>
                    <a:pt x="364054" y="31742"/>
                    <a:pt x="364054" y="31742"/>
                    <a:pt x="316568" y="95227"/>
                  </a:cubicBezTo>
                  <a:cubicBezTo>
                    <a:pt x="316568" y="95227"/>
                    <a:pt x="316568" y="95227"/>
                    <a:pt x="300740" y="111099"/>
                  </a:cubicBezTo>
                  <a:cubicBezTo>
                    <a:pt x="300740" y="111099"/>
                    <a:pt x="300740" y="111099"/>
                    <a:pt x="284912" y="123002"/>
                  </a:cubicBezTo>
                  <a:cubicBezTo>
                    <a:pt x="284912" y="123002"/>
                    <a:pt x="284912" y="123002"/>
                    <a:pt x="284912" y="170616"/>
                  </a:cubicBezTo>
                  <a:cubicBezTo>
                    <a:pt x="284912" y="170616"/>
                    <a:pt x="284912" y="170616"/>
                    <a:pt x="316568" y="138873"/>
                  </a:cubicBezTo>
                  <a:cubicBezTo>
                    <a:pt x="316568" y="138873"/>
                    <a:pt x="316568" y="138873"/>
                    <a:pt x="332397" y="154744"/>
                  </a:cubicBezTo>
                  <a:cubicBezTo>
                    <a:pt x="332397" y="154744"/>
                    <a:pt x="332397" y="154744"/>
                    <a:pt x="364054" y="138873"/>
                  </a:cubicBezTo>
                  <a:cubicBezTo>
                    <a:pt x="364054" y="138873"/>
                    <a:pt x="364054" y="138873"/>
                    <a:pt x="423410" y="170616"/>
                  </a:cubicBezTo>
                  <a:cubicBezTo>
                    <a:pt x="423410" y="170616"/>
                    <a:pt x="423410" y="170616"/>
                    <a:pt x="470896" y="234101"/>
                  </a:cubicBezTo>
                  <a:cubicBezTo>
                    <a:pt x="470896" y="234101"/>
                    <a:pt x="470896" y="234101"/>
                    <a:pt x="486724" y="234101"/>
                  </a:cubicBezTo>
                  <a:cubicBezTo>
                    <a:pt x="486724" y="234101"/>
                    <a:pt x="486724" y="234101"/>
                    <a:pt x="561910" y="234101"/>
                  </a:cubicBezTo>
                  <a:cubicBezTo>
                    <a:pt x="561910" y="234101"/>
                    <a:pt x="561910" y="234101"/>
                    <a:pt x="577738" y="234101"/>
                  </a:cubicBezTo>
                  <a:cubicBezTo>
                    <a:pt x="577738" y="234101"/>
                    <a:pt x="577738" y="234101"/>
                    <a:pt x="593567" y="218229"/>
                  </a:cubicBezTo>
                  <a:cubicBezTo>
                    <a:pt x="593567" y="218229"/>
                    <a:pt x="593567" y="218229"/>
                    <a:pt x="641052" y="186487"/>
                  </a:cubicBezTo>
                  <a:cubicBezTo>
                    <a:pt x="641052" y="186487"/>
                    <a:pt x="641052" y="186487"/>
                    <a:pt x="763722" y="186487"/>
                  </a:cubicBezTo>
                  <a:cubicBezTo>
                    <a:pt x="763722" y="186487"/>
                    <a:pt x="763722" y="186487"/>
                    <a:pt x="779551" y="170616"/>
                  </a:cubicBezTo>
                  <a:cubicBezTo>
                    <a:pt x="779551" y="170616"/>
                    <a:pt x="779551" y="170616"/>
                    <a:pt x="811208" y="170616"/>
                  </a:cubicBezTo>
                  <a:cubicBezTo>
                    <a:pt x="811208" y="170616"/>
                    <a:pt x="811208" y="170616"/>
                    <a:pt x="811208" y="186487"/>
                  </a:cubicBezTo>
                  <a:cubicBezTo>
                    <a:pt x="811208" y="186487"/>
                    <a:pt x="811208" y="186487"/>
                    <a:pt x="811208" y="218229"/>
                  </a:cubicBezTo>
                  <a:cubicBezTo>
                    <a:pt x="811208" y="218229"/>
                    <a:pt x="811208" y="218229"/>
                    <a:pt x="854736" y="234101"/>
                  </a:cubicBezTo>
                  <a:cubicBezTo>
                    <a:pt x="854736" y="234101"/>
                    <a:pt x="854736" y="234101"/>
                    <a:pt x="918049" y="234101"/>
                  </a:cubicBezTo>
                  <a:cubicBezTo>
                    <a:pt x="918049" y="234101"/>
                    <a:pt x="918049" y="234101"/>
                    <a:pt x="933878" y="234101"/>
                  </a:cubicBezTo>
                  <a:cubicBezTo>
                    <a:pt x="933878" y="234101"/>
                    <a:pt x="933878" y="234101"/>
                    <a:pt x="933878" y="249972"/>
                  </a:cubicBezTo>
                  <a:cubicBezTo>
                    <a:pt x="933878" y="249972"/>
                    <a:pt x="933878" y="249972"/>
                    <a:pt x="933878" y="265843"/>
                  </a:cubicBezTo>
                  <a:cubicBezTo>
                    <a:pt x="933878" y="265843"/>
                    <a:pt x="933878" y="265843"/>
                    <a:pt x="933878" y="293618"/>
                  </a:cubicBezTo>
                  <a:cubicBezTo>
                    <a:pt x="933878" y="293618"/>
                    <a:pt x="933878" y="293618"/>
                    <a:pt x="949706" y="309489"/>
                  </a:cubicBezTo>
                  <a:cubicBezTo>
                    <a:pt x="949706" y="309489"/>
                    <a:pt x="949706" y="309489"/>
                    <a:pt x="965535" y="325360"/>
                  </a:cubicBezTo>
                  <a:cubicBezTo>
                    <a:pt x="965535" y="325360"/>
                    <a:pt x="965535" y="325360"/>
                    <a:pt x="981363" y="325360"/>
                  </a:cubicBezTo>
                  <a:cubicBezTo>
                    <a:pt x="981363" y="325360"/>
                    <a:pt x="981363" y="325360"/>
                    <a:pt x="981363" y="341231"/>
                  </a:cubicBezTo>
                  <a:cubicBezTo>
                    <a:pt x="981363" y="341231"/>
                    <a:pt x="981363" y="341231"/>
                    <a:pt x="918049" y="357103"/>
                  </a:cubicBezTo>
                  <a:cubicBezTo>
                    <a:pt x="918049" y="357103"/>
                    <a:pt x="918049" y="357103"/>
                    <a:pt x="902221" y="341231"/>
                  </a:cubicBezTo>
                  <a:cubicBezTo>
                    <a:pt x="902221" y="341231"/>
                    <a:pt x="902221" y="341231"/>
                    <a:pt x="886393" y="325360"/>
                  </a:cubicBezTo>
                  <a:cubicBezTo>
                    <a:pt x="886393" y="325360"/>
                    <a:pt x="886393" y="325360"/>
                    <a:pt x="886393" y="341231"/>
                  </a:cubicBezTo>
                  <a:cubicBezTo>
                    <a:pt x="886393" y="341231"/>
                    <a:pt x="886393" y="341231"/>
                    <a:pt x="870564" y="357103"/>
                  </a:cubicBezTo>
                  <a:cubicBezTo>
                    <a:pt x="870564" y="357103"/>
                    <a:pt x="870564" y="357103"/>
                    <a:pt x="854736" y="357103"/>
                  </a:cubicBezTo>
                  <a:cubicBezTo>
                    <a:pt x="854736" y="357103"/>
                    <a:pt x="854736" y="357103"/>
                    <a:pt x="842864" y="341231"/>
                  </a:cubicBezTo>
                  <a:cubicBezTo>
                    <a:pt x="842864" y="341231"/>
                    <a:pt x="842864" y="341231"/>
                    <a:pt x="811208" y="325360"/>
                  </a:cubicBezTo>
                  <a:cubicBezTo>
                    <a:pt x="811208" y="325360"/>
                    <a:pt x="811208" y="325360"/>
                    <a:pt x="763722" y="325360"/>
                  </a:cubicBezTo>
                  <a:cubicBezTo>
                    <a:pt x="763722" y="325360"/>
                    <a:pt x="763722" y="325360"/>
                    <a:pt x="732065" y="325360"/>
                  </a:cubicBezTo>
                  <a:cubicBezTo>
                    <a:pt x="732065" y="325360"/>
                    <a:pt x="732065" y="325360"/>
                    <a:pt x="716237" y="341231"/>
                  </a:cubicBezTo>
                  <a:cubicBezTo>
                    <a:pt x="716237" y="341231"/>
                    <a:pt x="716237" y="341231"/>
                    <a:pt x="641052" y="372974"/>
                  </a:cubicBezTo>
                  <a:cubicBezTo>
                    <a:pt x="641052" y="372974"/>
                    <a:pt x="641052" y="372974"/>
                    <a:pt x="577738" y="420588"/>
                  </a:cubicBezTo>
                  <a:cubicBezTo>
                    <a:pt x="577738" y="420588"/>
                    <a:pt x="577738" y="420588"/>
                    <a:pt x="561910" y="420588"/>
                  </a:cubicBezTo>
                  <a:cubicBezTo>
                    <a:pt x="561910" y="420588"/>
                    <a:pt x="561910" y="420588"/>
                    <a:pt x="577738" y="372974"/>
                  </a:cubicBezTo>
                  <a:cubicBezTo>
                    <a:pt x="577738" y="372974"/>
                    <a:pt x="577738" y="372974"/>
                    <a:pt x="546081" y="388845"/>
                  </a:cubicBezTo>
                  <a:cubicBezTo>
                    <a:pt x="546081" y="388845"/>
                    <a:pt x="546081" y="388845"/>
                    <a:pt x="530253" y="388845"/>
                  </a:cubicBezTo>
                  <a:cubicBezTo>
                    <a:pt x="530253" y="388845"/>
                    <a:pt x="530253" y="388845"/>
                    <a:pt x="518381" y="388845"/>
                  </a:cubicBezTo>
                  <a:cubicBezTo>
                    <a:pt x="518381" y="388845"/>
                    <a:pt x="518381" y="388845"/>
                    <a:pt x="407582" y="559461"/>
                  </a:cubicBezTo>
                  <a:cubicBezTo>
                    <a:pt x="407582" y="559461"/>
                    <a:pt x="407582" y="559461"/>
                    <a:pt x="391754" y="591203"/>
                  </a:cubicBezTo>
                  <a:cubicBezTo>
                    <a:pt x="391754" y="591203"/>
                    <a:pt x="391754" y="591203"/>
                    <a:pt x="387796" y="595171"/>
                  </a:cubicBezTo>
                  <a:cubicBezTo>
                    <a:pt x="387796" y="595171"/>
                    <a:pt x="387796" y="595171"/>
                    <a:pt x="387796" y="591203"/>
                  </a:cubicBezTo>
                  <a:cubicBezTo>
                    <a:pt x="387796" y="583268"/>
                    <a:pt x="387796" y="575332"/>
                    <a:pt x="383839" y="567396"/>
                  </a:cubicBezTo>
                  <a:cubicBezTo>
                    <a:pt x="379882" y="555493"/>
                    <a:pt x="379882" y="543590"/>
                    <a:pt x="379882" y="535654"/>
                  </a:cubicBezTo>
                  <a:cubicBezTo>
                    <a:pt x="383839" y="519783"/>
                    <a:pt x="383839" y="499944"/>
                    <a:pt x="379882" y="484072"/>
                  </a:cubicBezTo>
                  <a:cubicBezTo>
                    <a:pt x="379882" y="480105"/>
                    <a:pt x="379882" y="480105"/>
                    <a:pt x="379882" y="480105"/>
                  </a:cubicBezTo>
                  <a:cubicBezTo>
                    <a:pt x="379882" y="480105"/>
                    <a:pt x="379882" y="480105"/>
                    <a:pt x="383839" y="476137"/>
                  </a:cubicBezTo>
                  <a:cubicBezTo>
                    <a:pt x="383839" y="476137"/>
                    <a:pt x="383839" y="476137"/>
                    <a:pt x="375925" y="468201"/>
                  </a:cubicBezTo>
                  <a:cubicBezTo>
                    <a:pt x="368011" y="452330"/>
                    <a:pt x="368011" y="452330"/>
                    <a:pt x="368011" y="448362"/>
                  </a:cubicBezTo>
                  <a:cubicBezTo>
                    <a:pt x="364054" y="448362"/>
                    <a:pt x="364054" y="444394"/>
                    <a:pt x="360097" y="440427"/>
                  </a:cubicBezTo>
                  <a:cubicBezTo>
                    <a:pt x="344268" y="424555"/>
                    <a:pt x="320526" y="396781"/>
                    <a:pt x="316568" y="392813"/>
                  </a:cubicBezTo>
                  <a:cubicBezTo>
                    <a:pt x="316568" y="388845"/>
                    <a:pt x="328440" y="376942"/>
                    <a:pt x="328440" y="372974"/>
                  </a:cubicBezTo>
                  <a:cubicBezTo>
                    <a:pt x="324483" y="369006"/>
                    <a:pt x="320526" y="365038"/>
                    <a:pt x="312611" y="365038"/>
                  </a:cubicBezTo>
                  <a:cubicBezTo>
                    <a:pt x="312611" y="365038"/>
                    <a:pt x="312611" y="365038"/>
                    <a:pt x="189941" y="365038"/>
                  </a:cubicBezTo>
                  <a:cubicBezTo>
                    <a:pt x="189941" y="365038"/>
                    <a:pt x="189941" y="365038"/>
                    <a:pt x="189941" y="321392"/>
                  </a:cubicBezTo>
                  <a:cubicBezTo>
                    <a:pt x="193898" y="317424"/>
                    <a:pt x="189941" y="309489"/>
                    <a:pt x="174113" y="305521"/>
                  </a:cubicBezTo>
                  <a:cubicBezTo>
                    <a:pt x="166198" y="301553"/>
                    <a:pt x="162241" y="301553"/>
                    <a:pt x="162241" y="301553"/>
                  </a:cubicBezTo>
                  <a:cubicBezTo>
                    <a:pt x="162241" y="301553"/>
                    <a:pt x="162241" y="301553"/>
                    <a:pt x="158284" y="301553"/>
                  </a:cubicBezTo>
                  <a:cubicBezTo>
                    <a:pt x="158284" y="301553"/>
                    <a:pt x="158284" y="301553"/>
                    <a:pt x="158284" y="297585"/>
                  </a:cubicBezTo>
                  <a:cubicBezTo>
                    <a:pt x="154327" y="297585"/>
                    <a:pt x="154327" y="297585"/>
                    <a:pt x="150370" y="297585"/>
                  </a:cubicBezTo>
                  <a:cubicBezTo>
                    <a:pt x="146413" y="293618"/>
                    <a:pt x="138499" y="293618"/>
                    <a:pt x="126627" y="293618"/>
                  </a:cubicBezTo>
                  <a:cubicBezTo>
                    <a:pt x="106842" y="293618"/>
                    <a:pt x="91013" y="297585"/>
                    <a:pt x="91013" y="297585"/>
                  </a:cubicBezTo>
                  <a:cubicBezTo>
                    <a:pt x="91013" y="297585"/>
                    <a:pt x="91013" y="297585"/>
                    <a:pt x="67271" y="293618"/>
                  </a:cubicBezTo>
                  <a:cubicBezTo>
                    <a:pt x="67271" y="293618"/>
                    <a:pt x="67271" y="293618"/>
                    <a:pt x="35614" y="277746"/>
                  </a:cubicBezTo>
                  <a:cubicBezTo>
                    <a:pt x="35614" y="277746"/>
                    <a:pt x="35614" y="277746"/>
                    <a:pt x="23742" y="277746"/>
                  </a:cubicBezTo>
                  <a:lnTo>
                    <a:pt x="0" y="238068"/>
                  </a:lnTo>
                  <a:cubicBezTo>
                    <a:pt x="0" y="238068"/>
                    <a:pt x="0" y="238068"/>
                    <a:pt x="0" y="202358"/>
                  </a:cubicBezTo>
                  <a:cubicBezTo>
                    <a:pt x="0" y="202358"/>
                    <a:pt x="0" y="202358"/>
                    <a:pt x="23742" y="202358"/>
                  </a:cubicBezTo>
                  <a:cubicBezTo>
                    <a:pt x="23742" y="202358"/>
                    <a:pt x="23742" y="202358"/>
                    <a:pt x="83099" y="170616"/>
                  </a:cubicBezTo>
                  <a:cubicBezTo>
                    <a:pt x="83099" y="170616"/>
                    <a:pt x="83099" y="170616"/>
                    <a:pt x="162241" y="138873"/>
                  </a:cubicBezTo>
                  <a:cubicBezTo>
                    <a:pt x="162241" y="138873"/>
                    <a:pt x="162241" y="138873"/>
                    <a:pt x="300740" y="31742"/>
                  </a:cubicBezTo>
                  <a:cubicBezTo>
                    <a:pt x="300740" y="31742"/>
                    <a:pt x="300740" y="31742"/>
                    <a:pt x="364054" y="0"/>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6" name="Massachusetts">
              <a:extLst>
                <a:ext uri="{FF2B5EF4-FFF2-40B4-BE49-F238E27FC236}">
                  <a16:creationId xmlns:a16="http://schemas.microsoft.com/office/drawing/2014/main" id="{65AD728C-FA5F-0F4D-B258-5FF5086A4001}"/>
                </a:ext>
              </a:extLst>
            </p:cNvPr>
            <p:cNvSpPr>
              <a:spLocks/>
            </p:cNvSpPr>
            <p:nvPr/>
          </p:nvSpPr>
          <p:spPr bwMode="auto">
            <a:xfrm>
              <a:off x="10004675" y="2208347"/>
              <a:ext cx="506564" cy="300929"/>
            </a:xfrm>
            <a:custGeom>
              <a:avLst/>
              <a:gdLst>
                <a:gd name="T0" fmla="*/ 64 w 128"/>
                <a:gd name="T1" fmla="*/ 9 h 76"/>
                <a:gd name="T2" fmla="*/ 64 w 128"/>
                <a:gd name="T3" fmla="*/ 1 h 76"/>
                <a:gd name="T4" fmla="*/ 26 w 128"/>
                <a:gd name="T5" fmla="*/ 1 h 76"/>
                <a:gd name="T6" fmla="*/ 25 w 128"/>
                <a:gd name="T7" fmla="*/ 1 h 76"/>
                <a:gd name="T8" fmla="*/ 25 w 128"/>
                <a:gd name="T9" fmla="*/ 1 h 76"/>
                <a:gd name="T10" fmla="*/ 6 w 128"/>
                <a:gd name="T11" fmla="*/ 1 h 76"/>
                <a:gd name="T12" fmla="*/ 5 w 128"/>
                <a:gd name="T13" fmla="*/ 5 h 76"/>
                <a:gd name="T14" fmla="*/ 2 w 128"/>
                <a:gd name="T15" fmla="*/ 28 h 76"/>
                <a:gd name="T16" fmla="*/ 3 w 128"/>
                <a:gd name="T17" fmla="*/ 51 h 76"/>
                <a:gd name="T18" fmla="*/ 52 w 128"/>
                <a:gd name="T19" fmla="*/ 51 h 76"/>
                <a:gd name="T20" fmla="*/ 52 w 128"/>
                <a:gd name="T21" fmla="*/ 51 h 76"/>
                <a:gd name="T22" fmla="*/ 52 w 128"/>
                <a:gd name="T23" fmla="*/ 52 h 76"/>
                <a:gd name="T24" fmla="*/ 68 w 128"/>
                <a:gd name="T25" fmla="*/ 52 h 76"/>
                <a:gd name="T26" fmla="*/ 74 w 128"/>
                <a:gd name="T27" fmla="*/ 59 h 76"/>
                <a:gd name="T28" fmla="*/ 74 w 128"/>
                <a:gd name="T29" fmla="*/ 61 h 76"/>
                <a:gd name="T30" fmla="*/ 76 w 128"/>
                <a:gd name="T31" fmla="*/ 67 h 76"/>
                <a:gd name="T32" fmla="*/ 77 w 128"/>
                <a:gd name="T33" fmla="*/ 68 h 76"/>
                <a:gd name="T34" fmla="*/ 77 w 128"/>
                <a:gd name="T35" fmla="*/ 76 h 76"/>
                <a:gd name="T36" fmla="*/ 81 w 128"/>
                <a:gd name="T37" fmla="*/ 76 h 76"/>
                <a:gd name="T38" fmla="*/ 85 w 128"/>
                <a:gd name="T39" fmla="*/ 72 h 76"/>
                <a:gd name="T40" fmla="*/ 97 w 128"/>
                <a:gd name="T41" fmla="*/ 68 h 76"/>
                <a:gd name="T42" fmla="*/ 101 w 128"/>
                <a:gd name="T43" fmla="*/ 68 h 76"/>
                <a:gd name="T44" fmla="*/ 101 w 128"/>
                <a:gd name="T45" fmla="*/ 72 h 76"/>
                <a:gd name="T46" fmla="*/ 105 w 128"/>
                <a:gd name="T47" fmla="*/ 72 h 76"/>
                <a:gd name="T48" fmla="*/ 112 w 128"/>
                <a:gd name="T49" fmla="*/ 72 h 76"/>
                <a:gd name="T50" fmla="*/ 116 w 128"/>
                <a:gd name="T51" fmla="*/ 72 h 76"/>
                <a:gd name="T52" fmla="*/ 124 w 128"/>
                <a:gd name="T53" fmla="*/ 68 h 76"/>
                <a:gd name="T54" fmla="*/ 128 w 128"/>
                <a:gd name="T55" fmla="*/ 64 h 76"/>
                <a:gd name="T56" fmla="*/ 124 w 128"/>
                <a:gd name="T57" fmla="*/ 53 h 76"/>
                <a:gd name="T58" fmla="*/ 124 w 128"/>
                <a:gd name="T59" fmla="*/ 61 h 76"/>
                <a:gd name="T60" fmla="*/ 124 w 128"/>
                <a:gd name="T61" fmla="*/ 64 h 76"/>
                <a:gd name="T62" fmla="*/ 116 w 128"/>
                <a:gd name="T63" fmla="*/ 64 h 76"/>
                <a:gd name="T64" fmla="*/ 105 w 128"/>
                <a:gd name="T65" fmla="*/ 61 h 76"/>
                <a:gd name="T66" fmla="*/ 101 w 128"/>
                <a:gd name="T67" fmla="*/ 53 h 76"/>
                <a:gd name="T68" fmla="*/ 97 w 128"/>
                <a:gd name="T69" fmla="*/ 49 h 76"/>
                <a:gd name="T70" fmla="*/ 97 w 128"/>
                <a:gd name="T71" fmla="*/ 45 h 76"/>
                <a:gd name="T72" fmla="*/ 93 w 128"/>
                <a:gd name="T73" fmla="*/ 41 h 76"/>
                <a:gd name="T74" fmla="*/ 85 w 128"/>
                <a:gd name="T75" fmla="*/ 37 h 76"/>
                <a:gd name="T76" fmla="*/ 85 w 128"/>
                <a:gd name="T77" fmla="*/ 29 h 76"/>
                <a:gd name="T78" fmla="*/ 89 w 128"/>
                <a:gd name="T79" fmla="*/ 29 h 76"/>
                <a:gd name="T80" fmla="*/ 93 w 128"/>
                <a:gd name="T81" fmla="*/ 22 h 76"/>
                <a:gd name="T82" fmla="*/ 97 w 128"/>
                <a:gd name="T83" fmla="*/ 22 h 76"/>
                <a:gd name="T84" fmla="*/ 89 w 128"/>
                <a:gd name="T85" fmla="*/ 6 h 76"/>
                <a:gd name="T86" fmla="*/ 90 w 128"/>
                <a:gd name="T87" fmla="*/ 2 h 76"/>
                <a:gd name="T88" fmla="*/ 91 w 128"/>
                <a:gd name="T89" fmla="*/ 0 h 76"/>
                <a:gd name="T90" fmla="*/ 80 w 128"/>
                <a:gd name="T91" fmla="*/ 9 h 76"/>
                <a:gd name="T92" fmla="*/ 64 w 128"/>
                <a:gd name="T93" fmla="*/ 9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76">
                  <a:moveTo>
                    <a:pt x="64" y="9"/>
                  </a:moveTo>
                  <a:cubicBezTo>
                    <a:pt x="64" y="1"/>
                    <a:pt x="64" y="1"/>
                    <a:pt x="64" y="1"/>
                  </a:cubicBezTo>
                  <a:cubicBezTo>
                    <a:pt x="26" y="1"/>
                    <a:pt x="26" y="1"/>
                    <a:pt x="26" y="1"/>
                  </a:cubicBezTo>
                  <a:cubicBezTo>
                    <a:pt x="25" y="1"/>
                    <a:pt x="25" y="1"/>
                    <a:pt x="25" y="1"/>
                  </a:cubicBezTo>
                  <a:cubicBezTo>
                    <a:pt x="25" y="1"/>
                    <a:pt x="25" y="1"/>
                    <a:pt x="25" y="1"/>
                  </a:cubicBezTo>
                  <a:cubicBezTo>
                    <a:pt x="6" y="1"/>
                    <a:pt x="6" y="1"/>
                    <a:pt x="6" y="1"/>
                  </a:cubicBezTo>
                  <a:cubicBezTo>
                    <a:pt x="5" y="5"/>
                    <a:pt x="5" y="5"/>
                    <a:pt x="5" y="5"/>
                  </a:cubicBezTo>
                  <a:cubicBezTo>
                    <a:pt x="0" y="25"/>
                    <a:pt x="1" y="28"/>
                    <a:pt x="2" y="28"/>
                  </a:cubicBezTo>
                  <a:cubicBezTo>
                    <a:pt x="3" y="30"/>
                    <a:pt x="3" y="40"/>
                    <a:pt x="3" y="51"/>
                  </a:cubicBezTo>
                  <a:cubicBezTo>
                    <a:pt x="52" y="51"/>
                    <a:pt x="52" y="51"/>
                    <a:pt x="52" y="51"/>
                  </a:cubicBezTo>
                  <a:cubicBezTo>
                    <a:pt x="52" y="51"/>
                    <a:pt x="52" y="51"/>
                    <a:pt x="52" y="51"/>
                  </a:cubicBezTo>
                  <a:cubicBezTo>
                    <a:pt x="52" y="52"/>
                    <a:pt x="52" y="52"/>
                    <a:pt x="52" y="52"/>
                  </a:cubicBezTo>
                  <a:cubicBezTo>
                    <a:pt x="68" y="52"/>
                    <a:pt x="68" y="52"/>
                    <a:pt x="68" y="52"/>
                  </a:cubicBezTo>
                  <a:cubicBezTo>
                    <a:pt x="74" y="59"/>
                    <a:pt x="74" y="59"/>
                    <a:pt x="74" y="59"/>
                  </a:cubicBezTo>
                  <a:cubicBezTo>
                    <a:pt x="74" y="61"/>
                    <a:pt x="74" y="61"/>
                    <a:pt x="74" y="61"/>
                  </a:cubicBezTo>
                  <a:cubicBezTo>
                    <a:pt x="75" y="63"/>
                    <a:pt x="76" y="66"/>
                    <a:pt x="76" y="67"/>
                  </a:cubicBezTo>
                  <a:cubicBezTo>
                    <a:pt x="77" y="68"/>
                    <a:pt x="77" y="68"/>
                    <a:pt x="77" y="68"/>
                  </a:cubicBezTo>
                  <a:cubicBezTo>
                    <a:pt x="77" y="76"/>
                    <a:pt x="77" y="76"/>
                    <a:pt x="77" y="76"/>
                  </a:cubicBezTo>
                  <a:cubicBezTo>
                    <a:pt x="81" y="76"/>
                    <a:pt x="81" y="76"/>
                    <a:pt x="81" y="76"/>
                  </a:cubicBezTo>
                  <a:cubicBezTo>
                    <a:pt x="85" y="72"/>
                    <a:pt x="85" y="72"/>
                    <a:pt x="85" y="72"/>
                  </a:cubicBezTo>
                  <a:cubicBezTo>
                    <a:pt x="97" y="68"/>
                    <a:pt x="97" y="68"/>
                    <a:pt x="97" y="68"/>
                  </a:cubicBezTo>
                  <a:cubicBezTo>
                    <a:pt x="101" y="68"/>
                    <a:pt x="101" y="68"/>
                    <a:pt x="101" y="68"/>
                  </a:cubicBezTo>
                  <a:cubicBezTo>
                    <a:pt x="101" y="72"/>
                    <a:pt x="101" y="72"/>
                    <a:pt x="101" y="72"/>
                  </a:cubicBezTo>
                  <a:cubicBezTo>
                    <a:pt x="105" y="72"/>
                    <a:pt x="105" y="72"/>
                    <a:pt x="105" y="72"/>
                  </a:cubicBezTo>
                  <a:cubicBezTo>
                    <a:pt x="112" y="72"/>
                    <a:pt x="112" y="72"/>
                    <a:pt x="112" y="72"/>
                  </a:cubicBezTo>
                  <a:cubicBezTo>
                    <a:pt x="116" y="72"/>
                    <a:pt x="116" y="72"/>
                    <a:pt x="116" y="72"/>
                  </a:cubicBezTo>
                  <a:cubicBezTo>
                    <a:pt x="124" y="68"/>
                    <a:pt x="124" y="68"/>
                    <a:pt x="124" y="68"/>
                  </a:cubicBezTo>
                  <a:cubicBezTo>
                    <a:pt x="128" y="64"/>
                    <a:pt x="128" y="64"/>
                    <a:pt x="128" y="64"/>
                  </a:cubicBezTo>
                  <a:cubicBezTo>
                    <a:pt x="124" y="53"/>
                    <a:pt x="124" y="53"/>
                    <a:pt x="124" y="53"/>
                  </a:cubicBezTo>
                  <a:cubicBezTo>
                    <a:pt x="124" y="61"/>
                    <a:pt x="124" y="61"/>
                    <a:pt x="124" y="61"/>
                  </a:cubicBezTo>
                  <a:cubicBezTo>
                    <a:pt x="124" y="64"/>
                    <a:pt x="124" y="64"/>
                    <a:pt x="124" y="64"/>
                  </a:cubicBezTo>
                  <a:cubicBezTo>
                    <a:pt x="116" y="64"/>
                    <a:pt x="116" y="64"/>
                    <a:pt x="116" y="64"/>
                  </a:cubicBezTo>
                  <a:cubicBezTo>
                    <a:pt x="105" y="61"/>
                    <a:pt x="105" y="61"/>
                    <a:pt x="105" y="61"/>
                  </a:cubicBezTo>
                  <a:cubicBezTo>
                    <a:pt x="101" y="53"/>
                    <a:pt x="101" y="53"/>
                    <a:pt x="101" y="53"/>
                  </a:cubicBezTo>
                  <a:cubicBezTo>
                    <a:pt x="97" y="49"/>
                    <a:pt x="97" y="49"/>
                    <a:pt x="97" y="49"/>
                  </a:cubicBezTo>
                  <a:cubicBezTo>
                    <a:pt x="97" y="45"/>
                    <a:pt x="97" y="45"/>
                    <a:pt x="97" y="45"/>
                  </a:cubicBezTo>
                  <a:cubicBezTo>
                    <a:pt x="93" y="41"/>
                    <a:pt x="93" y="41"/>
                    <a:pt x="93" y="41"/>
                  </a:cubicBezTo>
                  <a:cubicBezTo>
                    <a:pt x="85" y="37"/>
                    <a:pt x="85" y="37"/>
                    <a:pt x="85" y="37"/>
                  </a:cubicBezTo>
                  <a:cubicBezTo>
                    <a:pt x="85" y="29"/>
                    <a:pt x="85" y="29"/>
                    <a:pt x="85" y="29"/>
                  </a:cubicBezTo>
                  <a:cubicBezTo>
                    <a:pt x="89" y="29"/>
                    <a:pt x="89" y="29"/>
                    <a:pt x="89" y="29"/>
                  </a:cubicBezTo>
                  <a:cubicBezTo>
                    <a:pt x="93" y="22"/>
                    <a:pt x="93" y="22"/>
                    <a:pt x="93" y="22"/>
                  </a:cubicBezTo>
                  <a:cubicBezTo>
                    <a:pt x="97" y="22"/>
                    <a:pt x="97" y="22"/>
                    <a:pt x="97" y="22"/>
                  </a:cubicBezTo>
                  <a:cubicBezTo>
                    <a:pt x="89" y="6"/>
                    <a:pt x="89" y="6"/>
                    <a:pt x="89" y="6"/>
                  </a:cubicBezTo>
                  <a:cubicBezTo>
                    <a:pt x="90" y="2"/>
                    <a:pt x="90" y="2"/>
                    <a:pt x="90" y="2"/>
                  </a:cubicBezTo>
                  <a:cubicBezTo>
                    <a:pt x="91" y="0"/>
                    <a:pt x="91" y="0"/>
                    <a:pt x="91" y="0"/>
                  </a:cubicBezTo>
                  <a:cubicBezTo>
                    <a:pt x="80" y="9"/>
                    <a:pt x="80" y="9"/>
                    <a:pt x="80" y="9"/>
                  </a:cubicBezTo>
                  <a:lnTo>
                    <a:pt x="64" y="9"/>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7" name="Maryland">
              <a:extLst>
                <a:ext uri="{FF2B5EF4-FFF2-40B4-BE49-F238E27FC236}">
                  <a16:creationId xmlns:a16="http://schemas.microsoft.com/office/drawing/2014/main" id="{EF629451-5839-6C4B-B9E9-8BBB7CBEACCB}"/>
                </a:ext>
              </a:extLst>
            </p:cNvPr>
            <p:cNvSpPr>
              <a:spLocks/>
            </p:cNvSpPr>
            <p:nvPr/>
          </p:nvSpPr>
          <p:spPr bwMode="auto">
            <a:xfrm>
              <a:off x="8991546" y="2885438"/>
              <a:ext cx="732261" cy="489846"/>
            </a:xfrm>
            <a:custGeom>
              <a:avLst/>
              <a:gdLst>
                <a:gd name="T0" fmla="*/ 156 w 185"/>
                <a:gd name="T1" fmla="*/ 55 h 124"/>
                <a:gd name="T2" fmla="*/ 155 w 185"/>
                <a:gd name="T3" fmla="*/ 3 h 124"/>
                <a:gd name="T4" fmla="*/ 145 w 185"/>
                <a:gd name="T5" fmla="*/ 0 h 124"/>
                <a:gd name="T6" fmla="*/ 0 w 185"/>
                <a:gd name="T7" fmla="*/ 11 h 124"/>
                <a:gd name="T8" fmla="*/ 12 w 185"/>
                <a:gd name="T9" fmla="*/ 7 h 124"/>
                <a:gd name="T10" fmla="*/ 23 w 185"/>
                <a:gd name="T11" fmla="*/ 5 h 124"/>
                <a:gd name="T12" fmla="*/ 40 w 185"/>
                <a:gd name="T13" fmla="*/ 6 h 124"/>
                <a:gd name="T14" fmla="*/ 75 w 185"/>
                <a:gd name="T15" fmla="*/ 5 h 124"/>
                <a:gd name="T16" fmla="*/ 82 w 185"/>
                <a:gd name="T17" fmla="*/ 7 h 124"/>
                <a:gd name="T18" fmla="*/ 79 w 185"/>
                <a:gd name="T19" fmla="*/ 10 h 124"/>
                <a:gd name="T20" fmla="*/ 79 w 185"/>
                <a:gd name="T21" fmla="*/ 12 h 124"/>
                <a:gd name="T22" fmla="*/ 85 w 185"/>
                <a:gd name="T23" fmla="*/ 33 h 124"/>
                <a:gd name="T24" fmla="*/ 81 w 185"/>
                <a:gd name="T25" fmla="*/ 44 h 124"/>
                <a:gd name="T26" fmla="*/ 91 w 185"/>
                <a:gd name="T27" fmla="*/ 52 h 124"/>
                <a:gd name="T28" fmla="*/ 95 w 185"/>
                <a:gd name="T29" fmla="*/ 59 h 124"/>
                <a:gd name="T30" fmla="*/ 95 w 185"/>
                <a:gd name="T31" fmla="*/ 57 h 124"/>
                <a:gd name="T32" fmla="*/ 111 w 185"/>
                <a:gd name="T33" fmla="*/ 65 h 124"/>
                <a:gd name="T34" fmla="*/ 119 w 185"/>
                <a:gd name="T35" fmla="*/ 69 h 124"/>
                <a:gd name="T36" fmla="*/ 126 w 185"/>
                <a:gd name="T37" fmla="*/ 73 h 124"/>
                <a:gd name="T38" fmla="*/ 130 w 185"/>
                <a:gd name="T39" fmla="*/ 65 h 124"/>
                <a:gd name="T40" fmla="*/ 126 w 185"/>
                <a:gd name="T41" fmla="*/ 61 h 124"/>
                <a:gd name="T42" fmla="*/ 126 w 185"/>
                <a:gd name="T43" fmla="*/ 46 h 124"/>
                <a:gd name="T44" fmla="*/ 122 w 185"/>
                <a:gd name="T45" fmla="*/ 22 h 124"/>
                <a:gd name="T46" fmla="*/ 138 w 185"/>
                <a:gd name="T47" fmla="*/ 11 h 124"/>
                <a:gd name="T48" fmla="*/ 150 w 185"/>
                <a:gd name="T49" fmla="*/ 7 h 124"/>
                <a:gd name="T50" fmla="*/ 142 w 185"/>
                <a:gd name="T51" fmla="*/ 18 h 124"/>
                <a:gd name="T52" fmla="*/ 138 w 185"/>
                <a:gd name="T53" fmla="*/ 22 h 124"/>
                <a:gd name="T54" fmla="*/ 138 w 185"/>
                <a:gd name="T55" fmla="*/ 30 h 124"/>
                <a:gd name="T56" fmla="*/ 134 w 185"/>
                <a:gd name="T57" fmla="*/ 38 h 124"/>
                <a:gd name="T58" fmla="*/ 142 w 185"/>
                <a:gd name="T59" fmla="*/ 38 h 124"/>
                <a:gd name="T60" fmla="*/ 138 w 185"/>
                <a:gd name="T61" fmla="*/ 53 h 124"/>
                <a:gd name="T62" fmla="*/ 138 w 185"/>
                <a:gd name="T63" fmla="*/ 61 h 124"/>
                <a:gd name="T64" fmla="*/ 146 w 185"/>
                <a:gd name="T65" fmla="*/ 69 h 124"/>
                <a:gd name="T66" fmla="*/ 154 w 185"/>
                <a:gd name="T67" fmla="*/ 77 h 124"/>
                <a:gd name="T68" fmla="*/ 154 w 185"/>
                <a:gd name="T69" fmla="*/ 85 h 124"/>
                <a:gd name="T70" fmla="*/ 158 w 185"/>
                <a:gd name="T71" fmla="*/ 89 h 124"/>
                <a:gd name="T72" fmla="*/ 146 w 185"/>
                <a:gd name="T73" fmla="*/ 108 h 124"/>
                <a:gd name="T74" fmla="*/ 150 w 185"/>
                <a:gd name="T75" fmla="*/ 124 h 124"/>
                <a:gd name="T76" fmla="*/ 154 w 185"/>
                <a:gd name="T77" fmla="*/ 120 h 124"/>
                <a:gd name="T78" fmla="*/ 173 w 185"/>
                <a:gd name="T79" fmla="*/ 73 h 124"/>
                <a:gd name="T80" fmla="*/ 185 w 185"/>
                <a:gd name="T81" fmla="*/ 57 h 124"/>
                <a:gd name="T82" fmla="*/ 183 w 185"/>
                <a:gd name="T83" fmla="*/ 5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5" h="124">
                  <a:moveTo>
                    <a:pt x="183" y="55"/>
                  </a:moveTo>
                  <a:cubicBezTo>
                    <a:pt x="156" y="55"/>
                    <a:pt x="156" y="55"/>
                    <a:pt x="156" y="55"/>
                  </a:cubicBezTo>
                  <a:cubicBezTo>
                    <a:pt x="156" y="3"/>
                    <a:pt x="156" y="3"/>
                    <a:pt x="156" y="3"/>
                  </a:cubicBezTo>
                  <a:cubicBezTo>
                    <a:pt x="155" y="3"/>
                    <a:pt x="155" y="3"/>
                    <a:pt x="155" y="3"/>
                  </a:cubicBezTo>
                  <a:cubicBezTo>
                    <a:pt x="155" y="3"/>
                    <a:pt x="155" y="3"/>
                    <a:pt x="155" y="3"/>
                  </a:cubicBezTo>
                  <a:cubicBezTo>
                    <a:pt x="150" y="3"/>
                    <a:pt x="146" y="0"/>
                    <a:pt x="145" y="0"/>
                  </a:cubicBezTo>
                  <a:cubicBezTo>
                    <a:pt x="0" y="0"/>
                    <a:pt x="0" y="0"/>
                    <a:pt x="0" y="0"/>
                  </a:cubicBezTo>
                  <a:cubicBezTo>
                    <a:pt x="0" y="11"/>
                    <a:pt x="0" y="11"/>
                    <a:pt x="0" y="11"/>
                  </a:cubicBezTo>
                  <a:cubicBezTo>
                    <a:pt x="2" y="11"/>
                    <a:pt x="2" y="11"/>
                    <a:pt x="2" y="11"/>
                  </a:cubicBezTo>
                  <a:cubicBezTo>
                    <a:pt x="8" y="9"/>
                    <a:pt x="12" y="7"/>
                    <a:pt x="12" y="7"/>
                  </a:cubicBezTo>
                  <a:cubicBezTo>
                    <a:pt x="17" y="5"/>
                    <a:pt x="17" y="5"/>
                    <a:pt x="17" y="5"/>
                  </a:cubicBezTo>
                  <a:cubicBezTo>
                    <a:pt x="23" y="5"/>
                    <a:pt x="23" y="5"/>
                    <a:pt x="23" y="5"/>
                  </a:cubicBezTo>
                  <a:cubicBezTo>
                    <a:pt x="32" y="6"/>
                    <a:pt x="32" y="6"/>
                    <a:pt x="32" y="6"/>
                  </a:cubicBezTo>
                  <a:cubicBezTo>
                    <a:pt x="40" y="6"/>
                    <a:pt x="40" y="6"/>
                    <a:pt x="40" y="6"/>
                  </a:cubicBezTo>
                  <a:cubicBezTo>
                    <a:pt x="62" y="3"/>
                    <a:pt x="62" y="3"/>
                    <a:pt x="62" y="3"/>
                  </a:cubicBezTo>
                  <a:cubicBezTo>
                    <a:pt x="75" y="5"/>
                    <a:pt x="75" y="5"/>
                    <a:pt x="75" y="5"/>
                  </a:cubicBezTo>
                  <a:cubicBezTo>
                    <a:pt x="76" y="5"/>
                    <a:pt x="79" y="6"/>
                    <a:pt x="82" y="7"/>
                  </a:cubicBezTo>
                  <a:cubicBezTo>
                    <a:pt x="82" y="7"/>
                    <a:pt x="82" y="7"/>
                    <a:pt x="82" y="7"/>
                  </a:cubicBezTo>
                  <a:cubicBezTo>
                    <a:pt x="82" y="7"/>
                    <a:pt x="82" y="8"/>
                    <a:pt x="79" y="10"/>
                  </a:cubicBezTo>
                  <a:cubicBezTo>
                    <a:pt x="79" y="10"/>
                    <a:pt x="79" y="10"/>
                    <a:pt x="79" y="10"/>
                  </a:cubicBezTo>
                  <a:cubicBezTo>
                    <a:pt x="79" y="11"/>
                    <a:pt x="79" y="11"/>
                    <a:pt x="79" y="11"/>
                  </a:cubicBezTo>
                  <a:cubicBezTo>
                    <a:pt x="79" y="12"/>
                    <a:pt x="79" y="12"/>
                    <a:pt x="79" y="12"/>
                  </a:cubicBezTo>
                  <a:cubicBezTo>
                    <a:pt x="79" y="27"/>
                    <a:pt x="79" y="27"/>
                    <a:pt x="79" y="27"/>
                  </a:cubicBezTo>
                  <a:cubicBezTo>
                    <a:pt x="85" y="33"/>
                    <a:pt x="85" y="33"/>
                    <a:pt x="85" y="33"/>
                  </a:cubicBezTo>
                  <a:cubicBezTo>
                    <a:pt x="85" y="39"/>
                    <a:pt x="85" y="39"/>
                    <a:pt x="85" y="39"/>
                  </a:cubicBezTo>
                  <a:cubicBezTo>
                    <a:pt x="81" y="44"/>
                    <a:pt x="81" y="44"/>
                    <a:pt x="81" y="44"/>
                  </a:cubicBezTo>
                  <a:cubicBezTo>
                    <a:pt x="85" y="48"/>
                    <a:pt x="85" y="48"/>
                    <a:pt x="85" y="48"/>
                  </a:cubicBezTo>
                  <a:cubicBezTo>
                    <a:pt x="91" y="52"/>
                    <a:pt x="91" y="52"/>
                    <a:pt x="91" y="52"/>
                  </a:cubicBezTo>
                  <a:cubicBezTo>
                    <a:pt x="95" y="57"/>
                    <a:pt x="95" y="57"/>
                    <a:pt x="95" y="57"/>
                  </a:cubicBezTo>
                  <a:cubicBezTo>
                    <a:pt x="95" y="59"/>
                    <a:pt x="95" y="59"/>
                    <a:pt x="95" y="59"/>
                  </a:cubicBezTo>
                  <a:cubicBezTo>
                    <a:pt x="95" y="59"/>
                    <a:pt x="95" y="59"/>
                    <a:pt x="95" y="59"/>
                  </a:cubicBezTo>
                  <a:cubicBezTo>
                    <a:pt x="95" y="57"/>
                    <a:pt x="95" y="57"/>
                    <a:pt x="95" y="57"/>
                  </a:cubicBezTo>
                  <a:cubicBezTo>
                    <a:pt x="99" y="61"/>
                    <a:pt x="99" y="61"/>
                    <a:pt x="99" y="61"/>
                  </a:cubicBezTo>
                  <a:cubicBezTo>
                    <a:pt x="111" y="65"/>
                    <a:pt x="111" y="65"/>
                    <a:pt x="111" y="65"/>
                  </a:cubicBezTo>
                  <a:cubicBezTo>
                    <a:pt x="115" y="65"/>
                    <a:pt x="115" y="65"/>
                    <a:pt x="115" y="65"/>
                  </a:cubicBezTo>
                  <a:cubicBezTo>
                    <a:pt x="119" y="69"/>
                    <a:pt x="119" y="69"/>
                    <a:pt x="119" y="69"/>
                  </a:cubicBezTo>
                  <a:cubicBezTo>
                    <a:pt x="122" y="69"/>
                    <a:pt x="122" y="69"/>
                    <a:pt x="122" y="69"/>
                  </a:cubicBezTo>
                  <a:cubicBezTo>
                    <a:pt x="126" y="73"/>
                    <a:pt x="126" y="73"/>
                    <a:pt x="126" y="73"/>
                  </a:cubicBezTo>
                  <a:cubicBezTo>
                    <a:pt x="130" y="77"/>
                    <a:pt x="130" y="77"/>
                    <a:pt x="130" y="77"/>
                  </a:cubicBezTo>
                  <a:cubicBezTo>
                    <a:pt x="130" y="65"/>
                    <a:pt x="130" y="65"/>
                    <a:pt x="130" y="65"/>
                  </a:cubicBezTo>
                  <a:cubicBezTo>
                    <a:pt x="122" y="61"/>
                    <a:pt x="122" y="61"/>
                    <a:pt x="122" y="61"/>
                  </a:cubicBezTo>
                  <a:cubicBezTo>
                    <a:pt x="126" y="61"/>
                    <a:pt x="126" y="61"/>
                    <a:pt x="126" y="61"/>
                  </a:cubicBezTo>
                  <a:cubicBezTo>
                    <a:pt x="126" y="57"/>
                    <a:pt x="126" y="57"/>
                    <a:pt x="126" y="57"/>
                  </a:cubicBezTo>
                  <a:cubicBezTo>
                    <a:pt x="126" y="46"/>
                    <a:pt x="126" y="46"/>
                    <a:pt x="126" y="46"/>
                  </a:cubicBezTo>
                  <a:cubicBezTo>
                    <a:pt x="126" y="26"/>
                    <a:pt x="126" y="26"/>
                    <a:pt x="126" y="26"/>
                  </a:cubicBezTo>
                  <a:cubicBezTo>
                    <a:pt x="122" y="22"/>
                    <a:pt x="122" y="22"/>
                    <a:pt x="122" y="22"/>
                  </a:cubicBezTo>
                  <a:cubicBezTo>
                    <a:pt x="130" y="18"/>
                    <a:pt x="130" y="18"/>
                    <a:pt x="130" y="18"/>
                  </a:cubicBezTo>
                  <a:cubicBezTo>
                    <a:pt x="138" y="11"/>
                    <a:pt x="138" y="11"/>
                    <a:pt x="138" y="11"/>
                  </a:cubicBezTo>
                  <a:cubicBezTo>
                    <a:pt x="146" y="3"/>
                    <a:pt x="146" y="3"/>
                    <a:pt x="146" y="3"/>
                  </a:cubicBezTo>
                  <a:cubicBezTo>
                    <a:pt x="150" y="7"/>
                    <a:pt x="150" y="7"/>
                    <a:pt x="150" y="7"/>
                  </a:cubicBezTo>
                  <a:cubicBezTo>
                    <a:pt x="146" y="14"/>
                    <a:pt x="146" y="14"/>
                    <a:pt x="146" y="14"/>
                  </a:cubicBezTo>
                  <a:cubicBezTo>
                    <a:pt x="142" y="18"/>
                    <a:pt x="142" y="18"/>
                    <a:pt x="142" y="18"/>
                  </a:cubicBezTo>
                  <a:cubicBezTo>
                    <a:pt x="138" y="18"/>
                    <a:pt x="138" y="18"/>
                    <a:pt x="138" y="18"/>
                  </a:cubicBezTo>
                  <a:cubicBezTo>
                    <a:pt x="138" y="22"/>
                    <a:pt x="138" y="22"/>
                    <a:pt x="138" y="22"/>
                  </a:cubicBezTo>
                  <a:cubicBezTo>
                    <a:pt x="138" y="26"/>
                    <a:pt x="138" y="26"/>
                    <a:pt x="138" y="26"/>
                  </a:cubicBezTo>
                  <a:cubicBezTo>
                    <a:pt x="138" y="30"/>
                    <a:pt x="138" y="30"/>
                    <a:pt x="138" y="30"/>
                  </a:cubicBezTo>
                  <a:cubicBezTo>
                    <a:pt x="134" y="34"/>
                    <a:pt x="134" y="34"/>
                    <a:pt x="134" y="34"/>
                  </a:cubicBezTo>
                  <a:cubicBezTo>
                    <a:pt x="134" y="38"/>
                    <a:pt x="134" y="38"/>
                    <a:pt x="134" y="38"/>
                  </a:cubicBezTo>
                  <a:cubicBezTo>
                    <a:pt x="138" y="38"/>
                    <a:pt x="138" y="38"/>
                    <a:pt x="138" y="38"/>
                  </a:cubicBezTo>
                  <a:cubicBezTo>
                    <a:pt x="142" y="38"/>
                    <a:pt x="142" y="38"/>
                    <a:pt x="142" y="38"/>
                  </a:cubicBezTo>
                  <a:cubicBezTo>
                    <a:pt x="142" y="50"/>
                    <a:pt x="142" y="50"/>
                    <a:pt x="142" y="50"/>
                  </a:cubicBezTo>
                  <a:cubicBezTo>
                    <a:pt x="138" y="53"/>
                    <a:pt x="138" y="53"/>
                    <a:pt x="138" y="53"/>
                  </a:cubicBezTo>
                  <a:cubicBezTo>
                    <a:pt x="134" y="57"/>
                    <a:pt x="134" y="57"/>
                    <a:pt x="134" y="57"/>
                  </a:cubicBezTo>
                  <a:cubicBezTo>
                    <a:pt x="138" y="61"/>
                    <a:pt x="138" y="61"/>
                    <a:pt x="138" y="61"/>
                  </a:cubicBezTo>
                  <a:cubicBezTo>
                    <a:pt x="142" y="69"/>
                    <a:pt x="142" y="69"/>
                    <a:pt x="142" y="69"/>
                  </a:cubicBezTo>
                  <a:cubicBezTo>
                    <a:pt x="146" y="69"/>
                    <a:pt x="146" y="69"/>
                    <a:pt x="146" y="69"/>
                  </a:cubicBezTo>
                  <a:cubicBezTo>
                    <a:pt x="150" y="69"/>
                    <a:pt x="150" y="69"/>
                    <a:pt x="150" y="69"/>
                  </a:cubicBezTo>
                  <a:cubicBezTo>
                    <a:pt x="154" y="77"/>
                    <a:pt x="154" y="77"/>
                    <a:pt x="154" y="77"/>
                  </a:cubicBezTo>
                  <a:cubicBezTo>
                    <a:pt x="154" y="81"/>
                    <a:pt x="154" y="81"/>
                    <a:pt x="154" y="81"/>
                  </a:cubicBezTo>
                  <a:cubicBezTo>
                    <a:pt x="154" y="85"/>
                    <a:pt x="154" y="85"/>
                    <a:pt x="154" y="85"/>
                  </a:cubicBezTo>
                  <a:cubicBezTo>
                    <a:pt x="158" y="85"/>
                    <a:pt x="158" y="85"/>
                    <a:pt x="158" y="85"/>
                  </a:cubicBezTo>
                  <a:cubicBezTo>
                    <a:pt x="158" y="89"/>
                    <a:pt x="158" y="89"/>
                    <a:pt x="158" y="89"/>
                  </a:cubicBezTo>
                  <a:cubicBezTo>
                    <a:pt x="154" y="89"/>
                    <a:pt x="154" y="89"/>
                    <a:pt x="154" y="89"/>
                  </a:cubicBezTo>
                  <a:cubicBezTo>
                    <a:pt x="146" y="108"/>
                    <a:pt x="146" y="108"/>
                    <a:pt x="146" y="108"/>
                  </a:cubicBezTo>
                  <a:cubicBezTo>
                    <a:pt x="146" y="124"/>
                    <a:pt x="146" y="124"/>
                    <a:pt x="146" y="124"/>
                  </a:cubicBezTo>
                  <a:cubicBezTo>
                    <a:pt x="150" y="124"/>
                    <a:pt x="150" y="124"/>
                    <a:pt x="150" y="124"/>
                  </a:cubicBezTo>
                  <a:cubicBezTo>
                    <a:pt x="154" y="124"/>
                    <a:pt x="154" y="124"/>
                    <a:pt x="154" y="124"/>
                  </a:cubicBezTo>
                  <a:cubicBezTo>
                    <a:pt x="154" y="120"/>
                    <a:pt x="154" y="120"/>
                    <a:pt x="154" y="120"/>
                  </a:cubicBezTo>
                  <a:cubicBezTo>
                    <a:pt x="173" y="81"/>
                    <a:pt x="173" y="81"/>
                    <a:pt x="173" y="81"/>
                  </a:cubicBezTo>
                  <a:cubicBezTo>
                    <a:pt x="173" y="73"/>
                    <a:pt x="173" y="73"/>
                    <a:pt x="173" y="73"/>
                  </a:cubicBezTo>
                  <a:cubicBezTo>
                    <a:pt x="177" y="65"/>
                    <a:pt x="177" y="65"/>
                    <a:pt x="177" y="65"/>
                  </a:cubicBezTo>
                  <a:cubicBezTo>
                    <a:pt x="185" y="57"/>
                    <a:pt x="185" y="57"/>
                    <a:pt x="185" y="57"/>
                  </a:cubicBezTo>
                  <a:cubicBezTo>
                    <a:pt x="183" y="54"/>
                    <a:pt x="183" y="54"/>
                    <a:pt x="183" y="54"/>
                  </a:cubicBezTo>
                  <a:cubicBezTo>
                    <a:pt x="183" y="54"/>
                    <a:pt x="183" y="54"/>
                    <a:pt x="183" y="54"/>
                  </a:cubicBezTo>
                  <a:lnTo>
                    <a:pt x="183" y="55"/>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8" name="Maine">
              <a:extLst>
                <a:ext uri="{FF2B5EF4-FFF2-40B4-BE49-F238E27FC236}">
                  <a16:creationId xmlns:a16="http://schemas.microsoft.com/office/drawing/2014/main" id="{5A35EEC4-0936-5840-A8F1-C380E800000A}"/>
                </a:ext>
              </a:extLst>
            </p:cNvPr>
            <p:cNvSpPr>
              <a:spLocks/>
            </p:cNvSpPr>
            <p:nvPr/>
          </p:nvSpPr>
          <p:spPr bwMode="auto">
            <a:xfrm>
              <a:off x="10360774" y="1242030"/>
              <a:ext cx="596843" cy="894428"/>
            </a:xfrm>
            <a:custGeom>
              <a:avLst/>
              <a:gdLst>
                <a:gd name="T0" fmla="*/ 147 w 151"/>
                <a:gd name="T1" fmla="*/ 137 h 226"/>
                <a:gd name="T2" fmla="*/ 143 w 151"/>
                <a:gd name="T3" fmla="*/ 129 h 226"/>
                <a:gd name="T4" fmla="*/ 136 w 151"/>
                <a:gd name="T5" fmla="*/ 125 h 226"/>
                <a:gd name="T6" fmla="*/ 128 w 151"/>
                <a:gd name="T7" fmla="*/ 113 h 226"/>
                <a:gd name="T8" fmla="*/ 128 w 151"/>
                <a:gd name="T9" fmla="*/ 102 h 226"/>
                <a:gd name="T10" fmla="*/ 120 w 151"/>
                <a:gd name="T11" fmla="*/ 24 h 226"/>
                <a:gd name="T12" fmla="*/ 93 w 151"/>
                <a:gd name="T13" fmla="*/ 4 h 226"/>
                <a:gd name="T14" fmla="*/ 77 w 151"/>
                <a:gd name="T15" fmla="*/ 16 h 226"/>
                <a:gd name="T16" fmla="*/ 65 w 151"/>
                <a:gd name="T17" fmla="*/ 4 h 226"/>
                <a:gd name="T18" fmla="*/ 54 w 151"/>
                <a:gd name="T19" fmla="*/ 0 h 226"/>
                <a:gd name="T20" fmla="*/ 18 w 151"/>
                <a:gd name="T21" fmla="*/ 74 h 226"/>
                <a:gd name="T22" fmla="*/ 7 w 151"/>
                <a:gd name="T23" fmla="*/ 109 h 226"/>
                <a:gd name="T24" fmla="*/ 7 w 151"/>
                <a:gd name="T25" fmla="*/ 117 h 226"/>
                <a:gd name="T26" fmla="*/ 3 w 151"/>
                <a:gd name="T27" fmla="*/ 121 h 226"/>
                <a:gd name="T28" fmla="*/ 1 w 151"/>
                <a:gd name="T29" fmla="*/ 123 h 226"/>
                <a:gd name="T30" fmla="*/ 1 w 151"/>
                <a:gd name="T31" fmla="*/ 153 h 226"/>
                <a:gd name="T32" fmla="*/ 2 w 151"/>
                <a:gd name="T33" fmla="*/ 165 h 226"/>
                <a:gd name="T34" fmla="*/ 9 w 151"/>
                <a:gd name="T35" fmla="*/ 218 h 226"/>
                <a:gd name="T36" fmla="*/ 14 w 151"/>
                <a:gd name="T37" fmla="*/ 226 h 226"/>
                <a:gd name="T38" fmla="*/ 26 w 151"/>
                <a:gd name="T39" fmla="*/ 207 h 226"/>
                <a:gd name="T40" fmla="*/ 38 w 151"/>
                <a:gd name="T41" fmla="*/ 199 h 226"/>
                <a:gd name="T42" fmla="*/ 46 w 151"/>
                <a:gd name="T43" fmla="*/ 199 h 226"/>
                <a:gd name="T44" fmla="*/ 50 w 151"/>
                <a:gd name="T45" fmla="*/ 195 h 226"/>
                <a:gd name="T46" fmla="*/ 54 w 151"/>
                <a:gd name="T47" fmla="*/ 199 h 226"/>
                <a:gd name="T48" fmla="*/ 57 w 151"/>
                <a:gd name="T49" fmla="*/ 191 h 226"/>
                <a:gd name="T50" fmla="*/ 65 w 151"/>
                <a:gd name="T51" fmla="*/ 191 h 226"/>
                <a:gd name="T52" fmla="*/ 69 w 151"/>
                <a:gd name="T53" fmla="*/ 180 h 226"/>
                <a:gd name="T54" fmla="*/ 73 w 151"/>
                <a:gd name="T55" fmla="*/ 168 h 226"/>
                <a:gd name="T56" fmla="*/ 81 w 151"/>
                <a:gd name="T57" fmla="*/ 164 h 226"/>
                <a:gd name="T58" fmla="*/ 85 w 151"/>
                <a:gd name="T59" fmla="*/ 172 h 226"/>
                <a:gd name="T60" fmla="*/ 93 w 151"/>
                <a:gd name="T61" fmla="*/ 172 h 226"/>
                <a:gd name="T62" fmla="*/ 100 w 151"/>
                <a:gd name="T63" fmla="*/ 176 h 226"/>
                <a:gd name="T64" fmla="*/ 108 w 151"/>
                <a:gd name="T65" fmla="*/ 168 h 226"/>
                <a:gd name="T66" fmla="*/ 116 w 151"/>
                <a:gd name="T67" fmla="*/ 164 h 226"/>
                <a:gd name="T68" fmla="*/ 132 w 151"/>
                <a:gd name="T69" fmla="*/ 160 h 226"/>
                <a:gd name="T70" fmla="*/ 139 w 151"/>
                <a:gd name="T71" fmla="*/ 156 h 226"/>
                <a:gd name="T72" fmla="*/ 147 w 151"/>
                <a:gd name="T73" fmla="*/ 152 h 226"/>
                <a:gd name="T74" fmla="*/ 151 w 151"/>
                <a:gd name="T75" fmla="*/ 145 h 226"/>
                <a:gd name="T76" fmla="*/ 147 w 151"/>
                <a:gd name="T77" fmla="*/ 14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1" h="226">
                  <a:moveTo>
                    <a:pt x="147" y="141"/>
                  </a:moveTo>
                  <a:cubicBezTo>
                    <a:pt x="147" y="137"/>
                    <a:pt x="147" y="137"/>
                    <a:pt x="147" y="137"/>
                  </a:cubicBezTo>
                  <a:cubicBezTo>
                    <a:pt x="147" y="129"/>
                    <a:pt x="147" y="129"/>
                    <a:pt x="147" y="129"/>
                  </a:cubicBezTo>
                  <a:cubicBezTo>
                    <a:pt x="143" y="129"/>
                    <a:pt x="143" y="129"/>
                    <a:pt x="143" y="129"/>
                  </a:cubicBezTo>
                  <a:cubicBezTo>
                    <a:pt x="136" y="129"/>
                    <a:pt x="136" y="129"/>
                    <a:pt x="136" y="129"/>
                  </a:cubicBezTo>
                  <a:cubicBezTo>
                    <a:pt x="136" y="125"/>
                    <a:pt x="136" y="125"/>
                    <a:pt x="136" y="125"/>
                  </a:cubicBezTo>
                  <a:cubicBezTo>
                    <a:pt x="132" y="121"/>
                    <a:pt x="132" y="121"/>
                    <a:pt x="132" y="121"/>
                  </a:cubicBezTo>
                  <a:cubicBezTo>
                    <a:pt x="128" y="113"/>
                    <a:pt x="128" y="113"/>
                    <a:pt x="128" y="113"/>
                  </a:cubicBezTo>
                  <a:cubicBezTo>
                    <a:pt x="128" y="106"/>
                    <a:pt x="128" y="106"/>
                    <a:pt x="128" y="106"/>
                  </a:cubicBezTo>
                  <a:cubicBezTo>
                    <a:pt x="128" y="102"/>
                    <a:pt x="128" y="102"/>
                    <a:pt x="128" y="102"/>
                  </a:cubicBezTo>
                  <a:cubicBezTo>
                    <a:pt x="120" y="98"/>
                    <a:pt x="120" y="98"/>
                    <a:pt x="120" y="98"/>
                  </a:cubicBezTo>
                  <a:cubicBezTo>
                    <a:pt x="120" y="24"/>
                    <a:pt x="120" y="24"/>
                    <a:pt x="120" y="24"/>
                  </a:cubicBezTo>
                  <a:cubicBezTo>
                    <a:pt x="97" y="4"/>
                    <a:pt x="97" y="4"/>
                    <a:pt x="97" y="4"/>
                  </a:cubicBezTo>
                  <a:cubicBezTo>
                    <a:pt x="93" y="4"/>
                    <a:pt x="93" y="4"/>
                    <a:pt x="93" y="4"/>
                  </a:cubicBezTo>
                  <a:cubicBezTo>
                    <a:pt x="89" y="12"/>
                    <a:pt x="89" y="12"/>
                    <a:pt x="89" y="12"/>
                  </a:cubicBezTo>
                  <a:cubicBezTo>
                    <a:pt x="77" y="16"/>
                    <a:pt x="77" y="16"/>
                    <a:pt x="77" y="16"/>
                  </a:cubicBezTo>
                  <a:cubicBezTo>
                    <a:pt x="69" y="12"/>
                    <a:pt x="69" y="12"/>
                    <a:pt x="69" y="12"/>
                  </a:cubicBezTo>
                  <a:cubicBezTo>
                    <a:pt x="65" y="4"/>
                    <a:pt x="65" y="4"/>
                    <a:pt x="65" y="4"/>
                  </a:cubicBezTo>
                  <a:cubicBezTo>
                    <a:pt x="57" y="0"/>
                    <a:pt x="57" y="0"/>
                    <a:pt x="57" y="0"/>
                  </a:cubicBezTo>
                  <a:cubicBezTo>
                    <a:pt x="54" y="0"/>
                    <a:pt x="54" y="0"/>
                    <a:pt x="54" y="0"/>
                  </a:cubicBezTo>
                  <a:cubicBezTo>
                    <a:pt x="50" y="4"/>
                    <a:pt x="50" y="4"/>
                    <a:pt x="50" y="4"/>
                  </a:cubicBezTo>
                  <a:cubicBezTo>
                    <a:pt x="18" y="74"/>
                    <a:pt x="18" y="74"/>
                    <a:pt x="18" y="74"/>
                  </a:cubicBezTo>
                  <a:cubicBezTo>
                    <a:pt x="18" y="102"/>
                    <a:pt x="18" y="102"/>
                    <a:pt x="18" y="102"/>
                  </a:cubicBezTo>
                  <a:cubicBezTo>
                    <a:pt x="7" y="109"/>
                    <a:pt x="7" y="109"/>
                    <a:pt x="7" y="109"/>
                  </a:cubicBezTo>
                  <a:cubicBezTo>
                    <a:pt x="7" y="113"/>
                    <a:pt x="7" y="113"/>
                    <a:pt x="7" y="113"/>
                  </a:cubicBezTo>
                  <a:cubicBezTo>
                    <a:pt x="7" y="117"/>
                    <a:pt x="7" y="117"/>
                    <a:pt x="7" y="117"/>
                  </a:cubicBezTo>
                  <a:cubicBezTo>
                    <a:pt x="3" y="117"/>
                    <a:pt x="3" y="117"/>
                    <a:pt x="3" y="117"/>
                  </a:cubicBezTo>
                  <a:cubicBezTo>
                    <a:pt x="3" y="121"/>
                    <a:pt x="3" y="121"/>
                    <a:pt x="3" y="121"/>
                  </a:cubicBezTo>
                  <a:cubicBezTo>
                    <a:pt x="1" y="120"/>
                    <a:pt x="1" y="120"/>
                    <a:pt x="1" y="120"/>
                  </a:cubicBezTo>
                  <a:cubicBezTo>
                    <a:pt x="1" y="123"/>
                    <a:pt x="1" y="123"/>
                    <a:pt x="1" y="123"/>
                  </a:cubicBezTo>
                  <a:cubicBezTo>
                    <a:pt x="1" y="124"/>
                    <a:pt x="0" y="131"/>
                    <a:pt x="1" y="134"/>
                  </a:cubicBezTo>
                  <a:cubicBezTo>
                    <a:pt x="2" y="137"/>
                    <a:pt x="1" y="151"/>
                    <a:pt x="1" y="153"/>
                  </a:cubicBezTo>
                  <a:cubicBezTo>
                    <a:pt x="2" y="159"/>
                    <a:pt x="2" y="159"/>
                    <a:pt x="2" y="159"/>
                  </a:cubicBezTo>
                  <a:cubicBezTo>
                    <a:pt x="2" y="165"/>
                    <a:pt x="2" y="165"/>
                    <a:pt x="2" y="165"/>
                  </a:cubicBezTo>
                  <a:cubicBezTo>
                    <a:pt x="9" y="192"/>
                    <a:pt x="9" y="192"/>
                    <a:pt x="9" y="192"/>
                  </a:cubicBezTo>
                  <a:cubicBezTo>
                    <a:pt x="9" y="218"/>
                    <a:pt x="9" y="218"/>
                    <a:pt x="9" y="218"/>
                  </a:cubicBezTo>
                  <a:cubicBezTo>
                    <a:pt x="13" y="225"/>
                    <a:pt x="13" y="225"/>
                    <a:pt x="13" y="225"/>
                  </a:cubicBezTo>
                  <a:cubicBezTo>
                    <a:pt x="14" y="226"/>
                    <a:pt x="14" y="226"/>
                    <a:pt x="14" y="226"/>
                  </a:cubicBezTo>
                  <a:cubicBezTo>
                    <a:pt x="22" y="215"/>
                    <a:pt x="22" y="215"/>
                    <a:pt x="22" y="215"/>
                  </a:cubicBezTo>
                  <a:cubicBezTo>
                    <a:pt x="26" y="207"/>
                    <a:pt x="26" y="207"/>
                    <a:pt x="26" y="207"/>
                  </a:cubicBezTo>
                  <a:cubicBezTo>
                    <a:pt x="30" y="199"/>
                    <a:pt x="30" y="199"/>
                    <a:pt x="30" y="199"/>
                  </a:cubicBezTo>
                  <a:cubicBezTo>
                    <a:pt x="38" y="199"/>
                    <a:pt x="38" y="199"/>
                    <a:pt x="38" y="199"/>
                  </a:cubicBezTo>
                  <a:cubicBezTo>
                    <a:pt x="42" y="203"/>
                    <a:pt x="42" y="203"/>
                    <a:pt x="42" y="203"/>
                  </a:cubicBezTo>
                  <a:cubicBezTo>
                    <a:pt x="46" y="199"/>
                    <a:pt x="46" y="199"/>
                    <a:pt x="46" y="199"/>
                  </a:cubicBezTo>
                  <a:cubicBezTo>
                    <a:pt x="46" y="195"/>
                    <a:pt x="46" y="195"/>
                    <a:pt x="46" y="195"/>
                  </a:cubicBezTo>
                  <a:cubicBezTo>
                    <a:pt x="50" y="195"/>
                    <a:pt x="50" y="195"/>
                    <a:pt x="50" y="195"/>
                  </a:cubicBezTo>
                  <a:cubicBezTo>
                    <a:pt x="50" y="199"/>
                    <a:pt x="50" y="199"/>
                    <a:pt x="50" y="199"/>
                  </a:cubicBezTo>
                  <a:cubicBezTo>
                    <a:pt x="54" y="199"/>
                    <a:pt x="54" y="199"/>
                    <a:pt x="54" y="199"/>
                  </a:cubicBezTo>
                  <a:cubicBezTo>
                    <a:pt x="57" y="195"/>
                    <a:pt x="57" y="195"/>
                    <a:pt x="57" y="195"/>
                  </a:cubicBezTo>
                  <a:cubicBezTo>
                    <a:pt x="57" y="191"/>
                    <a:pt x="57" y="191"/>
                    <a:pt x="57" y="191"/>
                  </a:cubicBezTo>
                  <a:cubicBezTo>
                    <a:pt x="61" y="187"/>
                    <a:pt x="61" y="187"/>
                    <a:pt x="61" y="187"/>
                  </a:cubicBezTo>
                  <a:cubicBezTo>
                    <a:pt x="65" y="191"/>
                    <a:pt x="65" y="191"/>
                    <a:pt x="65" y="191"/>
                  </a:cubicBezTo>
                  <a:cubicBezTo>
                    <a:pt x="69" y="184"/>
                    <a:pt x="69" y="184"/>
                    <a:pt x="69" y="184"/>
                  </a:cubicBezTo>
                  <a:cubicBezTo>
                    <a:pt x="69" y="180"/>
                    <a:pt x="69" y="180"/>
                    <a:pt x="69" y="180"/>
                  </a:cubicBezTo>
                  <a:cubicBezTo>
                    <a:pt x="73" y="172"/>
                    <a:pt x="73" y="172"/>
                    <a:pt x="73" y="172"/>
                  </a:cubicBezTo>
                  <a:cubicBezTo>
                    <a:pt x="73" y="168"/>
                    <a:pt x="73" y="168"/>
                    <a:pt x="73" y="168"/>
                  </a:cubicBezTo>
                  <a:cubicBezTo>
                    <a:pt x="77" y="164"/>
                    <a:pt x="77" y="164"/>
                    <a:pt x="77" y="164"/>
                  </a:cubicBezTo>
                  <a:cubicBezTo>
                    <a:pt x="81" y="164"/>
                    <a:pt x="81" y="164"/>
                    <a:pt x="81" y="164"/>
                  </a:cubicBezTo>
                  <a:cubicBezTo>
                    <a:pt x="85" y="168"/>
                    <a:pt x="85" y="168"/>
                    <a:pt x="85" y="168"/>
                  </a:cubicBezTo>
                  <a:cubicBezTo>
                    <a:pt x="85" y="172"/>
                    <a:pt x="85" y="172"/>
                    <a:pt x="85" y="172"/>
                  </a:cubicBezTo>
                  <a:cubicBezTo>
                    <a:pt x="89" y="172"/>
                    <a:pt x="89" y="172"/>
                    <a:pt x="89" y="172"/>
                  </a:cubicBezTo>
                  <a:cubicBezTo>
                    <a:pt x="93" y="172"/>
                    <a:pt x="93" y="172"/>
                    <a:pt x="93" y="172"/>
                  </a:cubicBezTo>
                  <a:cubicBezTo>
                    <a:pt x="97" y="176"/>
                    <a:pt x="97" y="176"/>
                    <a:pt x="97" y="176"/>
                  </a:cubicBezTo>
                  <a:cubicBezTo>
                    <a:pt x="100" y="176"/>
                    <a:pt x="100" y="176"/>
                    <a:pt x="100" y="176"/>
                  </a:cubicBezTo>
                  <a:cubicBezTo>
                    <a:pt x="104" y="172"/>
                    <a:pt x="104" y="172"/>
                    <a:pt x="104" y="172"/>
                  </a:cubicBezTo>
                  <a:cubicBezTo>
                    <a:pt x="108" y="168"/>
                    <a:pt x="108" y="168"/>
                    <a:pt x="108" y="168"/>
                  </a:cubicBezTo>
                  <a:cubicBezTo>
                    <a:pt x="112" y="168"/>
                    <a:pt x="112" y="168"/>
                    <a:pt x="112" y="168"/>
                  </a:cubicBezTo>
                  <a:cubicBezTo>
                    <a:pt x="116" y="164"/>
                    <a:pt x="116" y="164"/>
                    <a:pt x="116" y="164"/>
                  </a:cubicBezTo>
                  <a:cubicBezTo>
                    <a:pt x="120" y="160"/>
                    <a:pt x="120" y="160"/>
                    <a:pt x="120" y="160"/>
                  </a:cubicBezTo>
                  <a:cubicBezTo>
                    <a:pt x="132" y="160"/>
                    <a:pt x="132" y="160"/>
                    <a:pt x="132" y="160"/>
                  </a:cubicBezTo>
                  <a:cubicBezTo>
                    <a:pt x="132" y="156"/>
                    <a:pt x="132" y="156"/>
                    <a:pt x="132" y="156"/>
                  </a:cubicBezTo>
                  <a:cubicBezTo>
                    <a:pt x="139" y="156"/>
                    <a:pt x="139" y="156"/>
                    <a:pt x="139" y="156"/>
                  </a:cubicBezTo>
                  <a:cubicBezTo>
                    <a:pt x="139" y="152"/>
                    <a:pt x="139" y="152"/>
                    <a:pt x="139" y="152"/>
                  </a:cubicBezTo>
                  <a:cubicBezTo>
                    <a:pt x="147" y="152"/>
                    <a:pt x="147" y="152"/>
                    <a:pt x="147" y="152"/>
                  </a:cubicBezTo>
                  <a:cubicBezTo>
                    <a:pt x="151" y="148"/>
                    <a:pt x="151" y="148"/>
                    <a:pt x="151" y="148"/>
                  </a:cubicBezTo>
                  <a:cubicBezTo>
                    <a:pt x="151" y="145"/>
                    <a:pt x="151" y="145"/>
                    <a:pt x="151" y="145"/>
                  </a:cubicBezTo>
                  <a:cubicBezTo>
                    <a:pt x="147" y="145"/>
                    <a:pt x="147" y="145"/>
                    <a:pt x="147" y="145"/>
                  </a:cubicBezTo>
                  <a:lnTo>
                    <a:pt x="147" y="141"/>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89" name="Louisiana">
              <a:extLst>
                <a:ext uri="{FF2B5EF4-FFF2-40B4-BE49-F238E27FC236}">
                  <a16:creationId xmlns:a16="http://schemas.microsoft.com/office/drawing/2014/main" id="{6C84C277-4239-1B4D-98EB-7562E47FD874}"/>
                </a:ext>
              </a:extLst>
            </p:cNvPr>
            <p:cNvSpPr>
              <a:spLocks/>
            </p:cNvSpPr>
            <p:nvPr/>
          </p:nvSpPr>
          <p:spPr bwMode="auto">
            <a:xfrm>
              <a:off x="6773030" y="4033984"/>
              <a:ext cx="760682" cy="822540"/>
            </a:xfrm>
            <a:custGeom>
              <a:avLst/>
              <a:gdLst>
                <a:gd name="T0" fmla="*/ 145 w 192"/>
                <a:gd name="T1" fmla="*/ 144 h 208"/>
                <a:gd name="T2" fmla="*/ 150 w 192"/>
                <a:gd name="T3" fmla="*/ 133 h 208"/>
                <a:gd name="T4" fmla="*/ 148 w 192"/>
                <a:gd name="T5" fmla="*/ 120 h 208"/>
                <a:gd name="T6" fmla="*/ 144 w 192"/>
                <a:gd name="T7" fmla="*/ 117 h 208"/>
                <a:gd name="T8" fmla="*/ 149 w 192"/>
                <a:gd name="T9" fmla="*/ 103 h 208"/>
                <a:gd name="T10" fmla="*/ 148 w 192"/>
                <a:gd name="T11" fmla="*/ 95 h 208"/>
                <a:gd name="T12" fmla="*/ 89 w 192"/>
                <a:gd name="T13" fmla="*/ 71 h 208"/>
                <a:gd name="T14" fmla="*/ 103 w 192"/>
                <a:gd name="T15" fmla="*/ 0 h 208"/>
                <a:gd name="T16" fmla="*/ 103 w 192"/>
                <a:gd name="T17" fmla="*/ 0 h 208"/>
                <a:gd name="T18" fmla="*/ 0 w 192"/>
                <a:gd name="T19" fmla="*/ 36 h 208"/>
                <a:gd name="T20" fmla="*/ 4 w 192"/>
                <a:gd name="T21" fmla="*/ 87 h 208"/>
                <a:gd name="T22" fmla="*/ 5 w 192"/>
                <a:gd name="T23" fmla="*/ 93 h 208"/>
                <a:gd name="T24" fmla="*/ 16 w 192"/>
                <a:gd name="T25" fmla="*/ 103 h 208"/>
                <a:gd name="T26" fmla="*/ 16 w 192"/>
                <a:gd name="T27" fmla="*/ 104 h 208"/>
                <a:gd name="T28" fmla="*/ 22 w 192"/>
                <a:gd name="T29" fmla="*/ 118 h 208"/>
                <a:gd name="T30" fmla="*/ 20 w 192"/>
                <a:gd name="T31" fmla="*/ 136 h 208"/>
                <a:gd name="T32" fmla="*/ 20 w 192"/>
                <a:gd name="T33" fmla="*/ 141 h 208"/>
                <a:gd name="T34" fmla="*/ 20 w 192"/>
                <a:gd name="T35" fmla="*/ 145 h 208"/>
                <a:gd name="T36" fmla="*/ 19 w 192"/>
                <a:gd name="T37" fmla="*/ 150 h 208"/>
                <a:gd name="T38" fmla="*/ 18 w 192"/>
                <a:gd name="T39" fmla="*/ 150 h 208"/>
                <a:gd name="T40" fmla="*/ 17 w 192"/>
                <a:gd name="T41" fmla="*/ 154 h 208"/>
                <a:gd name="T42" fmla="*/ 16 w 192"/>
                <a:gd name="T43" fmla="*/ 155 h 208"/>
                <a:gd name="T44" fmla="*/ 13 w 192"/>
                <a:gd name="T45" fmla="*/ 159 h 208"/>
                <a:gd name="T46" fmla="*/ 12 w 192"/>
                <a:gd name="T47" fmla="*/ 159 h 208"/>
                <a:gd name="T48" fmla="*/ 9 w 192"/>
                <a:gd name="T49" fmla="*/ 162 h 208"/>
                <a:gd name="T50" fmla="*/ 10 w 192"/>
                <a:gd name="T51" fmla="*/ 163 h 208"/>
                <a:gd name="T52" fmla="*/ 10 w 192"/>
                <a:gd name="T53" fmla="*/ 163 h 208"/>
                <a:gd name="T54" fmla="*/ 0 w 192"/>
                <a:gd name="T55" fmla="*/ 168 h 208"/>
                <a:gd name="T56" fmla="*/ 32 w 192"/>
                <a:gd name="T57" fmla="*/ 173 h 208"/>
                <a:gd name="T58" fmla="*/ 75 w 192"/>
                <a:gd name="T59" fmla="*/ 181 h 208"/>
                <a:gd name="T60" fmla="*/ 79 w 192"/>
                <a:gd name="T61" fmla="*/ 173 h 208"/>
                <a:gd name="T62" fmla="*/ 98 w 192"/>
                <a:gd name="T63" fmla="*/ 181 h 208"/>
                <a:gd name="T64" fmla="*/ 106 w 192"/>
                <a:gd name="T65" fmla="*/ 185 h 208"/>
                <a:gd name="T66" fmla="*/ 121 w 192"/>
                <a:gd name="T67" fmla="*/ 197 h 208"/>
                <a:gd name="T68" fmla="*/ 129 w 192"/>
                <a:gd name="T69" fmla="*/ 201 h 208"/>
                <a:gd name="T70" fmla="*/ 141 w 192"/>
                <a:gd name="T71" fmla="*/ 201 h 208"/>
                <a:gd name="T72" fmla="*/ 153 w 192"/>
                <a:gd name="T73" fmla="*/ 201 h 208"/>
                <a:gd name="T74" fmla="*/ 160 w 192"/>
                <a:gd name="T75" fmla="*/ 189 h 208"/>
                <a:gd name="T76" fmla="*/ 168 w 192"/>
                <a:gd name="T77" fmla="*/ 193 h 208"/>
                <a:gd name="T78" fmla="*/ 184 w 192"/>
                <a:gd name="T79" fmla="*/ 208 h 208"/>
                <a:gd name="T80" fmla="*/ 192 w 192"/>
                <a:gd name="T81" fmla="*/ 201 h 208"/>
                <a:gd name="T82" fmla="*/ 180 w 192"/>
                <a:gd name="T83" fmla="*/ 189 h 208"/>
                <a:gd name="T84" fmla="*/ 172 w 192"/>
                <a:gd name="T85" fmla="*/ 181 h 208"/>
                <a:gd name="T86" fmla="*/ 184 w 192"/>
                <a:gd name="T87" fmla="*/ 169 h 208"/>
                <a:gd name="T88" fmla="*/ 184 w 192"/>
                <a:gd name="T89" fmla="*/ 158 h 208"/>
                <a:gd name="T90" fmla="*/ 172 w 192"/>
                <a:gd name="T91" fmla="*/ 165 h 208"/>
                <a:gd name="T92" fmla="*/ 168 w 192"/>
                <a:gd name="T93" fmla="*/ 158 h 208"/>
                <a:gd name="T94" fmla="*/ 160 w 192"/>
                <a:gd name="T95" fmla="*/ 158 h 208"/>
                <a:gd name="T96" fmla="*/ 149 w 192"/>
                <a:gd name="T97" fmla="*/ 162 h 208"/>
                <a:gd name="T98" fmla="*/ 145 w 192"/>
                <a:gd name="T99" fmla="*/ 150 h 208"/>
                <a:gd name="T100" fmla="*/ 146 w 192"/>
                <a:gd name="T101" fmla="*/ 149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92" h="208">
                  <a:moveTo>
                    <a:pt x="145" y="149"/>
                  </a:moveTo>
                  <a:cubicBezTo>
                    <a:pt x="145" y="144"/>
                    <a:pt x="145" y="144"/>
                    <a:pt x="145" y="144"/>
                  </a:cubicBezTo>
                  <a:cubicBezTo>
                    <a:pt x="147" y="144"/>
                    <a:pt x="150" y="143"/>
                    <a:pt x="150" y="141"/>
                  </a:cubicBezTo>
                  <a:cubicBezTo>
                    <a:pt x="150" y="133"/>
                    <a:pt x="150" y="133"/>
                    <a:pt x="150" y="133"/>
                  </a:cubicBezTo>
                  <a:cubicBezTo>
                    <a:pt x="152" y="120"/>
                    <a:pt x="152" y="120"/>
                    <a:pt x="152" y="120"/>
                  </a:cubicBezTo>
                  <a:cubicBezTo>
                    <a:pt x="148" y="120"/>
                    <a:pt x="148" y="120"/>
                    <a:pt x="148" y="120"/>
                  </a:cubicBezTo>
                  <a:cubicBezTo>
                    <a:pt x="148" y="117"/>
                    <a:pt x="148" y="117"/>
                    <a:pt x="148" y="117"/>
                  </a:cubicBezTo>
                  <a:cubicBezTo>
                    <a:pt x="144" y="117"/>
                    <a:pt x="144" y="117"/>
                    <a:pt x="144" y="117"/>
                  </a:cubicBezTo>
                  <a:cubicBezTo>
                    <a:pt x="144" y="105"/>
                    <a:pt x="144" y="105"/>
                    <a:pt x="144" y="105"/>
                  </a:cubicBezTo>
                  <a:cubicBezTo>
                    <a:pt x="145" y="105"/>
                    <a:pt x="148" y="105"/>
                    <a:pt x="149" y="103"/>
                  </a:cubicBezTo>
                  <a:cubicBezTo>
                    <a:pt x="150" y="102"/>
                    <a:pt x="150" y="101"/>
                    <a:pt x="149" y="100"/>
                  </a:cubicBezTo>
                  <a:cubicBezTo>
                    <a:pt x="148" y="95"/>
                    <a:pt x="148" y="95"/>
                    <a:pt x="148" y="95"/>
                  </a:cubicBezTo>
                  <a:cubicBezTo>
                    <a:pt x="89" y="95"/>
                    <a:pt x="89" y="95"/>
                    <a:pt x="89" y="95"/>
                  </a:cubicBezTo>
                  <a:cubicBezTo>
                    <a:pt x="89" y="71"/>
                    <a:pt x="89" y="71"/>
                    <a:pt x="89" y="71"/>
                  </a:cubicBezTo>
                  <a:cubicBezTo>
                    <a:pt x="103" y="48"/>
                    <a:pt x="103" y="48"/>
                    <a:pt x="103" y="48"/>
                  </a:cubicBezTo>
                  <a:cubicBezTo>
                    <a:pt x="103" y="0"/>
                    <a:pt x="103" y="0"/>
                    <a:pt x="103" y="0"/>
                  </a:cubicBezTo>
                  <a:cubicBezTo>
                    <a:pt x="103" y="0"/>
                    <a:pt x="103" y="0"/>
                    <a:pt x="103" y="0"/>
                  </a:cubicBezTo>
                  <a:cubicBezTo>
                    <a:pt x="103" y="0"/>
                    <a:pt x="103" y="0"/>
                    <a:pt x="103" y="0"/>
                  </a:cubicBezTo>
                  <a:cubicBezTo>
                    <a:pt x="0" y="0"/>
                    <a:pt x="0" y="0"/>
                    <a:pt x="0" y="0"/>
                  </a:cubicBezTo>
                  <a:cubicBezTo>
                    <a:pt x="0" y="36"/>
                    <a:pt x="0" y="36"/>
                    <a:pt x="0" y="36"/>
                  </a:cubicBezTo>
                  <a:cubicBezTo>
                    <a:pt x="4" y="53"/>
                    <a:pt x="4" y="53"/>
                    <a:pt x="4" y="53"/>
                  </a:cubicBezTo>
                  <a:cubicBezTo>
                    <a:pt x="4" y="87"/>
                    <a:pt x="4" y="87"/>
                    <a:pt x="4" y="87"/>
                  </a:cubicBezTo>
                  <a:cubicBezTo>
                    <a:pt x="4" y="90"/>
                    <a:pt x="4" y="92"/>
                    <a:pt x="5" y="93"/>
                  </a:cubicBezTo>
                  <a:cubicBezTo>
                    <a:pt x="5" y="93"/>
                    <a:pt x="5" y="93"/>
                    <a:pt x="5" y="93"/>
                  </a:cubicBezTo>
                  <a:cubicBezTo>
                    <a:pt x="11" y="98"/>
                    <a:pt x="11" y="98"/>
                    <a:pt x="11" y="98"/>
                  </a:cubicBezTo>
                  <a:cubicBezTo>
                    <a:pt x="15" y="101"/>
                    <a:pt x="16" y="102"/>
                    <a:pt x="16" y="103"/>
                  </a:cubicBezTo>
                  <a:cubicBezTo>
                    <a:pt x="16" y="103"/>
                    <a:pt x="16" y="103"/>
                    <a:pt x="16" y="103"/>
                  </a:cubicBezTo>
                  <a:cubicBezTo>
                    <a:pt x="16" y="104"/>
                    <a:pt x="16" y="104"/>
                    <a:pt x="16" y="104"/>
                  </a:cubicBezTo>
                  <a:cubicBezTo>
                    <a:pt x="20" y="111"/>
                    <a:pt x="20" y="111"/>
                    <a:pt x="20" y="111"/>
                  </a:cubicBezTo>
                  <a:cubicBezTo>
                    <a:pt x="23" y="115"/>
                    <a:pt x="23" y="116"/>
                    <a:pt x="22" y="118"/>
                  </a:cubicBezTo>
                  <a:cubicBezTo>
                    <a:pt x="21" y="120"/>
                    <a:pt x="20" y="122"/>
                    <a:pt x="20" y="125"/>
                  </a:cubicBezTo>
                  <a:cubicBezTo>
                    <a:pt x="20" y="136"/>
                    <a:pt x="20" y="136"/>
                    <a:pt x="20" y="136"/>
                  </a:cubicBezTo>
                  <a:cubicBezTo>
                    <a:pt x="20" y="139"/>
                    <a:pt x="20" y="141"/>
                    <a:pt x="20" y="141"/>
                  </a:cubicBezTo>
                  <a:cubicBezTo>
                    <a:pt x="20" y="141"/>
                    <a:pt x="20" y="141"/>
                    <a:pt x="20" y="141"/>
                  </a:cubicBezTo>
                  <a:cubicBezTo>
                    <a:pt x="20" y="142"/>
                    <a:pt x="20" y="142"/>
                    <a:pt x="20" y="142"/>
                  </a:cubicBezTo>
                  <a:cubicBezTo>
                    <a:pt x="20" y="143"/>
                    <a:pt x="20" y="144"/>
                    <a:pt x="20" y="145"/>
                  </a:cubicBezTo>
                  <a:cubicBezTo>
                    <a:pt x="19" y="147"/>
                    <a:pt x="19" y="149"/>
                    <a:pt x="19" y="149"/>
                  </a:cubicBezTo>
                  <a:cubicBezTo>
                    <a:pt x="19" y="150"/>
                    <a:pt x="19" y="150"/>
                    <a:pt x="19" y="150"/>
                  </a:cubicBezTo>
                  <a:cubicBezTo>
                    <a:pt x="19" y="150"/>
                    <a:pt x="19" y="150"/>
                    <a:pt x="19" y="150"/>
                  </a:cubicBezTo>
                  <a:cubicBezTo>
                    <a:pt x="18" y="150"/>
                    <a:pt x="18" y="150"/>
                    <a:pt x="18" y="150"/>
                  </a:cubicBezTo>
                  <a:cubicBezTo>
                    <a:pt x="18" y="150"/>
                    <a:pt x="18" y="150"/>
                    <a:pt x="18" y="150"/>
                  </a:cubicBezTo>
                  <a:cubicBezTo>
                    <a:pt x="17" y="154"/>
                    <a:pt x="17" y="154"/>
                    <a:pt x="17" y="154"/>
                  </a:cubicBezTo>
                  <a:cubicBezTo>
                    <a:pt x="17" y="154"/>
                    <a:pt x="17" y="154"/>
                    <a:pt x="17" y="154"/>
                  </a:cubicBezTo>
                  <a:cubicBezTo>
                    <a:pt x="16" y="155"/>
                    <a:pt x="16" y="155"/>
                    <a:pt x="16" y="155"/>
                  </a:cubicBezTo>
                  <a:cubicBezTo>
                    <a:pt x="16" y="155"/>
                    <a:pt x="15" y="155"/>
                    <a:pt x="15" y="156"/>
                  </a:cubicBezTo>
                  <a:cubicBezTo>
                    <a:pt x="14" y="158"/>
                    <a:pt x="13" y="159"/>
                    <a:pt x="13" y="159"/>
                  </a:cubicBezTo>
                  <a:cubicBezTo>
                    <a:pt x="13" y="159"/>
                    <a:pt x="13" y="159"/>
                    <a:pt x="13" y="159"/>
                  </a:cubicBezTo>
                  <a:cubicBezTo>
                    <a:pt x="12" y="159"/>
                    <a:pt x="12" y="159"/>
                    <a:pt x="12" y="159"/>
                  </a:cubicBezTo>
                  <a:cubicBezTo>
                    <a:pt x="12" y="159"/>
                    <a:pt x="12" y="160"/>
                    <a:pt x="11" y="161"/>
                  </a:cubicBezTo>
                  <a:cubicBezTo>
                    <a:pt x="9" y="162"/>
                    <a:pt x="9" y="162"/>
                    <a:pt x="9" y="162"/>
                  </a:cubicBezTo>
                  <a:cubicBezTo>
                    <a:pt x="10" y="163"/>
                    <a:pt x="10" y="163"/>
                    <a:pt x="10" y="163"/>
                  </a:cubicBezTo>
                  <a:cubicBezTo>
                    <a:pt x="10" y="163"/>
                    <a:pt x="10" y="163"/>
                    <a:pt x="10" y="163"/>
                  </a:cubicBezTo>
                  <a:cubicBezTo>
                    <a:pt x="10" y="163"/>
                    <a:pt x="10" y="163"/>
                    <a:pt x="10" y="163"/>
                  </a:cubicBezTo>
                  <a:cubicBezTo>
                    <a:pt x="10" y="163"/>
                    <a:pt x="10" y="163"/>
                    <a:pt x="10" y="163"/>
                  </a:cubicBezTo>
                  <a:cubicBezTo>
                    <a:pt x="9" y="165"/>
                    <a:pt x="6" y="167"/>
                    <a:pt x="1" y="168"/>
                  </a:cubicBezTo>
                  <a:cubicBezTo>
                    <a:pt x="0" y="168"/>
                    <a:pt x="0" y="168"/>
                    <a:pt x="0" y="168"/>
                  </a:cubicBezTo>
                  <a:cubicBezTo>
                    <a:pt x="0" y="177"/>
                    <a:pt x="0" y="177"/>
                    <a:pt x="0" y="177"/>
                  </a:cubicBezTo>
                  <a:cubicBezTo>
                    <a:pt x="32" y="173"/>
                    <a:pt x="32" y="173"/>
                    <a:pt x="32" y="173"/>
                  </a:cubicBezTo>
                  <a:cubicBezTo>
                    <a:pt x="71" y="185"/>
                    <a:pt x="71" y="185"/>
                    <a:pt x="71" y="185"/>
                  </a:cubicBezTo>
                  <a:cubicBezTo>
                    <a:pt x="75" y="181"/>
                    <a:pt x="75" y="181"/>
                    <a:pt x="75" y="181"/>
                  </a:cubicBezTo>
                  <a:cubicBezTo>
                    <a:pt x="75" y="177"/>
                    <a:pt x="75" y="177"/>
                    <a:pt x="75" y="177"/>
                  </a:cubicBezTo>
                  <a:cubicBezTo>
                    <a:pt x="79" y="173"/>
                    <a:pt x="79" y="173"/>
                    <a:pt x="79" y="173"/>
                  </a:cubicBezTo>
                  <a:cubicBezTo>
                    <a:pt x="86" y="173"/>
                    <a:pt x="86" y="173"/>
                    <a:pt x="86" y="173"/>
                  </a:cubicBezTo>
                  <a:cubicBezTo>
                    <a:pt x="98" y="181"/>
                    <a:pt x="98" y="181"/>
                    <a:pt x="98" y="181"/>
                  </a:cubicBezTo>
                  <a:cubicBezTo>
                    <a:pt x="102" y="185"/>
                    <a:pt x="102" y="185"/>
                    <a:pt x="102" y="185"/>
                  </a:cubicBezTo>
                  <a:cubicBezTo>
                    <a:pt x="106" y="185"/>
                    <a:pt x="106" y="185"/>
                    <a:pt x="106" y="185"/>
                  </a:cubicBezTo>
                  <a:cubicBezTo>
                    <a:pt x="114" y="197"/>
                    <a:pt x="114" y="197"/>
                    <a:pt x="114" y="197"/>
                  </a:cubicBezTo>
                  <a:cubicBezTo>
                    <a:pt x="121" y="197"/>
                    <a:pt x="121" y="197"/>
                    <a:pt x="121" y="197"/>
                  </a:cubicBezTo>
                  <a:cubicBezTo>
                    <a:pt x="125" y="201"/>
                    <a:pt x="125" y="201"/>
                    <a:pt x="125" y="201"/>
                  </a:cubicBezTo>
                  <a:cubicBezTo>
                    <a:pt x="129" y="201"/>
                    <a:pt x="129" y="201"/>
                    <a:pt x="129" y="201"/>
                  </a:cubicBezTo>
                  <a:cubicBezTo>
                    <a:pt x="137" y="197"/>
                    <a:pt x="137" y="197"/>
                    <a:pt x="137" y="197"/>
                  </a:cubicBezTo>
                  <a:cubicBezTo>
                    <a:pt x="141" y="201"/>
                    <a:pt x="141" y="201"/>
                    <a:pt x="141" y="201"/>
                  </a:cubicBezTo>
                  <a:cubicBezTo>
                    <a:pt x="145" y="201"/>
                    <a:pt x="145" y="201"/>
                    <a:pt x="145" y="201"/>
                  </a:cubicBezTo>
                  <a:cubicBezTo>
                    <a:pt x="153" y="201"/>
                    <a:pt x="153" y="201"/>
                    <a:pt x="153" y="201"/>
                  </a:cubicBezTo>
                  <a:cubicBezTo>
                    <a:pt x="160" y="193"/>
                    <a:pt x="160" y="193"/>
                    <a:pt x="160" y="193"/>
                  </a:cubicBezTo>
                  <a:cubicBezTo>
                    <a:pt x="160" y="189"/>
                    <a:pt x="160" y="189"/>
                    <a:pt x="160" y="189"/>
                  </a:cubicBezTo>
                  <a:cubicBezTo>
                    <a:pt x="164" y="189"/>
                    <a:pt x="164" y="189"/>
                    <a:pt x="164" y="189"/>
                  </a:cubicBezTo>
                  <a:cubicBezTo>
                    <a:pt x="168" y="193"/>
                    <a:pt x="168" y="193"/>
                    <a:pt x="168" y="193"/>
                  </a:cubicBezTo>
                  <a:cubicBezTo>
                    <a:pt x="176" y="197"/>
                    <a:pt x="176" y="197"/>
                    <a:pt x="176" y="197"/>
                  </a:cubicBezTo>
                  <a:cubicBezTo>
                    <a:pt x="184" y="208"/>
                    <a:pt x="184" y="208"/>
                    <a:pt x="184" y="208"/>
                  </a:cubicBezTo>
                  <a:cubicBezTo>
                    <a:pt x="192" y="205"/>
                    <a:pt x="192" y="205"/>
                    <a:pt x="192" y="205"/>
                  </a:cubicBezTo>
                  <a:cubicBezTo>
                    <a:pt x="192" y="201"/>
                    <a:pt x="192" y="201"/>
                    <a:pt x="192" y="201"/>
                  </a:cubicBezTo>
                  <a:cubicBezTo>
                    <a:pt x="192" y="197"/>
                    <a:pt x="192" y="197"/>
                    <a:pt x="192" y="197"/>
                  </a:cubicBezTo>
                  <a:cubicBezTo>
                    <a:pt x="180" y="189"/>
                    <a:pt x="180" y="189"/>
                    <a:pt x="180" y="189"/>
                  </a:cubicBezTo>
                  <a:cubicBezTo>
                    <a:pt x="172" y="185"/>
                    <a:pt x="172" y="185"/>
                    <a:pt x="172" y="185"/>
                  </a:cubicBezTo>
                  <a:cubicBezTo>
                    <a:pt x="172" y="181"/>
                    <a:pt x="172" y="181"/>
                    <a:pt x="172" y="181"/>
                  </a:cubicBezTo>
                  <a:cubicBezTo>
                    <a:pt x="176" y="177"/>
                    <a:pt x="176" y="177"/>
                    <a:pt x="176" y="177"/>
                  </a:cubicBezTo>
                  <a:cubicBezTo>
                    <a:pt x="184" y="169"/>
                    <a:pt x="184" y="169"/>
                    <a:pt x="184" y="169"/>
                  </a:cubicBezTo>
                  <a:cubicBezTo>
                    <a:pt x="188" y="162"/>
                    <a:pt x="188" y="162"/>
                    <a:pt x="188" y="162"/>
                  </a:cubicBezTo>
                  <a:cubicBezTo>
                    <a:pt x="184" y="158"/>
                    <a:pt x="184" y="158"/>
                    <a:pt x="184" y="158"/>
                  </a:cubicBezTo>
                  <a:cubicBezTo>
                    <a:pt x="176" y="162"/>
                    <a:pt x="176" y="162"/>
                    <a:pt x="176" y="162"/>
                  </a:cubicBezTo>
                  <a:cubicBezTo>
                    <a:pt x="172" y="165"/>
                    <a:pt x="172" y="165"/>
                    <a:pt x="172" y="165"/>
                  </a:cubicBezTo>
                  <a:cubicBezTo>
                    <a:pt x="168" y="165"/>
                    <a:pt x="168" y="165"/>
                    <a:pt x="168" y="165"/>
                  </a:cubicBezTo>
                  <a:cubicBezTo>
                    <a:pt x="168" y="158"/>
                    <a:pt x="168" y="158"/>
                    <a:pt x="168" y="158"/>
                  </a:cubicBezTo>
                  <a:cubicBezTo>
                    <a:pt x="164" y="158"/>
                    <a:pt x="164" y="158"/>
                    <a:pt x="164" y="158"/>
                  </a:cubicBezTo>
                  <a:cubicBezTo>
                    <a:pt x="160" y="158"/>
                    <a:pt x="160" y="158"/>
                    <a:pt x="160" y="158"/>
                  </a:cubicBezTo>
                  <a:cubicBezTo>
                    <a:pt x="157" y="162"/>
                    <a:pt x="157" y="162"/>
                    <a:pt x="157" y="162"/>
                  </a:cubicBezTo>
                  <a:cubicBezTo>
                    <a:pt x="149" y="162"/>
                    <a:pt x="149" y="162"/>
                    <a:pt x="149" y="162"/>
                  </a:cubicBezTo>
                  <a:cubicBezTo>
                    <a:pt x="145" y="158"/>
                    <a:pt x="145" y="158"/>
                    <a:pt x="145" y="158"/>
                  </a:cubicBezTo>
                  <a:cubicBezTo>
                    <a:pt x="145" y="150"/>
                    <a:pt x="145" y="150"/>
                    <a:pt x="145" y="150"/>
                  </a:cubicBezTo>
                  <a:cubicBezTo>
                    <a:pt x="146" y="149"/>
                    <a:pt x="146" y="149"/>
                    <a:pt x="146" y="149"/>
                  </a:cubicBezTo>
                  <a:cubicBezTo>
                    <a:pt x="146" y="149"/>
                    <a:pt x="146" y="149"/>
                    <a:pt x="146" y="149"/>
                  </a:cubicBezTo>
                  <a:lnTo>
                    <a:pt x="145" y="149"/>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0" name="Kentucky">
              <a:extLst>
                <a:ext uri="{FF2B5EF4-FFF2-40B4-BE49-F238E27FC236}">
                  <a16:creationId xmlns:a16="http://schemas.microsoft.com/office/drawing/2014/main" id="{A526B29B-A833-084C-B4AC-4F6A0BC5FB2A}"/>
                </a:ext>
              </a:extLst>
            </p:cNvPr>
            <p:cNvSpPr>
              <a:spLocks/>
            </p:cNvSpPr>
            <p:nvPr/>
          </p:nvSpPr>
          <p:spPr bwMode="auto">
            <a:xfrm>
              <a:off x="7461823" y="2955654"/>
              <a:ext cx="1138515" cy="424644"/>
            </a:xfrm>
            <a:custGeom>
              <a:avLst/>
              <a:gdLst>
                <a:gd name="T0" fmla="*/ 284 w 288"/>
                <a:gd name="T1" fmla="*/ 65 h 107"/>
                <a:gd name="T2" fmla="*/ 282 w 288"/>
                <a:gd name="T3" fmla="*/ 65 h 107"/>
                <a:gd name="T4" fmla="*/ 279 w 288"/>
                <a:gd name="T5" fmla="*/ 64 h 107"/>
                <a:gd name="T6" fmla="*/ 272 w 288"/>
                <a:gd name="T7" fmla="*/ 58 h 107"/>
                <a:gd name="T8" fmla="*/ 270 w 288"/>
                <a:gd name="T9" fmla="*/ 51 h 107"/>
                <a:gd name="T10" fmla="*/ 271 w 288"/>
                <a:gd name="T11" fmla="*/ 42 h 107"/>
                <a:gd name="T12" fmla="*/ 274 w 288"/>
                <a:gd name="T13" fmla="*/ 32 h 107"/>
                <a:gd name="T14" fmla="*/ 272 w 288"/>
                <a:gd name="T15" fmla="*/ 28 h 107"/>
                <a:gd name="T16" fmla="*/ 252 w 288"/>
                <a:gd name="T17" fmla="*/ 21 h 107"/>
                <a:gd name="T18" fmla="*/ 240 w 288"/>
                <a:gd name="T19" fmla="*/ 17 h 107"/>
                <a:gd name="T20" fmla="*/ 232 w 288"/>
                <a:gd name="T21" fmla="*/ 18 h 107"/>
                <a:gd name="T22" fmla="*/ 203 w 288"/>
                <a:gd name="T23" fmla="*/ 12 h 107"/>
                <a:gd name="T24" fmla="*/ 193 w 288"/>
                <a:gd name="T25" fmla="*/ 0 h 107"/>
                <a:gd name="T26" fmla="*/ 183 w 288"/>
                <a:gd name="T27" fmla="*/ 0 h 107"/>
                <a:gd name="T28" fmla="*/ 171 w 288"/>
                <a:gd name="T29" fmla="*/ 5 h 107"/>
                <a:gd name="T30" fmla="*/ 171 w 288"/>
                <a:gd name="T31" fmla="*/ 5 h 107"/>
                <a:gd name="T32" fmla="*/ 158 w 288"/>
                <a:gd name="T33" fmla="*/ 18 h 107"/>
                <a:gd name="T34" fmla="*/ 151 w 288"/>
                <a:gd name="T35" fmla="*/ 25 h 107"/>
                <a:gd name="T36" fmla="*/ 133 w 288"/>
                <a:gd name="T37" fmla="*/ 35 h 107"/>
                <a:gd name="T38" fmla="*/ 136 w 288"/>
                <a:gd name="T39" fmla="*/ 40 h 107"/>
                <a:gd name="T40" fmla="*/ 136 w 288"/>
                <a:gd name="T41" fmla="*/ 47 h 107"/>
                <a:gd name="T42" fmla="*/ 129 w 288"/>
                <a:gd name="T43" fmla="*/ 46 h 107"/>
                <a:gd name="T44" fmla="*/ 122 w 288"/>
                <a:gd name="T45" fmla="*/ 40 h 107"/>
                <a:gd name="T46" fmla="*/ 121 w 288"/>
                <a:gd name="T47" fmla="*/ 41 h 107"/>
                <a:gd name="T48" fmla="*/ 108 w 288"/>
                <a:gd name="T49" fmla="*/ 47 h 107"/>
                <a:gd name="T50" fmla="*/ 103 w 288"/>
                <a:gd name="T51" fmla="*/ 47 h 107"/>
                <a:gd name="T52" fmla="*/ 94 w 288"/>
                <a:gd name="T53" fmla="*/ 47 h 107"/>
                <a:gd name="T54" fmla="*/ 88 w 288"/>
                <a:gd name="T55" fmla="*/ 48 h 107"/>
                <a:gd name="T56" fmla="*/ 78 w 288"/>
                <a:gd name="T57" fmla="*/ 47 h 107"/>
                <a:gd name="T58" fmla="*/ 68 w 288"/>
                <a:gd name="T59" fmla="*/ 41 h 107"/>
                <a:gd name="T60" fmla="*/ 62 w 288"/>
                <a:gd name="T61" fmla="*/ 48 h 107"/>
                <a:gd name="T62" fmla="*/ 63 w 288"/>
                <a:gd name="T63" fmla="*/ 49 h 107"/>
                <a:gd name="T64" fmla="*/ 60 w 288"/>
                <a:gd name="T65" fmla="*/ 54 h 107"/>
                <a:gd name="T66" fmla="*/ 56 w 288"/>
                <a:gd name="T67" fmla="*/ 51 h 107"/>
                <a:gd name="T68" fmla="*/ 41 w 288"/>
                <a:gd name="T69" fmla="*/ 51 h 107"/>
                <a:gd name="T70" fmla="*/ 33 w 288"/>
                <a:gd name="T71" fmla="*/ 53 h 107"/>
                <a:gd name="T72" fmla="*/ 22 w 288"/>
                <a:gd name="T73" fmla="*/ 63 h 107"/>
                <a:gd name="T74" fmla="*/ 12 w 288"/>
                <a:gd name="T75" fmla="*/ 63 h 107"/>
                <a:gd name="T76" fmla="*/ 8 w 288"/>
                <a:gd name="T77" fmla="*/ 92 h 107"/>
                <a:gd name="T78" fmla="*/ 0 w 288"/>
                <a:gd name="T79" fmla="*/ 106 h 107"/>
                <a:gd name="T80" fmla="*/ 56 w 288"/>
                <a:gd name="T81" fmla="*/ 107 h 107"/>
                <a:gd name="T82" fmla="*/ 264 w 288"/>
                <a:gd name="T83" fmla="*/ 94 h 107"/>
                <a:gd name="T84" fmla="*/ 265 w 288"/>
                <a:gd name="T85" fmla="*/ 94 h 107"/>
                <a:gd name="T86" fmla="*/ 271 w 288"/>
                <a:gd name="T87" fmla="*/ 90 h 107"/>
                <a:gd name="T88" fmla="*/ 288 w 288"/>
                <a:gd name="T89" fmla="*/ 81 h 107"/>
                <a:gd name="T90" fmla="*/ 288 w 288"/>
                <a:gd name="T91" fmla="*/ 76 h 107"/>
                <a:gd name="T92" fmla="*/ 288 w 288"/>
                <a:gd name="T93" fmla="*/ 71 h 107"/>
                <a:gd name="T94" fmla="*/ 286 w 288"/>
                <a:gd name="T95" fmla="*/ 6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8" h="107">
                  <a:moveTo>
                    <a:pt x="286" y="68"/>
                  </a:moveTo>
                  <a:cubicBezTo>
                    <a:pt x="285" y="67"/>
                    <a:pt x="284" y="66"/>
                    <a:pt x="284" y="65"/>
                  </a:cubicBezTo>
                  <a:cubicBezTo>
                    <a:pt x="283" y="64"/>
                    <a:pt x="283" y="64"/>
                    <a:pt x="283" y="64"/>
                  </a:cubicBezTo>
                  <a:cubicBezTo>
                    <a:pt x="282" y="65"/>
                    <a:pt x="282" y="65"/>
                    <a:pt x="282" y="65"/>
                  </a:cubicBezTo>
                  <a:cubicBezTo>
                    <a:pt x="281" y="65"/>
                    <a:pt x="281" y="65"/>
                    <a:pt x="281" y="65"/>
                  </a:cubicBezTo>
                  <a:cubicBezTo>
                    <a:pt x="280" y="65"/>
                    <a:pt x="279" y="65"/>
                    <a:pt x="279" y="64"/>
                  </a:cubicBezTo>
                  <a:cubicBezTo>
                    <a:pt x="277" y="62"/>
                    <a:pt x="276" y="61"/>
                    <a:pt x="275" y="60"/>
                  </a:cubicBezTo>
                  <a:cubicBezTo>
                    <a:pt x="274" y="59"/>
                    <a:pt x="273" y="59"/>
                    <a:pt x="272" y="58"/>
                  </a:cubicBezTo>
                  <a:cubicBezTo>
                    <a:pt x="271" y="56"/>
                    <a:pt x="271" y="56"/>
                    <a:pt x="271" y="56"/>
                  </a:cubicBezTo>
                  <a:cubicBezTo>
                    <a:pt x="270" y="51"/>
                    <a:pt x="270" y="51"/>
                    <a:pt x="270" y="51"/>
                  </a:cubicBezTo>
                  <a:cubicBezTo>
                    <a:pt x="270" y="50"/>
                    <a:pt x="270" y="50"/>
                    <a:pt x="270" y="49"/>
                  </a:cubicBezTo>
                  <a:cubicBezTo>
                    <a:pt x="270" y="47"/>
                    <a:pt x="271" y="44"/>
                    <a:pt x="271" y="42"/>
                  </a:cubicBezTo>
                  <a:cubicBezTo>
                    <a:pt x="271" y="41"/>
                    <a:pt x="271" y="39"/>
                    <a:pt x="272" y="36"/>
                  </a:cubicBezTo>
                  <a:cubicBezTo>
                    <a:pt x="274" y="32"/>
                    <a:pt x="274" y="32"/>
                    <a:pt x="274" y="32"/>
                  </a:cubicBezTo>
                  <a:cubicBezTo>
                    <a:pt x="274" y="30"/>
                    <a:pt x="274" y="30"/>
                    <a:pt x="274" y="30"/>
                  </a:cubicBezTo>
                  <a:cubicBezTo>
                    <a:pt x="272" y="28"/>
                    <a:pt x="272" y="28"/>
                    <a:pt x="272" y="28"/>
                  </a:cubicBezTo>
                  <a:cubicBezTo>
                    <a:pt x="265" y="21"/>
                    <a:pt x="265" y="21"/>
                    <a:pt x="265" y="21"/>
                  </a:cubicBezTo>
                  <a:cubicBezTo>
                    <a:pt x="252" y="21"/>
                    <a:pt x="252" y="21"/>
                    <a:pt x="252" y="21"/>
                  </a:cubicBezTo>
                  <a:cubicBezTo>
                    <a:pt x="252" y="21"/>
                    <a:pt x="246" y="21"/>
                    <a:pt x="243" y="18"/>
                  </a:cubicBezTo>
                  <a:cubicBezTo>
                    <a:pt x="242" y="18"/>
                    <a:pt x="241" y="17"/>
                    <a:pt x="240" y="17"/>
                  </a:cubicBezTo>
                  <a:cubicBezTo>
                    <a:pt x="237" y="17"/>
                    <a:pt x="235" y="18"/>
                    <a:pt x="235" y="18"/>
                  </a:cubicBezTo>
                  <a:cubicBezTo>
                    <a:pt x="232" y="18"/>
                    <a:pt x="232" y="18"/>
                    <a:pt x="232" y="18"/>
                  </a:cubicBezTo>
                  <a:cubicBezTo>
                    <a:pt x="229" y="18"/>
                    <a:pt x="228" y="13"/>
                    <a:pt x="227" y="12"/>
                  </a:cubicBezTo>
                  <a:cubicBezTo>
                    <a:pt x="203" y="12"/>
                    <a:pt x="203" y="12"/>
                    <a:pt x="203" y="12"/>
                  </a:cubicBezTo>
                  <a:cubicBezTo>
                    <a:pt x="198" y="6"/>
                    <a:pt x="198" y="6"/>
                    <a:pt x="198" y="6"/>
                  </a:cubicBezTo>
                  <a:cubicBezTo>
                    <a:pt x="193" y="0"/>
                    <a:pt x="193" y="0"/>
                    <a:pt x="193" y="0"/>
                  </a:cubicBezTo>
                  <a:cubicBezTo>
                    <a:pt x="183" y="0"/>
                    <a:pt x="183" y="0"/>
                    <a:pt x="183" y="0"/>
                  </a:cubicBezTo>
                  <a:cubicBezTo>
                    <a:pt x="183" y="0"/>
                    <a:pt x="183" y="0"/>
                    <a:pt x="183" y="0"/>
                  </a:cubicBezTo>
                  <a:cubicBezTo>
                    <a:pt x="178" y="5"/>
                    <a:pt x="178" y="5"/>
                    <a:pt x="178" y="5"/>
                  </a:cubicBezTo>
                  <a:cubicBezTo>
                    <a:pt x="171" y="5"/>
                    <a:pt x="171" y="5"/>
                    <a:pt x="171" y="5"/>
                  </a:cubicBezTo>
                  <a:cubicBezTo>
                    <a:pt x="171" y="5"/>
                    <a:pt x="171" y="5"/>
                    <a:pt x="171" y="5"/>
                  </a:cubicBezTo>
                  <a:cubicBezTo>
                    <a:pt x="171" y="5"/>
                    <a:pt x="171" y="5"/>
                    <a:pt x="171" y="5"/>
                  </a:cubicBezTo>
                  <a:cubicBezTo>
                    <a:pt x="171" y="5"/>
                    <a:pt x="165" y="9"/>
                    <a:pt x="161" y="9"/>
                  </a:cubicBezTo>
                  <a:cubicBezTo>
                    <a:pt x="157" y="10"/>
                    <a:pt x="158" y="17"/>
                    <a:pt x="158" y="18"/>
                  </a:cubicBezTo>
                  <a:cubicBezTo>
                    <a:pt x="158" y="19"/>
                    <a:pt x="158" y="19"/>
                    <a:pt x="158" y="19"/>
                  </a:cubicBezTo>
                  <a:cubicBezTo>
                    <a:pt x="151" y="25"/>
                    <a:pt x="151" y="25"/>
                    <a:pt x="151" y="25"/>
                  </a:cubicBezTo>
                  <a:cubicBezTo>
                    <a:pt x="151" y="25"/>
                    <a:pt x="144" y="30"/>
                    <a:pt x="136" y="33"/>
                  </a:cubicBezTo>
                  <a:cubicBezTo>
                    <a:pt x="134" y="34"/>
                    <a:pt x="133" y="35"/>
                    <a:pt x="133" y="35"/>
                  </a:cubicBezTo>
                  <a:cubicBezTo>
                    <a:pt x="134" y="36"/>
                    <a:pt x="134" y="36"/>
                    <a:pt x="134" y="36"/>
                  </a:cubicBezTo>
                  <a:cubicBezTo>
                    <a:pt x="136" y="37"/>
                    <a:pt x="137" y="38"/>
                    <a:pt x="136" y="40"/>
                  </a:cubicBezTo>
                  <a:cubicBezTo>
                    <a:pt x="135" y="42"/>
                    <a:pt x="135" y="44"/>
                    <a:pt x="136" y="45"/>
                  </a:cubicBezTo>
                  <a:cubicBezTo>
                    <a:pt x="136" y="47"/>
                    <a:pt x="136" y="47"/>
                    <a:pt x="136" y="47"/>
                  </a:cubicBezTo>
                  <a:cubicBezTo>
                    <a:pt x="129" y="47"/>
                    <a:pt x="129" y="47"/>
                    <a:pt x="129" y="47"/>
                  </a:cubicBezTo>
                  <a:cubicBezTo>
                    <a:pt x="129" y="46"/>
                    <a:pt x="129" y="46"/>
                    <a:pt x="129" y="46"/>
                  </a:cubicBezTo>
                  <a:cubicBezTo>
                    <a:pt x="128" y="45"/>
                    <a:pt x="126" y="42"/>
                    <a:pt x="124" y="41"/>
                  </a:cubicBezTo>
                  <a:cubicBezTo>
                    <a:pt x="123" y="40"/>
                    <a:pt x="123" y="40"/>
                    <a:pt x="122" y="40"/>
                  </a:cubicBezTo>
                  <a:cubicBezTo>
                    <a:pt x="122" y="40"/>
                    <a:pt x="121" y="40"/>
                    <a:pt x="121" y="41"/>
                  </a:cubicBezTo>
                  <a:cubicBezTo>
                    <a:pt x="121" y="41"/>
                    <a:pt x="121" y="41"/>
                    <a:pt x="121" y="41"/>
                  </a:cubicBezTo>
                  <a:cubicBezTo>
                    <a:pt x="114" y="41"/>
                    <a:pt x="114" y="41"/>
                    <a:pt x="114" y="41"/>
                  </a:cubicBezTo>
                  <a:cubicBezTo>
                    <a:pt x="108" y="47"/>
                    <a:pt x="108" y="47"/>
                    <a:pt x="108" y="47"/>
                  </a:cubicBezTo>
                  <a:cubicBezTo>
                    <a:pt x="103" y="47"/>
                    <a:pt x="103" y="47"/>
                    <a:pt x="103" y="47"/>
                  </a:cubicBezTo>
                  <a:cubicBezTo>
                    <a:pt x="103" y="47"/>
                    <a:pt x="103" y="47"/>
                    <a:pt x="103" y="47"/>
                  </a:cubicBezTo>
                  <a:cubicBezTo>
                    <a:pt x="103" y="47"/>
                    <a:pt x="101" y="47"/>
                    <a:pt x="98" y="47"/>
                  </a:cubicBezTo>
                  <a:cubicBezTo>
                    <a:pt x="97" y="47"/>
                    <a:pt x="95" y="47"/>
                    <a:pt x="94" y="47"/>
                  </a:cubicBezTo>
                  <a:cubicBezTo>
                    <a:pt x="92" y="48"/>
                    <a:pt x="91" y="48"/>
                    <a:pt x="91" y="48"/>
                  </a:cubicBezTo>
                  <a:cubicBezTo>
                    <a:pt x="88" y="48"/>
                    <a:pt x="88" y="48"/>
                    <a:pt x="88" y="48"/>
                  </a:cubicBezTo>
                  <a:cubicBezTo>
                    <a:pt x="89" y="47"/>
                    <a:pt x="89" y="47"/>
                    <a:pt x="89" y="47"/>
                  </a:cubicBezTo>
                  <a:cubicBezTo>
                    <a:pt x="78" y="47"/>
                    <a:pt x="78" y="47"/>
                    <a:pt x="78" y="47"/>
                  </a:cubicBezTo>
                  <a:cubicBezTo>
                    <a:pt x="70" y="45"/>
                    <a:pt x="70" y="45"/>
                    <a:pt x="70" y="45"/>
                  </a:cubicBezTo>
                  <a:cubicBezTo>
                    <a:pt x="68" y="41"/>
                    <a:pt x="68" y="41"/>
                    <a:pt x="68" y="41"/>
                  </a:cubicBezTo>
                  <a:cubicBezTo>
                    <a:pt x="64" y="46"/>
                    <a:pt x="64" y="46"/>
                    <a:pt x="64" y="46"/>
                  </a:cubicBezTo>
                  <a:cubicBezTo>
                    <a:pt x="63" y="47"/>
                    <a:pt x="63" y="47"/>
                    <a:pt x="62" y="48"/>
                  </a:cubicBezTo>
                  <a:cubicBezTo>
                    <a:pt x="63" y="48"/>
                    <a:pt x="63" y="48"/>
                    <a:pt x="63" y="48"/>
                  </a:cubicBezTo>
                  <a:cubicBezTo>
                    <a:pt x="63" y="49"/>
                    <a:pt x="63" y="49"/>
                    <a:pt x="63" y="49"/>
                  </a:cubicBezTo>
                  <a:cubicBezTo>
                    <a:pt x="63" y="49"/>
                    <a:pt x="63" y="50"/>
                    <a:pt x="62" y="51"/>
                  </a:cubicBezTo>
                  <a:cubicBezTo>
                    <a:pt x="62" y="53"/>
                    <a:pt x="61" y="54"/>
                    <a:pt x="60" y="54"/>
                  </a:cubicBezTo>
                  <a:cubicBezTo>
                    <a:pt x="60" y="54"/>
                    <a:pt x="60" y="54"/>
                    <a:pt x="60" y="54"/>
                  </a:cubicBezTo>
                  <a:cubicBezTo>
                    <a:pt x="58" y="54"/>
                    <a:pt x="56" y="52"/>
                    <a:pt x="56" y="51"/>
                  </a:cubicBezTo>
                  <a:cubicBezTo>
                    <a:pt x="41" y="51"/>
                    <a:pt x="41" y="51"/>
                    <a:pt x="41" y="51"/>
                  </a:cubicBezTo>
                  <a:cubicBezTo>
                    <a:pt x="41" y="51"/>
                    <a:pt x="41" y="51"/>
                    <a:pt x="41" y="51"/>
                  </a:cubicBezTo>
                  <a:cubicBezTo>
                    <a:pt x="40" y="51"/>
                    <a:pt x="40" y="51"/>
                    <a:pt x="40" y="51"/>
                  </a:cubicBezTo>
                  <a:cubicBezTo>
                    <a:pt x="37" y="52"/>
                    <a:pt x="34" y="53"/>
                    <a:pt x="33" y="53"/>
                  </a:cubicBezTo>
                  <a:cubicBezTo>
                    <a:pt x="26" y="58"/>
                    <a:pt x="26" y="58"/>
                    <a:pt x="26" y="58"/>
                  </a:cubicBezTo>
                  <a:cubicBezTo>
                    <a:pt x="22" y="63"/>
                    <a:pt x="22" y="63"/>
                    <a:pt x="22" y="63"/>
                  </a:cubicBezTo>
                  <a:cubicBezTo>
                    <a:pt x="12" y="63"/>
                    <a:pt x="12" y="63"/>
                    <a:pt x="12" y="63"/>
                  </a:cubicBezTo>
                  <a:cubicBezTo>
                    <a:pt x="12" y="63"/>
                    <a:pt x="12" y="63"/>
                    <a:pt x="12" y="63"/>
                  </a:cubicBezTo>
                  <a:cubicBezTo>
                    <a:pt x="14" y="75"/>
                    <a:pt x="14" y="75"/>
                    <a:pt x="14" y="75"/>
                  </a:cubicBezTo>
                  <a:cubicBezTo>
                    <a:pt x="17" y="85"/>
                    <a:pt x="9" y="91"/>
                    <a:pt x="8" y="92"/>
                  </a:cubicBezTo>
                  <a:cubicBezTo>
                    <a:pt x="7" y="92"/>
                    <a:pt x="7" y="92"/>
                    <a:pt x="7" y="92"/>
                  </a:cubicBezTo>
                  <a:cubicBezTo>
                    <a:pt x="0" y="106"/>
                    <a:pt x="0" y="106"/>
                    <a:pt x="0" y="106"/>
                  </a:cubicBezTo>
                  <a:cubicBezTo>
                    <a:pt x="0" y="107"/>
                    <a:pt x="0" y="107"/>
                    <a:pt x="0" y="107"/>
                  </a:cubicBezTo>
                  <a:cubicBezTo>
                    <a:pt x="56" y="107"/>
                    <a:pt x="56" y="107"/>
                    <a:pt x="56" y="107"/>
                  </a:cubicBezTo>
                  <a:cubicBezTo>
                    <a:pt x="56" y="94"/>
                    <a:pt x="56" y="94"/>
                    <a:pt x="56" y="94"/>
                  </a:cubicBezTo>
                  <a:cubicBezTo>
                    <a:pt x="264" y="94"/>
                    <a:pt x="264" y="94"/>
                    <a:pt x="264" y="94"/>
                  </a:cubicBezTo>
                  <a:cubicBezTo>
                    <a:pt x="265" y="94"/>
                    <a:pt x="265" y="94"/>
                    <a:pt x="265" y="94"/>
                  </a:cubicBezTo>
                  <a:cubicBezTo>
                    <a:pt x="265" y="94"/>
                    <a:pt x="265" y="94"/>
                    <a:pt x="265" y="94"/>
                  </a:cubicBezTo>
                  <a:cubicBezTo>
                    <a:pt x="267" y="93"/>
                    <a:pt x="267" y="93"/>
                    <a:pt x="267" y="93"/>
                  </a:cubicBezTo>
                  <a:cubicBezTo>
                    <a:pt x="268" y="92"/>
                    <a:pt x="270" y="90"/>
                    <a:pt x="271" y="90"/>
                  </a:cubicBezTo>
                  <a:cubicBezTo>
                    <a:pt x="274" y="88"/>
                    <a:pt x="277" y="86"/>
                    <a:pt x="278" y="85"/>
                  </a:cubicBezTo>
                  <a:cubicBezTo>
                    <a:pt x="288" y="81"/>
                    <a:pt x="288" y="81"/>
                    <a:pt x="288" y="81"/>
                  </a:cubicBezTo>
                  <a:cubicBezTo>
                    <a:pt x="287" y="80"/>
                    <a:pt x="287" y="80"/>
                    <a:pt x="287" y="80"/>
                  </a:cubicBezTo>
                  <a:cubicBezTo>
                    <a:pt x="287" y="79"/>
                    <a:pt x="287" y="77"/>
                    <a:pt x="288" y="76"/>
                  </a:cubicBezTo>
                  <a:cubicBezTo>
                    <a:pt x="288" y="74"/>
                    <a:pt x="288" y="74"/>
                    <a:pt x="288" y="73"/>
                  </a:cubicBezTo>
                  <a:cubicBezTo>
                    <a:pt x="288" y="72"/>
                    <a:pt x="288" y="72"/>
                    <a:pt x="288" y="71"/>
                  </a:cubicBezTo>
                  <a:cubicBezTo>
                    <a:pt x="288" y="71"/>
                    <a:pt x="288" y="71"/>
                    <a:pt x="288" y="71"/>
                  </a:cubicBezTo>
                  <a:cubicBezTo>
                    <a:pt x="288" y="70"/>
                    <a:pt x="287" y="69"/>
                    <a:pt x="286" y="68"/>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1" name="Kansas">
              <a:extLst>
                <a:ext uri="{FF2B5EF4-FFF2-40B4-BE49-F238E27FC236}">
                  <a16:creationId xmlns:a16="http://schemas.microsoft.com/office/drawing/2014/main" id="{CA4B96CC-1E96-004A-8642-F4043F034D39}"/>
                </a:ext>
              </a:extLst>
            </p:cNvPr>
            <p:cNvSpPr>
              <a:spLocks/>
            </p:cNvSpPr>
            <p:nvPr/>
          </p:nvSpPr>
          <p:spPr bwMode="auto">
            <a:xfrm>
              <a:off x="5564297" y="2616273"/>
              <a:ext cx="1126813" cy="573437"/>
            </a:xfrm>
            <a:custGeom>
              <a:avLst/>
              <a:gdLst>
                <a:gd name="T0" fmla="*/ 285 w 285"/>
                <a:gd name="T1" fmla="*/ 144 h 145"/>
                <a:gd name="T2" fmla="*/ 285 w 285"/>
                <a:gd name="T3" fmla="*/ 54 h 145"/>
                <a:gd name="T4" fmla="*/ 285 w 285"/>
                <a:gd name="T5" fmla="*/ 53 h 145"/>
                <a:gd name="T6" fmla="*/ 282 w 285"/>
                <a:gd name="T7" fmla="*/ 50 h 145"/>
                <a:gd name="T8" fmla="*/ 273 w 285"/>
                <a:gd name="T9" fmla="*/ 42 h 145"/>
                <a:gd name="T10" fmla="*/ 273 w 285"/>
                <a:gd name="T11" fmla="*/ 35 h 145"/>
                <a:gd name="T12" fmla="*/ 270 w 285"/>
                <a:gd name="T13" fmla="*/ 35 h 145"/>
                <a:gd name="T14" fmla="*/ 269 w 285"/>
                <a:gd name="T15" fmla="*/ 16 h 145"/>
                <a:gd name="T16" fmla="*/ 269 w 285"/>
                <a:gd name="T17" fmla="*/ 15 h 145"/>
                <a:gd name="T18" fmla="*/ 269 w 285"/>
                <a:gd name="T19" fmla="*/ 15 h 145"/>
                <a:gd name="T20" fmla="*/ 269 w 285"/>
                <a:gd name="T21" fmla="*/ 15 h 145"/>
                <a:gd name="T22" fmla="*/ 269 w 285"/>
                <a:gd name="T23" fmla="*/ 15 h 145"/>
                <a:gd name="T24" fmla="*/ 265 w 285"/>
                <a:gd name="T25" fmla="*/ 13 h 145"/>
                <a:gd name="T26" fmla="*/ 261 w 285"/>
                <a:gd name="T27" fmla="*/ 13 h 145"/>
                <a:gd name="T28" fmla="*/ 256 w 285"/>
                <a:gd name="T29" fmla="*/ 13 h 145"/>
                <a:gd name="T30" fmla="*/ 256 w 285"/>
                <a:gd name="T31" fmla="*/ 7 h 145"/>
                <a:gd name="T32" fmla="*/ 251 w 285"/>
                <a:gd name="T33" fmla="*/ 0 h 145"/>
                <a:gd name="T34" fmla="*/ 251 w 285"/>
                <a:gd name="T35" fmla="*/ 0 h 145"/>
                <a:gd name="T36" fmla="*/ 1 w 285"/>
                <a:gd name="T37" fmla="*/ 0 h 145"/>
                <a:gd name="T38" fmla="*/ 0 w 285"/>
                <a:gd name="T39" fmla="*/ 0 h 145"/>
                <a:gd name="T40" fmla="*/ 0 w 285"/>
                <a:gd name="T41" fmla="*/ 1 h 145"/>
                <a:gd name="T42" fmla="*/ 0 w 285"/>
                <a:gd name="T43" fmla="*/ 145 h 145"/>
                <a:gd name="T44" fmla="*/ 1 w 285"/>
                <a:gd name="T45" fmla="*/ 145 h 145"/>
                <a:gd name="T46" fmla="*/ 285 w 285"/>
                <a:gd name="T47" fmla="*/ 145 h 145"/>
                <a:gd name="T48" fmla="*/ 285 w 285"/>
                <a:gd name="T49" fmla="*/ 145 h 145"/>
                <a:gd name="T50" fmla="*/ 285 w 285"/>
                <a:gd name="T51" fmla="*/ 144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5" h="145">
                  <a:moveTo>
                    <a:pt x="285" y="144"/>
                  </a:moveTo>
                  <a:cubicBezTo>
                    <a:pt x="285" y="54"/>
                    <a:pt x="285" y="54"/>
                    <a:pt x="285" y="54"/>
                  </a:cubicBezTo>
                  <a:cubicBezTo>
                    <a:pt x="285" y="53"/>
                    <a:pt x="285" y="53"/>
                    <a:pt x="285" y="53"/>
                  </a:cubicBezTo>
                  <a:cubicBezTo>
                    <a:pt x="284" y="53"/>
                    <a:pt x="283" y="52"/>
                    <a:pt x="282" y="50"/>
                  </a:cubicBezTo>
                  <a:cubicBezTo>
                    <a:pt x="273" y="42"/>
                    <a:pt x="273" y="42"/>
                    <a:pt x="273" y="42"/>
                  </a:cubicBezTo>
                  <a:cubicBezTo>
                    <a:pt x="273" y="35"/>
                    <a:pt x="273" y="35"/>
                    <a:pt x="273" y="35"/>
                  </a:cubicBezTo>
                  <a:cubicBezTo>
                    <a:pt x="270" y="35"/>
                    <a:pt x="270" y="35"/>
                    <a:pt x="270" y="35"/>
                  </a:cubicBezTo>
                  <a:cubicBezTo>
                    <a:pt x="269" y="16"/>
                    <a:pt x="269" y="16"/>
                    <a:pt x="269" y="16"/>
                  </a:cubicBezTo>
                  <a:cubicBezTo>
                    <a:pt x="269" y="15"/>
                    <a:pt x="269" y="15"/>
                    <a:pt x="269" y="15"/>
                  </a:cubicBezTo>
                  <a:cubicBezTo>
                    <a:pt x="269" y="15"/>
                    <a:pt x="269" y="15"/>
                    <a:pt x="269" y="15"/>
                  </a:cubicBezTo>
                  <a:cubicBezTo>
                    <a:pt x="269" y="15"/>
                    <a:pt x="269" y="15"/>
                    <a:pt x="269" y="15"/>
                  </a:cubicBezTo>
                  <a:cubicBezTo>
                    <a:pt x="269" y="15"/>
                    <a:pt x="269" y="15"/>
                    <a:pt x="269" y="15"/>
                  </a:cubicBezTo>
                  <a:cubicBezTo>
                    <a:pt x="268" y="14"/>
                    <a:pt x="267" y="13"/>
                    <a:pt x="265" y="13"/>
                  </a:cubicBezTo>
                  <a:cubicBezTo>
                    <a:pt x="261" y="13"/>
                    <a:pt x="261" y="13"/>
                    <a:pt x="261" y="13"/>
                  </a:cubicBezTo>
                  <a:cubicBezTo>
                    <a:pt x="256" y="13"/>
                    <a:pt x="256" y="13"/>
                    <a:pt x="256" y="13"/>
                  </a:cubicBezTo>
                  <a:cubicBezTo>
                    <a:pt x="256" y="7"/>
                    <a:pt x="256" y="7"/>
                    <a:pt x="256" y="7"/>
                  </a:cubicBezTo>
                  <a:cubicBezTo>
                    <a:pt x="251" y="0"/>
                    <a:pt x="251" y="0"/>
                    <a:pt x="251" y="0"/>
                  </a:cubicBezTo>
                  <a:cubicBezTo>
                    <a:pt x="251" y="0"/>
                    <a:pt x="251" y="0"/>
                    <a:pt x="251" y="0"/>
                  </a:cubicBezTo>
                  <a:cubicBezTo>
                    <a:pt x="1" y="0"/>
                    <a:pt x="1" y="0"/>
                    <a:pt x="1" y="0"/>
                  </a:cubicBezTo>
                  <a:cubicBezTo>
                    <a:pt x="0" y="0"/>
                    <a:pt x="0" y="0"/>
                    <a:pt x="0" y="0"/>
                  </a:cubicBezTo>
                  <a:cubicBezTo>
                    <a:pt x="0" y="1"/>
                    <a:pt x="0" y="1"/>
                    <a:pt x="0" y="1"/>
                  </a:cubicBezTo>
                  <a:cubicBezTo>
                    <a:pt x="0" y="145"/>
                    <a:pt x="0" y="145"/>
                    <a:pt x="0" y="145"/>
                  </a:cubicBezTo>
                  <a:cubicBezTo>
                    <a:pt x="1" y="145"/>
                    <a:pt x="1" y="145"/>
                    <a:pt x="1" y="145"/>
                  </a:cubicBezTo>
                  <a:cubicBezTo>
                    <a:pt x="285" y="145"/>
                    <a:pt x="285" y="145"/>
                    <a:pt x="285" y="145"/>
                  </a:cubicBezTo>
                  <a:cubicBezTo>
                    <a:pt x="285" y="145"/>
                    <a:pt x="285" y="145"/>
                    <a:pt x="285" y="145"/>
                  </a:cubicBezTo>
                  <a:lnTo>
                    <a:pt x="285" y="144"/>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2" name="Iowa">
              <a:extLst>
                <a:ext uri="{FF2B5EF4-FFF2-40B4-BE49-F238E27FC236}">
                  <a16:creationId xmlns:a16="http://schemas.microsoft.com/office/drawing/2014/main" id="{27EFC9BF-BB11-0349-8B7B-B8BEF2304E95}"/>
                </a:ext>
              </a:extLst>
            </p:cNvPr>
            <p:cNvSpPr>
              <a:spLocks/>
            </p:cNvSpPr>
            <p:nvPr/>
          </p:nvSpPr>
          <p:spPr bwMode="auto">
            <a:xfrm>
              <a:off x="6375134" y="1974291"/>
              <a:ext cx="971333" cy="625264"/>
            </a:xfrm>
            <a:custGeom>
              <a:avLst/>
              <a:gdLst>
                <a:gd name="T0" fmla="*/ 0 w 246"/>
                <a:gd name="T1" fmla="*/ 40 h 158"/>
                <a:gd name="T2" fmla="*/ 0 w 246"/>
                <a:gd name="T3" fmla="*/ 40 h 158"/>
                <a:gd name="T4" fmla="*/ 12 w 246"/>
                <a:gd name="T5" fmla="*/ 59 h 158"/>
                <a:gd name="T6" fmla="*/ 12 w 246"/>
                <a:gd name="T7" fmla="*/ 89 h 158"/>
                <a:gd name="T8" fmla="*/ 24 w 246"/>
                <a:gd name="T9" fmla="*/ 94 h 158"/>
                <a:gd name="T10" fmla="*/ 24 w 246"/>
                <a:gd name="T11" fmla="*/ 120 h 158"/>
                <a:gd name="T12" fmla="*/ 26 w 246"/>
                <a:gd name="T13" fmla="*/ 138 h 158"/>
                <a:gd name="T14" fmla="*/ 26 w 246"/>
                <a:gd name="T15" fmla="*/ 139 h 158"/>
                <a:gd name="T16" fmla="*/ 26 w 246"/>
                <a:gd name="T17" fmla="*/ 139 h 158"/>
                <a:gd name="T18" fmla="*/ 26 w 246"/>
                <a:gd name="T19" fmla="*/ 139 h 158"/>
                <a:gd name="T20" fmla="*/ 188 w 246"/>
                <a:gd name="T21" fmla="*/ 139 h 158"/>
                <a:gd name="T22" fmla="*/ 195 w 246"/>
                <a:gd name="T23" fmla="*/ 158 h 158"/>
                <a:gd name="T24" fmla="*/ 195 w 246"/>
                <a:gd name="T25" fmla="*/ 158 h 158"/>
                <a:gd name="T26" fmla="*/ 210 w 246"/>
                <a:gd name="T27" fmla="*/ 139 h 158"/>
                <a:gd name="T28" fmla="*/ 215 w 246"/>
                <a:gd name="T29" fmla="*/ 118 h 158"/>
                <a:gd name="T30" fmla="*/ 224 w 246"/>
                <a:gd name="T31" fmla="*/ 101 h 158"/>
                <a:gd name="T32" fmla="*/ 234 w 246"/>
                <a:gd name="T33" fmla="*/ 89 h 158"/>
                <a:gd name="T34" fmla="*/ 246 w 246"/>
                <a:gd name="T35" fmla="*/ 68 h 158"/>
                <a:gd name="T36" fmla="*/ 234 w 246"/>
                <a:gd name="T37" fmla="*/ 56 h 158"/>
                <a:gd name="T38" fmla="*/ 228 w 246"/>
                <a:gd name="T39" fmla="*/ 49 h 158"/>
                <a:gd name="T40" fmla="*/ 228 w 246"/>
                <a:gd name="T41" fmla="*/ 49 h 158"/>
                <a:gd name="T42" fmla="*/ 224 w 246"/>
                <a:gd name="T43" fmla="*/ 44 h 158"/>
                <a:gd name="T44" fmla="*/ 212 w 246"/>
                <a:gd name="T45" fmla="*/ 25 h 158"/>
                <a:gd name="T46" fmla="*/ 205 w 246"/>
                <a:gd name="T47" fmla="*/ 14 h 158"/>
                <a:gd name="T48" fmla="*/ 205 w 246"/>
                <a:gd name="T49" fmla="*/ 14 h 158"/>
                <a:gd name="T50" fmla="*/ 203 w 246"/>
                <a:gd name="T51" fmla="*/ 0 h 158"/>
                <a:gd name="T52" fmla="*/ 13 w 246"/>
                <a:gd name="T53" fmla="*/ 0 h 158"/>
                <a:gd name="T54" fmla="*/ 13 w 246"/>
                <a:gd name="T55" fmla="*/ 27 h 158"/>
                <a:gd name="T56" fmla="*/ 0 w 246"/>
                <a:gd name="T57" fmla="*/ 40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6" h="158">
                  <a:moveTo>
                    <a:pt x="0" y="40"/>
                  </a:moveTo>
                  <a:cubicBezTo>
                    <a:pt x="0" y="40"/>
                    <a:pt x="0" y="40"/>
                    <a:pt x="0" y="40"/>
                  </a:cubicBezTo>
                  <a:cubicBezTo>
                    <a:pt x="12" y="59"/>
                    <a:pt x="12" y="59"/>
                    <a:pt x="12" y="59"/>
                  </a:cubicBezTo>
                  <a:cubicBezTo>
                    <a:pt x="12" y="89"/>
                    <a:pt x="12" y="89"/>
                    <a:pt x="12" y="89"/>
                  </a:cubicBezTo>
                  <a:cubicBezTo>
                    <a:pt x="24" y="94"/>
                    <a:pt x="24" y="94"/>
                    <a:pt x="24" y="94"/>
                  </a:cubicBezTo>
                  <a:cubicBezTo>
                    <a:pt x="24" y="120"/>
                    <a:pt x="24" y="120"/>
                    <a:pt x="24" y="120"/>
                  </a:cubicBezTo>
                  <a:cubicBezTo>
                    <a:pt x="26" y="138"/>
                    <a:pt x="26" y="138"/>
                    <a:pt x="26" y="138"/>
                  </a:cubicBezTo>
                  <a:cubicBezTo>
                    <a:pt x="26" y="139"/>
                    <a:pt x="26" y="139"/>
                    <a:pt x="26" y="139"/>
                  </a:cubicBezTo>
                  <a:cubicBezTo>
                    <a:pt x="26" y="139"/>
                    <a:pt x="26" y="139"/>
                    <a:pt x="26" y="139"/>
                  </a:cubicBezTo>
                  <a:cubicBezTo>
                    <a:pt x="26" y="139"/>
                    <a:pt x="26" y="139"/>
                    <a:pt x="26" y="139"/>
                  </a:cubicBezTo>
                  <a:cubicBezTo>
                    <a:pt x="188" y="139"/>
                    <a:pt x="188" y="139"/>
                    <a:pt x="188" y="139"/>
                  </a:cubicBezTo>
                  <a:cubicBezTo>
                    <a:pt x="195" y="158"/>
                    <a:pt x="195" y="158"/>
                    <a:pt x="195" y="158"/>
                  </a:cubicBezTo>
                  <a:cubicBezTo>
                    <a:pt x="195" y="158"/>
                    <a:pt x="195" y="158"/>
                    <a:pt x="195" y="158"/>
                  </a:cubicBezTo>
                  <a:cubicBezTo>
                    <a:pt x="210" y="139"/>
                    <a:pt x="210" y="139"/>
                    <a:pt x="210" y="139"/>
                  </a:cubicBezTo>
                  <a:cubicBezTo>
                    <a:pt x="215" y="118"/>
                    <a:pt x="215" y="118"/>
                    <a:pt x="215" y="118"/>
                  </a:cubicBezTo>
                  <a:cubicBezTo>
                    <a:pt x="224" y="101"/>
                    <a:pt x="224" y="101"/>
                    <a:pt x="224" y="101"/>
                  </a:cubicBezTo>
                  <a:cubicBezTo>
                    <a:pt x="234" y="89"/>
                    <a:pt x="234" y="89"/>
                    <a:pt x="234" y="89"/>
                  </a:cubicBezTo>
                  <a:cubicBezTo>
                    <a:pt x="246" y="68"/>
                    <a:pt x="246" y="68"/>
                    <a:pt x="246" y="68"/>
                  </a:cubicBezTo>
                  <a:cubicBezTo>
                    <a:pt x="234" y="56"/>
                    <a:pt x="234" y="56"/>
                    <a:pt x="234" y="56"/>
                  </a:cubicBezTo>
                  <a:cubicBezTo>
                    <a:pt x="228" y="49"/>
                    <a:pt x="228" y="49"/>
                    <a:pt x="228" y="49"/>
                  </a:cubicBezTo>
                  <a:cubicBezTo>
                    <a:pt x="228" y="49"/>
                    <a:pt x="228" y="49"/>
                    <a:pt x="228" y="49"/>
                  </a:cubicBezTo>
                  <a:cubicBezTo>
                    <a:pt x="224" y="44"/>
                    <a:pt x="224" y="44"/>
                    <a:pt x="224" y="44"/>
                  </a:cubicBezTo>
                  <a:cubicBezTo>
                    <a:pt x="212" y="25"/>
                    <a:pt x="212" y="25"/>
                    <a:pt x="212" y="25"/>
                  </a:cubicBezTo>
                  <a:cubicBezTo>
                    <a:pt x="205" y="14"/>
                    <a:pt x="205" y="14"/>
                    <a:pt x="205" y="14"/>
                  </a:cubicBezTo>
                  <a:cubicBezTo>
                    <a:pt x="205" y="14"/>
                    <a:pt x="205" y="14"/>
                    <a:pt x="205" y="14"/>
                  </a:cubicBezTo>
                  <a:cubicBezTo>
                    <a:pt x="205" y="12"/>
                    <a:pt x="204" y="6"/>
                    <a:pt x="203" y="0"/>
                  </a:cubicBezTo>
                  <a:cubicBezTo>
                    <a:pt x="13" y="0"/>
                    <a:pt x="13" y="0"/>
                    <a:pt x="13" y="0"/>
                  </a:cubicBezTo>
                  <a:cubicBezTo>
                    <a:pt x="13" y="27"/>
                    <a:pt x="13" y="27"/>
                    <a:pt x="13" y="27"/>
                  </a:cubicBezTo>
                  <a:lnTo>
                    <a:pt x="0" y="4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3" name="Indiana">
              <a:extLst>
                <a:ext uri="{FF2B5EF4-FFF2-40B4-BE49-F238E27FC236}">
                  <a16:creationId xmlns:a16="http://schemas.microsoft.com/office/drawing/2014/main" id="{55EDA6C4-D02B-494E-B269-FF26E511D6DA}"/>
                </a:ext>
              </a:extLst>
            </p:cNvPr>
            <p:cNvSpPr>
              <a:spLocks/>
            </p:cNvSpPr>
            <p:nvPr/>
          </p:nvSpPr>
          <p:spPr bwMode="auto">
            <a:xfrm>
              <a:off x="7623990" y="2397264"/>
              <a:ext cx="561734" cy="772385"/>
            </a:xfrm>
            <a:custGeom>
              <a:avLst/>
              <a:gdLst>
                <a:gd name="T0" fmla="*/ 35 w 142"/>
                <a:gd name="T1" fmla="*/ 142 h 195"/>
                <a:gd name="T2" fmla="*/ 30 w 142"/>
                <a:gd name="T3" fmla="*/ 149 h 195"/>
                <a:gd name="T4" fmla="*/ 23 w 142"/>
                <a:gd name="T5" fmla="*/ 153 h 195"/>
                <a:gd name="T6" fmla="*/ 23 w 142"/>
                <a:gd name="T7" fmla="*/ 160 h 195"/>
                <a:gd name="T8" fmla="*/ 19 w 142"/>
                <a:gd name="T9" fmla="*/ 164 h 195"/>
                <a:gd name="T10" fmla="*/ 15 w 142"/>
                <a:gd name="T11" fmla="*/ 171 h 195"/>
                <a:gd name="T12" fmla="*/ 9 w 142"/>
                <a:gd name="T13" fmla="*/ 177 h 195"/>
                <a:gd name="T14" fmla="*/ 5 w 142"/>
                <a:gd name="T15" fmla="*/ 183 h 195"/>
                <a:gd name="T16" fmla="*/ 4 w 142"/>
                <a:gd name="T17" fmla="*/ 185 h 195"/>
                <a:gd name="T18" fmla="*/ 2 w 142"/>
                <a:gd name="T19" fmla="*/ 189 h 195"/>
                <a:gd name="T20" fmla="*/ 2 w 142"/>
                <a:gd name="T21" fmla="*/ 191 h 195"/>
                <a:gd name="T22" fmla="*/ 1 w 142"/>
                <a:gd name="T23" fmla="*/ 191 h 195"/>
                <a:gd name="T24" fmla="*/ 0 w 142"/>
                <a:gd name="T25" fmla="*/ 192 h 195"/>
                <a:gd name="T26" fmla="*/ 0 w 142"/>
                <a:gd name="T27" fmla="*/ 192 h 195"/>
                <a:gd name="T28" fmla="*/ 15 w 142"/>
                <a:gd name="T29" fmla="*/ 192 h 195"/>
                <a:gd name="T30" fmla="*/ 19 w 142"/>
                <a:gd name="T31" fmla="*/ 195 h 195"/>
                <a:gd name="T32" fmla="*/ 19 w 142"/>
                <a:gd name="T33" fmla="*/ 195 h 195"/>
                <a:gd name="T34" fmla="*/ 21 w 142"/>
                <a:gd name="T35" fmla="*/ 192 h 195"/>
                <a:gd name="T36" fmla="*/ 22 w 142"/>
                <a:gd name="T37" fmla="*/ 190 h 195"/>
                <a:gd name="T38" fmla="*/ 22 w 142"/>
                <a:gd name="T39" fmla="*/ 189 h 195"/>
                <a:gd name="T40" fmla="*/ 21 w 142"/>
                <a:gd name="T41" fmla="*/ 189 h 195"/>
                <a:gd name="T42" fmla="*/ 23 w 142"/>
                <a:gd name="T43" fmla="*/ 187 h 195"/>
                <a:gd name="T44" fmla="*/ 27 w 142"/>
                <a:gd name="T45" fmla="*/ 182 h 195"/>
                <a:gd name="T46" fmla="*/ 29 w 142"/>
                <a:gd name="T47" fmla="*/ 186 h 195"/>
                <a:gd name="T48" fmla="*/ 37 w 142"/>
                <a:gd name="T49" fmla="*/ 188 h 195"/>
                <a:gd name="T50" fmla="*/ 48 w 142"/>
                <a:gd name="T51" fmla="*/ 188 h 195"/>
                <a:gd name="T52" fmla="*/ 47 w 142"/>
                <a:gd name="T53" fmla="*/ 189 h 195"/>
                <a:gd name="T54" fmla="*/ 50 w 142"/>
                <a:gd name="T55" fmla="*/ 189 h 195"/>
                <a:gd name="T56" fmla="*/ 53 w 142"/>
                <a:gd name="T57" fmla="*/ 188 h 195"/>
                <a:gd name="T58" fmla="*/ 57 w 142"/>
                <a:gd name="T59" fmla="*/ 188 h 195"/>
                <a:gd name="T60" fmla="*/ 62 w 142"/>
                <a:gd name="T61" fmla="*/ 188 h 195"/>
                <a:gd name="T62" fmla="*/ 62 w 142"/>
                <a:gd name="T63" fmla="*/ 188 h 195"/>
                <a:gd name="T64" fmla="*/ 67 w 142"/>
                <a:gd name="T65" fmla="*/ 188 h 195"/>
                <a:gd name="T66" fmla="*/ 73 w 142"/>
                <a:gd name="T67" fmla="*/ 182 h 195"/>
                <a:gd name="T68" fmla="*/ 80 w 142"/>
                <a:gd name="T69" fmla="*/ 182 h 195"/>
                <a:gd name="T70" fmla="*/ 80 w 142"/>
                <a:gd name="T71" fmla="*/ 182 h 195"/>
                <a:gd name="T72" fmla="*/ 81 w 142"/>
                <a:gd name="T73" fmla="*/ 181 h 195"/>
                <a:gd name="T74" fmla="*/ 83 w 142"/>
                <a:gd name="T75" fmla="*/ 182 h 195"/>
                <a:gd name="T76" fmla="*/ 88 w 142"/>
                <a:gd name="T77" fmla="*/ 187 h 195"/>
                <a:gd name="T78" fmla="*/ 88 w 142"/>
                <a:gd name="T79" fmla="*/ 188 h 195"/>
                <a:gd name="T80" fmla="*/ 95 w 142"/>
                <a:gd name="T81" fmla="*/ 188 h 195"/>
                <a:gd name="T82" fmla="*/ 95 w 142"/>
                <a:gd name="T83" fmla="*/ 186 h 195"/>
                <a:gd name="T84" fmla="*/ 95 w 142"/>
                <a:gd name="T85" fmla="*/ 181 h 195"/>
                <a:gd name="T86" fmla="*/ 93 w 142"/>
                <a:gd name="T87" fmla="*/ 177 h 195"/>
                <a:gd name="T88" fmla="*/ 92 w 142"/>
                <a:gd name="T89" fmla="*/ 176 h 195"/>
                <a:gd name="T90" fmla="*/ 95 w 142"/>
                <a:gd name="T91" fmla="*/ 174 h 195"/>
                <a:gd name="T92" fmla="*/ 110 w 142"/>
                <a:gd name="T93" fmla="*/ 166 h 195"/>
                <a:gd name="T94" fmla="*/ 117 w 142"/>
                <a:gd name="T95" fmla="*/ 160 h 195"/>
                <a:gd name="T96" fmla="*/ 117 w 142"/>
                <a:gd name="T97" fmla="*/ 159 h 195"/>
                <a:gd name="T98" fmla="*/ 120 w 142"/>
                <a:gd name="T99" fmla="*/ 150 h 195"/>
                <a:gd name="T100" fmla="*/ 130 w 142"/>
                <a:gd name="T101" fmla="*/ 146 h 195"/>
                <a:gd name="T102" fmla="*/ 130 w 142"/>
                <a:gd name="T103" fmla="*/ 146 h 195"/>
                <a:gd name="T104" fmla="*/ 130 w 142"/>
                <a:gd name="T105" fmla="*/ 146 h 195"/>
                <a:gd name="T106" fmla="*/ 137 w 142"/>
                <a:gd name="T107" fmla="*/ 146 h 195"/>
                <a:gd name="T108" fmla="*/ 142 w 142"/>
                <a:gd name="T109" fmla="*/ 141 h 195"/>
                <a:gd name="T110" fmla="*/ 142 w 142"/>
                <a:gd name="T111" fmla="*/ 16 h 195"/>
                <a:gd name="T112" fmla="*/ 62 w 142"/>
                <a:gd name="T113" fmla="*/ 16 h 195"/>
                <a:gd name="T114" fmla="*/ 55 w 142"/>
                <a:gd name="T115" fmla="*/ 20 h 195"/>
                <a:gd name="T116" fmla="*/ 51 w 142"/>
                <a:gd name="T117" fmla="*/ 20 h 195"/>
                <a:gd name="T118" fmla="*/ 43 w 142"/>
                <a:gd name="T119" fmla="*/ 16 h 195"/>
                <a:gd name="T120" fmla="*/ 36 w 142"/>
                <a:gd name="T121" fmla="*/ 0 h 195"/>
                <a:gd name="T122" fmla="*/ 35 w 142"/>
                <a:gd name="T123" fmla="*/ 0 h 195"/>
                <a:gd name="T124" fmla="*/ 35 w 142"/>
                <a:gd name="T125" fmla="*/ 142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2" h="195">
                  <a:moveTo>
                    <a:pt x="35" y="142"/>
                  </a:moveTo>
                  <a:cubicBezTo>
                    <a:pt x="30" y="149"/>
                    <a:pt x="30" y="149"/>
                    <a:pt x="30" y="149"/>
                  </a:cubicBezTo>
                  <a:cubicBezTo>
                    <a:pt x="23" y="153"/>
                    <a:pt x="23" y="153"/>
                    <a:pt x="23" y="153"/>
                  </a:cubicBezTo>
                  <a:cubicBezTo>
                    <a:pt x="23" y="160"/>
                    <a:pt x="23" y="160"/>
                    <a:pt x="23" y="160"/>
                  </a:cubicBezTo>
                  <a:cubicBezTo>
                    <a:pt x="19" y="164"/>
                    <a:pt x="19" y="164"/>
                    <a:pt x="19" y="164"/>
                  </a:cubicBezTo>
                  <a:cubicBezTo>
                    <a:pt x="15" y="171"/>
                    <a:pt x="15" y="171"/>
                    <a:pt x="15" y="171"/>
                  </a:cubicBezTo>
                  <a:cubicBezTo>
                    <a:pt x="14" y="171"/>
                    <a:pt x="12" y="174"/>
                    <a:pt x="9" y="177"/>
                  </a:cubicBezTo>
                  <a:cubicBezTo>
                    <a:pt x="7" y="180"/>
                    <a:pt x="6" y="182"/>
                    <a:pt x="5" y="183"/>
                  </a:cubicBezTo>
                  <a:cubicBezTo>
                    <a:pt x="4" y="184"/>
                    <a:pt x="4" y="185"/>
                    <a:pt x="4" y="185"/>
                  </a:cubicBezTo>
                  <a:cubicBezTo>
                    <a:pt x="4" y="185"/>
                    <a:pt x="4" y="186"/>
                    <a:pt x="2" y="189"/>
                  </a:cubicBezTo>
                  <a:cubicBezTo>
                    <a:pt x="2" y="191"/>
                    <a:pt x="2" y="191"/>
                    <a:pt x="2" y="191"/>
                  </a:cubicBezTo>
                  <a:cubicBezTo>
                    <a:pt x="1" y="191"/>
                    <a:pt x="1" y="191"/>
                    <a:pt x="1" y="191"/>
                  </a:cubicBezTo>
                  <a:cubicBezTo>
                    <a:pt x="0" y="192"/>
                    <a:pt x="0" y="192"/>
                    <a:pt x="0" y="192"/>
                  </a:cubicBezTo>
                  <a:cubicBezTo>
                    <a:pt x="0" y="192"/>
                    <a:pt x="0" y="192"/>
                    <a:pt x="0" y="192"/>
                  </a:cubicBezTo>
                  <a:cubicBezTo>
                    <a:pt x="15" y="192"/>
                    <a:pt x="15" y="192"/>
                    <a:pt x="15" y="192"/>
                  </a:cubicBezTo>
                  <a:cubicBezTo>
                    <a:pt x="15" y="193"/>
                    <a:pt x="17" y="195"/>
                    <a:pt x="19" y="195"/>
                  </a:cubicBezTo>
                  <a:cubicBezTo>
                    <a:pt x="19" y="195"/>
                    <a:pt x="19" y="195"/>
                    <a:pt x="19" y="195"/>
                  </a:cubicBezTo>
                  <a:cubicBezTo>
                    <a:pt x="20" y="195"/>
                    <a:pt x="21" y="194"/>
                    <a:pt x="21" y="192"/>
                  </a:cubicBezTo>
                  <a:cubicBezTo>
                    <a:pt x="22" y="191"/>
                    <a:pt x="22" y="190"/>
                    <a:pt x="22" y="190"/>
                  </a:cubicBezTo>
                  <a:cubicBezTo>
                    <a:pt x="22" y="189"/>
                    <a:pt x="22" y="189"/>
                    <a:pt x="22" y="189"/>
                  </a:cubicBezTo>
                  <a:cubicBezTo>
                    <a:pt x="21" y="189"/>
                    <a:pt x="21" y="189"/>
                    <a:pt x="21" y="189"/>
                  </a:cubicBezTo>
                  <a:cubicBezTo>
                    <a:pt x="22" y="188"/>
                    <a:pt x="22" y="188"/>
                    <a:pt x="23" y="187"/>
                  </a:cubicBezTo>
                  <a:cubicBezTo>
                    <a:pt x="27" y="182"/>
                    <a:pt x="27" y="182"/>
                    <a:pt x="27" y="182"/>
                  </a:cubicBezTo>
                  <a:cubicBezTo>
                    <a:pt x="29" y="186"/>
                    <a:pt x="29" y="186"/>
                    <a:pt x="29" y="186"/>
                  </a:cubicBezTo>
                  <a:cubicBezTo>
                    <a:pt x="37" y="188"/>
                    <a:pt x="37" y="188"/>
                    <a:pt x="37" y="188"/>
                  </a:cubicBezTo>
                  <a:cubicBezTo>
                    <a:pt x="48" y="188"/>
                    <a:pt x="48" y="188"/>
                    <a:pt x="48" y="188"/>
                  </a:cubicBezTo>
                  <a:cubicBezTo>
                    <a:pt x="47" y="189"/>
                    <a:pt x="47" y="189"/>
                    <a:pt x="47" y="189"/>
                  </a:cubicBezTo>
                  <a:cubicBezTo>
                    <a:pt x="50" y="189"/>
                    <a:pt x="50" y="189"/>
                    <a:pt x="50" y="189"/>
                  </a:cubicBezTo>
                  <a:cubicBezTo>
                    <a:pt x="50" y="189"/>
                    <a:pt x="51" y="189"/>
                    <a:pt x="53" y="188"/>
                  </a:cubicBezTo>
                  <a:cubicBezTo>
                    <a:pt x="54" y="188"/>
                    <a:pt x="56" y="188"/>
                    <a:pt x="57" y="188"/>
                  </a:cubicBezTo>
                  <a:cubicBezTo>
                    <a:pt x="60" y="188"/>
                    <a:pt x="62" y="188"/>
                    <a:pt x="62" y="188"/>
                  </a:cubicBezTo>
                  <a:cubicBezTo>
                    <a:pt x="62" y="188"/>
                    <a:pt x="62" y="188"/>
                    <a:pt x="62" y="188"/>
                  </a:cubicBezTo>
                  <a:cubicBezTo>
                    <a:pt x="67" y="188"/>
                    <a:pt x="67" y="188"/>
                    <a:pt x="67" y="188"/>
                  </a:cubicBezTo>
                  <a:cubicBezTo>
                    <a:pt x="73" y="182"/>
                    <a:pt x="73" y="182"/>
                    <a:pt x="73" y="182"/>
                  </a:cubicBezTo>
                  <a:cubicBezTo>
                    <a:pt x="80" y="182"/>
                    <a:pt x="80" y="182"/>
                    <a:pt x="80" y="182"/>
                  </a:cubicBezTo>
                  <a:cubicBezTo>
                    <a:pt x="80" y="182"/>
                    <a:pt x="80" y="182"/>
                    <a:pt x="80" y="182"/>
                  </a:cubicBezTo>
                  <a:cubicBezTo>
                    <a:pt x="80" y="181"/>
                    <a:pt x="81" y="181"/>
                    <a:pt x="81" y="181"/>
                  </a:cubicBezTo>
                  <a:cubicBezTo>
                    <a:pt x="82" y="181"/>
                    <a:pt x="82" y="181"/>
                    <a:pt x="83" y="182"/>
                  </a:cubicBezTo>
                  <a:cubicBezTo>
                    <a:pt x="85" y="183"/>
                    <a:pt x="87" y="186"/>
                    <a:pt x="88" y="187"/>
                  </a:cubicBezTo>
                  <a:cubicBezTo>
                    <a:pt x="88" y="188"/>
                    <a:pt x="88" y="188"/>
                    <a:pt x="88" y="188"/>
                  </a:cubicBezTo>
                  <a:cubicBezTo>
                    <a:pt x="95" y="188"/>
                    <a:pt x="95" y="188"/>
                    <a:pt x="95" y="188"/>
                  </a:cubicBezTo>
                  <a:cubicBezTo>
                    <a:pt x="95" y="186"/>
                    <a:pt x="95" y="186"/>
                    <a:pt x="95" y="186"/>
                  </a:cubicBezTo>
                  <a:cubicBezTo>
                    <a:pt x="94" y="185"/>
                    <a:pt x="94" y="183"/>
                    <a:pt x="95" y="181"/>
                  </a:cubicBezTo>
                  <a:cubicBezTo>
                    <a:pt x="96" y="179"/>
                    <a:pt x="95" y="178"/>
                    <a:pt x="93" y="177"/>
                  </a:cubicBezTo>
                  <a:cubicBezTo>
                    <a:pt x="92" y="176"/>
                    <a:pt x="92" y="176"/>
                    <a:pt x="92" y="176"/>
                  </a:cubicBezTo>
                  <a:cubicBezTo>
                    <a:pt x="92" y="176"/>
                    <a:pt x="93" y="175"/>
                    <a:pt x="95" y="174"/>
                  </a:cubicBezTo>
                  <a:cubicBezTo>
                    <a:pt x="103" y="171"/>
                    <a:pt x="110" y="166"/>
                    <a:pt x="110" y="166"/>
                  </a:cubicBezTo>
                  <a:cubicBezTo>
                    <a:pt x="117" y="160"/>
                    <a:pt x="117" y="160"/>
                    <a:pt x="117" y="160"/>
                  </a:cubicBezTo>
                  <a:cubicBezTo>
                    <a:pt x="117" y="159"/>
                    <a:pt x="117" y="159"/>
                    <a:pt x="117" y="159"/>
                  </a:cubicBezTo>
                  <a:cubicBezTo>
                    <a:pt x="117" y="158"/>
                    <a:pt x="116" y="151"/>
                    <a:pt x="120" y="150"/>
                  </a:cubicBezTo>
                  <a:cubicBezTo>
                    <a:pt x="124" y="150"/>
                    <a:pt x="130" y="146"/>
                    <a:pt x="130" y="146"/>
                  </a:cubicBezTo>
                  <a:cubicBezTo>
                    <a:pt x="130" y="146"/>
                    <a:pt x="130" y="146"/>
                    <a:pt x="130" y="146"/>
                  </a:cubicBezTo>
                  <a:cubicBezTo>
                    <a:pt x="130" y="146"/>
                    <a:pt x="130" y="146"/>
                    <a:pt x="130" y="146"/>
                  </a:cubicBezTo>
                  <a:cubicBezTo>
                    <a:pt x="137" y="146"/>
                    <a:pt x="137" y="146"/>
                    <a:pt x="137" y="146"/>
                  </a:cubicBezTo>
                  <a:cubicBezTo>
                    <a:pt x="142" y="141"/>
                    <a:pt x="142" y="141"/>
                    <a:pt x="142" y="141"/>
                  </a:cubicBezTo>
                  <a:cubicBezTo>
                    <a:pt x="142" y="16"/>
                    <a:pt x="142" y="16"/>
                    <a:pt x="142" y="16"/>
                  </a:cubicBezTo>
                  <a:cubicBezTo>
                    <a:pt x="62" y="16"/>
                    <a:pt x="62" y="16"/>
                    <a:pt x="62" y="16"/>
                  </a:cubicBezTo>
                  <a:cubicBezTo>
                    <a:pt x="55" y="20"/>
                    <a:pt x="55" y="20"/>
                    <a:pt x="55" y="20"/>
                  </a:cubicBezTo>
                  <a:cubicBezTo>
                    <a:pt x="51" y="20"/>
                    <a:pt x="51" y="20"/>
                    <a:pt x="51" y="20"/>
                  </a:cubicBezTo>
                  <a:cubicBezTo>
                    <a:pt x="43" y="16"/>
                    <a:pt x="43" y="16"/>
                    <a:pt x="43" y="16"/>
                  </a:cubicBezTo>
                  <a:cubicBezTo>
                    <a:pt x="36" y="0"/>
                    <a:pt x="36" y="0"/>
                    <a:pt x="36" y="0"/>
                  </a:cubicBezTo>
                  <a:cubicBezTo>
                    <a:pt x="35" y="0"/>
                    <a:pt x="35" y="0"/>
                    <a:pt x="35" y="0"/>
                  </a:cubicBezTo>
                  <a:lnTo>
                    <a:pt x="35" y="142"/>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4" name="Illinois">
              <a:extLst>
                <a:ext uri="{FF2B5EF4-FFF2-40B4-BE49-F238E27FC236}">
                  <a16:creationId xmlns:a16="http://schemas.microsoft.com/office/drawing/2014/main" id="{C22242D8-D57F-764B-9749-A0B3FCA6E80D}"/>
                </a:ext>
              </a:extLst>
            </p:cNvPr>
            <p:cNvSpPr>
              <a:spLocks/>
            </p:cNvSpPr>
            <p:nvPr/>
          </p:nvSpPr>
          <p:spPr bwMode="auto">
            <a:xfrm>
              <a:off x="7145847" y="2168223"/>
              <a:ext cx="616905" cy="1038205"/>
            </a:xfrm>
            <a:custGeom>
              <a:avLst/>
              <a:gdLst>
                <a:gd name="T0" fmla="*/ 39 w 156"/>
                <a:gd name="T1" fmla="*/ 7 h 262"/>
                <a:gd name="T2" fmla="*/ 51 w 156"/>
                <a:gd name="T3" fmla="*/ 19 h 262"/>
                <a:gd name="T4" fmla="*/ 39 w 156"/>
                <a:gd name="T5" fmla="*/ 40 h 262"/>
                <a:gd name="T6" fmla="*/ 29 w 156"/>
                <a:gd name="T7" fmla="*/ 52 h 262"/>
                <a:gd name="T8" fmla="*/ 20 w 156"/>
                <a:gd name="T9" fmla="*/ 69 h 262"/>
                <a:gd name="T10" fmla="*/ 15 w 156"/>
                <a:gd name="T11" fmla="*/ 90 h 262"/>
                <a:gd name="T12" fmla="*/ 0 w 156"/>
                <a:gd name="T13" fmla="*/ 109 h 262"/>
                <a:gd name="T14" fmla="*/ 0 w 156"/>
                <a:gd name="T15" fmla="*/ 109 h 262"/>
                <a:gd name="T16" fmla="*/ 0 w 156"/>
                <a:gd name="T17" fmla="*/ 144 h 262"/>
                <a:gd name="T18" fmla="*/ 15 w 156"/>
                <a:gd name="T19" fmla="*/ 154 h 262"/>
                <a:gd name="T20" fmla="*/ 32 w 156"/>
                <a:gd name="T21" fmla="*/ 165 h 262"/>
                <a:gd name="T22" fmla="*/ 49 w 156"/>
                <a:gd name="T23" fmla="*/ 182 h 262"/>
                <a:gd name="T24" fmla="*/ 46 w 156"/>
                <a:gd name="T25" fmla="*/ 198 h 262"/>
                <a:gd name="T26" fmla="*/ 51 w 156"/>
                <a:gd name="T27" fmla="*/ 215 h 262"/>
                <a:gd name="T28" fmla="*/ 71 w 156"/>
                <a:gd name="T29" fmla="*/ 225 h 262"/>
                <a:gd name="T30" fmla="*/ 78 w 156"/>
                <a:gd name="T31" fmla="*/ 238 h 262"/>
                <a:gd name="T32" fmla="*/ 80 w 156"/>
                <a:gd name="T33" fmla="*/ 246 h 262"/>
                <a:gd name="T34" fmla="*/ 92 w 156"/>
                <a:gd name="T35" fmla="*/ 262 h 262"/>
                <a:gd name="T36" fmla="*/ 92 w 156"/>
                <a:gd name="T37" fmla="*/ 262 h 262"/>
                <a:gd name="T38" fmla="*/ 92 w 156"/>
                <a:gd name="T39" fmla="*/ 262 h 262"/>
                <a:gd name="T40" fmla="*/ 102 w 156"/>
                <a:gd name="T41" fmla="*/ 262 h 262"/>
                <a:gd name="T42" fmla="*/ 106 w 156"/>
                <a:gd name="T43" fmla="*/ 257 h 262"/>
                <a:gd name="T44" fmla="*/ 113 w 156"/>
                <a:gd name="T45" fmla="*/ 252 h 262"/>
                <a:gd name="T46" fmla="*/ 120 w 156"/>
                <a:gd name="T47" fmla="*/ 250 h 262"/>
                <a:gd name="T48" fmla="*/ 121 w 156"/>
                <a:gd name="T49" fmla="*/ 249 h 262"/>
                <a:gd name="T50" fmla="*/ 122 w 156"/>
                <a:gd name="T51" fmla="*/ 249 h 262"/>
                <a:gd name="T52" fmla="*/ 122 w 156"/>
                <a:gd name="T53" fmla="*/ 249 h 262"/>
                <a:gd name="T54" fmla="*/ 123 w 156"/>
                <a:gd name="T55" fmla="*/ 249 h 262"/>
                <a:gd name="T56" fmla="*/ 123 w 156"/>
                <a:gd name="T57" fmla="*/ 247 h 262"/>
                <a:gd name="T58" fmla="*/ 125 w 156"/>
                <a:gd name="T59" fmla="*/ 243 h 262"/>
                <a:gd name="T60" fmla="*/ 126 w 156"/>
                <a:gd name="T61" fmla="*/ 241 h 262"/>
                <a:gd name="T62" fmla="*/ 130 w 156"/>
                <a:gd name="T63" fmla="*/ 235 h 262"/>
                <a:gd name="T64" fmla="*/ 136 w 156"/>
                <a:gd name="T65" fmla="*/ 229 h 262"/>
                <a:gd name="T66" fmla="*/ 140 w 156"/>
                <a:gd name="T67" fmla="*/ 222 h 262"/>
                <a:gd name="T68" fmla="*/ 144 w 156"/>
                <a:gd name="T69" fmla="*/ 218 h 262"/>
                <a:gd name="T70" fmla="*/ 144 w 156"/>
                <a:gd name="T71" fmla="*/ 211 h 262"/>
                <a:gd name="T72" fmla="*/ 151 w 156"/>
                <a:gd name="T73" fmla="*/ 207 h 262"/>
                <a:gd name="T74" fmla="*/ 156 w 156"/>
                <a:gd name="T75" fmla="*/ 200 h 262"/>
                <a:gd name="T76" fmla="*/ 156 w 156"/>
                <a:gd name="T77" fmla="*/ 58 h 262"/>
                <a:gd name="T78" fmla="*/ 156 w 156"/>
                <a:gd name="T79" fmla="*/ 57 h 262"/>
                <a:gd name="T80" fmla="*/ 152 w 156"/>
                <a:gd name="T81" fmla="*/ 47 h 262"/>
                <a:gd name="T82" fmla="*/ 149 w 156"/>
                <a:gd name="T83" fmla="*/ 0 h 262"/>
                <a:gd name="T84" fmla="*/ 33 w 156"/>
                <a:gd name="T85" fmla="*/ 0 h 262"/>
                <a:gd name="T86" fmla="*/ 39 w 156"/>
                <a:gd name="T87" fmla="*/ 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56" h="262">
                  <a:moveTo>
                    <a:pt x="39" y="7"/>
                  </a:moveTo>
                  <a:cubicBezTo>
                    <a:pt x="51" y="19"/>
                    <a:pt x="51" y="19"/>
                    <a:pt x="51" y="19"/>
                  </a:cubicBezTo>
                  <a:cubicBezTo>
                    <a:pt x="39" y="40"/>
                    <a:pt x="39" y="40"/>
                    <a:pt x="39" y="40"/>
                  </a:cubicBezTo>
                  <a:cubicBezTo>
                    <a:pt x="29" y="52"/>
                    <a:pt x="29" y="52"/>
                    <a:pt x="29" y="52"/>
                  </a:cubicBezTo>
                  <a:cubicBezTo>
                    <a:pt x="20" y="69"/>
                    <a:pt x="20" y="69"/>
                    <a:pt x="20" y="69"/>
                  </a:cubicBezTo>
                  <a:cubicBezTo>
                    <a:pt x="15" y="90"/>
                    <a:pt x="15" y="90"/>
                    <a:pt x="15" y="90"/>
                  </a:cubicBezTo>
                  <a:cubicBezTo>
                    <a:pt x="0" y="109"/>
                    <a:pt x="0" y="109"/>
                    <a:pt x="0" y="109"/>
                  </a:cubicBezTo>
                  <a:cubicBezTo>
                    <a:pt x="0" y="109"/>
                    <a:pt x="0" y="109"/>
                    <a:pt x="0" y="109"/>
                  </a:cubicBezTo>
                  <a:cubicBezTo>
                    <a:pt x="0" y="144"/>
                    <a:pt x="0" y="144"/>
                    <a:pt x="0" y="144"/>
                  </a:cubicBezTo>
                  <a:cubicBezTo>
                    <a:pt x="15" y="154"/>
                    <a:pt x="15" y="154"/>
                    <a:pt x="15" y="154"/>
                  </a:cubicBezTo>
                  <a:cubicBezTo>
                    <a:pt x="32" y="165"/>
                    <a:pt x="32" y="165"/>
                    <a:pt x="32" y="165"/>
                  </a:cubicBezTo>
                  <a:cubicBezTo>
                    <a:pt x="49" y="182"/>
                    <a:pt x="49" y="182"/>
                    <a:pt x="49" y="182"/>
                  </a:cubicBezTo>
                  <a:cubicBezTo>
                    <a:pt x="46" y="198"/>
                    <a:pt x="46" y="198"/>
                    <a:pt x="46" y="198"/>
                  </a:cubicBezTo>
                  <a:cubicBezTo>
                    <a:pt x="51" y="215"/>
                    <a:pt x="51" y="215"/>
                    <a:pt x="51" y="215"/>
                  </a:cubicBezTo>
                  <a:cubicBezTo>
                    <a:pt x="71" y="225"/>
                    <a:pt x="71" y="225"/>
                    <a:pt x="71" y="225"/>
                  </a:cubicBezTo>
                  <a:cubicBezTo>
                    <a:pt x="78" y="238"/>
                    <a:pt x="78" y="238"/>
                    <a:pt x="78" y="238"/>
                  </a:cubicBezTo>
                  <a:cubicBezTo>
                    <a:pt x="80" y="246"/>
                    <a:pt x="80" y="246"/>
                    <a:pt x="80" y="246"/>
                  </a:cubicBezTo>
                  <a:cubicBezTo>
                    <a:pt x="82" y="252"/>
                    <a:pt x="90" y="260"/>
                    <a:pt x="92" y="262"/>
                  </a:cubicBezTo>
                  <a:cubicBezTo>
                    <a:pt x="92" y="262"/>
                    <a:pt x="92" y="262"/>
                    <a:pt x="92" y="262"/>
                  </a:cubicBezTo>
                  <a:cubicBezTo>
                    <a:pt x="92" y="262"/>
                    <a:pt x="92" y="262"/>
                    <a:pt x="92" y="262"/>
                  </a:cubicBezTo>
                  <a:cubicBezTo>
                    <a:pt x="102" y="262"/>
                    <a:pt x="102" y="262"/>
                    <a:pt x="102" y="262"/>
                  </a:cubicBezTo>
                  <a:cubicBezTo>
                    <a:pt x="106" y="257"/>
                    <a:pt x="106" y="257"/>
                    <a:pt x="106" y="257"/>
                  </a:cubicBezTo>
                  <a:cubicBezTo>
                    <a:pt x="113" y="252"/>
                    <a:pt x="113" y="252"/>
                    <a:pt x="113" y="252"/>
                  </a:cubicBezTo>
                  <a:cubicBezTo>
                    <a:pt x="114" y="252"/>
                    <a:pt x="117" y="251"/>
                    <a:pt x="120" y="250"/>
                  </a:cubicBezTo>
                  <a:cubicBezTo>
                    <a:pt x="120" y="250"/>
                    <a:pt x="120" y="249"/>
                    <a:pt x="121" y="249"/>
                  </a:cubicBezTo>
                  <a:cubicBezTo>
                    <a:pt x="121" y="249"/>
                    <a:pt x="121" y="249"/>
                    <a:pt x="122" y="249"/>
                  </a:cubicBezTo>
                  <a:cubicBezTo>
                    <a:pt x="122" y="249"/>
                    <a:pt x="122" y="249"/>
                    <a:pt x="122" y="249"/>
                  </a:cubicBezTo>
                  <a:cubicBezTo>
                    <a:pt x="123" y="249"/>
                    <a:pt x="123" y="249"/>
                    <a:pt x="123" y="249"/>
                  </a:cubicBezTo>
                  <a:cubicBezTo>
                    <a:pt x="123" y="247"/>
                    <a:pt x="123" y="247"/>
                    <a:pt x="123" y="247"/>
                  </a:cubicBezTo>
                  <a:cubicBezTo>
                    <a:pt x="125" y="244"/>
                    <a:pt x="125" y="243"/>
                    <a:pt x="125" y="243"/>
                  </a:cubicBezTo>
                  <a:cubicBezTo>
                    <a:pt x="125" y="243"/>
                    <a:pt x="125" y="242"/>
                    <a:pt x="126" y="241"/>
                  </a:cubicBezTo>
                  <a:cubicBezTo>
                    <a:pt x="127" y="240"/>
                    <a:pt x="128" y="238"/>
                    <a:pt x="130" y="235"/>
                  </a:cubicBezTo>
                  <a:cubicBezTo>
                    <a:pt x="133" y="232"/>
                    <a:pt x="135" y="229"/>
                    <a:pt x="136" y="229"/>
                  </a:cubicBezTo>
                  <a:cubicBezTo>
                    <a:pt x="140" y="222"/>
                    <a:pt x="140" y="222"/>
                    <a:pt x="140" y="222"/>
                  </a:cubicBezTo>
                  <a:cubicBezTo>
                    <a:pt x="144" y="218"/>
                    <a:pt x="144" y="218"/>
                    <a:pt x="144" y="218"/>
                  </a:cubicBezTo>
                  <a:cubicBezTo>
                    <a:pt x="144" y="211"/>
                    <a:pt x="144" y="211"/>
                    <a:pt x="144" y="211"/>
                  </a:cubicBezTo>
                  <a:cubicBezTo>
                    <a:pt x="151" y="207"/>
                    <a:pt x="151" y="207"/>
                    <a:pt x="151" y="207"/>
                  </a:cubicBezTo>
                  <a:cubicBezTo>
                    <a:pt x="156" y="200"/>
                    <a:pt x="156" y="200"/>
                    <a:pt x="156" y="200"/>
                  </a:cubicBezTo>
                  <a:cubicBezTo>
                    <a:pt x="156" y="58"/>
                    <a:pt x="156" y="58"/>
                    <a:pt x="156" y="58"/>
                  </a:cubicBezTo>
                  <a:cubicBezTo>
                    <a:pt x="156" y="57"/>
                    <a:pt x="156" y="57"/>
                    <a:pt x="156" y="57"/>
                  </a:cubicBezTo>
                  <a:cubicBezTo>
                    <a:pt x="152" y="47"/>
                    <a:pt x="152" y="47"/>
                    <a:pt x="152" y="47"/>
                  </a:cubicBezTo>
                  <a:cubicBezTo>
                    <a:pt x="149" y="0"/>
                    <a:pt x="149" y="0"/>
                    <a:pt x="149" y="0"/>
                  </a:cubicBezTo>
                  <a:cubicBezTo>
                    <a:pt x="33" y="0"/>
                    <a:pt x="33" y="0"/>
                    <a:pt x="33" y="0"/>
                  </a:cubicBezTo>
                  <a:lnTo>
                    <a:pt x="39" y="7"/>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5" name="Idaho">
              <a:extLst>
                <a:ext uri="{FF2B5EF4-FFF2-40B4-BE49-F238E27FC236}">
                  <a16:creationId xmlns:a16="http://schemas.microsoft.com/office/drawing/2014/main" id="{1E740FF8-6B7F-0C4B-B74E-D962061DAD48}"/>
                </a:ext>
              </a:extLst>
            </p:cNvPr>
            <p:cNvSpPr>
              <a:spLocks/>
            </p:cNvSpPr>
            <p:nvPr/>
          </p:nvSpPr>
          <p:spPr bwMode="auto">
            <a:xfrm>
              <a:off x="3258846" y="885931"/>
              <a:ext cx="904459" cy="1337463"/>
            </a:xfrm>
            <a:custGeom>
              <a:avLst/>
              <a:gdLst>
                <a:gd name="T0" fmla="*/ 9 w 229"/>
                <a:gd name="T1" fmla="*/ 148 h 338"/>
                <a:gd name="T2" fmla="*/ 19 w 229"/>
                <a:gd name="T3" fmla="*/ 163 h 338"/>
                <a:gd name="T4" fmla="*/ 4 w 229"/>
                <a:gd name="T5" fmla="*/ 201 h 338"/>
                <a:gd name="T6" fmla="*/ 4 w 229"/>
                <a:gd name="T7" fmla="*/ 215 h 338"/>
                <a:gd name="T8" fmla="*/ 7 w 229"/>
                <a:gd name="T9" fmla="*/ 248 h 338"/>
                <a:gd name="T10" fmla="*/ 0 w 229"/>
                <a:gd name="T11" fmla="*/ 293 h 338"/>
                <a:gd name="T12" fmla="*/ 2 w 229"/>
                <a:gd name="T13" fmla="*/ 338 h 338"/>
                <a:gd name="T14" fmla="*/ 118 w 229"/>
                <a:gd name="T15" fmla="*/ 338 h 338"/>
                <a:gd name="T16" fmla="*/ 229 w 229"/>
                <a:gd name="T17" fmla="*/ 338 h 338"/>
                <a:gd name="T18" fmla="*/ 222 w 229"/>
                <a:gd name="T19" fmla="*/ 216 h 338"/>
                <a:gd name="T20" fmla="*/ 205 w 229"/>
                <a:gd name="T21" fmla="*/ 221 h 338"/>
                <a:gd name="T22" fmla="*/ 196 w 229"/>
                <a:gd name="T23" fmla="*/ 225 h 338"/>
                <a:gd name="T24" fmla="*/ 194 w 229"/>
                <a:gd name="T25" fmla="*/ 224 h 338"/>
                <a:gd name="T26" fmla="*/ 183 w 229"/>
                <a:gd name="T27" fmla="*/ 224 h 338"/>
                <a:gd name="T28" fmla="*/ 178 w 229"/>
                <a:gd name="T29" fmla="*/ 224 h 338"/>
                <a:gd name="T30" fmla="*/ 162 w 229"/>
                <a:gd name="T31" fmla="*/ 224 h 338"/>
                <a:gd name="T32" fmla="*/ 147 w 229"/>
                <a:gd name="T33" fmla="*/ 212 h 338"/>
                <a:gd name="T34" fmla="*/ 145 w 229"/>
                <a:gd name="T35" fmla="*/ 214 h 338"/>
                <a:gd name="T36" fmla="*/ 145 w 229"/>
                <a:gd name="T37" fmla="*/ 214 h 338"/>
                <a:gd name="T38" fmla="*/ 144 w 229"/>
                <a:gd name="T39" fmla="*/ 206 h 338"/>
                <a:gd name="T40" fmla="*/ 133 w 229"/>
                <a:gd name="T41" fmla="*/ 194 h 338"/>
                <a:gd name="T42" fmla="*/ 128 w 229"/>
                <a:gd name="T43" fmla="*/ 173 h 338"/>
                <a:gd name="T44" fmla="*/ 113 w 229"/>
                <a:gd name="T45" fmla="*/ 166 h 338"/>
                <a:gd name="T46" fmla="*/ 110 w 229"/>
                <a:gd name="T47" fmla="*/ 166 h 338"/>
                <a:gd name="T48" fmla="*/ 100 w 229"/>
                <a:gd name="T49" fmla="*/ 167 h 338"/>
                <a:gd name="T50" fmla="*/ 100 w 229"/>
                <a:gd name="T51" fmla="*/ 153 h 338"/>
                <a:gd name="T52" fmla="*/ 100 w 229"/>
                <a:gd name="T53" fmla="*/ 151 h 338"/>
                <a:gd name="T54" fmla="*/ 99 w 229"/>
                <a:gd name="T55" fmla="*/ 141 h 338"/>
                <a:gd name="T56" fmla="*/ 93 w 229"/>
                <a:gd name="T57" fmla="*/ 107 h 338"/>
                <a:gd name="T58" fmla="*/ 78 w 229"/>
                <a:gd name="T59" fmla="*/ 101 h 338"/>
                <a:gd name="T60" fmla="*/ 78 w 229"/>
                <a:gd name="T61" fmla="*/ 97 h 338"/>
                <a:gd name="T62" fmla="*/ 71 w 229"/>
                <a:gd name="T63" fmla="*/ 87 h 338"/>
                <a:gd name="T64" fmla="*/ 63 w 229"/>
                <a:gd name="T65" fmla="*/ 82 h 338"/>
                <a:gd name="T66" fmla="*/ 53 w 229"/>
                <a:gd name="T67" fmla="*/ 77 h 338"/>
                <a:gd name="T68" fmla="*/ 50 w 229"/>
                <a:gd name="T69" fmla="*/ 63 h 338"/>
                <a:gd name="T70" fmla="*/ 40 w 229"/>
                <a:gd name="T71" fmla="*/ 59 h 338"/>
                <a:gd name="T72" fmla="*/ 2 w 229"/>
                <a:gd name="T73" fmla="*/ 0 h 338"/>
                <a:gd name="T74" fmla="*/ 3 w 229"/>
                <a:gd name="T75" fmla="*/ 148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9" h="338">
                  <a:moveTo>
                    <a:pt x="3" y="148"/>
                  </a:moveTo>
                  <a:cubicBezTo>
                    <a:pt x="6" y="148"/>
                    <a:pt x="9" y="148"/>
                    <a:pt x="9" y="148"/>
                  </a:cubicBezTo>
                  <a:cubicBezTo>
                    <a:pt x="15" y="154"/>
                    <a:pt x="15" y="154"/>
                    <a:pt x="15" y="154"/>
                  </a:cubicBezTo>
                  <a:cubicBezTo>
                    <a:pt x="19" y="163"/>
                    <a:pt x="19" y="163"/>
                    <a:pt x="19" y="163"/>
                  </a:cubicBezTo>
                  <a:cubicBezTo>
                    <a:pt x="19" y="189"/>
                    <a:pt x="19" y="189"/>
                    <a:pt x="19" y="189"/>
                  </a:cubicBezTo>
                  <a:cubicBezTo>
                    <a:pt x="4" y="201"/>
                    <a:pt x="4" y="201"/>
                    <a:pt x="4" y="201"/>
                  </a:cubicBezTo>
                  <a:cubicBezTo>
                    <a:pt x="2" y="211"/>
                    <a:pt x="2" y="211"/>
                    <a:pt x="2" y="211"/>
                  </a:cubicBezTo>
                  <a:cubicBezTo>
                    <a:pt x="4" y="215"/>
                    <a:pt x="4" y="215"/>
                    <a:pt x="4" y="215"/>
                  </a:cubicBezTo>
                  <a:cubicBezTo>
                    <a:pt x="7" y="236"/>
                    <a:pt x="7" y="236"/>
                    <a:pt x="7" y="236"/>
                  </a:cubicBezTo>
                  <a:cubicBezTo>
                    <a:pt x="7" y="248"/>
                    <a:pt x="7" y="248"/>
                    <a:pt x="7" y="248"/>
                  </a:cubicBezTo>
                  <a:cubicBezTo>
                    <a:pt x="2" y="263"/>
                    <a:pt x="2" y="263"/>
                    <a:pt x="2" y="263"/>
                  </a:cubicBezTo>
                  <a:cubicBezTo>
                    <a:pt x="0" y="293"/>
                    <a:pt x="0" y="293"/>
                    <a:pt x="0" y="293"/>
                  </a:cubicBezTo>
                  <a:cubicBezTo>
                    <a:pt x="2" y="312"/>
                    <a:pt x="2" y="312"/>
                    <a:pt x="2" y="312"/>
                  </a:cubicBezTo>
                  <a:cubicBezTo>
                    <a:pt x="2" y="338"/>
                    <a:pt x="2" y="338"/>
                    <a:pt x="2" y="338"/>
                  </a:cubicBezTo>
                  <a:cubicBezTo>
                    <a:pt x="2" y="338"/>
                    <a:pt x="2" y="338"/>
                    <a:pt x="2" y="338"/>
                  </a:cubicBezTo>
                  <a:cubicBezTo>
                    <a:pt x="118" y="338"/>
                    <a:pt x="118" y="338"/>
                    <a:pt x="118" y="338"/>
                  </a:cubicBezTo>
                  <a:cubicBezTo>
                    <a:pt x="229" y="338"/>
                    <a:pt x="229" y="338"/>
                    <a:pt x="229" y="338"/>
                  </a:cubicBezTo>
                  <a:cubicBezTo>
                    <a:pt x="229" y="338"/>
                    <a:pt x="229" y="338"/>
                    <a:pt x="229" y="338"/>
                  </a:cubicBezTo>
                  <a:cubicBezTo>
                    <a:pt x="229" y="216"/>
                    <a:pt x="229" y="216"/>
                    <a:pt x="229" y="216"/>
                  </a:cubicBezTo>
                  <a:cubicBezTo>
                    <a:pt x="222" y="216"/>
                    <a:pt x="222" y="216"/>
                    <a:pt x="222" y="216"/>
                  </a:cubicBezTo>
                  <a:cubicBezTo>
                    <a:pt x="216" y="217"/>
                    <a:pt x="216" y="217"/>
                    <a:pt x="216" y="217"/>
                  </a:cubicBezTo>
                  <a:cubicBezTo>
                    <a:pt x="205" y="221"/>
                    <a:pt x="205" y="221"/>
                    <a:pt x="205" y="221"/>
                  </a:cubicBezTo>
                  <a:cubicBezTo>
                    <a:pt x="200" y="224"/>
                    <a:pt x="200" y="224"/>
                    <a:pt x="200" y="224"/>
                  </a:cubicBezTo>
                  <a:cubicBezTo>
                    <a:pt x="198" y="225"/>
                    <a:pt x="197" y="225"/>
                    <a:pt x="196" y="225"/>
                  </a:cubicBezTo>
                  <a:cubicBezTo>
                    <a:pt x="195" y="225"/>
                    <a:pt x="195" y="225"/>
                    <a:pt x="195" y="225"/>
                  </a:cubicBezTo>
                  <a:cubicBezTo>
                    <a:pt x="194" y="224"/>
                    <a:pt x="194" y="224"/>
                    <a:pt x="194" y="224"/>
                  </a:cubicBezTo>
                  <a:cubicBezTo>
                    <a:pt x="193" y="224"/>
                    <a:pt x="189" y="224"/>
                    <a:pt x="187" y="224"/>
                  </a:cubicBezTo>
                  <a:cubicBezTo>
                    <a:pt x="185" y="224"/>
                    <a:pt x="183" y="224"/>
                    <a:pt x="183" y="224"/>
                  </a:cubicBezTo>
                  <a:cubicBezTo>
                    <a:pt x="182" y="224"/>
                    <a:pt x="181" y="223"/>
                    <a:pt x="180" y="223"/>
                  </a:cubicBezTo>
                  <a:cubicBezTo>
                    <a:pt x="179" y="223"/>
                    <a:pt x="179" y="223"/>
                    <a:pt x="178" y="224"/>
                  </a:cubicBezTo>
                  <a:cubicBezTo>
                    <a:pt x="177" y="224"/>
                    <a:pt x="176" y="224"/>
                    <a:pt x="174" y="224"/>
                  </a:cubicBezTo>
                  <a:cubicBezTo>
                    <a:pt x="162" y="224"/>
                    <a:pt x="162" y="224"/>
                    <a:pt x="162" y="224"/>
                  </a:cubicBezTo>
                  <a:cubicBezTo>
                    <a:pt x="161" y="224"/>
                    <a:pt x="157" y="222"/>
                    <a:pt x="151" y="216"/>
                  </a:cubicBezTo>
                  <a:cubicBezTo>
                    <a:pt x="150" y="213"/>
                    <a:pt x="149" y="212"/>
                    <a:pt x="147" y="212"/>
                  </a:cubicBezTo>
                  <a:cubicBezTo>
                    <a:pt x="146" y="213"/>
                    <a:pt x="146" y="213"/>
                    <a:pt x="146" y="213"/>
                  </a:cubicBezTo>
                  <a:cubicBezTo>
                    <a:pt x="145" y="214"/>
                    <a:pt x="145" y="214"/>
                    <a:pt x="145" y="214"/>
                  </a:cubicBezTo>
                  <a:cubicBezTo>
                    <a:pt x="145" y="214"/>
                    <a:pt x="145" y="214"/>
                    <a:pt x="145" y="214"/>
                  </a:cubicBezTo>
                  <a:cubicBezTo>
                    <a:pt x="145" y="214"/>
                    <a:pt x="145" y="214"/>
                    <a:pt x="145" y="214"/>
                  </a:cubicBezTo>
                  <a:cubicBezTo>
                    <a:pt x="144" y="214"/>
                    <a:pt x="144" y="214"/>
                    <a:pt x="144" y="214"/>
                  </a:cubicBezTo>
                  <a:cubicBezTo>
                    <a:pt x="144" y="206"/>
                    <a:pt x="144" y="206"/>
                    <a:pt x="144" y="206"/>
                  </a:cubicBezTo>
                  <a:cubicBezTo>
                    <a:pt x="140" y="206"/>
                    <a:pt x="140" y="206"/>
                    <a:pt x="140" y="206"/>
                  </a:cubicBezTo>
                  <a:cubicBezTo>
                    <a:pt x="133" y="194"/>
                    <a:pt x="133" y="194"/>
                    <a:pt x="133" y="194"/>
                  </a:cubicBezTo>
                  <a:cubicBezTo>
                    <a:pt x="128" y="188"/>
                    <a:pt x="128" y="188"/>
                    <a:pt x="128" y="188"/>
                  </a:cubicBezTo>
                  <a:cubicBezTo>
                    <a:pt x="128" y="173"/>
                    <a:pt x="128" y="173"/>
                    <a:pt x="128" y="173"/>
                  </a:cubicBezTo>
                  <a:cubicBezTo>
                    <a:pt x="127" y="172"/>
                    <a:pt x="122" y="168"/>
                    <a:pt x="115" y="167"/>
                  </a:cubicBezTo>
                  <a:cubicBezTo>
                    <a:pt x="114" y="166"/>
                    <a:pt x="113" y="166"/>
                    <a:pt x="113" y="166"/>
                  </a:cubicBezTo>
                  <a:cubicBezTo>
                    <a:pt x="111" y="166"/>
                    <a:pt x="111" y="166"/>
                    <a:pt x="111" y="166"/>
                  </a:cubicBezTo>
                  <a:cubicBezTo>
                    <a:pt x="110" y="166"/>
                    <a:pt x="110" y="166"/>
                    <a:pt x="110" y="166"/>
                  </a:cubicBezTo>
                  <a:cubicBezTo>
                    <a:pt x="110" y="167"/>
                    <a:pt x="110" y="167"/>
                    <a:pt x="110" y="167"/>
                  </a:cubicBezTo>
                  <a:cubicBezTo>
                    <a:pt x="100" y="167"/>
                    <a:pt x="100" y="167"/>
                    <a:pt x="100" y="167"/>
                  </a:cubicBezTo>
                  <a:cubicBezTo>
                    <a:pt x="100" y="166"/>
                    <a:pt x="100" y="166"/>
                    <a:pt x="100" y="166"/>
                  </a:cubicBezTo>
                  <a:cubicBezTo>
                    <a:pt x="100" y="163"/>
                    <a:pt x="98" y="156"/>
                    <a:pt x="100" y="153"/>
                  </a:cubicBezTo>
                  <a:cubicBezTo>
                    <a:pt x="100" y="152"/>
                    <a:pt x="100" y="151"/>
                    <a:pt x="100" y="151"/>
                  </a:cubicBezTo>
                  <a:cubicBezTo>
                    <a:pt x="100" y="151"/>
                    <a:pt x="100" y="151"/>
                    <a:pt x="100" y="151"/>
                  </a:cubicBezTo>
                  <a:cubicBezTo>
                    <a:pt x="100" y="151"/>
                    <a:pt x="99" y="150"/>
                    <a:pt x="99" y="148"/>
                  </a:cubicBezTo>
                  <a:cubicBezTo>
                    <a:pt x="98" y="144"/>
                    <a:pt x="98" y="141"/>
                    <a:pt x="99" y="141"/>
                  </a:cubicBezTo>
                  <a:cubicBezTo>
                    <a:pt x="99" y="113"/>
                    <a:pt x="99" y="113"/>
                    <a:pt x="99" y="113"/>
                  </a:cubicBezTo>
                  <a:cubicBezTo>
                    <a:pt x="93" y="107"/>
                    <a:pt x="93" y="107"/>
                    <a:pt x="93" y="107"/>
                  </a:cubicBezTo>
                  <a:cubicBezTo>
                    <a:pt x="89" y="106"/>
                    <a:pt x="89" y="106"/>
                    <a:pt x="89" y="106"/>
                  </a:cubicBezTo>
                  <a:cubicBezTo>
                    <a:pt x="86" y="105"/>
                    <a:pt x="80" y="102"/>
                    <a:pt x="78" y="101"/>
                  </a:cubicBezTo>
                  <a:cubicBezTo>
                    <a:pt x="78" y="101"/>
                    <a:pt x="78" y="101"/>
                    <a:pt x="78" y="101"/>
                  </a:cubicBezTo>
                  <a:cubicBezTo>
                    <a:pt x="78" y="97"/>
                    <a:pt x="78" y="97"/>
                    <a:pt x="78" y="97"/>
                  </a:cubicBezTo>
                  <a:cubicBezTo>
                    <a:pt x="71" y="93"/>
                    <a:pt x="71" y="93"/>
                    <a:pt x="71" y="93"/>
                  </a:cubicBezTo>
                  <a:cubicBezTo>
                    <a:pt x="71" y="87"/>
                    <a:pt x="71" y="87"/>
                    <a:pt x="71" y="87"/>
                  </a:cubicBezTo>
                  <a:cubicBezTo>
                    <a:pt x="63" y="87"/>
                    <a:pt x="63" y="87"/>
                    <a:pt x="63" y="87"/>
                  </a:cubicBezTo>
                  <a:cubicBezTo>
                    <a:pt x="63" y="82"/>
                    <a:pt x="63" y="82"/>
                    <a:pt x="63" y="82"/>
                  </a:cubicBezTo>
                  <a:cubicBezTo>
                    <a:pt x="59" y="77"/>
                    <a:pt x="59" y="77"/>
                    <a:pt x="59" y="77"/>
                  </a:cubicBezTo>
                  <a:cubicBezTo>
                    <a:pt x="53" y="77"/>
                    <a:pt x="53" y="77"/>
                    <a:pt x="53" y="77"/>
                  </a:cubicBezTo>
                  <a:cubicBezTo>
                    <a:pt x="53" y="69"/>
                    <a:pt x="53" y="69"/>
                    <a:pt x="53" y="69"/>
                  </a:cubicBezTo>
                  <a:cubicBezTo>
                    <a:pt x="50" y="63"/>
                    <a:pt x="50" y="63"/>
                    <a:pt x="50" y="63"/>
                  </a:cubicBezTo>
                  <a:cubicBezTo>
                    <a:pt x="50" y="59"/>
                    <a:pt x="50" y="59"/>
                    <a:pt x="50" y="59"/>
                  </a:cubicBezTo>
                  <a:cubicBezTo>
                    <a:pt x="40" y="59"/>
                    <a:pt x="40" y="59"/>
                    <a:pt x="40" y="59"/>
                  </a:cubicBezTo>
                  <a:cubicBezTo>
                    <a:pt x="40" y="0"/>
                    <a:pt x="40" y="0"/>
                    <a:pt x="40" y="0"/>
                  </a:cubicBezTo>
                  <a:cubicBezTo>
                    <a:pt x="2" y="0"/>
                    <a:pt x="2" y="0"/>
                    <a:pt x="2" y="0"/>
                  </a:cubicBezTo>
                  <a:cubicBezTo>
                    <a:pt x="2" y="149"/>
                    <a:pt x="2" y="149"/>
                    <a:pt x="2" y="149"/>
                  </a:cubicBezTo>
                  <a:lnTo>
                    <a:pt x="3" y="148"/>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6" name="Hawaii">
              <a:extLst>
                <a:ext uri="{FF2B5EF4-FFF2-40B4-BE49-F238E27FC236}">
                  <a16:creationId xmlns:a16="http://schemas.microsoft.com/office/drawing/2014/main" id="{36AB88C1-86AB-4647-A463-0D8032089AFE}"/>
                </a:ext>
              </a:extLst>
            </p:cNvPr>
            <p:cNvSpPr>
              <a:spLocks noEditPoints="1"/>
            </p:cNvSpPr>
            <p:nvPr/>
          </p:nvSpPr>
          <p:spPr bwMode="auto">
            <a:xfrm>
              <a:off x="3676802" y="5009494"/>
              <a:ext cx="1747409" cy="976031"/>
            </a:xfrm>
            <a:custGeom>
              <a:avLst/>
              <a:gdLst>
                <a:gd name="T0" fmla="*/ 1 w 1313"/>
                <a:gd name="T1" fmla="*/ 1 h 734"/>
                <a:gd name="T2" fmla="*/ 10 w 1313"/>
                <a:gd name="T3" fmla="*/ 17 h 734"/>
                <a:gd name="T4" fmla="*/ 17 w 1313"/>
                <a:gd name="T5" fmla="*/ 3 h 734"/>
                <a:gd name="T6" fmla="*/ 1 w 1313"/>
                <a:gd name="T7" fmla="*/ 1 h 734"/>
                <a:gd name="T8" fmla="*/ 391 w 1313"/>
                <a:gd name="T9" fmla="*/ 194 h 734"/>
                <a:gd name="T10" fmla="*/ 458 w 1313"/>
                <a:gd name="T11" fmla="*/ 217 h 734"/>
                <a:gd name="T12" fmla="*/ 474 w 1313"/>
                <a:gd name="T13" fmla="*/ 150 h 734"/>
                <a:gd name="T14" fmla="*/ 391 w 1313"/>
                <a:gd name="T15" fmla="*/ 194 h 734"/>
                <a:gd name="T16" fmla="*/ 311 w 1313"/>
                <a:gd name="T17" fmla="*/ 233 h 734"/>
                <a:gd name="T18" fmla="*/ 322 w 1313"/>
                <a:gd name="T19" fmla="*/ 242 h 734"/>
                <a:gd name="T20" fmla="*/ 343 w 1313"/>
                <a:gd name="T21" fmla="*/ 219 h 734"/>
                <a:gd name="T22" fmla="*/ 348 w 1313"/>
                <a:gd name="T23" fmla="*/ 196 h 734"/>
                <a:gd name="T24" fmla="*/ 311 w 1313"/>
                <a:gd name="T25" fmla="*/ 233 h 734"/>
                <a:gd name="T26" fmla="*/ 766 w 1313"/>
                <a:gd name="T27" fmla="*/ 276 h 734"/>
                <a:gd name="T28" fmla="*/ 752 w 1313"/>
                <a:gd name="T29" fmla="*/ 281 h 734"/>
                <a:gd name="T30" fmla="*/ 745 w 1313"/>
                <a:gd name="T31" fmla="*/ 260 h 734"/>
                <a:gd name="T32" fmla="*/ 715 w 1313"/>
                <a:gd name="T33" fmla="*/ 230 h 734"/>
                <a:gd name="T34" fmla="*/ 690 w 1313"/>
                <a:gd name="T35" fmla="*/ 256 h 734"/>
                <a:gd name="T36" fmla="*/ 662 w 1313"/>
                <a:gd name="T37" fmla="*/ 263 h 734"/>
                <a:gd name="T38" fmla="*/ 697 w 1313"/>
                <a:gd name="T39" fmla="*/ 313 h 734"/>
                <a:gd name="T40" fmla="*/ 754 w 1313"/>
                <a:gd name="T41" fmla="*/ 318 h 734"/>
                <a:gd name="T42" fmla="*/ 782 w 1313"/>
                <a:gd name="T43" fmla="*/ 304 h 734"/>
                <a:gd name="T44" fmla="*/ 766 w 1313"/>
                <a:gd name="T45" fmla="*/ 276 h 734"/>
                <a:gd name="T46" fmla="*/ 899 w 1313"/>
                <a:gd name="T47" fmla="*/ 313 h 734"/>
                <a:gd name="T48" fmla="*/ 848 w 1313"/>
                <a:gd name="T49" fmla="*/ 315 h 734"/>
                <a:gd name="T50" fmla="*/ 842 w 1313"/>
                <a:gd name="T51" fmla="*/ 341 h 734"/>
                <a:gd name="T52" fmla="*/ 950 w 1313"/>
                <a:gd name="T53" fmla="*/ 320 h 734"/>
                <a:gd name="T54" fmla="*/ 899 w 1313"/>
                <a:gd name="T55" fmla="*/ 313 h 734"/>
                <a:gd name="T56" fmla="*/ 996 w 1313"/>
                <a:gd name="T57" fmla="*/ 366 h 734"/>
                <a:gd name="T58" fmla="*/ 952 w 1313"/>
                <a:gd name="T59" fmla="*/ 366 h 734"/>
                <a:gd name="T60" fmla="*/ 993 w 1313"/>
                <a:gd name="T61" fmla="*/ 389 h 734"/>
                <a:gd name="T62" fmla="*/ 1002 w 1313"/>
                <a:gd name="T63" fmla="*/ 426 h 734"/>
                <a:gd name="T64" fmla="*/ 1012 w 1313"/>
                <a:gd name="T65" fmla="*/ 430 h 734"/>
                <a:gd name="T66" fmla="*/ 1085 w 1313"/>
                <a:gd name="T67" fmla="*/ 384 h 734"/>
                <a:gd name="T68" fmla="*/ 996 w 1313"/>
                <a:gd name="T69" fmla="*/ 366 h 734"/>
                <a:gd name="T70" fmla="*/ 888 w 1313"/>
                <a:gd name="T71" fmla="*/ 375 h 734"/>
                <a:gd name="T72" fmla="*/ 906 w 1313"/>
                <a:gd name="T73" fmla="*/ 407 h 734"/>
                <a:gd name="T74" fmla="*/ 888 w 1313"/>
                <a:gd name="T75" fmla="*/ 375 h 734"/>
                <a:gd name="T76" fmla="*/ 986 w 1313"/>
                <a:gd name="T77" fmla="*/ 426 h 734"/>
                <a:gd name="T78" fmla="*/ 956 w 1313"/>
                <a:gd name="T79" fmla="*/ 444 h 734"/>
                <a:gd name="T80" fmla="*/ 989 w 1313"/>
                <a:gd name="T81" fmla="*/ 442 h 734"/>
                <a:gd name="T82" fmla="*/ 986 w 1313"/>
                <a:gd name="T83" fmla="*/ 426 h 734"/>
                <a:gd name="T84" fmla="*/ 1276 w 1313"/>
                <a:gd name="T85" fmla="*/ 566 h 734"/>
                <a:gd name="T86" fmla="*/ 1260 w 1313"/>
                <a:gd name="T87" fmla="*/ 566 h 734"/>
                <a:gd name="T88" fmla="*/ 1260 w 1313"/>
                <a:gd name="T89" fmla="*/ 545 h 734"/>
                <a:gd name="T90" fmla="*/ 1161 w 1313"/>
                <a:gd name="T91" fmla="*/ 502 h 734"/>
                <a:gd name="T92" fmla="*/ 1108 w 1313"/>
                <a:gd name="T93" fmla="*/ 479 h 734"/>
                <a:gd name="T94" fmla="*/ 1104 w 1313"/>
                <a:gd name="T95" fmla="*/ 481 h 734"/>
                <a:gd name="T96" fmla="*/ 1120 w 1313"/>
                <a:gd name="T97" fmla="*/ 531 h 734"/>
                <a:gd name="T98" fmla="*/ 1081 w 1313"/>
                <a:gd name="T99" fmla="*/ 584 h 734"/>
                <a:gd name="T100" fmla="*/ 1104 w 1313"/>
                <a:gd name="T101" fmla="*/ 628 h 734"/>
                <a:gd name="T102" fmla="*/ 1120 w 1313"/>
                <a:gd name="T103" fmla="*/ 658 h 734"/>
                <a:gd name="T104" fmla="*/ 1115 w 1313"/>
                <a:gd name="T105" fmla="*/ 697 h 734"/>
                <a:gd name="T106" fmla="*/ 1166 w 1313"/>
                <a:gd name="T107" fmla="*/ 734 h 734"/>
                <a:gd name="T108" fmla="*/ 1186 w 1313"/>
                <a:gd name="T109" fmla="*/ 697 h 734"/>
                <a:gd name="T110" fmla="*/ 1234 w 1313"/>
                <a:gd name="T111" fmla="*/ 660 h 734"/>
                <a:gd name="T112" fmla="*/ 1313 w 1313"/>
                <a:gd name="T113" fmla="*/ 605 h 734"/>
                <a:gd name="T114" fmla="*/ 1276 w 1313"/>
                <a:gd name="T115" fmla="*/ 5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3" h="734">
                  <a:moveTo>
                    <a:pt x="1" y="1"/>
                  </a:moveTo>
                  <a:cubicBezTo>
                    <a:pt x="0" y="10"/>
                    <a:pt x="2" y="17"/>
                    <a:pt x="10" y="17"/>
                  </a:cubicBezTo>
                  <a:cubicBezTo>
                    <a:pt x="15" y="15"/>
                    <a:pt x="18" y="11"/>
                    <a:pt x="17" y="3"/>
                  </a:cubicBezTo>
                  <a:cubicBezTo>
                    <a:pt x="9" y="5"/>
                    <a:pt x="8" y="0"/>
                    <a:pt x="1" y="1"/>
                  </a:cubicBezTo>
                  <a:close/>
                  <a:moveTo>
                    <a:pt x="391" y="194"/>
                  </a:moveTo>
                  <a:cubicBezTo>
                    <a:pt x="411" y="205"/>
                    <a:pt x="431" y="219"/>
                    <a:pt x="458" y="217"/>
                  </a:cubicBezTo>
                  <a:cubicBezTo>
                    <a:pt x="477" y="204"/>
                    <a:pt x="485" y="172"/>
                    <a:pt x="474" y="150"/>
                  </a:cubicBezTo>
                  <a:cubicBezTo>
                    <a:pt x="432" y="142"/>
                    <a:pt x="396" y="153"/>
                    <a:pt x="391" y="194"/>
                  </a:cubicBezTo>
                  <a:close/>
                  <a:moveTo>
                    <a:pt x="311" y="233"/>
                  </a:moveTo>
                  <a:cubicBezTo>
                    <a:pt x="314" y="237"/>
                    <a:pt x="316" y="242"/>
                    <a:pt x="322" y="242"/>
                  </a:cubicBezTo>
                  <a:cubicBezTo>
                    <a:pt x="324" y="229"/>
                    <a:pt x="332" y="222"/>
                    <a:pt x="343" y="219"/>
                  </a:cubicBezTo>
                  <a:cubicBezTo>
                    <a:pt x="340" y="207"/>
                    <a:pt x="348" y="205"/>
                    <a:pt x="348" y="196"/>
                  </a:cubicBezTo>
                  <a:cubicBezTo>
                    <a:pt x="329" y="202"/>
                    <a:pt x="315" y="212"/>
                    <a:pt x="311" y="233"/>
                  </a:cubicBezTo>
                  <a:close/>
                  <a:moveTo>
                    <a:pt x="766" y="276"/>
                  </a:moveTo>
                  <a:cubicBezTo>
                    <a:pt x="758" y="275"/>
                    <a:pt x="754" y="277"/>
                    <a:pt x="752" y="281"/>
                  </a:cubicBezTo>
                  <a:cubicBezTo>
                    <a:pt x="742" y="276"/>
                    <a:pt x="744" y="273"/>
                    <a:pt x="745" y="260"/>
                  </a:cubicBezTo>
                  <a:cubicBezTo>
                    <a:pt x="730" y="256"/>
                    <a:pt x="731" y="235"/>
                    <a:pt x="715" y="230"/>
                  </a:cubicBezTo>
                  <a:cubicBezTo>
                    <a:pt x="702" y="234"/>
                    <a:pt x="699" y="248"/>
                    <a:pt x="690" y="256"/>
                  </a:cubicBezTo>
                  <a:cubicBezTo>
                    <a:pt x="679" y="256"/>
                    <a:pt x="667" y="255"/>
                    <a:pt x="662" y="263"/>
                  </a:cubicBezTo>
                  <a:cubicBezTo>
                    <a:pt x="680" y="282"/>
                    <a:pt x="683" y="289"/>
                    <a:pt x="697" y="313"/>
                  </a:cubicBezTo>
                  <a:cubicBezTo>
                    <a:pt x="720" y="309"/>
                    <a:pt x="737" y="306"/>
                    <a:pt x="754" y="318"/>
                  </a:cubicBezTo>
                  <a:cubicBezTo>
                    <a:pt x="764" y="310"/>
                    <a:pt x="778" y="319"/>
                    <a:pt x="782" y="304"/>
                  </a:cubicBezTo>
                  <a:cubicBezTo>
                    <a:pt x="772" y="299"/>
                    <a:pt x="762" y="287"/>
                    <a:pt x="766" y="276"/>
                  </a:cubicBezTo>
                  <a:close/>
                  <a:moveTo>
                    <a:pt x="899" y="313"/>
                  </a:moveTo>
                  <a:cubicBezTo>
                    <a:pt x="894" y="326"/>
                    <a:pt x="864" y="314"/>
                    <a:pt x="848" y="315"/>
                  </a:cubicBezTo>
                  <a:cubicBezTo>
                    <a:pt x="855" y="327"/>
                    <a:pt x="839" y="327"/>
                    <a:pt x="842" y="341"/>
                  </a:cubicBezTo>
                  <a:cubicBezTo>
                    <a:pt x="883" y="332"/>
                    <a:pt x="936" y="365"/>
                    <a:pt x="950" y="320"/>
                  </a:cubicBezTo>
                  <a:cubicBezTo>
                    <a:pt x="927" y="314"/>
                    <a:pt x="913" y="329"/>
                    <a:pt x="899" y="313"/>
                  </a:cubicBezTo>
                  <a:close/>
                  <a:moveTo>
                    <a:pt x="996" y="366"/>
                  </a:moveTo>
                  <a:cubicBezTo>
                    <a:pt x="985" y="342"/>
                    <a:pt x="950" y="336"/>
                    <a:pt x="952" y="366"/>
                  </a:cubicBezTo>
                  <a:cubicBezTo>
                    <a:pt x="953" y="382"/>
                    <a:pt x="976" y="399"/>
                    <a:pt x="993" y="389"/>
                  </a:cubicBezTo>
                  <a:cubicBezTo>
                    <a:pt x="1000" y="397"/>
                    <a:pt x="999" y="414"/>
                    <a:pt x="1002" y="426"/>
                  </a:cubicBezTo>
                  <a:cubicBezTo>
                    <a:pt x="1007" y="426"/>
                    <a:pt x="1010" y="427"/>
                    <a:pt x="1012" y="430"/>
                  </a:cubicBezTo>
                  <a:cubicBezTo>
                    <a:pt x="1040" y="416"/>
                    <a:pt x="1081" y="425"/>
                    <a:pt x="1085" y="384"/>
                  </a:cubicBezTo>
                  <a:cubicBezTo>
                    <a:pt x="1052" y="374"/>
                    <a:pt x="1028" y="340"/>
                    <a:pt x="996" y="366"/>
                  </a:cubicBezTo>
                  <a:close/>
                  <a:moveTo>
                    <a:pt x="888" y="375"/>
                  </a:moveTo>
                  <a:cubicBezTo>
                    <a:pt x="896" y="383"/>
                    <a:pt x="903" y="393"/>
                    <a:pt x="906" y="407"/>
                  </a:cubicBezTo>
                  <a:cubicBezTo>
                    <a:pt x="966" y="409"/>
                    <a:pt x="914" y="342"/>
                    <a:pt x="888" y="375"/>
                  </a:cubicBezTo>
                  <a:close/>
                  <a:moveTo>
                    <a:pt x="986" y="426"/>
                  </a:moveTo>
                  <a:cubicBezTo>
                    <a:pt x="974" y="421"/>
                    <a:pt x="959" y="431"/>
                    <a:pt x="956" y="444"/>
                  </a:cubicBezTo>
                  <a:cubicBezTo>
                    <a:pt x="965" y="449"/>
                    <a:pt x="979" y="443"/>
                    <a:pt x="989" y="442"/>
                  </a:cubicBezTo>
                  <a:cubicBezTo>
                    <a:pt x="985" y="435"/>
                    <a:pt x="989" y="430"/>
                    <a:pt x="986" y="426"/>
                  </a:cubicBezTo>
                  <a:close/>
                  <a:moveTo>
                    <a:pt x="1276" y="566"/>
                  </a:moveTo>
                  <a:cubicBezTo>
                    <a:pt x="1269" y="563"/>
                    <a:pt x="1262" y="572"/>
                    <a:pt x="1260" y="566"/>
                  </a:cubicBezTo>
                  <a:cubicBezTo>
                    <a:pt x="1259" y="558"/>
                    <a:pt x="1256" y="553"/>
                    <a:pt x="1260" y="545"/>
                  </a:cubicBezTo>
                  <a:cubicBezTo>
                    <a:pt x="1235" y="524"/>
                    <a:pt x="1200" y="501"/>
                    <a:pt x="1161" y="502"/>
                  </a:cubicBezTo>
                  <a:cubicBezTo>
                    <a:pt x="1145" y="493"/>
                    <a:pt x="1129" y="474"/>
                    <a:pt x="1108" y="479"/>
                  </a:cubicBezTo>
                  <a:cubicBezTo>
                    <a:pt x="1106" y="479"/>
                    <a:pt x="1105" y="480"/>
                    <a:pt x="1104" y="481"/>
                  </a:cubicBezTo>
                  <a:cubicBezTo>
                    <a:pt x="1099" y="508"/>
                    <a:pt x="1116" y="513"/>
                    <a:pt x="1120" y="531"/>
                  </a:cubicBezTo>
                  <a:cubicBezTo>
                    <a:pt x="1109" y="551"/>
                    <a:pt x="1088" y="561"/>
                    <a:pt x="1081" y="584"/>
                  </a:cubicBezTo>
                  <a:cubicBezTo>
                    <a:pt x="1094" y="595"/>
                    <a:pt x="1097" y="612"/>
                    <a:pt x="1104" y="628"/>
                  </a:cubicBezTo>
                  <a:cubicBezTo>
                    <a:pt x="1108" y="638"/>
                    <a:pt x="1118" y="645"/>
                    <a:pt x="1120" y="658"/>
                  </a:cubicBezTo>
                  <a:cubicBezTo>
                    <a:pt x="1121" y="670"/>
                    <a:pt x="1112" y="685"/>
                    <a:pt x="1115" y="697"/>
                  </a:cubicBezTo>
                  <a:cubicBezTo>
                    <a:pt x="1121" y="723"/>
                    <a:pt x="1151" y="715"/>
                    <a:pt x="1166" y="734"/>
                  </a:cubicBezTo>
                  <a:cubicBezTo>
                    <a:pt x="1177" y="725"/>
                    <a:pt x="1185" y="715"/>
                    <a:pt x="1186" y="697"/>
                  </a:cubicBezTo>
                  <a:cubicBezTo>
                    <a:pt x="1204" y="686"/>
                    <a:pt x="1217" y="671"/>
                    <a:pt x="1234" y="660"/>
                  </a:cubicBezTo>
                  <a:cubicBezTo>
                    <a:pt x="1270" y="659"/>
                    <a:pt x="1300" y="636"/>
                    <a:pt x="1313" y="605"/>
                  </a:cubicBezTo>
                  <a:cubicBezTo>
                    <a:pt x="1295" y="597"/>
                    <a:pt x="1279" y="588"/>
                    <a:pt x="1276" y="566"/>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7" name="Georgia">
              <a:extLst>
                <a:ext uri="{FF2B5EF4-FFF2-40B4-BE49-F238E27FC236}">
                  <a16:creationId xmlns:a16="http://schemas.microsoft.com/office/drawing/2014/main" id="{7A484236-405A-084C-A065-FB3BB399C82A}"/>
                </a:ext>
              </a:extLst>
            </p:cNvPr>
            <p:cNvSpPr>
              <a:spLocks/>
            </p:cNvSpPr>
            <p:nvPr/>
          </p:nvSpPr>
          <p:spPr bwMode="auto">
            <a:xfrm>
              <a:off x="8058666" y="3637760"/>
              <a:ext cx="799134" cy="937896"/>
            </a:xfrm>
            <a:custGeom>
              <a:avLst/>
              <a:gdLst>
                <a:gd name="T0" fmla="*/ 469 w 478"/>
                <a:gd name="T1" fmla="*/ 367 h 561"/>
                <a:gd name="T2" fmla="*/ 452 w 478"/>
                <a:gd name="T3" fmla="*/ 343 h 561"/>
                <a:gd name="T4" fmla="*/ 440 w 478"/>
                <a:gd name="T5" fmla="*/ 343 h 561"/>
                <a:gd name="T6" fmla="*/ 426 w 478"/>
                <a:gd name="T7" fmla="*/ 334 h 561"/>
                <a:gd name="T8" fmla="*/ 426 w 478"/>
                <a:gd name="T9" fmla="*/ 315 h 561"/>
                <a:gd name="T10" fmla="*/ 409 w 478"/>
                <a:gd name="T11" fmla="*/ 298 h 561"/>
                <a:gd name="T12" fmla="*/ 409 w 478"/>
                <a:gd name="T13" fmla="*/ 258 h 561"/>
                <a:gd name="T14" fmla="*/ 400 w 478"/>
                <a:gd name="T15" fmla="*/ 248 h 561"/>
                <a:gd name="T16" fmla="*/ 388 w 478"/>
                <a:gd name="T17" fmla="*/ 237 h 561"/>
                <a:gd name="T18" fmla="*/ 369 w 478"/>
                <a:gd name="T19" fmla="*/ 225 h 561"/>
                <a:gd name="T20" fmla="*/ 369 w 478"/>
                <a:gd name="T21" fmla="*/ 203 h 561"/>
                <a:gd name="T22" fmla="*/ 355 w 478"/>
                <a:gd name="T23" fmla="*/ 203 h 561"/>
                <a:gd name="T24" fmla="*/ 355 w 478"/>
                <a:gd name="T25" fmla="*/ 182 h 561"/>
                <a:gd name="T26" fmla="*/ 343 w 478"/>
                <a:gd name="T27" fmla="*/ 170 h 561"/>
                <a:gd name="T28" fmla="*/ 331 w 478"/>
                <a:gd name="T29" fmla="*/ 170 h 561"/>
                <a:gd name="T30" fmla="*/ 315 w 478"/>
                <a:gd name="T31" fmla="*/ 161 h 561"/>
                <a:gd name="T32" fmla="*/ 315 w 478"/>
                <a:gd name="T33" fmla="*/ 147 h 561"/>
                <a:gd name="T34" fmla="*/ 296 w 478"/>
                <a:gd name="T35" fmla="*/ 135 h 561"/>
                <a:gd name="T36" fmla="*/ 289 w 478"/>
                <a:gd name="T37" fmla="*/ 113 h 561"/>
                <a:gd name="T38" fmla="*/ 286 w 478"/>
                <a:gd name="T39" fmla="*/ 85 h 561"/>
                <a:gd name="T40" fmla="*/ 263 w 478"/>
                <a:gd name="T41" fmla="*/ 78 h 561"/>
                <a:gd name="T42" fmla="*/ 227 w 478"/>
                <a:gd name="T43" fmla="*/ 40 h 561"/>
                <a:gd name="T44" fmla="*/ 227 w 478"/>
                <a:gd name="T45" fmla="*/ 0 h 561"/>
                <a:gd name="T46" fmla="*/ 227 w 478"/>
                <a:gd name="T47" fmla="*/ 0 h 561"/>
                <a:gd name="T48" fmla="*/ 97 w 478"/>
                <a:gd name="T49" fmla="*/ 0 h 561"/>
                <a:gd name="T50" fmla="*/ 97 w 478"/>
                <a:gd name="T51" fmla="*/ 0 h 561"/>
                <a:gd name="T52" fmla="*/ 0 w 478"/>
                <a:gd name="T53" fmla="*/ 0 h 561"/>
                <a:gd name="T54" fmla="*/ 0 w 478"/>
                <a:gd name="T55" fmla="*/ 21 h 561"/>
                <a:gd name="T56" fmla="*/ 10 w 478"/>
                <a:gd name="T57" fmla="*/ 52 h 561"/>
                <a:gd name="T58" fmla="*/ 10 w 478"/>
                <a:gd name="T59" fmla="*/ 149 h 561"/>
                <a:gd name="T60" fmla="*/ 19 w 478"/>
                <a:gd name="T61" fmla="*/ 168 h 561"/>
                <a:gd name="T62" fmla="*/ 19 w 478"/>
                <a:gd name="T63" fmla="*/ 182 h 561"/>
                <a:gd name="T64" fmla="*/ 33 w 478"/>
                <a:gd name="T65" fmla="*/ 213 h 561"/>
                <a:gd name="T66" fmla="*/ 33 w 478"/>
                <a:gd name="T67" fmla="*/ 274 h 561"/>
                <a:gd name="T68" fmla="*/ 48 w 478"/>
                <a:gd name="T69" fmla="*/ 312 h 561"/>
                <a:gd name="T70" fmla="*/ 48 w 478"/>
                <a:gd name="T71" fmla="*/ 511 h 561"/>
                <a:gd name="T72" fmla="*/ 50 w 478"/>
                <a:gd name="T73" fmla="*/ 514 h 561"/>
                <a:gd name="T74" fmla="*/ 59 w 478"/>
                <a:gd name="T75" fmla="*/ 530 h 561"/>
                <a:gd name="T76" fmla="*/ 81 w 478"/>
                <a:gd name="T77" fmla="*/ 542 h 561"/>
                <a:gd name="T78" fmla="*/ 182 w 478"/>
                <a:gd name="T79" fmla="*/ 542 h 561"/>
                <a:gd name="T80" fmla="*/ 206 w 478"/>
                <a:gd name="T81" fmla="*/ 561 h 561"/>
                <a:gd name="T82" fmla="*/ 350 w 478"/>
                <a:gd name="T83" fmla="*/ 561 h 561"/>
                <a:gd name="T84" fmla="*/ 364 w 478"/>
                <a:gd name="T85" fmla="*/ 537 h 561"/>
                <a:gd name="T86" fmla="*/ 372 w 478"/>
                <a:gd name="T87" fmla="*/ 530 h 561"/>
                <a:gd name="T88" fmla="*/ 388 w 478"/>
                <a:gd name="T89" fmla="*/ 523 h 561"/>
                <a:gd name="T90" fmla="*/ 443 w 478"/>
                <a:gd name="T91" fmla="*/ 407 h 561"/>
                <a:gd name="T92" fmla="*/ 452 w 478"/>
                <a:gd name="T93" fmla="*/ 407 h 561"/>
                <a:gd name="T94" fmla="*/ 443 w 478"/>
                <a:gd name="T95" fmla="*/ 398 h 561"/>
                <a:gd name="T96" fmla="*/ 452 w 478"/>
                <a:gd name="T97" fmla="*/ 398 h 561"/>
                <a:gd name="T98" fmla="*/ 461 w 478"/>
                <a:gd name="T99" fmla="*/ 388 h 561"/>
                <a:gd name="T100" fmla="*/ 469 w 478"/>
                <a:gd name="T101" fmla="*/ 388 h 561"/>
                <a:gd name="T102" fmla="*/ 478 w 478"/>
                <a:gd name="T103" fmla="*/ 379 h 561"/>
                <a:gd name="T104" fmla="*/ 478 w 478"/>
                <a:gd name="T105" fmla="*/ 376 h 561"/>
                <a:gd name="T106" fmla="*/ 473 w 478"/>
                <a:gd name="T107" fmla="*/ 372 h 561"/>
                <a:gd name="T108" fmla="*/ 469 w 478"/>
                <a:gd name="T109" fmla="*/ 367 h 561"/>
                <a:gd name="T110" fmla="*/ 469 w 478"/>
                <a:gd name="T111" fmla="*/ 367 h 561"/>
                <a:gd name="T112" fmla="*/ 469 w 478"/>
                <a:gd name="T113" fmla="*/ 367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78" h="561">
                  <a:moveTo>
                    <a:pt x="469" y="367"/>
                  </a:moveTo>
                  <a:lnTo>
                    <a:pt x="452" y="343"/>
                  </a:lnTo>
                  <a:lnTo>
                    <a:pt x="440" y="343"/>
                  </a:lnTo>
                  <a:lnTo>
                    <a:pt x="426" y="334"/>
                  </a:lnTo>
                  <a:lnTo>
                    <a:pt x="426" y="315"/>
                  </a:lnTo>
                  <a:lnTo>
                    <a:pt x="409" y="298"/>
                  </a:lnTo>
                  <a:lnTo>
                    <a:pt x="409" y="258"/>
                  </a:lnTo>
                  <a:lnTo>
                    <a:pt x="400" y="248"/>
                  </a:lnTo>
                  <a:lnTo>
                    <a:pt x="388" y="237"/>
                  </a:lnTo>
                  <a:lnTo>
                    <a:pt x="369" y="225"/>
                  </a:lnTo>
                  <a:lnTo>
                    <a:pt x="369" y="203"/>
                  </a:lnTo>
                  <a:lnTo>
                    <a:pt x="355" y="203"/>
                  </a:lnTo>
                  <a:lnTo>
                    <a:pt x="355" y="182"/>
                  </a:lnTo>
                  <a:lnTo>
                    <a:pt x="343" y="170"/>
                  </a:lnTo>
                  <a:lnTo>
                    <a:pt x="331" y="170"/>
                  </a:lnTo>
                  <a:lnTo>
                    <a:pt x="315" y="161"/>
                  </a:lnTo>
                  <a:lnTo>
                    <a:pt x="315" y="147"/>
                  </a:lnTo>
                  <a:lnTo>
                    <a:pt x="296" y="135"/>
                  </a:lnTo>
                  <a:lnTo>
                    <a:pt x="289" y="113"/>
                  </a:lnTo>
                  <a:lnTo>
                    <a:pt x="286" y="85"/>
                  </a:lnTo>
                  <a:lnTo>
                    <a:pt x="263" y="78"/>
                  </a:lnTo>
                  <a:lnTo>
                    <a:pt x="227" y="40"/>
                  </a:lnTo>
                  <a:lnTo>
                    <a:pt x="227" y="0"/>
                  </a:lnTo>
                  <a:lnTo>
                    <a:pt x="227" y="0"/>
                  </a:lnTo>
                  <a:lnTo>
                    <a:pt x="97" y="0"/>
                  </a:lnTo>
                  <a:lnTo>
                    <a:pt x="97" y="0"/>
                  </a:lnTo>
                  <a:lnTo>
                    <a:pt x="0" y="0"/>
                  </a:lnTo>
                  <a:lnTo>
                    <a:pt x="0" y="21"/>
                  </a:lnTo>
                  <a:lnTo>
                    <a:pt x="10" y="52"/>
                  </a:lnTo>
                  <a:lnTo>
                    <a:pt x="10" y="149"/>
                  </a:lnTo>
                  <a:lnTo>
                    <a:pt x="19" y="168"/>
                  </a:lnTo>
                  <a:lnTo>
                    <a:pt x="19" y="182"/>
                  </a:lnTo>
                  <a:lnTo>
                    <a:pt x="33" y="213"/>
                  </a:lnTo>
                  <a:lnTo>
                    <a:pt x="33" y="274"/>
                  </a:lnTo>
                  <a:lnTo>
                    <a:pt x="48" y="312"/>
                  </a:lnTo>
                  <a:lnTo>
                    <a:pt x="48" y="511"/>
                  </a:lnTo>
                  <a:lnTo>
                    <a:pt x="50" y="514"/>
                  </a:lnTo>
                  <a:lnTo>
                    <a:pt x="59" y="530"/>
                  </a:lnTo>
                  <a:lnTo>
                    <a:pt x="81" y="542"/>
                  </a:lnTo>
                  <a:lnTo>
                    <a:pt x="182" y="542"/>
                  </a:lnTo>
                  <a:lnTo>
                    <a:pt x="206" y="561"/>
                  </a:lnTo>
                  <a:lnTo>
                    <a:pt x="350" y="561"/>
                  </a:lnTo>
                  <a:lnTo>
                    <a:pt x="364" y="537"/>
                  </a:lnTo>
                  <a:lnTo>
                    <a:pt x="372" y="530"/>
                  </a:lnTo>
                  <a:lnTo>
                    <a:pt x="388" y="523"/>
                  </a:lnTo>
                  <a:lnTo>
                    <a:pt x="443" y="407"/>
                  </a:lnTo>
                  <a:lnTo>
                    <a:pt x="452" y="407"/>
                  </a:lnTo>
                  <a:lnTo>
                    <a:pt x="443" y="398"/>
                  </a:lnTo>
                  <a:lnTo>
                    <a:pt x="452" y="398"/>
                  </a:lnTo>
                  <a:lnTo>
                    <a:pt x="461" y="388"/>
                  </a:lnTo>
                  <a:lnTo>
                    <a:pt x="469" y="388"/>
                  </a:lnTo>
                  <a:lnTo>
                    <a:pt x="478" y="379"/>
                  </a:lnTo>
                  <a:lnTo>
                    <a:pt x="478" y="376"/>
                  </a:lnTo>
                  <a:lnTo>
                    <a:pt x="473" y="372"/>
                  </a:lnTo>
                  <a:lnTo>
                    <a:pt x="469" y="367"/>
                  </a:lnTo>
                  <a:lnTo>
                    <a:pt x="469" y="367"/>
                  </a:lnTo>
                  <a:lnTo>
                    <a:pt x="469" y="367"/>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8" name="Florida">
              <a:extLst>
                <a:ext uri="{FF2B5EF4-FFF2-40B4-BE49-F238E27FC236}">
                  <a16:creationId xmlns:a16="http://schemas.microsoft.com/office/drawing/2014/main" id="{40A16CC6-EF81-0B47-AAF8-51750FFBBA74}"/>
                </a:ext>
              </a:extLst>
            </p:cNvPr>
            <p:cNvSpPr>
              <a:spLocks/>
            </p:cNvSpPr>
            <p:nvPr/>
          </p:nvSpPr>
          <p:spPr bwMode="auto">
            <a:xfrm>
              <a:off x="7774455" y="4497080"/>
              <a:ext cx="1146875" cy="1024831"/>
            </a:xfrm>
            <a:custGeom>
              <a:avLst/>
              <a:gdLst>
                <a:gd name="T0" fmla="*/ 520 w 686"/>
                <a:gd name="T1" fmla="*/ 47 h 613"/>
                <a:gd name="T2" fmla="*/ 352 w 686"/>
                <a:gd name="T3" fmla="*/ 28 h 613"/>
                <a:gd name="T4" fmla="*/ 229 w 686"/>
                <a:gd name="T5" fmla="*/ 16 h 613"/>
                <a:gd name="T6" fmla="*/ 220 w 686"/>
                <a:gd name="T7" fmla="*/ 7 h 613"/>
                <a:gd name="T8" fmla="*/ 0 w 686"/>
                <a:gd name="T9" fmla="*/ 80 h 613"/>
                <a:gd name="T10" fmla="*/ 31 w 686"/>
                <a:gd name="T11" fmla="*/ 59 h 613"/>
                <a:gd name="T12" fmla="*/ 50 w 686"/>
                <a:gd name="T13" fmla="*/ 49 h 613"/>
                <a:gd name="T14" fmla="*/ 113 w 686"/>
                <a:gd name="T15" fmla="*/ 59 h 613"/>
                <a:gd name="T16" fmla="*/ 123 w 686"/>
                <a:gd name="T17" fmla="*/ 68 h 613"/>
                <a:gd name="T18" fmla="*/ 113 w 686"/>
                <a:gd name="T19" fmla="*/ 78 h 613"/>
                <a:gd name="T20" fmla="*/ 206 w 686"/>
                <a:gd name="T21" fmla="*/ 132 h 613"/>
                <a:gd name="T22" fmla="*/ 260 w 686"/>
                <a:gd name="T23" fmla="*/ 132 h 613"/>
                <a:gd name="T24" fmla="*/ 298 w 686"/>
                <a:gd name="T25" fmla="*/ 113 h 613"/>
                <a:gd name="T26" fmla="*/ 307 w 686"/>
                <a:gd name="T27" fmla="*/ 106 h 613"/>
                <a:gd name="T28" fmla="*/ 345 w 686"/>
                <a:gd name="T29" fmla="*/ 106 h 613"/>
                <a:gd name="T30" fmla="*/ 381 w 686"/>
                <a:gd name="T31" fmla="*/ 142 h 613"/>
                <a:gd name="T32" fmla="*/ 390 w 686"/>
                <a:gd name="T33" fmla="*/ 161 h 613"/>
                <a:gd name="T34" fmla="*/ 437 w 686"/>
                <a:gd name="T35" fmla="*/ 199 h 613"/>
                <a:gd name="T36" fmla="*/ 445 w 686"/>
                <a:gd name="T37" fmla="*/ 336 h 613"/>
                <a:gd name="T38" fmla="*/ 454 w 686"/>
                <a:gd name="T39" fmla="*/ 327 h 613"/>
                <a:gd name="T40" fmla="*/ 454 w 686"/>
                <a:gd name="T41" fmla="*/ 364 h 613"/>
                <a:gd name="T42" fmla="*/ 492 w 686"/>
                <a:gd name="T43" fmla="*/ 438 h 613"/>
                <a:gd name="T44" fmla="*/ 511 w 686"/>
                <a:gd name="T45" fmla="*/ 457 h 613"/>
                <a:gd name="T46" fmla="*/ 511 w 686"/>
                <a:gd name="T47" fmla="*/ 476 h 613"/>
                <a:gd name="T48" fmla="*/ 546 w 686"/>
                <a:gd name="T49" fmla="*/ 540 h 613"/>
                <a:gd name="T50" fmla="*/ 575 w 686"/>
                <a:gd name="T51" fmla="*/ 549 h 613"/>
                <a:gd name="T52" fmla="*/ 584 w 686"/>
                <a:gd name="T53" fmla="*/ 604 h 613"/>
                <a:gd name="T54" fmla="*/ 594 w 686"/>
                <a:gd name="T55" fmla="*/ 613 h 613"/>
                <a:gd name="T56" fmla="*/ 657 w 686"/>
                <a:gd name="T57" fmla="*/ 594 h 613"/>
                <a:gd name="T58" fmla="*/ 676 w 686"/>
                <a:gd name="T59" fmla="*/ 594 h 613"/>
                <a:gd name="T60" fmla="*/ 686 w 686"/>
                <a:gd name="T61" fmla="*/ 521 h 613"/>
                <a:gd name="T62" fmla="*/ 639 w 686"/>
                <a:gd name="T63" fmla="*/ 308 h 613"/>
                <a:gd name="T64" fmla="*/ 556 w 686"/>
                <a:gd name="T65" fmla="*/ 49 h 613"/>
                <a:gd name="T66" fmla="*/ 556 w 686"/>
                <a:gd name="T67" fmla="*/ 14 h 613"/>
                <a:gd name="T68" fmla="*/ 542 w 686"/>
                <a:gd name="T69" fmla="*/ 16 h 613"/>
                <a:gd name="T70" fmla="*/ 534 w 686"/>
                <a:gd name="T71" fmla="*/ 23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86" h="613">
                  <a:moveTo>
                    <a:pt x="534" y="23"/>
                  </a:moveTo>
                  <a:lnTo>
                    <a:pt x="520" y="47"/>
                  </a:lnTo>
                  <a:lnTo>
                    <a:pt x="376" y="47"/>
                  </a:lnTo>
                  <a:lnTo>
                    <a:pt x="352" y="28"/>
                  </a:lnTo>
                  <a:lnTo>
                    <a:pt x="251" y="28"/>
                  </a:lnTo>
                  <a:lnTo>
                    <a:pt x="229" y="16"/>
                  </a:lnTo>
                  <a:lnTo>
                    <a:pt x="220" y="0"/>
                  </a:lnTo>
                  <a:lnTo>
                    <a:pt x="220" y="7"/>
                  </a:lnTo>
                  <a:lnTo>
                    <a:pt x="0" y="7"/>
                  </a:lnTo>
                  <a:lnTo>
                    <a:pt x="0" y="80"/>
                  </a:lnTo>
                  <a:lnTo>
                    <a:pt x="21" y="78"/>
                  </a:lnTo>
                  <a:lnTo>
                    <a:pt x="31" y="59"/>
                  </a:lnTo>
                  <a:lnTo>
                    <a:pt x="40" y="59"/>
                  </a:lnTo>
                  <a:lnTo>
                    <a:pt x="50" y="49"/>
                  </a:lnTo>
                  <a:lnTo>
                    <a:pt x="50" y="68"/>
                  </a:lnTo>
                  <a:lnTo>
                    <a:pt x="113" y="59"/>
                  </a:lnTo>
                  <a:lnTo>
                    <a:pt x="123" y="59"/>
                  </a:lnTo>
                  <a:lnTo>
                    <a:pt x="123" y="68"/>
                  </a:lnTo>
                  <a:lnTo>
                    <a:pt x="113" y="68"/>
                  </a:lnTo>
                  <a:lnTo>
                    <a:pt x="113" y="78"/>
                  </a:lnTo>
                  <a:lnTo>
                    <a:pt x="187" y="106"/>
                  </a:lnTo>
                  <a:lnTo>
                    <a:pt x="206" y="132"/>
                  </a:lnTo>
                  <a:lnTo>
                    <a:pt x="215" y="142"/>
                  </a:lnTo>
                  <a:lnTo>
                    <a:pt x="260" y="132"/>
                  </a:lnTo>
                  <a:lnTo>
                    <a:pt x="279" y="113"/>
                  </a:lnTo>
                  <a:lnTo>
                    <a:pt x="298" y="113"/>
                  </a:lnTo>
                  <a:lnTo>
                    <a:pt x="298" y="106"/>
                  </a:lnTo>
                  <a:lnTo>
                    <a:pt x="307" y="106"/>
                  </a:lnTo>
                  <a:lnTo>
                    <a:pt x="317" y="106"/>
                  </a:lnTo>
                  <a:lnTo>
                    <a:pt x="345" y="106"/>
                  </a:lnTo>
                  <a:lnTo>
                    <a:pt x="371" y="142"/>
                  </a:lnTo>
                  <a:lnTo>
                    <a:pt x="381" y="142"/>
                  </a:lnTo>
                  <a:lnTo>
                    <a:pt x="381" y="161"/>
                  </a:lnTo>
                  <a:lnTo>
                    <a:pt x="390" y="161"/>
                  </a:lnTo>
                  <a:lnTo>
                    <a:pt x="419" y="189"/>
                  </a:lnTo>
                  <a:lnTo>
                    <a:pt x="437" y="199"/>
                  </a:lnTo>
                  <a:lnTo>
                    <a:pt x="445" y="208"/>
                  </a:lnTo>
                  <a:lnTo>
                    <a:pt x="445" y="336"/>
                  </a:lnTo>
                  <a:lnTo>
                    <a:pt x="454" y="336"/>
                  </a:lnTo>
                  <a:lnTo>
                    <a:pt x="454" y="327"/>
                  </a:lnTo>
                  <a:lnTo>
                    <a:pt x="464" y="327"/>
                  </a:lnTo>
                  <a:lnTo>
                    <a:pt x="454" y="364"/>
                  </a:lnTo>
                  <a:lnTo>
                    <a:pt x="464" y="383"/>
                  </a:lnTo>
                  <a:lnTo>
                    <a:pt x="492" y="438"/>
                  </a:lnTo>
                  <a:lnTo>
                    <a:pt x="511" y="428"/>
                  </a:lnTo>
                  <a:lnTo>
                    <a:pt x="511" y="457"/>
                  </a:lnTo>
                  <a:lnTo>
                    <a:pt x="520" y="457"/>
                  </a:lnTo>
                  <a:lnTo>
                    <a:pt x="511" y="476"/>
                  </a:lnTo>
                  <a:lnTo>
                    <a:pt x="539" y="530"/>
                  </a:lnTo>
                  <a:lnTo>
                    <a:pt x="546" y="540"/>
                  </a:lnTo>
                  <a:lnTo>
                    <a:pt x="565" y="540"/>
                  </a:lnTo>
                  <a:lnTo>
                    <a:pt x="575" y="549"/>
                  </a:lnTo>
                  <a:lnTo>
                    <a:pt x="584" y="587"/>
                  </a:lnTo>
                  <a:lnTo>
                    <a:pt x="584" y="604"/>
                  </a:lnTo>
                  <a:lnTo>
                    <a:pt x="594" y="604"/>
                  </a:lnTo>
                  <a:lnTo>
                    <a:pt x="594" y="613"/>
                  </a:lnTo>
                  <a:lnTo>
                    <a:pt x="631" y="613"/>
                  </a:lnTo>
                  <a:lnTo>
                    <a:pt x="657" y="594"/>
                  </a:lnTo>
                  <a:lnTo>
                    <a:pt x="667" y="604"/>
                  </a:lnTo>
                  <a:lnTo>
                    <a:pt x="676" y="594"/>
                  </a:lnTo>
                  <a:lnTo>
                    <a:pt x="667" y="587"/>
                  </a:lnTo>
                  <a:lnTo>
                    <a:pt x="686" y="521"/>
                  </a:lnTo>
                  <a:lnTo>
                    <a:pt x="686" y="428"/>
                  </a:lnTo>
                  <a:lnTo>
                    <a:pt x="639" y="308"/>
                  </a:lnTo>
                  <a:lnTo>
                    <a:pt x="639" y="263"/>
                  </a:lnTo>
                  <a:lnTo>
                    <a:pt x="556" y="49"/>
                  </a:lnTo>
                  <a:lnTo>
                    <a:pt x="556" y="40"/>
                  </a:lnTo>
                  <a:lnTo>
                    <a:pt x="556" y="14"/>
                  </a:lnTo>
                  <a:lnTo>
                    <a:pt x="558" y="9"/>
                  </a:lnTo>
                  <a:lnTo>
                    <a:pt x="542" y="16"/>
                  </a:lnTo>
                  <a:lnTo>
                    <a:pt x="534" y="23"/>
                  </a:lnTo>
                  <a:lnTo>
                    <a:pt x="534" y="23"/>
                  </a:lnTo>
                  <a:lnTo>
                    <a:pt x="534" y="23"/>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399" name="Delaware">
              <a:extLst>
                <a:ext uri="{FF2B5EF4-FFF2-40B4-BE49-F238E27FC236}">
                  <a16:creationId xmlns:a16="http://schemas.microsoft.com/office/drawing/2014/main" id="{FA54946A-8A6F-FA45-9C60-C8047F4BEF6B}"/>
                </a:ext>
              </a:extLst>
            </p:cNvPr>
            <p:cNvSpPr>
              <a:spLocks/>
            </p:cNvSpPr>
            <p:nvPr/>
          </p:nvSpPr>
          <p:spPr bwMode="auto">
            <a:xfrm>
              <a:off x="9608451" y="2888888"/>
              <a:ext cx="107288" cy="213887"/>
            </a:xfrm>
            <a:custGeom>
              <a:avLst/>
              <a:gdLst>
                <a:gd name="connsiteX0" fmla="*/ 15489 w 107288"/>
                <a:gd name="connsiteY0" fmla="*/ 0 h 213887"/>
                <a:gd name="connsiteX1" fmla="*/ 23032 w 107288"/>
                <a:gd name="connsiteY1" fmla="*/ 10620 h 213887"/>
                <a:gd name="connsiteX2" fmla="*/ 19868 w 107288"/>
                <a:gd name="connsiteY2" fmla="*/ 7727 h 213887"/>
                <a:gd name="connsiteX3" fmla="*/ 19868 w 107288"/>
                <a:gd name="connsiteY3" fmla="*/ 39444 h 213887"/>
                <a:gd name="connsiteX4" fmla="*/ 107288 w 107288"/>
                <a:gd name="connsiteY4" fmla="*/ 209923 h 213887"/>
                <a:gd name="connsiteX5" fmla="*/ 107288 w 107288"/>
                <a:gd name="connsiteY5" fmla="*/ 213887 h 213887"/>
                <a:gd name="connsiteX6" fmla="*/ 0 w 107288"/>
                <a:gd name="connsiteY6" fmla="*/ 213887 h 213887"/>
                <a:gd name="connsiteX7" fmla="*/ 0 w 107288"/>
                <a:gd name="connsiteY7" fmla="*/ 7727 h 213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288" h="213887">
                  <a:moveTo>
                    <a:pt x="15489" y="0"/>
                  </a:moveTo>
                  <a:lnTo>
                    <a:pt x="23032" y="10620"/>
                  </a:lnTo>
                  <a:lnTo>
                    <a:pt x="19868" y="7727"/>
                  </a:lnTo>
                  <a:cubicBezTo>
                    <a:pt x="19868" y="7727"/>
                    <a:pt x="19868" y="7727"/>
                    <a:pt x="19868" y="39444"/>
                  </a:cubicBezTo>
                  <a:cubicBezTo>
                    <a:pt x="19868" y="39444"/>
                    <a:pt x="19868" y="39444"/>
                    <a:pt x="107288" y="209923"/>
                  </a:cubicBezTo>
                  <a:cubicBezTo>
                    <a:pt x="107288" y="209923"/>
                    <a:pt x="107288" y="209923"/>
                    <a:pt x="107288" y="213887"/>
                  </a:cubicBezTo>
                  <a:cubicBezTo>
                    <a:pt x="107288" y="213887"/>
                    <a:pt x="107288" y="213887"/>
                    <a:pt x="0" y="213887"/>
                  </a:cubicBezTo>
                  <a:cubicBezTo>
                    <a:pt x="0" y="213887"/>
                    <a:pt x="0" y="213887"/>
                    <a:pt x="0" y="7727"/>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p>
          </p:txBody>
        </p:sp>
        <p:sp>
          <p:nvSpPr>
            <p:cNvPr id="400" name="Connecticut">
              <a:extLst>
                <a:ext uri="{FF2B5EF4-FFF2-40B4-BE49-F238E27FC236}">
                  <a16:creationId xmlns:a16="http://schemas.microsoft.com/office/drawing/2014/main" id="{CEDFDBD2-5758-174D-A0A5-EC3DE7AB8A68}"/>
                </a:ext>
              </a:extLst>
            </p:cNvPr>
            <p:cNvSpPr>
              <a:spLocks/>
            </p:cNvSpPr>
            <p:nvPr/>
          </p:nvSpPr>
          <p:spPr bwMode="auto">
            <a:xfrm>
              <a:off x="9984613" y="2408967"/>
              <a:ext cx="225697" cy="187245"/>
            </a:xfrm>
            <a:custGeom>
              <a:avLst/>
              <a:gdLst>
                <a:gd name="T0" fmla="*/ 57 w 57"/>
                <a:gd name="T1" fmla="*/ 0 h 47"/>
                <a:gd name="T2" fmla="*/ 57 w 57"/>
                <a:gd name="T3" fmla="*/ 0 h 47"/>
                <a:gd name="T4" fmla="*/ 8 w 57"/>
                <a:gd name="T5" fmla="*/ 0 h 47"/>
                <a:gd name="T6" fmla="*/ 7 w 57"/>
                <a:gd name="T7" fmla="*/ 31 h 47"/>
                <a:gd name="T8" fmla="*/ 7 w 57"/>
                <a:gd name="T9" fmla="*/ 32 h 47"/>
                <a:gd name="T10" fmla="*/ 0 w 57"/>
                <a:gd name="T11" fmla="*/ 37 h 47"/>
                <a:gd name="T12" fmla="*/ 0 w 57"/>
                <a:gd name="T13" fmla="*/ 47 h 47"/>
                <a:gd name="T14" fmla="*/ 8 w 57"/>
                <a:gd name="T15" fmla="*/ 45 h 47"/>
                <a:gd name="T16" fmla="*/ 12 w 57"/>
                <a:gd name="T17" fmla="*/ 41 h 47"/>
                <a:gd name="T18" fmla="*/ 16 w 57"/>
                <a:gd name="T19" fmla="*/ 37 h 47"/>
                <a:gd name="T20" fmla="*/ 28 w 57"/>
                <a:gd name="T21" fmla="*/ 41 h 47"/>
                <a:gd name="T22" fmla="*/ 56 w 57"/>
                <a:gd name="T23" fmla="*/ 36 h 47"/>
                <a:gd name="T24" fmla="*/ 57 w 57"/>
                <a:gd name="T25" fmla="*/ 35 h 47"/>
                <a:gd name="T26" fmla="*/ 57 w 57"/>
                <a:gd name="T27" fmla="*/ 1 h 47"/>
                <a:gd name="T28" fmla="*/ 57 w 57"/>
                <a:gd name="T29"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47">
                  <a:moveTo>
                    <a:pt x="57" y="0"/>
                  </a:moveTo>
                  <a:cubicBezTo>
                    <a:pt x="57" y="0"/>
                    <a:pt x="57" y="0"/>
                    <a:pt x="57" y="0"/>
                  </a:cubicBezTo>
                  <a:cubicBezTo>
                    <a:pt x="8" y="0"/>
                    <a:pt x="8" y="0"/>
                    <a:pt x="8" y="0"/>
                  </a:cubicBezTo>
                  <a:cubicBezTo>
                    <a:pt x="8" y="14"/>
                    <a:pt x="7" y="28"/>
                    <a:pt x="7" y="31"/>
                  </a:cubicBezTo>
                  <a:cubicBezTo>
                    <a:pt x="7" y="32"/>
                    <a:pt x="7" y="32"/>
                    <a:pt x="7" y="32"/>
                  </a:cubicBezTo>
                  <a:cubicBezTo>
                    <a:pt x="0" y="37"/>
                    <a:pt x="0" y="37"/>
                    <a:pt x="0" y="37"/>
                  </a:cubicBezTo>
                  <a:cubicBezTo>
                    <a:pt x="0" y="47"/>
                    <a:pt x="0" y="47"/>
                    <a:pt x="0" y="47"/>
                  </a:cubicBezTo>
                  <a:cubicBezTo>
                    <a:pt x="8" y="45"/>
                    <a:pt x="8" y="45"/>
                    <a:pt x="8" y="45"/>
                  </a:cubicBezTo>
                  <a:cubicBezTo>
                    <a:pt x="12" y="41"/>
                    <a:pt x="12" y="41"/>
                    <a:pt x="12" y="41"/>
                  </a:cubicBezTo>
                  <a:cubicBezTo>
                    <a:pt x="16" y="37"/>
                    <a:pt x="16" y="37"/>
                    <a:pt x="16" y="37"/>
                  </a:cubicBezTo>
                  <a:cubicBezTo>
                    <a:pt x="28" y="41"/>
                    <a:pt x="28" y="41"/>
                    <a:pt x="28" y="41"/>
                  </a:cubicBezTo>
                  <a:cubicBezTo>
                    <a:pt x="56" y="36"/>
                    <a:pt x="56" y="36"/>
                    <a:pt x="56" y="36"/>
                  </a:cubicBezTo>
                  <a:cubicBezTo>
                    <a:pt x="57" y="35"/>
                    <a:pt x="57" y="35"/>
                    <a:pt x="57" y="35"/>
                  </a:cubicBezTo>
                  <a:cubicBezTo>
                    <a:pt x="57" y="1"/>
                    <a:pt x="57" y="1"/>
                    <a:pt x="57" y="1"/>
                  </a:cubicBezTo>
                  <a:lnTo>
                    <a:pt x="57" y="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1" name="Colorado">
              <a:extLst>
                <a:ext uri="{FF2B5EF4-FFF2-40B4-BE49-F238E27FC236}">
                  <a16:creationId xmlns:a16="http://schemas.microsoft.com/office/drawing/2014/main" id="{327A4826-F819-AA4D-985A-8187E5581053}"/>
                </a:ext>
              </a:extLst>
            </p:cNvPr>
            <p:cNvSpPr>
              <a:spLocks/>
            </p:cNvSpPr>
            <p:nvPr/>
          </p:nvSpPr>
          <p:spPr bwMode="auto">
            <a:xfrm>
              <a:off x="4504358" y="2449091"/>
              <a:ext cx="1063283" cy="740620"/>
            </a:xfrm>
            <a:custGeom>
              <a:avLst/>
              <a:gdLst>
                <a:gd name="T0" fmla="*/ 634 w 636"/>
                <a:gd name="T1" fmla="*/ 102 h 443"/>
                <a:gd name="T2" fmla="*/ 634 w 636"/>
                <a:gd name="T3" fmla="*/ 100 h 443"/>
                <a:gd name="T4" fmla="*/ 636 w 636"/>
                <a:gd name="T5" fmla="*/ 100 h 443"/>
                <a:gd name="T6" fmla="*/ 636 w 636"/>
                <a:gd name="T7" fmla="*/ 0 h 443"/>
                <a:gd name="T8" fmla="*/ 440 w 636"/>
                <a:gd name="T9" fmla="*/ 0 h 443"/>
                <a:gd name="T10" fmla="*/ 2 w 636"/>
                <a:gd name="T11" fmla="*/ 0 h 443"/>
                <a:gd name="T12" fmla="*/ 0 w 636"/>
                <a:gd name="T13" fmla="*/ 0 h 443"/>
                <a:gd name="T14" fmla="*/ 0 w 636"/>
                <a:gd name="T15" fmla="*/ 441 h 443"/>
                <a:gd name="T16" fmla="*/ 0 w 636"/>
                <a:gd name="T17" fmla="*/ 443 h 443"/>
                <a:gd name="T18" fmla="*/ 2 w 636"/>
                <a:gd name="T19" fmla="*/ 443 h 443"/>
                <a:gd name="T20" fmla="*/ 539 w 636"/>
                <a:gd name="T21" fmla="*/ 443 h 443"/>
                <a:gd name="T22" fmla="*/ 634 w 636"/>
                <a:gd name="T23" fmla="*/ 443 h 443"/>
                <a:gd name="T24" fmla="*/ 634 w 636"/>
                <a:gd name="T25" fmla="*/ 102 h 443"/>
                <a:gd name="T26" fmla="*/ 634 w 636"/>
                <a:gd name="T27" fmla="*/ 102 h 443"/>
                <a:gd name="T28" fmla="*/ 634 w 636"/>
                <a:gd name="T29" fmla="*/ 102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6" h="443">
                  <a:moveTo>
                    <a:pt x="634" y="102"/>
                  </a:moveTo>
                  <a:lnTo>
                    <a:pt x="634" y="100"/>
                  </a:lnTo>
                  <a:lnTo>
                    <a:pt x="636" y="100"/>
                  </a:lnTo>
                  <a:lnTo>
                    <a:pt x="636" y="0"/>
                  </a:lnTo>
                  <a:lnTo>
                    <a:pt x="440" y="0"/>
                  </a:lnTo>
                  <a:lnTo>
                    <a:pt x="2" y="0"/>
                  </a:lnTo>
                  <a:lnTo>
                    <a:pt x="0" y="0"/>
                  </a:lnTo>
                  <a:lnTo>
                    <a:pt x="0" y="441"/>
                  </a:lnTo>
                  <a:lnTo>
                    <a:pt x="0" y="443"/>
                  </a:lnTo>
                  <a:lnTo>
                    <a:pt x="2" y="443"/>
                  </a:lnTo>
                  <a:lnTo>
                    <a:pt x="539" y="443"/>
                  </a:lnTo>
                  <a:lnTo>
                    <a:pt x="634" y="443"/>
                  </a:lnTo>
                  <a:lnTo>
                    <a:pt x="634" y="102"/>
                  </a:lnTo>
                  <a:lnTo>
                    <a:pt x="634" y="102"/>
                  </a:lnTo>
                  <a:lnTo>
                    <a:pt x="634" y="102"/>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2" name="California">
              <a:extLst>
                <a:ext uri="{FF2B5EF4-FFF2-40B4-BE49-F238E27FC236}">
                  <a16:creationId xmlns:a16="http://schemas.microsoft.com/office/drawing/2014/main" id="{BA48FED2-2A04-834C-B691-9D27D10BE992}"/>
                </a:ext>
              </a:extLst>
            </p:cNvPr>
            <p:cNvSpPr>
              <a:spLocks/>
            </p:cNvSpPr>
            <p:nvPr/>
          </p:nvSpPr>
          <p:spPr bwMode="auto">
            <a:xfrm>
              <a:off x="2130361" y="2223394"/>
              <a:ext cx="1546442" cy="2016225"/>
            </a:xfrm>
            <a:custGeom>
              <a:avLst/>
              <a:gdLst>
                <a:gd name="T0" fmla="*/ 387 w 391"/>
                <a:gd name="T1" fmla="*/ 493 h 509"/>
                <a:gd name="T2" fmla="*/ 387 w 391"/>
                <a:gd name="T3" fmla="*/ 471 h 509"/>
                <a:gd name="T4" fmla="*/ 391 w 391"/>
                <a:gd name="T5" fmla="*/ 459 h 509"/>
                <a:gd name="T6" fmla="*/ 391 w 391"/>
                <a:gd name="T7" fmla="*/ 455 h 509"/>
                <a:gd name="T8" fmla="*/ 384 w 391"/>
                <a:gd name="T9" fmla="*/ 439 h 509"/>
                <a:gd name="T10" fmla="*/ 384 w 391"/>
                <a:gd name="T11" fmla="*/ 421 h 509"/>
                <a:gd name="T12" fmla="*/ 384 w 391"/>
                <a:gd name="T13" fmla="*/ 411 h 509"/>
                <a:gd name="T14" fmla="*/ 386 w 391"/>
                <a:gd name="T15" fmla="*/ 400 h 509"/>
                <a:gd name="T16" fmla="*/ 387 w 391"/>
                <a:gd name="T17" fmla="*/ 390 h 509"/>
                <a:gd name="T18" fmla="*/ 386 w 391"/>
                <a:gd name="T19" fmla="*/ 357 h 509"/>
                <a:gd name="T20" fmla="*/ 169 w 391"/>
                <a:gd name="T21" fmla="*/ 142 h 509"/>
                <a:gd name="T22" fmla="*/ 0 w 391"/>
                <a:gd name="T23" fmla="*/ 0 h 509"/>
                <a:gd name="T24" fmla="*/ 15 w 391"/>
                <a:gd name="T25" fmla="*/ 80 h 509"/>
                <a:gd name="T26" fmla="*/ 4 w 391"/>
                <a:gd name="T27" fmla="*/ 123 h 509"/>
                <a:gd name="T28" fmla="*/ 11 w 391"/>
                <a:gd name="T29" fmla="*/ 139 h 509"/>
                <a:gd name="T30" fmla="*/ 27 w 391"/>
                <a:gd name="T31" fmla="*/ 170 h 509"/>
                <a:gd name="T32" fmla="*/ 35 w 391"/>
                <a:gd name="T33" fmla="*/ 209 h 509"/>
                <a:gd name="T34" fmla="*/ 58 w 391"/>
                <a:gd name="T35" fmla="*/ 236 h 509"/>
                <a:gd name="T36" fmla="*/ 58 w 391"/>
                <a:gd name="T37" fmla="*/ 248 h 509"/>
                <a:gd name="T38" fmla="*/ 70 w 391"/>
                <a:gd name="T39" fmla="*/ 252 h 509"/>
                <a:gd name="T40" fmla="*/ 74 w 391"/>
                <a:gd name="T41" fmla="*/ 252 h 509"/>
                <a:gd name="T42" fmla="*/ 78 w 391"/>
                <a:gd name="T43" fmla="*/ 240 h 509"/>
                <a:gd name="T44" fmla="*/ 97 w 391"/>
                <a:gd name="T45" fmla="*/ 244 h 509"/>
                <a:gd name="T46" fmla="*/ 86 w 391"/>
                <a:gd name="T47" fmla="*/ 248 h 509"/>
                <a:gd name="T48" fmla="*/ 86 w 391"/>
                <a:gd name="T49" fmla="*/ 256 h 509"/>
                <a:gd name="T50" fmla="*/ 93 w 391"/>
                <a:gd name="T51" fmla="*/ 271 h 509"/>
                <a:gd name="T52" fmla="*/ 82 w 391"/>
                <a:gd name="T53" fmla="*/ 260 h 509"/>
                <a:gd name="T54" fmla="*/ 78 w 391"/>
                <a:gd name="T55" fmla="*/ 263 h 509"/>
                <a:gd name="T56" fmla="*/ 89 w 391"/>
                <a:gd name="T57" fmla="*/ 299 h 509"/>
                <a:gd name="T58" fmla="*/ 105 w 391"/>
                <a:gd name="T59" fmla="*/ 306 h 509"/>
                <a:gd name="T60" fmla="*/ 97 w 391"/>
                <a:gd name="T61" fmla="*/ 318 h 509"/>
                <a:gd name="T62" fmla="*/ 136 w 391"/>
                <a:gd name="T63" fmla="*/ 369 h 509"/>
                <a:gd name="T64" fmla="*/ 140 w 391"/>
                <a:gd name="T65" fmla="*/ 381 h 509"/>
                <a:gd name="T66" fmla="*/ 148 w 391"/>
                <a:gd name="T67" fmla="*/ 388 h 509"/>
                <a:gd name="T68" fmla="*/ 148 w 391"/>
                <a:gd name="T69" fmla="*/ 396 h 509"/>
                <a:gd name="T70" fmla="*/ 152 w 391"/>
                <a:gd name="T71" fmla="*/ 416 h 509"/>
                <a:gd name="T72" fmla="*/ 179 w 391"/>
                <a:gd name="T73" fmla="*/ 423 h 509"/>
                <a:gd name="T74" fmla="*/ 187 w 391"/>
                <a:gd name="T75" fmla="*/ 420 h 509"/>
                <a:gd name="T76" fmla="*/ 203 w 391"/>
                <a:gd name="T77" fmla="*/ 431 h 509"/>
                <a:gd name="T78" fmla="*/ 222 w 391"/>
                <a:gd name="T79" fmla="*/ 439 h 509"/>
                <a:gd name="T80" fmla="*/ 226 w 391"/>
                <a:gd name="T81" fmla="*/ 435 h 509"/>
                <a:gd name="T82" fmla="*/ 234 w 391"/>
                <a:gd name="T83" fmla="*/ 443 h 509"/>
                <a:gd name="T84" fmla="*/ 246 w 391"/>
                <a:gd name="T85" fmla="*/ 455 h 509"/>
                <a:gd name="T86" fmla="*/ 281 w 391"/>
                <a:gd name="T87" fmla="*/ 486 h 509"/>
                <a:gd name="T88" fmla="*/ 285 w 391"/>
                <a:gd name="T89" fmla="*/ 509 h 509"/>
                <a:gd name="T90" fmla="*/ 374 w 391"/>
                <a:gd name="T91" fmla="*/ 505 h 509"/>
                <a:gd name="T92" fmla="*/ 387 w 391"/>
                <a:gd name="T93" fmla="*/ 503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91" h="509">
                  <a:moveTo>
                    <a:pt x="388" y="495"/>
                  </a:moveTo>
                  <a:cubicBezTo>
                    <a:pt x="388" y="495"/>
                    <a:pt x="387" y="494"/>
                    <a:pt x="387" y="493"/>
                  </a:cubicBezTo>
                  <a:cubicBezTo>
                    <a:pt x="386" y="489"/>
                    <a:pt x="387" y="481"/>
                    <a:pt x="387" y="481"/>
                  </a:cubicBezTo>
                  <a:cubicBezTo>
                    <a:pt x="387" y="481"/>
                    <a:pt x="389" y="474"/>
                    <a:pt x="387" y="471"/>
                  </a:cubicBezTo>
                  <a:cubicBezTo>
                    <a:pt x="386" y="470"/>
                    <a:pt x="387" y="468"/>
                    <a:pt x="389" y="465"/>
                  </a:cubicBezTo>
                  <a:cubicBezTo>
                    <a:pt x="390" y="463"/>
                    <a:pt x="391" y="461"/>
                    <a:pt x="391" y="459"/>
                  </a:cubicBezTo>
                  <a:cubicBezTo>
                    <a:pt x="391" y="458"/>
                    <a:pt x="391" y="457"/>
                    <a:pt x="391" y="456"/>
                  </a:cubicBezTo>
                  <a:cubicBezTo>
                    <a:pt x="391" y="455"/>
                    <a:pt x="391" y="455"/>
                    <a:pt x="391" y="455"/>
                  </a:cubicBezTo>
                  <a:cubicBezTo>
                    <a:pt x="391" y="449"/>
                    <a:pt x="391" y="449"/>
                    <a:pt x="391" y="449"/>
                  </a:cubicBezTo>
                  <a:cubicBezTo>
                    <a:pt x="384" y="439"/>
                    <a:pt x="384" y="439"/>
                    <a:pt x="384" y="439"/>
                  </a:cubicBezTo>
                  <a:cubicBezTo>
                    <a:pt x="384" y="422"/>
                    <a:pt x="384" y="422"/>
                    <a:pt x="384" y="422"/>
                  </a:cubicBezTo>
                  <a:cubicBezTo>
                    <a:pt x="384" y="421"/>
                    <a:pt x="384" y="421"/>
                    <a:pt x="384" y="421"/>
                  </a:cubicBezTo>
                  <a:cubicBezTo>
                    <a:pt x="383" y="421"/>
                    <a:pt x="383" y="421"/>
                    <a:pt x="383" y="421"/>
                  </a:cubicBezTo>
                  <a:cubicBezTo>
                    <a:pt x="383" y="420"/>
                    <a:pt x="382" y="420"/>
                    <a:pt x="384" y="411"/>
                  </a:cubicBezTo>
                  <a:cubicBezTo>
                    <a:pt x="386" y="401"/>
                    <a:pt x="386" y="401"/>
                    <a:pt x="386" y="401"/>
                  </a:cubicBezTo>
                  <a:cubicBezTo>
                    <a:pt x="386" y="400"/>
                    <a:pt x="386" y="400"/>
                    <a:pt x="386" y="400"/>
                  </a:cubicBezTo>
                  <a:cubicBezTo>
                    <a:pt x="385" y="399"/>
                    <a:pt x="385" y="399"/>
                    <a:pt x="385" y="399"/>
                  </a:cubicBezTo>
                  <a:cubicBezTo>
                    <a:pt x="385" y="399"/>
                    <a:pt x="384" y="398"/>
                    <a:pt x="387" y="390"/>
                  </a:cubicBezTo>
                  <a:cubicBezTo>
                    <a:pt x="391" y="378"/>
                    <a:pt x="391" y="378"/>
                    <a:pt x="391" y="378"/>
                  </a:cubicBezTo>
                  <a:cubicBezTo>
                    <a:pt x="386" y="357"/>
                    <a:pt x="386" y="357"/>
                    <a:pt x="386" y="357"/>
                  </a:cubicBezTo>
                  <a:cubicBezTo>
                    <a:pt x="386" y="357"/>
                    <a:pt x="386" y="357"/>
                    <a:pt x="386" y="357"/>
                  </a:cubicBezTo>
                  <a:cubicBezTo>
                    <a:pt x="169" y="142"/>
                    <a:pt x="169" y="142"/>
                    <a:pt x="169" y="142"/>
                  </a:cubicBezTo>
                  <a:cubicBezTo>
                    <a:pt x="169" y="0"/>
                    <a:pt x="169" y="0"/>
                    <a:pt x="169" y="0"/>
                  </a:cubicBezTo>
                  <a:cubicBezTo>
                    <a:pt x="0" y="0"/>
                    <a:pt x="0" y="0"/>
                    <a:pt x="0" y="0"/>
                  </a:cubicBezTo>
                  <a:cubicBezTo>
                    <a:pt x="0" y="2"/>
                    <a:pt x="0" y="2"/>
                    <a:pt x="0" y="2"/>
                  </a:cubicBezTo>
                  <a:cubicBezTo>
                    <a:pt x="15" y="80"/>
                    <a:pt x="15" y="80"/>
                    <a:pt x="15" y="80"/>
                  </a:cubicBezTo>
                  <a:cubicBezTo>
                    <a:pt x="15" y="107"/>
                    <a:pt x="15" y="107"/>
                    <a:pt x="15" y="107"/>
                  </a:cubicBezTo>
                  <a:cubicBezTo>
                    <a:pt x="4" y="123"/>
                    <a:pt x="4" y="123"/>
                    <a:pt x="4" y="123"/>
                  </a:cubicBezTo>
                  <a:cubicBezTo>
                    <a:pt x="7" y="135"/>
                    <a:pt x="7" y="135"/>
                    <a:pt x="7" y="135"/>
                  </a:cubicBezTo>
                  <a:cubicBezTo>
                    <a:pt x="11" y="139"/>
                    <a:pt x="11" y="139"/>
                    <a:pt x="11" y="139"/>
                  </a:cubicBezTo>
                  <a:cubicBezTo>
                    <a:pt x="27" y="166"/>
                    <a:pt x="27" y="166"/>
                    <a:pt x="27" y="166"/>
                  </a:cubicBezTo>
                  <a:cubicBezTo>
                    <a:pt x="27" y="170"/>
                    <a:pt x="27" y="170"/>
                    <a:pt x="27" y="170"/>
                  </a:cubicBezTo>
                  <a:cubicBezTo>
                    <a:pt x="27" y="181"/>
                    <a:pt x="27" y="181"/>
                    <a:pt x="27" y="181"/>
                  </a:cubicBezTo>
                  <a:cubicBezTo>
                    <a:pt x="35" y="209"/>
                    <a:pt x="35" y="209"/>
                    <a:pt x="35" y="209"/>
                  </a:cubicBezTo>
                  <a:cubicBezTo>
                    <a:pt x="54" y="232"/>
                    <a:pt x="54" y="232"/>
                    <a:pt x="54" y="232"/>
                  </a:cubicBezTo>
                  <a:cubicBezTo>
                    <a:pt x="58" y="236"/>
                    <a:pt x="58" y="236"/>
                    <a:pt x="58" y="236"/>
                  </a:cubicBezTo>
                  <a:cubicBezTo>
                    <a:pt x="58" y="244"/>
                    <a:pt x="58" y="244"/>
                    <a:pt x="58" y="244"/>
                  </a:cubicBezTo>
                  <a:cubicBezTo>
                    <a:pt x="58" y="248"/>
                    <a:pt x="58" y="248"/>
                    <a:pt x="58" y="248"/>
                  </a:cubicBezTo>
                  <a:cubicBezTo>
                    <a:pt x="66" y="252"/>
                    <a:pt x="66" y="252"/>
                    <a:pt x="66" y="252"/>
                  </a:cubicBezTo>
                  <a:cubicBezTo>
                    <a:pt x="70" y="252"/>
                    <a:pt x="70" y="252"/>
                    <a:pt x="70" y="252"/>
                  </a:cubicBezTo>
                  <a:cubicBezTo>
                    <a:pt x="74" y="256"/>
                    <a:pt x="74" y="256"/>
                    <a:pt x="74" y="256"/>
                  </a:cubicBezTo>
                  <a:cubicBezTo>
                    <a:pt x="74" y="252"/>
                    <a:pt x="74" y="252"/>
                    <a:pt x="74" y="252"/>
                  </a:cubicBezTo>
                  <a:cubicBezTo>
                    <a:pt x="78" y="252"/>
                    <a:pt x="78" y="252"/>
                    <a:pt x="78" y="252"/>
                  </a:cubicBezTo>
                  <a:cubicBezTo>
                    <a:pt x="78" y="240"/>
                    <a:pt x="78" y="240"/>
                    <a:pt x="78" y="240"/>
                  </a:cubicBezTo>
                  <a:cubicBezTo>
                    <a:pt x="86" y="240"/>
                    <a:pt x="86" y="240"/>
                    <a:pt x="86" y="240"/>
                  </a:cubicBezTo>
                  <a:cubicBezTo>
                    <a:pt x="97" y="244"/>
                    <a:pt x="97" y="244"/>
                    <a:pt x="97" y="244"/>
                  </a:cubicBezTo>
                  <a:cubicBezTo>
                    <a:pt x="89" y="248"/>
                    <a:pt x="89" y="248"/>
                    <a:pt x="89" y="248"/>
                  </a:cubicBezTo>
                  <a:cubicBezTo>
                    <a:pt x="86" y="248"/>
                    <a:pt x="86" y="248"/>
                    <a:pt x="86" y="248"/>
                  </a:cubicBezTo>
                  <a:cubicBezTo>
                    <a:pt x="82" y="252"/>
                    <a:pt x="82" y="252"/>
                    <a:pt x="82" y="252"/>
                  </a:cubicBezTo>
                  <a:cubicBezTo>
                    <a:pt x="86" y="256"/>
                    <a:pt x="86" y="256"/>
                    <a:pt x="86" y="256"/>
                  </a:cubicBezTo>
                  <a:cubicBezTo>
                    <a:pt x="93" y="267"/>
                    <a:pt x="93" y="267"/>
                    <a:pt x="93" y="267"/>
                  </a:cubicBezTo>
                  <a:cubicBezTo>
                    <a:pt x="93" y="271"/>
                    <a:pt x="93" y="271"/>
                    <a:pt x="93" y="271"/>
                  </a:cubicBezTo>
                  <a:cubicBezTo>
                    <a:pt x="82" y="263"/>
                    <a:pt x="82" y="263"/>
                    <a:pt x="82" y="263"/>
                  </a:cubicBezTo>
                  <a:cubicBezTo>
                    <a:pt x="82" y="260"/>
                    <a:pt x="82" y="260"/>
                    <a:pt x="82" y="260"/>
                  </a:cubicBezTo>
                  <a:cubicBezTo>
                    <a:pt x="78" y="260"/>
                    <a:pt x="78" y="260"/>
                    <a:pt x="78" y="260"/>
                  </a:cubicBezTo>
                  <a:cubicBezTo>
                    <a:pt x="78" y="263"/>
                    <a:pt x="78" y="263"/>
                    <a:pt x="78" y="263"/>
                  </a:cubicBezTo>
                  <a:cubicBezTo>
                    <a:pt x="82" y="291"/>
                    <a:pt x="82" y="291"/>
                    <a:pt x="82" y="291"/>
                  </a:cubicBezTo>
                  <a:cubicBezTo>
                    <a:pt x="89" y="299"/>
                    <a:pt x="89" y="299"/>
                    <a:pt x="89" y="299"/>
                  </a:cubicBezTo>
                  <a:cubicBezTo>
                    <a:pt x="101" y="299"/>
                    <a:pt x="101" y="299"/>
                    <a:pt x="101" y="299"/>
                  </a:cubicBezTo>
                  <a:cubicBezTo>
                    <a:pt x="105" y="306"/>
                    <a:pt x="105" y="306"/>
                    <a:pt x="105" y="306"/>
                  </a:cubicBezTo>
                  <a:cubicBezTo>
                    <a:pt x="105" y="314"/>
                    <a:pt x="105" y="314"/>
                    <a:pt x="105" y="314"/>
                  </a:cubicBezTo>
                  <a:cubicBezTo>
                    <a:pt x="97" y="318"/>
                    <a:pt x="97" y="318"/>
                    <a:pt x="97" y="318"/>
                  </a:cubicBezTo>
                  <a:cubicBezTo>
                    <a:pt x="101" y="326"/>
                    <a:pt x="101" y="326"/>
                    <a:pt x="101" y="326"/>
                  </a:cubicBezTo>
                  <a:cubicBezTo>
                    <a:pt x="136" y="369"/>
                    <a:pt x="136" y="369"/>
                    <a:pt x="136" y="369"/>
                  </a:cubicBezTo>
                  <a:cubicBezTo>
                    <a:pt x="140" y="373"/>
                    <a:pt x="140" y="373"/>
                    <a:pt x="140" y="373"/>
                  </a:cubicBezTo>
                  <a:cubicBezTo>
                    <a:pt x="140" y="381"/>
                    <a:pt x="140" y="381"/>
                    <a:pt x="140" y="381"/>
                  </a:cubicBezTo>
                  <a:cubicBezTo>
                    <a:pt x="148" y="384"/>
                    <a:pt x="148" y="384"/>
                    <a:pt x="148" y="384"/>
                  </a:cubicBezTo>
                  <a:cubicBezTo>
                    <a:pt x="148" y="388"/>
                    <a:pt x="148" y="388"/>
                    <a:pt x="148" y="388"/>
                  </a:cubicBezTo>
                  <a:cubicBezTo>
                    <a:pt x="152" y="392"/>
                    <a:pt x="152" y="392"/>
                    <a:pt x="152" y="392"/>
                  </a:cubicBezTo>
                  <a:cubicBezTo>
                    <a:pt x="148" y="396"/>
                    <a:pt x="148" y="396"/>
                    <a:pt x="148" y="396"/>
                  </a:cubicBezTo>
                  <a:cubicBezTo>
                    <a:pt x="152" y="412"/>
                    <a:pt x="152" y="412"/>
                    <a:pt x="152" y="412"/>
                  </a:cubicBezTo>
                  <a:cubicBezTo>
                    <a:pt x="152" y="416"/>
                    <a:pt x="152" y="416"/>
                    <a:pt x="152" y="416"/>
                  </a:cubicBezTo>
                  <a:cubicBezTo>
                    <a:pt x="171" y="420"/>
                    <a:pt x="171" y="420"/>
                    <a:pt x="171" y="420"/>
                  </a:cubicBezTo>
                  <a:cubicBezTo>
                    <a:pt x="179" y="423"/>
                    <a:pt x="179" y="423"/>
                    <a:pt x="179" y="423"/>
                  </a:cubicBezTo>
                  <a:cubicBezTo>
                    <a:pt x="183" y="420"/>
                    <a:pt x="183" y="420"/>
                    <a:pt x="183" y="420"/>
                  </a:cubicBezTo>
                  <a:cubicBezTo>
                    <a:pt x="187" y="420"/>
                    <a:pt x="187" y="420"/>
                    <a:pt x="187" y="420"/>
                  </a:cubicBezTo>
                  <a:cubicBezTo>
                    <a:pt x="199" y="427"/>
                    <a:pt x="199" y="427"/>
                    <a:pt x="199" y="427"/>
                  </a:cubicBezTo>
                  <a:cubicBezTo>
                    <a:pt x="203" y="431"/>
                    <a:pt x="203" y="431"/>
                    <a:pt x="203" y="431"/>
                  </a:cubicBezTo>
                  <a:cubicBezTo>
                    <a:pt x="218" y="439"/>
                    <a:pt x="218" y="439"/>
                    <a:pt x="218" y="439"/>
                  </a:cubicBezTo>
                  <a:cubicBezTo>
                    <a:pt x="222" y="439"/>
                    <a:pt x="222" y="439"/>
                    <a:pt x="222" y="439"/>
                  </a:cubicBezTo>
                  <a:cubicBezTo>
                    <a:pt x="222" y="435"/>
                    <a:pt x="222" y="435"/>
                    <a:pt x="222" y="435"/>
                  </a:cubicBezTo>
                  <a:cubicBezTo>
                    <a:pt x="226" y="435"/>
                    <a:pt x="226" y="435"/>
                    <a:pt x="226" y="435"/>
                  </a:cubicBezTo>
                  <a:cubicBezTo>
                    <a:pt x="230" y="439"/>
                    <a:pt x="230" y="439"/>
                    <a:pt x="230" y="439"/>
                  </a:cubicBezTo>
                  <a:cubicBezTo>
                    <a:pt x="234" y="443"/>
                    <a:pt x="234" y="443"/>
                    <a:pt x="234" y="443"/>
                  </a:cubicBezTo>
                  <a:cubicBezTo>
                    <a:pt x="238" y="451"/>
                    <a:pt x="238" y="451"/>
                    <a:pt x="238" y="451"/>
                  </a:cubicBezTo>
                  <a:cubicBezTo>
                    <a:pt x="246" y="455"/>
                    <a:pt x="246" y="455"/>
                    <a:pt x="246" y="455"/>
                  </a:cubicBezTo>
                  <a:cubicBezTo>
                    <a:pt x="277" y="478"/>
                    <a:pt x="277" y="478"/>
                    <a:pt x="277" y="478"/>
                  </a:cubicBezTo>
                  <a:cubicBezTo>
                    <a:pt x="281" y="486"/>
                    <a:pt x="281" y="486"/>
                    <a:pt x="281" y="486"/>
                  </a:cubicBezTo>
                  <a:cubicBezTo>
                    <a:pt x="281" y="490"/>
                    <a:pt x="281" y="490"/>
                    <a:pt x="281" y="490"/>
                  </a:cubicBezTo>
                  <a:cubicBezTo>
                    <a:pt x="285" y="509"/>
                    <a:pt x="285" y="509"/>
                    <a:pt x="285" y="509"/>
                  </a:cubicBezTo>
                  <a:cubicBezTo>
                    <a:pt x="370" y="502"/>
                    <a:pt x="370" y="502"/>
                    <a:pt x="370" y="502"/>
                  </a:cubicBezTo>
                  <a:cubicBezTo>
                    <a:pt x="374" y="505"/>
                    <a:pt x="374" y="505"/>
                    <a:pt x="374" y="505"/>
                  </a:cubicBezTo>
                  <a:cubicBezTo>
                    <a:pt x="383" y="509"/>
                    <a:pt x="383" y="509"/>
                    <a:pt x="383" y="509"/>
                  </a:cubicBezTo>
                  <a:cubicBezTo>
                    <a:pt x="387" y="503"/>
                    <a:pt x="387" y="503"/>
                    <a:pt x="387" y="503"/>
                  </a:cubicBezTo>
                  <a:cubicBezTo>
                    <a:pt x="390" y="499"/>
                    <a:pt x="389" y="498"/>
                    <a:pt x="388" y="495"/>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3" name="Arkansas">
              <a:extLst>
                <a:ext uri="{FF2B5EF4-FFF2-40B4-BE49-F238E27FC236}">
                  <a16:creationId xmlns:a16="http://schemas.microsoft.com/office/drawing/2014/main" id="{DC2A6E56-B457-C84F-897B-964FC450C6A8}"/>
                </a:ext>
              </a:extLst>
            </p:cNvPr>
            <p:cNvSpPr>
              <a:spLocks/>
            </p:cNvSpPr>
            <p:nvPr/>
          </p:nvSpPr>
          <p:spPr bwMode="auto">
            <a:xfrm>
              <a:off x="6691110" y="3348534"/>
              <a:ext cx="750651" cy="685450"/>
            </a:xfrm>
            <a:custGeom>
              <a:avLst/>
              <a:gdLst>
                <a:gd name="T0" fmla="*/ 159 w 190"/>
                <a:gd name="T1" fmla="*/ 69 h 173"/>
                <a:gd name="T2" fmla="*/ 163 w 190"/>
                <a:gd name="T3" fmla="*/ 65 h 173"/>
                <a:gd name="T4" fmla="*/ 163 w 190"/>
                <a:gd name="T5" fmla="*/ 59 h 173"/>
                <a:gd name="T6" fmla="*/ 171 w 190"/>
                <a:gd name="T7" fmla="*/ 53 h 173"/>
                <a:gd name="T8" fmla="*/ 174 w 190"/>
                <a:gd name="T9" fmla="*/ 45 h 173"/>
                <a:gd name="T10" fmla="*/ 179 w 190"/>
                <a:gd name="T11" fmla="*/ 41 h 173"/>
                <a:gd name="T12" fmla="*/ 177 w 190"/>
                <a:gd name="T13" fmla="*/ 39 h 173"/>
                <a:gd name="T14" fmla="*/ 180 w 190"/>
                <a:gd name="T15" fmla="*/ 39 h 173"/>
                <a:gd name="T16" fmla="*/ 180 w 190"/>
                <a:gd name="T17" fmla="*/ 37 h 173"/>
                <a:gd name="T18" fmla="*/ 180 w 190"/>
                <a:gd name="T19" fmla="*/ 35 h 173"/>
                <a:gd name="T20" fmla="*/ 180 w 190"/>
                <a:gd name="T21" fmla="*/ 34 h 173"/>
                <a:gd name="T22" fmla="*/ 181 w 190"/>
                <a:gd name="T23" fmla="*/ 32 h 173"/>
                <a:gd name="T24" fmla="*/ 183 w 190"/>
                <a:gd name="T25" fmla="*/ 28 h 173"/>
                <a:gd name="T26" fmla="*/ 183 w 190"/>
                <a:gd name="T27" fmla="*/ 24 h 173"/>
                <a:gd name="T28" fmla="*/ 183 w 190"/>
                <a:gd name="T29" fmla="*/ 23 h 173"/>
                <a:gd name="T30" fmla="*/ 186 w 190"/>
                <a:gd name="T31" fmla="*/ 21 h 173"/>
                <a:gd name="T32" fmla="*/ 187 w 190"/>
                <a:gd name="T33" fmla="*/ 19 h 173"/>
                <a:gd name="T34" fmla="*/ 190 w 190"/>
                <a:gd name="T35" fmla="*/ 16 h 173"/>
                <a:gd name="T36" fmla="*/ 166 w 190"/>
                <a:gd name="T37" fmla="*/ 16 h 173"/>
                <a:gd name="T38" fmla="*/ 166 w 190"/>
                <a:gd name="T39" fmla="*/ 0 h 173"/>
                <a:gd name="T40" fmla="*/ 0 w 190"/>
                <a:gd name="T41" fmla="*/ 0 h 173"/>
                <a:gd name="T42" fmla="*/ 0 w 190"/>
                <a:gd name="T43" fmla="*/ 34 h 173"/>
                <a:gd name="T44" fmla="*/ 6 w 190"/>
                <a:gd name="T45" fmla="*/ 38 h 173"/>
                <a:gd name="T46" fmla="*/ 12 w 190"/>
                <a:gd name="T47" fmla="*/ 44 h 173"/>
                <a:gd name="T48" fmla="*/ 12 w 190"/>
                <a:gd name="T49" fmla="*/ 139 h 173"/>
                <a:gd name="T50" fmla="*/ 12 w 190"/>
                <a:gd name="T51" fmla="*/ 139 h 173"/>
                <a:gd name="T52" fmla="*/ 21 w 190"/>
                <a:gd name="T53" fmla="*/ 142 h 173"/>
                <a:gd name="T54" fmla="*/ 21 w 190"/>
                <a:gd name="T55" fmla="*/ 173 h 173"/>
                <a:gd name="T56" fmla="*/ 124 w 190"/>
                <a:gd name="T57" fmla="*/ 173 h 173"/>
                <a:gd name="T58" fmla="*/ 124 w 190"/>
                <a:gd name="T59" fmla="*/ 173 h 173"/>
                <a:gd name="T60" fmla="*/ 124 w 190"/>
                <a:gd name="T61" fmla="*/ 172 h 173"/>
                <a:gd name="T62" fmla="*/ 127 w 190"/>
                <a:gd name="T63" fmla="*/ 163 h 173"/>
                <a:gd name="T64" fmla="*/ 127 w 190"/>
                <a:gd name="T65" fmla="*/ 163 h 173"/>
                <a:gd name="T66" fmla="*/ 127 w 190"/>
                <a:gd name="T67" fmla="*/ 162 h 173"/>
                <a:gd name="T68" fmla="*/ 127 w 190"/>
                <a:gd name="T69" fmla="*/ 161 h 173"/>
                <a:gd name="T70" fmla="*/ 128 w 190"/>
                <a:gd name="T71" fmla="*/ 159 h 173"/>
                <a:gd name="T72" fmla="*/ 128 w 190"/>
                <a:gd name="T73" fmla="*/ 159 h 173"/>
                <a:gd name="T74" fmla="*/ 129 w 190"/>
                <a:gd name="T75" fmla="*/ 159 h 173"/>
                <a:gd name="T76" fmla="*/ 130 w 190"/>
                <a:gd name="T77" fmla="*/ 159 h 173"/>
                <a:gd name="T78" fmla="*/ 130 w 190"/>
                <a:gd name="T79" fmla="*/ 157 h 173"/>
                <a:gd name="T80" fmla="*/ 129 w 190"/>
                <a:gd name="T81" fmla="*/ 148 h 173"/>
                <a:gd name="T82" fmla="*/ 127 w 190"/>
                <a:gd name="T83" fmla="*/ 136 h 173"/>
                <a:gd name="T84" fmla="*/ 127 w 190"/>
                <a:gd name="T85" fmla="*/ 132 h 173"/>
                <a:gd name="T86" fmla="*/ 134 w 190"/>
                <a:gd name="T87" fmla="*/ 123 h 173"/>
                <a:gd name="T88" fmla="*/ 134 w 190"/>
                <a:gd name="T89" fmla="*/ 123 h 173"/>
                <a:gd name="T90" fmla="*/ 135 w 190"/>
                <a:gd name="T91" fmla="*/ 123 h 173"/>
                <a:gd name="T92" fmla="*/ 135 w 190"/>
                <a:gd name="T93" fmla="*/ 123 h 173"/>
                <a:gd name="T94" fmla="*/ 136 w 190"/>
                <a:gd name="T95" fmla="*/ 123 h 173"/>
                <a:gd name="T96" fmla="*/ 137 w 190"/>
                <a:gd name="T97" fmla="*/ 122 h 173"/>
                <a:gd name="T98" fmla="*/ 140 w 190"/>
                <a:gd name="T99" fmla="*/ 119 h 173"/>
                <a:gd name="T100" fmla="*/ 140 w 190"/>
                <a:gd name="T101" fmla="*/ 119 h 173"/>
                <a:gd name="T102" fmla="*/ 140 w 190"/>
                <a:gd name="T103" fmla="*/ 119 h 173"/>
                <a:gd name="T104" fmla="*/ 142 w 190"/>
                <a:gd name="T105" fmla="*/ 117 h 173"/>
                <a:gd name="T106" fmla="*/ 147 w 190"/>
                <a:gd name="T107" fmla="*/ 108 h 173"/>
                <a:gd name="T108" fmla="*/ 147 w 190"/>
                <a:gd name="T109" fmla="*/ 108 h 173"/>
                <a:gd name="T110" fmla="*/ 147 w 190"/>
                <a:gd name="T111" fmla="*/ 89 h 173"/>
                <a:gd name="T112" fmla="*/ 154 w 190"/>
                <a:gd name="T113" fmla="*/ 83 h 173"/>
                <a:gd name="T114" fmla="*/ 155 w 190"/>
                <a:gd name="T115" fmla="*/ 78 h 173"/>
                <a:gd name="T116" fmla="*/ 157 w 190"/>
                <a:gd name="T117" fmla="*/ 73 h 173"/>
                <a:gd name="T118" fmla="*/ 157 w 190"/>
                <a:gd name="T119" fmla="*/ 73 h 173"/>
                <a:gd name="T120" fmla="*/ 159 w 190"/>
                <a:gd name="T121" fmla="*/ 69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90" h="173">
                  <a:moveTo>
                    <a:pt x="159" y="69"/>
                  </a:moveTo>
                  <a:cubicBezTo>
                    <a:pt x="163" y="65"/>
                    <a:pt x="163" y="65"/>
                    <a:pt x="163" y="65"/>
                  </a:cubicBezTo>
                  <a:cubicBezTo>
                    <a:pt x="163" y="59"/>
                    <a:pt x="163" y="59"/>
                    <a:pt x="163" y="59"/>
                  </a:cubicBezTo>
                  <a:cubicBezTo>
                    <a:pt x="171" y="53"/>
                    <a:pt x="171" y="53"/>
                    <a:pt x="171" y="53"/>
                  </a:cubicBezTo>
                  <a:cubicBezTo>
                    <a:pt x="174" y="45"/>
                    <a:pt x="174" y="45"/>
                    <a:pt x="174" y="45"/>
                  </a:cubicBezTo>
                  <a:cubicBezTo>
                    <a:pt x="179" y="41"/>
                    <a:pt x="179" y="41"/>
                    <a:pt x="179" y="41"/>
                  </a:cubicBezTo>
                  <a:cubicBezTo>
                    <a:pt x="177" y="39"/>
                    <a:pt x="177" y="39"/>
                    <a:pt x="177" y="39"/>
                  </a:cubicBezTo>
                  <a:cubicBezTo>
                    <a:pt x="180" y="39"/>
                    <a:pt x="180" y="39"/>
                    <a:pt x="180" y="39"/>
                  </a:cubicBezTo>
                  <a:cubicBezTo>
                    <a:pt x="180" y="38"/>
                    <a:pt x="180" y="38"/>
                    <a:pt x="180" y="37"/>
                  </a:cubicBezTo>
                  <a:cubicBezTo>
                    <a:pt x="180" y="36"/>
                    <a:pt x="180" y="35"/>
                    <a:pt x="180" y="35"/>
                  </a:cubicBezTo>
                  <a:cubicBezTo>
                    <a:pt x="180" y="34"/>
                    <a:pt x="180" y="34"/>
                    <a:pt x="180" y="34"/>
                  </a:cubicBezTo>
                  <a:cubicBezTo>
                    <a:pt x="181" y="32"/>
                    <a:pt x="181" y="32"/>
                    <a:pt x="181" y="32"/>
                  </a:cubicBezTo>
                  <a:cubicBezTo>
                    <a:pt x="183" y="28"/>
                    <a:pt x="183" y="28"/>
                    <a:pt x="183" y="28"/>
                  </a:cubicBezTo>
                  <a:cubicBezTo>
                    <a:pt x="183" y="24"/>
                    <a:pt x="183" y="24"/>
                    <a:pt x="183" y="24"/>
                  </a:cubicBezTo>
                  <a:cubicBezTo>
                    <a:pt x="183" y="23"/>
                    <a:pt x="183" y="23"/>
                    <a:pt x="183" y="23"/>
                  </a:cubicBezTo>
                  <a:cubicBezTo>
                    <a:pt x="183" y="23"/>
                    <a:pt x="185" y="22"/>
                    <a:pt x="186" y="21"/>
                  </a:cubicBezTo>
                  <a:cubicBezTo>
                    <a:pt x="187" y="19"/>
                    <a:pt x="187" y="19"/>
                    <a:pt x="187" y="19"/>
                  </a:cubicBezTo>
                  <a:cubicBezTo>
                    <a:pt x="188" y="18"/>
                    <a:pt x="189" y="17"/>
                    <a:pt x="190" y="16"/>
                  </a:cubicBezTo>
                  <a:cubicBezTo>
                    <a:pt x="166" y="16"/>
                    <a:pt x="166" y="16"/>
                    <a:pt x="166" y="16"/>
                  </a:cubicBezTo>
                  <a:cubicBezTo>
                    <a:pt x="166" y="0"/>
                    <a:pt x="166" y="0"/>
                    <a:pt x="166" y="0"/>
                  </a:cubicBezTo>
                  <a:cubicBezTo>
                    <a:pt x="0" y="0"/>
                    <a:pt x="0" y="0"/>
                    <a:pt x="0" y="0"/>
                  </a:cubicBezTo>
                  <a:cubicBezTo>
                    <a:pt x="0" y="34"/>
                    <a:pt x="0" y="34"/>
                    <a:pt x="0" y="34"/>
                  </a:cubicBezTo>
                  <a:cubicBezTo>
                    <a:pt x="6" y="38"/>
                    <a:pt x="6" y="38"/>
                    <a:pt x="6" y="38"/>
                  </a:cubicBezTo>
                  <a:cubicBezTo>
                    <a:pt x="12" y="44"/>
                    <a:pt x="12" y="44"/>
                    <a:pt x="12" y="44"/>
                  </a:cubicBezTo>
                  <a:cubicBezTo>
                    <a:pt x="12" y="139"/>
                    <a:pt x="12" y="139"/>
                    <a:pt x="12" y="139"/>
                  </a:cubicBezTo>
                  <a:cubicBezTo>
                    <a:pt x="12" y="139"/>
                    <a:pt x="12" y="139"/>
                    <a:pt x="12" y="139"/>
                  </a:cubicBezTo>
                  <a:cubicBezTo>
                    <a:pt x="21" y="142"/>
                    <a:pt x="21" y="142"/>
                    <a:pt x="21" y="142"/>
                  </a:cubicBezTo>
                  <a:cubicBezTo>
                    <a:pt x="21" y="173"/>
                    <a:pt x="21" y="173"/>
                    <a:pt x="21" y="173"/>
                  </a:cubicBezTo>
                  <a:cubicBezTo>
                    <a:pt x="124" y="173"/>
                    <a:pt x="124" y="173"/>
                    <a:pt x="124" y="173"/>
                  </a:cubicBezTo>
                  <a:cubicBezTo>
                    <a:pt x="124" y="173"/>
                    <a:pt x="124" y="173"/>
                    <a:pt x="124" y="173"/>
                  </a:cubicBezTo>
                  <a:cubicBezTo>
                    <a:pt x="124" y="172"/>
                    <a:pt x="124" y="172"/>
                    <a:pt x="124" y="172"/>
                  </a:cubicBezTo>
                  <a:cubicBezTo>
                    <a:pt x="126" y="166"/>
                    <a:pt x="127" y="164"/>
                    <a:pt x="127" y="163"/>
                  </a:cubicBezTo>
                  <a:cubicBezTo>
                    <a:pt x="127" y="163"/>
                    <a:pt x="127" y="163"/>
                    <a:pt x="127" y="163"/>
                  </a:cubicBezTo>
                  <a:cubicBezTo>
                    <a:pt x="127" y="162"/>
                    <a:pt x="127" y="162"/>
                    <a:pt x="127" y="162"/>
                  </a:cubicBezTo>
                  <a:cubicBezTo>
                    <a:pt x="127" y="162"/>
                    <a:pt x="127" y="162"/>
                    <a:pt x="127" y="161"/>
                  </a:cubicBezTo>
                  <a:cubicBezTo>
                    <a:pt x="128" y="160"/>
                    <a:pt x="128" y="160"/>
                    <a:pt x="128" y="159"/>
                  </a:cubicBezTo>
                  <a:cubicBezTo>
                    <a:pt x="128" y="159"/>
                    <a:pt x="128" y="159"/>
                    <a:pt x="128" y="159"/>
                  </a:cubicBezTo>
                  <a:cubicBezTo>
                    <a:pt x="129" y="159"/>
                    <a:pt x="129" y="159"/>
                    <a:pt x="129" y="159"/>
                  </a:cubicBezTo>
                  <a:cubicBezTo>
                    <a:pt x="130" y="159"/>
                    <a:pt x="130" y="159"/>
                    <a:pt x="130" y="159"/>
                  </a:cubicBezTo>
                  <a:cubicBezTo>
                    <a:pt x="130" y="157"/>
                    <a:pt x="130" y="157"/>
                    <a:pt x="130" y="157"/>
                  </a:cubicBezTo>
                  <a:cubicBezTo>
                    <a:pt x="130" y="154"/>
                    <a:pt x="129" y="151"/>
                    <a:pt x="129" y="148"/>
                  </a:cubicBezTo>
                  <a:cubicBezTo>
                    <a:pt x="129" y="148"/>
                    <a:pt x="128" y="141"/>
                    <a:pt x="127" y="136"/>
                  </a:cubicBezTo>
                  <a:cubicBezTo>
                    <a:pt x="127" y="132"/>
                    <a:pt x="127" y="132"/>
                    <a:pt x="127" y="132"/>
                  </a:cubicBezTo>
                  <a:cubicBezTo>
                    <a:pt x="129" y="129"/>
                    <a:pt x="133" y="125"/>
                    <a:pt x="134" y="123"/>
                  </a:cubicBezTo>
                  <a:cubicBezTo>
                    <a:pt x="134" y="123"/>
                    <a:pt x="134" y="123"/>
                    <a:pt x="134" y="123"/>
                  </a:cubicBezTo>
                  <a:cubicBezTo>
                    <a:pt x="135" y="123"/>
                    <a:pt x="135" y="123"/>
                    <a:pt x="135" y="123"/>
                  </a:cubicBezTo>
                  <a:cubicBezTo>
                    <a:pt x="135" y="123"/>
                    <a:pt x="135" y="123"/>
                    <a:pt x="135" y="123"/>
                  </a:cubicBezTo>
                  <a:cubicBezTo>
                    <a:pt x="136" y="123"/>
                    <a:pt x="136" y="123"/>
                    <a:pt x="136" y="123"/>
                  </a:cubicBezTo>
                  <a:cubicBezTo>
                    <a:pt x="137" y="122"/>
                    <a:pt x="137" y="122"/>
                    <a:pt x="137" y="122"/>
                  </a:cubicBezTo>
                  <a:cubicBezTo>
                    <a:pt x="139" y="120"/>
                    <a:pt x="139" y="119"/>
                    <a:pt x="140" y="119"/>
                  </a:cubicBezTo>
                  <a:cubicBezTo>
                    <a:pt x="140" y="119"/>
                    <a:pt x="140" y="119"/>
                    <a:pt x="140" y="119"/>
                  </a:cubicBezTo>
                  <a:cubicBezTo>
                    <a:pt x="140" y="119"/>
                    <a:pt x="140" y="119"/>
                    <a:pt x="140" y="119"/>
                  </a:cubicBezTo>
                  <a:cubicBezTo>
                    <a:pt x="142" y="117"/>
                    <a:pt x="142" y="117"/>
                    <a:pt x="142" y="117"/>
                  </a:cubicBezTo>
                  <a:cubicBezTo>
                    <a:pt x="145" y="112"/>
                    <a:pt x="147" y="108"/>
                    <a:pt x="147" y="108"/>
                  </a:cubicBezTo>
                  <a:cubicBezTo>
                    <a:pt x="147" y="108"/>
                    <a:pt x="147" y="108"/>
                    <a:pt x="147" y="108"/>
                  </a:cubicBezTo>
                  <a:cubicBezTo>
                    <a:pt x="147" y="89"/>
                    <a:pt x="147" y="89"/>
                    <a:pt x="147" y="89"/>
                  </a:cubicBezTo>
                  <a:cubicBezTo>
                    <a:pt x="154" y="83"/>
                    <a:pt x="154" y="83"/>
                    <a:pt x="154" y="83"/>
                  </a:cubicBezTo>
                  <a:cubicBezTo>
                    <a:pt x="155" y="78"/>
                    <a:pt x="155" y="78"/>
                    <a:pt x="155" y="78"/>
                  </a:cubicBezTo>
                  <a:cubicBezTo>
                    <a:pt x="157" y="73"/>
                    <a:pt x="157" y="73"/>
                    <a:pt x="157" y="73"/>
                  </a:cubicBezTo>
                  <a:cubicBezTo>
                    <a:pt x="157" y="73"/>
                    <a:pt x="157" y="73"/>
                    <a:pt x="157" y="73"/>
                  </a:cubicBezTo>
                  <a:lnTo>
                    <a:pt x="159" y="69"/>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4" name="Arizona">
              <a:extLst>
                <a:ext uri="{FF2B5EF4-FFF2-40B4-BE49-F238E27FC236}">
                  <a16:creationId xmlns:a16="http://schemas.microsoft.com/office/drawing/2014/main" id="{F527D620-01EF-2149-9841-9BFCE7D64DB9}"/>
                </a:ext>
              </a:extLst>
            </p:cNvPr>
            <p:cNvSpPr>
              <a:spLocks/>
            </p:cNvSpPr>
            <p:nvPr/>
          </p:nvSpPr>
          <p:spPr bwMode="auto">
            <a:xfrm>
              <a:off x="3629992" y="3189710"/>
              <a:ext cx="874366" cy="1252199"/>
            </a:xfrm>
            <a:custGeom>
              <a:avLst/>
              <a:gdLst>
                <a:gd name="T0" fmla="*/ 24 w 221"/>
                <a:gd name="T1" fmla="*/ 0 h 316"/>
                <a:gd name="T2" fmla="*/ 24 w 221"/>
                <a:gd name="T3" fmla="*/ 57 h 316"/>
                <a:gd name="T4" fmla="*/ 4 w 221"/>
                <a:gd name="T5" fmla="*/ 44 h 316"/>
                <a:gd name="T6" fmla="*/ 0 w 221"/>
                <a:gd name="T7" fmla="*/ 66 h 316"/>
                <a:gd name="T8" fmla="*/ 7 w 221"/>
                <a:gd name="T9" fmla="*/ 73 h 316"/>
                <a:gd name="T10" fmla="*/ 10 w 221"/>
                <a:gd name="T11" fmla="*/ 79 h 316"/>
                <a:gd name="T12" fmla="*/ 7 w 221"/>
                <a:gd name="T13" fmla="*/ 82 h 316"/>
                <a:gd name="T14" fmla="*/ 7 w 221"/>
                <a:gd name="T15" fmla="*/ 113 h 316"/>
                <a:gd name="T16" fmla="*/ 12 w 221"/>
                <a:gd name="T17" fmla="*/ 134 h 316"/>
                <a:gd name="T18" fmla="*/ 8 w 221"/>
                <a:gd name="T19" fmla="*/ 146 h 316"/>
                <a:gd name="T20" fmla="*/ 6 w 221"/>
                <a:gd name="T21" fmla="*/ 155 h 316"/>
                <a:gd name="T22" fmla="*/ 7 w 221"/>
                <a:gd name="T23" fmla="*/ 156 h 316"/>
                <a:gd name="T24" fmla="*/ 7 w 221"/>
                <a:gd name="T25" fmla="*/ 157 h 316"/>
                <a:gd name="T26" fmla="*/ 5 w 221"/>
                <a:gd name="T27" fmla="*/ 167 h 316"/>
                <a:gd name="T28" fmla="*/ 4 w 221"/>
                <a:gd name="T29" fmla="*/ 177 h 316"/>
                <a:gd name="T30" fmla="*/ 5 w 221"/>
                <a:gd name="T31" fmla="*/ 177 h 316"/>
                <a:gd name="T32" fmla="*/ 5 w 221"/>
                <a:gd name="T33" fmla="*/ 178 h 316"/>
                <a:gd name="T34" fmla="*/ 5 w 221"/>
                <a:gd name="T35" fmla="*/ 195 h 316"/>
                <a:gd name="T36" fmla="*/ 12 w 221"/>
                <a:gd name="T37" fmla="*/ 205 h 316"/>
                <a:gd name="T38" fmla="*/ 12 w 221"/>
                <a:gd name="T39" fmla="*/ 211 h 316"/>
                <a:gd name="T40" fmla="*/ 12 w 221"/>
                <a:gd name="T41" fmla="*/ 212 h 316"/>
                <a:gd name="T42" fmla="*/ 12 w 221"/>
                <a:gd name="T43" fmla="*/ 215 h 316"/>
                <a:gd name="T44" fmla="*/ 10 w 221"/>
                <a:gd name="T45" fmla="*/ 221 h 316"/>
                <a:gd name="T46" fmla="*/ 8 w 221"/>
                <a:gd name="T47" fmla="*/ 227 h 316"/>
                <a:gd name="T48" fmla="*/ 8 w 221"/>
                <a:gd name="T49" fmla="*/ 237 h 316"/>
                <a:gd name="T50" fmla="*/ 8 w 221"/>
                <a:gd name="T51" fmla="*/ 249 h 316"/>
                <a:gd name="T52" fmla="*/ 9 w 221"/>
                <a:gd name="T53" fmla="*/ 251 h 316"/>
                <a:gd name="T54" fmla="*/ 8 w 221"/>
                <a:gd name="T55" fmla="*/ 259 h 316"/>
                <a:gd name="T56" fmla="*/ 4 w 221"/>
                <a:gd name="T57" fmla="*/ 265 h 316"/>
                <a:gd name="T58" fmla="*/ 144 w 221"/>
                <a:gd name="T59" fmla="*/ 316 h 316"/>
                <a:gd name="T60" fmla="*/ 221 w 221"/>
                <a:gd name="T61" fmla="*/ 316 h 316"/>
                <a:gd name="T62" fmla="*/ 221 w 221"/>
                <a:gd name="T63" fmla="*/ 0 h 316"/>
                <a:gd name="T64" fmla="*/ 24 w 221"/>
                <a:gd name="T65"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1" h="316">
                  <a:moveTo>
                    <a:pt x="24" y="0"/>
                  </a:moveTo>
                  <a:cubicBezTo>
                    <a:pt x="24" y="57"/>
                    <a:pt x="24" y="57"/>
                    <a:pt x="24" y="57"/>
                  </a:cubicBezTo>
                  <a:cubicBezTo>
                    <a:pt x="4" y="44"/>
                    <a:pt x="4" y="44"/>
                    <a:pt x="4" y="44"/>
                  </a:cubicBezTo>
                  <a:cubicBezTo>
                    <a:pt x="0" y="66"/>
                    <a:pt x="0" y="66"/>
                    <a:pt x="0" y="66"/>
                  </a:cubicBezTo>
                  <a:cubicBezTo>
                    <a:pt x="7" y="73"/>
                    <a:pt x="7" y="73"/>
                    <a:pt x="7" y="73"/>
                  </a:cubicBezTo>
                  <a:cubicBezTo>
                    <a:pt x="10" y="75"/>
                    <a:pt x="11" y="77"/>
                    <a:pt x="10" y="79"/>
                  </a:cubicBezTo>
                  <a:cubicBezTo>
                    <a:pt x="10" y="81"/>
                    <a:pt x="8" y="82"/>
                    <a:pt x="7" y="82"/>
                  </a:cubicBezTo>
                  <a:cubicBezTo>
                    <a:pt x="7" y="113"/>
                    <a:pt x="7" y="113"/>
                    <a:pt x="7" y="113"/>
                  </a:cubicBezTo>
                  <a:cubicBezTo>
                    <a:pt x="12" y="134"/>
                    <a:pt x="12" y="134"/>
                    <a:pt x="12" y="134"/>
                  </a:cubicBezTo>
                  <a:cubicBezTo>
                    <a:pt x="8" y="146"/>
                    <a:pt x="8" y="146"/>
                    <a:pt x="8" y="146"/>
                  </a:cubicBezTo>
                  <a:cubicBezTo>
                    <a:pt x="5" y="154"/>
                    <a:pt x="6" y="155"/>
                    <a:pt x="6" y="155"/>
                  </a:cubicBezTo>
                  <a:cubicBezTo>
                    <a:pt x="7" y="156"/>
                    <a:pt x="7" y="156"/>
                    <a:pt x="7" y="156"/>
                  </a:cubicBezTo>
                  <a:cubicBezTo>
                    <a:pt x="7" y="157"/>
                    <a:pt x="7" y="157"/>
                    <a:pt x="7" y="157"/>
                  </a:cubicBezTo>
                  <a:cubicBezTo>
                    <a:pt x="5" y="167"/>
                    <a:pt x="5" y="167"/>
                    <a:pt x="5" y="167"/>
                  </a:cubicBezTo>
                  <a:cubicBezTo>
                    <a:pt x="3" y="176"/>
                    <a:pt x="4" y="176"/>
                    <a:pt x="4" y="177"/>
                  </a:cubicBezTo>
                  <a:cubicBezTo>
                    <a:pt x="5" y="177"/>
                    <a:pt x="5" y="177"/>
                    <a:pt x="5" y="177"/>
                  </a:cubicBezTo>
                  <a:cubicBezTo>
                    <a:pt x="5" y="178"/>
                    <a:pt x="5" y="178"/>
                    <a:pt x="5" y="178"/>
                  </a:cubicBezTo>
                  <a:cubicBezTo>
                    <a:pt x="5" y="195"/>
                    <a:pt x="5" y="195"/>
                    <a:pt x="5" y="195"/>
                  </a:cubicBezTo>
                  <a:cubicBezTo>
                    <a:pt x="12" y="205"/>
                    <a:pt x="12" y="205"/>
                    <a:pt x="12" y="205"/>
                  </a:cubicBezTo>
                  <a:cubicBezTo>
                    <a:pt x="12" y="211"/>
                    <a:pt x="12" y="211"/>
                    <a:pt x="12" y="211"/>
                  </a:cubicBezTo>
                  <a:cubicBezTo>
                    <a:pt x="12" y="212"/>
                    <a:pt x="12" y="212"/>
                    <a:pt x="12" y="212"/>
                  </a:cubicBezTo>
                  <a:cubicBezTo>
                    <a:pt x="12" y="213"/>
                    <a:pt x="12" y="214"/>
                    <a:pt x="12" y="215"/>
                  </a:cubicBezTo>
                  <a:cubicBezTo>
                    <a:pt x="12" y="217"/>
                    <a:pt x="11" y="219"/>
                    <a:pt x="10" y="221"/>
                  </a:cubicBezTo>
                  <a:cubicBezTo>
                    <a:pt x="8" y="224"/>
                    <a:pt x="7" y="226"/>
                    <a:pt x="8" y="227"/>
                  </a:cubicBezTo>
                  <a:cubicBezTo>
                    <a:pt x="10" y="230"/>
                    <a:pt x="8" y="237"/>
                    <a:pt x="8" y="237"/>
                  </a:cubicBezTo>
                  <a:cubicBezTo>
                    <a:pt x="8" y="237"/>
                    <a:pt x="7" y="245"/>
                    <a:pt x="8" y="249"/>
                  </a:cubicBezTo>
                  <a:cubicBezTo>
                    <a:pt x="8" y="250"/>
                    <a:pt x="9" y="251"/>
                    <a:pt x="9" y="251"/>
                  </a:cubicBezTo>
                  <a:cubicBezTo>
                    <a:pt x="10" y="254"/>
                    <a:pt x="11" y="255"/>
                    <a:pt x="8" y="259"/>
                  </a:cubicBezTo>
                  <a:cubicBezTo>
                    <a:pt x="4" y="265"/>
                    <a:pt x="4" y="265"/>
                    <a:pt x="4" y="265"/>
                  </a:cubicBezTo>
                  <a:cubicBezTo>
                    <a:pt x="144" y="316"/>
                    <a:pt x="144" y="316"/>
                    <a:pt x="144" y="316"/>
                  </a:cubicBezTo>
                  <a:cubicBezTo>
                    <a:pt x="221" y="316"/>
                    <a:pt x="221" y="316"/>
                    <a:pt x="221" y="316"/>
                  </a:cubicBezTo>
                  <a:cubicBezTo>
                    <a:pt x="221" y="0"/>
                    <a:pt x="221" y="0"/>
                    <a:pt x="221" y="0"/>
                  </a:cubicBezTo>
                  <a:lnTo>
                    <a:pt x="24" y="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5" name="Alaska">
              <a:extLst>
                <a:ext uri="{FF2B5EF4-FFF2-40B4-BE49-F238E27FC236}">
                  <a16:creationId xmlns:a16="http://schemas.microsoft.com/office/drawing/2014/main" id="{E61417A9-1E8C-7941-96C9-CCC514A6E5C7}"/>
                </a:ext>
              </a:extLst>
            </p:cNvPr>
            <p:cNvSpPr>
              <a:spLocks noEditPoints="1"/>
            </p:cNvSpPr>
            <p:nvPr/>
          </p:nvSpPr>
          <p:spPr bwMode="auto">
            <a:xfrm>
              <a:off x="1121697" y="4480864"/>
              <a:ext cx="2664367" cy="1598204"/>
            </a:xfrm>
            <a:custGeom>
              <a:avLst/>
              <a:gdLst>
                <a:gd name="T0" fmla="*/ 317 w 1083"/>
                <a:gd name="T1" fmla="*/ 272 h 650"/>
                <a:gd name="T2" fmla="*/ 649 w 1083"/>
                <a:gd name="T3" fmla="*/ 394 h 650"/>
                <a:gd name="T4" fmla="*/ 712 w 1083"/>
                <a:gd name="T5" fmla="*/ 422 h 650"/>
                <a:gd name="T6" fmla="*/ 422 w 1083"/>
                <a:gd name="T7" fmla="*/ 600 h 650"/>
                <a:gd name="T8" fmla="*/ 0 w 1083"/>
                <a:gd name="T9" fmla="*/ 621 h 650"/>
                <a:gd name="T10" fmla="*/ 372 w 1083"/>
                <a:gd name="T11" fmla="*/ 618 h 650"/>
                <a:gd name="T12" fmla="*/ 29 w 1083"/>
                <a:gd name="T13" fmla="*/ 623 h 650"/>
                <a:gd name="T14" fmla="*/ 29 w 1083"/>
                <a:gd name="T15" fmla="*/ 635 h 650"/>
                <a:gd name="T16" fmla="*/ 101 w 1083"/>
                <a:gd name="T17" fmla="*/ 627 h 650"/>
                <a:gd name="T18" fmla="*/ 240 w 1083"/>
                <a:gd name="T19" fmla="*/ 636 h 650"/>
                <a:gd name="T20" fmla="*/ 199 w 1083"/>
                <a:gd name="T21" fmla="*/ 641 h 650"/>
                <a:gd name="T22" fmla="*/ 612 w 1083"/>
                <a:gd name="T23" fmla="*/ 498 h 650"/>
                <a:gd name="T24" fmla="*/ 585 w 1083"/>
                <a:gd name="T25" fmla="*/ 508 h 650"/>
                <a:gd name="T26" fmla="*/ 560 w 1083"/>
                <a:gd name="T27" fmla="*/ 546 h 650"/>
                <a:gd name="T28" fmla="*/ 593 w 1083"/>
                <a:gd name="T29" fmla="*/ 535 h 650"/>
                <a:gd name="T30" fmla="*/ 609 w 1083"/>
                <a:gd name="T31" fmla="*/ 504 h 650"/>
                <a:gd name="T32" fmla="*/ 998 w 1083"/>
                <a:gd name="T33" fmla="*/ 540 h 650"/>
                <a:gd name="T34" fmla="*/ 1027 w 1083"/>
                <a:gd name="T35" fmla="*/ 591 h 650"/>
                <a:gd name="T36" fmla="*/ 1046 w 1083"/>
                <a:gd name="T37" fmla="*/ 586 h 650"/>
                <a:gd name="T38" fmla="*/ 981 w 1083"/>
                <a:gd name="T39" fmla="*/ 456 h 650"/>
                <a:gd name="T40" fmla="*/ 858 w 1083"/>
                <a:gd name="T41" fmla="*/ 405 h 650"/>
                <a:gd name="T42" fmla="*/ 734 w 1083"/>
                <a:gd name="T43" fmla="*/ 53 h 650"/>
                <a:gd name="T44" fmla="*/ 618 w 1083"/>
                <a:gd name="T45" fmla="*/ 24 h 650"/>
                <a:gd name="T46" fmla="*/ 572 w 1083"/>
                <a:gd name="T47" fmla="*/ 2 h 650"/>
                <a:gd name="T48" fmla="*/ 445 w 1083"/>
                <a:gd name="T49" fmla="*/ 120 h 650"/>
                <a:gd name="T50" fmla="*/ 461 w 1083"/>
                <a:gd name="T51" fmla="*/ 188 h 650"/>
                <a:gd name="T52" fmla="*/ 389 w 1083"/>
                <a:gd name="T53" fmla="*/ 220 h 650"/>
                <a:gd name="T54" fmla="*/ 465 w 1083"/>
                <a:gd name="T55" fmla="*/ 254 h 650"/>
                <a:gd name="T56" fmla="*/ 395 w 1083"/>
                <a:gd name="T57" fmla="*/ 310 h 650"/>
                <a:gd name="T58" fmla="*/ 374 w 1083"/>
                <a:gd name="T59" fmla="*/ 363 h 650"/>
                <a:gd name="T60" fmla="*/ 421 w 1083"/>
                <a:gd name="T61" fmla="*/ 408 h 650"/>
                <a:gd name="T62" fmla="*/ 456 w 1083"/>
                <a:gd name="T63" fmla="*/ 465 h 650"/>
                <a:gd name="T64" fmla="*/ 499 w 1083"/>
                <a:gd name="T65" fmla="*/ 518 h 650"/>
                <a:gd name="T66" fmla="*/ 429 w 1083"/>
                <a:gd name="T67" fmla="*/ 573 h 650"/>
                <a:gd name="T68" fmla="*/ 383 w 1083"/>
                <a:gd name="T69" fmla="*/ 585 h 650"/>
                <a:gd name="T70" fmla="*/ 363 w 1083"/>
                <a:gd name="T71" fmla="*/ 607 h 650"/>
                <a:gd name="T72" fmla="*/ 391 w 1083"/>
                <a:gd name="T73" fmla="*/ 597 h 650"/>
                <a:gd name="T74" fmla="*/ 446 w 1083"/>
                <a:gd name="T75" fmla="*/ 579 h 650"/>
                <a:gd name="T76" fmla="*/ 480 w 1083"/>
                <a:gd name="T77" fmla="*/ 569 h 650"/>
                <a:gd name="T78" fmla="*/ 506 w 1083"/>
                <a:gd name="T79" fmla="*/ 550 h 650"/>
                <a:gd name="T80" fmla="*/ 541 w 1083"/>
                <a:gd name="T81" fmla="*/ 514 h 650"/>
                <a:gd name="T82" fmla="*/ 589 w 1083"/>
                <a:gd name="T83" fmla="*/ 479 h 650"/>
                <a:gd name="T84" fmla="*/ 611 w 1083"/>
                <a:gd name="T85" fmla="*/ 417 h 650"/>
                <a:gd name="T86" fmla="*/ 625 w 1083"/>
                <a:gd name="T87" fmla="*/ 455 h 650"/>
                <a:gd name="T88" fmla="*/ 666 w 1083"/>
                <a:gd name="T89" fmla="*/ 436 h 650"/>
                <a:gd name="T90" fmla="*/ 691 w 1083"/>
                <a:gd name="T91" fmla="*/ 397 h 650"/>
                <a:gd name="T92" fmla="*/ 725 w 1083"/>
                <a:gd name="T93" fmla="*/ 407 h 650"/>
                <a:gd name="T94" fmla="*/ 748 w 1083"/>
                <a:gd name="T95" fmla="*/ 421 h 650"/>
                <a:gd name="T96" fmla="*/ 850 w 1083"/>
                <a:gd name="T97" fmla="*/ 423 h 650"/>
                <a:gd name="T98" fmla="*/ 932 w 1083"/>
                <a:gd name="T99" fmla="*/ 468 h 650"/>
                <a:gd name="T100" fmla="*/ 981 w 1083"/>
                <a:gd name="T101" fmla="*/ 493 h 650"/>
                <a:gd name="T102" fmla="*/ 989 w 1083"/>
                <a:gd name="T103" fmla="*/ 502 h 650"/>
                <a:gd name="T104" fmla="*/ 983 w 1083"/>
                <a:gd name="T105" fmla="*/ 532 h 650"/>
                <a:gd name="T106" fmla="*/ 1007 w 1083"/>
                <a:gd name="T107" fmla="*/ 532 h 650"/>
                <a:gd name="T108" fmla="*/ 1048 w 1083"/>
                <a:gd name="T109" fmla="*/ 568 h 650"/>
                <a:gd name="T110" fmla="*/ 1083 w 1083"/>
                <a:gd name="T111" fmla="*/ 552 h 650"/>
                <a:gd name="T112" fmla="*/ 932 w 1083"/>
                <a:gd name="T113" fmla="*/ 494 h 650"/>
                <a:gd name="T114" fmla="*/ 974 w 1083"/>
                <a:gd name="T115" fmla="*/ 527 h 650"/>
                <a:gd name="T116" fmla="*/ 255 w 1083"/>
                <a:gd name="T117" fmla="*/ 642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83" h="650">
                  <a:moveTo>
                    <a:pt x="329" y="267"/>
                  </a:moveTo>
                  <a:cubicBezTo>
                    <a:pt x="332" y="268"/>
                    <a:pt x="332" y="270"/>
                    <a:pt x="336" y="270"/>
                  </a:cubicBezTo>
                  <a:cubicBezTo>
                    <a:pt x="337" y="268"/>
                    <a:pt x="339" y="267"/>
                    <a:pt x="340" y="264"/>
                  </a:cubicBezTo>
                  <a:cubicBezTo>
                    <a:pt x="336" y="260"/>
                    <a:pt x="327" y="261"/>
                    <a:pt x="325" y="254"/>
                  </a:cubicBezTo>
                  <a:cubicBezTo>
                    <a:pt x="322" y="254"/>
                    <a:pt x="321" y="252"/>
                    <a:pt x="320" y="251"/>
                  </a:cubicBezTo>
                  <a:cubicBezTo>
                    <a:pt x="320" y="246"/>
                    <a:pt x="319" y="244"/>
                    <a:pt x="318" y="241"/>
                  </a:cubicBezTo>
                  <a:cubicBezTo>
                    <a:pt x="315" y="240"/>
                    <a:pt x="310" y="241"/>
                    <a:pt x="306" y="243"/>
                  </a:cubicBezTo>
                  <a:cubicBezTo>
                    <a:pt x="303" y="240"/>
                    <a:pt x="299" y="238"/>
                    <a:pt x="296" y="235"/>
                  </a:cubicBezTo>
                  <a:cubicBezTo>
                    <a:pt x="296" y="234"/>
                    <a:pt x="298" y="230"/>
                    <a:pt x="296" y="230"/>
                  </a:cubicBezTo>
                  <a:cubicBezTo>
                    <a:pt x="292" y="234"/>
                    <a:pt x="283" y="248"/>
                    <a:pt x="294" y="250"/>
                  </a:cubicBezTo>
                  <a:cubicBezTo>
                    <a:pt x="295" y="250"/>
                    <a:pt x="296" y="250"/>
                    <a:pt x="296" y="250"/>
                  </a:cubicBezTo>
                  <a:cubicBezTo>
                    <a:pt x="298" y="249"/>
                    <a:pt x="299" y="248"/>
                    <a:pt x="302" y="248"/>
                  </a:cubicBezTo>
                  <a:cubicBezTo>
                    <a:pt x="306" y="251"/>
                    <a:pt x="312" y="254"/>
                    <a:pt x="311" y="261"/>
                  </a:cubicBezTo>
                  <a:cubicBezTo>
                    <a:pt x="315" y="262"/>
                    <a:pt x="318" y="267"/>
                    <a:pt x="317" y="272"/>
                  </a:cubicBezTo>
                  <a:cubicBezTo>
                    <a:pt x="322" y="276"/>
                    <a:pt x="322" y="266"/>
                    <a:pt x="329" y="267"/>
                  </a:cubicBezTo>
                  <a:close/>
                  <a:moveTo>
                    <a:pt x="327" y="385"/>
                  </a:moveTo>
                  <a:cubicBezTo>
                    <a:pt x="328" y="386"/>
                    <a:pt x="328" y="388"/>
                    <a:pt x="328" y="391"/>
                  </a:cubicBezTo>
                  <a:cubicBezTo>
                    <a:pt x="334" y="395"/>
                    <a:pt x="337" y="401"/>
                    <a:pt x="344" y="403"/>
                  </a:cubicBezTo>
                  <a:cubicBezTo>
                    <a:pt x="346" y="405"/>
                    <a:pt x="347" y="406"/>
                    <a:pt x="348" y="409"/>
                  </a:cubicBezTo>
                  <a:cubicBezTo>
                    <a:pt x="354" y="409"/>
                    <a:pt x="354" y="403"/>
                    <a:pt x="362" y="405"/>
                  </a:cubicBezTo>
                  <a:cubicBezTo>
                    <a:pt x="361" y="404"/>
                    <a:pt x="362" y="404"/>
                    <a:pt x="362" y="403"/>
                  </a:cubicBezTo>
                  <a:cubicBezTo>
                    <a:pt x="358" y="400"/>
                    <a:pt x="361" y="394"/>
                    <a:pt x="362" y="389"/>
                  </a:cubicBezTo>
                  <a:cubicBezTo>
                    <a:pt x="360" y="388"/>
                    <a:pt x="359" y="386"/>
                    <a:pt x="355" y="387"/>
                  </a:cubicBezTo>
                  <a:cubicBezTo>
                    <a:pt x="355" y="385"/>
                    <a:pt x="354" y="384"/>
                    <a:pt x="355" y="382"/>
                  </a:cubicBezTo>
                  <a:cubicBezTo>
                    <a:pt x="349" y="385"/>
                    <a:pt x="342" y="380"/>
                    <a:pt x="339" y="387"/>
                  </a:cubicBezTo>
                  <a:cubicBezTo>
                    <a:pt x="336" y="385"/>
                    <a:pt x="330" y="382"/>
                    <a:pt x="327" y="385"/>
                  </a:cubicBezTo>
                  <a:close/>
                  <a:moveTo>
                    <a:pt x="652" y="391"/>
                  </a:moveTo>
                  <a:cubicBezTo>
                    <a:pt x="649" y="391"/>
                    <a:pt x="648" y="393"/>
                    <a:pt x="649" y="394"/>
                  </a:cubicBezTo>
                  <a:cubicBezTo>
                    <a:pt x="651" y="394"/>
                    <a:pt x="652" y="393"/>
                    <a:pt x="652" y="391"/>
                  </a:cubicBezTo>
                  <a:close/>
                  <a:moveTo>
                    <a:pt x="696" y="430"/>
                  </a:moveTo>
                  <a:cubicBezTo>
                    <a:pt x="698" y="425"/>
                    <a:pt x="701" y="417"/>
                    <a:pt x="696" y="415"/>
                  </a:cubicBezTo>
                  <a:cubicBezTo>
                    <a:pt x="693" y="420"/>
                    <a:pt x="691" y="427"/>
                    <a:pt x="696" y="430"/>
                  </a:cubicBezTo>
                  <a:close/>
                  <a:moveTo>
                    <a:pt x="710" y="423"/>
                  </a:moveTo>
                  <a:cubicBezTo>
                    <a:pt x="709" y="418"/>
                    <a:pt x="704" y="421"/>
                    <a:pt x="706" y="425"/>
                  </a:cubicBezTo>
                  <a:cubicBezTo>
                    <a:pt x="703" y="426"/>
                    <a:pt x="704" y="428"/>
                    <a:pt x="702" y="431"/>
                  </a:cubicBezTo>
                  <a:cubicBezTo>
                    <a:pt x="700" y="435"/>
                    <a:pt x="693" y="436"/>
                    <a:pt x="695" y="439"/>
                  </a:cubicBezTo>
                  <a:cubicBezTo>
                    <a:pt x="694" y="439"/>
                    <a:pt x="694" y="440"/>
                    <a:pt x="693" y="440"/>
                  </a:cubicBezTo>
                  <a:cubicBezTo>
                    <a:pt x="693" y="441"/>
                    <a:pt x="693" y="443"/>
                    <a:pt x="693" y="444"/>
                  </a:cubicBezTo>
                  <a:cubicBezTo>
                    <a:pt x="697" y="444"/>
                    <a:pt x="699" y="443"/>
                    <a:pt x="700" y="441"/>
                  </a:cubicBezTo>
                  <a:cubicBezTo>
                    <a:pt x="702" y="443"/>
                    <a:pt x="704" y="439"/>
                    <a:pt x="702" y="437"/>
                  </a:cubicBezTo>
                  <a:cubicBezTo>
                    <a:pt x="703" y="436"/>
                    <a:pt x="703" y="437"/>
                    <a:pt x="704" y="437"/>
                  </a:cubicBezTo>
                  <a:cubicBezTo>
                    <a:pt x="703" y="430"/>
                    <a:pt x="712" y="429"/>
                    <a:pt x="712" y="422"/>
                  </a:cubicBezTo>
                  <a:cubicBezTo>
                    <a:pt x="711" y="422"/>
                    <a:pt x="711" y="423"/>
                    <a:pt x="710" y="423"/>
                  </a:cubicBezTo>
                  <a:close/>
                  <a:moveTo>
                    <a:pt x="240" y="483"/>
                  </a:moveTo>
                  <a:cubicBezTo>
                    <a:pt x="242" y="482"/>
                    <a:pt x="245" y="482"/>
                    <a:pt x="246" y="478"/>
                  </a:cubicBezTo>
                  <a:cubicBezTo>
                    <a:pt x="243" y="480"/>
                    <a:pt x="239" y="477"/>
                    <a:pt x="238" y="479"/>
                  </a:cubicBezTo>
                  <a:cubicBezTo>
                    <a:pt x="237" y="482"/>
                    <a:pt x="241" y="481"/>
                    <a:pt x="240" y="483"/>
                  </a:cubicBezTo>
                  <a:close/>
                  <a:moveTo>
                    <a:pt x="248" y="509"/>
                  </a:moveTo>
                  <a:cubicBezTo>
                    <a:pt x="249" y="508"/>
                    <a:pt x="251" y="508"/>
                    <a:pt x="251" y="506"/>
                  </a:cubicBezTo>
                  <a:cubicBezTo>
                    <a:pt x="250" y="505"/>
                    <a:pt x="247" y="505"/>
                    <a:pt x="245" y="503"/>
                  </a:cubicBezTo>
                  <a:cubicBezTo>
                    <a:pt x="244" y="505"/>
                    <a:pt x="246" y="507"/>
                    <a:pt x="248" y="509"/>
                  </a:cubicBezTo>
                  <a:close/>
                  <a:moveTo>
                    <a:pt x="428" y="592"/>
                  </a:moveTo>
                  <a:cubicBezTo>
                    <a:pt x="426" y="592"/>
                    <a:pt x="427" y="593"/>
                    <a:pt x="426" y="593"/>
                  </a:cubicBezTo>
                  <a:cubicBezTo>
                    <a:pt x="426" y="593"/>
                    <a:pt x="425" y="592"/>
                    <a:pt x="425" y="591"/>
                  </a:cubicBezTo>
                  <a:cubicBezTo>
                    <a:pt x="418" y="591"/>
                    <a:pt x="419" y="600"/>
                    <a:pt x="420" y="603"/>
                  </a:cubicBezTo>
                  <a:cubicBezTo>
                    <a:pt x="421" y="603"/>
                    <a:pt x="421" y="601"/>
                    <a:pt x="422" y="600"/>
                  </a:cubicBezTo>
                  <a:cubicBezTo>
                    <a:pt x="424" y="602"/>
                    <a:pt x="425" y="603"/>
                    <a:pt x="427" y="604"/>
                  </a:cubicBezTo>
                  <a:cubicBezTo>
                    <a:pt x="427" y="603"/>
                    <a:pt x="427" y="601"/>
                    <a:pt x="429" y="601"/>
                  </a:cubicBezTo>
                  <a:cubicBezTo>
                    <a:pt x="429" y="599"/>
                    <a:pt x="427" y="598"/>
                    <a:pt x="427" y="596"/>
                  </a:cubicBezTo>
                  <a:cubicBezTo>
                    <a:pt x="428" y="597"/>
                    <a:pt x="430" y="599"/>
                    <a:pt x="431" y="600"/>
                  </a:cubicBezTo>
                  <a:cubicBezTo>
                    <a:pt x="432" y="599"/>
                    <a:pt x="433" y="596"/>
                    <a:pt x="432" y="594"/>
                  </a:cubicBezTo>
                  <a:cubicBezTo>
                    <a:pt x="430" y="595"/>
                    <a:pt x="428" y="594"/>
                    <a:pt x="428" y="592"/>
                  </a:cubicBezTo>
                  <a:close/>
                  <a:moveTo>
                    <a:pt x="11" y="620"/>
                  </a:moveTo>
                  <a:cubicBezTo>
                    <a:pt x="13" y="620"/>
                    <a:pt x="15" y="621"/>
                    <a:pt x="15" y="618"/>
                  </a:cubicBezTo>
                  <a:cubicBezTo>
                    <a:pt x="12" y="618"/>
                    <a:pt x="11" y="617"/>
                    <a:pt x="10" y="616"/>
                  </a:cubicBezTo>
                  <a:cubicBezTo>
                    <a:pt x="9" y="615"/>
                    <a:pt x="9" y="614"/>
                    <a:pt x="8" y="612"/>
                  </a:cubicBezTo>
                  <a:cubicBezTo>
                    <a:pt x="5" y="612"/>
                    <a:pt x="3" y="609"/>
                    <a:pt x="0" y="612"/>
                  </a:cubicBezTo>
                  <a:cubicBezTo>
                    <a:pt x="2" y="614"/>
                    <a:pt x="3" y="617"/>
                    <a:pt x="5" y="619"/>
                  </a:cubicBezTo>
                  <a:cubicBezTo>
                    <a:pt x="4" y="620"/>
                    <a:pt x="3" y="619"/>
                    <a:pt x="1" y="619"/>
                  </a:cubicBezTo>
                  <a:cubicBezTo>
                    <a:pt x="1" y="620"/>
                    <a:pt x="0" y="620"/>
                    <a:pt x="0" y="621"/>
                  </a:cubicBezTo>
                  <a:cubicBezTo>
                    <a:pt x="3" y="621"/>
                    <a:pt x="2" y="625"/>
                    <a:pt x="5" y="626"/>
                  </a:cubicBezTo>
                  <a:cubicBezTo>
                    <a:pt x="5" y="624"/>
                    <a:pt x="5" y="623"/>
                    <a:pt x="6" y="623"/>
                  </a:cubicBezTo>
                  <a:cubicBezTo>
                    <a:pt x="9" y="623"/>
                    <a:pt x="9" y="620"/>
                    <a:pt x="11" y="620"/>
                  </a:cubicBezTo>
                  <a:close/>
                  <a:moveTo>
                    <a:pt x="312" y="616"/>
                  </a:moveTo>
                  <a:cubicBezTo>
                    <a:pt x="312" y="615"/>
                    <a:pt x="314" y="615"/>
                    <a:pt x="313" y="613"/>
                  </a:cubicBezTo>
                  <a:cubicBezTo>
                    <a:pt x="310" y="613"/>
                    <a:pt x="309" y="613"/>
                    <a:pt x="308" y="614"/>
                  </a:cubicBezTo>
                  <a:cubicBezTo>
                    <a:pt x="308" y="616"/>
                    <a:pt x="310" y="617"/>
                    <a:pt x="308" y="619"/>
                  </a:cubicBezTo>
                  <a:cubicBezTo>
                    <a:pt x="307" y="616"/>
                    <a:pt x="304" y="617"/>
                    <a:pt x="304" y="614"/>
                  </a:cubicBezTo>
                  <a:cubicBezTo>
                    <a:pt x="299" y="612"/>
                    <a:pt x="296" y="617"/>
                    <a:pt x="298" y="621"/>
                  </a:cubicBezTo>
                  <a:cubicBezTo>
                    <a:pt x="300" y="621"/>
                    <a:pt x="301" y="620"/>
                    <a:pt x="302" y="622"/>
                  </a:cubicBezTo>
                  <a:cubicBezTo>
                    <a:pt x="304" y="621"/>
                    <a:pt x="307" y="620"/>
                    <a:pt x="310" y="621"/>
                  </a:cubicBezTo>
                  <a:cubicBezTo>
                    <a:pt x="311" y="620"/>
                    <a:pt x="312" y="619"/>
                    <a:pt x="315" y="619"/>
                  </a:cubicBezTo>
                  <a:cubicBezTo>
                    <a:pt x="315" y="616"/>
                    <a:pt x="313" y="617"/>
                    <a:pt x="312" y="616"/>
                  </a:cubicBezTo>
                  <a:close/>
                  <a:moveTo>
                    <a:pt x="372" y="618"/>
                  </a:moveTo>
                  <a:cubicBezTo>
                    <a:pt x="370" y="621"/>
                    <a:pt x="376" y="625"/>
                    <a:pt x="379" y="624"/>
                  </a:cubicBezTo>
                  <a:cubicBezTo>
                    <a:pt x="379" y="623"/>
                    <a:pt x="378" y="621"/>
                    <a:pt x="378" y="620"/>
                  </a:cubicBezTo>
                  <a:cubicBezTo>
                    <a:pt x="375" y="621"/>
                    <a:pt x="376" y="617"/>
                    <a:pt x="372" y="618"/>
                  </a:cubicBezTo>
                  <a:close/>
                  <a:moveTo>
                    <a:pt x="29" y="623"/>
                  </a:moveTo>
                  <a:cubicBezTo>
                    <a:pt x="29" y="620"/>
                    <a:pt x="28" y="619"/>
                    <a:pt x="26" y="619"/>
                  </a:cubicBezTo>
                  <a:cubicBezTo>
                    <a:pt x="24" y="620"/>
                    <a:pt x="24" y="622"/>
                    <a:pt x="22" y="623"/>
                  </a:cubicBezTo>
                  <a:cubicBezTo>
                    <a:pt x="18" y="622"/>
                    <a:pt x="16" y="625"/>
                    <a:pt x="13" y="622"/>
                  </a:cubicBezTo>
                  <a:cubicBezTo>
                    <a:pt x="12" y="622"/>
                    <a:pt x="10" y="622"/>
                    <a:pt x="10" y="623"/>
                  </a:cubicBezTo>
                  <a:cubicBezTo>
                    <a:pt x="10" y="624"/>
                    <a:pt x="10" y="625"/>
                    <a:pt x="11" y="626"/>
                  </a:cubicBezTo>
                  <a:cubicBezTo>
                    <a:pt x="12" y="627"/>
                    <a:pt x="12" y="625"/>
                    <a:pt x="13" y="624"/>
                  </a:cubicBezTo>
                  <a:cubicBezTo>
                    <a:pt x="13" y="626"/>
                    <a:pt x="16" y="625"/>
                    <a:pt x="18" y="626"/>
                  </a:cubicBezTo>
                  <a:cubicBezTo>
                    <a:pt x="19" y="627"/>
                    <a:pt x="19" y="628"/>
                    <a:pt x="20" y="629"/>
                  </a:cubicBezTo>
                  <a:cubicBezTo>
                    <a:pt x="22" y="628"/>
                    <a:pt x="22" y="629"/>
                    <a:pt x="24" y="629"/>
                  </a:cubicBezTo>
                  <a:cubicBezTo>
                    <a:pt x="25" y="627"/>
                    <a:pt x="26" y="623"/>
                    <a:pt x="29" y="623"/>
                  </a:cubicBezTo>
                  <a:close/>
                  <a:moveTo>
                    <a:pt x="53" y="629"/>
                  </a:moveTo>
                  <a:cubicBezTo>
                    <a:pt x="53" y="627"/>
                    <a:pt x="53" y="627"/>
                    <a:pt x="55" y="627"/>
                  </a:cubicBezTo>
                  <a:cubicBezTo>
                    <a:pt x="54" y="615"/>
                    <a:pt x="43" y="628"/>
                    <a:pt x="53" y="629"/>
                  </a:cubicBezTo>
                  <a:close/>
                  <a:moveTo>
                    <a:pt x="45" y="631"/>
                  </a:moveTo>
                  <a:cubicBezTo>
                    <a:pt x="46" y="627"/>
                    <a:pt x="39" y="630"/>
                    <a:pt x="38" y="627"/>
                  </a:cubicBezTo>
                  <a:cubicBezTo>
                    <a:pt x="41" y="627"/>
                    <a:pt x="41" y="624"/>
                    <a:pt x="41" y="622"/>
                  </a:cubicBezTo>
                  <a:cubicBezTo>
                    <a:pt x="38" y="623"/>
                    <a:pt x="38" y="622"/>
                    <a:pt x="35" y="622"/>
                  </a:cubicBezTo>
                  <a:cubicBezTo>
                    <a:pt x="33" y="623"/>
                    <a:pt x="34" y="627"/>
                    <a:pt x="32" y="627"/>
                  </a:cubicBezTo>
                  <a:cubicBezTo>
                    <a:pt x="32" y="626"/>
                    <a:pt x="31" y="626"/>
                    <a:pt x="30" y="626"/>
                  </a:cubicBezTo>
                  <a:cubicBezTo>
                    <a:pt x="29" y="627"/>
                    <a:pt x="29" y="628"/>
                    <a:pt x="29" y="629"/>
                  </a:cubicBezTo>
                  <a:cubicBezTo>
                    <a:pt x="27" y="630"/>
                    <a:pt x="25" y="632"/>
                    <a:pt x="24" y="634"/>
                  </a:cubicBezTo>
                  <a:cubicBezTo>
                    <a:pt x="25" y="634"/>
                    <a:pt x="25" y="634"/>
                    <a:pt x="26" y="635"/>
                  </a:cubicBezTo>
                  <a:cubicBezTo>
                    <a:pt x="28" y="635"/>
                    <a:pt x="27" y="633"/>
                    <a:pt x="29" y="633"/>
                  </a:cubicBezTo>
                  <a:cubicBezTo>
                    <a:pt x="29" y="634"/>
                    <a:pt x="29" y="634"/>
                    <a:pt x="29" y="635"/>
                  </a:cubicBezTo>
                  <a:cubicBezTo>
                    <a:pt x="31" y="635"/>
                    <a:pt x="31" y="636"/>
                    <a:pt x="32" y="636"/>
                  </a:cubicBezTo>
                  <a:cubicBezTo>
                    <a:pt x="33" y="632"/>
                    <a:pt x="38" y="636"/>
                    <a:pt x="38" y="633"/>
                  </a:cubicBezTo>
                  <a:cubicBezTo>
                    <a:pt x="39" y="635"/>
                    <a:pt x="42" y="635"/>
                    <a:pt x="44" y="635"/>
                  </a:cubicBezTo>
                  <a:cubicBezTo>
                    <a:pt x="44" y="634"/>
                    <a:pt x="45" y="633"/>
                    <a:pt x="45" y="632"/>
                  </a:cubicBezTo>
                  <a:cubicBezTo>
                    <a:pt x="46" y="633"/>
                    <a:pt x="46" y="634"/>
                    <a:pt x="46" y="635"/>
                  </a:cubicBezTo>
                  <a:cubicBezTo>
                    <a:pt x="49" y="635"/>
                    <a:pt x="49" y="634"/>
                    <a:pt x="51" y="635"/>
                  </a:cubicBezTo>
                  <a:cubicBezTo>
                    <a:pt x="51" y="634"/>
                    <a:pt x="51" y="633"/>
                    <a:pt x="53" y="634"/>
                  </a:cubicBezTo>
                  <a:cubicBezTo>
                    <a:pt x="53" y="633"/>
                    <a:pt x="53" y="632"/>
                    <a:pt x="53" y="630"/>
                  </a:cubicBezTo>
                  <a:cubicBezTo>
                    <a:pt x="49" y="631"/>
                    <a:pt x="47" y="628"/>
                    <a:pt x="45" y="631"/>
                  </a:cubicBezTo>
                  <a:close/>
                  <a:moveTo>
                    <a:pt x="113" y="644"/>
                  </a:moveTo>
                  <a:cubicBezTo>
                    <a:pt x="111" y="640"/>
                    <a:pt x="101" y="641"/>
                    <a:pt x="99" y="638"/>
                  </a:cubicBezTo>
                  <a:cubicBezTo>
                    <a:pt x="99" y="637"/>
                    <a:pt x="97" y="636"/>
                    <a:pt x="98" y="636"/>
                  </a:cubicBezTo>
                  <a:cubicBezTo>
                    <a:pt x="101" y="637"/>
                    <a:pt x="102" y="635"/>
                    <a:pt x="104" y="634"/>
                  </a:cubicBezTo>
                  <a:cubicBezTo>
                    <a:pt x="104" y="630"/>
                    <a:pt x="102" y="630"/>
                    <a:pt x="101" y="627"/>
                  </a:cubicBezTo>
                  <a:cubicBezTo>
                    <a:pt x="98" y="627"/>
                    <a:pt x="96" y="626"/>
                    <a:pt x="95" y="629"/>
                  </a:cubicBezTo>
                  <a:cubicBezTo>
                    <a:pt x="95" y="628"/>
                    <a:pt x="93" y="628"/>
                    <a:pt x="92" y="629"/>
                  </a:cubicBezTo>
                  <a:cubicBezTo>
                    <a:pt x="92" y="631"/>
                    <a:pt x="95" y="631"/>
                    <a:pt x="96" y="633"/>
                  </a:cubicBezTo>
                  <a:cubicBezTo>
                    <a:pt x="92" y="633"/>
                    <a:pt x="89" y="632"/>
                    <a:pt x="85" y="635"/>
                  </a:cubicBezTo>
                  <a:cubicBezTo>
                    <a:pt x="84" y="633"/>
                    <a:pt x="81" y="635"/>
                    <a:pt x="79" y="632"/>
                  </a:cubicBezTo>
                  <a:cubicBezTo>
                    <a:pt x="79" y="634"/>
                    <a:pt x="76" y="632"/>
                    <a:pt x="75" y="634"/>
                  </a:cubicBezTo>
                  <a:cubicBezTo>
                    <a:pt x="74" y="632"/>
                    <a:pt x="69" y="631"/>
                    <a:pt x="68" y="633"/>
                  </a:cubicBezTo>
                  <a:cubicBezTo>
                    <a:pt x="75" y="637"/>
                    <a:pt x="85" y="638"/>
                    <a:pt x="90" y="640"/>
                  </a:cubicBezTo>
                  <a:cubicBezTo>
                    <a:pt x="93" y="636"/>
                    <a:pt x="100" y="641"/>
                    <a:pt x="102" y="645"/>
                  </a:cubicBezTo>
                  <a:cubicBezTo>
                    <a:pt x="110" y="646"/>
                    <a:pt x="113" y="649"/>
                    <a:pt x="124" y="650"/>
                  </a:cubicBezTo>
                  <a:cubicBezTo>
                    <a:pt x="122" y="646"/>
                    <a:pt x="115" y="646"/>
                    <a:pt x="113" y="644"/>
                  </a:cubicBezTo>
                  <a:close/>
                  <a:moveTo>
                    <a:pt x="256" y="630"/>
                  </a:moveTo>
                  <a:cubicBezTo>
                    <a:pt x="254" y="630"/>
                    <a:pt x="252" y="630"/>
                    <a:pt x="252" y="627"/>
                  </a:cubicBezTo>
                  <a:cubicBezTo>
                    <a:pt x="244" y="625"/>
                    <a:pt x="237" y="632"/>
                    <a:pt x="240" y="636"/>
                  </a:cubicBezTo>
                  <a:cubicBezTo>
                    <a:pt x="238" y="635"/>
                    <a:pt x="236" y="636"/>
                    <a:pt x="234" y="634"/>
                  </a:cubicBezTo>
                  <a:cubicBezTo>
                    <a:pt x="233" y="637"/>
                    <a:pt x="226" y="637"/>
                    <a:pt x="229" y="642"/>
                  </a:cubicBezTo>
                  <a:cubicBezTo>
                    <a:pt x="226" y="642"/>
                    <a:pt x="226" y="644"/>
                    <a:pt x="225" y="645"/>
                  </a:cubicBezTo>
                  <a:cubicBezTo>
                    <a:pt x="223" y="643"/>
                    <a:pt x="223" y="649"/>
                    <a:pt x="220" y="646"/>
                  </a:cubicBezTo>
                  <a:cubicBezTo>
                    <a:pt x="220" y="649"/>
                    <a:pt x="219" y="646"/>
                    <a:pt x="218" y="649"/>
                  </a:cubicBezTo>
                  <a:cubicBezTo>
                    <a:pt x="223" y="649"/>
                    <a:pt x="225" y="647"/>
                    <a:pt x="229" y="648"/>
                  </a:cubicBezTo>
                  <a:cubicBezTo>
                    <a:pt x="228" y="646"/>
                    <a:pt x="232" y="645"/>
                    <a:pt x="236" y="645"/>
                  </a:cubicBezTo>
                  <a:cubicBezTo>
                    <a:pt x="239" y="639"/>
                    <a:pt x="247" y="638"/>
                    <a:pt x="254" y="636"/>
                  </a:cubicBezTo>
                  <a:cubicBezTo>
                    <a:pt x="253" y="632"/>
                    <a:pt x="257" y="633"/>
                    <a:pt x="256" y="630"/>
                  </a:cubicBezTo>
                  <a:close/>
                  <a:moveTo>
                    <a:pt x="199" y="641"/>
                  </a:moveTo>
                  <a:cubicBezTo>
                    <a:pt x="196" y="643"/>
                    <a:pt x="200" y="647"/>
                    <a:pt x="202" y="644"/>
                  </a:cubicBezTo>
                  <a:cubicBezTo>
                    <a:pt x="203" y="645"/>
                    <a:pt x="203" y="647"/>
                    <a:pt x="205" y="647"/>
                  </a:cubicBezTo>
                  <a:cubicBezTo>
                    <a:pt x="206" y="646"/>
                    <a:pt x="208" y="645"/>
                    <a:pt x="207" y="643"/>
                  </a:cubicBezTo>
                  <a:cubicBezTo>
                    <a:pt x="205" y="640"/>
                    <a:pt x="203" y="642"/>
                    <a:pt x="199" y="641"/>
                  </a:cubicBezTo>
                  <a:close/>
                  <a:moveTo>
                    <a:pt x="140" y="642"/>
                  </a:moveTo>
                  <a:cubicBezTo>
                    <a:pt x="136" y="641"/>
                    <a:pt x="133" y="642"/>
                    <a:pt x="132" y="646"/>
                  </a:cubicBezTo>
                  <a:cubicBezTo>
                    <a:pt x="135" y="648"/>
                    <a:pt x="139" y="647"/>
                    <a:pt x="142" y="646"/>
                  </a:cubicBezTo>
                  <a:cubicBezTo>
                    <a:pt x="143" y="643"/>
                    <a:pt x="140" y="644"/>
                    <a:pt x="140" y="642"/>
                  </a:cubicBezTo>
                  <a:close/>
                  <a:moveTo>
                    <a:pt x="176" y="647"/>
                  </a:moveTo>
                  <a:cubicBezTo>
                    <a:pt x="178" y="649"/>
                    <a:pt x="182" y="647"/>
                    <a:pt x="185" y="646"/>
                  </a:cubicBezTo>
                  <a:cubicBezTo>
                    <a:pt x="185" y="639"/>
                    <a:pt x="177" y="643"/>
                    <a:pt x="176" y="647"/>
                  </a:cubicBezTo>
                  <a:close/>
                  <a:moveTo>
                    <a:pt x="168" y="645"/>
                  </a:moveTo>
                  <a:cubicBezTo>
                    <a:pt x="166" y="645"/>
                    <a:pt x="164" y="646"/>
                    <a:pt x="165" y="648"/>
                  </a:cubicBezTo>
                  <a:cubicBezTo>
                    <a:pt x="166" y="648"/>
                    <a:pt x="166" y="649"/>
                    <a:pt x="168" y="649"/>
                  </a:cubicBezTo>
                  <a:cubicBezTo>
                    <a:pt x="168" y="648"/>
                    <a:pt x="168" y="648"/>
                    <a:pt x="169" y="648"/>
                  </a:cubicBezTo>
                  <a:cubicBezTo>
                    <a:pt x="169" y="646"/>
                    <a:pt x="168" y="646"/>
                    <a:pt x="168" y="645"/>
                  </a:cubicBezTo>
                  <a:close/>
                  <a:moveTo>
                    <a:pt x="614" y="497"/>
                  </a:moveTo>
                  <a:cubicBezTo>
                    <a:pt x="614" y="499"/>
                    <a:pt x="613" y="499"/>
                    <a:pt x="612" y="498"/>
                  </a:cubicBezTo>
                  <a:cubicBezTo>
                    <a:pt x="613" y="498"/>
                    <a:pt x="612" y="497"/>
                    <a:pt x="613" y="496"/>
                  </a:cubicBezTo>
                  <a:cubicBezTo>
                    <a:pt x="611" y="494"/>
                    <a:pt x="611" y="497"/>
                    <a:pt x="610" y="497"/>
                  </a:cubicBezTo>
                  <a:cubicBezTo>
                    <a:pt x="610" y="496"/>
                    <a:pt x="609" y="495"/>
                    <a:pt x="608" y="494"/>
                  </a:cubicBezTo>
                  <a:cubicBezTo>
                    <a:pt x="608" y="495"/>
                    <a:pt x="608" y="494"/>
                    <a:pt x="607" y="494"/>
                  </a:cubicBezTo>
                  <a:cubicBezTo>
                    <a:pt x="606" y="494"/>
                    <a:pt x="607" y="496"/>
                    <a:pt x="606" y="496"/>
                  </a:cubicBezTo>
                  <a:cubicBezTo>
                    <a:pt x="605" y="496"/>
                    <a:pt x="605" y="495"/>
                    <a:pt x="605" y="494"/>
                  </a:cubicBezTo>
                  <a:cubicBezTo>
                    <a:pt x="607" y="492"/>
                    <a:pt x="609" y="491"/>
                    <a:pt x="608" y="486"/>
                  </a:cubicBezTo>
                  <a:cubicBezTo>
                    <a:pt x="605" y="487"/>
                    <a:pt x="600" y="485"/>
                    <a:pt x="601" y="492"/>
                  </a:cubicBezTo>
                  <a:cubicBezTo>
                    <a:pt x="599" y="493"/>
                    <a:pt x="598" y="495"/>
                    <a:pt x="596" y="495"/>
                  </a:cubicBezTo>
                  <a:cubicBezTo>
                    <a:pt x="596" y="496"/>
                    <a:pt x="597" y="496"/>
                    <a:pt x="597" y="497"/>
                  </a:cubicBezTo>
                  <a:cubicBezTo>
                    <a:pt x="594" y="496"/>
                    <a:pt x="596" y="499"/>
                    <a:pt x="595" y="499"/>
                  </a:cubicBezTo>
                  <a:cubicBezTo>
                    <a:pt x="595" y="498"/>
                    <a:pt x="594" y="498"/>
                    <a:pt x="593" y="498"/>
                  </a:cubicBezTo>
                  <a:cubicBezTo>
                    <a:pt x="591" y="499"/>
                    <a:pt x="592" y="501"/>
                    <a:pt x="592" y="502"/>
                  </a:cubicBezTo>
                  <a:cubicBezTo>
                    <a:pt x="589" y="501"/>
                    <a:pt x="587" y="506"/>
                    <a:pt x="585" y="508"/>
                  </a:cubicBezTo>
                  <a:cubicBezTo>
                    <a:pt x="587" y="509"/>
                    <a:pt x="592" y="509"/>
                    <a:pt x="591" y="511"/>
                  </a:cubicBezTo>
                  <a:cubicBezTo>
                    <a:pt x="591" y="510"/>
                    <a:pt x="588" y="508"/>
                    <a:pt x="587" y="511"/>
                  </a:cubicBezTo>
                  <a:cubicBezTo>
                    <a:pt x="588" y="511"/>
                    <a:pt x="589" y="512"/>
                    <a:pt x="590" y="513"/>
                  </a:cubicBezTo>
                  <a:cubicBezTo>
                    <a:pt x="587" y="513"/>
                    <a:pt x="587" y="510"/>
                    <a:pt x="583" y="510"/>
                  </a:cubicBezTo>
                  <a:cubicBezTo>
                    <a:pt x="581" y="512"/>
                    <a:pt x="583" y="513"/>
                    <a:pt x="584" y="515"/>
                  </a:cubicBezTo>
                  <a:cubicBezTo>
                    <a:pt x="583" y="515"/>
                    <a:pt x="584" y="517"/>
                    <a:pt x="583" y="518"/>
                  </a:cubicBezTo>
                  <a:cubicBezTo>
                    <a:pt x="583" y="515"/>
                    <a:pt x="581" y="515"/>
                    <a:pt x="582" y="513"/>
                  </a:cubicBezTo>
                  <a:cubicBezTo>
                    <a:pt x="577" y="512"/>
                    <a:pt x="573" y="514"/>
                    <a:pt x="574" y="519"/>
                  </a:cubicBezTo>
                  <a:cubicBezTo>
                    <a:pt x="574" y="520"/>
                    <a:pt x="576" y="521"/>
                    <a:pt x="577" y="521"/>
                  </a:cubicBezTo>
                  <a:cubicBezTo>
                    <a:pt x="576" y="521"/>
                    <a:pt x="575" y="521"/>
                    <a:pt x="575" y="522"/>
                  </a:cubicBezTo>
                  <a:cubicBezTo>
                    <a:pt x="576" y="524"/>
                    <a:pt x="576" y="528"/>
                    <a:pt x="575" y="530"/>
                  </a:cubicBezTo>
                  <a:cubicBezTo>
                    <a:pt x="576" y="521"/>
                    <a:pt x="567" y="518"/>
                    <a:pt x="563" y="524"/>
                  </a:cubicBezTo>
                  <a:cubicBezTo>
                    <a:pt x="559" y="525"/>
                    <a:pt x="556" y="531"/>
                    <a:pt x="555" y="534"/>
                  </a:cubicBezTo>
                  <a:cubicBezTo>
                    <a:pt x="560" y="534"/>
                    <a:pt x="561" y="539"/>
                    <a:pt x="560" y="546"/>
                  </a:cubicBezTo>
                  <a:cubicBezTo>
                    <a:pt x="563" y="546"/>
                    <a:pt x="565" y="549"/>
                    <a:pt x="564" y="552"/>
                  </a:cubicBezTo>
                  <a:cubicBezTo>
                    <a:pt x="568" y="550"/>
                    <a:pt x="570" y="545"/>
                    <a:pt x="574" y="549"/>
                  </a:cubicBezTo>
                  <a:cubicBezTo>
                    <a:pt x="570" y="549"/>
                    <a:pt x="568" y="552"/>
                    <a:pt x="567" y="555"/>
                  </a:cubicBezTo>
                  <a:cubicBezTo>
                    <a:pt x="568" y="556"/>
                    <a:pt x="570" y="556"/>
                    <a:pt x="572" y="556"/>
                  </a:cubicBezTo>
                  <a:cubicBezTo>
                    <a:pt x="574" y="554"/>
                    <a:pt x="575" y="553"/>
                    <a:pt x="578" y="552"/>
                  </a:cubicBezTo>
                  <a:cubicBezTo>
                    <a:pt x="578" y="551"/>
                    <a:pt x="578" y="551"/>
                    <a:pt x="578" y="550"/>
                  </a:cubicBezTo>
                  <a:cubicBezTo>
                    <a:pt x="582" y="550"/>
                    <a:pt x="581" y="547"/>
                    <a:pt x="580" y="544"/>
                  </a:cubicBezTo>
                  <a:cubicBezTo>
                    <a:pt x="583" y="546"/>
                    <a:pt x="582" y="543"/>
                    <a:pt x="584" y="543"/>
                  </a:cubicBezTo>
                  <a:cubicBezTo>
                    <a:pt x="583" y="545"/>
                    <a:pt x="585" y="546"/>
                    <a:pt x="585" y="548"/>
                  </a:cubicBezTo>
                  <a:cubicBezTo>
                    <a:pt x="588" y="548"/>
                    <a:pt x="588" y="546"/>
                    <a:pt x="589" y="544"/>
                  </a:cubicBezTo>
                  <a:cubicBezTo>
                    <a:pt x="591" y="545"/>
                    <a:pt x="592" y="542"/>
                    <a:pt x="595" y="543"/>
                  </a:cubicBezTo>
                  <a:cubicBezTo>
                    <a:pt x="595" y="542"/>
                    <a:pt x="596" y="542"/>
                    <a:pt x="595" y="541"/>
                  </a:cubicBezTo>
                  <a:cubicBezTo>
                    <a:pt x="594" y="540"/>
                    <a:pt x="592" y="540"/>
                    <a:pt x="592" y="540"/>
                  </a:cubicBezTo>
                  <a:cubicBezTo>
                    <a:pt x="595" y="540"/>
                    <a:pt x="593" y="536"/>
                    <a:pt x="593" y="535"/>
                  </a:cubicBezTo>
                  <a:cubicBezTo>
                    <a:pt x="594" y="538"/>
                    <a:pt x="597" y="538"/>
                    <a:pt x="599" y="538"/>
                  </a:cubicBezTo>
                  <a:cubicBezTo>
                    <a:pt x="600" y="536"/>
                    <a:pt x="602" y="535"/>
                    <a:pt x="601" y="533"/>
                  </a:cubicBezTo>
                  <a:cubicBezTo>
                    <a:pt x="600" y="532"/>
                    <a:pt x="598" y="531"/>
                    <a:pt x="598" y="529"/>
                  </a:cubicBezTo>
                  <a:cubicBezTo>
                    <a:pt x="600" y="532"/>
                    <a:pt x="603" y="532"/>
                    <a:pt x="607" y="533"/>
                  </a:cubicBezTo>
                  <a:cubicBezTo>
                    <a:pt x="606" y="528"/>
                    <a:pt x="611" y="529"/>
                    <a:pt x="610" y="524"/>
                  </a:cubicBezTo>
                  <a:cubicBezTo>
                    <a:pt x="608" y="525"/>
                    <a:pt x="607" y="523"/>
                    <a:pt x="605" y="525"/>
                  </a:cubicBezTo>
                  <a:cubicBezTo>
                    <a:pt x="606" y="522"/>
                    <a:pt x="605" y="522"/>
                    <a:pt x="605" y="520"/>
                  </a:cubicBezTo>
                  <a:cubicBezTo>
                    <a:pt x="606" y="520"/>
                    <a:pt x="606" y="519"/>
                    <a:pt x="607" y="519"/>
                  </a:cubicBezTo>
                  <a:cubicBezTo>
                    <a:pt x="607" y="515"/>
                    <a:pt x="606" y="516"/>
                    <a:pt x="608" y="513"/>
                  </a:cubicBezTo>
                  <a:cubicBezTo>
                    <a:pt x="607" y="513"/>
                    <a:pt x="606" y="513"/>
                    <a:pt x="606" y="511"/>
                  </a:cubicBezTo>
                  <a:cubicBezTo>
                    <a:pt x="603" y="513"/>
                    <a:pt x="601" y="513"/>
                    <a:pt x="598" y="515"/>
                  </a:cubicBezTo>
                  <a:cubicBezTo>
                    <a:pt x="599" y="513"/>
                    <a:pt x="597" y="513"/>
                    <a:pt x="595" y="511"/>
                  </a:cubicBezTo>
                  <a:cubicBezTo>
                    <a:pt x="602" y="511"/>
                    <a:pt x="602" y="505"/>
                    <a:pt x="608" y="507"/>
                  </a:cubicBezTo>
                  <a:cubicBezTo>
                    <a:pt x="609" y="507"/>
                    <a:pt x="608" y="505"/>
                    <a:pt x="609" y="504"/>
                  </a:cubicBezTo>
                  <a:cubicBezTo>
                    <a:pt x="610" y="505"/>
                    <a:pt x="611" y="506"/>
                    <a:pt x="613" y="506"/>
                  </a:cubicBezTo>
                  <a:cubicBezTo>
                    <a:pt x="613" y="504"/>
                    <a:pt x="614" y="504"/>
                    <a:pt x="615" y="503"/>
                  </a:cubicBezTo>
                  <a:cubicBezTo>
                    <a:pt x="615" y="501"/>
                    <a:pt x="616" y="498"/>
                    <a:pt x="614" y="497"/>
                  </a:cubicBezTo>
                  <a:close/>
                  <a:moveTo>
                    <a:pt x="1041" y="573"/>
                  </a:moveTo>
                  <a:cubicBezTo>
                    <a:pt x="1043" y="571"/>
                    <a:pt x="1042" y="567"/>
                    <a:pt x="1040" y="564"/>
                  </a:cubicBezTo>
                  <a:cubicBezTo>
                    <a:pt x="1038" y="564"/>
                    <a:pt x="1039" y="564"/>
                    <a:pt x="1037" y="564"/>
                  </a:cubicBezTo>
                  <a:cubicBezTo>
                    <a:pt x="1036" y="560"/>
                    <a:pt x="1032" y="559"/>
                    <a:pt x="1030" y="557"/>
                  </a:cubicBezTo>
                  <a:cubicBezTo>
                    <a:pt x="1032" y="558"/>
                    <a:pt x="1034" y="559"/>
                    <a:pt x="1036" y="559"/>
                  </a:cubicBezTo>
                  <a:cubicBezTo>
                    <a:pt x="1036" y="556"/>
                    <a:pt x="1033" y="556"/>
                    <a:pt x="1031" y="555"/>
                  </a:cubicBezTo>
                  <a:cubicBezTo>
                    <a:pt x="1027" y="549"/>
                    <a:pt x="1021" y="540"/>
                    <a:pt x="1013" y="541"/>
                  </a:cubicBezTo>
                  <a:cubicBezTo>
                    <a:pt x="1011" y="538"/>
                    <a:pt x="1009" y="534"/>
                    <a:pt x="1006" y="531"/>
                  </a:cubicBezTo>
                  <a:cubicBezTo>
                    <a:pt x="1002" y="531"/>
                    <a:pt x="1000" y="533"/>
                    <a:pt x="996" y="532"/>
                  </a:cubicBezTo>
                  <a:cubicBezTo>
                    <a:pt x="994" y="537"/>
                    <a:pt x="998" y="540"/>
                    <a:pt x="1001" y="540"/>
                  </a:cubicBezTo>
                  <a:cubicBezTo>
                    <a:pt x="1000" y="541"/>
                    <a:pt x="999" y="540"/>
                    <a:pt x="998" y="540"/>
                  </a:cubicBezTo>
                  <a:cubicBezTo>
                    <a:pt x="998" y="544"/>
                    <a:pt x="995" y="546"/>
                    <a:pt x="995" y="550"/>
                  </a:cubicBezTo>
                  <a:cubicBezTo>
                    <a:pt x="997" y="550"/>
                    <a:pt x="998" y="551"/>
                    <a:pt x="999" y="551"/>
                  </a:cubicBezTo>
                  <a:cubicBezTo>
                    <a:pt x="1001" y="548"/>
                    <a:pt x="1003" y="544"/>
                    <a:pt x="1006" y="545"/>
                  </a:cubicBezTo>
                  <a:cubicBezTo>
                    <a:pt x="1007" y="547"/>
                    <a:pt x="1005" y="549"/>
                    <a:pt x="1006" y="552"/>
                  </a:cubicBezTo>
                  <a:cubicBezTo>
                    <a:pt x="1004" y="553"/>
                    <a:pt x="1003" y="550"/>
                    <a:pt x="1000" y="552"/>
                  </a:cubicBezTo>
                  <a:cubicBezTo>
                    <a:pt x="1000" y="553"/>
                    <a:pt x="999" y="554"/>
                    <a:pt x="999" y="555"/>
                  </a:cubicBezTo>
                  <a:cubicBezTo>
                    <a:pt x="1001" y="556"/>
                    <a:pt x="1004" y="559"/>
                    <a:pt x="1006" y="556"/>
                  </a:cubicBezTo>
                  <a:cubicBezTo>
                    <a:pt x="1005" y="556"/>
                    <a:pt x="1005" y="555"/>
                    <a:pt x="1006" y="555"/>
                  </a:cubicBezTo>
                  <a:cubicBezTo>
                    <a:pt x="1005" y="559"/>
                    <a:pt x="1011" y="563"/>
                    <a:pt x="1014" y="558"/>
                  </a:cubicBezTo>
                  <a:cubicBezTo>
                    <a:pt x="1013" y="559"/>
                    <a:pt x="1014" y="562"/>
                    <a:pt x="1014" y="564"/>
                  </a:cubicBezTo>
                  <a:cubicBezTo>
                    <a:pt x="1016" y="564"/>
                    <a:pt x="1016" y="565"/>
                    <a:pt x="1017" y="566"/>
                  </a:cubicBezTo>
                  <a:cubicBezTo>
                    <a:pt x="1016" y="565"/>
                    <a:pt x="1015" y="567"/>
                    <a:pt x="1013" y="566"/>
                  </a:cubicBezTo>
                  <a:cubicBezTo>
                    <a:pt x="1011" y="569"/>
                    <a:pt x="1013" y="570"/>
                    <a:pt x="1014" y="572"/>
                  </a:cubicBezTo>
                  <a:cubicBezTo>
                    <a:pt x="1014" y="582"/>
                    <a:pt x="1023" y="585"/>
                    <a:pt x="1027" y="591"/>
                  </a:cubicBezTo>
                  <a:cubicBezTo>
                    <a:pt x="1029" y="591"/>
                    <a:pt x="1030" y="592"/>
                    <a:pt x="1032" y="591"/>
                  </a:cubicBezTo>
                  <a:cubicBezTo>
                    <a:pt x="1032" y="589"/>
                    <a:pt x="1031" y="589"/>
                    <a:pt x="1031" y="588"/>
                  </a:cubicBezTo>
                  <a:cubicBezTo>
                    <a:pt x="1032" y="588"/>
                    <a:pt x="1032" y="587"/>
                    <a:pt x="1033" y="587"/>
                  </a:cubicBezTo>
                  <a:cubicBezTo>
                    <a:pt x="1032" y="585"/>
                    <a:pt x="1031" y="583"/>
                    <a:pt x="1031" y="581"/>
                  </a:cubicBezTo>
                  <a:cubicBezTo>
                    <a:pt x="1030" y="581"/>
                    <a:pt x="1029" y="580"/>
                    <a:pt x="1027" y="580"/>
                  </a:cubicBezTo>
                  <a:cubicBezTo>
                    <a:pt x="1026" y="580"/>
                    <a:pt x="1026" y="582"/>
                    <a:pt x="1025" y="582"/>
                  </a:cubicBezTo>
                  <a:cubicBezTo>
                    <a:pt x="1023" y="580"/>
                    <a:pt x="1021" y="575"/>
                    <a:pt x="1018" y="573"/>
                  </a:cubicBezTo>
                  <a:cubicBezTo>
                    <a:pt x="1020" y="573"/>
                    <a:pt x="1022" y="570"/>
                    <a:pt x="1023" y="572"/>
                  </a:cubicBezTo>
                  <a:cubicBezTo>
                    <a:pt x="1021" y="575"/>
                    <a:pt x="1025" y="575"/>
                    <a:pt x="1023" y="579"/>
                  </a:cubicBezTo>
                  <a:cubicBezTo>
                    <a:pt x="1025" y="578"/>
                    <a:pt x="1026" y="579"/>
                    <a:pt x="1028" y="579"/>
                  </a:cubicBezTo>
                  <a:cubicBezTo>
                    <a:pt x="1029" y="578"/>
                    <a:pt x="1028" y="576"/>
                    <a:pt x="1029" y="576"/>
                  </a:cubicBezTo>
                  <a:cubicBezTo>
                    <a:pt x="1030" y="576"/>
                    <a:pt x="1030" y="578"/>
                    <a:pt x="1030" y="580"/>
                  </a:cubicBezTo>
                  <a:cubicBezTo>
                    <a:pt x="1035" y="581"/>
                    <a:pt x="1038" y="581"/>
                    <a:pt x="1039" y="587"/>
                  </a:cubicBezTo>
                  <a:cubicBezTo>
                    <a:pt x="1042" y="587"/>
                    <a:pt x="1043" y="587"/>
                    <a:pt x="1046" y="586"/>
                  </a:cubicBezTo>
                  <a:cubicBezTo>
                    <a:pt x="1047" y="580"/>
                    <a:pt x="1045" y="578"/>
                    <a:pt x="1043" y="572"/>
                  </a:cubicBezTo>
                  <a:cubicBezTo>
                    <a:pt x="1042" y="572"/>
                    <a:pt x="1042" y="573"/>
                    <a:pt x="1041" y="573"/>
                  </a:cubicBezTo>
                  <a:close/>
                  <a:moveTo>
                    <a:pt x="1074" y="535"/>
                  </a:moveTo>
                  <a:cubicBezTo>
                    <a:pt x="1077" y="530"/>
                    <a:pt x="1075" y="524"/>
                    <a:pt x="1071" y="521"/>
                  </a:cubicBezTo>
                  <a:cubicBezTo>
                    <a:pt x="1069" y="525"/>
                    <a:pt x="1063" y="523"/>
                    <a:pt x="1062" y="519"/>
                  </a:cubicBezTo>
                  <a:cubicBezTo>
                    <a:pt x="1058" y="520"/>
                    <a:pt x="1057" y="518"/>
                    <a:pt x="1055" y="517"/>
                  </a:cubicBezTo>
                  <a:cubicBezTo>
                    <a:pt x="1046" y="517"/>
                    <a:pt x="1040" y="515"/>
                    <a:pt x="1035" y="512"/>
                  </a:cubicBezTo>
                  <a:cubicBezTo>
                    <a:pt x="1035" y="513"/>
                    <a:pt x="1032" y="513"/>
                    <a:pt x="1031" y="514"/>
                  </a:cubicBezTo>
                  <a:cubicBezTo>
                    <a:pt x="1030" y="511"/>
                    <a:pt x="1028" y="510"/>
                    <a:pt x="1028" y="506"/>
                  </a:cubicBezTo>
                  <a:cubicBezTo>
                    <a:pt x="1025" y="506"/>
                    <a:pt x="1024" y="506"/>
                    <a:pt x="1022" y="505"/>
                  </a:cubicBezTo>
                  <a:cubicBezTo>
                    <a:pt x="1022" y="503"/>
                    <a:pt x="1023" y="500"/>
                    <a:pt x="1022" y="498"/>
                  </a:cubicBezTo>
                  <a:cubicBezTo>
                    <a:pt x="1020" y="498"/>
                    <a:pt x="1016" y="499"/>
                    <a:pt x="1015" y="498"/>
                  </a:cubicBezTo>
                  <a:cubicBezTo>
                    <a:pt x="1016" y="497"/>
                    <a:pt x="1016" y="495"/>
                    <a:pt x="1016" y="494"/>
                  </a:cubicBezTo>
                  <a:cubicBezTo>
                    <a:pt x="1004" y="482"/>
                    <a:pt x="993" y="469"/>
                    <a:pt x="981" y="456"/>
                  </a:cubicBezTo>
                  <a:cubicBezTo>
                    <a:pt x="982" y="456"/>
                    <a:pt x="982" y="455"/>
                    <a:pt x="982" y="455"/>
                  </a:cubicBezTo>
                  <a:cubicBezTo>
                    <a:pt x="975" y="451"/>
                    <a:pt x="971" y="443"/>
                    <a:pt x="961" y="443"/>
                  </a:cubicBezTo>
                  <a:cubicBezTo>
                    <a:pt x="959" y="436"/>
                    <a:pt x="952" y="434"/>
                    <a:pt x="949" y="430"/>
                  </a:cubicBezTo>
                  <a:cubicBezTo>
                    <a:pt x="947" y="430"/>
                    <a:pt x="945" y="430"/>
                    <a:pt x="943" y="430"/>
                  </a:cubicBezTo>
                  <a:cubicBezTo>
                    <a:pt x="943" y="427"/>
                    <a:pt x="942" y="426"/>
                    <a:pt x="940" y="425"/>
                  </a:cubicBezTo>
                  <a:cubicBezTo>
                    <a:pt x="943" y="419"/>
                    <a:pt x="934" y="415"/>
                    <a:pt x="929" y="412"/>
                  </a:cubicBezTo>
                  <a:cubicBezTo>
                    <a:pt x="926" y="418"/>
                    <a:pt x="918" y="419"/>
                    <a:pt x="914" y="425"/>
                  </a:cubicBezTo>
                  <a:cubicBezTo>
                    <a:pt x="916" y="425"/>
                    <a:pt x="917" y="426"/>
                    <a:pt x="917" y="426"/>
                  </a:cubicBezTo>
                  <a:cubicBezTo>
                    <a:pt x="916" y="427"/>
                    <a:pt x="917" y="429"/>
                    <a:pt x="916" y="429"/>
                  </a:cubicBezTo>
                  <a:cubicBezTo>
                    <a:pt x="915" y="429"/>
                    <a:pt x="914" y="429"/>
                    <a:pt x="913" y="429"/>
                  </a:cubicBezTo>
                  <a:cubicBezTo>
                    <a:pt x="913" y="434"/>
                    <a:pt x="915" y="438"/>
                    <a:pt x="913" y="441"/>
                  </a:cubicBezTo>
                  <a:cubicBezTo>
                    <a:pt x="905" y="443"/>
                    <a:pt x="903" y="450"/>
                    <a:pt x="898" y="454"/>
                  </a:cubicBezTo>
                  <a:cubicBezTo>
                    <a:pt x="896" y="434"/>
                    <a:pt x="874" y="435"/>
                    <a:pt x="868" y="420"/>
                  </a:cubicBezTo>
                  <a:cubicBezTo>
                    <a:pt x="859" y="421"/>
                    <a:pt x="858" y="414"/>
                    <a:pt x="858" y="405"/>
                  </a:cubicBezTo>
                  <a:cubicBezTo>
                    <a:pt x="851" y="407"/>
                    <a:pt x="844" y="408"/>
                    <a:pt x="842" y="414"/>
                  </a:cubicBezTo>
                  <a:cubicBezTo>
                    <a:pt x="838" y="413"/>
                    <a:pt x="835" y="412"/>
                    <a:pt x="832" y="411"/>
                  </a:cubicBezTo>
                  <a:cubicBezTo>
                    <a:pt x="831" y="412"/>
                    <a:pt x="832" y="414"/>
                    <a:pt x="830" y="414"/>
                  </a:cubicBezTo>
                  <a:cubicBezTo>
                    <a:pt x="828" y="414"/>
                    <a:pt x="825" y="413"/>
                    <a:pt x="823" y="412"/>
                  </a:cubicBezTo>
                  <a:cubicBezTo>
                    <a:pt x="807" y="297"/>
                    <a:pt x="790" y="181"/>
                    <a:pt x="773" y="65"/>
                  </a:cubicBezTo>
                  <a:cubicBezTo>
                    <a:pt x="771" y="65"/>
                    <a:pt x="770" y="64"/>
                    <a:pt x="768" y="65"/>
                  </a:cubicBezTo>
                  <a:cubicBezTo>
                    <a:pt x="767" y="66"/>
                    <a:pt x="770" y="66"/>
                    <a:pt x="768" y="66"/>
                  </a:cubicBezTo>
                  <a:cubicBezTo>
                    <a:pt x="765" y="62"/>
                    <a:pt x="760" y="60"/>
                    <a:pt x="756" y="60"/>
                  </a:cubicBezTo>
                  <a:cubicBezTo>
                    <a:pt x="754" y="58"/>
                    <a:pt x="750" y="52"/>
                    <a:pt x="745" y="53"/>
                  </a:cubicBezTo>
                  <a:cubicBezTo>
                    <a:pt x="745" y="51"/>
                    <a:pt x="743" y="52"/>
                    <a:pt x="741" y="51"/>
                  </a:cubicBezTo>
                  <a:cubicBezTo>
                    <a:pt x="740" y="52"/>
                    <a:pt x="739" y="52"/>
                    <a:pt x="738" y="52"/>
                  </a:cubicBezTo>
                  <a:cubicBezTo>
                    <a:pt x="738" y="51"/>
                    <a:pt x="738" y="51"/>
                    <a:pt x="738" y="50"/>
                  </a:cubicBezTo>
                  <a:cubicBezTo>
                    <a:pt x="736" y="51"/>
                    <a:pt x="735" y="51"/>
                    <a:pt x="733" y="51"/>
                  </a:cubicBezTo>
                  <a:cubicBezTo>
                    <a:pt x="733" y="52"/>
                    <a:pt x="734" y="52"/>
                    <a:pt x="734" y="53"/>
                  </a:cubicBezTo>
                  <a:cubicBezTo>
                    <a:pt x="728" y="53"/>
                    <a:pt x="721" y="62"/>
                    <a:pt x="716" y="56"/>
                  </a:cubicBezTo>
                  <a:cubicBezTo>
                    <a:pt x="713" y="57"/>
                    <a:pt x="710" y="53"/>
                    <a:pt x="708" y="51"/>
                  </a:cubicBezTo>
                  <a:cubicBezTo>
                    <a:pt x="700" y="50"/>
                    <a:pt x="692" y="52"/>
                    <a:pt x="684" y="50"/>
                  </a:cubicBezTo>
                  <a:cubicBezTo>
                    <a:pt x="683" y="50"/>
                    <a:pt x="683" y="48"/>
                    <a:pt x="683" y="47"/>
                  </a:cubicBezTo>
                  <a:cubicBezTo>
                    <a:pt x="679" y="48"/>
                    <a:pt x="678" y="43"/>
                    <a:pt x="674" y="47"/>
                  </a:cubicBezTo>
                  <a:cubicBezTo>
                    <a:pt x="675" y="44"/>
                    <a:pt x="673" y="44"/>
                    <a:pt x="672" y="43"/>
                  </a:cubicBezTo>
                  <a:cubicBezTo>
                    <a:pt x="670" y="42"/>
                    <a:pt x="670" y="43"/>
                    <a:pt x="668" y="43"/>
                  </a:cubicBezTo>
                  <a:cubicBezTo>
                    <a:pt x="664" y="35"/>
                    <a:pt x="653" y="41"/>
                    <a:pt x="647" y="43"/>
                  </a:cubicBezTo>
                  <a:cubicBezTo>
                    <a:pt x="648" y="42"/>
                    <a:pt x="649" y="41"/>
                    <a:pt x="649" y="39"/>
                  </a:cubicBezTo>
                  <a:cubicBezTo>
                    <a:pt x="642" y="39"/>
                    <a:pt x="636" y="44"/>
                    <a:pt x="630" y="40"/>
                  </a:cubicBezTo>
                  <a:cubicBezTo>
                    <a:pt x="633" y="41"/>
                    <a:pt x="632" y="38"/>
                    <a:pt x="633" y="36"/>
                  </a:cubicBezTo>
                  <a:cubicBezTo>
                    <a:pt x="628" y="36"/>
                    <a:pt x="626" y="34"/>
                    <a:pt x="623" y="33"/>
                  </a:cubicBezTo>
                  <a:cubicBezTo>
                    <a:pt x="624" y="31"/>
                    <a:pt x="626" y="29"/>
                    <a:pt x="627" y="27"/>
                  </a:cubicBezTo>
                  <a:cubicBezTo>
                    <a:pt x="626" y="23"/>
                    <a:pt x="621" y="24"/>
                    <a:pt x="618" y="24"/>
                  </a:cubicBezTo>
                  <a:cubicBezTo>
                    <a:pt x="617" y="23"/>
                    <a:pt x="616" y="22"/>
                    <a:pt x="615" y="21"/>
                  </a:cubicBezTo>
                  <a:cubicBezTo>
                    <a:pt x="614" y="21"/>
                    <a:pt x="612" y="22"/>
                    <a:pt x="611" y="23"/>
                  </a:cubicBezTo>
                  <a:cubicBezTo>
                    <a:pt x="607" y="23"/>
                    <a:pt x="604" y="22"/>
                    <a:pt x="602" y="26"/>
                  </a:cubicBezTo>
                  <a:cubicBezTo>
                    <a:pt x="602" y="23"/>
                    <a:pt x="597" y="25"/>
                    <a:pt x="597" y="22"/>
                  </a:cubicBezTo>
                  <a:cubicBezTo>
                    <a:pt x="597" y="21"/>
                    <a:pt x="598" y="19"/>
                    <a:pt x="598" y="18"/>
                  </a:cubicBezTo>
                  <a:cubicBezTo>
                    <a:pt x="596" y="14"/>
                    <a:pt x="594" y="13"/>
                    <a:pt x="591" y="12"/>
                  </a:cubicBezTo>
                  <a:cubicBezTo>
                    <a:pt x="590" y="14"/>
                    <a:pt x="587" y="14"/>
                    <a:pt x="589" y="16"/>
                  </a:cubicBezTo>
                  <a:cubicBezTo>
                    <a:pt x="587" y="17"/>
                    <a:pt x="584" y="18"/>
                    <a:pt x="585" y="23"/>
                  </a:cubicBezTo>
                  <a:cubicBezTo>
                    <a:pt x="583" y="22"/>
                    <a:pt x="583" y="23"/>
                    <a:pt x="580" y="23"/>
                  </a:cubicBezTo>
                  <a:cubicBezTo>
                    <a:pt x="580" y="21"/>
                    <a:pt x="580" y="20"/>
                    <a:pt x="580" y="18"/>
                  </a:cubicBezTo>
                  <a:cubicBezTo>
                    <a:pt x="584" y="19"/>
                    <a:pt x="587" y="15"/>
                    <a:pt x="586" y="10"/>
                  </a:cubicBezTo>
                  <a:cubicBezTo>
                    <a:pt x="581" y="8"/>
                    <a:pt x="578" y="6"/>
                    <a:pt x="575" y="3"/>
                  </a:cubicBezTo>
                  <a:cubicBezTo>
                    <a:pt x="574" y="2"/>
                    <a:pt x="578" y="4"/>
                    <a:pt x="577" y="2"/>
                  </a:cubicBezTo>
                  <a:cubicBezTo>
                    <a:pt x="575" y="0"/>
                    <a:pt x="573" y="2"/>
                    <a:pt x="572" y="2"/>
                  </a:cubicBezTo>
                  <a:cubicBezTo>
                    <a:pt x="566" y="6"/>
                    <a:pt x="563" y="20"/>
                    <a:pt x="552" y="20"/>
                  </a:cubicBezTo>
                  <a:cubicBezTo>
                    <a:pt x="551" y="19"/>
                    <a:pt x="549" y="19"/>
                    <a:pt x="548" y="18"/>
                  </a:cubicBezTo>
                  <a:cubicBezTo>
                    <a:pt x="547" y="22"/>
                    <a:pt x="539" y="19"/>
                    <a:pt x="541" y="16"/>
                  </a:cubicBezTo>
                  <a:cubicBezTo>
                    <a:pt x="534" y="15"/>
                    <a:pt x="530" y="22"/>
                    <a:pt x="525" y="27"/>
                  </a:cubicBezTo>
                  <a:cubicBezTo>
                    <a:pt x="520" y="31"/>
                    <a:pt x="508" y="39"/>
                    <a:pt x="504" y="32"/>
                  </a:cubicBezTo>
                  <a:cubicBezTo>
                    <a:pt x="496" y="36"/>
                    <a:pt x="492" y="45"/>
                    <a:pt x="483" y="50"/>
                  </a:cubicBezTo>
                  <a:cubicBezTo>
                    <a:pt x="483" y="52"/>
                    <a:pt x="483" y="54"/>
                    <a:pt x="481" y="55"/>
                  </a:cubicBezTo>
                  <a:cubicBezTo>
                    <a:pt x="481" y="58"/>
                    <a:pt x="482" y="57"/>
                    <a:pt x="481" y="59"/>
                  </a:cubicBezTo>
                  <a:cubicBezTo>
                    <a:pt x="476" y="69"/>
                    <a:pt x="468" y="77"/>
                    <a:pt x="453" y="76"/>
                  </a:cubicBezTo>
                  <a:cubicBezTo>
                    <a:pt x="446" y="76"/>
                    <a:pt x="439" y="74"/>
                    <a:pt x="434" y="72"/>
                  </a:cubicBezTo>
                  <a:cubicBezTo>
                    <a:pt x="433" y="78"/>
                    <a:pt x="430" y="83"/>
                    <a:pt x="428" y="88"/>
                  </a:cubicBezTo>
                  <a:cubicBezTo>
                    <a:pt x="425" y="89"/>
                    <a:pt x="421" y="88"/>
                    <a:pt x="420" y="90"/>
                  </a:cubicBezTo>
                  <a:cubicBezTo>
                    <a:pt x="426" y="91"/>
                    <a:pt x="429" y="96"/>
                    <a:pt x="430" y="102"/>
                  </a:cubicBezTo>
                  <a:cubicBezTo>
                    <a:pt x="438" y="105"/>
                    <a:pt x="442" y="112"/>
                    <a:pt x="445" y="120"/>
                  </a:cubicBezTo>
                  <a:cubicBezTo>
                    <a:pt x="452" y="123"/>
                    <a:pt x="454" y="134"/>
                    <a:pt x="452" y="144"/>
                  </a:cubicBezTo>
                  <a:cubicBezTo>
                    <a:pt x="457" y="147"/>
                    <a:pt x="461" y="150"/>
                    <a:pt x="466" y="152"/>
                  </a:cubicBezTo>
                  <a:cubicBezTo>
                    <a:pt x="466" y="151"/>
                    <a:pt x="464" y="150"/>
                    <a:pt x="466" y="150"/>
                  </a:cubicBezTo>
                  <a:cubicBezTo>
                    <a:pt x="467" y="152"/>
                    <a:pt x="470" y="152"/>
                    <a:pt x="470" y="154"/>
                  </a:cubicBezTo>
                  <a:cubicBezTo>
                    <a:pt x="468" y="155"/>
                    <a:pt x="468" y="156"/>
                    <a:pt x="466" y="157"/>
                  </a:cubicBezTo>
                  <a:cubicBezTo>
                    <a:pt x="466" y="159"/>
                    <a:pt x="468" y="160"/>
                    <a:pt x="467" y="163"/>
                  </a:cubicBezTo>
                  <a:cubicBezTo>
                    <a:pt x="471" y="162"/>
                    <a:pt x="471" y="166"/>
                    <a:pt x="472" y="169"/>
                  </a:cubicBezTo>
                  <a:cubicBezTo>
                    <a:pt x="473" y="171"/>
                    <a:pt x="475" y="171"/>
                    <a:pt x="475" y="173"/>
                  </a:cubicBezTo>
                  <a:cubicBezTo>
                    <a:pt x="475" y="177"/>
                    <a:pt x="471" y="180"/>
                    <a:pt x="474" y="182"/>
                  </a:cubicBezTo>
                  <a:cubicBezTo>
                    <a:pt x="476" y="182"/>
                    <a:pt x="474" y="178"/>
                    <a:pt x="475" y="178"/>
                  </a:cubicBezTo>
                  <a:cubicBezTo>
                    <a:pt x="480" y="176"/>
                    <a:pt x="484" y="180"/>
                    <a:pt x="486" y="184"/>
                  </a:cubicBezTo>
                  <a:cubicBezTo>
                    <a:pt x="484" y="185"/>
                    <a:pt x="482" y="185"/>
                    <a:pt x="482" y="182"/>
                  </a:cubicBezTo>
                  <a:cubicBezTo>
                    <a:pt x="476" y="181"/>
                    <a:pt x="476" y="187"/>
                    <a:pt x="473" y="190"/>
                  </a:cubicBezTo>
                  <a:cubicBezTo>
                    <a:pt x="469" y="187"/>
                    <a:pt x="465" y="188"/>
                    <a:pt x="461" y="188"/>
                  </a:cubicBezTo>
                  <a:cubicBezTo>
                    <a:pt x="461" y="187"/>
                    <a:pt x="460" y="186"/>
                    <a:pt x="460" y="185"/>
                  </a:cubicBezTo>
                  <a:cubicBezTo>
                    <a:pt x="454" y="186"/>
                    <a:pt x="451" y="183"/>
                    <a:pt x="446" y="183"/>
                  </a:cubicBezTo>
                  <a:cubicBezTo>
                    <a:pt x="439" y="179"/>
                    <a:pt x="448" y="170"/>
                    <a:pt x="448" y="166"/>
                  </a:cubicBezTo>
                  <a:cubicBezTo>
                    <a:pt x="449" y="166"/>
                    <a:pt x="449" y="166"/>
                    <a:pt x="450" y="166"/>
                  </a:cubicBezTo>
                  <a:cubicBezTo>
                    <a:pt x="449" y="162"/>
                    <a:pt x="443" y="162"/>
                    <a:pt x="439" y="161"/>
                  </a:cubicBezTo>
                  <a:cubicBezTo>
                    <a:pt x="429" y="161"/>
                    <a:pt x="417" y="166"/>
                    <a:pt x="409" y="168"/>
                  </a:cubicBezTo>
                  <a:cubicBezTo>
                    <a:pt x="396" y="173"/>
                    <a:pt x="385" y="177"/>
                    <a:pt x="373" y="181"/>
                  </a:cubicBezTo>
                  <a:cubicBezTo>
                    <a:pt x="372" y="182"/>
                    <a:pt x="373" y="183"/>
                    <a:pt x="373" y="185"/>
                  </a:cubicBezTo>
                  <a:cubicBezTo>
                    <a:pt x="377" y="187"/>
                    <a:pt x="379" y="191"/>
                    <a:pt x="381" y="194"/>
                  </a:cubicBezTo>
                  <a:cubicBezTo>
                    <a:pt x="388" y="196"/>
                    <a:pt x="392" y="200"/>
                    <a:pt x="398" y="203"/>
                  </a:cubicBezTo>
                  <a:cubicBezTo>
                    <a:pt x="395" y="201"/>
                    <a:pt x="390" y="211"/>
                    <a:pt x="388" y="204"/>
                  </a:cubicBezTo>
                  <a:cubicBezTo>
                    <a:pt x="388" y="203"/>
                    <a:pt x="391" y="202"/>
                    <a:pt x="389" y="200"/>
                  </a:cubicBezTo>
                  <a:cubicBezTo>
                    <a:pt x="382" y="206"/>
                    <a:pt x="390" y="212"/>
                    <a:pt x="391" y="219"/>
                  </a:cubicBezTo>
                  <a:cubicBezTo>
                    <a:pt x="391" y="220"/>
                    <a:pt x="390" y="220"/>
                    <a:pt x="389" y="220"/>
                  </a:cubicBezTo>
                  <a:cubicBezTo>
                    <a:pt x="387" y="234"/>
                    <a:pt x="404" y="232"/>
                    <a:pt x="410" y="240"/>
                  </a:cubicBezTo>
                  <a:cubicBezTo>
                    <a:pt x="417" y="241"/>
                    <a:pt x="422" y="235"/>
                    <a:pt x="428" y="239"/>
                  </a:cubicBezTo>
                  <a:cubicBezTo>
                    <a:pt x="435" y="237"/>
                    <a:pt x="436" y="245"/>
                    <a:pt x="441" y="248"/>
                  </a:cubicBezTo>
                  <a:cubicBezTo>
                    <a:pt x="442" y="246"/>
                    <a:pt x="442" y="244"/>
                    <a:pt x="444" y="243"/>
                  </a:cubicBezTo>
                  <a:cubicBezTo>
                    <a:pt x="445" y="245"/>
                    <a:pt x="444" y="248"/>
                    <a:pt x="444" y="252"/>
                  </a:cubicBezTo>
                  <a:cubicBezTo>
                    <a:pt x="447" y="252"/>
                    <a:pt x="446" y="250"/>
                    <a:pt x="449" y="250"/>
                  </a:cubicBezTo>
                  <a:cubicBezTo>
                    <a:pt x="449" y="244"/>
                    <a:pt x="456" y="244"/>
                    <a:pt x="458" y="240"/>
                  </a:cubicBezTo>
                  <a:cubicBezTo>
                    <a:pt x="462" y="241"/>
                    <a:pt x="464" y="240"/>
                    <a:pt x="466" y="238"/>
                  </a:cubicBezTo>
                  <a:cubicBezTo>
                    <a:pt x="467" y="238"/>
                    <a:pt x="467" y="241"/>
                    <a:pt x="468" y="240"/>
                  </a:cubicBezTo>
                  <a:cubicBezTo>
                    <a:pt x="472" y="240"/>
                    <a:pt x="472" y="237"/>
                    <a:pt x="475" y="236"/>
                  </a:cubicBezTo>
                  <a:cubicBezTo>
                    <a:pt x="478" y="239"/>
                    <a:pt x="481" y="242"/>
                    <a:pt x="478" y="247"/>
                  </a:cubicBezTo>
                  <a:cubicBezTo>
                    <a:pt x="476" y="247"/>
                    <a:pt x="474" y="248"/>
                    <a:pt x="473" y="250"/>
                  </a:cubicBezTo>
                  <a:cubicBezTo>
                    <a:pt x="471" y="248"/>
                    <a:pt x="469" y="247"/>
                    <a:pt x="467" y="248"/>
                  </a:cubicBezTo>
                  <a:cubicBezTo>
                    <a:pt x="467" y="251"/>
                    <a:pt x="465" y="251"/>
                    <a:pt x="465" y="254"/>
                  </a:cubicBezTo>
                  <a:cubicBezTo>
                    <a:pt x="467" y="254"/>
                    <a:pt x="467" y="252"/>
                    <a:pt x="468" y="252"/>
                  </a:cubicBezTo>
                  <a:cubicBezTo>
                    <a:pt x="474" y="258"/>
                    <a:pt x="473" y="268"/>
                    <a:pt x="474" y="279"/>
                  </a:cubicBezTo>
                  <a:cubicBezTo>
                    <a:pt x="471" y="282"/>
                    <a:pt x="468" y="284"/>
                    <a:pt x="465" y="287"/>
                  </a:cubicBezTo>
                  <a:cubicBezTo>
                    <a:pt x="459" y="288"/>
                    <a:pt x="458" y="286"/>
                    <a:pt x="452" y="286"/>
                  </a:cubicBezTo>
                  <a:cubicBezTo>
                    <a:pt x="453" y="283"/>
                    <a:pt x="448" y="282"/>
                    <a:pt x="447" y="282"/>
                  </a:cubicBezTo>
                  <a:cubicBezTo>
                    <a:pt x="448" y="280"/>
                    <a:pt x="447" y="280"/>
                    <a:pt x="447" y="278"/>
                  </a:cubicBezTo>
                  <a:cubicBezTo>
                    <a:pt x="445" y="277"/>
                    <a:pt x="440" y="277"/>
                    <a:pt x="441" y="281"/>
                  </a:cubicBezTo>
                  <a:cubicBezTo>
                    <a:pt x="442" y="283"/>
                    <a:pt x="447" y="281"/>
                    <a:pt x="447" y="284"/>
                  </a:cubicBezTo>
                  <a:cubicBezTo>
                    <a:pt x="442" y="286"/>
                    <a:pt x="442" y="292"/>
                    <a:pt x="436" y="292"/>
                  </a:cubicBezTo>
                  <a:cubicBezTo>
                    <a:pt x="434" y="295"/>
                    <a:pt x="432" y="298"/>
                    <a:pt x="426" y="297"/>
                  </a:cubicBezTo>
                  <a:cubicBezTo>
                    <a:pt x="424" y="288"/>
                    <a:pt x="412" y="281"/>
                    <a:pt x="405" y="290"/>
                  </a:cubicBezTo>
                  <a:cubicBezTo>
                    <a:pt x="404" y="291"/>
                    <a:pt x="407" y="291"/>
                    <a:pt x="406" y="293"/>
                  </a:cubicBezTo>
                  <a:cubicBezTo>
                    <a:pt x="399" y="291"/>
                    <a:pt x="395" y="303"/>
                    <a:pt x="398" y="308"/>
                  </a:cubicBezTo>
                  <a:cubicBezTo>
                    <a:pt x="396" y="308"/>
                    <a:pt x="396" y="309"/>
                    <a:pt x="395" y="310"/>
                  </a:cubicBezTo>
                  <a:cubicBezTo>
                    <a:pt x="395" y="309"/>
                    <a:pt x="394" y="309"/>
                    <a:pt x="392" y="309"/>
                  </a:cubicBezTo>
                  <a:cubicBezTo>
                    <a:pt x="387" y="315"/>
                    <a:pt x="372" y="320"/>
                    <a:pt x="376" y="332"/>
                  </a:cubicBezTo>
                  <a:cubicBezTo>
                    <a:pt x="373" y="333"/>
                    <a:pt x="371" y="329"/>
                    <a:pt x="367" y="332"/>
                  </a:cubicBezTo>
                  <a:cubicBezTo>
                    <a:pt x="367" y="335"/>
                    <a:pt x="369" y="337"/>
                    <a:pt x="371" y="338"/>
                  </a:cubicBezTo>
                  <a:cubicBezTo>
                    <a:pt x="369" y="337"/>
                    <a:pt x="367" y="338"/>
                    <a:pt x="366" y="337"/>
                  </a:cubicBezTo>
                  <a:cubicBezTo>
                    <a:pt x="366" y="336"/>
                    <a:pt x="367" y="336"/>
                    <a:pt x="367" y="334"/>
                  </a:cubicBezTo>
                  <a:cubicBezTo>
                    <a:pt x="364" y="335"/>
                    <a:pt x="362" y="343"/>
                    <a:pt x="366" y="344"/>
                  </a:cubicBezTo>
                  <a:cubicBezTo>
                    <a:pt x="366" y="344"/>
                    <a:pt x="367" y="343"/>
                    <a:pt x="368" y="342"/>
                  </a:cubicBezTo>
                  <a:cubicBezTo>
                    <a:pt x="369" y="343"/>
                    <a:pt x="371" y="344"/>
                    <a:pt x="371" y="346"/>
                  </a:cubicBezTo>
                  <a:cubicBezTo>
                    <a:pt x="369" y="346"/>
                    <a:pt x="367" y="346"/>
                    <a:pt x="366" y="347"/>
                  </a:cubicBezTo>
                  <a:cubicBezTo>
                    <a:pt x="366" y="349"/>
                    <a:pt x="367" y="350"/>
                    <a:pt x="367" y="352"/>
                  </a:cubicBezTo>
                  <a:cubicBezTo>
                    <a:pt x="368" y="352"/>
                    <a:pt x="370" y="353"/>
                    <a:pt x="371" y="354"/>
                  </a:cubicBezTo>
                  <a:cubicBezTo>
                    <a:pt x="370" y="356"/>
                    <a:pt x="370" y="359"/>
                    <a:pt x="370" y="361"/>
                  </a:cubicBezTo>
                  <a:cubicBezTo>
                    <a:pt x="372" y="362"/>
                    <a:pt x="372" y="363"/>
                    <a:pt x="374" y="363"/>
                  </a:cubicBezTo>
                  <a:cubicBezTo>
                    <a:pt x="376" y="362"/>
                    <a:pt x="375" y="360"/>
                    <a:pt x="376" y="360"/>
                  </a:cubicBezTo>
                  <a:cubicBezTo>
                    <a:pt x="378" y="361"/>
                    <a:pt x="378" y="363"/>
                    <a:pt x="379" y="365"/>
                  </a:cubicBezTo>
                  <a:cubicBezTo>
                    <a:pt x="377" y="365"/>
                    <a:pt x="377" y="366"/>
                    <a:pt x="376" y="366"/>
                  </a:cubicBezTo>
                  <a:cubicBezTo>
                    <a:pt x="375" y="371"/>
                    <a:pt x="380" y="370"/>
                    <a:pt x="381" y="373"/>
                  </a:cubicBezTo>
                  <a:cubicBezTo>
                    <a:pt x="379" y="374"/>
                    <a:pt x="378" y="373"/>
                    <a:pt x="376" y="374"/>
                  </a:cubicBezTo>
                  <a:cubicBezTo>
                    <a:pt x="376" y="376"/>
                    <a:pt x="378" y="376"/>
                    <a:pt x="378" y="377"/>
                  </a:cubicBezTo>
                  <a:cubicBezTo>
                    <a:pt x="374" y="379"/>
                    <a:pt x="371" y="380"/>
                    <a:pt x="368" y="381"/>
                  </a:cubicBezTo>
                  <a:cubicBezTo>
                    <a:pt x="367" y="386"/>
                    <a:pt x="373" y="384"/>
                    <a:pt x="376" y="385"/>
                  </a:cubicBezTo>
                  <a:cubicBezTo>
                    <a:pt x="376" y="386"/>
                    <a:pt x="373" y="385"/>
                    <a:pt x="372" y="386"/>
                  </a:cubicBezTo>
                  <a:cubicBezTo>
                    <a:pt x="373" y="391"/>
                    <a:pt x="376" y="393"/>
                    <a:pt x="380" y="395"/>
                  </a:cubicBezTo>
                  <a:cubicBezTo>
                    <a:pt x="382" y="401"/>
                    <a:pt x="384" y="405"/>
                    <a:pt x="388" y="409"/>
                  </a:cubicBezTo>
                  <a:cubicBezTo>
                    <a:pt x="386" y="409"/>
                    <a:pt x="386" y="409"/>
                    <a:pt x="386" y="411"/>
                  </a:cubicBezTo>
                  <a:cubicBezTo>
                    <a:pt x="388" y="423"/>
                    <a:pt x="409" y="417"/>
                    <a:pt x="417" y="416"/>
                  </a:cubicBezTo>
                  <a:cubicBezTo>
                    <a:pt x="420" y="414"/>
                    <a:pt x="419" y="410"/>
                    <a:pt x="421" y="408"/>
                  </a:cubicBezTo>
                  <a:cubicBezTo>
                    <a:pt x="421" y="411"/>
                    <a:pt x="423" y="410"/>
                    <a:pt x="424" y="410"/>
                  </a:cubicBezTo>
                  <a:cubicBezTo>
                    <a:pt x="422" y="418"/>
                    <a:pt x="428" y="427"/>
                    <a:pt x="429" y="436"/>
                  </a:cubicBezTo>
                  <a:cubicBezTo>
                    <a:pt x="426" y="436"/>
                    <a:pt x="424" y="441"/>
                    <a:pt x="421" y="443"/>
                  </a:cubicBezTo>
                  <a:cubicBezTo>
                    <a:pt x="422" y="450"/>
                    <a:pt x="425" y="453"/>
                    <a:pt x="424" y="461"/>
                  </a:cubicBezTo>
                  <a:cubicBezTo>
                    <a:pt x="423" y="463"/>
                    <a:pt x="421" y="464"/>
                    <a:pt x="421" y="466"/>
                  </a:cubicBezTo>
                  <a:cubicBezTo>
                    <a:pt x="419" y="463"/>
                    <a:pt x="418" y="465"/>
                    <a:pt x="415" y="465"/>
                  </a:cubicBezTo>
                  <a:cubicBezTo>
                    <a:pt x="415" y="469"/>
                    <a:pt x="419" y="467"/>
                    <a:pt x="422" y="468"/>
                  </a:cubicBezTo>
                  <a:cubicBezTo>
                    <a:pt x="423" y="470"/>
                    <a:pt x="422" y="470"/>
                    <a:pt x="422" y="471"/>
                  </a:cubicBezTo>
                  <a:cubicBezTo>
                    <a:pt x="427" y="470"/>
                    <a:pt x="428" y="469"/>
                    <a:pt x="433" y="468"/>
                  </a:cubicBezTo>
                  <a:cubicBezTo>
                    <a:pt x="433" y="467"/>
                    <a:pt x="432" y="467"/>
                    <a:pt x="431" y="466"/>
                  </a:cubicBezTo>
                  <a:cubicBezTo>
                    <a:pt x="435" y="464"/>
                    <a:pt x="437" y="463"/>
                    <a:pt x="442" y="462"/>
                  </a:cubicBezTo>
                  <a:cubicBezTo>
                    <a:pt x="442" y="464"/>
                    <a:pt x="441" y="464"/>
                    <a:pt x="443" y="465"/>
                  </a:cubicBezTo>
                  <a:cubicBezTo>
                    <a:pt x="444" y="461"/>
                    <a:pt x="450" y="456"/>
                    <a:pt x="454" y="458"/>
                  </a:cubicBezTo>
                  <a:cubicBezTo>
                    <a:pt x="450" y="461"/>
                    <a:pt x="456" y="463"/>
                    <a:pt x="456" y="465"/>
                  </a:cubicBezTo>
                  <a:cubicBezTo>
                    <a:pt x="457" y="465"/>
                    <a:pt x="458" y="464"/>
                    <a:pt x="458" y="465"/>
                  </a:cubicBezTo>
                  <a:cubicBezTo>
                    <a:pt x="459" y="466"/>
                    <a:pt x="459" y="468"/>
                    <a:pt x="460" y="469"/>
                  </a:cubicBezTo>
                  <a:cubicBezTo>
                    <a:pt x="464" y="469"/>
                    <a:pt x="463" y="464"/>
                    <a:pt x="466" y="463"/>
                  </a:cubicBezTo>
                  <a:cubicBezTo>
                    <a:pt x="467" y="465"/>
                    <a:pt x="465" y="465"/>
                    <a:pt x="465" y="467"/>
                  </a:cubicBezTo>
                  <a:cubicBezTo>
                    <a:pt x="475" y="469"/>
                    <a:pt x="469" y="486"/>
                    <a:pt x="480" y="486"/>
                  </a:cubicBezTo>
                  <a:cubicBezTo>
                    <a:pt x="481" y="484"/>
                    <a:pt x="482" y="483"/>
                    <a:pt x="483" y="481"/>
                  </a:cubicBezTo>
                  <a:cubicBezTo>
                    <a:pt x="481" y="479"/>
                    <a:pt x="481" y="477"/>
                    <a:pt x="481" y="474"/>
                  </a:cubicBezTo>
                  <a:cubicBezTo>
                    <a:pt x="482" y="470"/>
                    <a:pt x="486" y="465"/>
                    <a:pt x="489" y="463"/>
                  </a:cubicBezTo>
                  <a:cubicBezTo>
                    <a:pt x="488" y="466"/>
                    <a:pt x="487" y="468"/>
                    <a:pt x="485" y="471"/>
                  </a:cubicBezTo>
                  <a:cubicBezTo>
                    <a:pt x="490" y="472"/>
                    <a:pt x="488" y="475"/>
                    <a:pt x="490" y="478"/>
                  </a:cubicBezTo>
                  <a:cubicBezTo>
                    <a:pt x="494" y="484"/>
                    <a:pt x="511" y="470"/>
                    <a:pt x="516" y="472"/>
                  </a:cubicBezTo>
                  <a:cubicBezTo>
                    <a:pt x="514" y="481"/>
                    <a:pt x="499" y="485"/>
                    <a:pt x="505" y="496"/>
                  </a:cubicBezTo>
                  <a:cubicBezTo>
                    <a:pt x="504" y="496"/>
                    <a:pt x="505" y="495"/>
                    <a:pt x="504" y="495"/>
                  </a:cubicBezTo>
                  <a:cubicBezTo>
                    <a:pt x="501" y="500"/>
                    <a:pt x="498" y="511"/>
                    <a:pt x="499" y="518"/>
                  </a:cubicBezTo>
                  <a:cubicBezTo>
                    <a:pt x="499" y="518"/>
                    <a:pt x="499" y="518"/>
                    <a:pt x="499" y="518"/>
                  </a:cubicBezTo>
                  <a:cubicBezTo>
                    <a:pt x="499" y="518"/>
                    <a:pt x="499" y="518"/>
                    <a:pt x="499" y="518"/>
                  </a:cubicBezTo>
                  <a:cubicBezTo>
                    <a:pt x="499" y="519"/>
                    <a:pt x="499" y="520"/>
                    <a:pt x="499" y="520"/>
                  </a:cubicBezTo>
                  <a:cubicBezTo>
                    <a:pt x="499" y="520"/>
                    <a:pt x="499" y="519"/>
                    <a:pt x="499" y="518"/>
                  </a:cubicBezTo>
                  <a:cubicBezTo>
                    <a:pt x="499" y="518"/>
                    <a:pt x="499" y="518"/>
                    <a:pt x="499" y="518"/>
                  </a:cubicBezTo>
                  <a:cubicBezTo>
                    <a:pt x="492" y="519"/>
                    <a:pt x="491" y="526"/>
                    <a:pt x="484" y="527"/>
                  </a:cubicBezTo>
                  <a:cubicBezTo>
                    <a:pt x="479" y="532"/>
                    <a:pt x="473" y="536"/>
                    <a:pt x="474" y="545"/>
                  </a:cubicBezTo>
                  <a:cubicBezTo>
                    <a:pt x="471" y="546"/>
                    <a:pt x="470" y="545"/>
                    <a:pt x="469" y="543"/>
                  </a:cubicBezTo>
                  <a:cubicBezTo>
                    <a:pt x="470" y="543"/>
                    <a:pt x="472" y="543"/>
                    <a:pt x="472" y="541"/>
                  </a:cubicBezTo>
                  <a:cubicBezTo>
                    <a:pt x="467" y="543"/>
                    <a:pt x="463" y="546"/>
                    <a:pt x="459" y="549"/>
                  </a:cubicBezTo>
                  <a:cubicBezTo>
                    <a:pt x="458" y="549"/>
                    <a:pt x="458" y="548"/>
                    <a:pt x="457" y="548"/>
                  </a:cubicBezTo>
                  <a:cubicBezTo>
                    <a:pt x="450" y="551"/>
                    <a:pt x="444" y="556"/>
                    <a:pt x="437" y="559"/>
                  </a:cubicBezTo>
                  <a:cubicBezTo>
                    <a:pt x="434" y="562"/>
                    <a:pt x="433" y="567"/>
                    <a:pt x="430" y="569"/>
                  </a:cubicBezTo>
                  <a:cubicBezTo>
                    <a:pt x="430" y="571"/>
                    <a:pt x="431" y="572"/>
                    <a:pt x="429" y="573"/>
                  </a:cubicBezTo>
                  <a:cubicBezTo>
                    <a:pt x="431" y="573"/>
                    <a:pt x="434" y="575"/>
                    <a:pt x="435" y="577"/>
                  </a:cubicBezTo>
                  <a:cubicBezTo>
                    <a:pt x="434" y="577"/>
                    <a:pt x="435" y="578"/>
                    <a:pt x="434" y="579"/>
                  </a:cubicBezTo>
                  <a:cubicBezTo>
                    <a:pt x="432" y="577"/>
                    <a:pt x="432" y="575"/>
                    <a:pt x="430" y="574"/>
                  </a:cubicBezTo>
                  <a:cubicBezTo>
                    <a:pt x="429" y="576"/>
                    <a:pt x="427" y="573"/>
                    <a:pt x="425" y="573"/>
                  </a:cubicBezTo>
                  <a:cubicBezTo>
                    <a:pt x="424" y="575"/>
                    <a:pt x="426" y="577"/>
                    <a:pt x="424" y="579"/>
                  </a:cubicBezTo>
                  <a:cubicBezTo>
                    <a:pt x="422" y="576"/>
                    <a:pt x="423" y="573"/>
                    <a:pt x="421" y="573"/>
                  </a:cubicBezTo>
                  <a:cubicBezTo>
                    <a:pt x="422" y="571"/>
                    <a:pt x="423" y="572"/>
                    <a:pt x="425" y="572"/>
                  </a:cubicBezTo>
                  <a:cubicBezTo>
                    <a:pt x="425" y="571"/>
                    <a:pt x="425" y="570"/>
                    <a:pt x="425" y="568"/>
                  </a:cubicBezTo>
                  <a:cubicBezTo>
                    <a:pt x="422" y="568"/>
                    <a:pt x="422" y="569"/>
                    <a:pt x="420" y="570"/>
                  </a:cubicBezTo>
                  <a:cubicBezTo>
                    <a:pt x="420" y="567"/>
                    <a:pt x="417" y="571"/>
                    <a:pt x="417" y="568"/>
                  </a:cubicBezTo>
                  <a:cubicBezTo>
                    <a:pt x="418" y="568"/>
                    <a:pt x="420" y="569"/>
                    <a:pt x="419" y="567"/>
                  </a:cubicBezTo>
                  <a:cubicBezTo>
                    <a:pt x="402" y="567"/>
                    <a:pt x="393" y="575"/>
                    <a:pt x="384" y="583"/>
                  </a:cubicBezTo>
                  <a:cubicBezTo>
                    <a:pt x="385" y="585"/>
                    <a:pt x="386" y="585"/>
                    <a:pt x="384" y="587"/>
                  </a:cubicBezTo>
                  <a:cubicBezTo>
                    <a:pt x="383" y="587"/>
                    <a:pt x="384" y="585"/>
                    <a:pt x="383" y="585"/>
                  </a:cubicBezTo>
                  <a:cubicBezTo>
                    <a:pt x="381" y="588"/>
                    <a:pt x="379" y="587"/>
                    <a:pt x="376" y="589"/>
                  </a:cubicBezTo>
                  <a:cubicBezTo>
                    <a:pt x="375" y="590"/>
                    <a:pt x="378" y="591"/>
                    <a:pt x="375" y="592"/>
                  </a:cubicBezTo>
                  <a:cubicBezTo>
                    <a:pt x="374" y="592"/>
                    <a:pt x="374" y="592"/>
                    <a:pt x="373" y="591"/>
                  </a:cubicBezTo>
                  <a:cubicBezTo>
                    <a:pt x="375" y="591"/>
                    <a:pt x="375" y="590"/>
                    <a:pt x="375" y="589"/>
                  </a:cubicBezTo>
                  <a:cubicBezTo>
                    <a:pt x="372" y="591"/>
                    <a:pt x="367" y="591"/>
                    <a:pt x="365" y="593"/>
                  </a:cubicBezTo>
                  <a:cubicBezTo>
                    <a:pt x="367" y="596"/>
                    <a:pt x="365" y="600"/>
                    <a:pt x="363" y="599"/>
                  </a:cubicBezTo>
                  <a:cubicBezTo>
                    <a:pt x="363" y="596"/>
                    <a:pt x="362" y="597"/>
                    <a:pt x="363" y="595"/>
                  </a:cubicBezTo>
                  <a:cubicBezTo>
                    <a:pt x="354" y="590"/>
                    <a:pt x="347" y="598"/>
                    <a:pt x="340" y="595"/>
                  </a:cubicBezTo>
                  <a:cubicBezTo>
                    <a:pt x="336" y="596"/>
                    <a:pt x="335" y="601"/>
                    <a:pt x="333" y="604"/>
                  </a:cubicBezTo>
                  <a:cubicBezTo>
                    <a:pt x="331" y="604"/>
                    <a:pt x="328" y="604"/>
                    <a:pt x="326" y="606"/>
                  </a:cubicBezTo>
                  <a:cubicBezTo>
                    <a:pt x="324" y="613"/>
                    <a:pt x="333" y="617"/>
                    <a:pt x="340" y="614"/>
                  </a:cubicBezTo>
                  <a:cubicBezTo>
                    <a:pt x="341" y="607"/>
                    <a:pt x="353" y="608"/>
                    <a:pt x="357" y="612"/>
                  </a:cubicBezTo>
                  <a:cubicBezTo>
                    <a:pt x="358" y="610"/>
                    <a:pt x="360" y="610"/>
                    <a:pt x="362" y="611"/>
                  </a:cubicBezTo>
                  <a:cubicBezTo>
                    <a:pt x="362" y="609"/>
                    <a:pt x="361" y="607"/>
                    <a:pt x="363" y="607"/>
                  </a:cubicBezTo>
                  <a:cubicBezTo>
                    <a:pt x="364" y="610"/>
                    <a:pt x="366" y="611"/>
                    <a:pt x="370" y="612"/>
                  </a:cubicBezTo>
                  <a:cubicBezTo>
                    <a:pt x="369" y="609"/>
                    <a:pt x="368" y="608"/>
                    <a:pt x="367" y="606"/>
                  </a:cubicBezTo>
                  <a:cubicBezTo>
                    <a:pt x="366" y="606"/>
                    <a:pt x="363" y="607"/>
                    <a:pt x="363" y="605"/>
                  </a:cubicBezTo>
                  <a:cubicBezTo>
                    <a:pt x="366" y="605"/>
                    <a:pt x="370" y="603"/>
                    <a:pt x="372" y="600"/>
                  </a:cubicBezTo>
                  <a:cubicBezTo>
                    <a:pt x="372" y="598"/>
                    <a:pt x="369" y="598"/>
                    <a:pt x="368" y="596"/>
                  </a:cubicBezTo>
                  <a:cubicBezTo>
                    <a:pt x="369" y="595"/>
                    <a:pt x="370" y="595"/>
                    <a:pt x="372" y="595"/>
                  </a:cubicBezTo>
                  <a:cubicBezTo>
                    <a:pt x="373" y="598"/>
                    <a:pt x="372" y="600"/>
                    <a:pt x="374" y="603"/>
                  </a:cubicBezTo>
                  <a:cubicBezTo>
                    <a:pt x="377" y="603"/>
                    <a:pt x="378" y="602"/>
                    <a:pt x="380" y="601"/>
                  </a:cubicBezTo>
                  <a:cubicBezTo>
                    <a:pt x="381" y="601"/>
                    <a:pt x="380" y="603"/>
                    <a:pt x="382" y="603"/>
                  </a:cubicBezTo>
                  <a:cubicBezTo>
                    <a:pt x="381" y="598"/>
                    <a:pt x="384" y="594"/>
                    <a:pt x="381" y="591"/>
                  </a:cubicBezTo>
                  <a:cubicBezTo>
                    <a:pt x="381" y="591"/>
                    <a:pt x="381" y="590"/>
                    <a:pt x="382" y="590"/>
                  </a:cubicBezTo>
                  <a:cubicBezTo>
                    <a:pt x="385" y="591"/>
                    <a:pt x="384" y="596"/>
                    <a:pt x="383" y="597"/>
                  </a:cubicBezTo>
                  <a:cubicBezTo>
                    <a:pt x="383" y="600"/>
                    <a:pt x="387" y="601"/>
                    <a:pt x="390" y="601"/>
                  </a:cubicBezTo>
                  <a:cubicBezTo>
                    <a:pt x="391" y="601"/>
                    <a:pt x="389" y="597"/>
                    <a:pt x="391" y="597"/>
                  </a:cubicBezTo>
                  <a:cubicBezTo>
                    <a:pt x="390" y="599"/>
                    <a:pt x="393" y="600"/>
                    <a:pt x="394" y="600"/>
                  </a:cubicBezTo>
                  <a:cubicBezTo>
                    <a:pt x="394" y="599"/>
                    <a:pt x="396" y="600"/>
                    <a:pt x="396" y="599"/>
                  </a:cubicBezTo>
                  <a:cubicBezTo>
                    <a:pt x="397" y="596"/>
                    <a:pt x="395" y="596"/>
                    <a:pt x="395" y="594"/>
                  </a:cubicBezTo>
                  <a:cubicBezTo>
                    <a:pt x="396" y="594"/>
                    <a:pt x="396" y="596"/>
                    <a:pt x="398" y="596"/>
                  </a:cubicBezTo>
                  <a:cubicBezTo>
                    <a:pt x="398" y="593"/>
                    <a:pt x="402" y="593"/>
                    <a:pt x="404" y="589"/>
                  </a:cubicBezTo>
                  <a:cubicBezTo>
                    <a:pt x="406" y="585"/>
                    <a:pt x="405" y="578"/>
                    <a:pt x="411" y="582"/>
                  </a:cubicBezTo>
                  <a:cubicBezTo>
                    <a:pt x="409" y="585"/>
                    <a:pt x="407" y="587"/>
                    <a:pt x="406" y="591"/>
                  </a:cubicBezTo>
                  <a:cubicBezTo>
                    <a:pt x="410" y="594"/>
                    <a:pt x="418" y="592"/>
                    <a:pt x="421" y="588"/>
                  </a:cubicBezTo>
                  <a:cubicBezTo>
                    <a:pt x="420" y="589"/>
                    <a:pt x="422" y="589"/>
                    <a:pt x="422" y="590"/>
                  </a:cubicBezTo>
                  <a:cubicBezTo>
                    <a:pt x="424" y="590"/>
                    <a:pt x="424" y="591"/>
                    <a:pt x="426" y="591"/>
                  </a:cubicBezTo>
                  <a:cubicBezTo>
                    <a:pt x="427" y="590"/>
                    <a:pt x="425" y="587"/>
                    <a:pt x="427" y="587"/>
                  </a:cubicBezTo>
                  <a:cubicBezTo>
                    <a:pt x="428" y="587"/>
                    <a:pt x="427" y="591"/>
                    <a:pt x="429" y="590"/>
                  </a:cubicBezTo>
                  <a:cubicBezTo>
                    <a:pt x="430" y="584"/>
                    <a:pt x="440" y="586"/>
                    <a:pt x="441" y="581"/>
                  </a:cubicBezTo>
                  <a:cubicBezTo>
                    <a:pt x="443" y="581"/>
                    <a:pt x="445" y="580"/>
                    <a:pt x="446" y="579"/>
                  </a:cubicBezTo>
                  <a:cubicBezTo>
                    <a:pt x="447" y="579"/>
                    <a:pt x="448" y="579"/>
                    <a:pt x="449" y="580"/>
                  </a:cubicBezTo>
                  <a:cubicBezTo>
                    <a:pt x="447" y="584"/>
                    <a:pt x="447" y="586"/>
                    <a:pt x="445" y="589"/>
                  </a:cubicBezTo>
                  <a:cubicBezTo>
                    <a:pt x="446" y="589"/>
                    <a:pt x="448" y="589"/>
                    <a:pt x="449" y="590"/>
                  </a:cubicBezTo>
                  <a:cubicBezTo>
                    <a:pt x="450" y="586"/>
                    <a:pt x="452" y="585"/>
                    <a:pt x="452" y="581"/>
                  </a:cubicBezTo>
                  <a:cubicBezTo>
                    <a:pt x="453" y="581"/>
                    <a:pt x="453" y="583"/>
                    <a:pt x="454" y="582"/>
                  </a:cubicBezTo>
                  <a:cubicBezTo>
                    <a:pt x="454" y="581"/>
                    <a:pt x="455" y="580"/>
                    <a:pt x="456" y="579"/>
                  </a:cubicBezTo>
                  <a:cubicBezTo>
                    <a:pt x="459" y="580"/>
                    <a:pt x="461" y="577"/>
                    <a:pt x="464" y="580"/>
                  </a:cubicBezTo>
                  <a:cubicBezTo>
                    <a:pt x="464" y="578"/>
                    <a:pt x="466" y="579"/>
                    <a:pt x="467" y="576"/>
                  </a:cubicBezTo>
                  <a:cubicBezTo>
                    <a:pt x="468" y="576"/>
                    <a:pt x="468" y="578"/>
                    <a:pt x="470" y="578"/>
                  </a:cubicBezTo>
                  <a:cubicBezTo>
                    <a:pt x="472" y="578"/>
                    <a:pt x="471" y="575"/>
                    <a:pt x="472" y="574"/>
                  </a:cubicBezTo>
                  <a:cubicBezTo>
                    <a:pt x="473" y="575"/>
                    <a:pt x="473" y="578"/>
                    <a:pt x="475" y="577"/>
                  </a:cubicBezTo>
                  <a:cubicBezTo>
                    <a:pt x="475" y="575"/>
                    <a:pt x="475" y="577"/>
                    <a:pt x="476" y="577"/>
                  </a:cubicBezTo>
                  <a:cubicBezTo>
                    <a:pt x="476" y="571"/>
                    <a:pt x="483" y="572"/>
                    <a:pt x="484" y="567"/>
                  </a:cubicBezTo>
                  <a:cubicBezTo>
                    <a:pt x="481" y="567"/>
                    <a:pt x="482" y="569"/>
                    <a:pt x="480" y="569"/>
                  </a:cubicBezTo>
                  <a:cubicBezTo>
                    <a:pt x="480" y="567"/>
                    <a:pt x="483" y="568"/>
                    <a:pt x="482" y="565"/>
                  </a:cubicBezTo>
                  <a:cubicBezTo>
                    <a:pt x="480" y="564"/>
                    <a:pt x="478" y="565"/>
                    <a:pt x="476" y="563"/>
                  </a:cubicBezTo>
                  <a:cubicBezTo>
                    <a:pt x="478" y="562"/>
                    <a:pt x="478" y="560"/>
                    <a:pt x="480" y="559"/>
                  </a:cubicBezTo>
                  <a:cubicBezTo>
                    <a:pt x="482" y="559"/>
                    <a:pt x="482" y="561"/>
                    <a:pt x="484" y="560"/>
                  </a:cubicBezTo>
                  <a:cubicBezTo>
                    <a:pt x="486" y="558"/>
                    <a:pt x="489" y="559"/>
                    <a:pt x="491" y="559"/>
                  </a:cubicBezTo>
                  <a:cubicBezTo>
                    <a:pt x="492" y="558"/>
                    <a:pt x="491" y="556"/>
                    <a:pt x="491" y="554"/>
                  </a:cubicBezTo>
                  <a:cubicBezTo>
                    <a:pt x="490" y="554"/>
                    <a:pt x="489" y="555"/>
                    <a:pt x="489" y="554"/>
                  </a:cubicBezTo>
                  <a:cubicBezTo>
                    <a:pt x="489" y="553"/>
                    <a:pt x="492" y="553"/>
                    <a:pt x="493" y="552"/>
                  </a:cubicBezTo>
                  <a:cubicBezTo>
                    <a:pt x="492" y="553"/>
                    <a:pt x="494" y="553"/>
                    <a:pt x="494" y="554"/>
                  </a:cubicBezTo>
                  <a:cubicBezTo>
                    <a:pt x="497" y="554"/>
                    <a:pt x="496" y="554"/>
                    <a:pt x="499" y="554"/>
                  </a:cubicBezTo>
                  <a:cubicBezTo>
                    <a:pt x="500" y="552"/>
                    <a:pt x="498" y="552"/>
                    <a:pt x="498" y="550"/>
                  </a:cubicBezTo>
                  <a:cubicBezTo>
                    <a:pt x="499" y="549"/>
                    <a:pt x="499" y="550"/>
                    <a:pt x="501" y="549"/>
                  </a:cubicBezTo>
                  <a:cubicBezTo>
                    <a:pt x="501" y="547"/>
                    <a:pt x="499" y="546"/>
                    <a:pt x="501" y="545"/>
                  </a:cubicBezTo>
                  <a:cubicBezTo>
                    <a:pt x="502" y="547"/>
                    <a:pt x="503" y="549"/>
                    <a:pt x="506" y="550"/>
                  </a:cubicBezTo>
                  <a:cubicBezTo>
                    <a:pt x="507" y="547"/>
                    <a:pt x="510" y="545"/>
                    <a:pt x="512" y="543"/>
                  </a:cubicBezTo>
                  <a:cubicBezTo>
                    <a:pt x="512" y="545"/>
                    <a:pt x="512" y="546"/>
                    <a:pt x="514" y="545"/>
                  </a:cubicBezTo>
                  <a:cubicBezTo>
                    <a:pt x="514" y="544"/>
                    <a:pt x="515" y="542"/>
                    <a:pt x="516" y="541"/>
                  </a:cubicBezTo>
                  <a:cubicBezTo>
                    <a:pt x="516" y="542"/>
                    <a:pt x="518" y="542"/>
                    <a:pt x="520" y="543"/>
                  </a:cubicBezTo>
                  <a:cubicBezTo>
                    <a:pt x="520" y="539"/>
                    <a:pt x="522" y="538"/>
                    <a:pt x="524" y="537"/>
                  </a:cubicBezTo>
                  <a:cubicBezTo>
                    <a:pt x="525" y="535"/>
                    <a:pt x="524" y="534"/>
                    <a:pt x="523" y="533"/>
                  </a:cubicBezTo>
                  <a:cubicBezTo>
                    <a:pt x="526" y="533"/>
                    <a:pt x="525" y="531"/>
                    <a:pt x="525" y="529"/>
                  </a:cubicBezTo>
                  <a:cubicBezTo>
                    <a:pt x="524" y="529"/>
                    <a:pt x="522" y="531"/>
                    <a:pt x="522" y="529"/>
                  </a:cubicBezTo>
                  <a:cubicBezTo>
                    <a:pt x="525" y="528"/>
                    <a:pt x="526" y="526"/>
                    <a:pt x="529" y="525"/>
                  </a:cubicBezTo>
                  <a:cubicBezTo>
                    <a:pt x="529" y="527"/>
                    <a:pt x="530" y="527"/>
                    <a:pt x="532" y="527"/>
                  </a:cubicBezTo>
                  <a:cubicBezTo>
                    <a:pt x="532" y="524"/>
                    <a:pt x="531" y="525"/>
                    <a:pt x="532" y="522"/>
                  </a:cubicBezTo>
                  <a:cubicBezTo>
                    <a:pt x="534" y="524"/>
                    <a:pt x="536" y="522"/>
                    <a:pt x="538" y="523"/>
                  </a:cubicBezTo>
                  <a:cubicBezTo>
                    <a:pt x="538" y="521"/>
                    <a:pt x="538" y="518"/>
                    <a:pt x="541" y="519"/>
                  </a:cubicBezTo>
                  <a:cubicBezTo>
                    <a:pt x="542" y="517"/>
                    <a:pt x="540" y="517"/>
                    <a:pt x="541" y="514"/>
                  </a:cubicBezTo>
                  <a:cubicBezTo>
                    <a:pt x="543" y="516"/>
                    <a:pt x="544" y="517"/>
                    <a:pt x="546" y="518"/>
                  </a:cubicBezTo>
                  <a:cubicBezTo>
                    <a:pt x="547" y="515"/>
                    <a:pt x="549" y="512"/>
                    <a:pt x="553" y="512"/>
                  </a:cubicBezTo>
                  <a:cubicBezTo>
                    <a:pt x="552" y="510"/>
                    <a:pt x="553" y="509"/>
                    <a:pt x="554" y="507"/>
                  </a:cubicBezTo>
                  <a:cubicBezTo>
                    <a:pt x="556" y="508"/>
                    <a:pt x="559" y="510"/>
                    <a:pt x="560" y="507"/>
                  </a:cubicBezTo>
                  <a:cubicBezTo>
                    <a:pt x="561" y="507"/>
                    <a:pt x="561" y="508"/>
                    <a:pt x="562" y="509"/>
                  </a:cubicBezTo>
                  <a:cubicBezTo>
                    <a:pt x="563" y="508"/>
                    <a:pt x="563" y="506"/>
                    <a:pt x="564" y="505"/>
                  </a:cubicBezTo>
                  <a:cubicBezTo>
                    <a:pt x="565" y="508"/>
                    <a:pt x="565" y="504"/>
                    <a:pt x="566" y="504"/>
                  </a:cubicBezTo>
                  <a:cubicBezTo>
                    <a:pt x="565" y="505"/>
                    <a:pt x="566" y="506"/>
                    <a:pt x="568" y="506"/>
                  </a:cubicBezTo>
                  <a:cubicBezTo>
                    <a:pt x="570" y="504"/>
                    <a:pt x="570" y="502"/>
                    <a:pt x="572" y="499"/>
                  </a:cubicBezTo>
                  <a:cubicBezTo>
                    <a:pt x="573" y="498"/>
                    <a:pt x="572" y="497"/>
                    <a:pt x="571" y="496"/>
                  </a:cubicBezTo>
                  <a:cubicBezTo>
                    <a:pt x="573" y="497"/>
                    <a:pt x="575" y="496"/>
                    <a:pt x="575" y="495"/>
                  </a:cubicBezTo>
                  <a:cubicBezTo>
                    <a:pt x="575" y="493"/>
                    <a:pt x="573" y="493"/>
                    <a:pt x="574" y="491"/>
                  </a:cubicBezTo>
                  <a:cubicBezTo>
                    <a:pt x="578" y="492"/>
                    <a:pt x="577" y="488"/>
                    <a:pt x="578" y="487"/>
                  </a:cubicBezTo>
                  <a:cubicBezTo>
                    <a:pt x="583" y="488"/>
                    <a:pt x="588" y="483"/>
                    <a:pt x="589" y="479"/>
                  </a:cubicBezTo>
                  <a:cubicBezTo>
                    <a:pt x="589" y="479"/>
                    <a:pt x="590" y="479"/>
                    <a:pt x="591" y="479"/>
                  </a:cubicBezTo>
                  <a:cubicBezTo>
                    <a:pt x="590" y="472"/>
                    <a:pt x="584" y="474"/>
                    <a:pt x="583" y="468"/>
                  </a:cubicBezTo>
                  <a:cubicBezTo>
                    <a:pt x="578" y="470"/>
                    <a:pt x="575" y="466"/>
                    <a:pt x="573" y="470"/>
                  </a:cubicBezTo>
                  <a:cubicBezTo>
                    <a:pt x="572" y="465"/>
                    <a:pt x="575" y="464"/>
                    <a:pt x="575" y="460"/>
                  </a:cubicBezTo>
                  <a:cubicBezTo>
                    <a:pt x="579" y="460"/>
                    <a:pt x="577" y="455"/>
                    <a:pt x="583" y="456"/>
                  </a:cubicBezTo>
                  <a:cubicBezTo>
                    <a:pt x="583" y="454"/>
                    <a:pt x="583" y="453"/>
                    <a:pt x="583" y="451"/>
                  </a:cubicBezTo>
                  <a:cubicBezTo>
                    <a:pt x="584" y="451"/>
                    <a:pt x="585" y="451"/>
                    <a:pt x="586" y="451"/>
                  </a:cubicBezTo>
                  <a:cubicBezTo>
                    <a:pt x="587" y="450"/>
                    <a:pt x="586" y="448"/>
                    <a:pt x="588" y="448"/>
                  </a:cubicBezTo>
                  <a:cubicBezTo>
                    <a:pt x="593" y="451"/>
                    <a:pt x="597" y="446"/>
                    <a:pt x="598" y="441"/>
                  </a:cubicBezTo>
                  <a:cubicBezTo>
                    <a:pt x="597" y="441"/>
                    <a:pt x="597" y="440"/>
                    <a:pt x="596" y="440"/>
                  </a:cubicBezTo>
                  <a:cubicBezTo>
                    <a:pt x="604" y="443"/>
                    <a:pt x="608" y="430"/>
                    <a:pt x="603" y="427"/>
                  </a:cubicBezTo>
                  <a:cubicBezTo>
                    <a:pt x="604" y="427"/>
                    <a:pt x="604" y="428"/>
                    <a:pt x="606" y="427"/>
                  </a:cubicBezTo>
                  <a:cubicBezTo>
                    <a:pt x="608" y="425"/>
                    <a:pt x="610" y="423"/>
                    <a:pt x="613" y="421"/>
                  </a:cubicBezTo>
                  <a:cubicBezTo>
                    <a:pt x="613" y="419"/>
                    <a:pt x="610" y="420"/>
                    <a:pt x="611" y="417"/>
                  </a:cubicBezTo>
                  <a:cubicBezTo>
                    <a:pt x="615" y="415"/>
                    <a:pt x="616" y="407"/>
                    <a:pt x="623" y="409"/>
                  </a:cubicBezTo>
                  <a:cubicBezTo>
                    <a:pt x="623" y="406"/>
                    <a:pt x="622" y="405"/>
                    <a:pt x="621" y="403"/>
                  </a:cubicBezTo>
                  <a:cubicBezTo>
                    <a:pt x="624" y="400"/>
                    <a:pt x="627" y="397"/>
                    <a:pt x="633" y="397"/>
                  </a:cubicBezTo>
                  <a:cubicBezTo>
                    <a:pt x="635" y="392"/>
                    <a:pt x="642" y="386"/>
                    <a:pt x="646" y="389"/>
                  </a:cubicBezTo>
                  <a:cubicBezTo>
                    <a:pt x="649" y="389"/>
                    <a:pt x="653" y="388"/>
                    <a:pt x="655" y="390"/>
                  </a:cubicBezTo>
                  <a:cubicBezTo>
                    <a:pt x="653" y="389"/>
                    <a:pt x="653" y="391"/>
                    <a:pt x="652" y="392"/>
                  </a:cubicBezTo>
                  <a:cubicBezTo>
                    <a:pt x="654" y="395"/>
                    <a:pt x="657" y="396"/>
                    <a:pt x="659" y="399"/>
                  </a:cubicBezTo>
                  <a:cubicBezTo>
                    <a:pt x="655" y="400"/>
                    <a:pt x="649" y="402"/>
                    <a:pt x="647" y="396"/>
                  </a:cubicBezTo>
                  <a:cubicBezTo>
                    <a:pt x="640" y="400"/>
                    <a:pt x="635" y="406"/>
                    <a:pt x="627" y="408"/>
                  </a:cubicBezTo>
                  <a:cubicBezTo>
                    <a:pt x="634" y="422"/>
                    <a:pt x="620" y="432"/>
                    <a:pt x="617" y="444"/>
                  </a:cubicBezTo>
                  <a:cubicBezTo>
                    <a:pt x="619" y="448"/>
                    <a:pt x="623" y="450"/>
                    <a:pt x="627" y="451"/>
                  </a:cubicBezTo>
                  <a:cubicBezTo>
                    <a:pt x="628" y="450"/>
                    <a:pt x="626" y="450"/>
                    <a:pt x="626" y="449"/>
                  </a:cubicBezTo>
                  <a:cubicBezTo>
                    <a:pt x="629" y="448"/>
                    <a:pt x="633" y="445"/>
                    <a:pt x="634" y="444"/>
                  </a:cubicBezTo>
                  <a:cubicBezTo>
                    <a:pt x="632" y="449"/>
                    <a:pt x="627" y="451"/>
                    <a:pt x="625" y="455"/>
                  </a:cubicBezTo>
                  <a:cubicBezTo>
                    <a:pt x="619" y="454"/>
                    <a:pt x="615" y="459"/>
                    <a:pt x="615" y="464"/>
                  </a:cubicBezTo>
                  <a:cubicBezTo>
                    <a:pt x="617" y="465"/>
                    <a:pt x="618" y="467"/>
                    <a:pt x="621" y="468"/>
                  </a:cubicBezTo>
                  <a:cubicBezTo>
                    <a:pt x="622" y="468"/>
                    <a:pt x="623" y="468"/>
                    <a:pt x="624" y="468"/>
                  </a:cubicBezTo>
                  <a:cubicBezTo>
                    <a:pt x="624" y="466"/>
                    <a:pt x="626" y="467"/>
                    <a:pt x="627" y="465"/>
                  </a:cubicBezTo>
                  <a:cubicBezTo>
                    <a:pt x="628" y="466"/>
                    <a:pt x="630" y="466"/>
                    <a:pt x="632" y="466"/>
                  </a:cubicBezTo>
                  <a:cubicBezTo>
                    <a:pt x="633" y="466"/>
                    <a:pt x="633" y="464"/>
                    <a:pt x="634" y="464"/>
                  </a:cubicBezTo>
                  <a:cubicBezTo>
                    <a:pt x="633" y="465"/>
                    <a:pt x="633" y="466"/>
                    <a:pt x="636" y="467"/>
                  </a:cubicBezTo>
                  <a:cubicBezTo>
                    <a:pt x="638" y="464"/>
                    <a:pt x="638" y="458"/>
                    <a:pt x="643" y="458"/>
                  </a:cubicBezTo>
                  <a:cubicBezTo>
                    <a:pt x="643" y="458"/>
                    <a:pt x="643" y="456"/>
                    <a:pt x="644" y="456"/>
                  </a:cubicBezTo>
                  <a:cubicBezTo>
                    <a:pt x="649" y="458"/>
                    <a:pt x="656" y="451"/>
                    <a:pt x="655" y="444"/>
                  </a:cubicBezTo>
                  <a:cubicBezTo>
                    <a:pt x="657" y="445"/>
                    <a:pt x="657" y="449"/>
                    <a:pt x="660" y="449"/>
                  </a:cubicBezTo>
                  <a:cubicBezTo>
                    <a:pt x="660" y="445"/>
                    <a:pt x="658" y="442"/>
                    <a:pt x="660" y="440"/>
                  </a:cubicBezTo>
                  <a:cubicBezTo>
                    <a:pt x="661" y="442"/>
                    <a:pt x="660" y="446"/>
                    <a:pt x="663" y="446"/>
                  </a:cubicBezTo>
                  <a:cubicBezTo>
                    <a:pt x="662" y="440"/>
                    <a:pt x="662" y="438"/>
                    <a:pt x="666" y="436"/>
                  </a:cubicBezTo>
                  <a:cubicBezTo>
                    <a:pt x="666" y="438"/>
                    <a:pt x="667" y="439"/>
                    <a:pt x="667" y="440"/>
                  </a:cubicBezTo>
                  <a:cubicBezTo>
                    <a:pt x="670" y="440"/>
                    <a:pt x="668" y="436"/>
                    <a:pt x="670" y="436"/>
                  </a:cubicBezTo>
                  <a:cubicBezTo>
                    <a:pt x="673" y="439"/>
                    <a:pt x="677" y="436"/>
                    <a:pt x="680" y="439"/>
                  </a:cubicBezTo>
                  <a:cubicBezTo>
                    <a:pt x="682" y="437"/>
                    <a:pt x="682" y="436"/>
                    <a:pt x="684" y="438"/>
                  </a:cubicBezTo>
                  <a:cubicBezTo>
                    <a:pt x="684" y="435"/>
                    <a:pt x="685" y="434"/>
                    <a:pt x="685" y="431"/>
                  </a:cubicBezTo>
                  <a:cubicBezTo>
                    <a:pt x="688" y="433"/>
                    <a:pt x="690" y="429"/>
                    <a:pt x="691" y="427"/>
                  </a:cubicBezTo>
                  <a:cubicBezTo>
                    <a:pt x="690" y="426"/>
                    <a:pt x="688" y="426"/>
                    <a:pt x="687" y="425"/>
                  </a:cubicBezTo>
                  <a:cubicBezTo>
                    <a:pt x="689" y="423"/>
                    <a:pt x="690" y="421"/>
                    <a:pt x="693" y="420"/>
                  </a:cubicBezTo>
                  <a:cubicBezTo>
                    <a:pt x="693" y="416"/>
                    <a:pt x="691" y="415"/>
                    <a:pt x="690" y="412"/>
                  </a:cubicBezTo>
                  <a:cubicBezTo>
                    <a:pt x="688" y="412"/>
                    <a:pt x="687" y="417"/>
                    <a:pt x="686" y="416"/>
                  </a:cubicBezTo>
                  <a:cubicBezTo>
                    <a:pt x="689" y="413"/>
                    <a:pt x="686" y="410"/>
                    <a:pt x="687" y="406"/>
                  </a:cubicBezTo>
                  <a:cubicBezTo>
                    <a:pt x="685" y="405"/>
                    <a:pt x="685" y="409"/>
                    <a:pt x="685" y="408"/>
                  </a:cubicBezTo>
                  <a:cubicBezTo>
                    <a:pt x="685" y="403"/>
                    <a:pt x="687" y="400"/>
                    <a:pt x="688" y="396"/>
                  </a:cubicBezTo>
                  <a:cubicBezTo>
                    <a:pt x="688" y="400"/>
                    <a:pt x="691" y="396"/>
                    <a:pt x="691" y="397"/>
                  </a:cubicBezTo>
                  <a:cubicBezTo>
                    <a:pt x="689" y="399"/>
                    <a:pt x="688" y="402"/>
                    <a:pt x="687" y="405"/>
                  </a:cubicBezTo>
                  <a:cubicBezTo>
                    <a:pt x="689" y="406"/>
                    <a:pt x="690" y="406"/>
                    <a:pt x="692" y="407"/>
                  </a:cubicBezTo>
                  <a:cubicBezTo>
                    <a:pt x="692" y="404"/>
                    <a:pt x="693" y="405"/>
                    <a:pt x="696" y="405"/>
                  </a:cubicBezTo>
                  <a:cubicBezTo>
                    <a:pt x="697" y="404"/>
                    <a:pt x="695" y="402"/>
                    <a:pt x="696" y="402"/>
                  </a:cubicBezTo>
                  <a:cubicBezTo>
                    <a:pt x="697" y="403"/>
                    <a:pt x="697" y="404"/>
                    <a:pt x="699" y="404"/>
                  </a:cubicBezTo>
                  <a:cubicBezTo>
                    <a:pt x="699" y="403"/>
                    <a:pt x="698" y="402"/>
                    <a:pt x="699" y="401"/>
                  </a:cubicBezTo>
                  <a:cubicBezTo>
                    <a:pt x="700" y="402"/>
                    <a:pt x="701" y="402"/>
                    <a:pt x="703" y="403"/>
                  </a:cubicBezTo>
                  <a:cubicBezTo>
                    <a:pt x="704" y="399"/>
                    <a:pt x="707" y="401"/>
                    <a:pt x="708" y="397"/>
                  </a:cubicBezTo>
                  <a:cubicBezTo>
                    <a:pt x="707" y="399"/>
                    <a:pt x="708" y="399"/>
                    <a:pt x="709" y="400"/>
                  </a:cubicBezTo>
                  <a:cubicBezTo>
                    <a:pt x="712" y="400"/>
                    <a:pt x="712" y="396"/>
                    <a:pt x="715" y="395"/>
                  </a:cubicBezTo>
                  <a:cubicBezTo>
                    <a:pt x="714" y="397"/>
                    <a:pt x="713" y="398"/>
                    <a:pt x="713" y="399"/>
                  </a:cubicBezTo>
                  <a:cubicBezTo>
                    <a:pt x="714" y="401"/>
                    <a:pt x="716" y="404"/>
                    <a:pt x="718" y="405"/>
                  </a:cubicBezTo>
                  <a:cubicBezTo>
                    <a:pt x="717" y="405"/>
                    <a:pt x="716" y="406"/>
                    <a:pt x="715" y="406"/>
                  </a:cubicBezTo>
                  <a:cubicBezTo>
                    <a:pt x="716" y="412"/>
                    <a:pt x="722" y="408"/>
                    <a:pt x="725" y="407"/>
                  </a:cubicBezTo>
                  <a:cubicBezTo>
                    <a:pt x="725" y="409"/>
                    <a:pt x="721" y="409"/>
                    <a:pt x="723" y="411"/>
                  </a:cubicBezTo>
                  <a:cubicBezTo>
                    <a:pt x="726" y="411"/>
                    <a:pt x="727" y="409"/>
                    <a:pt x="729" y="411"/>
                  </a:cubicBezTo>
                  <a:cubicBezTo>
                    <a:pt x="725" y="413"/>
                    <a:pt x="722" y="417"/>
                    <a:pt x="717" y="415"/>
                  </a:cubicBezTo>
                  <a:cubicBezTo>
                    <a:pt x="716" y="417"/>
                    <a:pt x="715" y="418"/>
                    <a:pt x="715" y="421"/>
                  </a:cubicBezTo>
                  <a:cubicBezTo>
                    <a:pt x="714" y="422"/>
                    <a:pt x="717" y="421"/>
                    <a:pt x="717" y="423"/>
                  </a:cubicBezTo>
                  <a:cubicBezTo>
                    <a:pt x="716" y="423"/>
                    <a:pt x="715" y="424"/>
                    <a:pt x="716" y="425"/>
                  </a:cubicBezTo>
                  <a:cubicBezTo>
                    <a:pt x="716" y="425"/>
                    <a:pt x="716" y="425"/>
                    <a:pt x="717" y="426"/>
                  </a:cubicBezTo>
                  <a:cubicBezTo>
                    <a:pt x="721" y="424"/>
                    <a:pt x="723" y="421"/>
                    <a:pt x="727" y="420"/>
                  </a:cubicBezTo>
                  <a:cubicBezTo>
                    <a:pt x="728" y="418"/>
                    <a:pt x="727" y="418"/>
                    <a:pt x="727" y="416"/>
                  </a:cubicBezTo>
                  <a:cubicBezTo>
                    <a:pt x="729" y="416"/>
                    <a:pt x="728" y="415"/>
                    <a:pt x="730" y="415"/>
                  </a:cubicBezTo>
                  <a:cubicBezTo>
                    <a:pt x="728" y="416"/>
                    <a:pt x="729" y="416"/>
                    <a:pt x="730" y="417"/>
                  </a:cubicBezTo>
                  <a:cubicBezTo>
                    <a:pt x="736" y="414"/>
                    <a:pt x="737" y="420"/>
                    <a:pt x="742" y="420"/>
                  </a:cubicBezTo>
                  <a:cubicBezTo>
                    <a:pt x="745" y="418"/>
                    <a:pt x="749" y="416"/>
                    <a:pt x="750" y="411"/>
                  </a:cubicBezTo>
                  <a:cubicBezTo>
                    <a:pt x="751" y="415"/>
                    <a:pt x="749" y="417"/>
                    <a:pt x="748" y="421"/>
                  </a:cubicBezTo>
                  <a:cubicBezTo>
                    <a:pt x="750" y="422"/>
                    <a:pt x="751" y="422"/>
                    <a:pt x="754" y="423"/>
                  </a:cubicBezTo>
                  <a:cubicBezTo>
                    <a:pt x="753" y="423"/>
                    <a:pt x="753" y="424"/>
                    <a:pt x="754" y="425"/>
                  </a:cubicBezTo>
                  <a:cubicBezTo>
                    <a:pt x="756" y="426"/>
                    <a:pt x="759" y="426"/>
                    <a:pt x="762" y="425"/>
                  </a:cubicBezTo>
                  <a:cubicBezTo>
                    <a:pt x="760" y="427"/>
                    <a:pt x="765" y="427"/>
                    <a:pt x="766" y="429"/>
                  </a:cubicBezTo>
                  <a:cubicBezTo>
                    <a:pt x="765" y="430"/>
                    <a:pt x="762" y="428"/>
                    <a:pt x="762" y="431"/>
                  </a:cubicBezTo>
                  <a:cubicBezTo>
                    <a:pt x="765" y="430"/>
                    <a:pt x="767" y="431"/>
                    <a:pt x="770" y="432"/>
                  </a:cubicBezTo>
                  <a:cubicBezTo>
                    <a:pt x="779" y="428"/>
                    <a:pt x="790" y="425"/>
                    <a:pt x="800" y="426"/>
                  </a:cubicBezTo>
                  <a:cubicBezTo>
                    <a:pt x="809" y="426"/>
                    <a:pt x="814" y="431"/>
                    <a:pt x="818" y="425"/>
                  </a:cubicBezTo>
                  <a:cubicBezTo>
                    <a:pt x="818" y="422"/>
                    <a:pt x="815" y="423"/>
                    <a:pt x="816" y="421"/>
                  </a:cubicBezTo>
                  <a:cubicBezTo>
                    <a:pt x="817" y="422"/>
                    <a:pt x="819" y="424"/>
                    <a:pt x="819" y="427"/>
                  </a:cubicBezTo>
                  <a:cubicBezTo>
                    <a:pt x="817" y="427"/>
                    <a:pt x="816" y="428"/>
                    <a:pt x="815" y="430"/>
                  </a:cubicBezTo>
                  <a:cubicBezTo>
                    <a:pt x="818" y="431"/>
                    <a:pt x="823" y="434"/>
                    <a:pt x="828" y="435"/>
                  </a:cubicBezTo>
                  <a:cubicBezTo>
                    <a:pt x="837" y="437"/>
                    <a:pt x="843" y="432"/>
                    <a:pt x="848" y="428"/>
                  </a:cubicBezTo>
                  <a:cubicBezTo>
                    <a:pt x="848" y="425"/>
                    <a:pt x="849" y="424"/>
                    <a:pt x="850" y="423"/>
                  </a:cubicBezTo>
                  <a:cubicBezTo>
                    <a:pt x="849" y="427"/>
                    <a:pt x="852" y="429"/>
                    <a:pt x="853" y="432"/>
                  </a:cubicBezTo>
                  <a:cubicBezTo>
                    <a:pt x="852" y="435"/>
                    <a:pt x="851" y="437"/>
                    <a:pt x="848" y="438"/>
                  </a:cubicBezTo>
                  <a:cubicBezTo>
                    <a:pt x="850" y="442"/>
                    <a:pt x="856" y="443"/>
                    <a:pt x="861" y="444"/>
                  </a:cubicBezTo>
                  <a:cubicBezTo>
                    <a:pt x="868" y="447"/>
                    <a:pt x="875" y="452"/>
                    <a:pt x="883" y="452"/>
                  </a:cubicBezTo>
                  <a:cubicBezTo>
                    <a:pt x="884" y="455"/>
                    <a:pt x="888" y="456"/>
                    <a:pt x="889" y="458"/>
                  </a:cubicBezTo>
                  <a:cubicBezTo>
                    <a:pt x="890" y="459"/>
                    <a:pt x="890" y="460"/>
                    <a:pt x="890" y="461"/>
                  </a:cubicBezTo>
                  <a:cubicBezTo>
                    <a:pt x="896" y="466"/>
                    <a:pt x="903" y="470"/>
                    <a:pt x="910" y="473"/>
                  </a:cubicBezTo>
                  <a:cubicBezTo>
                    <a:pt x="911" y="473"/>
                    <a:pt x="910" y="472"/>
                    <a:pt x="912" y="472"/>
                  </a:cubicBezTo>
                  <a:cubicBezTo>
                    <a:pt x="914" y="474"/>
                    <a:pt x="917" y="476"/>
                    <a:pt x="920" y="478"/>
                  </a:cubicBezTo>
                  <a:cubicBezTo>
                    <a:pt x="923" y="476"/>
                    <a:pt x="921" y="475"/>
                    <a:pt x="920" y="473"/>
                  </a:cubicBezTo>
                  <a:cubicBezTo>
                    <a:pt x="924" y="475"/>
                    <a:pt x="928" y="471"/>
                    <a:pt x="931" y="470"/>
                  </a:cubicBezTo>
                  <a:cubicBezTo>
                    <a:pt x="931" y="467"/>
                    <a:pt x="929" y="465"/>
                    <a:pt x="928" y="463"/>
                  </a:cubicBezTo>
                  <a:cubicBezTo>
                    <a:pt x="930" y="464"/>
                    <a:pt x="931" y="463"/>
                    <a:pt x="931" y="462"/>
                  </a:cubicBezTo>
                  <a:cubicBezTo>
                    <a:pt x="934" y="463"/>
                    <a:pt x="931" y="466"/>
                    <a:pt x="932" y="468"/>
                  </a:cubicBezTo>
                  <a:cubicBezTo>
                    <a:pt x="935" y="468"/>
                    <a:pt x="936" y="466"/>
                    <a:pt x="939" y="466"/>
                  </a:cubicBezTo>
                  <a:cubicBezTo>
                    <a:pt x="944" y="467"/>
                    <a:pt x="944" y="472"/>
                    <a:pt x="950" y="472"/>
                  </a:cubicBezTo>
                  <a:cubicBezTo>
                    <a:pt x="951" y="469"/>
                    <a:pt x="951" y="467"/>
                    <a:pt x="950" y="464"/>
                  </a:cubicBezTo>
                  <a:cubicBezTo>
                    <a:pt x="950" y="464"/>
                    <a:pt x="950" y="464"/>
                    <a:pt x="950" y="464"/>
                  </a:cubicBezTo>
                  <a:cubicBezTo>
                    <a:pt x="950" y="464"/>
                    <a:pt x="950" y="464"/>
                    <a:pt x="950" y="464"/>
                  </a:cubicBezTo>
                  <a:cubicBezTo>
                    <a:pt x="951" y="468"/>
                    <a:pt x="956" y="472"/>
                    <a:pt x="957" y="474"/>
                  </a:cubicBezTo>
                  <a:cubicBezTo>
                    <a:pt x="958" y="477"/>
                    <a:pt x="960" y="481"/>
                    <a:pt x="961" y="484"/>
                  </a:cubicBezTo>
                  <a:cubicBezTo>
                    <a:pt x="962" y="492"/>
                    <a:pt x="968" y="495"/>
                    <a:pt x="968" y="503"/>
                  </a:cubicBezTo>
                  <a:cubicBezTo>
                    <a:pt x="965" y="506"/>
                    <a:pt x="970" y="510"/>
                    <a:pt x="969" y="513"/>
                  </a:cubicBezTo>
                  <a:cubicBezTo>
                    <a:pt x="971" y="514"/>
                    <a:pt x="971" y="513"/>
                    <a:pt x="973" y="513"/>
                  </a:cubicBezTo>
                  <a:cubicBezTo>
                    <a:pt x="974" y="507"/>
                    <a:pt x="980" y="505"/>
                    <a:pt x="978" y="499"/>
                  </a:cubicBezTo>
                  <a:cubicBezTo>
                    <a:pt x="979" y="499"/>
                    <a:pt x="979" y="500"/>
                    <a:pt x="981" y="500"/>
                  </a:cubicBezTo>
                  <a:cubicBezTo>
                    <a:pt x="981" y="499"/>
                    <a:pt x="982" y="498"/>
                    <a:pt x="983" y="497"/>
                  </a:cubicBezTo>
                  <a:cubicBezTo>
                    <a:pt x="982" y="495"/>
                    <a:pt x="981" y="494"/>
                    <a:pt x="981" y="493"/>
                  </a:cubicBezTo>
                  <a:cubicBezTo>
                    <a:pt x="982" y="493"/>
                    <a:pt x="982" y="493"/>
                    <a:pt x="982" y="493"/>
                  </a:cubicBezTo>
                  <a:cubicBezTo>
                    <a:pt x="979" y="487"/>
                    <a:pt x="971" y="482"/>
                    <a:pt x="969" y="477"/>
                  </a:cubicBezTo>
                  <a:cubicBezTo>
                    <a:pt x="973" y="479"/>
                    <a:pt x="976" y="487"/>
                    <a:pt x="982" y="489"/>
                  </a:cubicBezTo>
                  <a:cubicBezTo>
                    <a:pt x="980" y="481"/>
                    <a:pt x="971" y="475"/>
                    <a:pt x="969" y="468"/>
                  </a:cubicBezTo>
                  <a:cubicBezTo>
                    <a:pt x="967" y="467"/>
                    <a:pt x="967" y="470"/>
                    <a:pt x="966" y="468"/>
                  </a:cubicBezTo>
                  <a:cubicBezTo>
                    <a:pt x="967" y="468"/>
                    <a:pt x="968" y="467"/>
                    <a:pt x="970" y="467"/>
                  </a:cubicBezTo>
                  <a:cubicBezTo>
                    <a:pt x="971" y="474"/>
                    <a:pt x="978" y="474"/>
                    <a:pt x="981" y="480"/>
                  </a:cubicBezTo>
                  <a:cubicBezTo>
                    <a:pt x="984" y="480"/>
                    <a:pt x="986" y="481"/>
                    <a:pt x="987" y="482"/>
                  </a:cubicBezTo>
                  <a:cubicBezTo>
                    <a:pt x="985" y="483"/>
                    <a:pt x="985" y="481"/>
                    <a:pt x="983" y="482"/>
                  </a:cubicBezTo>
                  <a:cubicBezTo>
                    <a:pt x="982" y="486"/>
                    <a:pt x="984" y="488"/>
                    <a:pt x="987" y="489"/>
                  </a:cubicBezTo>
                  <a:cubicBezTo>
                    <a:pt x="987" y="492"/>
                    <a:pt x="989" y="492"/>
                    <a:pt x="989" y="495"/>
                  </a:cubicBezTo>
                  <a:cubicBezTo>
                    <a:pt x="990" y="496"/>
                    <a:pt x="992" y="495"/>
                    <a:pt x="993" y="496"/>
                  </a:cubicBezTo>
                  <a:cubicBezTo>
                    <a:pt x="992" y="497"/>
                    <a:pt x="990" y="497"/>
                    <a:pt x="989" y="497"/>
                  </a:cubicBezTo>
                  <a:cubicBezTo>
                    <a:pt x="989" y="500"/>
                    <a:pt x="991" y="500"/>
                    <a:pt x="989" y="502"/>
                  </a:cubicBezTo>
                  <a:cubicBezTo>
                    <a:pt x="992" y="502"/>
                    <a:pt x="996" y="506"/>
                    <a:pt x="998" y="502"/>
                  </a:cubicBezTo>
                  <a:cubicBezTo>
                    <a:pt x="998" y="503"/>
                    <a:pt x="998" y="503"/>
                    <a:pt x="998" y="504"/>
                  </a:cubicBezTo>
                  <a:cubicBezTo>
                    <a:pt x="1003" y="504"/>
                    <a:pt x="1006" y="508"/>
                    <a:pt x="1008" y="511"/>
                  </a:cubicBezTo>
                  <a:cubicBezTo>
                    <a:pt x="1010" y="511"/>
                    <a:pt x="1011" y="513"/>
                    <a:pt x="1014" y="513"/>
                  </a:cubicBezTo>
                  <a:cubicBezTo>
                    <a:pt x="1014" y="515"/>
                    <a:pt x="1016" y="516"/>
                    <a:pt x="1014" y="517"/>
                  </a:cubicBezTo>
                  <a:cubicBezTo>
                    <a:pt x="1010" y="513"/>
                    <a:pt x="1005" y="510"/>
                    <a:pt x="1001" y="505"/>
                  </a:cubicBezTo>
                  <a:cubicBezTo>
                    <a:pt x="994" y="508"/>
                    <a:pt x="987" y="504"/>
                    <a:pt x="981" y="507"/>
                  </a:cubicBezTo>
                  <a:cubicBezTo>
                    <a:pt x="981" y="509"/>
                    <a:pt x="981" y="510"/>
                    <a:pt x="981" y="511"/>
                  </a:cubicBezTo>
                  <a:cubicBezTo>
                    <a:pt x="985" y="511"/>
                    <a:pt x="986" y="515"/>
                    <a:pt x="986" y="517"/>
                  </a:cubicBezTo>
                  <a:cubicBezTo>
                    <a:pt x="984" y="515"/>
                    <a:pt x="981" y="514"/>
                    <a:pt x="977" y="514"/>
                  </a:cubicBezTo>
                  <a:cubicBezTo>
                    <a:pt x="973" y="518"/>
                    <a:pt x="976" y="525"/>
                    <a:pt x="981" y="527"/>
                  </a:cubicBezTo>
                  <a:cubicBezTo>
                    <a:pt x="980" y="527"/>
                    <a:pt x="979" y="528"/>
                    <a:pt x="979" y="529"/>
                  </a:cubicBezTo>
                  <a:cubicBezTo>
                    <a:pt x="983" y="529"/>
                    <a:pt x="985" y="531"/>
                    <a:pt x="986" y="533"/>
                  </a:cubicBezTo>
                  <a:cubicBezTo>
                    <a:pt x="985" y="533"/>
                    <a:pt x="984" y="532"/>
                    <a:pt x="983" y="532"/>
                  </a:cubicBezTo>
                  <a:cubicBezTo>
                    <a:pt x="981" y="537"/>
                    <a:pt x="984" y="547"/>
                    <a:pt x="990" y="549"/>
                  </a:cubicBezTo>
                  <a:cubicBezTo>
                    <a:pt x="989" y="546"/>
                    <a:pt x="990" y="546"/>
                    <a:pt x="989" y="544"/>
                  </a:cubicBezTo>
                  <a:cubicBezTo>
                    <a:pt x="990" y="545"/>
                    <a:pt x="990" y="546"/>
                    <a:pt x="992" y="545"/>
                  </a:cubicBezTo>
                  <a:cubicBezTo>
                    <a:pt x="993" y="541"/>
                    <a:pt x="991" y="538"/>
                    <a:pt x="993" y="536"/>
                  </a:cubicBezTo>
                  <a:cubicBezTo>
                    <a:pt x="991" y="532"/>
                    <a:pt x="991" y="532"/>
                    <a:pt x="990" y="526"/>
                  </a:cubicBezTo>
                  <a:cubicBezTo>
                    <a:pt x="991" y="527"/>
                    <a:pt x="991" y="526"/>
                    <a:pt x="993" y="526"/>
                  </a:cubicBezTo>
                  <a:cubicBezTo>
                    <a:pt x="993" y="528"/>
                    <a:pt x="993" y="529"/>
                    <a:pt x="994" y="530"/>
                  </a:cubicBezTo>
                  <a:cubicBezTo>
                    <a:pt x="999" y="531"/>
                    <a:pt x="1000" y="526"/>
                    <a:pt x="1005" y="528"/>
                  </a:cubicBezTo>
                  <a:cubicBezTo>
                    <a:pt x="1006" y="527"/>
                    <a:pt x="1005" y="525"/>
                    <a:pt x="1006" y="524"/>
                  </a:cubicBezTo>
                  <a:cubicBezTo>
                    <a:pt x="1014" y="526"/>
                    <a:pt x="1014" y="519"/>
                    <a:pt x="1019" y="518"/>
                  </a:cubicBezTo>
                  <a:cubicBezTo>
                    <a:pt x="1021" y="521"/>
                    <a:pt x="1019" y="520"/>
                    <a:pt x="1020" y="524"/>
                  </a:cubicBezTo>
                  <a:cubicBezTo>
                    <a:pt x="1018" y="522"/>
                    <a:pt x="1018" y="524"/>
                    <a:pt x="1017" y="525"/>
                  </a:cubicBezTo>
                  <a:cubicBezTo>
                    <a:pt x="1014" y="522"/>
                    <a:pt x="1013" y="525"/>
                    <a:pt x="1009" y="525"/>
                  </a:cubicBezTo>
                  <a:cubicBezTo>
                    <a:pt x="1008" y="526"/>
                    <a:pt x="1007" y="528"/>
                    <a:pt x="1007" y="532"/>
                  </a:cubicBezTo>
                  <a:cubicBezTo>
                    <a:pt x="1010" y="532"/>
                    <a:pt x="1011" y="533"/>
                    <a:pt x="1012" y="534"/>
                  </a:cubicBezTo>
                  <a:cubicBezTo>
                    <a:pt x="1014" y="534"/>
                    <a:pt x="1014" y="533"/>
                    <a:pt x="1016" y="533"/>
                  </a:cubicBezTo>
                  <a:cubicBezTo>
                    <a:pt x="1016" y="536"/>
                    <a:pt x="1017" y="539"/>
                    <a:pt x="1020" y="540"/>
                  </a:cubicBezTo>
                  <a:cubicBezTo>
                    <a:pt x="1020" y="539"/>
                    <a:pt x="1021" y="538"/>
                    <a:pt x="1022" y="538"/>
                  </a:cubicBezTo>
                  <a:cubicBezTo>
                    <a:pt x="1023" y="540"/>
                    <a:pt x="1023" y="541"/>
                    <a:pt x="1025" y="543"/>
                  </a:cubicBezTo>
                  <a:cubicBezTo>
                    <a:pt x="1028" y="543"/>
                    <a:pt x="1030" y="542"/>
                    <a:pt x="1031" y="541"/>
                  </a:cubicBezTo>
                  <a:cubicBezTo>
                    <a:pt x="1032" y="538"/>
                    <a:pt x="1029" y="538"/>
                    <a:pt x="1029" y="536"/>
                  </a:cubicBezTo>
                  <a:cubicBezTo>
                    <a:pt x="1031" y="537"/>
                    <a:pt x="1030" y="534"/>
                    <a:pt x="1031" y="534"/>
                  </a:cubicBezTo>
                  <a:cubicBezTo>
                    <a:pt x="1032" y="540"/>
                    <a:pt x="1033" y="546"/>
                    <a:pt x="1029" y="548"/>
                  </a:cubicBezTo>
                  <a:cubicBezTo>
                    <a:pt x="1031" y="550"/>
                    <a:pt x="1032" y="553"/>
                    <a:pt x="1033" y="555"/>
                  </a:cubicBezTo>
                  <a:cubicBezTo>
                    <a:pt x="1036" y="554"/>
                    <a:pt x="1037" y="556"/>
                    <a:pt x="1039" y="556"/>
                  </a:cubicBezTo>
                  <a:cubicBezTo>
                    <a:pt x="1040" y="551"/>
                    <a:pt x="1040" y="549"/>
                    <a:pt x="1041" y="543"/>
                  </a:cubicBezTo>
                  <a:cubicBezTo>
                    <a:pt x="1041" y="545"/>
                    <a:pt x="1041" y="550"/>
                    <a:pt x="1044" y="551"/>
                  </a:cubicBezTo>
                  <a:cubicBezTo>
                    <a:pt x="1040" y="556"/>
                    <a:pt x="1041" y="568"/>
                    <a:pt x="1048" y="568"/>
                  </a:cubicBezTo>
                  <a:cubicBezTo>
                    <a:pt x="1048" y="567"/>
                    <a:pt x="1047" y="564"/>
                    <a:pt x="1048" y="563"/>
                  </a:cubicBezTo>
                  <a:cubicBezTo>
                    <a:pt x="1050" y="567"/>
                    <a:pt x="1050" y="569"/>
                    <a:pt x="1050" y="572"/>
                  </a:cubicBezTo>
                  <a:cubicBezTo>
                    <a:pt x="1053" y="572"/>
                    <a:pt x="1053" y="571"/>
                    <a:pt x="1055" y="571"/>
                  </a:cubicBezTo>
                  <a:cubicBezTo>
                    <a:pt x="1055" y="572"/>
                    <a:pt x="1053" y="572"/>
                    <a:pt x="1054" y="574"/>
                  </a:cubicBezTo>
                  <a:cubicBezTo>
                    <a:pt x="1055" y="575"/>
                    <a:pt x="1057" y="576"/>
                    <a:pt x="1059" y="576"/>
                  </a:cubicBezTo>
                  <a:cubicBezTo>
                    <a:pt x="1059" y="575"/>
                    <a:pt x="1061" y="575"/>
                    <a:pt x="1061" y="574"/>
                  </a:cubicBezTo>
                  <a:cubicBezTo>
                    <a:pt x="1061" y="571"/>
                    <a:pt x="1059" y="571"/>
                    <a:pt x="1059" y="569"/>
                  </a:cubicBezTo>
                  <a:cubicBezTo>
                    <a:pt x="1057" y="570"/>
                    <a:pt x="1058" y="571"/>
                    <a:pt x="1056" y="571"/>
                  </a:cubicBezTo>
                  <a:cubicBezTo>
                    <a:pt x="1058" y="568"/>
                    <a:pt x="1055" y="563"/>
                    <a:pt x="1052" y="561"/>
                  </a:cubicBezTo>
                  <a:cubicBezTo>
                    <a:pt x="1055" y="561"/>
                    <a:pt x="1056" y="565"/>
                    <a:pt x="1060" y="563"/>
                  </a:cubicBezTo>
                  <a:cubicBezTo>
                    <a:pt x="1060" y="565"/>
                    <a:pt x="1062" y="565"/>
                    <a:pt x="1063" y="566"/>
                  </a:cubicBezTo>
                  <a:cubicBezTo>
                    <a:pt x="1063" y="567"/>
                    <a:pt x="1063" y="568"/>
                    <a:pt x="1063" y="569"/>
                  </a:cubicBezTo>
                  <a:cubicBezTo>
                    <a:pt x="1066" y="570"/>
                    <a:pt x="1066" y="574"/>
                    <a:pt x="1067" y="576"/>
                  </a:cubicBezTo>
                  <a:cubicBezTo>
                    <a:pt x="1080" y="579"/>
                    <a:pt x="1080" y="562"/>
                    <a:pt x="1083" y="552"/>
                  </a:cubicBezTo>
                  <a:cubicBezTo>
                    <a:pt x="1080" y="546"/>
                    <a:pt x="1076" y="541"/>
                    <a:pt x="1074" y="535"/>
                  </a:cubicBezTo>
                  <a:close/>
                  <a:moveTo>
                    <a:pt x="974" y="527"/>
                  </a:moveTo>
                  <a:cubicBezTo>
                    <a:pt x="973" y="522"/>
                    <a:pt x="967" y="512"/>
                    <a:pt x="965" y="507"/>
                  </a:cubicBezTo>
                  <a:cubicBezTo>
                    <a:pt x="963" y="504"/>
                    <a:pt x="965" y="502"/>
                    <a:pt x="963" y="499"/>
                  </a:cubicBezTo>
                  <a:cubicBezTo>
                    <a:pt x="962" y="498"/>
                    <a:pt x="962" y="500"/>
                    <a:pt x="961" y="498"/>
                  </a:cubicBezTo>
                  <a:cubicBezTo>
                    <a:pt x="961" y="497"/>
                    <a:pt x="963" y="498"/>
                    <a:pt x="962" y="496"/>
                  </a:cubicBezTo>
                  <a:cubicBezTo>
                    <a:pt x="960" y="492"/>
                    <a:pt x="959" y="488"/>
                    <a:pt x="956" y="484"/>
                  </a:cubicBezTo>
                  <a:cubicBezTo>
                    <a:pt x="960" y="475"/>
                    <a:pt x="951" y="477"/>
                    <a:pt x="943" y="474"/>
                  </a:cubicBezTo>
                  <a:cubicBezTo>
                    <a:pt x="941" y="474"/>
                    <a:pt x="938" y="471"/>
                    <a:pt x="935" y="470"/>
                  </a:cubicBezTo>
                  <a:cubicBezTo>
                    <a:pt x="934" y="472"/>
                    <a:pt x="933" y="473"/>
                    <a:pt x="932" y="475"/>
                  </a:cubicBezTo>
                  <a:cubicBezTo>
                    <a:pt x="928" y="473"/>
                    <a:pt x="929" y="477"/>
                    <a:pt x="925" y="475"/>
                  </a:cubicBezTo>
                  <a:cubicBezTo>
                    <a:pt x="925" y="478"/>
                    <a:pt x="925" y="480"/>
                    <a:pt x="922" y="480"/>
                  </a:cubicBezTo>
                  <a:cubicBezTo>
                    <a:pt x="922" y="484"/>
                    <a:pt x="923" y="485"/>
                    <a:pt x="923" y="488"/>
                  </a:cubicBezTo>
                  <a:cubicBezTo>
                    <a:pt x="926" y="490"/>
                    <a:pt x="928" y="493"/>
                    <a:pt x="932" y="494"/>
                  </a:cubicBezTo>
                  <a:cubicBezTo>
                    <a:pt x="931" y="494"/>
                    <a:pt x="931" y="495"/>
                    <a:pt x="931" y="496"/>
                  </a:cubicBezTo>
                  <a:cubicBezTo>
                    <a:pt x="938" y="498"/>
                    <a:pt x="937" y="504"/>
                    <a:pt x="944" y="506"/>
                  </a:cubicBezTo>
                  <a:cubicBezTo>
                    <a:pt x="943" y="506"/>
                    <a:pt x="942" y="506"/>
                    <a:pt x="942" y="506"/>
                  </a:cubicBezTo>
                  <a:cubicBezTo>
                    <a:pt x="943" y="508"/>
                    <a:pt x="943" y="509"/>
                    <a:pt x="942" y="512"/>
                  </a:cubicBezTo>
                  <a:cubicBezTo>
                    <a:pt x="944" y="511"/>
                    <a:pt x="944" y="514"/>
                    <a:pt x="945" y="514"/>
                  </a:cubicBezTo>
                  <a:cubicBezTo>
                    <a:pt x="944" y="515"/>
                    <a:pt x="944" y="517"/>
                    <a:pt x="944" y="520"/>
                  </a:cubicBezTo>
                  <a:cubicBezTo>
                    <a:pt x="947" y="521"/>
                    <a:pt x="947" y="519"/>
                    <a:pt x="950" y="519"/>
                  </a:cubicBezTo>
                  <a:cubicBezTo>
                    <a:pt x="951" y="516"/>
                    <a:pt x="950" y="513"/>
                    <a:pt x="952" y="512"/>
                  </a:cubicBezTo>
                  <a:cubicBezTo>
                    <a:pt x="953" y="514"/>
                    <a:pt x="954" y="517"/>
                    <a:pt x="956" y="516"/>
                  </a:cubicBezTo>
                  <a:cubicBezTo>
                    <a:pt x="952" y="519"/>
                    <a:pt x="956" y="527"/>
                    <a:pt x="960" y="525"/>
                  </a:cubicBezTo>
                  <a:cubicBezTo>
                    <a:pt x="960" y="526"/>
                    <a:pt x="959" y="527"/>
                    <a:pt x="960" y="529"/>
                  </a:cubicBezTo>
                  <a:cubicBezTo>
                    <a:pt x="967" y="533"/>
                    <a:pt x="968" y="543"/>
                    <a:pt x="977" y="545"/>
                  </a:cubicBezTo>
                  <a:cubicBezTo>
                    <a:pt x="977" y="540"/>
                    <a:pt x="976" y="535"/>
                    <a:pt x="974" y="532"/>
                  </a:cubicBezTo>
                  <a:cubicBezTo>
                    <a:pt x="975" y="532"/>
                    <a:pt x="974" y="528"/>
                    <a:pt x="974" y="527"/>
                  </a:cubicBezTo>
                  <a:close/>
                  <a:moveTo>
                    <a:pt x="288" y="628"/>
                  </a:moveTo>
                  <a:cubicBezTo>
                    <a:pt x="290" y="625"/>
                    <a:pt x="297" y="626"/>
                    <a:pt x="294" y="621"/>
                  </a:cubicBezTo>
                  <a:cubicBezTo>
                    <a:pt x="291" y="622"/>
                    <a:pt x="292" y="621"/>
                    <a:pt x="291" y="620"/>
                  </a:cubicBezTo>
                  <a:cubicBezTo>
                    <a:pt x="290" y="621"/>
                    <a:pt x="289" y="622"/>
                    <a:pt x="288" y="623"/>
                  </a:cubicBezTo>
                  <a:cubicBezTo>
                    <a:pt x="288" y="620"/>
                    <a:pt x="286" y="624"/>
                    <a:pt x="285" y="622"/>
                  </a:cubicBezTo>
                  <a:cubicBezTo>
                    <a:pt x="286" y="621"/>
                    <a:pt x="287" y="621"/>
                    <a:pt x="286" y="619"/>
                  </a:cubicBezTo>
                  <a:cubicBezTo>
                    <a:pt x="282" y="616"/>
                    <a:pt x="275" y="618"/>
                    <a:pt x="272" y="621"/>
                  </a:cubicBezTo>
                  <a:cubicBezTo>
                    <a:pt x="272" y="624"/>
                    <a:pt x="274" y="624"/>
                    <a:pt x="274" y="627"/>
                  </a:cubicBezTo>
                  <a:cubicBezTo>
                    <a:pt x="276" y="626"/>
                    <a:pt x="279" y="628"/>
                    <a:pt x="278" y="629"/>
                  </a:cubicBezTo>
                  <a:cubicBezTo>
                    <a:pt x="277" y="627"/>
                    <a:pt x="276" y="627"/>
                    <a:pt x="273" y="627"/>
                  </a:cubicBezTo>
                  <a:cubicBezTo>
                    <a:pt x="273" y="629"/>
                    <a:pt x="272" y="630"/>
                    <a:pt x="270" y="630"/>
                  </a:cubicBezTo>
                  <a:cubicBezTo>
                    <a:pt x="270" y="633"/>
                    <a:pt x="268" y="633"/>
                    <a:pt x="268" y="635"/>
                  </a:cubicBezTo>
                  <a:cubicBezTo>
                    <a:pt x="264" y="634"/>
                    <a:pt x="258" y="635"/>
                    <a:pt x="251" y="637"/>
                  </a:cubicBezTo>
                  <a:cubicBezTo>
                    <a:pt x="251" y="640"/>
                    <a:pt x="255" y="640"/>
                    <a:pt x="255" y="642"/>
                  </a:cubicBezTo>
                  <a:cubicBezTo>
                    <a:pt x="258" y="641"/>
                    <a:pt x="258" y="641"/>
                    <a:pt x="260" y="643"/>
                  </a:cubicBezTo>
                  <a:cubicBezTo>
                    <a:pt x="262" y="639"/>
                    <a:pt x="268" y="640"/>
                    <a:pt x="272" y="638"/>
                  </a:cubicBezTo>
                  <a:cubicBezTo>
                    <a:pt x="273" y="640"/>
                    <a:pt x="276" y="638"/>
                    <a:pt x="278" y="640"/>
                  </a:cubicBezTo>
                  <a:cubicBezTo>
                    <a:pt x="278" y="639"/>
                    <a:pt x="279" y="638"/>
                    <a:pt x="279" y="638"/>
                  </a:cubicBezTo>
                  <a:cubicBezTo>
                    <a:pt x="280" y="639"/>
                    <a:pt x="280" y="639"/>
                    <a:pt x="280" y="639"/>
                  </a:cubicBezTo>
                  <a:cubicBezTo>
                    <a:pt x="281" y="637"/>
                    <a:pt x="281" y="636"/>
                    <a:pt x="283" y="637"/>
                  </a:cubicBezTo>
                  <a:cubicBezTo>
                    <a:pt x="284" y="635"/>
                    <a:pt x="284" y="636"/>
                    <a:pt x="286" y="634"/>
                  </a:cubicBezTo>
                  <a:cubicBezTo>
                    <a:pt x="288" y="635"/>
                    <a:pt x="291" y="632"/>
                    <a:pt x="293" y="633"/>
                  </a:cubicBezTo>
                  <a:cubicBezTo>
                    <a:pt x="294" y="631"/>
                    <a:pt x="296" y="630"/>
                    <a:pt x="296" y="627"/>
                  </a:cubicBezTo>
                  <a:cubicBezTo>
                    <a:pt x="294" y="625"/>
                    <a:pt x="290" y="629"/>
                    <a:pt x="288" y="628"/>
                  </a:cubicBez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sp>
          <p:nvSpPr>
            <p:cNvPr id="406" name="Alabama">
              <a:extLst>
                <a:ext uri="{FF2B5EF4-FFF2-40B4-BE49-F238E27FC236}">
                  <a16:creationId xmlns:a16="http://schemas.microsoft.com/office/drawing/2014/main" id="{8398C221-413B-8B49-83F6-5198C4C4EA07}"/>
                </a:ext>
              </a:extLst>
            </p:cNvPr>
            <p:cNvSpPr>
              <a:spLocks/>
            </p:cNvSpPr>
            <p:nvPr/>
          </p:nvSpPr>
          <p:spPr bwMode="auto">
            <a:xfrm>
              <a:off x="7620647" y="3637760"/>
              <a:ext cx="521611" cy="1004769"/>
            </a:xfrm>
            <a:custGeom>
              <a:avLst/>
              <a:gdLst>
                <a:gd name="T0" fmla="*/ 132 w 132"/>
                <a:gd name="T1" fmla="*/ 220 h 254"/>
                <a:gd name="T2" fmla="*/ 132 w 132"/>
                <a:gd name="T3" fmla="*/ 217 h 254"/>
                <a:gd name="T4" fmla="*/ 131 w 132"/>
                <a:gd name="T5" fmla="*/ 216 h 254"/>
                <a:gd name="T6" fmla="*/ 131 w 132"/>
                <a:gd name="T7" fmla="*/ 132 h 254"/>
                <a:gd name="T8" fmla="*/ 125 w 132"/>
                <a:gd name="T9" fmla="*/ 116 h 254"/>
                <a:gd name="T10" fmla="*/ 125 w 132"/>
                <a:gd name="T11" fmla="*/ 90 h 254"/>
                <a:gd name="T12" fmla="*/ 119 w 132"/>
                <a:gd name="T13" fmla="*/ 77 h 254"/>
                <a:gd name="T14" fmla="*/ 119 w 132"/>
                <a:gd name="T15" fmla="*/ 71 h 254"/>
                <a:gd name="T16" fmla="*/ 115 w 132"/>
                <a:gd name="T17" fmla="*/ 63 h 254"/>
                <a:gd name="T18" fmla="*/ 115 w 132"/>
                <a:gd name="T19" fmla="*/ 22 h 254"/>
                <a:gd name="T20" fmla="*/ 111 w 132"/>
                <a:gd name="T21" fmla="*/ 9 h 254"/>
                <a:gd name="T22" fmla="*/ 111 w 132"/>
                <a:gd name="T23" fmla="*/ 0 h 254"/>
                <a:gd name="T24" fmla="*/ 16 w 132"/>
                <a:gd name="T25" fmla="*/ 0 h 254"/>
                <a:gd name="T26" fmla="*/ 16 w 132"/>
                <a:gd name="T27" fmla="*/ 56 h 254"/>
                <a:gd name="T28" fmla="*/ 16 w 132"/>
                <a:gd name="T29" fmla="*/ 68 h 254"/>
                <a:gd name="T30" fmla="*/ 16 w 132"/>
                <a:gd name="T31" fmla="*/ 68 h 254"/>
                <a:gd name="T32" fmla="*/ 7 w 132"/>
                <a:gd name="T33" fmla="*/ 92 h 254"/>
                <a:gd name="T34" fmla="*/ 6 w 132"/>
                <a:gd name="T35" fmla="*/ 108 h 254"/>
                <a:gd name="T36" fmla="*/ 1 w 132"/>
                <a:gd name="T37" fmla="*/ 157 h 254"/>
                <a:gd name="T38" fmla="*/ 1 w 132"/>
                <a:gd name="T39" fmla="*/ 248 h 254"/>
                <a:gd name="T40" fmla="*/ 1 w 132"/>
                <a:gd name="T41" fmla="*/ 248 h 254"/>
                <a:gd name="T42" fmla="*/ 17 w 132"/>
                <a:gd name="T43" fmla="*/ 250 h 254"/>
                <a:gd name="T44" fmla="*/ 17 w 132"/>
                <a:gd name="T45" fmla="*/ 246 h 254"/>
                <a:gd name="T46" fmla="*/ 25 w 132"/>
                <a:gd name="T47" fmla="*/ 223 h 254"/>
                <a:gd name="T48" fmla="*/ 25 w 132"/>
                <a:gd name="T49" fmla="*/ 246 h 254"/>
                <a:gd name="T50" fmla="*/ 25 w 132"/>
                <a:gd name="T51" fmla="*/ 250 h 254"/>
                <a:gd name="T52" fmla="*/ 25 w 132"/>
                <a:gd name="T53" fmla="*/ 254 h 254"/>
                <a:gd name="T54" fmla="*/ 39 w 132"/>
                <a:gd name="T55" fmla="*/ 251 h 254"/>
                <a:gd name="T56" fmla="*/ 39 w 132"/>
                <a:gd name="T57" fmla="*/ 220 h 254"/>
                <a:gd name="T58" fmla="*/ 132 w 132"/>
                <a:gd name="T59" fmla="*/ 220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2" h="254">
                  <a:moveTo>
                    <a:pt x="132" y="220"/>
                  </a:moveTo>
                  <a:cubicBezTo>
                    <a:pt x="132" y="217"/>
                    <a:pt x="132" y="217"/>
                    <a:pt x="132" y="217"/>
                  </a:cubicBezTo>
                  <a:cubicBezTo>
                    <a:pt x="131" y="216"/>
                    <a:pt x="131" y="216"/>
                    <a:pt x="131" y="216"/>
                  </a:cubicBezTo>
                  <a:cubicBezTo>
                    <a:pt x="131" y="132"/>
                    <a:pt x="131" y="132"/>
                    <a:pt x="131" y="132"/>
                  </a:cubicBezTo>
                  <a:cubicBezTo>
                    <a:pt x="125" y="116"/>
                    <a:pt x="125" y="116"/>
                    <a:pt x="125" y="116"/>
                  </a:cubicBezTo>
                  <a:cubicBezTo>
                    <a:pt x="125" y="90"/>
                    <a:pt x="125" y="90"/>
                    <a:pt x="125" y="90"/>
                  </a:cubicBezTo>
                  <a:cubicBezTo>
                    <a:pt x="119" y="77"/>
                    <a:pt x="119" y="77"/>
                    <a:pt x="119" y="77"/>
                  </a:cubicBezTo>
                  <a:cubicBezTo>
                    <a:pt x="119" y="71"/>
                    <a:pt x="119" y="71"/>
                    <a:pt x="119" y="71"/>
                  </a:cubicBezTo>
                  <a:cubicBezTo>
                    <a:pt x="115" y="63"/>
                    <a:pt x="115" y="63"/>
                    <a:pt x="115" y="63"/>
                  </a:cubicBezTo>
                  <a:cubicBezTo>
                    <a:pt x="115" y="22"/>
                    <a:pt x="115" y="22"/>
                    <a:pt x="115" y="22"/>
                  </a:cubicBezTo>
                  <a:cubicBezTo>
                    <a:pt x="111" y="9"/>
                    <a:pt x="111" y="9"/>
                    <a:pt x="111" y="9"/>
                  </a:cubicBezTo>
                  <a:cubicBezTo>
                    <a:pt x="111" y="0"/>
                    <a:pt x="111" y="0"/>
                    <a:pt x="111" y="0"/>
                  </a:cubicBezTo>
                  <a:cubicBezTo>
                    <a:pt x="16" y="0"/>
                    <a:pt x="16" y="0"/>
                    <a:pt x="16" y="0"/>
                  </a:cubicBezTo>
                  <a:cubicBezTo>
                    <a:pt x="16" y="56"/>
                    <a:pt x="16" y="56"/>
                    <a:pt x="16" y="56"/>
                  </a:cubicBezTo>
                  <a:cubicBezTo>
                    <a:pt x="16" y="68"/>
                    <a:pt x="16" y="68"/>
                    <a:pt x="16" y="68"/>
                  </a:cubicBezTo>
                  <a:cubicBezTo>
                    <a:pt x="16" y="68"/>
                    <a:pt x="16" y="68"/>
                    <a:pt x="16" y="68"/>
                  </a:cubicBezTo>
                  <a:cubicBezTo>
                    <a:pt x="12" y="78"/>
                    <a:pt x="7" y="90"/>
                    <a:pt x="7" y="92"/>
                  </a:cubicBezTo>
                  <a:cubicBezTo>
                    <a:pt x="7" y="93"/>
                    <a:pt x="7" y="99"/>
                    <a:pt x="6" y="108"/>
                  </a:cubicBezTo>
                  <a:cubicBezTo>
                    <a:pt x="3" y="126"/>
                    <a:pt x="0" y="154"/>
                    <a:pt x="1" y="157"/>
                  </a:cubicBezTo>
                  <a:cubicBezTo>
                    <a:pt x="2" y="161"/>
                    <a:pt x="1" y="227"/>
                    <a:pt x="1" y="248"/>
                  </a:cubicBezTo>
                  <a:cubicBezTo>
                    <a:pt x="1" y="248"/>
                    <a:pt x="1" y="248"/>
                    <a:pt x="1" y="248"/>
                  </a:cubicBezTo>
                  <a:cubicBezTo>
                    <a:pt x="17" y="250"/>
                    <a:pt x="17" y="250"/>
                    <a:pt x="17" y="250"/>
                  </a:cubicBezTo>
                  <a:cubicBezTo>
                    <a:pt x="17" y="246"/>
                    <a:pt x="17" y="246"/>
                    <a:pt x="17" y="246"/>
                  </a:cubicBezTo>
                  <a:cubicBezTo>
                    <a:pt x="25" y="223"/>
                    <a:pt x="25" y="223"/>
                    <a:pt x="25" y="223"/>
                  </a:cubicBezTo>
                  <a:cubicBezTo>
                    <a:pt x="25" y="246"/>
                    <a:pt x="25" y="246"/>
                    <a:pt x="25" y="246"/>
                  </a:cubicBezTo>
                  <a:cubicBezTo>
                    <a:pt x="25" y="250"/>
                    <a:pt x="25" y="250"/>
                    <a:pt x="25" y="250"/>
                  </a:cubicBezTo>
                  <a:cubicBezTo>
                    <a:pt x="25" y="254"/>
                    <a:pt x="25" y="254"/>
                    <a:pt x="25" y="254"/>
                  </a:cubicBezTo>
                  <a:cubicBezTo>
                    <a:pt x="39" y="251"/>
                    <a:pt x="39" y="251"/>
                    <a:pt x="39" y="251"/>
                  </a:cubicBezTo>
                  <a:cubicBezTo>
                    <a:pt x="39" y="220"/>
                    <a:pt x="39" y="220"/>
                    <a:pt x="39" y="220"/>
                  </a:cubicBezTo>
                  <a:lnTo>
                    <a:pt x="132" y="220"/>
                  </a:lnTo>
                  <a:close/>
                </a:path>
              </a:pathLst>
            </a:custGeom>
            <a:grpFill/>
            <a:ln w="190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000">
                <a:solidFill>
                  <a:schemeClr val="lt1"/>
                </a:solidFill>
              </a:endParaRPr>
            </a:p>
          </p:txBody>
        </p:sp>
      </p:grpSp>
    </p:spTree>
    <p:extLst>
      <p:ext uri="{BB962C8B-B14F-4D97-AF65-F5344CB8AC3E}">
        <p14:creationId xmlns:p14="http://schemas.microsoft.com/office/powerpoint/2010/main" val="119283426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Title &amp; Table (large)">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7" name="Table Placeholder ">
            <a:extLst>
              <a:ext uri="{FF2B5EF4-FFF2-40B4-BE49-F238E27FC236}">
                <a16:creationId xmlns:a16="http://schemas.microsoft.com/office/drawing/2014/main" id="{0CCCEC10-FBD3-B549-9280-544507C7E4B8}"/>
              </a:ext>
            </a:extLst>
          </p:cNvPr>
          <p:cNvSpPr>
            <a:spLocks noGrp="1"/>
          </p:cNvSpPr>
          <p:nvPr>
            <p:ph type="tbl" sz="quarter" idx="23"/>
          </p:nvPr>
        </p:nvSpPr>
        <p:spPr>
          <a:xfrm>
            <a:off x="571500" y="1524000"/>
            <a:ext cx="11049000" cy="4488166"/>
          </a:xfrm>
        </p:spPr>
        <p:txBody>
          <a:bodyPr anchor="ctr" anchorCtr="0"/>
          <a:lstStyle>
            <a:lvl1pPr algn="ctr">
              <a:defRPr sz="1400"/>
            </a:lvl1pPr>
          </a:lstStyle>
          <a:p>
            <a:endParaRPr lang="en-US"/>
          </a:p>
        </p:txBody>
      </p:sp>
      <p:sp>
        <p:nvSpPr>
          <p:cNvPr id="6" name="Caption Placeholder 1">
            <a:extLst>
              <a:ext uri="{FF2B5EF4-FFF2-40B4-BE49-F238E27FC236}">
                <a16:creationId xmlns:a16="http://schemas.microsoft.com/office/drawing/2014/main" id="{236A8042-0CAE-8C4B-A50D-5FCA8418E2E2}"/>
              </a:ext>
            </a:extLst>
          </p:cNvPr>
          <p:cNvSpPr>
            <a:spLocks noGrp="1"/>
          </p:cNvSpPr>
          <p:nvPr>
            <p:ph type="body" sz="quarter" idx="22" hasCustomPrompt="1"/>
          </p:nvPr>
        </p:nvSpPr>
        <p:spPr>
          <a:xfrm>
            <a:off x="576580" y="6096000"/>
            <a:ext cx="914400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57209563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amp; Table (no title)">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26370F2E-00A9-6240-9449-E2A4107C703B}"/>
              </a:ext>
            </a:extLst>
          </p:cNvPr>
          <p:cNvSpPr>
            <a:spLocks noGrp="1"/>
          </p:cNvSpPr>
          <p:nvPr>
            <p:ph type="body" sz="quarter" idx="25" hasCustomPrompt="1"/>
          </p:nvPr>
        </p:nvSpPr>
        <p:spPr>
          <a:xfrm>
            <a:off x="8077200" y="571500"/>
            <a:ext cx="3543300" cy="54483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
        <p:nvSpPr>
          <p:cNvPr id="8" name="Table Placeholder ">
            <a:extLst>
              <a:ext uri="{FF2B5EF4-FFF2-40B4-BE49-F238E27FC236}">
                <a16:creationId xmlns:a16="http://schemas.microsoft.com/office/drawing/2014/main" id="{9CB4C203-941F-A84F-B1B3-0449F909AD67}"/>
              </a:ext>
            </a:extLst>
          </p:cNvPr>
          <p:cNvSpPr>
            <a:spLocks noGrp="1"/>
          </p:cNvSpPr>
          <p:nvPr>
            <p:ph type="tbl" sz="quarter" idx="23"/>
          </p:nvPr>
        </p:nvSpPr>
        <p:spPr>
          <a:xfrm>
            <a:off x="571500" y="571500"/>
            <a:ext cx="7277100" cy="5440666"/>
          </a:xfrm>
        </p:spPr>
        <p:txBody>
          <a:bodyPr anchor="ctr" anchorCtr="0"/>
          <a:lstStyle>
            <a:lvl1pPr algn="ctr">
              <a:defRPr sz="1400"/>
            </a:lvl1pPr>
          </a:lstStyle>
          <a:p>
            <a:endParaRPr lang="en-US"/>
          </a:p>
        </p:txBody>
      </p:sp>
      <p:sp>
        <p:nvSpPr>
          <p:cNvPr id="6" name="Caption Placeholder 1">
            <a:extLst>
              <a:ext uri="{FF2B5EF4-FFF2-40B4-BE49-F238E27FC236}">
                <a16:creationId xmlns:a16="http://schemas.microsoft.com/office/drawing/2014/main" id="{F9492DF2-5B67-EC48-B24D-494632032553}"/>
              </a:ext>
            </a:extLst>
          </p:cNvPr>
          <p:cNvSpPr>
            <a:spLocks noGrp="1"/>
          </p:cNvSpPr>
          <p:nvPr>
            <p:ph type="body" sz="quarter" idx="32" hasCustomPrompt="1"/>
          </p:nvPr>
        </p:nvSpPr>
        <p:spPr>
          <a:xfrm>
            <a:off x="576580" y="6096000"/>
            <a:ext cx="7315200" cy="152400"/>
          </a:xfrm>
        </p:spPr>
        <p:txBody>
          <a:bodyPr anchor="b" anchorCtr="0"/>
          <a:lstStyle>
            <a:lvl1pPr>
              <a:defRPr sz="800">
                <a:solidFill>
                  <a:schemeClr val="accent4"/>
                </a:solidFill>
              </a:defRPr>
            </a:lvl1pPr>
          </a:lstStyle>
          <a:p>
            <a:pPr lvl="0"/>
            <a:r>
              <a:rPr lang="en-US" dirty="0"/>
              <a:t>This is a caption / footnote</a:t>
            </a:r>
          </a:p>
        </p:txBody>
      </p:sp>
      <p:sp>
        <p:nvSpPr>
          <p:cNvPr id="2" name="Footer Placeholder">
            <a:extLst>
              <a:ext uri="{FF2B5EF4-FFF2-40B4-BE49-F238E27FC236}">
                <a16:creationId xmlns:a16="http://schemas.microsoft.com/office/drawing/2014/main" id="{D533FF8F-160B-AB40-B417-6797CDFA0AA7}"/>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F68F9288-3782-9E46-8845-44224372570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88798664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amp; Table &amp; Tex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endParaRPr lang="en-US" dirty="0"/>
          </a:p>
        </p:txBody>
      </p:sp>
      <p:sp>
        <p:nvSpPr>
          <p:cNvPr id="5" name="Table Placeholder ">
            <a:extLst>
              <a:ext uri="{FF2B5EF4-FFF2-40B4-BE49-F238E27FC236}">
                <a16:creationId xmlns:a16="http://schemas.microsoft.com/office/drawing/2014/main" id="{347EAAEA-F876-3C48-8305-C7F0DBAF1DB3}"/>
              </a:ext>
            </a:extLst>
          </p:cNvPr>
          <p:cNvSpPr>
            <a:spLocks noGrp="1"/>
          </p:cNvSpPr>
          <p:nvPr>
            <p:ph type="tbl" sz="quarter" idx="23"/>
          </p:nvPr>
        </p:nvSpPr>
        <p:spPr>
          <a:xfrm>
            <a:off x="571500" y="1527048"/>
            <a:ext cx="7277100" cy="4485118"/>
          </a:xfrm>
        </p:spPr>
        <p:txBody>
          <a:bodyPr anchor="ctr" anchorCtr="0"/>
          <a:lstStyle>
            <a:lvl1pPr algn="ctr">
              <a:defRPr sz="1400"/>
            </a:lvl1pPr>
          </a:lstStyle>
          <a:p>
            <a:endParaRPr lang="en-US"/>
          </a:p>
        </p:txBody>
      </p:sp>
      <p:sp>
        <p:nvSpPr>
          <p:cNvPr id="7" name="Caption Placeholder 1">
            <a:extLst>
              <a:ext uri="{FF2B5EF4-FFF2-40B4-BE49-F238E27FC236}">
                <a16:creationId xmlns:a16="http://schemas.microsoft.com/office/drawing/2014/main" id="{7D9CC340-A85C-9342-B19A-BB49DF9FE9E1}"/>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dirty="0"/>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
        <p:nvSpPr>
          <p:cNvPr id="10" name="Text Placeholder 1">
            <a:extLst>
              <a:ext uri="{FF2B5EF4-FFF2-40B4-BE49-F238E27FC236}">
                <a16:creationId xmlns:a16="http://schemas.microsoft.com/office/drawing/2014/main" id="{0EFBC138-86B1-D949-B99B-1FC0ABD2A972}"/>
              </a:ext>
            </a:extLst>
          </p:cNvPr>
          <p:cNvSpPr>
            <a:spLocks noGrp="1"/>
          </p:cNvSpPr>
          <p:nvPr>
            <p:ph type="body" sz="quarter" idx="25" hasCustomPrompt="1"/>
          </p:nvPr>
        </p:nvSpPr>
        <p:spPr>
          <a:xfrm>
            <a:off x="8077200" y="1524000"/>
            <a:ext cx="3543300" cy="44958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dirty="0"/>
              <a:t>First level</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dirty="0"/>
              <a:t>Fourth level</a:t>
            </a:r>
          </a:p>
        </p:txBody>
      </p:sp>
    </p:spTree>
    <p:extLst>
      <p:ext uri="{BB962C8B-B14F-4D97-AF65-F5344CB8AC3E}">
        <p14:creationId xmlns:p14="http://schemas.microsoft.com/office/powerpoint/2010/main" val="269032762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meline (purple)">
    <p:spTree>
      <p:nvGrpSpPr>
        <p:cNvPr id="1" name=""/>
        <p:cNvGrpSpPr/>
        <p:nvPr/>
      </p:nvGrpSpPr>
      <p:grpSpPr>
        <a:xfrm>
          <a:off x="0" y="0"/>
          <a:ext cx="0" cy="0"/>
          <a:chOff x="0" y="0"/>
          <a:chExt cx="0" cy="0"/>
        </a:xfrm>
      </p:grpSpPr>
      <p:sp>
        <p:nvSpPr>
          <p:cNvPr id="4" name="Timeline">
            <a:extLst>
              <a:ext uri="{FF2B5EF4-FFF2-40B4-BE49-F238E27FC236}">
                <a16:creationId xmlns:a16="http://schemas.microsoft.com/office/drawing/2014/main" id="{7500246C-CB5D-AC41-97E8-50D6BA49425E}"/>
              </a:ext>
            </a:extLst>
          </p:cNvPr>
          <p:cNvSpPr>
            <a:spLocks noGrp="1"/>
          </p:cNvSpPr>
          <p:nvPr>
            <p:ph type="body" sz="quarter" idx="20"/>
          </p:nvPr>
        </p:nvSpPr>
        <p:spPr>
          <a:xfrm>
            <a:off x="564171" y="3285752"/>
            <a:ext cx="11049000" cy="27432"/>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579446" y="3720730"/>
            <a:ext cx="1600200" cy="1367028"/>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lvl="0"/>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1265246" y="3200400"/>
            <a:ext cx="228600" cy="22860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5" name="Text Placeholder 2">
            <a:extLst>
              <a:ext uri="{FF2B5EF4-FFF2-40B4-BE49-F238E27FC236}">
                <a16:creationId xmlns:a16="http://schemas.microsoft.com/office/drawing/2014/main" id="{495703B1-8B7E-7246-B832-793387C65CEB}"/>
              </a:ext>
            </a:extLst>
          </p:cNvPr>
          <p:cNvSpPr>
            <a:spLocks noGrp="1"/>
          </p:cNvSpPr>
          <p:nvPr>
            <p:ph type="body" sz="quarter" idx="22"/>
          </p:nvPr>
        </p:nvSpPr>
        <p:spPr>
          <a:xfrm>
            <a:off x="2934897" y="1536643"/>
            <a:ext cx="1600200" cy="1367028"/>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3620697" y="3200400"/>
            <a:ext cx="228600" cy="22860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8" name="Text Placeholder 3">
            <a:extLst>
              <a:ext uri="{FF2B5EF4-FFF2-40B4-BE49-F238E27FC236}">
                <a16:creationId xmlns:a16="http://schemas.microsoft.com/office/drawing/2014/main" id="{6B65E987-A855-3241-9316-E12502A0D6BE}"/>
              </a:ext>
            </a:extLst>
          </p:cNvPr>
          <p:cNvSpPr>
            <a:spLocks noGrp="1"/>
          </p:cNvSpPr>
          <p:nvPr>
            <p:ph type="body" sz="quarter" idx="25"/>
          </p:nvPr>
        </p:nvSpPr>
        <p:spPr>
          <a:xfrm>
            <a:off x="5290348" y="3720730"/>
            <a:ext cx="1600200" cy="1367028"/>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5976148" y="3200400"/>
            <a:ext cx="228600" cy="22860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1" name="Text Placeholder 4">
            <a:extLst>
              <a:ext uri="{FF2B5EF4-FFF2-40B4-BE49-F238E27FC236}">
                <a16:creationId xmlns:a16="http://schemas.microsoft.com/office/drawing/2014/main" id="{7AE2B321-55B9-8E48-B803-14BDC07C734B}"/>
              </a:ext>
            </a:extLst>
          </p:cNvPr>
          <p:cNvSpPr>
            <a:spLocks noGrp="1"/>
          </p:cNvSpPr>
          <p:nvPr>
            <p:ph type="body" sz="quarter" idx="28"/>
          </p:nvPr>
        </p:nvSpPr>
        <p:spPr>
          <a:xfrm>
            <a:off x="7645799" y="1536643"/>
            <a:ext cx="1600200" cy="1367028"/>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8331599" y="3200400"/>
            <a:ext cx="228600" cy="22860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7" name="Text Placeholder 6">
            <a:extLst>
              <a:ext uri="{FF2B5EF4-FFF2-40B4-BE49-F238E27FC236}">
                <a16:creationId xmlns:a16="http://schemas.microsoft.com/office/drawing/2014/main" id="{6C70B35E-8C25-8F4F-882A-7B3EC0A36EFA}"/>
              </a:ext>
            </a:extLst>
          </p:cNvPr>
          <p:cNvSpPr>
            <a:spLocks noGrp="1"/>
          </p:cNvSpPr>
          <p:nvPr>
            <p:ph type="body" sz="quarter" idx="34"/>
          </p:nvPr>
        </p:nvSpPr>
        <p:spPr>
          <a:xfrm>
            <a:off x="10001250" y="3740317"/>
            <a:ext cx="1600200" cy="1367028"/>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10687050" y="3200400"/>
            <a:ext cx="228600" cy="22860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 name="Footer Placeholder 2">
            <a:extLst>
              <a:ext uri="{FF2B5EF4-FFF2-40B4-BE49-F238E27FC236}">
                <a16:creationId xmlns:a16="http://schemas.microsoft.com/office/drawing/2014/main" id="{BC15BB37-38B7-9A4E-84BB-C7AD4C154F78}"/>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C4CF2428-68D4-9C49-9F2C-9C6142E2D34B}"/>
              </a:ext>
            </a:extLst>
          </p:cNvPr>
          <p:cNvSpPr>
            <a:spLocks noGrp="1"/>
          </p:cNvSpPr>
          <p:nvPr>
            <p:ph type="sldNum" sz="quarter" idx="3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5186837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meline Detailed">
    <p:spTree>
      <p:nvGrpSpPr>
        <p:cNvPr id="1" name=""/>
        <p:cNvGrpSpPr/>
        <p:nvPr/>
      </p:nvGrpSpPr>
      <p:grpSpPr>
        <a:xfrm>
          <a:off x="0" y="0"/>
          <a:ext cx="0" cy="0"/>
          <a:chOff x="0" y="0"/>
          <a:chExt cx="0" cy="0"/>
        </a:xfrm>
      </p:grpSpPr>
      <p:sp>
        <p:nvSpPr>
          <p:cNvPr id="4" name="Timeline">
            <a:extLst>
              <a:ext uri="{FF2B5EF4-FFF2-40B4-BE49-F238E27FC236}">
                <a16:creationId xmlns:a16="http://schemas.microsoft.com/office/drawing/2014/main" id="{7500246C-CB5D-AC41-97E8-50D6BA49425E}"/>
              </a:ext>
            </a:extLst>
          </p:cNvPr>
          <p:cNvSpPr>
            <a:spLocks noGrp="1"/>
          </p:cNvSpPr>
          <p:nvPr>
            <p:ph type="body" sz="quarter" idx="20"/>
          </p:nvPr>
        </p:nvSpPr>
        <p:spPr>
          <a:xfrm>
            <a:off x="571500" y="2440788"/>
            <a:ext cx="11049000" cy="27432"/>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504950" y="571501"/>
            <a:ext cx="9182100" cy="603504"/>
          </a:xfrm>
        </p:spPr>
        <p:txBody>
          <a:bodyPr/>
          <a:lstStyle>
            <a:lvl1pPr algn="ctr">
              <a:defRPr/>
            </a:lvl1pPr>
          </a:lstStyle>
          <a:p>
            <a:r>
              <a:rPr lang="en-US"/>
              <a:t>Click to edit Master title style</a:t>
            </a:r>
          </a:p>
        </p:txBody>
      </p:sp>
      <p:sp>
        <p:nvSpPr>
          <p:cNvPr id="19" name="Year Placeholder 1">
            <a:extLst>
              <a:ext uri="{FF2B5EF4-FFF2-40B4-BE49-F238E27FC236}">
                <a16:creationId xmlns:a16="http://schemas.microsoft.com/office/drawing/2014/main" id="{EB5A8A32-6C18-0147-B5F1-715661FA95DE}"/>
              </a:ext>
            </a:extLst>
          </p:cNvPr>
          <p:cNvSpPr>
            <a:spLocks noGrp="1"/>
          </p:cNvSpPr>
          <p:nvPr>
            <p:ph type="body" sz="quarter" idx="37" hasCustomPrompt="1"/>
          </p:nvPr>
        </p:nvSpPr>
        <p:spPr>
          <a:xfrm>
            <a:off x="576072" y="1904312"/>
            <a:ext cx="1600200" cy="202711"/>
          </a:xfrm>
        </p:spPr>
        <p:txBody>
          <a:bodyPr/>
          <a:lstStyle>
            <a:lvl1pPr algn="ctr">
              <a:spcAft>
                <a:spcPts val="60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3" name="Text Placeholder 1">
            <a:extLst>
              <a:ext uri="{FF2B5EF4-FFF2-40B4-BE49-F238E27FC236}">
                <a16:creationId xmlns:a16="http://schemas.microsoft.com/office/drawing/2014/main" id="{67C9AD10-1EF4-4449-9C49-1F83BAE42CB7}"/>
              </a:ext>
            </a:extLst>
          </p:cNvPr>
          <p:cNvSpPr>
            <a:spLocks noGrp="1"/>
          </p:cNvSpPr>
          <p:nvPr>
            <p:ph type="body" sz="quarter" idx="15"/>
          </p:nvPr>
        </p:nvSpPr>
        <p:spPr>
          <a:xfrm>
            <a:off x="571500" y="2795102"/>
            <a:ext cx="1600200" cy="1367028"/>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lvl="0"/>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1302511" y="238541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Year Placeholder 2">
            <a:extLst>
              <a:ext uri="{FF2B5EF4-FFF2-40B4-BE49-F238E27FC236}">
                <a16:creationId xmlns:a16="http://schemas.microsoft.com/office/drawing/2014/main" id="{8B06E946-33B2-D446-99BC-4B170D763EF0}"/>
              </a:ext>
            </a:extLst>
          </p:cNvPr>
          <p:cNvSpPr>
            <a:spLocks noGrp="1"/>
          </p:cNvSpPr>
          <p:nvPr>
            <p:ph type="body" sz="quarter" idx="38" hasCustomPrompt="1"/>
          </p:nvPr>
        </p:nvSpPr>
        <p:spPr>
          <a:xfrm>
            <a:off x="2461108" y="1904312"/>
            <a:ext cx="1600200" cy="202711"/>
          </a:xfrm>
        </p:spPr>
        <p:txBody>
          <a:bodyPr/>
          <a:lstStyle>
            <a:lvl1pPr algn="ctr">
              <a:spcAft>
                <a:spcPts val="60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4" name="Text Placeholder 2">
            <a:extLst>
              <a:ext uri="{FF2B5EF4-FFF2-40B4-BE49-F238E27FC236}">
                <a16:creationId xmlns:a16="http://schemas.microsoft.com/office/drawing/2014/main" id="{E20967DE-D35C-2E4E-B22F-9CC24E096D9C}"/>
              </a:ext>
            </a:extLst>
          </p:cNvPr>
          <p:cNvSpPr>
            <a:spLocks noGrp="1"/>
          </p:cNvSpPr>
          <p:nvPr>
            <p:ph type="body" sz="quarter" idx="22"/>
          </p:nvPr>
        </p:nvSpPr>
        <p:spPr>
          <a:xfrm>
            <a:off x="2459126" y="2795102"/>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3188461" y="238032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5" name="Year Placeholder 3">
            <a:extLst>
              <a:ext uri="{FF2B5EF4-FFF2-40B4-BE49-F238E27FC236}">
                <a16:creationId xmlns:a16="http://schemas.microsoft.com/office/drawing/2014/main" id="{6571EF36-00A9-E540-B705-DC5BE3453C89}"/>
              </a:ext>
            </a:extLst>
          </p:cNvPr>
          <p:cNvSpPr>
            <a:spLocks noGrp="1"/>
          </p:cNvSpPr>
          <p:nvPr>
            <p:ph type="body" sz="quarter" idx="39" hasCustomPrompt="1"/>
          </p:nvPr>
        </p:nvSpPr>
        <p:spPr>
          <a:xfrm>
            <a:off x="4346144" y="1904312"/>
            <a:ext cx="1600200" cy="202711"/>
          </a:xfrm>
        </p:spPr>
        <p:txBody>
          <a:bodyPr/>
          <a:lstStyle>
            <a:lvl1pPr algn="ctr">
              <a:spcAft>
                <a:spcPts val="60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5" name="Text Placeholder 3">
            <a:extLst>
              <a:ext uri="{FF2B5EF4-FFF2-40B4-BE49-F238E27FC236}">
                <a16:creationId xmlns:a16="http://schemas.microsoft.com/office/drawing/2014/main" id="{95007F0C-B32B-D645-9A1B-9318401F9516}"/>
              </a:ext>
            </a:extLst>
          </p:cNvPr>
          <p:cNvSpPr>
            <a:spLocks noGrp="1"/>
          </p:cNvSpPr>
          <p:nvPr>
            <p:ph type="body" sz="quarter" idx="25"/>
          </p:nvPr>
        </p:nvSpPr>
        <p:spPr>
          <a:xfrm>
            <a:off x="4346752" y="2795102"/>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5074411" y="238032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8" name="Year Placeholder 4">
            <a:extLst>
              <a:ext uri="{FF2B5EF4-FFF2-40B4-BE49-F238E27FC236}">
                <a16:creationId xmlns:a16="http://schemas.microsoft.com/office/drawing/2014/main" id="{B9456D09-08B4-4C4A-BB85-2E374DE11AB4}"/>
              </a:ext>
            </a:extLst>
          </p:cNvPr>
          <p:cNvSpPr>
            <a:spLocks noGrp="1"/>
          </p:cNvSpPr>
          <p:nvPr>
            <p:ph type="body" sz="quarter" idx="40" hasCustomPrompt="1"/>
          </p:nvPr>
        </p:nvSpPr>
        <p:spPr>
          <a:xfrm>
            <a:off x="6231180" y="1904312"/>
            <a:ext cx="1600200" cy="202711"/>
          </a:xfrm>
        </p:spPr>
        <p:txBody>
          <a:bodyPr/>
          <a:lstStyle>
            <a:lvl1pPr algn="ctr">
              <a:spcAft>
                <a:spcPts val="60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6" name="Text Placeholder 4">
            <a:extLst>
              <a:ext uri="{FF2B5EF4-FFF2-40B4-BE49-F238E27FC236}">
                <a16:creationId xmlns:a16="http://schemas.microsoft.com/office/drawing/2014/main" id="{91FE7A97-0C78-0B44-9A87-A46B0C9D5C27}"/>
              </a:ext>
            </a:extLst>
          </p:cNvPr>
          <p:cNvSpPr>
            <a:spLocks noGrp="1"/>
          </p:cNvSpPr>
          <p:nvPr>
            <p:ph type="body" sz="quarter" idx="28"/>
          </p:nvPr>
        </p:nvSpPr>
        <p:spPr>
          <a:xfrm>
            <a:off x="6234378" y="2795102"/>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6960361" y="238032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0" name="Year Placeholder 5">
            <a:extLst>
              <a:ext uri="{FF2B5EF4-FFF2-40B4-BE49-F238E27FC236}">
                <a16:creationId xmlns:a16="http://schemas.microsoft.com/office/drawing/2014/main" id="{5F77A625-1EFF-6248-81FF-1508578B3E80}"/>
              </a:ext>
            </a:extLst>
          </p:cNvPr>
          <p:cNvSpPr>
            <a:spLocks noGrp="1"/>
          </p:cNvSpPr>
          <p:nvPr>
            <p:ph type="body" sz="quarter" idx="41" hasCustomPrompt="1"/>
          </p:nvPr>
        </p:nvSpPr>
        <p:spPr>
          <a:xfrm>
            <a:off x="8116216" y="1904312"/>
            <a:ext cx="1600200" cy="202711"/>
          </a:xfrm>
        </p:spPr>
        <p:txBody>
          <a:bodyPr/>
          <a:lstStyle>
            <a:lvl1pPr algn="ctr">
              <a:spcAft>
                <a:spcPts val="60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7" name="Text Placeholder 5">
            <a:extLst>
              <a:ext uri="{FF2B5EF4-FFF2-40B4-BE49-F238E27FC236}">
                <a16:creationId xmlns:a16="http://schemas.microsoft.com/office/drawing/2014/main" id="{430EA9FC-D641-7742-94E2-681058A347BC}"/>
              </a:ext>
            </a:extLst>
          </p:cNvPr>
          <p:cNvSpPr>
            <a:spLocks noGrp="1"/>
          </p:cNvSpPr>
          <p:nvPr>
            <p:ph type="body" sz="quarter" idx="31"/>
          </p:nvPr>
        </p:nvSpPr>
        <p:spPr>
          <a:xfrm>
            <a:off x="8122004" y="2795102"/>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8846311" y="238032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1" name="Year Placeholder 6">
            <a:extLst>
              <a:ext uri="{FF2B5EF4-FFF2-40B4-BE49-F238E27FC236}">
                <a16:creationId xmlns:a16="http://schemas.microsoft.com/office/drawing/2014/main" id="{CD4A8A5F-4544-6446-8C04-349C3DDBD9FF}"/>
              </a:ext>
            </a:extLst>
          </p:cNvPr>
          <p:cNvSpPr>
            <a:spLocks noGrp="1"/>
          </p:cNvSpPr>
          <p:nvPr>
            <p:ph type="body" sz="quarter" idx="42" hasCustomPrompt="1"/>
          </p:nvPr>
        </p:nvSpPr>
        <p:spPr>
          <a:xfrm>
            <a:off x="10001250" y="1904312"/>
            <a:ext cx="1600200" cy="202711"/>
          </a:xfrm>
        </p:spPr>
        <p:txBody>
          <a:bodyPr/>
          <a:lstStyle>
            <a:lvl1pPr algn="ctr">
              <a:spcAft>
                <a:spcPts val="60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8" name="Text Placeholder 6">
            <a:extLst>
              <a:ext uri="{FF2B5EF4-FFF2-40B4-BE49-F238E27FC236}">
                <a16:creationId xmlns:a16="http://schemas.microsoft.com/office/drawing/2014/main" id="{61E35B4A-79D8-4449-953B-34ECB91B23E7}"/>
              </a:ext>
            </a:extLst>
          </p:cNvPr>
          <p:cNvSpPr>
            <a:spLocks noGrp="1"/>
          </p:cNvSpPr>
          <p:nvPr>
            <p:ph type="body" sz="quarter" idx="34"/>
          </p:nvPr>
        </p:nvSpPr>
        <p:spPr>
          <a:xfrm>
            <a:off x="10009632" y="2795102"/>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10732262" y="2378533"/>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7" name="Summary Placeholder">
            <a:extLst>
              <a:ext uri="{FF2B5EF4-FFF2-40B4-BE49-F238E27FC236}">
                <a16:creationId xmlns:a16="http://schemas.microsoft.com/office/drawing/2014/main" id="{6E6B6E87-7DF4-1440-8C80-F343F8D1867D}"/>
              </a:ext>
            </a:extLst>
          </p:cNvPr>
          <p:cNvSpPr>
            <a:spLocks noGrp="1"/>
          </p:cNvSpPr>
          <p:nvPr>
            <p:ph type="body" sz="quarter" idx="18"/>
          </p:nvPr>
        </p:nvSpPr>
        <p:spPr>
          <a:xfrm>
            <a:off x="2419350" y="4508793"/>
            <a:ext cx="7353300" cy="1511007"/>
          </a:xfrm>
        </p:spPr>
        <p:txBody>
          <a:bodyPr anchor="ctr" anchorCtr="0"/>
          <a:lstStyle>
            <a:lvl1pPr algn="ctr">
              <a:spcAft>
                <a:spcPts val="600"/>
              </a:spcAft>
              <a:defRPr sz="2200" b="0" i="0">
                <a:latin typeface="FedEx Sans" panose="020B0603020203020204" pitchFamily="34" charset="0"/>
                <a:ea typeface="FedEx Sans" panose="020B0603020203020204" pitchFamily="34" charset="0"/>
                <a:cs typeface="FedEx Sans" panose="020B0603020203020204" pitchFamily="34" charset="0"/>
              </a:defRPr>
            </a:lvl1pPr>
            <a:lvl2pPr algn="ctr">
              <a:defRPr/>
            </a:lvl2pPr>
            <a:lvl3pPr algn="ctr">
              <a:defRPr sz="1800"/>
            </a:lvl3pPr>
          </a:lstStyle>
          <a:p>
            <a:pPr lvl="0"/>
            <a:r>
              <a:rPr lang="en-US" dirty="0"/>
              <a:t>Click to edit Master text styles</a:t>
            </a:r>
          </a:p>
          <a:p>
            <a:pPr lvl="1"/>
            <a:r>
              <a:rPr lang="en-US" dirty="0"/>
              <a:t>Second level</a:t>
            </a:r>
          </a:p>
        </p:txBody>
      </p:sp>
      <p:sp>
        <p:nvSpPr>
          <p:cNvPr id="3" name="Footer Placeholder 2">
            <a:extLst>
              <a:ext uri="{FF2B5EF4-FFF2-40B4-BE49-F238E27FC236}">
                <a16:creationId xmlns:a16="http://schemas.microsoft.com/office/drawing/2014/main" id="{A7E3EA88-A988-254C-9E57-B23D2E25CE85}"/>
              </a:ext>
            </a:extLst>
          </p:cNvPr>
          <p:cNvSpPr>
            <a:spLocks noGrp="1"/>
          </p:cNvSpPr>
          <p:nvPr>
            <p:ph type="ftr" sz="quarter" idx="4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86FEC6AF-B57C-E446-9141-6D6957FB9645}"/>
              </a:ext>
            </a:extLst>
          </p:cNvPr>
          <p:cNvSpPr>
            <a:spLocks noGrp="1"/>
          </p:cNvSpPr>
          <p:nvPr>
            <p:ph type="sldNum" sz="quarter" idx="4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42329795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imeline w. Icons">
    <p:spTree>
      <p:nvGrpSpPr>
        <p:cNvPr id="1" name=""/>
        <p:cNvGrpSpPr/>
        <p:nvPr/>
      </p:nvGrpSpPr>
      <p:grpSpPr>
        <a:xfrm>
          <a:off x="0" y="0"/>
          <a:ext cx="0" cy="0"/>
          <a:chOff x="0" y="0"/>
          <a:chExt cx="0" cy="0"/>
        </a:xfrm>
      </p:grpSpPr>
      <p:sp>
        <p:nvSpPr>
          <p:cNvPr id="4" name="Timeline">
            <a:extLst>
              <a:ext uri="{FF2B5EF4-FFF2-40B4-BE49-F238E27FC236}">
                <a16:creationId xmlns:a16="http://schemas.microsoft.com/office/drawing/2014/main" id="{7500246C-CB5D-AC41-97E8-50D6BA49425E}"/>
              </a:ext>
            </a:extLst>
          </p:cNvPr>
          <p:cNvSpPr>
            <a:spLocks noGrp="1"/>
          </p:cNvSpPr>
          <p:nvPr>
            <p:ph type="body" sz="quarter" idx="20"/>
          </p:nvPr>
        </p:nvSpPr>
        <p:spPr>
          <a:xfrm>
            <a:off x="571501" y="3047642"/>
            <a:ext cx="11049000" cy="27432"/>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571500"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1302512" y="299078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1046988" y="2074568"/>
            <a:ext cx="649224" cy="649224"/>
          </a:xfrm>
        </p:spPr>
        <p:txBody>
          <a:bodyPr tIns="0" anchor="ctr" anchorCtr="0"/>
          <a:lstStyle>
            <a:lvl1pPr algn="ctr">
              <a:defRPr sz="8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15" name="Text Placeholder 2">
            <a:extLst>
              <a:ext uri="{FF2B5EF4-FFF2-40B4-BE49-F238E27FC236}">
                <a16:creationId xmlns:a16="http://schemas.microsoft.com/office/drawing/2014/main" id="{495703B1-8B7E-7246-B832-793387C65CEB}"/>
              </a:ext>
            </a:extLst>
          </p:cNvPr>
          <p:cNvSpPr>
            <a:spLocks noGrp="1"/>
          </p:cNvSpPr>
          <p:nvPr>
            <p:ph type="body" sz="quarter" idx="22"/>
          </p:nvPr>
        </p:nvSpPr>
        <p:spPr>
          <a:xfrm>
            <a:off x="2459126"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3190138" y="2990786"/>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931922" y="2074568"/>
            <a:ext cx="649224" cy="649224"/>
          </a:xfrm>
        </p:spPr>
        <p:txBody>
          <a:bodyPr tIns="0" anchor="ctr" anchorCtr="0"/>
          <a:lstStyle>
            <a:lvl1pPr algn="ctr">
              <a:defRPr sz="8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5077764" y="2992270"/>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8" name="Text Placeholder 3">
            <a:extLst>
              <a:ext uri="{FF2B5EF4-FFF2-40B4-BE49-F238E27FC236}">
                <a16:creationId xmlns:a16="http://schemas.microsoft.com/office/drawing/2014/main" id="{6B65E987-A855-3241-9316-E12502A0D6BE}"/>
              </a:ext>
            </a:extLst>
          </p:cNvPr>
          <p:cNvSpPr>
            <a:spLocks noGrp="1"/>
          </p:cNvSpPr>
          <p:nvPr>
            <p:ph type="body" sz="quarter" idx="25"/>
          </p:nvPr>
        </p:nvSpPr>
        <p:spPr>
          <a:xfrm>
            <a:off x="4346752"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4816856" y="2074568"/>
            <a:ext cx="649224" cy="649224"/>
          </a:xfrm>
        </p:spPr>
        <p:txBody>
          <a:bodyPr tIns="0" anchor="ctr" anchorCtr="0"/>
          <a:lstStyle>
            <a:lvl1pPr algn="ctr">
              <a:defRPr sz="8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1" name="Text Placeholder 4">
            <a:extLst>
              <a:ext uri="{FF2B5EF4-FFF2-40B4-BE49-F238E27FC236}">
                <a16:creationId xmlns:a16="http://schemas.microsoft.com/office/drawing/2014/main" id="{7AE2B321-55B9-8E48-B803-14BDC07C734B}"/>
              </a:ext>
            </a:extLst>
          </p:cNvPr>
          <p:cNvSpPr>
            <a:spLocks noGrp="1"/>
          </p:cNvSpPr>
          <p:nvPr>
            <p:ph type="body" sz="quarter" idx="28"/>
          </p:nvPr>
        </p:nvSpPr>
        <p:spPr>
          <a:xfrm>
            <a:off x="6234378"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6965390" y="2992270"/>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6701790" y="2074568"/>
            <a:ext cx="649224" cy="649224"/>
          </a:xfrm>
        </p:spPr>
        <p:txBody>
          <a:bodyPr tIns="0" anchor="ctr" anchorCtr="0"/>
          <a:lstStyle>
            <a:lvl1pPr algn="ctr">
              <a:defRPr sz="8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4" name="Text Placeholder 5">
            <a:extLst>
              <a:ext uri="{FF2B5EF4-FFF2-40B4-BE49-F238E27FC236}">
                <a16:creationId xmlns:a16="http://schemas.microsoft.com/office/drawing/2014/main" id="{F18EBEE3-AA27-0E44-BE74-2937E15BF28B}"/>
              </a:ext>
            </a:extLst>
          </p:cNvPr>
          <p:cNvSpPr>
            <a:spLocks noGrp="1"/>
          </p:cNvSpPr>
          <p:nvPr>
            <p:ph type="body" sz="quarter" idx="31"/>
          </p:nvPr>
        </p:nvSpPr>
        <p:spPr>
          <a:xfrm>
            <a:off x="8122004"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8853016" y="2992270"/>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8586724" y="2074568"/>
            <a:ext cx="649224" cy="649224"/>
          </a:xfrm>
        </p:spPr>
        <p:txBody>
          <a:bodyPr tIns="0" anchor="ctr" anchorCtr="0"/>
          <a:lstStyle>
            <a:lvl1pPr algn="ctr">
              <a:defRPr sz="8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7" name="Text Placeholder 6">
            <a:extLst>
              <a:ext uri="{FF2B5EF4-FFF2-40B4-BE49-F238E27FC236}">
                <a16:creationId xmlns:a16="http://schemas.microsoft.com/office/drawing/2014/main" id="{6C70B35E-8C25-8F4F-882A-7B3EC0A36EFA}"/>
              </a:ext>
            </a:extLst>
          </p:cNvPr>
          <p:cNvSpPr>
            <a:spLocks noGrp="1"/>
          </p:cNvSpPr>
          <p:nvPr>
            <p:ph type="body" sz="quarter" idx="34"/>
          </p:nvPr>
        </p:nvSpPr>
        <p:spPr>
          <a:xfrm>
            <a:off x="10009632"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10727182" y="2992270"/>
            <a:ext cx="138176" cy="138176"/>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10471658" y="2074568"/>
            <a:ext cx="649224" cy="649224"/>
          </a:xfrm>
        </p:spPr>
        <p:txBody>
          <a:bodyPr tIns="0" anchor="ctr" anchorCtr="0"/>
          <a:lstStyle>
            <a:lvl1pPr algn="ctr">
              <a:defRPr sz="800" b="0" i="0">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8D1FBC47-43A1-E341-970E-37E91F852C9B}"/>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40280525-FC19-774C-BEEE-5E6A2718FCE4}"/>
              </a:ext>
            </a:extLst>
          </p:cNvPr>
          <p:cNvSpPr>
            <a:spLocks noGrp="1"/>
          </p:cNvSpPr>
          <p:nvPr>
            <p:ph type="sldNum" sz="quarter" idx="3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81880553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meline (purple bkg.)">
    <p:bg>
      <p:bgRef idx="1001">
        <a:schemeClr val="bg2"/>
      </p:bgRef>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504950" y="571501"/>
            <a:ext cx="9182100" cy="603504"/>
          </a:xfrm>
        </p:spPr>
        <p:txBody>
          <a:bodyPr/>
          <a:lstStyle>
            <a:lvl1pPr algn="ctr">
              <a:defRPr>
                <a:solidFill>
                  <a:schemeClr val="tx1"/>
                </a:solidFill>
              </a:defRPr>
            </a:lvl1pPr>
          </a:lstStyle>
          <a:p>
            <a:r>
              <a:rPr lang="en-US" dirty="0"/>
              <a:t>Click to edit Master title style</a:t>
            </a:r>
          </a:p>
        </p:txBody>
      </p:sp>
      <p:sp>
        <p:nvSpPr>
          <p:cNvPr id="30" name="Text Placeholder Call-out">
            <a:extLst>
              <a:ext uri="{FF2B5EF4-FFF2-40B4-BE49-F238E27FC236}">
                <a16:creationId xmlns:a16="http://schemas.microsoft.com/office/drawing/2014/main" id="{91C44756-1FE7-0D4F-A23F-AD1E82D7EEF5}"/>
              </a:ext>
            </a:extLst>
          </p:cNvPr>
          <p:cNvSpPr>
            <a:spLocks noGrp="1"/>
          </p:cNvSpPr>
          <p:nvPr>
            <p:ph type="body" sz="quarter" idx="38"/>
          </p:nvPr>
        </p:nvSpPr>
        <p:spPr>
          <a:xfrm>
            <a:off x="8940427" y="1575064"/>
            <a:ext cx="1666614" cy="1291984"/>
          </a:xfrm>
          <a:custGeom>
            <a:avLst/>
            <a:gdLst>
              <a:gd name="connsiteX0" fmla="*/ 0 w 1793875"/>
              <a:gd name="connsiteY0" fmla="*/ 0 h 1291984"/>
              <a:gd name="connsiteX1" fmla="*/ 1793875 w 1793875"/>
              <a:gd name="connsiteY1" fmla="*/ 0 h 1291984"/>
              <a:gd name="connsiteX2" fmla="*/ 1793875 w 1793875"/>
              <a:gd name="connsiteY2" fmla="*/ 1225782 h 1291984"/>
              <a:gd name="connsiteX3" fmla="*/ 935334 w 1793875"/>
              <a:gd name="connsiteY3" fmla="*/ 1225782 h 1291984"/>
              <a:gd name="connsiteX4" fmla="*/ 896937 w 1793875"/>
              <a:gd name="connsiteY4" fmla="*/ 1291984 h 1291984"/>
              <a:gd name="connsiteX5" fmla="*/ 858540 w 1793875"/>
              <a:gd name="connsiteY5" fmla="*/ 1225782 h 1291984"/>
              <a:gd name="connsiteX6" fmla="*/ 0 w 1793875"/>
              <a:gd name="connsiteY6" fmla="*/ 1225782 h 1291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3875" h="1291984">
                <a:moveTo>
                  <a:pt x="0" y="0"/>
                </a:moveTo>
                <a:lnTo>
                  <a:pt x="1793875" y="0"/>
                </a:lnTo>
                <a:lnTo>
                  <a:pt x="1793875" y="1225782"/>
                </a:lnTo>
                <a:lnTo>
                  <a:pt x="935334" y="1225782"/>
                </a:lnTo>
                <a:lnTo>
                  <a:pt x="896937" y="1291984"/>
                </a:lnTo>
                <a:lnTo>
                  <a:pt x="858540" y="1225782"/>
                </a:lnTo>
                <a:lnTo>
                  <a:pt x="0" y="1225782"/>
                </a:lnTo>
                <a:close/>
              </a:path>
            </a:pathLst>
          </a:custGeom>
          <a:solidFill>
            <a:schemeClr val="tx1"/>
          </a:solidFill>
        </p:spPr>
        <p:txBody>
          <a:bodyPr wrap="square" lIns="91440" tIns="91440" rIns="91440" bIns="91440" anchor="ctr" anchorCtr="0">
            <a:noAutofit/>
          </a:bodyPr>
          <a:lstStyle>
            <a:lvl1pPr algn="ctr">
              <a:defRPr sz="1000" b="0" i="0">
                <a:solidFill>
                  <a:schemeClr val="bg2"/>
                </a:solidFill>
                <a:latin typeface="FedEx Sans Medium" panose="020B0603020203020204" pitchFamily="34" charset="0"/>
                <a:ea typeface="FedEx Sans Medium" panose="020B0603020203020204" pitchFamily="34" charset="0"/>
                <a:cs typeface="FedEx Sans Medium" panose="020B0603020203020204" pitchFamily="34" charset="0"/>
              </a:defRPr>
            </a:lvl1pPr>
          </a:lstStyle>
          <a:p>
            <a:pPr lvl="0"/>
            <a:r>
              <a:rPr lang="en-US" dirty="0"/>
              <a:t>Click to edit Master text styles</a:t>
            </a:r>
          </a:p>
        </p:txBody>
      </p:sp>
      <p:sp>
        <p:nvSpPr>
          <p:cNvPr id="21" name="Summary Placeholder">
            <a:extLst>
              <a:ext uri="{FF2B5EF4-FFF2-40B4-BE49-F238E27FC236}">
                <a16:creationId xmlns:a16="http://schemas.microsoft.com/office/drawing/2014/main" id="{0FFFAF39-E9CC-C44F-B967-A71FF7D19F59}"/>
              </a:ext>
            </a:extLst>
          </p:cNvPr>
          <p:cNvSpPr>
            <a:spLocks noGrp="1"/>
          </p:cNvSpPr>
          <p:nvPr>
            <p:ph type="body" sz="quarter" idx="18"/>
          </p:nvPr>
        </p:nvSpPr>
        <p:spPr>
          <a:xfrm>
            <a:off x="2419350" y="4838958"/>
            <a:ext cx="7353300" cy="1180842"/>
          </a:xfrm>
        </p:spPr>
        <p:txBody>
          <a:bodyPr anchor="ctr" anchorCtr="0"/>
          <a:lstStyle>
            <a:lvl1pPr algn="ctr">
              <a:spcAft>
                <a:spcPts val="600"/>
              </a:spcAft>
              <a:defRPr sz="2200" b="0" i="0">
                <a:latin typeface="FedEx Sans" panose="020B0603020203020204" pitchFamily="34" charset="0"/>
                <a:ea typeface="FedEx Sans" panose="020B0603020203020204" pitchFamily="34" charset="0"/>
                <a:cs typeface="FedEx Sans" panose="020B0603020203020204" pitchFamily="34" charset="0"/>
              </a:defRPr>
            </a:lvl1pPr>
            <a:lvl3pPr algn="ctr">
              <a:defRPr sz="1800"/>
            </a:lvl3pPr>
          </a:lstStyle>
          <a:p>
            <a:pPr lvl="0"/>
            <a:r>
              <a:rPr lang="en-US" dirty="0"/>
              <a:t>Click to edit Master text styles</a:t>
            </a:r>
          </a:p>
          <a:p>
            <a:pPr lvl="2"/>
            <a:r>
              <a:rPr lang="en-US" dirty="0"/>
              <a:t>Second level</a:t>
            </a:r>
          </a:p>
        </p:txBody>
      </p:sp>
      <p:sp>
        <p:nvSpPr>
          <p:cNvPr id="38" name="Timeline">
            <a:extLst>
              <a:ext uri="{FF2B5EF4-FFF2-40B4-BE49-F238E27FC236}">
                <a16:creationId xmlns:a16="http://schemas.microsoft.com/office/drawing/2014/main" id="{D0C35FBB-984E-3D40-99ED-A261988F217A}"/>
              </a:ext>
            </a:extLst>
          </p:cNvPr>
          <p:cNvSpPr>
            <a:spLocks noGrp="1"/>
          </p:cNvSpPr>
          <p:nvPr>
            <p:ph type="body" sz="quarter" idx="20"/>
          </p:nvPr>
        </p:nvSpPr>
        <p:spPr>
          <a:xfrm>
            <a:off x="571501" y="3047642"/>
            <a:ext cx="11049000" cy="27432"/>
          </a:xfrm>
          <a:solidFill>
            <a:schemeClr val="tx1"/>
          </a:solidFill>
        </p:spPr>
        <p:txBody>
          <a:bodyPr/>
          <a:lstStyle>
            <a:lvl1pPr>
              <a:defRPr sz="100">
                <a:solidFill>
                  <a:schemeClr val="tx1"/>
                </a:solidFill>
              </a:defRPr>
            </a:lvl1pPr>
            <a:lvl2pPr>
              <a:defRPr sz="100">
                <a:solidFill>
                  <a:schemeClr val="tx1"/>
                </a:solidFill>
              </a:defRPr>
            </a:lvl2pPr>
            <a:lvl3pPr>
              <a:defRPr sz="100">
                <a:solidFill>
                  <a:schemeClr val="tx1"/>
                </a:solidFill>
              </a:defRPr>
            </a:lvl3pPr>
            <a:lvl4pPr>
              <a:defRPr sz="100">
                <a:solidFill>
                  <a:schemeClr val="tx1"/>
                </a:solidFill>
              </a:defRPr>
            </a:lvl4pPr>
            <a:lvl5pPr>
              <a:defRPr sz="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1">
            <a:extLst>
              <a:ext uri="{FF2B5EF4-FFF2-40B4-BE49-F238E27FC236}">
                <a16:creationId xmlns:a16="http://schemas.microsoft.com/office/drawing/2014/main" id="{018D6D45-AC0C-4740-89C3-55B7FBDA9084}"/>
              </a:ext>
            </a:extLst>
          </p:cNvPr>
          <p:cNvSpPr>
            <a:spLocks noGrp="1"/>
          </p:cNvSpPr>
          <p:nvPr>
            <p:ph type="body" sz="quarter" idx="15"/>
          </p:nvPr>
        </p:nvSpPr>
        <p:spPr>
          <a:xfrm>
            <a:off x="571500"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0" name="Timeline Marker 1">
            <a:extLst>
              <a:ext uri="{FF2B5EF4-FFF2-40B4-BE49-F238E27FC236}">
                <a16:creationId xmlns:a16="http://schemas.microsoft.com/office/drawing/2014/main" id="{7A276C5C-77C3-B543-ACF4-BE630F7ED32B}"/>
              </a:ext>
            </a:extLst>
          </p:cNvPr>
          <p:cNvSpPr>
            <a:spLocks noGrp="1"/>
          </p:cNvSpPr>
          <p:nvPr>
            <p:ph type="body" sz="quarter" idx="21"/>
          </p:nvPr>
        </p:nvSpPr>
        <p:spPr>
          <a:xfrm>
            <a:off x="1302512" y="2990786"/>
            <a:ext cx="138176" cy="138176"/>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1" name="Text Placeholder 2">
            <a:extLst>
              <a:ext uri="{FF2B5EF4-FFF2-40B4-BE49-F238E27FC236}">
                <a16:creationId xmlns:a16="http://schemas.microsoft.com/office/drawing/2014/main" id="{D3EAC63E-5159-984D-AD83-26F6F87B1250}"/>
              </a:ext>
            </a:extLst>
          </p:cNvPr>
          <p:cNvSpPr>
            <a:spLocks noGrp="1"/>
          </p:cNvSpPr>
          <p:nvPr>
            <p:ph type="body" sz="quarter" idx="22"/>
          </p:nvPr>
        </p:nvSpPr>
        <p:spPr>
          <a:xfrm>
            <a:off x="2459126"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2" name="Timeline Marker 2">
            <a:extLst>
              <a:ext uri="{FF2B5EF4-FFF2-40B4-BE49-F238E27FC236}">
                <a16:creationId xmlns:a16="http://schemas.microsoft.com/office/drawing/2014/main" id="{E2013CF2-B045-2A48-A0B0-99A2EE51CB66}"/>
              </a:ext>
            </a:extLst>
          </p:cNvPr>
          <p:cNvSpPr>
            <a:spLocks noGrp="1"/>
          </p:cNvSpPr>
          <p:nvPr>
            <p:ph type="body" sz="quarter" idx="24"/>
          </p:nvPr>
        </p:nvSpPr>
        <p:spPr>
          <a:xfrm>
            <a:off x="3190138" y="2990786"/>
            <a:ext cx="138176" cy="138176"/>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3" name="Timeline Marker 3">
            <a:extLst>
              <a:ext uri="{FF2B5EF4-FFF2-40B4-BE49-F238E27FC236}">
                <a16:creationId xmlns:a16="http://schemas.microsoft.com/office/drawing/2014/main" id="{30036F25-5BB4-4048-9C9B-7FBEF9358918}"/>
              </a:ext>
            </a:extLst>
          </p:cNvPr>
          <p:cNvSpPr>
            <a:spLocks noGrp="1"/>
          </p:cNvSpPr>
          <p:nvPr>
            <p:ph type="body" sz="quarter" idx="27"/>
          </p:nvPr>
        </p:nvSpPr>
        <p:spPr>
          <a:xfrm>
            <a:off x="5077764" y="2992270"/>
            <a:ext cx="138176" cy="138176"/>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4" name="Text Placeholder 3">
            <a:extLst>
              <a:ext uri="{FF2B5EF4-FFF2-40B4-BE49-F238E27FC236}">
                <a16:creationId xmlns:a16="http://schemas.microsoft.com/office/drawing/2014/main" id="{685EBAE8-3E08-CB49-8AD1-DD8E23D2FDDC}"/>
              </a:ext>
            </a:extLst>
          </p:cNvPr>
          <p:cNvSpPr>
            <a:spLocks noGrp="1"/>
          </p:cNvSpPr>
          <p:nvPr>
            <p:ph type="body" sz="quarter" idx="25"/>
          </p:nvPr>
        </p:nvSpPr>
        <p:spPr>
          <a:xfrm>
            <a:off x="4346752"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5" name="Text Placeholder 4">
            <a:extLst>
              <a:ext uri="{FF2B5EF4-FFF2-40B4-BE49-F238E27FC236}">
                <a16:creationId xmlns:a16="http://schemas.microsoft.com/office/drawing/2014/main" id="{52AF0720-873F-E84C-8C5F-AADCE5CBF01F}"/>
              </a:ext>
            </a:extLst>
          </p:cNvPr>
          <p:cNvSpPr>
            <a:spLocks noGrp="1"/>
          </p:cNvSpPr>
          <p:nvPr>
            <p:ph type="body" sz="quarter" idx="28"/>
          </p:nvPr>
        </p:nvSpPr>
        <p:spPr>
          <a:xfrm>
            <a:off x="6234378"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6" name="Timeline Marker 4">
            <a:extLst>
              <a:ext uri="{FF2B5EF4-FFF2-40B4-BE49-F238E27FC236}">
                <a16:creationId xmlns:a16="http://schemas.microsoft.com/office/drawing/2014/main" id="{BD2F10BA-1BC6-6C4E-9C82-EC10B33223E2}"/>
              </a:ext>
            </a:extLst>
          </p:cNvPr>
          <p:cNvSpPr>
            <a:spLocks noGrp="1"/>
          </p:cNvSpPr>
          <p:nvPr>
            <p:ph type="body" sz="quarter" idx="30"/>
          </p:nvPr>
        </p:nvSpPr>
        <p:spPr>
          <a:xfrm>
            <a:off x="6965390" y="2992270"/>
            <a:ext cx="138176" cy="138176"/>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7" name="Text Placeholder 5">
            <a:extLst>
              <a:ext uri="{FF2B5EF4-FFF2-40B4-BE49-F238E27FC236}">
                <a16:creationId xmlns:a16="http://schemas.microsoft.com/office/drawing/2014/main" id="{5EDA3A12-0AD4-A64F-9FE9-8FD21582E199}"/>
              </a:ext>
            </a:extLst>
          </p:cNvPr>
          <p:cNvSpPr>
            <a:spLocks noGrp="1"/>
          </p:cNvSpPr>
          <p:nvPr>
            <p:ph type="body" sz="quarter" idx="31"/>
          </p:nvPr>
        </p:nvSpPr>
        <p:spPr>
          <a:xfrm>
            <a:off x="8122004"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8" name="Timeline Marker 5">
            <a:extLst>
              <a:ext uri="{FF2B5EF4-FFF2-40B4-BE49-F238E27FC236}">
                <a16:creationId xmlns:a16="http://schemas.microsoft.com/office/drawing/2014/main" id="{B77A2BD3-2F86-C64C-B1DB-9749817D3C60}"/>
              </a:ext>
            </a:extLst>
          </p:cNvPr>
          <p:cNvSpPr>
            <a:spLocks noGrp="1"/>
          </p:cNvSpPr>
          <p:nvPr>
            <p:ph type="body" sz="quarter" idx="33"/>
          </p:nvPr>
        </p:nvSpPr>
        <p:spPr>
          <a:xfrm>
            <a:off x="8853016" y="2992270"/>
            <a:ext cx="138176" cy="138176"/>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9" name="Text Placeholder 6">
            <a:extLst>
              <a:ext uri="{FF2B5EF4-FFF2-40B4-BE49-F238E27FC236}">
                <a16:creationId xmlns:a16="http://schemas.microsoft.com/office/drawing/2014/main" id="{6DE9636A-5F40-C74C-A8A9-5EAF9F87C584}"/>
              </a:ext>
            </a:extLst>
          </p:cNvPr>
          <p:cNvSpPr>
            <a:spLocks noGrp="1"/>
          </p:cNvSpPr>
          <p:nvPr>
            <p:ph type="body" sz="quarter" idx="34"/>
          </p:nvPr>
        </p:nvSpPr>
        <p:spPr>
          <a:xfrm>
            <a:off x="10009632" y="3441341"/>
            <a:ext cx="1600200" cy="1367028"/>
          </a:xfrm>
        </p:spPr>
        <p:txBody>
          <a:bodyPr/>
          <a:lstStyle>
            <a:lvl1pPr algn="ctr">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50" name="Timeline Marker 6">
            <a:extLst>
              <a:ext uri="{FF2B5EF4-FFF2-40B4-BE49-F238E27FC236}">
                <a16:creationId xmlns:a16="http://schemas.microsoft.com/office/drawing/2014/main" id="{B25FCD20-6563-914F-A620-2ECB49AD25C3}"/>
              </a:ext>
            </a:extLst>
          </p:cNvPr>
          <p:cNvSpPr>
            <a:spLocks noGrp="1"/>
          </p:cNvSpPr>
          <p:nvPr>
            <p:ph type="body" sz="quarter" idx="36"/>
          </p:nvPr>
        </p:nvSpPr>
        <p:spPr>
          <a:xfrm>
            <a:off x="10727182" y="2992270"/>
            <a:ext cx="138176" cy="138176"/>
          </a:xfrm>
          <a:prstGeom prst="ellipse">
            <a:avLst/>
          </a:prstGeom>
          <a:solidFill>
            <a:schemeClr val="tx1"/>
          </a:solidFill>
        </p:spPr>
        <p:txBody>
          <a:bodyPr/>
          <a:lstStyle>
            <a:lvl1pPr>
              <a:defRPr sz="100">
                <a:solidFill>
                  <a:schemeClr val="tx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 name="Footer Placeholder 2">
            <a:extLst>
              <a:ext uri="{FF2B5EF4-FFF2-40B4-BE49-F238E27FC236}">
                <a16:creationId xmlns:a16="http://schemas.microsoft.com/office/drawing/2014/main" id="{6C2436AE-CFC7-DB48-99C4-419C541FB883}"/>
              </a:ext>
            </a:extLst>
          </p:cNvPr>
          <p:cNvSpPr>
            <a:spLocks noGrp="1"/>
          </p:cNvSpPr>
          <p:nvPr>
            <p:ph type="ftr" sz="quarter" idx="39"/>
          </p:nvPr>
        </p:nvSpPr>
        <p:spPr/>
        <p:txBody>
          <a:bodyPr/>
          <a:lstStyle>
            <a:lvl1pPr>
              <a:defRPr>
                <a:solidFill>
                  <a:schemeClr val="tx1"/>
                </a:solidFill>
              </a:defRPr>
            </a:lvl1pPr>
          </a:lstStyle>
          <a:p>
            <a:r>
              <a:rPr lang="en-US" b="1"/>
              <a:t>&lt;Customize with Department&gt;</a:t>
            </a:r>
            <a:br>
              <a:rPr lang="en-US">
                <a:latin typeface="+mj-lt"/>
              </a:rPr>
            </a:br>
            <a:r>
              <a:rPr lang="en-US"/>
              <a:t>FedEx Proprietary &amp; Confidential © </a:t>
            </a:r>
          </a:p>
        </p:txBody>
      </p:sp>
      <p:sp>
        <p:nvSpPr>
          <p:cNvPr id="5" name="Slide Number Placeholder 4">
            <a:extLst>
              <a:ext uri="{FF2B5EF4-FFF2-40B4-BE49-F238E27FC236}">
                <a16:creationId xmlns:a16="http://schemas.microsoft.com/office/drawing/2014/main" id="{48892BAC-708C-924A-B1F8-89E77DDE2EBD}"/>
              </a:ext>
            </a:extLst>
          </p:cNvPr>
          <p:cNvSpPr>
            <a:spLocks noGrp="1"/>
          </p:cNvSpPr>
          <p:nvPr>
            <p:ph type="sldNum" sz="quarter" idx="40"/>
          </p:nvPr>
        </p:nvSpPr>
        <p:spPr/>
        <p:txBody>
          <a:bodyPr/>
          <a:lstStyle>
            <a:lvl1pPr>
              <a:defRPr>
                <a:solidFill>
                  <a:schemeClr val="tx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801237001"/>
      </p:ext>
    </p:extLst>
  </p:cSld>
  <p:clrMapOvr>
    <a:overrideClrMapping bg1="dk1" tx1="lt1" bg2="dk2" tx2="lt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 Stage Process">
    <p:spTree>
      <p:nvGrpSpPr>
        <p:cNvPr id="1" name=""/>
        <p:cNvGrpSpPr/>
        <p:nvPr/>
      </p:nvGrpSpPr>
      <p:grpSpPr>
        <a:xfrm>
          <a:off x="0" y="0"/>
          <a:ext cx="0" cy="0"/>
          <a:chOff x="0" y="0"/>
          <a:chExt cx="0" cy="0"/>
        </a:xfrm>
      </p:grpSpPr>
      <p:sp>
        <p:nvSpPr>
          <p:cNvPr id="48" name="Timeline">
            <a:extLst>
              <a:ext uri="{FF2B5EF4-FFF2-40B4-BE49-F238E27FC236}">
                <a16:creationId xmlns:a16="http://schemas.microsoft.com/office/drawing/2014/main" id="{DDEA69C1-C498-4F46-AAF6-17DC1871488E}"/>
              </a:ext>
            </a:extLst>
          </p:cNvPr>
          <p:cNvSpPr>
            <a:spLocks noGrp="1"/>
          </p:cNvSpPr>
          <p:nvPr>
            <p:ph type="body" sz="quarter" idx="20" hasCustomPrompt="1"/>
          </p:nvPr>
        </p:nvSpPr>
        <p:spPr>
          <a:xfrm>
            <a:off x="571500" y="2019532"/>
            <a:ext cx="11049000"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3"/>
            <a:r>
              <a:rPr lang="en-US" dirty="0"/>
              <a:t>Fourth level</a:t>
            </a:r>
          </a:p>
          <a:p>
            <a:pPr lvl="4"/>
            <a:r>
              <a:rPr lang="en-US" dirty="0"/>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16" name="Text Placeholder 1">
            <a:extLst>
              <a:ext uri="{FF2B5EF4-FFF2-40B4-BE49-F238E27FC236}">
                <a16:creationId xmlns:a16="http://schemas.microsoft.com/office/drawing/2014/main" id="{11944748-7183-C544-A99A-2B04AB676BAF}"/>
              </a:ext>
            </a:extLst>
          </p:cNvPr>
          <p:cNvSpPr>
            <a:spLocks noGrp="1"/>
          </p:cNvSpPr>
          <p:nvPr>
            <p:ph type="body" sz="quarter" idx="39"/>
          </p:nvPr>
        </p:nvSpPr>
        <p:spPr>
          <a:xfrm>
            <a:off x="583187" y="2474720"/>
            <a:ext cx="2560320" cy="3545080"/>
          </a:xfrm>
          <a:solidFill>
            <a:schemeClr val="bg1"/>
          </a:solidFill>
          <a:ln w="12700">
            <a:solidFill>
              <a:schemeClr val="tx2"/>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1"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endParaRPr lang="en-US" dirty="0"/>
          </a:p>
        </p:txBody>
      </p:sp>
      <p:sp>
        <p:nvSpPr>
          <p:cNvPr id="49" name="Timeline Marker 1">
            <a:extLst>
              <a:ext uri="{FF2B5EF4-FFF2-40B4-BE49-F238E27FC236}">
                <a16:creationId xmlns:a16="http://schemas.microsoft.com/office/drawing/2014/main" id="{4564050E-FDF1-254E-B4F3-588C678C67F8}"/>
              </a:ext>
            </a:extLst>
          </p:cNvPr>
          <p:cNvSpPr>
            <a:spLocks noGrp="1"/>
          </p:cNvSpPr>
          <p:nvPr>
            <p:ph type="body" sz="quarter" idx="21"/>
          </p:nvPr>
        </p:nvSpPr>
        <p:spPr>
          <a:xfrm>
            <a:off x="1719072" y="1920240"/>
            <a:ext cx="274320" cy="27432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9" name="Text Placeholder 2">
            <a:extLst>
              <a:ext uri="{FF2B5EF4-FFF2-40B4-BE49-F238E27FC236}">
                <a16:creationId xmlns:a16="http://schemas.microsoft.com/office/drawing/2014/main" id="{471FF1AB-4302-004A-A8C5-A83D388B12C9}"/>
              </a:ext>
            </a:extLst>
          </p:cNvPr>
          <p:cNvSpPr>
            <a:spLocks noGrp="1"/>
          </p:cNvSpPr>
          <p:nvPr>
            <p:ph type="body" sz="quarter" idx="40"/>
          </p:nvPr>
        </p:nvSpPr>
        <p:spPr>
          <a:xfrm>
            <a:off x="3408851" y="2474720"/>
            <a:ext cx="2560320" cy="3545080"/>
          </a:xfrm>
          <a:solidFill>
            <a:schemeClr val="bg1"/>
          </a:solidFill>
          <a:ln w="12700">
            <a:solidFill>
              <a:schemeClr val="accent1"/>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1"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endParaRPr lang="en-US" dirty="0"/>
          </a:p>
        </p:txBody>
      </p:sp>
      <p:sp>
        <p:nvSpPr>
          <p:cNvPr id="50" name="Timeline Marker 2">
            <a:extLst>
              <a:ext uri="{FF2B5EF4-FFF2-40B4-BE49-F238E27FC236}">
                <a16:creationId xmlns:a16="http://schemas.microsoft.com/office/drawing/2014/main" id="{FF77A948-BF7E-5242-961E-E6F31D90394D}"/>
              </a:ext>
            </a:extLst>
          </p:cNvPr>
          <p:cNvSpPr>
            <a:spLocks noGrp="1"/>
          </p:cNvSpPr>
          <p:nvPr>
            <p:ph type="body" sz="quarter" idx="24"/>
          </p:nvPr>
        </p:nvSpPr>
        <p:spPr>
          <a:xfrm>
            <a:off x="4539881" y="1920240"/>
            <a:ext cx="274320" cy="27432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0" name="Text Placeholder 3">
            <a:extLst>
              <a:ext uri="{FF2B5EF4-FFF2-40B4-BE49-F238E27FC236}">
                <a16:creationId xmlns:a16="http://schemas.microsoft.com/office/drawing/2014/main" id="{2CC88DDD-9114-3A47-9E70-4C874659074B}"/>
              </a:ext>
            </a:extLst>
          </p:cNvPr>
          <p:cNvSpPr>
            <a:spLocks noGrp="1"/>
          </p:cNvSpPr>
          <p:nvPr>
            <p:ph type="body" sz="quarter" idx="41"/>
          </p:nvPr>
        </p:nvSpPr>
        <p:spPr>
          <a:xfrm>
            <a:off x="6234515" y="2470410"/>
            <a:ext cx="2560320" cy="3545080"/>
          </a:xfrm>
          <a:solidFill>
            <a:schemeClr val="bg1"/>
          </a:solidFill>
          <a:ln w="12700">
            <a:solidFill>
              <a:schemeClr val="accent2"/>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1"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endParaRPr lang="en-US" dirty="0"/>
          </a:p>
        </p:txBody>
      </p:sp>
      <p:sp>
        <p:nvSpPr>
          <p:cNvPr id="51" name="Timeline Marker 3">
            <a:extLst>
              <a:ext uri="{FF2B5EF4-FFF2-40B4-BE49-F238E27FC236}">
                <a16:creationId xmlns:a16="http://schemas.microsoft.com/office/drawing/2014/main" id="{B3CB59EC-CA45-F64C-80E0-1888E688D3C2}"/>
              </a:ext>
            </a:extLst>
          </p:cNvPr>
          <p:cNvSpPr>
            <a:spLocks noGrp="1"/>
          </p:cNvSpPr>
          <p:nvPr>
            <p:ph type="body" sz="quarter" idx="27"/>
          </p:nvPr>
        </p:nvSpPr>
        <p:spPr>
          <a:xfrm>
            <a:off x="7367898" y="1920240"/>
            <a:ext cx="274320" cy="27432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1" name="Text Placeholder 4">
            <a:extLst>
              <a:ext uri="{FF2B5EF4-FFF2-40B4-BE49-F238E27FC236}">
                <a16:creationId xmlns:a16="http://schemas.microsoft.com/office/drawing/2014/main" id="{51D42615-C2F8-1D4E-B618-D0562E312EB0}"/>
              </a:ext>
            </a:extLst>
          </p:cNvPr>
          <p:cNvSpPr>
            <a:spLocks noGrp="1"/>
          </p:cNvSpPr>
          <p:nvPr>
            <p:ph type="body" sz="quarter" idx="42"/>
          </p:nvPr>
        </p:nvSpPr>
        <p:spPr>
          <a:xfrm>
            <a:off x="9060180" y="2470410"/>
            <a:ext cx="2560320" cy="3545080"/>
          </a:xfrm>
          <a:solidFill>
            <a:schemeClr val="bg1"/>
          </a:solidFill>
          <a:ln w="12700">
            <a:solidFill>
              <a:schemeClr val="bg2"/>
            </a:solidFill>
            <a:extLst>
              <a:ext uri="{C807C97D-BFC1-408E-A445-0C87EB9F89A2}">
                <ask:lineSketchStyleProps xmlns:ask="http://schemas.microsoft.com/office/drawing/2018/sketchyshapes">
                  <ask:type>
                    <ask:lineSketchNone/>
                  </ask:type>
                </ask:lineSketchStyleProps>
              </a:ext>
            </a:extLst>
          </a:ln>
        </p:spPr>
        <p:txBody>
          <a:bodyPr vert="horz" lIns="91440" tIns="91440" rIns="91440" bIns="137160" rtlCol="0" anchor="t"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1"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endParaRPr lang="en-US" dirty="0"/>
          </a:p>
        </p:txBody>
      </p:sp>
      <p:sp>
        <p:nvSpPr>
          <p:cNvPr id="53" name="Timeline Marker 4">
            <a:extLst>
              <a:ext uri="{FF2B5EF4-FFF2-40B4-BE49-F238E27FC236}">
                <a16:creationId xmlns:a16="http://schemas.microsoft.com/office/drawing/2014/main" id="{9C36D306-C530-FA4E-90B4-874B90C4D802}"/>
              </a:ext>
            </a:extLst>
          </p:cNvPr>
          <p:cNvSpPr>
            <a:spLocks noGrp="1"/>
          </p:cNvSpPr>
          <p:nvPr>
            <p:ph type="body" sz="quarter" idx="36"/>
          </p:nvPr>
        </p:nvSpPr>
        <p:spPr>
          <a:xfrm>
            <a:off x="10191494" y="1920240"/>
            <a:ext cx="274320" cy="27432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 name="Footer Placeholder 2">
            <a:extLst>
              <a:ext uri="{FF2B5EF4-FFF2-40B4-BE49-F238E27FC236}">
                <a16:creationId xmlns:a16="http://schemas.microsoft.com/office/drawing/2014/main" id="{E2F5A7C8-A40B-F943-A48D-6BD5797BA6E1}"/>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B3173A4C-A940-B242-8701-281F08D0FEE8}"/>
              </a:ext>
            </a:extLst>
          </p:cNvPr>
          <p:cNvSpPr>
            <a:spLocks noGrp="1"/>
          </p:cNvSpPr>
          <p:nvPr>
            <p:ph type="sldNum" sz="quarter" idx="3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21102016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5 Stage Process">
    <p:spTree>
      <p:nvGrpSpPr>
        <p:cNvPr id="1" name=""/>
        <p:cNvGrpSpPr/>
        <p:nvPr/>
      </p:nvGrpSpPr>
      <p:grpSpPr>
        <a:xfrm>
          <a:off x="0" y="0"/>
          <a:ext cx="0" cy="0"/>
          <a:chOff x="0" y="0"/>
          <a:chExt cx="0" cy="0"/>
        </a:xfrm>
      </p:grpSpPr>
      <p:sp>
        <p:nvSpPr>
          <p:cNvPr id="48" name="Timeline">
            <a:extLst>
              <a:ext uri="{FF2B5EF4-FFF2-40B4-BE49-F238E27FC236}">
                <a16:creationId xmlns:a16="http://schemas.microsoft.com/office/drawing/2014/main" id="{DDEA69C1-C498-4F46-AAF6-17DC1871488E}"/>
              </a:ext>
            </a:extLst>
          </p:cNvPr>
          <p:cNvSpPr>
            <a:spLocks noGrp="1"/>
          </p:cNvSpPr>
          <p:nvPr>
            <p:ph type="body" sz="quarter" idx="20" hasCustomPrompt="1"/>
          </p:nvPr>
        </p:nvSpPr>
        <p:spPr>
          <a:xfrm>
            <a:off x="571500" y="2019532"/>
            <a:ext cx="11049000"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3"/>
            <a:r>
              <a:rPr lang="en-US" dirty="0"/>
              <a:t>Fourth level</a:t>
            </a:r>
          </a:p>
          <a:p>
            <a:pPr lvl="4"/>
            <a:r>
              <a:rPr lang="en-US" dirty="0"/>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1" y="571501"/>
            <a:ext cx="9144000" cy="603504"/>
          </a:xfrm>
        </p:spPr>
        <p:txBody>
          <a:bodyPr/>
          <a:lstStyle>
            <a:lvl1pPr algn="l">
              <a:defRPr/>
            </a:lvl1pPr>
          </a:lstStyle>
          <a:p>
            <a:r>
              <a:rPr lang="en-US" dirty="0"/>
              <a:t>Click to edit Master title style</a:t>
            </a:r>
          </a:p>
        </p:txBody>
      </p:sp>
      <p:sp>
        <p:nvSpPr>
          <p:cNvPr id="14" name="Text Placeholder 1">
            <a:extLst>
              <a:ext uri="{FF2B5EF4-FFF2-40B4-BE49-F238E27FC236}">
                <a16:creationId xmlns:a16="http://schemas.microsoft.com/office/drawing/2014/main" id="{84C8F60E-2A95-0840-AACC-B7D5C5E127D4}"/>
              </a:ext>
            </a:extLst>
          </p:cNvPr>
          <p:cNvSpPr>
            <a:spLocks noGrp="1"/>
          </p:cNvSpPr>
          <p:nvPr>
            <p:ph type="body" sz="quarter" idx="15"/>
          </p:nvPr>
        </p:nvSpPr>
        <p:spPr>
          <a:xfrm>
            <a:off x="574326" y="2467990"/>
            <a:ext cx="2047929" cy="3551810"/>
          </a:xfrm>
          <a:ln w="12700">
            <a:solidFill>
              <a:schemeClr val="tx2"/>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p:txBody>
      </p:sp>
      <p:sp>
        <p:nvSpPr>
          <p:cNvPr id="49" name="Timeline Marker 1">
            <a:extLst>
              <a:ext uri="{FF2B5EF4-FFF2-40B4-BE49-F238E27FC236}">
                <a16:creationId xmlns:a16="http://schemas.microsoft.com/office/drawing/2014/main" id="{4564050E-FDF1-254E-B4F3-588C678C67F8}"/>
              </a:ext>
            </a:extLst>
          </p:cNvPr>
          <p:cNvSpPr>
            <a:spLocks noGrp="1"/>
          </p:cNvSpPr>
          <p:nvPr>
            <p:ph type="body" sz="quarter" idx="21"/>
          </p:nvPr>
        </p:nvSpPr>
        <p:spPr>
          <a:xfrm>
            <a:off x="1459444" y="1919795"/>
            <a:ext cx="274320" cy="27432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9" name="Text Placeholder 2">
            <a:extLst>
              <a:ext uri="{FF2B5EF4-FFF2-40B4-BE49-F238E27FC236}">
                <a16:creationId xmlns:a16="http://schemas.microsoft.com/office/drawing/2014/main" id="{A694F252-9BFD-7F44-8670-A02DACB36121}"/>
              </a:ext>
            </a:extLst>
          </p:cNvPr>
          <p:cNvSpPr>
            <a:spLocks noGrp="1"/>
          </p:cNvSpPr>
          <p:nvPr>
            <p:ph type="body" sz="quarter" idx="44"/>
          </p:nvPr>
        </p:nvSpPr>
        <p:spPr>
          <a:xfrm>
            <a:off x="2823398" y="2466101"/>
            <a:ext cx="2047929" cy="3551810"/>
          </a:xfrm>
          <a:ln w="12700">
            <a:solidFill>
              <a:schemeClr val="accent1"/>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p:txBody>
      </p:sp>
      <p:sp>
        <p:nvSpPr>
          <p:cNvPr id="50" name="Timeline Marker 2">
            <a:extLst>
              <a:ext uri="{FF2B5EF4-FFF2-40B4-BE49-F238E27FC236}">
                <a16:creationId xmlns:a16="http://schemas.microsoft.com/office/drawing/2014/main" id="{FF77A948-BF7E-5242-961E-E6F31D90394D}"/>
              </a:ext>
            </a:extLst>
          </p:cNvPr>
          <p:cNvSpPr>
            <a:spLocks noGrp="1"/>
          </p:cNvSpPr>
          <p:nvPr>
            <p:ph type="body" sz="quarter" idx="24"/>
          </p:nvPr>
        </p:nvSpPr>
        <p:spPr>
          <a:xfrm>
            <a:off x="3710203" y="1920240"/>
            <a:ext cx="274320" cy="27432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1" name="Text Placeholder 3">
            <a:extLst>
              <a:ext uri="{FF2B5EF4-FFF2-40B4-BE49-F238E27FC236}">
                <a16:creationId xmlns:a16="http://schemas.microsoft.com/office/drawing/2014/main" id="{C8F5C2B3-75F4-0E47-BA36-850DCB2493CE}"/>
              </a:ext>
            </a:extLst>
          </p:cNvPr>
          <p:cNvSpPr>
            <a:spLocks noGrp="1"/>
          </p:cNvSpPr>
          <p:nvPr>
            <p:ph type="body" sz="quarter" idx="45"/>
          </p:nvPr>
        </p:nvSpPr>
        <p:spPr>
          <a:xfrm>
            <a:off x="5072470" y="2466101"/>
            <a:ext cx="2047929" cy="3551810"/>
          </a:xfrm>
          <a:ln w="12700">
            <a:solidFill>
              <a:schemeClr val="accent2"/>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p:txBody>
      </p:sp>
      <p:sp>
        <p:nvSpPr>
          <p:cNvPr id="51" name="Timeline Marker 3">
            <a:extLst>
              <a:ext uri="{FF2B5EF4-FFF2-40B4-BE49-F238E27FC236}">
                <a16:creationId xmlns:a16="http://schemas.microsoft.com/office/drawing/2014/main" id="{B3CB59EC-CA45-F64C-80E0-1888E688D3C2}"/>
              </a:ext>
            </a:extLst>
          </p:cNvPr>
          <p:cNvSpPr>
            <a:spLocks noGrp="1"/>
          </p:cNvSpPr>
          <p:nvPr>
            <p:ph type="body" sz="quarter" idx="27"/>
          </p:nvPr>
        </p:nvSpPr>
        <p:spPr>
          <a:xfrm>
            <a:off x="5958840" y="1920240"/>
            <a:ext cx="274320" cy="27432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Text Placeholder 4">
            <a:extLst>
              <a:ext uri="{FF2B5EF4-FFF2-40B4-BE49-F238E27FC236}">
                <a16:creationId xmlns:a16="http://schemas.microsoft.com/office/drawing/2014/main" id="{80BBF10E-6F6C-1C42-9EF8-45A3A33A7436}"/>
              </a:ext>
            </a:extLst>
          </p:cNvPr>
          <p:cNvSpPr>
            <a:spLocks noGrp="1"/>
          </p:cNvSpPr>
          <p:nvPr>
            <p:ph type="body" sz="quarter" idx="46"/>
          </p:nvPr>
        </p:nvSpPr>
        <p:spPr>
          <a:xfrm>
            <a:off x="7322032" y="2466101"/>
            <a:ext cx="2047929" cy="3551810"/>
          </a:xfrm>
          <a:ln w="12700">
            <a:solidFill>
              <a:schemeClr val="accent3"/>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p:txBody>
      </p:sp>
      <p:sp>
        <p:nvSpPr>
          <p:cNvPr id="53" name="Timeline Marker 4">
            <a:extLst>
              <a:ext uri="{FF2B5EF4-FFF2-40B4-BE49-F238E27FC236}">
                <a16:creationId xmlns:a16="http://schemas.microsoft.com/office/drawing/2014/main" id="{9C36D306-C530-FA4E-90B4-874B90C4D802}"/>
              </a:ext>
            </a:extLst>
          </p:cNvPr>
          <p:cNvSpPr>
            <a:spLocks noGrp="1"/>
          </p:cNvSpPr>
          <p:nvPr>
            <p:ph type="body" sz="quarter" idx="36"/>
          </p:nvPr>
        </p:nvSpPr>
        <p:spPr>
          <a:xfrm>
            <a:off x="8208837" y="1920240"/>
            <a:ext cx="274320" cy="274320"/>
          </a:xfrm>
          <a:prstGeom prst="rect">
            <a:avLst/>
          </a:prstGeom>
          <a:solidFill>
            <a:schemeClr val="accent3"/>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3" name="Text Placeholder 5">
            <a:extLst>
              <a:ext uri="{FF2B5EF4-FFF2-40B4-BE49-F238E27FC236}">
                <a16:creationId xmlns:a16="http://schemas.microsoft.com/office/drawing/2014/main" id="{4DF28C3B-BFA9-8749-85C3-0904DE9765D3}"/>
              </a:ext>
            </a:extLst>
          </p:cNvPr>
          <p:cNvSpPr>
            <a:spLocks noGrp="1"/>
          </p:cNvSpPr>
          <p:nvPr>
            <p:ph type="body" sz="quarter" idx="47"/>
          </p:nvPr>
        </p:nvSpPr>
        <p:spPr>
          <a:xfrm>
            <a:off x="9569745" y="2466101"/>
            <a:ext cx="2047929" cy="3551810"/>
          </a:xfrm>
          <a:ln w="12700">
            <a:solidFill>
              <a:schemeClr val="bg2"/>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r>
              <a:rPr lang="en-US" dirty="0"/>
              <a:t>Click to edit Master text styles</a:t>
            </a:r>
          </a:p>
          <a:p>
            <a:pPr lvl="1"/>
            <a:r>
              <a:rPr lang="en-US" dirty="0"/>
              <a:t>Second level</a:t>
            </a:r>
          </a:p>
          <a:p>
            <a:pPr lvl="2"/>
            <a:r>
              <a:rPr lang="en-US" dirty="0"/>
              <a:t>Third level</a:t>
            </a:r>
          </a:p>
        </p:txBody>
      </p:sp>
      <p:sp>
        <p:nvSpPr>
          <p:cNvPr id="20" name="Timeline Marker 5">
            <a:extLst>
              <a:ext uri="{FF2B5EF4-FFF2-40B4-BE49-F238E27FC236}">
                <a16:creationId xmlns:a16="http://schemas.microsoft.com/office/drawing/2014/main" id="{D503C7DC-830A-BE44-9893-6A93899E8B76}"/>
              </a:ext>
            </a:extLst>
          </p:cNvPr>
          <p:cNvSpPr>
            <a:spLocks noGrp="1"/>
          </p:cNvSpPr>
          <p:nvPr>
            <p:ph type="body" sz="quarter" idx="41"/>
          </p:nvPr>
        </p:nvSpPr>
        <p:spPr>
          <a:xfrm>
            <a:off x="10458236" y="1920240"/>
            <a:ext cx="274320" cy="27432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 name="Footer Placeholder 2">
            <a:extLst>
              <a:ext uri="{FF2B5EF4-FFF2-40B4-BE49-F238E27FC236}">
                <a16:creationId xmlns:a16="http://schemas.microsoft.com/office/drawing/2014/main" id="{E5E38C8A-7633-DA47-BA71-9321C4CF975E}"/>
              </a:ext>
            </a:extLst>
          </p:cNvPr>
          <p:cNvSpPr>
            <a:spLocks noGrp="1"/>
          </p:cNvSpPr>
          <p:nvPr>
            <p:ph type="ftr" sz="quarter" idx="4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2EBE7CAB-322C-A249-BC8F-13CF73A4D042}"/>
              </a:ext>
            </a:extLst>
          </p:cNvPr>
          <p:cNvSpPr>
            <a:spLocks noGrp="1"/>
          </p:cNvSpPr>
          <p:nvPr>
            <p:ph type="sldNum" sz="quarter" idx="43"/>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896412026"/>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meline Chevron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hasCustomPrompt="1"/>
          </p:nvPr>
        </p:nvSpPr>
        <p:spPr>
          <a:xfrm>
            <a:off x="571500" y="3596697"/>
            <a:ext cx="1920240" cy="394267"/>
          </a:xfrm>
          <a:prstGeom prst="homePlate">
            <a:avLst/>
          </a:prstGeom>
          <a:solidFill>
            <a:schemeClr val="tx2"/>
          </a:solidFill>
        </p:spPr>
        <p:txBody>
          <a:bodyPr lIns="45720" rIns="45720" anchor="ctr" anchorCtr="0">
            <a:normAutofit/>
          </a:bodyPr>
          <a:lstStyle>
            <a:lvl1pPr algn="ctr">
              <a:lnSpc>
                <a:spcPct val="11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CLICK TO EDIT MASTER TEXT STYLES</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574327" y="4278730"/>
            <a:ext cx="1600200" cy="1367028"/>
          </a:xfrm>
        </p:spPr>
        <p:txBody>
          <a:bodyPr/>
          <a:lstStyle>
            <a:lvl1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lvl="2" indent="0" algn="ctr" defTabSz="914400" rtl="0" eaLnBrk="1" latinLnBrk="0" hangingPunct="1">
              <a:lnSpc>
                <a:spcPct val="130000"/>
              </a:lnSpc>
              <a:spcBef>
                <a:spcPts val="0"/>
              </a:spcBef>
              <a:spcAft>
                <a:spcPts val="300"/>
              </a:spcAft>
              <a:buFont typeface="Arial" panose="020B0604020202020204" pitchFamily="34" charset="0"/>
              <a:buNone/>
            </a:pPr>
            <a:r>
              <a:rPr lang="en-US" dirty="0"/>
              <a:t>Third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hasCustomPrompt="1"/>
          </p:nvPr>
        </p:nvSpPr>
        <p:spPr>
          <a:xfrm>
            <a:off x="2397252" y="3596697"/>
            <a:ext cx="1920240" cy="394267"/>
          </a:xfrm>
          <a:prstGeom prst="chevron">
            <a:avLst/>
          </a:prstGeom>
          <a:solidFill>
            <a:schemeClr val="tx2"/>
          </a:solidFill>
        </p:spPr>
        <p:txBody>
          <a:bodyPr lIns="45720" rIns="45720" anchor="ctr" anchorCtr="0">
            <a:normAutofit/>
          </a:bodyPr>
          <a:lstStyle>
            <a:lvl1pPr algn="ctr">
              <a:lnSpc>
                <a:spcPct val="110000"/>
              </a:lnSpc>
              <a:spcAft>
                <a:spcPts val="0"/>
              </a:spcAft>
              <a:defRPr lang="en-US" sz="9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CLICK TO EDIT MASTER TEXT STYLES</a:t>
            </a:r>
          </a:p>
        </p:txBody>
      </p:sp>
      <p:sp>
        <p:nvSpPr>
          <p:cNvPr id="15" name="Text Placeholder 2">
            <a:extLst>
              <a:ext uri="{FF2B5EF4-FFF2-40B4-BE49-F238E27FC236}">
                <a16:creationId xmlns:a16="http://schemas.microsoft.com/office/drawing/2014/main" id="{495703B1-8B7E-7246-B832-793387C65CEB}"/>
              </a:ext>
            </a:extLst>
          </p:cNvPr>
          <p:cNvSpPr>
            <a:spLocks noGrp="1"/>
          </p:cNvSpPr>
          <p:nvPr>
            <p:ph type="body" sz="quarter" idx="22"/>
          </p:nvPr>
        </p:nvSpPr>
        <p:spPr>
          <a:xfrm>
            <a:off x="2476500" y="2057400"/>
            <a:ext cx="1600200" cy="1257300"/>
          </a:xfrm>
        </p:spPr>
        <p:txBody>
          <a:bodyPr/>
          <a:lstStyle>
            <a:lvl1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2"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hasCustomPrompt="1"/>
          </p:nvPr>
        </p:nvSpPr>
        <p:spPr>
          <a:xfrm>
            <a:off x="4223004" y="3596697"/>
            <a:ext cx="1920240" cy="394267"/>
          </a:xfrm>
          <a:prstGeom prst="chevron">
            <a:avLst/>
          </a:prstGeom>
          <a:solidFill>
            <a:schemeClr val="tx2"/>
          </a:solidFill>
        </p:spPr>
        <p:txBody>
          <a:bodyPr lIns="45720" rIns="45720" anchor="ctr" anchorCtr="0">
            <a:normAutofit/>
          </a:bodyPr>
          <a:lstStyle>
            <a:lvl1pPr algn="ctr">
              <a:lnSpc>
                <a:spcPct val="11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CLICK TO EDIT MASTER TEXT STYLES</a:t>
            </a:r>
          </a:p>
        </p:txBody>
      </p:sp>
      <p:sp>
        <p:nvSpPr>
          <p:cNvPr id="18" name="Text Placeholder 3">
            <a:extLst>
              <a:ext uri="{FF2B5EF4-FFF2-40B4-BE49-F238E27FC236}">
                <a16:creationId xmlns:a16="http://schemas.microsoft.com/office/drawing/2014/main" id="{6B65E987-A855-3241-9316-E12502A0D6BE}"/>
              </a:ext>
            </a:extLst>
          </p:cNvPr>
          <p:cNvSpPr>
            <a:spLocks noGrp="1"/>
          </p:cNvSpPr>
          <p:nvPr>
            <p:ph type="body" sz="quarter" idx="25"/>
          </p:nvPr>
        </p:nvSpPr>
        <p:spPr>
          <a:xfrm>
            <a:off x="4317492" y="4278730"/>
            <a:ext cx="1600200" cy="1367028"/>
          </a:xfrm>
        </p:spPr>
        <p:txBody>
          <a:bodyPr/>
          <a:lstStyle>
            <a:lvl1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2"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hasCustomPrompt="1"/>
          </p:nvPr>
        </p:nvSpPr>
        <p:spPr>
          <a:xfrm>
            <a:off x="6048756" y="3596697"/>
            <a:ext cx="1920240" cy="394267"/>
          </a:xfrm>
          <a:prstGeom prst="chevron">
            <a:avLst/>
          </a:prstGeom>
          <a:solidFill>
            <a:schemeClr val="tx2"/>
          </a:solidFill>
        </p:spPr>
        <p:txBody>
          <a:bodyPr lIns="45720" rIns="45720" anchor="ctr" anchorCtr="0">
            <a:normAutofit/>
          </a:bodyPr>
          <a:lstStyle>
            <a:lvl1pPr algn="ctr">
              <a:lnSpc>
                <a:spcPct val="11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CLICK TO EDIT MASTER TEXT STYLES</a:t>
            </a:r>
          </a:p>
        </p:txBody>
      </p:sp>
      <p:sp>
        <p:nvSpPr>
          <p:cNvPr id="21" name="Text Placeholder 4">
            <a:extLst>
              <a:ext uri="{FF2B5EF4-FFF2-40B4-BE49-F238E27FC236}">
                <a16:creationId xmlns:a16="http://schemas.microsoft.com/office/drawing/2014/main" id="{7AE2B321-55B9-8E48-B803-14BDC07C734B}"/>
              </a:ext>
            </a:extLst>
          </p:cNvPr>
          <p:cNvSpPr>
            <a:spLocks noGrp="1"/>
          </p:cNvSpPr>
          <p:nvPr>
            <p:ph type="body" sz="quarter" idx="28"/>
          </p:nvPr>
        </p:nvSpPr>
        <p:spPr>
          <a:xfrm>
            <a:off x="6143244" y="2057400"/>
            <a:ext cx="1600200" cy="1257300"/>
          </a:xfrm>
        </p:spPr>
        <p:txBody>
          <a:bodyPr/>
          <a:lstStyle>
            <a:lvl1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2"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hasCustomPrompt="1"/>
          </p:nvPr>
        </p:nvSpPr>
        <p:spPr>
          <a:xfrm>
            <a:off x="7874508" y="3596697"/>
            <a:ext cx="1920240" cy="394267"/>
          </a:xfrm>
          <a:prstGeom prst="chevron">
            <a:avLst/>
          </a:prstGeom>
          <a:solidFill>
            <a:schemeClr val="tx2"/>
          </a:solidFill>
        </p:spPr>
        <p:txBody>
          <a:bodyPr lIns="45720" rIns="45720" anchor="ctr" anchorCtr="0">
            <a:normAutofit/>
          </a:bodyPr>
          <a:lstStyle>
            <a:lvl1pPr algn="ctr">
              <a:lnSpc>
                <a:spcPct val="11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CLICK TO EDIT MASTER TEXT STYLES</a:t>
            </a:r>
          </a:p>
        </p:txBody>
      </p:sp>
      <p:sp>
        <p:nvSpPr>
          <p:cNvPr id="24" name="Text Placeholder 5">
            <a:extLst>
              <a:ext uri="{FF2B5EF4-FFF2-40B4-BE49-F238E27FC236}">
                <a16:creationId xmlns:a16="http://schemas.microsoft.com/office/drawing/2014/main" id="{F18EBEE3-AA27-0E44-BE74-2937E15BF28B}"/>
              </a:ext>
            </a:extLst>
          </p:cNvPr>
          <p:cNvSpPr>
            <a:spLocks noGrp="1"/>
          </p:cNvSpPr>
          <p:nvPr>
            <p:ph type="body" sz="quarter" idx="31"/>
          </p:nvPr>
        </p:nvSpPr>
        <p:spPr>
          <a:xfrm>
            <a:off x="7968996" y="4278730"/>
            <a:ext cx="1600200" cy="1367028"/>
          </a:xfrm>
        </p:spPr>
        <p:txBody>
          <a:bodyPr/>
          <a:lstStyle>
            <a:lvl1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2"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hasCustomPrompt="1"/>
          </p:nvPr>
        </p:nvSpPr>
        <p:spPr>
          <a:xfrm>
            <a:off x="9700260" y="3596697"/>
            <a:ext cx="1920240" cy="394267"/>
          </a:xfrm>
          <a:prstGeom prst="chevron">
            <a:avLst/>
          </a:prstGeom>
          <a:solidFill>
            <a:schemeClr val="tx2"/>
          </a:solidFill>
        </p:spPr>
        <p:txBody>
          <a:bodyPr lIns="45720" rIns="45720" anchor="ctr" anchorCtr="0">
            <a:normAutofit/>
          </a:bodyPr>
          <a:lstStyle>
            <a:lvl1pPr algn="ctr">
              <a:lnSpc>
                <a:spcPct val="11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CLICK TO EDIT MASTER TEXT STYLES</a:t>
            </a:r>
          </a:p>
        </p:txBody>
      </p:sp>
      <p:sp>
        <p:nvSpPr>
          <p:cNvPr id="27" name="Text Placeholder 6">
            <a:extLst>
              <a:ext uri="{FF2B5EF4-FFF2-40B4-BE49-F238E27FC236}">
                <a16:creationId xmlns:a16="http://schemas.microsoft.com/office/drawing/2014/main" id="{6C70B35E-8C25-8F4F-882A-7B3EC0A36EFA}"/>
              </a:ext>
            </a:extLst>
          </p:cNvPr>
          <p:cNvSpPr>
            <a:spLocks noGrp="1"/>
          </p:cNvSpPr>
          <p:nvPr>
            <p:ph type="body" sz="quarter" idx="34"/>
          </p:nvPr>
        </p:nvSpPr>
        <p:spPr>
          <a:xfrm>
            <a:off x="9860280" y="2057400"/>
            <a:ext cx="1600200" cy="1257300"/>
          </a:xfrm>
        </p:spPr>
        <p:txBody>
          <a:bodyPr/>
          <a:lstStyle>
            <a:lvl1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0" marR="0" lvl="2" indent="0" algn="ctr" defTabSz="914400" rtl="0" eaLnBrk="1" fontAlgn="auto" latinLnBrk="0" hangingPunct="1">
              <a:lnSpc>
                <a:spcPct val="130000"/>
              </a:lnSpc>
              <a:spcBef>
                <a:spcPts val="0"/>
              </a:spcBef>
              <a:spcAft>
                <a:spcPts val="300"/>
              </a:spcAft>
              <a:buClrTx/>
              <a:buSzTx/>
              <a:buFont typeface="Arial" panose="020B0604020202020204" pitchFamily="34" charset="0"/>
              <a:buNone/>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3" name="Footer Placeholder 2">
            <a:extLst>
              <a:ext uri="{FF2B5EF4-FFF2-40B4-BE49-F238E27FC236}">
                <a16:creationId xmlns:a16="http://schemas.microsoft.com/office/drawing/2014/main" id="{616F2440-D598-E045-B591-81D16AB2E9D9}"/>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7F048F53-F32D-2143-8475-10A843FF6253}"/>
              </a:ext>
            </a:extLst>
          </p:cNvPr>
          <p:cNvSpPr>
            <a:spLocks noGrp="1"/>
          </p:cNvSpPr>
          <p:nvPr>
            <p:ph type="sldNum" sz="quarter" idx="3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1055238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Process Chevron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hasCustomPrompt="1"/>
          </p:nvPr>
        </p:nvSpPr>
        <p:spPr>
          <a:xfrm>
            <a:off x="571500" y="1708601"/>
            <a:ext cx="1920240" cy="394267"/>
          </a:xfrm>
          <a:prstGeom prst="homePlate">
            <a:avLst/>
          </a:prstGeom>
          <a:solidFill>
            <a:schemeClr val="tx2"/>
          </a:solidFill>
        </p:spPr>
        <p:txBody>
          <a:bodyPr vert="horz" lIns="137160" tIns="0" rIns="45720" bIns="0" rtlCol="0" anchor="ctr" anchorCtr="0">
            <a:noAutofit/>
          </a:bodyPr>
          <a:lstStyle>
            <a:lvl1pPr algn="ctr">
              <a:defRPr lang="en-US" sz="100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dirty="0"/>
              <a:t>LOREM IPSUM DOLOR</a:t>
            </a:r>
          </a:p>
        </p:txBody>
      </p:sp>
      <p:sp>
        <p:nvSpPr>
          <p:cNvPr id="9" name="Text Placeholder 1">
            <a:extLst>
              <a:ext uri="{FF2B5EF4-FFF2-40B4-BE49-F238E27FC236}">
                <a16:creationId xmlns:a16="http://schemas.microsoft.com/office/drawing/2014/main" id="{217AF697-F688-A94F-BDE4-3ABB6ECE1AA9}"/>
              </a:ext>
            </a:extLst>
          </p:cNvPr>
          <p:cNvSpPr>
            <a:spLocks noGrp="1"/>
          </p:cNvSpPr>
          <p:nvPr>
            <p:ph type="body" sz="quarter" idx="15"/>
          </p:nvPr>
        </p:nvSpPr>
        <p:spPr>
          <a:xfrm>
            <a:off x="574327" y="2228960"/>
            <a:ext cx="1662584" cy="3762559"/>
          </a:xfrm>
        </p:spPr>
        <p:txBody>
          <a:bodyPr r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lvl="2"/>
            <a:r>
              <a:rPr lang="en-US" dirty="0"/>
              <a:t>Third level</a:t>
            </a:r>
          </a:p>
        </p:txBody>
      </p:sp>
      <p:sp>
        <p:nvSpPr>
          <p:cNvPr id="31" name="Text Placeholder 2">
            <a:extLst>
              <a:ext uri="{FF2B5EF4-FFF2-40B4-BE49-F238E27FC236}">
                <a16:creationId xmlns:a16="http://schemas.microsoft.com/office/drawing/2014/main" id="{F721DAD8-21A8-C14B-86D8-F602BFFAA8CD}"/>
              </a:ext>
            </a:extLst>
          </p:cNvPr>
          <p:cNvSpPr>
            <a:spLocks noGrp="1"/>
          </p:cNvSpPr>
          <p:nvPr>
            <p:ph type="body" sz="quarter" idx="55"/>
          </p:nvPr>
        </p:nvSpPr>
        <p:spPr>
          <a:xfrm>
            <a:off x="2425422" y="2228960"/>
            <a:ext cx="1662584" cy="3762559"/>
          </a:xfrm>
        </p:spPr>
        <p:txBody>
          <a:bodyPr r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lvl="2"/>
            <a:r>
              <a:rPr lang="en-US" dirty="0"/>
              <a:t>Third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hasCustomPrompt="1"/>
          </p:nvPr>
        </p:nvSpPr>
        <p:spPr>
          <a:xfrm>
            <a:off x="2397252" y="1708601"/>
            <a:ext cx="1920240" cy="394267"/>
          </a:xfrm>
          <a:prstGeom prst="chevron">
            <a:avLst/>
          </a:prstGeom>
          <a:solidFill>
            <a:schemeClr val="tx2"/>
          </a:solidFill>
        </p:spPr>
        <p:txBody>
          <a:bodyPr vert="horz" lIns="137160" tIns="0" rIns="45720" bIns="0" rtlCol="0" anchor="ctr" anchorCtr="0">
            <a:noAutofit/>
          </a:bodyPr>
          <a:lstStyle>
            <a:lvl1pPr>
              <a:defRPr lang="en-US" sz="100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dirty="0"/>
              <a:t>LOREM IPSUM DOLOR</a:t>
            </a:r>
          </a:p>
        </p:txBody>
      </p:sp>
      <p:sp>
        <p:nvSpPr>
          <p:cNvPr id="32" name="Text Placeholder 3">
            <a:extLst>
              <a:ext uri="{FF2B5EF4-FFF2-40B4-BE49-F238E27FC236}">
                <a16:creationId xmlns:a16="http://schemas.microsoft.com/office/drawing/2014/main" id="{E67E130D-4063-1041-B67D-DA140ACF13C3}"/>
              </a:ext>
            </a:extLst>
          </p:cNvPr>
          <p:cNvSpPr>
            <a:spLocks noGrp="1"/>
          </p:cNvSpPr>
          <p:nvPr>
            <p:ph type="body" sz="quarter" idx="56"/>
          </p:nvPr>
        </p:nvSpPr>
        <p:spPr>
          <a:xfrm>
            <a:off x="4276517" y="2228960"/>
            <a:ext cx="1662584" cy="3762559"/>
          </a:xfrm>
        </p:spPr>
        <p:txBody>
          <a:bodyPr r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lvl="2"/>
            <a:r>
              <a:rPr lang="en-US" dirty="0"/>
              <a:t>Third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hasCustomPrompt="1"/>
          </p:nvPr>
        </p:nvSpPr>
        <p:spPr>
          <a:xfrm>
            <a:off x="4223004" y="1708601"/>
            <a:ext cx="1920240" cy="394267"/>
          </a:xfrm>
          <a:prstGeom prst="chevron">
            <a:avLst/>
          </a:prstGeom>
          <a:solidFill>
            <a:schemeClr val="tx2"/>
          </a:solidFill>
        </p:spPr>
        <p:txBody>
          <a:bodyPr vert="horz" lIns="137160" tIns="0" rIns="45720" bIns="0" rtlCol="0" anchor="ctr" anchorCtr="0">
            <a:noAutofit/>
          </a:bodyPr>
          <a:lstStyle>
            <a:lvl1pPr>
              <a:defRPr lang="en-US" sz="100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dirty="0"/>
              <a:t>LOREM IPSUM DOLOR</a:t>
            </a:r>
          </a:p>
        </p:txBody>
      </p:sp>
      <p:sp>
        <p:nvSpPr>
          <p:cNvPr id="33" name="Text Placeholder 4">
            <a:extLst>
              <a:ext uri="{FF2B5EF4-FFF2-40B4-BE49-F238E27FC236}">
                <a16:creationId xmlns:a16="http://schemas.microsoft.com/office/drawing/2014/main" id="{9DEF3210-9B0E-624D-A177-061098E145F3}"/>
              </a:ext>
            </a:extLst>
          </p:cNvPr>
          <p:cNvSpPr>
            <a:spLocks noGrp="1"/>
          </p:cNvSpPr>
          <p:nvPr>
            <p:ph type="body" sz="quarter" idx="57"/>
          </p:nvPr>
        </p:nvSpPr>
        <p:spPr>
          <a:xfrm>
            <a:off x="6127612" y="2228960"/>
            <a:ext cx="1662584" cy="3762559"/>
          </a:xfrm>
        </p:spPr>
        <p:txBody>
          <a:bodyPr r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lvl="2"/>
            <a:r>
              <a:rPr lang="en-US" dirty="0"/>
              <a:t>Third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hasCustomPrompt="1"/>
          </p:nvPr>
        </p:nvSpPr>
        <p:spPr>
          <a:xfrm>
            <a:off x="6048756" y="1708601"/>
            <a:ext cx="1920240" cy="394267"/>
          </a:xfrm>
          <a:prstGeom prst="chevron">
            <a:avLst/>
          </a:prstGeom>
          <a:solidFill>
            <a:schemeClr val="tx2"/>
          </a:solidFill>
        </p:spPr>
        <p:txBody>
          <a:bodyPr vert="horz" lIns="137160" tIns="0" rIns="45720" bIns="0" rtlCol="0" anchor="ctr" anchorCtr="0">
            <a:noAutofit/>
          </a:bodyPr>
          <a:lstStyle>
            <a:lvl1pPr>
              <a:defRPr lang="en-US" sz="100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dirty="0"/>
              <a:t>LOREM IPSUM DOLOR</a:t>
            </a:r>
          </a:p>
        </p:txBody>
      </p:sp>
      <p:sp>
        <p:nvSpPr>
          <p:cNvPr id="34" name="Text Placeholder 5">
            <a:extLst>
              <a:ext uri="{FF2B5EF4-FFF2-40B4-BE49-F238E27FC236}">
                <a16:creationId xmlns:a16="http://schemas.microsoft.com/office/drawing/2014/main" id="{91527110-5CA8-9649-AA19-F2F462112608}"/>
              </a:ext>
            </a:extLst>
          </p:cNvPr>
          <p:cNvSpPr>
            <a:spLocks noGrp="1"/>
          </p:cNvSpPr>
          <p:nvPr>
            <p:ph type="body" sz="quarter" idx="58"/>
          </p:nvPr>
        </p:nvSpPr>
        <p:spPr>
          <a:xfrm>
            <a:off x="7978707" y="2228960"/>
            <a:ext cx="1662584" cy="3762559"/>
          </a:xfrm>
        </p:spPr>
        <p:txBody>
          <a:bodyPr r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lvl="2"/>
            <a:r>
              <a:rPr lang="en-US" dirty="0"/>
              <a:t>Third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hasCustomPrompt="1"/>
          </p:nvPr>
        </p:nvSpPr>
        <p:spPr>
          <a:xfrm>
            <a:off x="7874508" y="1708601"/>
            <a:ext cx="1920240" cy="394267"/>
          </a:xfrm>
          <a:prstGeom prst="chevron">
            <a:avLst/>
          </a:prstGeom>
          <a:solidFill>
            <a:schemeClr val="tx2"/>
          </a:solidFill>
        </p:spPr>
        <p:txBody>
          <a:bodyPr vert="horz" lIns="137160" tIns="0" rIns="45720" bIns="0" rtlCol="0" anchor="ctr" anchorCtr="0">
            <a:noAutofit/>
          </a:bodyPr>
          <a:lstStyle>
            <a:lvl1pPr>
              <a:defRPr lang="en-US" sz="100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dirty="0"/>
              <a:t>LOREM IPSUM DOLOR</a:t>
            </a:r>
          </a:p>
        </p:txBody>
      </p:sp>
      <p:sp>
        <p:nvSpPr>
          <p:cNvPr id="35" name="Text Placeholder 6">
            <a:extLst>
              <a:ext uri="{FF2B5EF4-FFF2-40B4-BE49-F238E27FC236}">
                <a16:creationId xmlns:a16="http://schemas.microsoft.com/office/drawing/2014/main" id="{ABDE68E5-7AB9-B54B-AF39-3B0F0813DAB4}"/>
              </a:ext>
            </a:extLst>
          </p:cNvPr>
          <p:cNvSpPr>
            <a:spLocks noGrp="1"/>
          </p:cNvSpPr>
          <p:nvPr>
            <p:ph type="body" sz="quarter" idx="59"/>
          </p:nvPr>
        </p:nvSpPr>
        <p:spPr>
          <a:xfrm>
            <a:off x="9829800" y="2228960"/>
            <a:ext cx="1662584" cy="3762559"/>
          </a:xfrm>
        </p:spPr>
        <p:txBody>
          <a:bodyPr r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l" defTabSz="914400" rtl="0" eaLnBrk="1" latinLnBrk="0" hangingPunct="1">
              <a:lnSpc>
                <a:spcPct val="130000"/>
              </a:lnSpc>
              <a:spcBef>
                <a:spcPts val="0"/>
              </a:spcBef>
              <a:spcAft>
                <a:spcPts val="600"/>
              </a:spcAft>
              <a:buFont typeface="Arial" panose="020B0604020202020204" pitchFamily="34" charset="0"/>
              <a:buNone/>
            </a:pPr>
            <a:r>
              <a:rPr lang="en-US" dirty="0"/>
              <a:t>Second level</a:t>
            </a:r>
          </a:p>
          <a:p>
            <a:pPr lvl="2"/>
            <a:r>
              <a:rPr lang="en-US" dirty="0"/>
              <a:t>Third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hasCustomPrompt="1"/>
          </p:nvPr>
        </p:nvSpPr>
        <p:spPr>
          <a:xfrm>
            <a:off x="9700260" y="1708601"/>
            <a:ext cx="1920240" cy="394267"/>
          </a:xfrm>
          <a:prstGeom prst="chevron">
            <a:avLst/>
          </a:prstGeom>
          <a:solidFill>
            <a:schemeClr val="tx2"/>
          </a:solidFill>
        </p:spPr>
        <p:txBody>
          <a:bodyPr vert="horz" lIns="137160" tIns="0" rIns="45720" bIns="0" rtlCol="0" anchor="ctr" anchorCtr="0">
            <a:noAutofit/>
          </a:bodyPr>
          <a:lstStyle>
            <a:lvl1pPr>
              <a:defRPr lang="en-US" sz="1000" b="1" i="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lgn="ctr"/>
            <a:r>
              <a:rPr lang="en-US" dirty="0"/>
              <a:t>LOREM IPSUM DOLOR</a:t>
            </a:r>
          </a:p>
        </p:txBody>
      </p:sp>
      <p:sp>
        <p:nvSpPr>
          <p:cNvPr id="19" name="Divider ">
            <a:extLst>
              <a:ext uri="{FF2B5EF4-FFF2-40B4-BE49-F238E27FC236}">
                <a16:creationId xmlns:a16="http://schemas.microsoft.com/office/drawing/2014/main" id="{52C1B4F8-818F-9546-B0D3-AC7BAAA4AF9D}"/>
              </a:ext>
            </a:extLst>
          </p:cNvPr>
          <p:cNvSpPr>
            <a:spLocks noGrp="1"/>
          </p:cNvSpPr>
          <p:nvPr>
            <p:ph type="body" sz="quarter" idx="48"/>
          </p:nvPr>
        </p:nvSpPr>
        <p:spPr>
          <a:xfrm rot="5400000">
            <a:off x="417874" y="4084381"/>
            <a:ext cx="376256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2" name="Divider ">
            <a:extLst>
              <a:ext uri="{FF2B5EF4-FFF2-40B4-BE49-F238E27FC236}">
                <a16:creationId xmlns:a16="http://schemas.microsoft.com/office/drawing/2014/main" id="{8A4CC0B7-D73C-A449-8020-AA1507A65ECF}"/>
              </a:ext>
            </a:extLst>
          </p:cNvPr>
          <p:cNvSpPr>
            <a:spLocks noGrp="1"/>
          </p:cNvSpPr>
          <p:nvPr>
            <p:ph type="body" sz="quarter" idx="49"/>
          </p:nvPr>
        </p:nvSpPr>
        <p:spPr>
          <a:xfrm rot="5400000">
            <a:off x="2244349" y="4084381"/>
            <a:ext cx="376256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5" name="Divider ">
            <a:extLst>
              <a:ext uri="{FF2B5EF4-FFF2-40B4-BE49-F238E27FC236}">
                <a16:creationId xmlns:a16="http://schemas.microsoft.com/office/drawing/2014/main" id="{C13758D7-0017-5746-AFBA-87A1B6C7FDA5}"/>
              </a:ext>
            </a:extLst>
          </p:cNvPr>
          <p:cNvSpPr>
            <a:spLocks noGrp="1"/>
          </p:cNvSpPr>
          <p:nvPr>
            <p:ph type="body" sz="quarter" idx="50"/>
          </p:nvPr>
        </p:nvSpPr>
        <p:spPr>
          <a:xfrm rot="5400000">
            <a:off x="4058951" y="4084381"/>
            <a:ext cx="376256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8" name="Divider ">
            <a:extLst>
              <a:ext uri="{FF2B5EF4-FFF2-40B4-BE49-F238E27FC236}">
                <a16:creationId xmlns:a16="http://schemas.microsoft.com/office/drawing/2014/main" id="{D99AE320-B9BF-B84B-9591-39628235C00A}"/>
              </a:ext>
            </a:extLst>
          </p:cNvPr>
          <p:cNvSpPr>
            <a:spLocks noGrp="1"/>
          </p:cNvSpPr>
          <p:nvPr>
            <p:ph type="body" sz="quarter" idx="51"/>
          </p:nvPr>
        </p:nvSpPr>
        <p:spPr>
          <a:xfrm rot="5400000">
            <a:off x="5891770" y="4084381"/>
            <a:ext cx="376256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30" name="Divider ">
            <a:extLst>
              <a:ext uri="{FF2B5EF4-FFF2-40B4-BE49-F238E27FC236}">
                <a16:creationId xmlns:a16="http://schemas.microsoft.com/office/drawing/2014/main" id="{3F172E28-4AE0-8743-8471-F56573E28327}"/>
              </a:ext>
            </a:extLst>
          </p:cNvPr>
          <p:cNvSpPr>
            <a:spLocks noGrp="1"/>
          </p:cNvSpPr>
          <p:nvPr>
            <p:ph type="body" sz="quarter" idx="52"/>
          </p:nvPr>
        </p:nvSpPr>
        <p:spPr>
          <a:xfrm rot="5400000">
            <a:off x="7720017" y="4084381"/>
            <a:ext cx="376256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3" name="Footer Placeholder 2">
            <a:extLst>
              <a:ext uri="{FF2B5EF4-FFF2-40B4-BE49-F238E27FC236}">
                <a16:creationId xmlns:a16="http://schemas.microsoft.com/office/drawing/2014/main" id="{094A6D66-72F2-5143-A396-40F50F0E8408}"/>
              </a:ext>
            </a:extLst>
          </p:cNvPr>
          <p:cNvSpPr>
            <a:spLocks noGrp="1"/>
          </p:cNvSpPr>
          <p:nvPr>
            <p:ph type="ftr" sz="quarter" idx="5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64CEA351-25D8-6746-BDC0-2D5483707374}"/>
              </a:ext>
            </a:extLst>
          </p:cNvPr>
          <p:cNvSpPr>
            <a:spLocks noGrp="1"/>
          </p:cNvSpPr>
          <p:nvPr>
            <p:ph type="sldNum" sz="quarter" idx="5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63173086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Process Chevron w. Icons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dirty="0"/>
              <a:t>Click to edit Master title style</a:t>
            </a:r>
          </a:p>
        </p:txBody>
      </p:sp>
      <p:sp>
        <p:nvSpPr>
          <p:cNvPr id="10" name="Text Placeholder 1">
            <a:extLst>
              <a:ext uri="{FF2B5EF4-FFF2-40B4-BE49-F238E27FC236}">
                <a16:creationId xmlns:a16="http://schemas.microsoft.com/office/drawing/2014/main" id="{FFAE8AAD-BA05-5846-966B-8925B239BEF5}"/>
              </a:ext>
            </a:extLst>
          </p:cNvPr>
          <p:cNvSpPr>
            <a:spLocks noGrp="1"/>
          </p:cNvSpPr>
          <p:nvPr>
            <p:ph type="body" sz="quarter" idx="39"/>
          </p:nvPr>
        </p:nvSpPr>
        <p:spPr>
          <a:xfrm>
            <a:off x="571500" y="3527425"/>
            <a:ext cx="1618488" cy="2214563"/>
          </a:xfrm>
        </p:spPr>
        <p:txBody>
          <a:bodyPr/>
          <a:lstStyle>
            <a:lvl1pP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spcAft>
                <a:spcPts val="600"/>
              </a:spcAft>
              <a:defRPr lang="en-US" sz="1200" kern="1200" dirty="0" smtClean="0">
                <a:solidFill>
                  <a:schemeClr val="tx1"/>
                </a:solidFill>
                <a:latin typeface="+mn-lt"/>
                <a:ea typeface="+mn-ea"/>
                <a:cs typeface="+mn-cs"/>
              </a:defRPr>
            </a:lvl4pPr>
            <a:lvl5pPr>
              <a:spcAft>
                <a:spcPts val="600"/>
              </a:spcAft>
              <a:defRPr sz="1200"/>
            </a:lvl5pPr>
            <a:lvl6pP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 level</a:t>
            </a:r>
          </a:p>
          <a:p>
            <a:pPr lvl="5"/>
            <a:r>
              <a:rPr lang="en-US" dirty="0"/>
              <a:t>Fifth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571500" y="2057400"/>
            <a:ext cx="2080260" cy="1169327"/>
          </a:xfrm>
          <a:prstGeom prst="homePlat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1049815" y="231277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1" name="Text Placeholder 2">
            <a:extLst>
              <a:ext uri="{FF2B5EF4-FFF2-40B4-BE49-F238E27FC236}">
                <a16:creationId xmlns:a16="http://schemas.microsoft.com/office/drawing/2014/main" id="{77A4ED08-948F-8645-82CF-4BD06506220C}"/>
              </a:ext>
            </a:extLst>
          </p:cNvPr>
          <p:cNvSpPr>
            <a:spLocks noGrp="1"/>
          </p:cNvSpPr>
          <p:nvPr>
            <p:ph type="body" sz="quarter" idx="41"/>
          </p:nvPr>
        </p:nvSpPr>
        <p:spPr>
          <a:xfrm>
            <a:off x="2407920" y="3527425"/>
            <a:ext cx="1618488" cy="2214563"/>
          </a:xfrm>
        </p:spPr>
        <p:txBody>
          <a:bodyPr/>
          <a:lstStyle>
            <a:lvl1pP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spcAft>
                <a:spcPts val="600"/>
              </a:spcAft>
              <a:defRPr lang="en-US" sz="1200" kern="1200" dirty="0" smtClean="0">
                <a:solidFill>
                  <a:schemeClr val="tx1"/>
                </a:solidFill>
                <a:latin typeface="+mn-lt"/>
                <a:ea typeface="+mn-ea"/>
                <a:cs typeface="+mn-cs"/>
              </a:defRPr>
            </a:lvl4pPr>
            <a:lvl5pPr>
              <a:spcAft>
                <a:spcPts val="600"/>
              </a:spcAft>
              <a:defRPr sz="1200"/>
            </a:lvl5pPr>
            <a:lvl6pP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 level</a:t>
            </a:r>
          </a:p>
          <a:p>
            <a:pPr lvl="5"/>
            <a:r>
              <a:rPr lang="en-US" dirty="0"/>
              <a:t>Fifth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289048" y="2057400"/>
            <a:ext cx="2194560" cy="1169327"/>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3060363" y="231277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Text Placeholder 3">
            <a:extLst>
              <a:ext uri="{FF2B5EF4-FFF2-40B4-BE49-F238E27FC236}">
                <a16:creationId xmlns:a16="http://schemas.microsoft.com/office/drawing/2014/main" id="{AEE2DF04-3B91-104D-987F-913191E9CC98}"/>
              </a:ext>
            </a:extLst>
          </p:cNvPr>
          <p:cNvSpPr>
            <a:spLocks noGrp="1"/>
          </p:cNvSpPr>
          <p:nvPr>
            <p:ph type="body" sz="quarter" idx="42"/>
          </p:nvPr>
        </p:nvSpPr>
        <p:spPr>
          <a:xfrm>
            <a:off x="4244340" y="3527425"/>
            <a:ext cx="1618488" cy="2214563"/>
          </a:xfrm>
        </p:spPr>
        <p:txBody>
          <a:bodyPr/>
          <a:lstStyle>
            <a:lvl1pP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spcAft>
                <a:spcPts val="600"/>
              </a:spcAft>
              <a:defRPr lang="en-US" sz="1200" kern="1200" dirty="0" smtClean="0">
                <a:solidFill>
                  <a:schemeClr val="tx1"/>
                </a:solidFill>
                <a:latin typeface="+mn-lt"/>
                <a:ea typeface="+mn-ea"/>
                <a:cs typeface="+mn-cs"/>
              </a:defRPr>
            </a:lvl4pPr>
            <a:lvl5pPr>
              <a:spcAft>
                <a:spcPts val="600"/>
              </a:spcAft>
              <a:defRPr sz="1200"/>
            </a:lvl5pPr>
            <a:lvl6pP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 level</a:t>
            </a:r>
          </a:p>
          <a:p>
            <a:pPr lvl="5"/>
            <a:r>
              <a:rPr lang="en-US" dirty="0"/>
              <a:t>Fifth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4120896" y="2057400"/>
            <a:ext cx="2194560" cy="1169327"/>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4892211" y="231277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3" name="Text Placeholder 4">
            <a:extLst>
              <a:ext uri="{FF2B5EF4-FFF2-40B4-BE49-F238E27FC236}">
                <a16:creationId xmlns:a16="http://schemas.microsoft.com/office/drawing/2014/main" id="{08A05B84-97A8-DE40-AC36-2CF5A5EAC579}"/>
              </a:ext>
            </a:extLst>
          </p:cNvPr>
          <p:cNvSpPr>
            <a:spLocks noGrp="1"/>
          </p:cNvSpPr>
          <p:nvPr>
            <p:ph type="body" sz="quarter" idx="43"/>
          </p:nvPr>
        </p:nvSpPr>
        <p:spPr>
          <a:xfrm>
            <a:off x="6080760" y="3527425"/>
            <a:ext cx="1618488" cy="2214563"/>
          </a:xfrm>
        </p:spPr>
        <p:txBody>
          <a:bodyPr/>
          <a:lstStyle>
            <a:lvl1pP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spcAft>
                <a:spcPts val="600"/>
              </a:spcAft>
              <a:defRPr lang="en-US" sz="1200" kern="1200" dirty="0" smtClean="0">
                <a:solidFill>
                  <a:schemeClr val="tx1"/>
                </a:solidFill>
                <a:latin typeface="+mn-lt"/>
                <a:ea typeface="+mn-ea"/>
                <a:cs typeface="+mn-cs"/>
              </a:defRPr>
            </a:lvl4pPr>
            <a:lvl5pPr>
              <a:spcAft>
                <a:spcPts val="600"/>
              </a:spcAft>
              <a:defRPr sz="1200"/>
            </a:lvl5pPr>
            <a:lvl6pP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 level</a:t>
            </a:r>
          </a:p>
          <a:p>
            <a:pPr lvl="5"/>
            <a:r>
              <a:rPr lang="en-US" dirty="0"/>
              <a:t>Fifth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5952744" y="2057400"/>
            <a:ext cx="2194560" cy="1169327"/>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6725412" y="231277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4" name="Text Placeholder 5">
            <a:extLst>
              <a:ext uri="{FF2B5EF4-FFF2-40B4-BE49-F238E27FC236}">
                <a16:creationId xmlns:a16="http://schemas.microsoft.com/office/drawing/2014/main" id="{892266CB-F611-0A4C-9735-3AC96E323EF5}"/>
              </a:ext>
            </a:extLst>
          </p:cNvPr>
          <p:cNvSpPr>
            <a:spLocks noGrp="1"/>
          </p:cNvSpPr>
          <p:nvPr>
            <p:ph type="body" sz="quarter" idx="44"/>
          </p:nvPr>
        </p:nvSpPr>
        <p:spPr>
          <a:xfrm>
            <a:off x="7917180" y="3527425"/>
            <a:ext cx="1618488" cy="2214563"/>
          </a:xfrm>
        </p:spPr>
        <p:txBody>
          <a:bodyPr/>
          <a:lstStyle>
            <a:lvl1pP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spcAft>
                <a:spcPts val="600"/>
              </a:spcAft>
              <a:defRPr lang="en-US" sz="1200" kern="1200" dirty="0" smtClean="0">
                <a:solidFill>
                  <a:schemeClr val="tx1"/>
                </a:solidFill>
                <a:latin typeface="+mn-lt"/>
                <a:ea typeface="+mn-ea"/>
                <a:cs typeface="+mn-cs"/>
              </a:defRPr>
            </a:lvl4pPr>
            <a:lvl5pPr>
              <a:spcAft>
                <a:spcPts val="600"/>
              </a:spcAft>
              <a:defRPr sz="1200"/>
            </a:lvl5pPr>
            <a:lvl6pP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 level</a:t>
            </a:r>
          </a:p>
          <a:p>
            <a:pPr lvl="5"/>
            <a:r>
              <a:rPr lang="en-US" dirty="0"/>
              <a:t>Fifth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7784592" y="2057400"/>
            <a:ext cx="2194560" cy="1169327"/>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8557260" y="231277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0" name="Text Placeholder 6">
            <a:extLst>
              <a:ext uri="{FF2B5EF4-FFF2-40B4-BE49-F238E27FC236}">
                <a16:creationId xmlns:a16="http://schemas.microsoft.com/office/drawing/2014/main" id="{65A63BF3-42D5-6049-A16E-9A4E30DD6AA8}"/>
              </a:ext>
            </a:extLst>
          </p:cNvPr>
          <p:cNvSpPr>
            <a:spLocks noGrp="1"/>
          </p:cNvSpPr>
          <p:nvPr>
            <p:ph type="body" sz="quarter" idx="40"/>
          </p:nvPr>
        </p:nvSpPr>
        <p:spPr>
          <a:xfrm>
            <a:off x="9753600" y="3527425"/>
            <a:ext cx="1618488" cy="2214563"/>
          </a:xfrm>
        </p:spPr>
        <p:txBody>
          <a:bodyPr/>
          <a:lstStyle>
            <a:lvl1pP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spcAft>
                <a:spcPts val="600"/>
              </a:spcAft>
              <a:defRPr lang="en-US" sz="1200" kern="1200" dirty="0" smtClean="0">
                <a:solidFill>
                  <a:schemeClr val="tx1"/>
                </a:solidFill>
                <a:latin typeface="+mn-lt"/>
                <a:ea typeface="+mn-ea"/>
                <a:cs typeface="+mn-cs"/>
              </a:defRPr>
            </a:lvl4pPr>
            <a:lvl5pPr>
              <a:spcAft>
                <a:spcPts val="600"/>
              </a:spcAft>
              <a:defRPr sz="1200"/>
            </a:lvl5pPr>
            <a:lvl6pP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r>
              <a:rPr lang="en-US" dirty="0"/>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dirty="0"/>
              <a:t>Fourth level</a:t>
            </a:r>
          </a:p>
          <a:p>
            <a:pPr lvl="5"/>
            <a:r>
              <a:rPr lang="en-US" dirty="0"/>
              <a:t>Fifth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9616440" y="2057400"/>
            <a:ext cx="2194560" cy="1169327"/>
          </a:xfrm>
          <a:prstGeom prst="chevron">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10387755" y="231277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A435E6F7-CAD1-FB4D-BFC3-FF1448AECD7F}"/>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5F4FE575-5AF5-4740-898B-09E6070DC4F1}"/>
              </a:ext>
            </a:extLst>
          </p:cNvPr>
          <p:cNvSpPr>
            <a:spLocks noGrp="1"/>
          </p:cNvSpPr>
          <p:nvPr>
            <p:ph type="sldNum" sz="quarter" idx="3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33467316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Process Chevron w. Icons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44000" cy="603504"/>
          </a:xfrm>
        </p:spPr>
        <p:txBody>
          <a:bodyPr/>
          <a:lstStyle/>
          <a:p>
            <a:r>
              <a:rPr lang="en-US"/>
              <a:t>Click to edit Master title style</a:t>
            </a:r>
          </a:p>
        </p:txBody>
      </p:sp>
      <p:sp>
        <p:nvSpPr>
          <p:cNvPr id="36" name="Text Placeholder 1">
            <a:extLst>
              <a:ext uri="{FF2B5EF4-FFF2-40B4-BE49-F238E27FC236}">
                <a16:creationId xmlns:a16="http://schemas.microsoft.com/office/drawing/2014/main" id="{40E7459B-CDD0-034C-A57D-7466D7EC0E4B}"/>
              </a:ext>
            </a:extLst>
          </p:cNvPr>
          <p:cNvSpPr>
            <a:spLocks noGrp="1"/>
          </p:cNvSpPr>
          <p:nvPr>
            <p:ph type="body" sz="quarter" idx="39"/>
          </p:nvPr>
        </p:nvSpPr>
        <p:spPr>
          <a:xfrm>
            <a:off x="571500" y="3527425"/>
            <a:ext cx="1618488" cy="2214563"/>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lgn="ctr">
              <a:spcAft>
                <a:spcPts val="600"/>
              </a:spcAft>
              <a:buNone/>
              <a:defRPr lang="en-US" sz="1200" kern="1200" dirty="0" smtClean="0">
                <a:solidFill>
                  <a:schemeClr val="tx1"/>
                </a:solidFill>
                <a:latin typeface="+mn-lt"/>
                <a:ea typeface="+mn-ea"/>
                <a:cs typeface="+mn-cs"/>
              </a:defRPr>
            </a:lvl4pPr>
            <a:lvl5pPr algn="ctr">
              <a:spcAft>
                <a:spcPts val="600"/>
              </a:spcAft>
              <a:defRPr sz="1200"/>
            </a:lvl5pPr>
            <a:lvl6pPr algn="ct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endParaRPr lang="en-US" dirty="0"/>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a:off x="571500" y="2057400"/>
            <a:ext cx="2080260" cy="1169327"/>
          </a:xfrm>
          <a:prstGeom prst="homePlat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1049815" y="231745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7" name="Text Placeholder 2">
            <a:extLst>
              <a:ext uri="{FF2B5EF4-FFF2-40B4-BE49-F238E27FC236}">
                <a16:creationId xmlns:a16="http://schemas.microsoft.com/office/drawing/2014/main" id="{8BDF3A91-7F6F-A844-892A-4E993FA003A8}"/>
              </a:ext>
            </a:extLst>
          </p:cNvPr>
          <p:cNvSpPr>
            <a:spLocks noGrp="1"/>
          </p:cNvSpPr>
          <p:nvPr>
            <p:ph type="body" sz="quarter" idx="41"/>
          </p:nvPr>
        </p:nvSpPr>
        <p:spPr>
          <a:xfrm>
            <a:off x="2407920" y="3527425"/>
            <a:ext cx="1618488" cy="2214563"/>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lgn="ctr">
              <a:spcAft>
                <a:spcPts val="600"/>
              </a:spcAft>
              <a:defRPr lang="en-US" sz="1200" kern="1200" dirty="0" smtClean="0">
                <a:solidFill>
                  <a:schemeClr val="tx1"/>
                </a:solidFill>
                <a:latin typeface="+mn-lt"/>
                <a:ea typeface="+mn-ea"/>
                <a:cs typeface="+mn-cs"/>
              </a:defRPr>
            </a:lvl4pPr>
            <a:lvl5pPr algn="ctr">
              <a:spcAft>
                <a:spcPts val="600"/>
              </a:spcAft>
              <a:defRPr sz="1200"/>
            </a:lvl5pPr>
            <a:lvl6pPr algn="ctr">
              <a:spcAft>
                <a:spcPts val="600"/>
              </a:spcAft>
              <a:defRPr sz="1200"/>
            </a:lvl6pPr>
          </a:lstStyle>
          <a:p>
            <a:pPr lvl="0"/>
            <a:r>
              <a:rPr lang="en-US" dirty="0"/>
              <a:t>Click to edit Master text styles</a:t>
            </a:r>
          </a:p>
          <a:p>
            <a:pPr lvl="1"/>
            <a:r>
              <a:rPr lang="en-US" dirty="0"/>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289048" y="2057400"/>
            <a:ext cx="2194560" cy="1169327"/>
          </a:xfrm>
          <a:prstGeom prst="chevron">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3061462" y="231745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8" name="Text Placeholder 3">
            <a:extLst>
              <a:ext uri="{FF2B5EF4-FFF2-40B4-BE49-F238E27FC236}">
                <a16:creationId xmlns:a16="http://schemas.microsoft.com/office/drawing/2014/main" id="{2D433014-31A8-1341-9FCC-EB97DB1151E1}"/>
              </a:ext>
            </a:extLst>
          </p:cNvPr>
          <p:cNvSpPr>
            <a:spLocks noGrp="1"/>
          </p:cNvSpPr>
          <p:nvPr>
            <p:ph type="body" sz="quarter" idx="42"/>
          </p:nvPr>
        </p:nvSpPr>
        <p:spPr>
          <a:xfrm>
            <a:off x="4244340" y="3527425"/>
            <a:ext cx="1618488" cy="2214563"/>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lgn="ctr">
              <a:spcAft>
                <a:spcPts val="600"/>
              </a:spcAft>
              <a:defRPr lang="en-US" sz="1200" kern="1200" dirty="0" smtClean="0">
                <a:solidFill>
                  <a:schemeClr val="tx1"/>
                </a:solidFill>
                <a:latin typeface="+mn-lt"/>
                <a:ea typeface="+mn-ea"/>
                <a:cs typeface="+mn-cs"/>
              </a:defRPr>
            </a:lvl4pPr>
            <a:lvl5pPr algn="ctr">
              <a:spcAft>
                <a:spcPts val="600"/>
              </a:spcAft>
              <a:defRPr sz="1200"/>
            </a:lvl5pPr>
            <a:lvl6pPr algn="ctr">
              <a:spcAft>
                <a:spcPts val="600"/>
              </a:spcAft>
              <a:defRPr sz="1200"/>
            </a:lvl6pPr>
          </a:lstStyle>
          <a:p>
            <a:pPr lvl="0"/>
            <a:r>
              <a:rPr lang="en-US" dirty="0"/>
              <a:t>Click to edit Master text styles</a:t>
            </a:r>
          </a:p>
          <a:p>
            <a:pPr lvl="1"/>
            <a:r>
              <a:rPr lang="en-US" dirty="0"/>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4120896" y="2057400"/>
            <a:ext cx="2194560" cy="1169327"/>
          </a:xfrm>
          <a:prstGeom prst="chevron">
            <a:avLst/>
          </a:prstGeom>
          <a:solidFill>
            <a:srgbClr val="671CAA"/>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4893310" y="231745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9" name="Text Placeholder 4">
            <a:extLst>
              <a:ext uri="{FF2B5EF4-FFF2-40B4-BE49-F238E27FC236}">
                <a16:creationId xmlns:a16="http://schemas.microsoft.com/office/drawing/2014/main" id="{B4C2D90E-D492-3F4A-B68A-C35D932376A7}"/>
              </a:ext>
            </a:extLst>
          </p:cNvPr>
          <p:cNvSpPr>
            <a:spLocks noGrp="1"/>
          </p:cNvSpPr>
          <p:nvPr>
            <p:ph type="body" sz="quarter" idx="43"/>
          </p:nvPr>
        </p:nvSpPr>
        <p:spPr>
          <a:xfrm>
            <a:off x="6080760" y="3527425"/>
            <a:ext cx="1618488" cy="2214563"/>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lgn="ctr">
              <a:spcAft>
                <a:spcPts val="600"/>
              </a:spcAft>
              <a:buNone/>
              <a:defRPr lang="en-US" sz="1200" kern="1200" dirty="0" smtClean="0">
                <a:solidFill>
                  <a:schemeClr val="tx1"/>
                </a:solidFill>
                <a:latin typeface="+mn-lt"/>
                <a:ea typeface="+mn-ea"/>
                <a:cs typeface="+mn-cs"/>
              </a:defRPr>
            </a:lvl4pPr>
            <a:lvl5pPr algn="ctr">
              <a:spcAft>
                <a:spcPts val="600"/>
              </a:spcAft>
              <a:defRPr sz="1200"/>
            </a:lvl5pPr>
            <a:lvl6pPr algn="ctr">
              <a:spcAft>
                <a:spcPts val="600"/>
              </a:spcAft>
              <a:defRPr sz="1200"/>
            </a:lvl6pPr>
          </a:lstStyle>
          <a:p>
            <a:pPr lvl="0"/>
            <a:r>
              <a:rPr lang="en-US" dirty="0"/>
              <a:t>Click to edit Master text styles</a:t>
            </a:r>
          </a:p>
          <a:p>
            <a:pPr lvl="1"/>
            <a:r>
              <a:rPr lang="en-US" dirty="0"/>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pPr>
            <a:endParaRPr lang="en-US" dirty="0"/>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5952744" y="2057400"/>
            <a:ext cx="2194560" cy="1169327"/>
          </a:xfrm>
          <a:prstGeom prst="chevron">
            <a:avLst/>
          </a:prstGeom>
          <a:solidFill>
            <a:schemeClr val="accent2"/>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6726938" y="231745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40" name="Text Placeholder 5">
            <a:extLst>
              <a:ext uri="{FF2B5EF4-FFF2-40B4-BE49-F238E27FC236}">
                <a16:creationId xmlns:a16="http://schemas.microsoft.com/office/drawing/2014/main" id="{FBFB1741-F56C-4A4A-93A6-77771F6563AA}"/>
              </a:ext>
            </a:extLst>
          </p:cNvPr>
          <p:cNvSpPr>
            <a:spLocks noGrp="1"/>
          </p:cNvSpPr>
          <p:nvPr>
            <p:ph type="body" sz="quarter" idx="44"/>
          </p:nvPr>
        </p:nvSpPr>
        <p:spPr>
          <a:xfrm>
            <a:off x="7917180" y="3527425"/>
            <a:ext cx="1618488" cy="2214563"/>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lgn="ctr">
              <a:spcAft>
                <a:spcPts val="600"/>
              </a:spcAft>
              <a:defRPr lang="en-US" sz="1200" kern="1200" dirty="0" smtClean="0">
                <a:solidFill>
                  <a:schemeClr val="tx1"/>
                </a:solidFill>
                <a:latin typeface="+mn-lt"/>
                <a:ea typeface="+mn-ea"/>
                <a:cs typeface="+mn-cs"/>
              </a:defRPr>
            </a:lvl4pPr>
            <a:lvl5pPr algn="ctr">
              <a:spcAft>
                <a:spcPts val="600"/>
              </a:spcAft>
              <a:defRPr sz="1200"/>
            </a:lvl5pPr>
            <a:lvl6pPr algn="ctr">
              <a:spcAft>
                <a:spcPts val="600"/>
              </a:spcAft>
              <a:defRPr sz="1200"/>
            </a:lvl6pPr>
          </a:lstStyle>
          <a:p>
            <a:pPr lvl="0"/>
            <a:r>
              <a:rPr lang="en-US" dirty="0"/>
              <a:t>Click to edit Master text styles</a:t>
            </a:r>
          </a:p>
          <a:p>
            <a:pPr lvl="1"/>
            <a:r>
              <a:rPr lang="en-US" dirty="0"/>
              <a:t>Second level</a:t>
            </a:r>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7784592" y="2057400"/>
            <a:ext cx="2194560" cy="1169327"/>
          </a:xfrm>
          <a:prstGeom prst="chevron">
            <a:avLst/>
          </a:prstGeom>
          <a:solidFill>
            <a:schemeClr val="accent3"/>
          </a:solidFill>
        </p:spPr>
        <p:txBody>
          <a:bodyPr/>
          <a:lstStyle>
            <a:lvl1pPr>
              <a:defRPr sz="100">
                <a:solidFill>
                  <a:srgbClr val="FF914D"/>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8557260" y="231745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41" name="Text Placeholder 6">
            <a:extLst>
              <a:ext uri="{FF2B5EF4-FFF2-40B4-BE49-F238E27FC236}">
                <a16:creationId xmlns:a16="http://schemas.microsoft.com/office/drawing/2014/main" id="{D3A80DE9-D164-3448-B06E-972EFC10E02F}"/>
              </a:ext>
            </a:extLst>
          </p:cNvPr>
          <p:cNvSpPr>
            <a:spLocks noGrp="1"/>
          </p:cNvSpPr>
          <p:nvPr>
            <p:ph type="body" sz="quarter" idx="40"/>
          </p:nvPr>
        </p:nvSpPr>
        <p:spPr>
          <a:xfrm>
            <a:off x="9753600" y="3527425"/>
            <a:ext cx="1618488" cy="2214563"/>
          </a:xfrm>
        </p:spPr>
        <p:txBody>
          <a:bodyPr/>
          <a:lstStyle>
            <a:lvl1pPr algn="ctr">
              <a:spcAft>
                <a:spcPts val="300"/>
              </a:spcAft>
              <a:defRPr sz="12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smtClean="0">
                <a:solidFill>
                  <a:schemeClr val="tx1"/>
                </a:solidFill>
                <a:latin typeface="+mn-lt"/>
                <a:ea typeface="+mn-ea"/>
                <a:cs typeface="+mn-cs"/>
              </a:defRPr>
            </a:lvl3pPr>
            <a:lvl4pPr algn="ctr">
              <a:spcAft>
                <a:spcPts val="600"/>
              </a:spcAft>
              <a:defRPr lang="en-US" sz="1200" kern="1200" dirty="0" smtClean="0">
                <a:solidFill>
                  <a:schemeClr val="tx1"/>
                </a:solidFill>
                <a:latin typeface="+mn-lt"/>
                <a:ea typeface="+mn-ea"/>
                <a:cs typeface="+mn-cs"/>
              </a:defRPr>
            </a:lvl4pPr>
            <a:lvl5pPr algn="ctr">
              <a:spcAft>
                <a:spcPts val="600"/>
              </a:spcAft>
              <a:defRPr sz="1200"/>
            </a:lvl5pPr>
            <a:lvl6pPr algn="ctr">
              <a:spcAft>
                <a:spcPts val="600"/>
              </a:spcAft>
              <a:defRPr sz="1200"/>
            </a:lvl6pPr>
          </a:lstStyle>
          <a:p>
            <a:pPr lvl="0"/>
            <a:r>
              <a:rPr lang="en-US" dirty="0"/>
              <a:t>Click to edit Master text styles</a:t>
            </a:r>
          </a:p>
          <a:p>
            <a:pPr lvl="1"/>
            <a:r>
              <a:rPr lang="en-US" dirty="0"/>
              <a:t>Second level</a:t>
            </a:r>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9616440" y="2057400"/>
            <a:ext cx="2194560" cy="1169327"/>
          </a:xfrm>
          <a:prstGeom prst="chevron">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10387582" y="231745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
            <a:extLst>
              <a:ext uri="{FF2B5EF4-FFF2-40B4-BE49-F238E27FC236}">
                <a16:creationId xmlns:a16="http://schemas.microsoft.com/office/drawing/2014/main" id="{50BF4A6A-3B04-8847-9A85-65E261B031C3}"/>
              </a:ext>
            </a:extLst>
          </p:cNvPr>
          <p:cNvSpPr>
            <a:spLocks noGrp="1"/>
          </p:cNvSpPr>
          <p:nvPr>
            <p:ph type="ftr" sz="quarter" idx="3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3DF6E8F8-21E9-B745-BFAC-6957E9129387}"/>
              </a:ext>
            </a:extLst>
          </p:cNvPr>
          <p:cNvSpPr>
            <a:spLocks noGrp="1"/>
          </p:cNvSpPr>
          <p:nvPr>
            <p:ph type="sldNum" sz="quarter" idx="3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82033062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Process Circle w. Icons (gradient)">
    <p:spTree>
      <p:nvGrpSpPr>
        <p:cNvPr id="1" name=""/>
        <p:cNvGrpSpPr/>
        <p:nvPr/>
      </p:nvGrpSpPr>
      <p:grpSpPr>
        <a:xfrm>
          <a:off x="0" y="0"/>
          <a:ext cx="0" cy="0"/>
          <a:chOff x="0" y="0"/>
          <a:chExt cx="0" cy="0"/>
        </a:xfrm>
      </p:grpSpPr>
      <p:sp>
        <p:nvSpPr>
          <p:cNvPr id="30" name="Timeline">
            <a:extLst>
              <a:ext uri="{FF2B5EF4-FFF2-40B4-BE49-F238E27FC236}">
                <a16:creationId xmlns:a16="http://schemas.microsoft.com/office/drawing/2014/main" id="{2F54635E-D719-C14F-ADCD-119EB0B2AD62}"/>
              </a:ext>
            </a:extLst>
          </p:cNvPr>
          <p:cNvSpPr>
            <a:spLocks noGrp="1"/>
          </p:cNvSpPr>
          <p:nvPr>
            <p:ph type="body" sz="quarter" idx="20"/>
          </p:nvPr>
        </p:nvSpPr>
        <p:spPr>
          <a:xfrm>
            <a:off x="975360" y="2437203"/>
            <a:ext cx="10241280"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504950" y="571501"/>
            <a:ext cx="9182100" cy="603504"/>
          </a:xfrm>
        </p:spPr>
        <p:txBody>
          <a:bodyPr/>
          <a:lstStyle>
            <a:lvl1pPr algn="ctr">
              <a:defRPr/>
            </a:lvl1pPr>
          </a:lstStyle>
          <a:p>
            <a:r>
              <a:rPr lang="en-US"/>
              <a:t>Click to edit Master title style</a:t>
            </a:r>
          </a:p>
        </p:txBody>
      </p:sp>
      <p:sp>
        <p:nvSpPr>
          <p:cNvPr id="31" name="Text Placeholder 1">
            <a:extLst>
              <a:ext uri="{FF2B5EF4-FFF2-40B4-BE49-F238E27FC236}">
                <a16:creationId xmlns:a16="http://schemas.microsoft.com/office/drawing/2014/main" id="{CAF59E09-8D1D-9846-AD50-FA46BC8DA21F}"/>
              </a:ext>
            </a:extLst>
          </p:cNvPr>
          <p:cNvSpPr>
            <a:spLocks noGrp="1"/>
          </p:cNvSpPr>
          <p:nvPr>
            <p:ph type="body" sz="quarter" idx="15"/>
          </p:nvPr>
        </p:nvSpPr>
        <p:spPr>
          <a:xfrm>
            <a:off x="583692" y="3111426"/>
            <a:ext cx="1597870" cy="291236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Char cha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lvl="2" indent="-171450" algn="ctr" defTabSz="914400" rtl="0" eaLnBrk="1" latinLnBrk="0" hangingPunct="1">
              <a:lnSpc>
                <a:spcPct val="130000"/>
              </a:lnSpc>
              <a:spcBef>
                <a:spcPts val="0"/>
              </a:spcBef>
              <a:spcAft>
                <a:spcPts val="300"/>
              </a:spcAft>
            </a:pPr>
            <a:r>
              <a:rPr lang="en-US" dirty="0"/>
              <a:t>Third level</a:t>
            </a:r>
          </a:p>
        </p:txBody>
      </p:sp>
      <p:sp>
        <p:nvSpPr>
          <p:cNvPr id="6" name="Timeline Marker 1">
            <a:extLst>
              <a:ext uri="{FF2B5EF4-FFF2-40B4-BE49-F238E27FC236}">
                <a16:creationId xmlns:a16="http://schemas.microsoft.com/office/drawing/2014/main" id="{B606C694-E3FF-C046-818C-2E3ADC91534A}"/>
              </a:ext>
            </a:extLst>
          </p:cNvPr>
          <p:cNvSpPr>
            <a:spLocks noGrp="1" noChangeAspect="1"/>
          </p:cNvSpPr>
          <p:nvPr>
            <p:ph type="body" sz="quarter" idx="21"/>
          </p:nvPr>
        </p:nvSpPr>
        <p:spPr>
          <a:xfrm>
            <a:off x="882010" y="1937015"/>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1060318" y="211259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Text Placeholder 2">
            <a:extLst>
              <a:ext uri="{FF2B5EF4-FFF2-40B4-BE49-F238E27FC236}">
                <a16:creationId xmlns:a16="http://schemas.microsoft.com/office/drawing/2014/main" id="{DA84BCB2-7E7D-0044-BCD1-946C9C2C25AC}"/>
              </a:ext>
            </a:extLst>
          </p:cNvPr>
          <p:cNvSpPr>
            <a:spLocks noGrp="1"/>
          </p:cNvSpPr>
          <p:nvPr>
            <p:ph type="body" sz="quarter" idx="50"/>
          </p:nvPr>
        </p:nvSpPr>
        <p:spPr>
          <a:xfrm>
            <a:off x="2463713" y="3111426"/>
            <a:ext cx="1597870" cy="291236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a:off x="2756150" y="1937015"/>
            <a:ext cx="1005840" cy="1005840"/>
          </a:xfrm>
          <a:prstGeom prst="ellipse">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2934458" y="211259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3" name="Text Placeholder 3">
            <a:extLst>
              <a:ext uri="{FF2B5EF4-FFF2-40B4-BE49-F238E27FC236}">
                <a16:creationId xmlns:a16="http://schemas.microsoft.com/office/drawing/2014/main" id="{AFAD196C-5A38-CE4F-A82B-A16A245E1AF2}"/>
              </a:ext>
            </a:extLst>
          </p:cNvPr>
          <p:cNvSpPr>
            <a:spLocks noGrp="1"/>
          </p:cNvSpPr>
          <p:nvPr>
            <p:ph type="body" sz="quarter" idx="51"/>
          </p:nvPr>
        </p:nvSpPr>
        <p:spPr>
          <a:xfrm>
            <a:off x="4343734" y="3111426"/>
            <a:ext cx="1597870" cy="291236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a:off x="4630290" y="1937015"/>
            <a:ext cx="1005840" cy="1005840"/>
          </a:xfrm>
          <a:prstGeom prst="ellipse">
            <a:avLst/>
          </a:prstGeom>
          <a:solidFill>
            <a:srgbClr val="671CAA"/>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4808598" y="211259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7" name="Text Placeholder 4">
            <a:extLst>
              <a:ext uri="{FF2B5EF4-FFF2-40B4-BE49-F238E27FC236}">
                <a16:creationId xmlns:a16="http://schemas.microsoft.com/office/drawing/2014/main" id="{FB4A5DE2-2230-9A40-B128-0FB2BD3DFCBE}"/>
              </a:ext>
            </a:extLst>
          </p:cNvPr>
          <p:cNvSpPr>
            <a:spLocks noGrp="1"/>
          </p:cNvSpPr>
          <p:nvPr>
            <p:ph type="body" sz="quarter" idx="57"/>
          </p:nvPr>
        </p:nvSpPr>
        <p:spPr>
          <a:xfrm>
            <a:off x="6208415" y="3111426"/>
            <a:ext cx="1597870" cy="291236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a:off x="6504430" y="1937015"/>
            <a:ext cx="1005840" cy="1005840"/>
          </a:xfrm>
          <a:prstGeom prst="ellipse">
            <a:avLst/>
          </a:prstGeom>
          <a:solidFill>
            <a:schemeClr val="accent2"/>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6682738" y="211259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5" name="Text Placeholder 5">
            <a:extLst>
              <a:ext uri="{FF2B5EF4-FFF2-40B4-BE49-F238E27FC236}">
                <a16:creationId xmlns:a16="http://schemas.microsoft.com/office/drawing/2014/main" id="{5EA71C17-B44F-A241-92F5-D05E070CC1EC}"/>
              </a:ext>
            </a:extLst>
          </p:cNvPr>
          <p:cNvSpPr>
            <a:spLocks noGrp="1"/>
          </p:cNvSpPr>
          <p:nvPr>
            <p:ph type="body" sz="quarter" idx="53"/>
          </p:nvPr>
        </p:nvSpPr>
        <p:spPr>
          <a:xfrm>
            <a:off x="8122396" y="3111426"/>
            <a:ext cx="1597870" cy="291236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200"/>
            </a:lvl4pPr>
            <a:lvl5pPr algn="ctr">
              <a:defRPr sz="1200"/>
            </a:lvl5pPr>
            <a:lvl6pPr>
              <a:defRPr sz="1200"/>
            </a:lvl6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6" name="Timeline Marker 5">
            <a:extLst>
              <a:ext uri="{FF2B5EF4-FFF2-40B4-BE49-F238E27FC236}">
                <a16:creationId xmlns:a16="http://schemas.microsoft.com/office/drawing/2014/main" id="{C085402B-43AC-C542-B2D5-F3490F888A43}"/>
              </a:ext>
            </a:extLst>
          </p:cNvPr>
          <p:cNvSpPr>
            <a:spLocks noGrp="1"/>
          </p:cNvSpPr>
          <p:nvPr>
            <p:ph type="body" sz="quarter" idx="33"/>
          </p:nvPr>
        </p:nvSpPr>
        <p:spPr>
          <a:xfrm>
            <a:off x="8378570" y="1937015"/>
            <a:ext cx="1005840" cy="1005840"/>
          </a:xfrm>
          <a:prstGeom prst="ellipse">
            <a:avLst/>
          </a:prstGeom>
          <a:solidFill>
            <a:schemeClr val="accent3"/>
          </a:solidFill>
        </p:spPr>
        <p:txBody>
          <a:bodyPr/>
          <a:lstStyle>
            <a:lvl1pPr>
              <a:defRPr sz="100">
                <a:solidFill>
                  <a:srgbClr val="FF914D"/>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5" name="Icon Placeholder 5">
            <a:extLst>
              <a:ext uri="{FF2B5EF4-FFF2-40B4-BE49-F238E27FC236}">
                <a16:creationId xmlns:a16="http://schemas.microsoft.com/office/drawing/2014/main" id="{3AD34911-5E2B-8C47-8C55-76297573A49A}"/>
              </a:ext>
            </a:extLst>
          </p:cNvPr>
          <p:cNvSpPr>
            <a:spLocks noGrp="1"/>
          </p:cNvSpPr>
          <p:nvPr>
            <p:ph type="pic" sz="quarter" idx="32" hasCustomPrompt="1"/>
          </p:nvPr>
        </p:nvSpPr>
        <p:spPr>
          <a:xfrm>
            <a:off x="8556878" y="211259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6" name="Text Placeholder 6">
            <a:extLst>
              <a:ext uri="{FF2B5EF4-FFF2-40B4-BE49-F238E27FC236}">
                <a16:creationId xmlns:a16="http://schemas.microsoft.com/office/drawing/2014/main" id="{0964D57D-B4EE-CE4B-88D9-5EB7EA89BF5B}"/>
              </a:ext>
            </a:extLst>
          </p:cNvPr>
          <p:cNvSpPr>
            <a:spLocks noGrp="1"/>
          </p:cNvSpPr>
          <p:nvPr>
            <p:ph type="body" sz="quarter" idx="54"/>
          </p:nvPr>
        </p:nvSpPr>
        <p:spPr>
          <a:xfrm>
            <a:off x="10002415" y="3111426"/>
            <a:ext cx="1597870" cy="291236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200"/>
            </a:lvl4pPr>
            <a:lvl5pPr algn="ctr">
              <a:defRPr sz="1200"/>
            </a:lvl5pPr>
            <a:lvl6pPr>
              <a:defRPr sz="1200"/>
            </a:lvl6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29" name="Timeline Marker 6">
            <a:extLst>
              <a:ext uri="{FF2B5EF4-FFF2-40B4-BE49-F238E27FC236}">
                <a16:creationId xmlns:a16="http://schemas.microsoft.com/office/drawing/2014/main" id="{E9E7172C-ECD9-2447-B6B4-B7EE38681E52}"/>
              </a:ext>
            </a:extLst>
          </p:cNvPr>
          <p:cNvSpPr>
            <a:spLocks noGrp="1"/>
          </p:cNvSpPr>
          <p:nvPr>
            <p:ph type="body" sz="quarter" idx="36"/>
          </p:nvPr>
        </p:nvSpPr>
        <p:spPr>
          <a:xfrm>
            <a:off x="10252710" y="1937015"/>
            <a:ext cx="1005840" cy="1005840"/>
          </a:xfrm>
          <a:prstGeom prst="ellipse">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8" name="Icon Placeholder 6">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10431018" y="2112591"/>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EDF1E046-D4AD-4A44-8F3F-0DC755DE9336}"/>
              </a:ext>
            </a:extLst>
          </p:cNvPr>
          <p:cNvSpPr>
            <a:spLocks noGrp="1"/>
          </p:cNvSpPr>
          <p:nvPr>
            <p:ph type="ftr" sz="quarter" idx="5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9F681C50-A031-0941-A219-384621FB4697}"/>
              </a:ext>
            </a:extLst>
          </p:cNvPr>
          <p:cNvSpPr>
            <a:spLocks noGrp="1"/>
          </p:cNvSpPr>
          <p:nvPr>
            <p:ph type="sldNum" sz="quarter" idx="5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98701852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meline Teardrop w. Icons (gradient)">
    <p:spTree>
      <p:nvGrpSpPr>
        <p:cNvPr id="1" name=""/>
        <p:cNvGrpSpPr/>
        <p:nvPr/>
      </p:nvGrpSpPr>
      <p:grpSpPr>
        <a:xfrm>
          <a:off x="0" y="0"/>
          <a:ext cx="0" cy="0"/>
          <a:chOff x="0" y="0"/>
          <a:chExt cx="0" cy="0"/>
        </a:xfrm>
      </p:grpSpPr>
      <p:sp>
        <p:nvSpPr>
          <p:cNvPr id="30" name="Timeline">
            <a:extLst>
              <a:ext uri="{FF2B5EF4-FFF2-40B4-BE49-F238E27FC236}">
                <a16:creationId xmlns:a16="http://schemas.microsoft.com/office/drawing/2014/main" id="{2F54635E-D719-C14F-ADCD-119EB0B2AD62}"/>
              </a:ext>
            </a:extLst>
          </p:cNvPr>
          <p:cNvSpPr>
            <a:spLocks noGrp="1"/>
          </p:cNvSpPr>
          <p:nvPr>
            <p:ph type="body" sz="quarter" idx="20"/>
          </p:nvPr>
        </p:nvSpPr>
        <p:spPr>
          <a:xfrm>
            <a:off x="1404954" y="3468631"/>
            <a:ext cx="9370510"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504950" y="571501"/>
            <a:ext cx="9182100" cy="603504"/>
          </a:xfrm>
        </p:spPr>
        <p:txBody>
          <a:bodyPr/>
          <a:lstStyle>
            <a:lvl1pPr algn="ctr">
              <a:defRPr/>
            </a:lvl1pPr>
          </a:lstStyle>
          <a:p>
            <a:r>
              <a:rPr lang="en-US" dirty="0"/>
              <a:t>Click to edit Master title style</a:t>
            </a:r>
          </a:p>
        </p:txBody>
      </p:sp>
      <p:sp>
        <p:nvSpPr>
          <p:cNvPr id="27" name="Text Placeholder 1">
            <a:extLst>
              <a:ext uri="{FF2B5EF4-FFF2-40B4-BE49-F238E27FC236}">
                <a16:creationId xmlns:a16="http://schemas.microsoft.com/office/drawing/2014/main" id="{AE2FC7FA-D1F1-4741-8E37-3C84D537C34B}"/>
              </a:ext>
            </a:extLst>
          </p:cNvPr>
          <p:cNvSpPr>
            <a:spLocks noGrp="1"/>
          </p:cNvSpPr>
          <p:nvPr>
            <p:ph type="body" sz="quarter" idx="44"/>
          </p:nvPr>
        </p:nvSpPr>
        <p:spPr>
          <a:xfrm>
            <a:off x="613249" y="3892361"/>
            <a:ext cx="1600200" cy="813816"/>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6" name="Timeline Marker 1">
            <a:extLst>
              <a:ext uri="{FF2B5EF4-FFF2-40B4-BE49-F238E27FC236}">
                <a16:creationId xmlns:a16="http://schemas.microsoft.com/office/drawing/2014/main" id="{B606C694-E3FF-C046-818C-2E3ADC91534A}"/>
              </a:ext>
            </a:extLst>
          </p:cNvPr>
          <p:cNvSpPr>
            <a:spLocks noGrp="1"/>
          </p:cNvSpPr>
          <p:nvPr>
            <p:ph type="body" sz="quarter" idx="21"/>
          </p:nvPr>
        </p:nvSpPr>
        <p:spPr>
          <a:xfrm rot="8100000">
            <a:off x="869703" y="2116382"/>
            <a:ext cx="1097280" cy="1097280"/>
          </a:xfrm>
          <a:prstGeom prst="teardrop">
            <a:avLst/>
          </a:prstGeom>
          <a:solidFill>
            <a:schemeClr val="bg1"/>
          </a:solidFill>
          <a:ln w="76200">
            <a:solidFill>
              <a:schemeClr val="tx2"/>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3" name="Circle 1">
            <a:extLst>
              <a:ext uri="{FF2B5EF4-FFF2-40B4-BE49-F238E27FC236}">
                <a16:creationId xmlns:a16="http://schemas.microsoft.com/office/drawing/2014/main" id="{8638E0E6-86FA-1141-86CC-F9273817CEC4}"/>
              </a:ext>
            </a:extLst>
          </p:cNvPr>
          <p:cNvSpPr>
            <a:spLocks noGrp="1"/>
          </p:cNvSpPr>
          <p:nvPr>
            <p:ph type="body" sz="quarter" idx="39"/>
          </p:nvPr>
        </p:nvSpPr>
        <p:spPr>
          <a:xfrm>
            <a:off x="1323473" y="3392647"/>
            <a:ext cx="182880" cy="182880"/>
          </a:xfrm>
          <a:prstGeom prst="ellipse">
            <a:avLst/>
          </a:prstGeom>
          <a:solidFill>
            <a:schemeClr val="bg1"/>
          </a:solidFill>
          <a:ln w="15875">
            <a:solidFill>
              <a:schemeClr val="tx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BEBDBD93-5B7D-C348-A0B0-D59B7451CA8C}"/>
              </a:ext>
            </a:extLst>
          </p:cNvPr>
          <p:cNvSpPr>
            <a:spLocks noGrp="1"/>
          </p:cNvSpPr>
          <p:nvPr>
            <p:ph type="pic" sz="quarter" idx="19" hasCustomPrompt="1"/>
          </p:nvPr>
        </p:nvSpPr>
        <p:spPr>
          <a:xfrm>
            <a:off x="1090301" y="2339592"/>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8" name="Text Placeholder 2">
            <a:extLst>
              <a:ext uri="{FF2B5EF4-FFF2-40B4-BE49-F238E27FC236}">
                <a16:creationId xmlns:a16="http://schemas.microsoft.com/office/drawing/2014/main" id="{75088D65-A9D2-8D44-94D8-BBA8A080441A}"/>
              </a:ext>
            </a:extLst>
          </p:cNvPr>
          <p:cNvSpPr>
            <a:spLocks noGrp="1"/>
          </p:cNvSpPr>
          <p:nvPr>
            <p:ph type="body" sz="quarter" idx="50"/>
          </p:nvPr>
        </p:nvSpPr>
        <p:spPr>
          <a:xfrm>
            <a:off x="2940593" y="2307024"/>
            <a:ext cx="1600200"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7" name="Timeline Marker 2">
            <a:extLst>
              <a:ext uri="{FF2B5EF4-FFF2-40B4-BE49-F238E27FC236}">
                <a16:creationId xmlns:a16="http://schemas.microsoft.com/office/drawing/2014/main" id="{1BFBE03B-C338-9243-87BC-589050C29DE4}"/>
              </a:ext>
            </a:extLst>
          </p:cNvPr>
          <p:cNvSpPr>
            <a:spLocks noGrp="1"/>
          </p:cNvSpPr>
          <p:nvPr>
            <p:ph type="body" sz="quarter" idx="24"/>
          </p:nvPr>
        </p:nvSpPr>
        <p:spPr>
          <a:xfrm rot="18900000">
            <a:off x="3188499" y="3820658"/>
            <a:ext cx="1097280" cy="1097280"/>
          </a:xfrm>
          <a:prstGeom prst="teardrop">
            <a:avLst/>
          </a:prstGeom>
          <a:solidFill>
            <a:schemeClr val="bg1"/>
          </a:solidFill>
          <a:ln w="79375">
            <a:solidFill>
              <a:schemeClr val="accent1"/>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4" name="Circle 2">
            <a:extLst>
              <a:ext uri="{FF2B5EF4-FFF2-40B4-BE49-F238E27FC236}">
                <a16:creationId xmlns:a16="http://schemas.microsoft.com/office/drawing/2014/main" id="{E02C382C-FDE6-864B-B550-55F6AEBEF9AA}"/>
              </a:ext>
            </a:extLst>
          </p:cNvPr>
          <p:cNvSpPr>
            <a:spLocks noGrp="1"/>
          </p:cNvSpPr>
          <p:nvPr>
            <p:ph type="body" sz="quarter" idx="40"/>
          </p:nvPr>
        </p:nvSpPr>
        <p:spPr>
          <a:xfrm>
            <a:off x="3644818" y="3425108"/>
            <a:ext cx="182880" cy="182880"/>
          </a:xfrm>
          <a:prstGeom prst="ellipse">
            <a:avLst/>
          </a:prstGeom>
          <a:solidFill>
            <a:schemeClr val="bg1"/>
          </a:solidFill>
          <a:ln w="15875">
            <a:solidFill>
              <a:schemeClr val="accent1"/>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F2E6A368-E249-A54D-B159-22936BA5F19D}"/>
              </a:ext>
            </a:extLst>
          </p:cNvPr>
          <p:cNvSpPr>
            <a:spLocks noGrp="1"/>
          </p:cNvSpPr>
          <p:nvPr>
            <p:ph type="pic" sz="quarter" idx="23" hasCustomPrompt="1"/>
          </p:nvPr>
        </p:nvSpPr>
        <p:spPr>
          <a:xfrm>
            <a:off x="3412527" y="4027940"/>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9" name="Text Placeholder 3">
            <a:extLst>
              <a:ext uri="{FF2B5EF4-FFF2-40B4-BE49-F238E27FC236}">
                <a16:creationId xmlns:a16="http://schemas.microsoft.com/office/drawing/2014/main" id="{01F72C53-F7B9-3447-A88E-BA8A922440C8}"/>
              </a:ext>
            </a:extLst>
          </p:cNvPr>
          <p:cNvSpPr>
            <a:spLocks noGrp="1"/>
          </p:cNvSpPr>
          <p:nvPr>
            <p:ph type="body" sz="quarter" idx="51"/>
          </p:nvPr>
        </p:nvSpPr>
        <p:spPr>
          <a:xfrm>
            <a:off x="5247403" y="3886744"/>
            <a:ext cx="1600200"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0" name="Timeline Marker 3">
            <a:extLst>
              <a:ext uri="{FF2B5EF4-FFF2-40B4-BE49-F238E27FC236}">
                <a16:creationId xmlns:a16="http://schemas.microsoft.com/office/drawing/2014/main" id="{9E6AA1BD-8A53-6146-9051-36A61C02F3BA}"/>
              </a:ext>
            </a:extLst>
          </p:cNvPr>
          <p:cNvSpPr>
            <a:spLocks noGrp="1"/>
          </p:cNvSpPr>
          <p:nvPr>
            <p:ph type="body" sz="quarter" idx="27"/>
          </p:nvPr>
        </p:nvSpPr>
        <p:spPr>
          <a:xfrm rot="8100000">
            <a:off x="5498863" y="2111829"/>
            <a:ext cx="1097280" cy="1097280"/>
          </a:xfrm>
          <a:prstGeom prst="teardrop">
            <a:avLst/>
          </a:prstGeom>
          <a:solidFill>
            <a:schemeClr val="bg1"/>
          </a:solidFill>
          <a:ln w="76200">
            <a:solidFill>
              <a:schemeClr val="accent2"/>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5" name="Circle 3">
            <a:extLst>
              <a:ext uri="{FF2B5EF4-FFF2-40B4-BE49-F238E27FC236}">
                <a16:creationId xmlns:a16="http://schemas.microsoft.com/office/drawing/2014/main" id="{BE793FE5-FF70-3540-BEA1-3C3D27FC3CCD}"/>
              </a:ext>
            </a:extLst>
          </p:cNvPr>
          <p:cNvSpPr>
            <a:spLocks noGrp="1"/>
          </p:cNvSpPr>
          <p:nvPr>
            <p:ph type="body" sz="quarter" idx="41"/>
          </p:nvPr>
        </p:nvSpPr>
        <p:spPr>
          <a:xfrm>
            <a:off x="5956944" y="3425262"/>
            <a:ext cx="182880" cy="182880"/>
          </a:xfrm>
          <a:prstGeom prst="ellipse">
            <a:avLst/>
          </a:prstGeom>
          <a:solidFill>
            <a:schemeClr val="bg1"/>
          </a:solidFill>
          <a:ln w="15875">
            <a:solidFill>
              <a:schemeClr val="accent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9" name="Icon Placeholder 3">
            <a:extLst>
              <a:ext uri="{FF2B5EF4-FFF2-40B4-BE49-F238E27FC236}">
                <a16:creationId xmlns:a16="http://schemas.microsoft.com/office/drawing/2014/main" id="{176E0699-763B-7347-8E7D-937F394F39FD}"/>
              </a:ext>
            </a:extLst>
          </p:cNvPr>
          <p:cNvSpPr>
            <a:spLocks noGrp="1"/>
          </p:cNvSpPr>
          <p:nvPr>
            <p:ph type="pic" sz="quarter" idx="26" hasCustomPrompt="1"/>
          </p:nvPr>
        </p:nvSpPr>
        <p:spPr>
          <a:xfrm>
            <a:off x="5722891" y="2334954"/>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40" name="Text Placeholder 4">
            <a:extLst>
              <a:ext uri="{FF2B5EF4-FFF2-40B4-BE49-F238E27FC236}">
                <a16:creationId xmlns:a16="http://schemas.microsoft.com/office/drawing/2014/main" id="{B75A9A59-702F-9440-924B-EB0854CDD258}"/>
              </a:ext>
            </a:extLst>
          </p:cNvPr>
          <p:cNvSpPr>
            <a:spLocks noGrp="1"/>
          </p:cNvSpPr>
          <p:nvPr>
            <p:ph type="body" sz="quarter" idx="52"/>
          </p:nvPr>
        </p:nvSpPr>
        <p:spPr>
          <a:xfrm>
            <a:off x="7598123" y="2307024"/>
            <a:ext cx="1618847"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3" name="Timeline Marker 4">
            <a:extLst>
              <a:ext uri="{FF2B5EF4-FFF2-40B4-BE49-F238E27FC236}">
                <a16:creationId xmlns:a16="http://schemas.microsoft.com/office/drawing/2014/main" id="{8FBC55AB-25E3-1142-A1F4-719B6FB0AF69}"/>
              </a:ext>
            </a:extLst>
          </p:cNvPr>
          <p:cNvSpPr>
            <a:spLocks noGrp="1"/>
          </p:cNvSpPr>
          <p:nvPr>
            <p:ph type="body" sz="quarter" idx="30"/>
          </p:nvPr>
        </p:nvSpPr>
        <p:spPr>
          <a:xfrm rot="18900000">
            <a:off x="7862670" y="3803912"/>
            <a:ext cx="1097280" cy="1097280"/>
          </a:xfrm>
          <a:prstGeom prst="teardrop">
            <a:avLst/>
          </a:prstGeom>
          <a:solidFill>
            <a:schemeClr val="bg1"/>
          </a:solidFill>
          <a:ln w="76200">
            <a:solidFill>
              <a:schemeClr val="accent3"/>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2" name="Icon Placeholder 4">
            <a:extLst>
              <a:ext uri="{FF2B5EF4-FFF2-40B4-BE49-F238E27FC236}">
                <a16:creationId xmlns:a16="http://schemas.microsoft.com/office/drawing/2014/main" id="{9E90A145-47CA-FC4B-8427-53F175446A02}"/>
              </a:ext>
            </a:extLst>
          </p:cNvPr>
          <p:cNvSpPr>
            <a:spLocks noGrp="1"/>
          </p:cNvSpPr>
          <p:nvPr>
            <p:ph type="pic" sz="quarter" idx="29" hasCustomPrompt="1"/>
          </p:nvPr>
        </p:nvSpPr>
        <p:spPr>
          <a:xfrm>
            <a:off x="8086698" y="4043460"/>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6" name="Circle 4">
            <a:extLst>
              <a:ext uri="{FF2B5EF4-FFF2-40B4-BE49-F238E27FC236}">
                <a16:creationId xmlns:a16="http://schemas.microsoft.com/office/drawing/2014/main" id="{780096C9-7C0A-3A4E-ADFE-F9036227F8CD}"/>
              </a:ext>
            </a:extLst>
          </p:cNvPr>
          <p:cNvSpPr>
            <a:spLocks noGrp="1"/>
          </p:cNvSpPr>
          <p:nvPr>
            <p:ph type="body" sz="quarter" idx="42"/>
          </p:nvPr>
        </p:nvSpPr>
        <p:spPr>
          <a:xfrm>
            <a:off x="8316107" y="3420572"/>
            <a:ext cx="182880" cy="182880"/>
          </a:xfrm>
          <a:prstGeom prst="ellipse">
            <a:avLst/>
          </a:prstGeom>
          <a:solidFill>
            <a:schemeClr val="bg1"/>
          </a:solidFill>
          <a:ln w="15875">
            <a:solidFill>
              <a:schemeClr val="accent3"/>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1" name="Text Placeholder 5">
            <a:extLst>
              <a:ext uri="{FF2B5EF4-FFF2-40B4-BE49-F238E27FC236}">
                <a16:creationId xmlns:a16="http://schemas.microsoft.com/office/drawing/2014/main" id="{42707C9A-2665-FB42-BE29-4BE69ADED24B}"/>
              </a:ext>
            </a:extLst>
          </p:cNvPr>
          <p:cNvSpPr>
            <a:spLocks noGrp="1"/>
          </p:cNvSpPr>
          <p:nvPr>
            <p:ph type="body" sz="quarter" idx="53"/>
          </p:nvPr>
        </p:nvSpPr>
        <p:spPr>
          <a:xfrm>
            <a:off x="9965405" y="3886743"/>
            <a:ext cx="1600200"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200"/>
            </a:lvl4pPr>
            <a:lvl5pPr algn="ctr">
              <a:defRPr sz="1200"/>
            </a:lvl5pPr>
            <a:lvl6pPr>
              <a:defRPr sz="1200"/>
            </a:lvl6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9" name="Timeline Marker 5">
            <a:extLst>
              <a:ext uri="{FF2B5EF4-FFF2-40B4-BE49-F238E27FC236}">
                <a16:creationId xmlns:a16="http://schemas.microsoft.com/office/drawing/2014/main" id="{E9E7172C-ECD9-2447-B6B4-B7EE38681E52}"/>
              </a:ext>
            </a:extLst>
          </p:cNvPr>
          <p:cNvSpPr>
            <a:spLocks noGrp="1"/>
          </p:cNvSpPr>
          <p:nvPr>
            <p:ph type="body" sz="quarter" idx="36"/>
          </p:nvPr>
        </p:nvSpPr>
        <p:spPr>
          <a:xfrm rot="8100000">
            <a:off x="10218952" y="2110926"/>
            <a:ext cx="1097280" cy="1097280"/>
          </a:xfrm>
          <a:prstGeom prst="teardrop">
            <a:avLst/>
          </a:prstGeom>
          <a:solidFill>
            <a:schemeClr val="bg1"/>
          </a:solidFill>
          <a:ln w="76200">
            <a:solidFill>
              <a:schemeClr val="bg2"/>
            </a:solidFill>
          </a:ln>
        </p:spPr>
        <p:txBody>
          <a:bodyPr/>
          <a:lstStyle>
            <a:lvl1pPr algn="ct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8" name="Icon Placeholder 5">
            <a:extLst>
              <a:ext uri="{FF2B5EF4-FFF2-40B4-BE49-F238E27FC236}">
                <a16:creationId xmlns:a16="http://schemas.microsoft.com/office/drawing/2014/main" id="{15783B2A-98F2-D446-A8A3-3ACA854465FD}"/>
              </a:ext>
            </a:extLst>
          </p:cNvPr>
          <p:cNvSpPr>
            <a:spLocks noGrp="1"/>
          </p:cNvSpPr>
          <p:nvPr>
            <p:ph type="pic" sz="quarter" idx="35" hasCustomPrompt="1"/>
          </p:nvPr>
        </p:nvSpPr>
        <p:spPr>
          <a:xfrm>
            <a:off x="10442980" y="2334954"/>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7" name="Circle 5">
            <a:extLst>
              <a:ext uri="{FF2B5EF4-FFF2-40B4-BE49-F238E27FC236}">
                <a16:creationId xmlns:a16="http://schemas.microsoft.com/office/drawing/2014/main" id="{486C832E-5DFD-004F-B7F3-953071183EF7}"/>
              </a:ext>
            </a:extLst>
          </p:cNvPr>
          <p:cNvSpPr>
            <a:spLocks noGrp="1"/>
          </p:cNvSpPr>
          <p:nvPr>
            <p:ph type="body" sz="quarter" idx="43"/>
          </p:nvPr>
        </p:nvSpPr>
        <p:spPr>
          <a:xfrm>
            <a:off x="10674065" y="3429099"/>
            <a:ext cx="182880" cy="182880"/>
          </a:xfrm>
          <a:prstGeom prst="ellipse">
            <a:avLst/>
          </a:prstGeom>
          <a:solidFill>
            <a:schemeClr val="bg1"/>
          </a:solidFill>
          <a:ln w="15875">
            <a:solidFill>
              <a:schemeClr val="bg2"/>
            </a:solidFill>
          </a:ln>
        </p:spPr>
        <p:txBody>
          <a:bodyPr/>
          <a:lstStyle>
            <a:lvl1pPr>
              <a:defRPr sz="100">
                <a:solidFill>
                  <a:schemeClr val="bg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 name="Footer Placeholder 2">
            <a:extLst>
              <a:ext uri="{FF2B5EF4-FFF2-40B4-BE49-F238E27FC236}">
                <a16:creationId xmlns:a16="http://schemas.microsoft.com/office/drawing/2014/main" id="{C003DB47-B72A-7E41-A997-AE9DCEB90F00}"/>
              </a:ext>
            </a:extLst>
          </p:cNvPr>
          <p:cNvSpPr>
            <a:spLocks noGrp="1"/>
          </p:cNvSpPr>
          <p:nvPr>
            <p:ph type="ftr" sz="quarter" idx="5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E3B39A1C-AC1A-4D41-9CF6-F9DB9FB7ADC9}"/>
              </a:ext>
            </a:extLst>
          </p:cNvPr>
          <p:cNvSpPr>
            <a:spLocks noGrp="1"/>
          </p:cNvSpPr>
          <p:nvPr>
            <p:ph type="sldNum" sz="quarter" idx="5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64862897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meline Square w. Icons (gradient)">
    <p:spTree>
      <p:nvGrpSpPr>
        <p:cNvPr id="1" name=""/>
        <p:cNvGrpSpPr/>
        <p:nvPr/>
      </p:nvGrpSpPr>
      <p:grpSpPr>
        <a:xfrm>
          <a:off x="0" y="0"/>
          <a:ext cx="0" cy="0"/>
          <a:chOff x="0" y="0"/>
          <a:chExt cx="0" cy="0"/>
        </a:xfrm>
      </p:grpSpPr>
      <p:sp>
        <p:nvSpPr>
          <p:cNvPr id="41" name="Timeline">
            <a:extLst>
              <a:ext uri="{FF2B5EF4-FFF2-40B4-BE49-F238E27FC236}">
                <a16:creationId xmlns:a16="http://schemas.microsoft.com/office/drawing/2014/main" id="{D6883DDE-B047-2649-BC26-43A9B7D46328}"/>
              </a:ext>
            </a:extLst>
          </p:cNvPr>
          <p:cNvSpPr>
            <a:spLocks noGrp="1"/>
          </p:cNvSpPr>
          <p:nvPr>
            <p:ph type="body" sz="quarter" idx="20"/>
          </p:nvPr>
        </p:nvSpPr>
        <p:spPr>
          <a:xfrm>
            <a:off x="1056682" y="3795259"/>
            <a:ext cx="10115550"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52" name="Text Placeholder 1">
            <a:extLst>
              <a:ext uri="{FF2B5EF4-FFF2-40B4-BE49-F238E27FC236}">
                <a16:creationId xmlns:a16="http://schemas.microsoft.com/office/drawing/2014/main" id="{0C241793-5B06-494B-ADBD-DE4F694C2F67}"/>
              </a:ext>
            </a:extLst>
          </p:cNvPr>
          <p:cNvSpPr>
            <a:spLocks noGrp="1"/>
          </p:cNvSpPr>
          <p:nvPr>
            <p:ph type="body" sz="quarter" idx="15"/>
          </p:nvPr>
        </p:nvSpPr>
        <p:spPr>
          <a:xfrm>
            <a:off x="687663" y="4775856"/>
            <a:ext cx="1600200" cy="813816"/>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2" name="Timeline Marker 1">
            <a:extLst>
              <a:ext uri="{FF2B5EF4-FFF2-40B4-BE49-F238E27FC236}">
                <a16:creationId xmlns:a16="http://schemas.microsoft.com/office/drawing/2014/main" id="{C8867E88-B2C7-D14C-8879-A7C91383C54D}"/>
              </a:ext>
            </a:extLst>
          </p:cNvPr>
          <p:cNvSpPr>
            <a:spLocks noGrp="1" noChangeAspect="1"/>
          </p:cNvSpPr>
          <p:nvPr>
            <p:ph type="body" sz="quarter" idx="21"/>
          </p:nvPr>
        </p:nvSpPr>
        <p:spPr>
          <a:xfrm>
            <a:off x="987153" y="3345402"/>
            <a:ext cx="1005840" cy="100584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7" name="Arrow 1">
            <a:extLst>
              <a:ext uri="{FF2B5EF4-FFF2-40B4-BE49-F238E27FC236}">
                <a16:creationId xmlns:a16="http://schemas.microsoft.com/office/drawing/2014/main" id="{D2F602D1-1822-7448-BD5F-39D98BF94201}"/>
              </a:ext>
            </a:extLst>
          </p:cNvPr>
          <p:cNvSpPr>
            <a:spLocks noGrp="1"/>
          </p:cNvSpPr>
          <p:nvPr>
            <p:ph type="body" sz="quarter" idx="39"/>
          </p:nvPr>
        </p:nvSpPr>
        <p:spPr>
          <a:xfrm>
            <a:off x="1339804" y="4446095"/>
            <a:ext cx="274320" cy="182880"/>
          </a:xfrm>
          <a:prstGeom prst="triangl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7" name="Icon Placeholder 1">
            <a:extLst>
              <a:ext uri="{FF2B5EF4-FFF2-40B4-BE49-F238E27FC236}">
                <a16:creationId xmlns:a16="http://schemas.microsoft.com/office/drawing/2014/main" id="{08B86808-AD29-5849-B336-6672D528F507}"/>
              </a:ext>
            </a:extLst>
          </p:cNvPr>
          <p:cNvSpPr>
            <a:spLocks noGrp="1"/>
          </p:cNvSpPr>
          <p:nvPr>
            <p:ph type="pic" sz="quarter" idx="19" hasCustomPrompt="1"/>
          </p:nvPr>
        </p:nvSpPr>
        <p:spPr>
          <a:xfrm>
            <a:off x="1152352" y="3527362"/>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8" name="Text Placeholder 2">
            <a:extLst>
              <a:ext uri="{FF2B5EF4-FFF2-40B4-BE49-F238E27FC236}">
                <a16:creationId xmlns:a16="http://schemas.microsoft.com/office/drawing/2014/main" id="{811123B4-4A2F-2D43-A191-64DEC36B75FC}"/>
              </a:ext>
            </a:extLst>
          </p:cNvPr>
          <p:cNvSpPr>
            <a:spLocks noGrp="1"/>
          </p:cNvSpPr>
          <p:nvPr>
            <p:ph type="body" sz="quarter" idx="50"/>
          </p:nvPr>
        </p:nvSpPr>
        <p:spPr>
          <a:xfrm>
            <a:off x="3008720" y="2101221"/>
            <a:ext cx="1600200"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3" name="Timeline Marker 2">
            <a:extLst>
              <a:ext uri="{FF2B5EF4-FFF2-40B4-BE49-F238E27FC236}">
                <a16:creationId xmlns:a16="http://schemas.microsoft.com/office/drawing/2014/main" id="{F49DDBE2-FAA3-CD48-9E9D-D44E8103A6DB}"/>
              </a:ext>
            </a:extLst>
          </p:cNvPr>
          <p:cNvSpPr>
            <a:spLocks noGrp="1" noChangeAspect="1"/>
          </p:cNvSpPr>
          <p:nvPr>
            <p:ph type="body" sz="quarter" idx="24"/>
          </p:nvPr>
        </p:nvSpPr>
        <p:spPr>
          <a:xfrm>
            <a:off x="3305900" y="3345402"/>
            <a:ext cx="1005840" cy="100584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8" name="Arrow 2">
            <a:extLst>
              <a:ext uri="{FF2B5EF4-FFF2-40B4-BE49-F238E27FC236}">
                <a16:creationId xmlns:a16="http://schemas.microsoft.com/office/drawing/2014/main" id="{30DA75D8-B681-6747-AC17-2F35457DECB3}"/>
              </a:ext>
            </a:extLst>
          </p:cNvPr>
          <p:cNvSpPr>
            <a:spLocks noGrp="1"/>
          </p:cNvSpPr>
          <p:nvPr>
            <p:ph type="body" sz="quarter" idx="40"/>
          </p:nvPr>
        </p:nvSpPr>
        <p:spPr>
          <a:xfrm rot="10800000">
            <a:off x="3652505" y="3079680"/>
            <a:ext cx="274320" cy="182880"/>
          </a:xfrm>
          <a:prstGeom prst="triangle">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8" name="Icon Placeholder 2">
            <a:extLst>
              <a:ext uri="{FF2B5EF4-FFF2-40B4-BE49-F238E27FC236}">
                <a16:creationId xmlns:a16="http://schemas.microsoft.com/office/drawing/2014/main" id="{27527A07-C788-734B-AF35-0049CFEF46EF}"/>
              </a:ext>
            </a:extLst>
          </p:cNvPr>
          <p:cNvSpPr>
            <a:spLocks noGrp="1"/>
          </p:cNvSpPr>
          <p:nvPr>
            <p:ph type="pic" sz="quarter" idx="23" hasCustomPrompt="1"/>
          </p:nvPr>
        </p:nvSpPr>
        <p:spPr>
          <a:xfrm>
            <a:off x="3465052" y="3527362"/>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9" name="Text Placeholder 3">
            <a:extLst>
              <a:ext uri="{FF2B5EF4-FFF2-40B4-BE49-F238E27FC236}">
                <a16:creationId xmlns:a16="http://schemas.microsoft.com/office/drawing/2014/main" id="{08B6C210-6556-B141-B1EA-2257A8D17D6F}"/>
              </a:ext>
            </a:extLst>
          </p:cNvPr>
          <p:cNvSpPr>
            <a:spLocks noGrp="1"/>
          </p:cNvSpPr>
          <p:nvPr>
            <p:ph type="body" sz="quarter" idx="51"/>
          </p:nvPr>
        </p:nvSpPr>
        <p:spPr>
          <a:xfrm>
            <a:off x="5296933" y="4775854"/>
            <a:ext cx="1600200"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6" name="Timeline Marker 3">
            <a:extLst>
              <a:ext uri="{FF2B5EF4-FFF2-40B4-BE49-F238E27FC236}">
                <a16:creationId xmlns:a16="http://schemas.microsoft.com/office/drawing/2014/main" id="{6F8B0622-B5E3-A649-ACFD-291A05BB45E5}"/>
              </a:ext>
            </a:extLst>
          </p:cNvPr>
          <p:cNvSpPr>
            <a:spLocks noGrp="1" noChangeAspect="1"/>
          </p:cNvSpPr>
          <p:nvPr>
            <p:ph type="body" sz="quarter" idx="37"/>
          </p:nvPr>
        </p:nvSpPr>
        <p:spPr>
          <a:xfrm>
            <a:off x="5624647" y="3345402"/>
            <a:ext cx="1005840" cy="100584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9" name="Arrow 3">
            <a:extLst>
              <a:ext uri="{FF2B5EF4-FFF2-40B4-BE49-F238E27FC236}">
                <a16:creationId xmlns:a16="http://schemas.microsoft.com/office/drawing/2014/main" id="{BA861E52-8439-7F48-9199-FA08FB71B00E}"/>
              </a:ext>
            </a:extLst>
          </p:cNvPr>
          <p:cNvSpPr>
            <a:spLocks noGrp="1"/>
          </p:cNvSpPr>
          <p:nvPr>
            <p:ph type="body" sz="quarter" idx="41"/>
          </p:nvPr>
        </p:nvSpPr>
        <p:spPr>
          <a:xfrm>
            <a:off x="5977295" y="4446095"/>
            <a:ext cx="274320" cy="182880"/>
          </a:xfrm>
          <a:prstGeom prst="triangle">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endParaRPr lang="en-US" dirty="0"/>
          </a:p>
        </p:txBody>
      </p:sp>
      <p:sp>
        <p:nvSpPr>
          <p:cNvPr id="49" name="Icon Placeholder 3">
            <a:extLst>
              <a:ext uri="{FF2B5EF4-FFF2-40B4-BE49-F238E27FC236}">
                <a16:creationId xmlns:a16="http://schemas.microsoft.com/office/drawing/2014/main" id="{7B9275F3-1847-D24C-BB93-BA305C8D59C8}"/>
              </a:ext>
            </a:extLst>
          </p:cNvPr>
          <p:cNvSpPr>
            <a:spLocks noGrp="1"/>
          </p:cNvSpPr>
          <p:nvPr>
            <p:ph type="pic" sz="quarter" idx="26" hasCustomPrompt="1"/>
          </p:nvPr>
        </p:nvSpPr>
        <p:spPr>
          <a:xfrm>
            <a:off x="5802955" y="3527362"/>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0" name="Text Placeholder 4">
            <a:extLst>
              <a:ext uri="{FF2B5EF4-FFF2-40B4-BE49-F238E27FC236}">
                <a16:creationId xmlns:a16="http://schemas.microsoft.com/office/drawing/2014/main" id="{4C38B391-BAF2-674B-BB55-6E1378287AD4}"/>
              </a:ext>
            </a:extLst>
          </p:cNvPr>
          <p:cNvSpPr>
            <a:spLocks noGrp="1"/>
          </p:cNvSpPr>
          <p:nvPr>
            <p:ph type="body" sz="quarter" idx="52"/>
          </p:nvPr>
        </p:nvSpPr>
        <p:spPr>
          <a:xfrm>
            <a:off x="7636890" y="2110763"/>
            <a:ext cx="1618847"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4" name="Timeline Marker 4">
            <a:extLst>
              <a:ext uri="{FF2B5EF4-FFF2-40B4-BE49-F238E27FC236}">
                <a16:creationId xmlns:a16="http://schemas.microsoft.com/office/drawing/2014/main" id="{76924B2B-B12A-F44A-B392-8AC96ACC4305}"/>
              </a:ext>
            </a:extLst>
          </p:cNvPr>
          <p:cNvSpPr>
            <a:spLocks noGrp="1" noChangeAspect="1"/>
          </p:cNvSpPr>
          <p:nvPr>
            <p:ph type="body" sz="quarter" idx="27"/>
          </p:nvPr>
        </p:nvSpPr>
        <p:spPr>
          <a:xfrm>
            <a:off x="7943394" y="3345402"/>
            <a:ext cx="1005840" cy="1005840"/>
          </a:xfrm>
          <a:prstGeom prst="rect">
            <a:avLst/>
          </a:prstGeom>
          <a:solidFill>
            <a:schemeClr val="accent3"/>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60" name="Arrow 4">
            <a:extLst>
              <a:ext uri="{FF2B5EF4-FFF2-40B4-BE49-F238E27FC236}">
                <a16:creationId xmlns:a16="http://schemas.microsoft.com/office/drawing/2014/main" id="{F4F2B76B-9EEA-9A4D-94B8-344A85A13310}"/>
              </a:ext>
            </a:extLst>
          </p:cNvPr>
          <p:cNvSpPr>
            <a:spLocks noGrp="1"/>
          </p:cNvSpPr>
          <p:nvPr>
            <p:ph type="body" sz="quarter" idx="42"/>
          </p:nvPr>
        </p:nvSpPr>
        <p:spPr>
          <a:xfrm rot="10800000">
            <a:off x="8309153" y="3079681"/>
            <a:ext cx="274320" cy="182880"/>
          </a:xfrm>
          <a:prstGeom prst="triangle">
            <a:avLst/>
          </a:prstGeom>
          <a:solidFill>
            <a:schemeClr val="accent3"/>
          </a:solidFill>
        </p:spPr>
        <p:txBody>
          <a:bodyPr/>
          <a:lstStyle>
            <a:lvl1pPr>
              <a:defRPr sz="100">
                <a:solidFill>
                  <a:schemeClr val="accent3"/>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0" name="Icon Placeholder 4">
            <a:extLst>
              <a:ext uri="{FF2B5EF4-FFF2-40B4-BE49-F238E27FC236}">
                <a16:creationId xmlns:a16="http://schemas.microsoft.com/office/drawing/2014/main" id="{627B9514-9A4F-5840-98D2-18A349CE5F6B}"/>
              </a:ext>
            </a:extLst>
          </p:cNvPr>
          <p:cNvSpPr>
            <a:spLocks noGrp="1"/>
          </p:cNvSpPr>
          <p:nvPr>
            <p:ph type="pic" sz="quarter" idx="29" hasCustomPrompt="1"/>
          </p:nvPr>
        </p:nvSpPr>
        <p:spPr>
          <a:xfrm>
            <a:off x="8121701" y="3527362"/>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1" name="Text Placeholder 5">
            <a:extLst>
              <a:ext uri="{FF2B5EF4-FFF2-40B4-BE49-F238E27FC236}">
                <a16:creationId xmlns:a16="http://schemas.microsoft.com/office/drawing/2014/main" id="{E01893B7-564A-1740-B7FF-CB965215A902}"/>
              </a:ext>
            </a:extLst>
          </p:cNvPr>
          <p:cNvSpPr>
            <a:spLocks noGrp="1"/>
          </p:cNvSpPr>
          <p:nvPr>
            <p:ph type="body" sz="quarter" idx="53"/>
          </p:nvPr>
        </p:nvSpPr>
        <p:spPr>
          <a:xfrm>
            <a:off x="9891147" y="4775854"/>
            <a:ext cx="1600200" cy="813817"/>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200"/>
            </a:lvl3pPr>
            <a:lvl4pPr algn="ctr">
              <a:buNone/>
              <a:defRPr sz="1200"/>
            </a:lvl4pPr>
            <a:lvl5pPr algn="ctr">
              <a:defRPr sz="1200"/>
            </a:lvl5pPr>
            <a:lvl6pPr>
              <a:defRPr sz="1200"/>
            </a:lvl6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45" name="Timeline Marker 5">
            <a:extLst>
              <a:ext uri="{FF2B5EF4-FFF2-40B4-BE49-F238E27FC236}">
                <a16:creationId xmlns:a16="http://schemas.microsoft.com/office/drawing/2014/main" id="{E93FAFA0-F327-0840-AD63-991C82E20A58}"/>
              </a:ext>
            </a:extLst>
          </p:cNvPr>
          <p:cNvSpPr>
            <a:spLocks noGrp="1" noChangeAspect="1"/>
          </p:cNvSpPr>
          <p:nvPr>
            <p:ph type="body" sz="quarter" idx="36"/>
          </p:nvPr>
        </p:nvSpPr>
        <p:spPr>
          <a:xfrm>
            <a:off x="10262139" y="3345402"/>
            <a:ext cx="1005840" cy="100584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61" name="Arrow 5">
            <a:extLst>
              <a:ext uri="{FF2B5EF4-FFF2-40B4-BE49-F238E27FC236}">
                <a16:creationId xmlns:a16="http://schemas.microsoft.com/office/drawing/2014/main" id="{3448FA5D-6A98-0744-9CF7-490D29D1AF12}"/>
              </a:ext>
            </a:extLst>
          </p:cNvPr>
          <p:cNvSpPr>
            <a:spLocks noGrp="1"/>
          </p:cNvSpPr>
          <p:nvPr>
            <p:ph type="body" sz="quarter" idx="43"/>
          </p:nvPr>
        </p:nvSpPr>
        <p:spPr>
          <a:xfrm>
            <a:off x="10608589" y="4446095"/>
            <a:ext cx="274320" cy="182880"/>
          </a:xfrm>
          <a:prstGeom prst="triangle">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1" name="Icon Placeholder 5">
            <a:extLst>
              <a:ext uri="{FF2B5EF4-FFF2-40B4-BE49-F238E27FC236}">
                <a16:creationId xmlns:a16="http://schemas.microsoft.com/office/drawing/2014/main" id="{873EBD17-5441-5A49-A012-8F8AB1D9D587}"/>
              </a:ext>
            </a:extLst>
          </p:cNvPr>
          <p:cNvSpPr>
            <a:spLocks noGrp="1"/>
          </p:cNvSpPr>
          <p:nvPr>
            <p:ph type="pic" sz="quarter" idx="32" hasCustomPrompt="1"/>
          </p:nvPr>
        </p:nvSpPr>
        <p:spPr>
          <a:xfrm>
            <a:off x="10440447" y="3527362"/>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663B7939-06F8-3543-BC55-0FF661A8F874}"/>
              </a:ext>
            </a:extLst>
          </p:cNvPr>
          <p:cNvSpPr>
            <a:spLocks noGrp="1"/>
          </p:cNvSpPr>
          <p:nvPr>
            <p:ph type="ftr" sz="quarter" idx="5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0F3A3516-D224-9E4A-A082-9AD493124DC6}"/>
              </a:ext>
            </a:extLst>
          </p:cNvPr>
          <p:cNvSpPr>
            <a:spLocks noGrp="1"/>
          </p:cNvSpPr>
          <p:nvPr>
            <p:ph type="sldNum" sz="quarter" idx="5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878130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imeline / Process w. Icons (gradient)">
    <p:spTree>
      <p:nvGrpSpPr>
        <p:cNvPr id="1" name=""/>
        <p:cNvGrpSpPr/>
        <p:nvPr/>
      </p:nvGrpSpPr>
      <p:grpSpPr>
        <a:xfrm>
          <a:off x="0" y="0"/>
          <a:ext cx="0" cy="0"/>
          <a:chOff x="0" y="0"/>
          <a:chExt cx="0" cy="0"/>
        </a:xfrm>
      </p:grpSpPr>
      <p:sp>
        <p:nvSpPr>
          <p:cNvPr id="41" name="Timeline">
            <a:extLst>
              <a:ext uri="{FF2B5EF4-FFF2-40B4-BE49-F238E27FC236}">
                <a16:creationId xmlns:a16="http://schemas.microsoft.com/office/drawing/2014/main" id="{C66763AC-3503-2A4F-A26D-C0538B7EB6B9}"/>
              </a:ext>
            </a:extLst>
          </p:cNvPr>
          <p:cNvSpPr>
            <a:spLocks noGrp="1"/>
          </p:cNvSpPr>
          <p:nvPr>
            <p:ph type="body" sz="quarter" idx="20"/>
          </p:nvPr>
        </p:nvSpPr>
        <p:spPr>
          <a:xfrm>
            <a:off x="583692" y="2895362"/>
            <a:ext cx="11036808"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40" name="Arrow 1">
            <a:extLst>
              <a:ext uri="{FF2B5EF4-FFF2-40B4-BE49-F238E27FC236}">
                <a16:creationId xmlns:a16="http://schemas.microsoft.com/office/drawing/2014/main" id="{1A068110-BC41-E943-8776-A0CD3229CF1B}"/>
              </a:ext>
            </a:extLst>
          </p:cNvPr>
          <p:cNvSpPr>
            <a:spLocks noGrp="1"/>
          </p:cNvSpPr>
          <p:nvPr>
            <p:ph type="body" sz="quarter" idx="42"/>
          </p:nvPr>
        </p:nvSpPr>
        <p:spPr>
          <a:xfrm rot="5400000">
            <a:off x="2282391" y="2848478"/>
            <a:ext cx="274320" cy="18288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2" name="Arrow 2">
            <a:extLst>
              <a:ext uri="{FF2B5EF4-FFF2-40B4-BE49-F238E27FC236}">
                <a16:creationId xmlns:a16="http://schemas.microsoft.com/office/drawing/2014/main" id="{DF76CB25-B68E-1D49-AA49-02E768553E13}"/>
              </a:ext>
            </a:extLst>
          </p:cNvPr>
          <p:cNvSpPr>
            <a:spLocks noGrp="1"/>
          </p:cNvSpPr>
          <p:nvPr>
            <p:ph type="body" sz="quarter" idx="43"/>
          </p:nvPr>
        </p:nvSpPr>
        <p:spPr>
          <a:xfrm rot="5400000">
            <a:off x="4193482" y="2848478"/>
            <a:ext cx="274320" cy="18288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3" name="Arrow 3">
            <a:extLst>
              <a:ext uri="{FF2B5EF4-FFF2-40B4-BE49-F238E27FC236}">
                <a16:creationId xmlns:a16="http://schemas.microsoft.com/office/drawing/2014/main" id="{3BE6A1BC-6C85-1845-8854-1663F442268F}"/>
              </a:ext>
            </a:extLst>
          </p:cNvPr>
          <p:cNvSpPr>
            <a:spLocks noGrp="1"/>
          </p:cNvSpPr>
          <p:nvPr>
            <p:ph type="body" sz="quarter" idx="44"/>
          </p:nvPr>
        </p:nvSpPr>
        <p:spPr>
          <a:xfrm rot="5400000">
            <a:off x="6040841" y="2848478"/>
            <a:ext cx="274320" cy="182880"/>
          </a:xfrm>
          <a:prstGeom prst="triangle">
            <a:avLst/>
          </a:prstGeom>
          <a:solidFill>
            <a:schemeClr val="accent5"/>
          </a:solidFill>
          <a:ln>
            <a:noFill/>
          </a:ln>
        </p:spPr>
        <p:txBody>
          <a:bodyPr/>
          <a:lstStyle>
            <a:lvl1pPr>
              <a:defRPr sz="100">
                <a:solidFill>
                  <a:schemeClr val="accent6"/>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4" name="Arrow 4">
            <a:extLst>
              <a:ext uri="{FF2B5EF4-FFF2-40B4-BE49-F238E27FC236}">
                <a16:creationId xmlns:a16="http://schemas.microsoft.com/office/drawing/2014/main" id="{90D0BF14-38F3-5A41-8900-18E74B0D12B2}"/>
              </a:ext>
            </a:extLst>
          </p:cNvPr>
          <p:cNvSpPr>
            <a:spLocks noGrp="1"/>
          </p:cNvSpPr>
          <p:nvPr>
            <p:ph type="body" sz="quarter" idx="45"/>
          </p:nvPr>
        </p:nvSpPr>
        <p:spPr>
          <a:xfrm rot="5400000">
            <a:off x="7842647" y="2848478"/>
            <a:ext cx="274320" cy="18288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60" name="Arrow 5">
            <a:extLst>
              <a:ext uri="{FF2B5EF4-FFF2-40B4-BE49-F238E27FC236}">
                <a16:creationId xmlns:a16="http://schemas.microsoft.com/office/drawing/2014/main" id="{86F35011-9855-8845-88AA-184491BC8021}"/>
              </a:ext>
            </a:extLst>
          </p:cNvPr>
          <p:cNvSpPr>
            <a:spLocks noGrp="1"/>
          </p:cNvSpPr>
          <p:nvPr>
            <p:ph type="body" sz="quarter" idx="60"/>
          </p:nvPr>
        </p:nvSpPr>
        <p:spPr>
          <a:xfrm rot="5400000">
            <a:off x="9787016" y="2848478"/>
            <a:ext cx="274320" cy="182880"/>
          </a:xfrm>
          <a:prstGeom prst="triangle">
            <a:avLst/>
          </a:prstGeom>
          <a:solidFill>
            <a:schemeClr val="accent5"/>
          </a:solidFill>
          <a:ln>
            <a:noFill/>
          </a:ln>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5" name="Divider 1">
            <a:extLst>
              <a:ext uri="{FF2B5EF4-FFF2-40B4-BE49-F238E27FC236}">
                <a16:creationId xmlns:a16="http://schemas.microsoft.com/office/drawing/2014/main" id="{EEB55B07-AC43-AE47-917F-FC08D0897D27}"/>
              </a:ext>
            </a:extLst>
          </p:cNvPr>
          <p:cNvSpPr>
            <a:spLocks noGrp="1"/>
          </p:cNvSpPr>
          <p:nvPr>
            <p:ph type="body" sz="quarter" idx="46"/>
          </p:nvPr>
        </p:nvSpPr>
        <p:spPr>
          <a:xfrm rot="5400000">
            <a:off x="928649" y="4590223"/>
            <a:ext cx="283464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46" name="Divider 2">
            <a:extLst>
              <a:ext uri="{FF2B5EF4-FFF2-40B4-BE49-F238E27FC236}">
                <a16:creationId xmlns:a16="http://schemas.microsoft.com/office/drawing/2014/main" id="{6B3442C1-0111-4847-B119-83B23D28E781}"/>
              </a:ext>
            </a:extLst>
          </p:cNvPr>
          <p:cNvSpPr>
            <a:spLocks noGrp="1"/>
          </p:cNvSpPr>
          <p:nvPr>
            <p:ph type="body" sz="quarter" idx="47"/>
          </p:nvPr>
        </p:nvSpPr>
        <p:spPr>
          <a:xfrm rot="5400000">
            <a:off x="2846189" y="4590223"/>
            <a:ext cx="283464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61" name="Divider 3">
            <a:extLst>
              <a:ext uri="{FF2B5EF4-FFF2-40B4-BE49-F238E27FC236}">
                <a16:creationId xmlns:a16="http://schemas.microsoft.com/office/drawing/2014/main" id="{09911A14-B988-DB43-B1EF-ADEE2B34EAA0}"/>
              </a:ext>
            </a:extLst>
          </p:cNvPr>
          <p:cNvSpPr>
            <a:spLocks noGrp="1"/>
          </p:cNvSpPr>
          <p:nvPr>
            <p:ph type="body" sz="quarter" idx="61"/>
          </p:nvPr>
        </p:nvSpPr>
        <p:spPr>
          <a:xfrm rot="5400000">
            <a:off x="4678680" y="4582430"/>
            <a:ext cx="283464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47" name="Divider 4">
            <a:extLst>
              <a:ext uri="{FF2B5EF4-FFF2-40B4-BE49-F238E27FC236}">
                <a16:creationId xmlns:a16="http://schemas.microsoft.com/office/drawing/2014/main" id="{997E746D-D8E6-B042-80A0-CAAA5CCBDC3C}"/>
              </a:ext>
            </a:extLst>
          </p:cNvPr>
          <p:cNvSpPr>
            <a:spLocks noGrp="1"/>
          </p:cNvSpPr>
          <p:nvPr>
            <p:ph type="body" sz="quarter" idx="48"/>
          </p:nvPr>
        </p:nvSpPr>
        <p:spPr>
          <a:xfrm rot="5400000">
            <a:off x="6512290" y="4590224"/>
            <a:ext cx="283464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48" name="Divider 5">
            <a:extLst>
              <a:ext uri="{FF2B5EF4-FFF2-40B4-BE49-F238E27FC236}">
                <a16:creationId xmlns:a16="http://schemas.microsoft.com/office/drawing/2014/main" id="{A9522719-9514-F542-B588-CEF83248F1D8}"/>
              </a:ext>
            </a:extLst>
          </p:cNvPr>
          <p:cNvSpPr>
            <a:spLocks noGrp="1"/>
          </p:cNvSpPr>
          <p:nvPr>
            <p:ph type="body" sz="quarter" idx="49"/>
          </p:nvPr>
        </p:nvSpPr>
        <p:spPr>
          <a:xfrm rot="5400000">
            <a:off x="8429830" y="4597228"/>
            <a:ext cx="2834640" cy="9144"/>
          </a:xfrm>
          <a:solidFill>
            <a:schemeClr val="accent5"/>
          </a:solidFill>
        </p:spPr>
        <p:txBody>
          <a:bodyPr/>
          <a:lstStyle>
            <a:lvl1pPr>
              <a:defRPr sz="100">
                <a:solidFill>
                  <a:schemeClr val="accent5"/>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 to edit</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29" name="Year Placeholder 1">
            <a:extLst>
              <a:ext uri="{FF2B5EF4-FFF2-40B4-BE49-F238E27FC236}">
                <a16:creationId xmlns:a16="http://schemas.microsoft.com/office/drawing/2014/main" id="{26E48DE2-49CE-C84C-8BBB-AA28DBA08F15}"/>
              </a:ext>
            </a:extLst>
          </p:cNvPr>
          <p:cNvSpPr>
            <a:spLocks noGrp="1"/>
          </p:cNvSpPr>
          <p:nvPr>
            <p:ph type="body" sz="quarter" idx="37" hasCustomPrompt="1"/>
          </p:nvPr>
        </p:nvSpPr>
        <p:spPr>
          <a:xfrm>
            <a:off x="586022" y="2568937"/>
            <a:ext cx="1600198" cy="202711"/>
          </a:xfrm>
        </p:spPr>
        <p:txBody>
          <a:bodyPr anchor="ctr" anchorCtr="0"/>
          <a:lstStyle>
            <a:lvl1pPr algn="ctr">
              <a:spcAft>
                <a:spcPts val="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34" name="Text Placeholder 1">
            <a:extLst>
              <a:ext uri="{FF2B5EF4-FFF2-40B4-BE49-F238E27FC236}">
                <a16:creationId xmlns:a16="http://schemas.microsoft.com/office/drawing/2014/main" id="{4EB0F6DC-94DD-5A48-84C5-73CD66A19D77}"/>
              </a:ext>
            </a:extLst>
          </p:cNvPr>
          <p:cNvSpPr>
            <a:spLocks noGrp="1"/>
          </p:cNvSpPr>
          <p:nvPr>
            <p:ph type="body" sz="quarter" idx="15"/>
          </p:nvPr>
        </p:nvSpPr>
        <p:spPr>
          <a:xfrm>
            <a:off x="583692" y="3111426"/>
            <a:ext cx="1597870" cy="290837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600"/>
              </a:spcAf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Char char="•"/>
              <a:defRPr sz="1200"/>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lvl="2" indent="-171450" algn="ctr" defTabSz="914400" rtl="0" eaLnBrk="1" latinLnBrk="0" hangingPunct="1">
              <a:lnSpc>
                <a:spcPct val="130000"/>
              </a:lnSpc>
              <a:spcBef>
                <a:spcPts val="0"/>
              </a:spcBef>
              <a:spcAft>
                <a:spcPts val="300"/>
              </a:spcAft>
            </a:pPr>
            <a:r>
              <a:rPr lang="en-US" dirty="0"/>
              <a:t>Third level</a:t>
            </a:r>
          </a:p>
        </p:txBody>
      </p:sp>
      <p:sp>
        <p:nvSpPr>
          <p:cNvPr id="35" name="Icon Placeholder 1">
            <a:extLst>
              <a:ext uri="{FF2B5EF4-FFF2-40B4-BE49-F238E27FC236}">
                <a16:creationId xmlns:a16="http://schemas.microsoft.com/office/drawing/2014/main" id="{5C463759-2179-0C4A-B50E-455BA44DB900}"/>
              </a:ext>
            </a:extLst>
          </p:cNvPr>
          <p:cNvSpPr>
            <a:spLocks noGrp="1"/>
          </p:cNvSpPr>
          <p:nvPr>
            <p:ph type="pic" sz="quarter" idx="19" hasCustomPrompt="1"/>
          </p:nvPr>
        </p:nvSpPr>
        <p:spPr>
          <a:xfrm>
            <a:off x="1139948" y="1768848"/>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0" name="Year Placeholder 2">
            <a:extLst>
              <a:ext uri="{FF2B5EF4-FFF2-40B4-BE49-F238E27FC236}">
                <a16:creationId xmlns:a16="http://schemas.microsoft.com/office/drawing/2014/main" id="{96523DEC-7012-DB46-A22E-89A80187E74F}"/>
              </a:ext>
            </a:extLst>
          </p:cNvPr>
          <p:cNvSpPr>
            <a:spLocks noGrp="1"/>
          </p:cNvSpPr>
          <p:nvPr>
            <p:ph type="body" sz="quarter" idx="38" hasCustomPrompt="1"/>
          </p:nvPr>
        </p:nvSpPr>
        <p:spPr>
          <a:xfrm>
            <a:off x="2503562" y="2568937"/>
            <a:ext cx="1600200" cy="202711"/>
          </a:xfrm>
        </p:spPr>
        <p:txBody>
          <a:bodyPr anchor="ctr" anchorCtr="0"/>
          <a:lstStyle>
            <a:lvl1pPr algn="ctr">
              <a:spcAft>
                <a:spcPts val="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49" name="Text Placeholder 2">
            <a:extLst>
              <a:ext uri="{FF2B5EF4-FFF2-40B4-BE49-F238E27FC236}">
                <a16:creationId xmlns:a16="http://schemas.microsoft.com/office/drawing/2014/main" id="{62203D67-F025-DF4A-8A66-5046D43EF15B}"/>
              </a:ext>
            </a:extLst>
          </p:cNvPr>
          <p:cNvSpPr>
            <a:spLocks noGrp="1"/>
          </p:cNvSpPr>
          <p:nvPr>
            <p:ph type="body" sz="quarter" idx="50"/>
          </p:nvPr>
        </p:nvSpPr>
        <p:spPr>
          <a:xfrm>
            <a:off x="2501232" y="3111426"/>
            <a:ext cx="1597870" cy="290837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36" name="Icon Placeholder 2">
            <a:extLst>
              <a:ext uri="{FF2B5EF4-FFF2-40B4-BE49-F238E27FC236}">
                <a16:creationId xmlns:a16="http://schemas.microsoft.com/office/drawing/2014/main" id="{209F7593-7BDB-604C-98AA-61C82DF41B69}"/>
              </a:ext>
            </a:extLst>
          </p:cNvPr>
          <p:cNvSpPr>
            <a:spLocks noGrp="1"/>
          </p:cNvSpPr>
          <p:nvPr>
            <p:ph type="pic" sz="quarter" idx="23" hasCustomPrompt="1"/>
          </p:nvPr>
        </p:nvSpPr>
        <p:spPr>
          <a:xfrm>
            <a:off x="2975555" y="1768848"/>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1" name="Year Placeholder 3">
            <a:extLst>
              <a:ext uri="{FF2B5EF4-FFF2-40B4-BE49-F238E27FC236}">
                <a16:creationId xmlns:a16="http://schemas.microsoft.com/office/drawing/2014/main" id="{0507E135-19BB-514D-8AB7-5E1C5C2DD494}"/>
              </a:ext>
            </a:extLst>
          </p:cNvPr>
          <p:cNvSpPr>
            <a:spLocks noGrp="1"/>
          </p:cNvSpPr>
          <p:nvPr>
            <p:ph type="body" sz="quarter" idx="39" hasCustomPrompt="1"/>
          </p:nvPr>
        </p:nvSpPr>
        <p:spPr>
          <a:xfrm>
            <a:off x="4421102" y="2568937"/>
            <a:ext cx="1600200" cy="202711"/>
          </a:xfrm>
        </p:spPr>
        <p:txBody>
          <a:bodyPr anchor="ctr" anchorCtr="0"/>
          <a:lstStyle>
            <a:lvl1pPr algn="ctr">
              <a:spcAft>
                <a:spcPts val="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55" name="Text Placeholder 3">
            <a:extLst>
              <a:ext uri="{FF2B5EF4-FFF2-40B4-BE49-F238E27FC236}">
                <a16:creationId xmlns:a16="http://schemas.microsoft.com/office/drawing/2014/main" id="{5CE5C0F5-D323-B142-A7C1-F413FCFD9F1F}"/>
              </a:ext>
            </a:extLst>
          </p:cNvPr>
          <p:cNvSpPr>
            <a:spLocks noGrp="1"/>
          </p:cNvSpPr>
          <p:nvPr>
            <p:ph type="body" sz="quarter" idx="51"/>
          </p:nvPr>
        </p:nvSpPr>
        <p:spPr>
          <a:xfrm>
            <a:off x="4418772" y="3111426"/>
            <a:ext cx="1597870" cy="290837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37" name="Icon Placeholder 3">
            <a:extLst>
              <a:ext uri="{FF2B5EF4-FFF2-40B4-BE49-F238E27FC236}">
                <a16:creationId xmlns:a16="http://schemas.microsoft.com/office/drawing/2014/main" id="{28305E44-DE9B-BC4D-9356-DA2209617486}"/>
              </a:ext>
            </a:extLst>
          </p:cNvPr>
          <p:cNvSpPr>
            <a:spLocks noGrp="1"/>
          </p:cNvSpPr>
          <p:nvPr>
            <p:ph type="pic" sz="quarter" idx="26" hasCustomPrompt="1"/>
          </p:nvPr>
        </p:nvSpPr>
        <p:spPr>
          <a:xfrm>
            <a:off x="4887276" y="1768848"/>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Year Placeholder 4">
            <a:extLst>
              <a:ext uri="{FF2B5EF4-FFF2-40B4-BE49-F238E27FC236}">
                <a16:creationId xmlns:a16="http://schemas.microsoft.com/office/drawing/2014/main" id="{EB331736-C003-074B-97A0-84376A918178}"/>
              </a:ext>
            </a:extLst>
          </p:cNvPr>
          <p:cNvSpPr>
            <a:spLocks noGrp="1"/>
          </p:cNvSpPr>
          <p:nvPr>
            <p:ph type="body" sz="quarter" idx="40" hasCustomPrompt="1"/>
          </p:nvPr>
        </p:nvSpPr>
        <p:spPr>
          <a:xfrm>
            <a:off x="6169663" y="2568937"/>
            <a:ext cx="1600200" cy="202711"/>
          </a:xfrm>
        </p:spPr>
        <p:txBody>
          <a:bodyPr anchor="ctr" anchorCtr="0"/>
          <a:lstStyle>
            <a:lvl1pPr algn="ctr">
              <a:spcAft>
                <a:spcPts val="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56" name="Text Placeholder 4">
            <a:extLst>
              <a:ext uri="{FF2B5EF4-FFF2-40B4-BE49-F238E27FC236}">
                <a16:creationId xmlns:a16="http://schemas.microsoft.com/office/drawing/2014/main" id="{3170142F-1368-BF46-B94E-FBB5FD2EB3E9}"/>
              </a:ext>
            </a:extLst>
          </p:cNvPr>
          <p:cNvSpPr>
            <a:spLocks noGrp="1"/>
          </p:cNvSpPr>
          <p:nvPr>
            <p:ph type="body" sz="quarter" idx="57"/>
          </p:nvPr>
        </p:nvSpPr>
        <p:spPr>
          <a:xfrm>
            <a:off x="6167333" y="3111426"/>
            <a:ext cx="1597870" cy="290837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400"/>
            </a:lvl4pPr>
            <a:lvl5pPr algn="ctr">
              <a:defRPr sz="14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38" name="Icon Placeholder 4">
            <a:extLst>
              <a:ext uri="{FF2B5EF4-FFF2-40B4-BE49-F238E27FC236}">
                <a16:creationId xmlns:a16="http://schemas.microsoft.com/office/drawing/2014/main" id="{554FD15F-30AA-F44D-A575-5CFE05C76846}"/>
              </a:ext>
            </a:extLst>
          </p:cNvPr>
          <p:cNvSpPr>
            <a:spLocks noGrp="1"/>
          </p:cNvSpPr>
          <p:nvPr>
            <p:ph type="pic" sz="quarter" idx="29" hasCustomPrompt="1"/>
          </p:nvPr>
        </p:nvSpPr>
        <p:spPr>
          <a:xfrm>
            <a:off x="6641656" y="1768848"/>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3" name="Year Placeholder 5">
            <a:extLst>
              <a:ext uri="{FF2B5EF4-FFF2-40B4-BE49-F238E27FC236}">
                <a16:creationId xmlns:a16="http://schemas.microsoft.com/office/drawing/2014/main" id="{2725C57D-A0AD-C84C-9A71-CF47C929DBB8}"/>
              </a:ext>
            </a:extLst>
          </p:cNvPr>
          <p:cNvSpPr>
            <a:spLocks noGrp="1"/>
          </p:cNvSpPr>
          <p:nvPr>
            <p:ph type="body" sz="quarter" idx="41" hasCustomPrompt="1"/>
          </p:nvPr>
        </p:nvSpPr>
        <p:spPr>
          <a:xfrm>
            <a:off x="8087203" y="2568937"/>
            <a:ext cx="1600200" cy="202711"/>
          </a:xfrm>
        </p:spPr>
        <p:txBody>
          <a:bodyPr anchor="ctr" anchorCtr="0"/>
          <a:lstStyle>
            <a:lvl1pPr algn="ctr">
              <a:spcAft>
                <a:spcPts val="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57" name="Text Placeholder 5">
            <a:extLst>
              <a:ext uri="{FF2B5EF4-FFF2-40B4-BE49-F238E27FC236}">
                <a16:creationId xmlns:a16="http://schemas.microsoft.com/office/drawing/2014/main" id="{829BDC88-5ED3-5447-B680-93A94C7D457A}"/>
              </a:ext>
            </a:extLst>
          </p:cNvPr>
          <p:cNvSpPr>
            <a:spLocks noGrp="1"/>
          </p:cNvSpPr>
          <p:nvPr>
            <p:ph type="body" sz="quarter" idx="53"/>
          </p:nvPr>
        </p:nvSpPr>
        <p:spPr>
          <a:xfrm>
            <a:off x="8084873" y="3111426"/>
            <a:ext cx="1600200" cy="290837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200"/>
            </a:lvl4pPr>
            <a:lvl5pPr algn="ctr">
              <a:defRPr sz="1200"/>
            </a:lvl5pPr>
            <a:lvl6pPr>
              <a:defRPr sz="1200"/>
            </a:lvl6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39" name="Icon Placeholder 5">
            <a:extLst>
              <a:ext uri="{FF2B5EF4-FFF2-40B4-BE49-F238E27FC236}">
                <a16:creationId xmlns:a16="http://schemas.microsoft.com/office/drawing/2014/main" id="{D71B2BA0-8FC3-F44E-974E-8DEE84ACB041}"/>
              </a:ext>
            </a:extLst>
          </p:cNvPr>
          <p:cNvSpPr>
            <a:spLocks noGrp="1"/>
          </p:cNvSpPr>
          <p:nvPr>
            <p:ph type="pic" sz="quarter" idx="32" hasCustomPrompt="1"/>
          </p:nvPr>
        </p:nvSpPr>
        <p:spPr>
          <a:xfrm>
            <a:off x="8567221" y="1768848"/>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59" name="Year Placeholder 6">
            <a:extLst>
              <a:ext uri="{FF2B5EF4-FFF2-40B4-BE49-F238E27FC236}">
                <a16:creationId xmlns:a16="http://schemas.microsoft.com/office/drawing/2014/main" id="{30ECA1D4-5E90-2147-A530-9CE4F07380B0}"/>
              </a:ext>
            </a:extLst>
          </p:cNvPr>
          <p:cNvSpPr>
            <a:spLocks noGrp="1"/>
          </p:cNvSpPr>
          <p:nvPr>
            <p:ph type="body" sz="quarter" idx="59" hasCustomPrompt="1"/>
          </p:nvPr>
        </p:nvSpPr>
        <p:spPr>
          <a:xfrm>
            <a:off x="10002415" y="2572530"/>
            <a:ext cx="1600200" cy="202711"/>
          </a:xfrm>
        </p:spPr>
        <p:txBody>
          <a:bodyPr anchor="ctr" anchorCtr="0"/>
          <a:lstStyle>
            <a:lvl1pPr algn="ctr">
              <a:spcAft>
                <a:spcPts val="0"/>
              </a:spcAft>
              <a:defRPr sz="1200" b="1"/>
            </a:lvl1pPr>
            <a:lvl2pPr algn="ctr">
              <a:defRPr sz="1400" b="0"/>
            </a:lvl2pPr>
            <a:lvl3pPr algn="ctr">
              <a:defRPr sz="1400"/>
            </a:lvl3pPr>
            <a:lvl4pPr algn="ctr">
              <a:buNone/>
              <a:defRPr sz="1400"/>
            </a:lvl4pPr>
            <a:lvl5pPr algn="ctr">
              <a:defRPr sz="1400"/>
            </a:lvl5pPr>
          </a:lstStyle>
          <a:p>
            <a:pPr lvl="0"/>
            <a:r>
              <a:rPr lang="en-US" dirty="0"/>
              <a:t>YEAR</a:t>
            </a:r>
          </a:p>
        </p:txBody>
      </p:sp>
      <p:sp>
        <p:nvSpPr>
          <p:cNvPr id="58" name="Text Placeholder 6">
            <a:extLst>
              <a:ext uri="{FF2B5EF4-FFF2-40B4-BE49-F238E27FC236}">
                <a16:creationId xmlns:a16="http://schemas.microsoft.com/office/drawing/2014/main" id="{2D6ACDAC-2DB6-B840-A432-B28B21770900}"/>
              </a:ext>
            </a:extLst>
          </p:cNvPr>
          <p:cNvSpPr>
            <a:spLocks noGrp="1"/>
          </p:cNvSpPr>
          <p:nvPr>
            <p:ph type="body" sz="quarter" idx="58"/>
          </p:nvPr>
        </p:nvSpPr>
        <p:spPr>
          <a:xfrm>
            <a:off x="10002415" y="3111426"/>
            <a:ext cx="1597870" cy="2908374"/>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marR="0" indent="0" algn="ctr" defTabSz="914400" rtl="0" eaLnBrk="1" fontAlgn="auto" latinLnBrk="0" hangingPunct="1">
              <a:lnSpc>
                <a:spcPct val="130000"/>
              </a:lnSpc>
              <a:spcBef>
                <a:spcPts val="0"/>
              </a:spcBef>
              <a:spcAft>
                <a:spcPts val="600"/>
              </a:spcAft>
              <a:buClrTx/>
              <a:buSzTx/>
              <a:buFont typeface="Arial" panose="020B0604020202020204" pitchFamily="34" charset="0"/>
              <a:buNone/>
              <a:tabLst/>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defRPr lang="en-US" sz="12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lgn="ctr">
              <a:buNone/>
              <a:defRPr sz="1200"/>
            </a:lvl4pPr>
            <a:lvl5pPr algn="ctr">
              <a:defRPr sz="1200"/>
            </a:lvl5pPr>
            <a:lvl6pPr>
              <a:defRPr sz="1200"/>
            </a:lvl6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Click to edit Master text styles</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a:p>
            <a:pPr marL="171450" marR="0" lvl="2" indent="-171450" algn="ctr" defTabSz="914400" rtl="0" eaLnBrk="1" fontAlgn="auto" latinLnBrk="0" hangingPunct="1">
              <a:lnSpc>
                <a:spcPct val="130000"/>
              </a:lnSpc>
              <a:spcBef>
                <a:spcPts val="0"/>
              </a:spcBef>
              <a:spcAft>
                <a:spcPts val="300"/>
              </a:spcAft>
              <a:buClrTx/>
              <a:buSzTx/>
              <a:buFont typeface="Arial" panose="020B0604020202020204" pitchFamily="34" charset="0"/>
              <a:buChar char="•"/>
              <a:tabLst/>
              <a:defRPr/>
            </a:pPr>
            <a:r>
              <a:rPr lang="en-US" dirty="0"/>
              <a:t>Third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endParaRPr lang="en-US" dirty="0"/>
          </a:p>
        </p:txBody>
      </p:sp>
      <p:sp>
        <p:nvSpPr>
          <p:cNvPr id="62" name="Icon Placeholder 5">
            <a:extLst>
              <a:ext uri="{FF2B5EF4-FFF2-40B4-BE49-F238E27FC236}">
                <a16:creationId xmlns:a16="http://schemas.microsoft.com/office/drawing/2014/main" id="{E5FF8533-A134-3947-86D0-D359A2EED392}"/>
              </a:ext>
            </a:extLst>
          </p:cNvPr>
          <p:cNvSpPr>
            <a:spLocks noGrp="1"/>
          </p:cNvSpPr>
          <p:nvPr>
            <p:ph type="pic" sz="quarter" idx="62" hasCustomPrompt="1"/>
          </p:nvPr>
        </p:nvSpPr>
        <p:spPr>
          <a:xfrm>
            <a:off x="10471108" y="1768848"/>
            <a:ext cx="649224" cy="649224"/>
          </a:xfrm>
        </p:spPr>
        <p:txBody>
          <a:bodyPr tIns="0" anchor="ctr" anchorCtr="0"/>
          <a:lstStyle>
            <a:lvl1pPr algn="ctr">
              <a:defRPr sz="8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 name="Footer Placeholder 2">
            <a:extLst>
              <a:ext uri="{FF2B5EF4-FFF2-40B4-BE49-F238E27FC236}">
                <a16:creationId xmlns:a16="http://schemas.microsoft.com/office/drawing/2014/main" id="{B80305F0-4770-054D-91D4-0343EC3E68A6}"/>
              </a:ext>
            </a:extLst>
          </p:cNvPr>
          <p:cNvSpPr>
            <a:spLocks noGrp="1"/>
          </p:cNvSpPr>
          <p:nvPr>
            <p:ph type="ftr" sz="quarter" idx="5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B0720E14-4A7E-6046-BDA6-DF5D43C2DDD5}"/>
              </a:ext>
            </a:extLst>
          </p:cNvPr>
          <p:cNvSpPr>
            <a:spLocks noGrp="1"/>
          </p:cNvSpPr>
          <p:nvPr>
            <p:ph type="sldNum" sz="quarter" idx="5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93204568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Timeline Stepped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18" name="Subheading Placeholder 1">
            <a:extLst>
              <a:ext uri="{FF2B5EF4-FFF2-40B4-BE49-F238E27FC236}">
                <a16:creationId xmlns:a16="http://schemas.microsoft.com/office/drawing/2014/main" id="{70BFAF6D-AC05-BD48-BF15-7404B6BDCD70}"/>
              </a:ext>
            </a:extLst>
          </p:cNvPr>
          <p:cNvSpPr>
            <a:spLocks noGrp="1"/>
          </p:cNvSpPr>
          <p:nvPr>
            <p:ph type="body" sz="quarter" idx="20" hasCustomPrompt="1"/>
          </p:nvPr>
        </p:nvSpPr>
        <p:spPr>
          <a:xfrm>
            <a:off x="571500" y="5732073"/>
            <a:ext cx="1600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2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dirty="0"/>
              <a:t>YEAR</a:t>
            </a:r>
          </a:p>
        </p:txBody>
      </p:sp>
      <p:sp>
        <p:nvSpPr>
          <p:cNvPr id="25" name="Arrow 1">
            <a:extLst>
              <a:ext uri="{FF2B5EF4-FFF2-40B4-BE49-F238E27FC236}">
                <a16:creationId xmlns:a16="http://schemas.microsoft.com/office/drawing/2014/main" id="{F5646AF1-9CA3-9542-A5B9-553AFD0809B9}"/>
              </a:ext>
            </a:extLst>
          </p:cNvPr>
          <p:cNvSpPr>
            <a:spLocks noGrp="1"/>
          </p:cNvSpPr>
          <p:nvPr>
            <p:ph type="body" sz="quarter" idx="40"/>
          </p:nvPr>
        </p:nvSpPr>
        <p:spPr>
          <a:xfrm rot="10800000">
            <a:off x="1234440" y="5497727"/>
            <a:ext cx="274320" cy="18288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 name="Text Placeholder 1">
            <a:extLst>
              <a:ext uri="{FF2B5EF4-FFF2-40B4-BE49-F238E27FC236}">
                <a16:creationId xmlns:a16="http://schemas.microsoft.com/office/drawing/2014/main" id="{7C7AC254-B6EC-4D41-B8EE-A3B13C1DDAA9}"/>
              </a:ext>
            </a:extLst>
          </p:cNvPr>
          <p:cNvSpPr>
            <a:spLocks noGrp="1"/>
          </p:cNvSpPr>
          <p:nvPr>
            <p:ph type="body" sz="quarter" idx="51" hasCustomPrompt="1"/>
          </p:nvPr>
        </p:nvSpPr>
        <p:spPr>
          <a:xfrm>
            <a:off x="571500" y="4520227"/>
            <a:ext cx="1600200" cy="923003"/>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First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9" name="Subheading Placeholder 2">
            <a:extLst>
              <a:ext uri="{FF2B5EF4-FFF2-40B4-BE49-F238E27FC236}">
                <a16:creationId xmlns:a16="http://schemas.microsoft.com/office/drawing/2014/main" id="{1DD2D1C6-2822-6142-A96A-37F411DF9563}"/>
              </a:ext>
            </a:extLst>
          </p:cNvPr>
          <p:cNvSpPr>
            <a:spLocks noGrp="1"/>
          </p:cNvSpPr>
          <p:nvPr>
            <p:ph type="body" sz="quarter" idx="21" hasCustomPrompt="1"/>
          </p:nvPr>
        </p:nvSpPr>
        <p:spPr>
          <a:xfrm>
            <a:off x="2460414" y="5148656"/>
            <a:ext cx="1600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2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dirty="0"/>
              <a:t>YEAR</a:t>
            </a:r>
          </a:p>
        </p:txBody>
      </p:sp>
      <p:sp>
        <p:nvSpPr>
          <p:cNvPr id="27" name="Arrow 2">
            <a:extLst>
              <a:ext uri="{FF2B5EF4-FFF2-40B4-BE49-F238E27FC236}">
                <a16:creationId xmlns:a16="http://schemas.microsoft.com/office/drawing/2014/main" id="{F45A4027-7DD4-5D42-ABC6-CF5504D8DA6C}"/>
              </a:ext>
            </a:extLst>
          </p:cNvPr>
          <p:cNvSpPr>
            <a:spLocks noGrp="1"/>
          </p:cNvSpPr>
          <p:nvPr>
            <p:ph type="body" sz="quarter" idx="42"/>
          </p:nvPr>
        </p:nvSpPr>
        <p:spPr>
          <a:xfrm rot="10800000">
            <a:off x="3123354" y="4912877"/>
            <a:ext cx="274320" cy="18288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7" name="Text Placeholder 2">
            <a:extLst>
              <a:ext uri="{FF2B5EF4-FFF2-40B4-BE49-F238E27FC236}">
                <a16:creationId xmlns:a16="http://schemas.microsoft.com/office/drawing/2014/main" id="{E10B8A56-D700-834F-8CC0-8012AF0BB308}"/>
              </a:ext>
            </a:extLst>
          </p:cNvPr>
          <p:cNvSpPr>
            <a:spLocks noGrp="1"/>
          </p:cNvSpPr>
          <p:nvPr>
            <p:ph type="body" sz="quarter" idx="52" hasCustomPrompt="1"/>
          </p:nvPr>
        </p:nvSpPr>
        <p:spPr>
          <a:xfrm>
            <a:off x="2460414" y="3937272"/>
            <a:ext cx="1600200" cy="923003"/>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First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0" name="Subheading Placeholder 3">
            <a:extLst>
              <a:ext uri="{FF2B5EF4-FFF2-40B4-BE49-F238E27FC236}">
                <a16:creationId xmlns:a16="http://schemas.microsoft.com/office/drawing/2014/main" id="{5B2FF6A1-5D00-2C49-89F1-0E6CD9CFAA20}"/>
              </a:ext>
            </a:extLst>
          </p:cNvPr>
          <p:cNvSpPr>
            <a:spLocks noGrp="1"/>
          </p:cNvSpPr>
          <p:nvPr>
            <p:ph type="body" sz="quarter" idx="22" hasCustomPrompt="1"/>
          </p:nvPr>
        </p:nvSpPr>
        <p:spPr>
          <a:xfrm>
            <a:off x="4349328" y="4565238"/>
            <a:ext cx="1600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2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dirty="0"/>
              <a:t>YEAR</a:t>
            </a:r>
          </a:p>
        </p:txBody>
      </p:sp>
      <p:sp>
        <p:nvSpPr>
          <p:cNvPr id="29" name="Arrow 3">
            <a:extLst>
              <a:ext uri="{FF2B5EF4-FFF2-40B4-BE49-F238E27FC236}">
                <a16:creationId xmlns:a16="http://schemas.microsoft.com/office/drawing/2014/main" id="{FE6D5AA3-46FE-0144-8A59-91DCB365ACED}"/>
              </a:ext>
            </a:extLst>
          </p:cNvPr>
          <p:cNvSpPr>
            <a:spLocks noGrp="1"/>
          </p:cNvSpPr>
          <p:nvPr>
            <p:ph type="body" sz="quarter" idx="44"/>
          </p:nvPr>
        </p:nvSpPr>
        <p:spPr>
          <a:xfrm rot="10800000">
            <a:off x="5012268" y="4329459"/>
            <a:ext cx="274320" cy="18288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0" name="Text Placeholder 3">
            <a:extLst>
              <a:ext uri="{FF2B5EF4-FFF2-40B4-BE49-F238E27FC236}">
                <a16:creationId xmlns:a16="http://schemas.microsoft.com/office/drawing/2014/main" id="{4C2C3918-F189-0A47-B03D-80CB6285E303}"/>
              </a:ext>
            </a:extLst>
          </p:cNvPr>
          <p:cNvSpPr>
            <a:spLocks noGrp="1"/>
          </p:cNvSpPr>
          <p:nvPr>
            <p:ph type="body" sz="quarter" idx="55" hasCustomPrompt="1"/>
          </p:nvPr>
        </p:nvSpPr>
        <p:spPr>
          <a:xfrm>
            <a:off x="4349328" y="3354626"/>
            <a:ext cx="1600200" cy="923003"/>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First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1" name="Subheading Placeholder 4">
            <a:extLst>
              <a:ext uri="{FF2B5EF4-FFF2-40B4-BE49-F238E27FC236}">
                <a16:creationId xmlns:a16="http://schemas.microsoft.com/office/drawing/2014/main" id="{128D1195-6B8F-3048-87F1-8268CCF1BCA7}"/>
              </a:ext>
            </a:extLst>
          </p:cNvPr>
          <p:cNvSpPr>
            <a:spLocks noGrp="1"/>
          </p:cNvSpPr>
          <p:nvPr>
            <p:ph type="body" sz="quarter" idx="23" hasCustomPrompt="1"/>
          </p:nvPr>
        </p:nvSpPr>
        <p:spPr>
          <a:xfrm>
            <a:off x="6238242" y="3981820"/>
            <a:ext cx="1600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2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dirty="0"/>
              <a:t>YEAR</a:t>
            </a:r>
          </a:p>
        </p:txBody>
      </p:sp>
      <p:sp>
        <p:nvSpPr>
          <p:cNvPr id="31" name="Arrow 4">
            <a:extLst>
              <a:ext uri="{FF2B5EF4-FFF2-40B4-BE49-F238E27FC236}">
                <a16:creationId xmlns:a16="http://schemas.microsoft.com/office/drawing/2014/main" id="{10646CB6-4287-BB48-96F4-FDBEC1ABB48C}"/>
              </a:ext>
            </a:extLst>
          </p:cNvPr>
          <p:cNvSpPr>
            <a:spLocks noGrp="1"/>
          </p:cNvSpPr>
          <p:nvPr>
            <p:ph type="body" sz="quarter" idx="46"/>
          </p:nvPr>
        </p:nvSpPr>
        <p:spPr>
          <a:xfrm rot="10800000">
            <a:off x="6901182" y="3746041"/>
            <a:ext cx="274320" cy="18288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41" name="Text Placeholder 4">
            <a:extLst>
              <a:ext uri="{FF2B5EF4-FFF2-40B4-BE49-F238E27FC236}">
                <a16:creationId xmlns:a16="http://schemas.microsoft.com/office/drawing/2014/main" id="{AEA950F5-DD41-8143-A10A-E6E2345D020F}"/>
              </a:ext>
            </a:extLst>
          </p:cNvPr>
          <p:cNvSpPr>
            <a:spLocks noGrp="1"/>
          </p:cNvSpPr>
          <p:nvPr>
            <p:ph type="body" sz="quarter" idx="56" hasCustomPrompt="1"/>
          </p:nvPr>
        </p:nvSpPr>
        <p:spPr>
          <a:xfrm>
            <a:off x="6233584" y="2770139"/>
            <a:ext cx="1600200" cy="923003"/>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First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2" name="Subheading Placeholder 5">
            <a:extLst>
              <a:ext uri="{FF2B5EF4-FFF2-40B4-BE49-F238E27FC236}">
                <a16:creationId xmlns:a16="http://schemas.microsoft.com/office/drawing/2014/main" id="{3E1A6173-998B-454F-A071-739AF64E5193}"/>
              </a:ext>
            </a:extLst>
          </p:cNvPr>
          <p:cNvSpPr>
            <a:spLocks noGrp="1"/>
          </p:cNvSpPr>
          <p:nvPr>
            <p:ph type="body" sz="quarter" idx="24" hasCustomPrompt="1"/>
          </p:nvPr>
        </p:nvSpPr>
        <p:spPr>
          <a:xfrm>
            <a:off x="8127156" y="3398402"/>
            <a:ext cx="1600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2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dirty="0"/>
              <a:t>YEAR</a:t>
            </a:r>
          </a:p>
        </p:txBody>
      </p:sp>
      <p:sp>
        <p:nvSpPr>
          <p:cNvPr id="33" name="Arrow 5">
            <a:extLst>
              <a:ext uri="{FF2B5EF4-FFF2-40B4-BE49-F238E27FC236}">
                <a16:creationId xmlns:a16="http://schemas.microsoft.com/office/drawing/2014/main" id="{610D26FD-4C69-B341-9BCD-EFABE772DE74}"/>
              </a:ext>
            </a:extLst>
          </p:cNvPr>
          <p:cNvSpPr>
            <a:spLocks noGrp="1"/>
          </p:cNvSpPr>
          <p:nvPr>
            <p:ph type="body" sz="quarter" idx="48"/>
          </p:nvPr>
        </p:nvSpPr>
        <p:spPr>
          <a:xfrm rot="10800000">
            <a:off x="8778240" y="3162623"/>
            <a:ext cx="274320" cy="18288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9" name="Text Placeholder 5">
            <a:extLst>
              <a:ext uri="{FF2B5EF4-FFF2-40B4-BE49-F238E27FC236}">
                <a16:creationId xmlns:a16="http://schemas.microsoft.com/office/drawing/2014/main" id="{3A5DAD9B-F1F4-4349-8991-7C6736F34F9C}"/>
              </a:ext>
            </a:extLst>
          </p:cNvPr>
          <p:cNvSpPr>
            <a:spLocks noGrp="1"/>
          </p:cNvSpPr>
          <p:nvPr>
            <p:ph type="body" sz="quarter" idx="54" hasCustomPrompt="1"/>
          </p:nvPr>
        </p:nvSpPr>
        <p:spPr>
          <a:xfrm>
            <a:off x="8127156" y="2186721"/>
            <a:ext cx="1600200" cy="923003"/>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First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3" name="Subheading Placeholder 6">
            <a:extLst>
              <a:ext uri="{FF2B5EF4-FFF2-40B4-BE49-F238E27FC236}">
                <a16:creationId xmlns:a16="http://schemas.microsoft.com/office/drawing/2014/main" id="{BFE0DE82-D6E8-B549-965C-4705508198F2}"/>
              </a:ext>
            </a:extLst>
          </p:cNvPr>
          <p:cNvSpPr>
            <a:spLocks noGrp="1"/>
          </p:cNvSpPr>
          <p:nvPr>
            <p:ph type="body" sz="quarter" idx="25" hasCustomPrompt="1"/>
          </p:nvPr>
        </p:nvSpPr>
        <p:spPr>
          <a:xfrm>
            <a:off x="10016068" y="2814984"/>
            <a:ext cx="1600200" cy="284851"/>
          </a:xfrm>
          <a:gradFill>
            <a:gsLst>
              <a:gs pos="100000">
                <a:srgbClr val="FF6600"/>
              </a:gs>
              <a:gs pos="33000">
                <a:schemeClr val="accent1"/>
              </a:gs>
              <a:gs pos="0">
                <a:schemeClr val="tx2"/>
              </a:gs>
            </a:gsLst>
            <a:lin ang="0" scaled="0"/>
          </a:gradFill>
        </p:spPr>
        <p:txBody>
          <a:bodyPr lIns="182880" rIns="182880" anchor="ctr" anchorCtr="0"/>
          <a:lstStyle>
            <a:lvl1pPr algn="ctr">
              <a:defRPr sz="12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ctr">
              <a:defRPr/>
            </a:lvl2pPr>
            <a:lvl3pPr algn="ctr">
              <a:defRPr/>
            </a:lvl3pPr>
            <a:lvl4pPr algn="ctr">
              <a:defRPr/>
            </a:lvl4pPr>
            <a:lvl5pPr algn="ctr">
              <a:defRPr/>
            </a:lvl5pPr>
          </a:lstStyle>
          <a:p>
            <a:pPr lvl="0"/>
            <a:r>
              <a:rPr lang="en-US" dirty="0"/>
              <a:t>YEAR</a:t>
            </a:r>
          </a:p>
        </p:txBody>
      </p:sp>
      <p:sp>
        <p:nvSpPr>
          <p:cNvPr id="35" name="Arrow 6">
            <a:extLst>
              <a:ext uri="{FF2B5EF4-FFF2-40B4-BE49-F238E27FC236}">
                <a16:creationId xmlns:a16="http://schemas.microsoft.com/office/drawing/2014/main" id="{99B8D537-2B83-6648-93EF-E082EF15C84D}"/>
              </a:ext>
            </a:extLst>
          </p:cNvPr>
          <p:cNvSpPr>
            <a:spLocks noGrp="1"/>
          </p:cNvSpPr>
          <p:nvPr>
            <p:ph type="body" sz="quarter" idx="50"/>
          </p:nvPr>
        </p:nvSpPr>
        <p:spPr>
          <a:xfrm rot="10800000">
            <a:off x="10664190" y="2579205"/>
            <a:ext cx="274320" cy="182880"/>
          </a:xfrm>
          <a:prstGeom prst="triangle">
            <a:avLst/>
          </a:prstGeom>
          <a:solidFill>
            <a:schemeClr val="accent5"/>
          </a:solidFill>
        </p:spPr>
        <p:txBody>
          <a:bodyPr/>
          <a:lstStyle>
            <a:lvl1pPr>
              <a:defRPr sz="100">
                <a:solidFill>
                  <a:schemeClr val="accent5"/>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38" name="Text Placeholder 6">
            <a:extLst>
              <a:ext uri="{FF2B5EF4-FFF2-40B4-BE49-F238E27FC236}">
                <a16:creationId xmlns:a16="http://schemas.microsoft.com/office/drawing/2014/main" id="{11B2F333-8F80-4543-8951-F9C669E12216}"/>
              </a:ext>
            </a:extLst>
          </p:cNvPr>
          <p:cNvSpPr>
            <a:spLocks noGrp="1"/>
          </p:cNvSpPr>
          <p:nvPr>
            <p:ph type="body" sz="quarter" idx="53" hasCustomPrompt="1"/>
          </p:nvPr>
        </p:nvSpPr>
        <p:spPr>
          <a:xfrm>
            <a:off x="10020300" y="1603302"/>
            <a:ext cx="1600200" cy="923003"/>
          </a:xfrm>
        </p:spPr>
        <p:txBody>
          <a:bodyPr/>
          <a:lstStyle>
            <a:lvl1pPr algn="ctr">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300"/>
              </a:spcAft>
              <a:buFont typeface="Arial" panose="020B0604020202020204" pitchFamily="34" charset="0"/>
              <a:buNone/>
              <a:tabLst/>
            </a:pPr>
            <a:r>
              <a:rPr lang="en-US" dirty="0"/>
              <a:t>First level</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3" name="Footer Placeholder 2">
            <a:extLst>
              <a:ext uri="{FF2B5EF4-FFF2-40B4-BE49-F238E27FC236}">
                <a16:creationId xmlns:a16="http://schemas.microsoft.com/office/drawing/2014/main" id="{A44D3CAE-5663-B044-B60E-679B28638BB7}"/>
              </a:ext>
            </a:extLst>
          </p:cNvPr>
          <p:cNvSpPr>
            <a:spLocks noGrp="1"/>
          </p:cNvSpPr>
          <p:nvPr>
            <p:ph type="ftr" sz="quarter" idx="5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346B3691-56BD-5E47-A0DE-BE50449F5448}"/>
              </a:ext>
            </a:extLst>
          </p:cNvPr>
          <p:cNvSpPr>
            <a:spLocks noGrp="1"/>
          </p:cNvSpPr>
          <p:nvPr>
            <p:ph type="sldNum" sz="quarter" idx="5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6945749"/>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itle &amp; 4:3 Ratio Video (center)">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30" name="Text Placeholder 1">
            <a:extLst>
              <a:ext uri="{FF2B5EF4-FFF2-40B4-BE49-F238E27FC236}">
                <a16:creationId xmlns:a16="http://schemas.microsoft.com/office/drawing/2014/main" id="{EF56DF66-1BE9-454A-8943-F83627789B4F}"/>
              </a:ext>
            </a:extLst>
          </p:cNvPr>
          <p:cNvSpPr>
            <a:spLocks noGrp="1"/>
          </p:cNvSpPr>
          <p:nvPr>
            <p:ph type="body" sz="quarter" idx="50" hasCustomPrompt="1"/>
          </p:nvPr>
        </p:nvSpPr>
        <p:spPr>
          <a:xfrm>
            <a:off x="1790739" y="1845232"/>
            <a:ext cx="2743200" cy="2651760"/>
          </a:xfrm>
          <a:custGeom>
            <a:avLst/>
            <a:gdLst>
              <a:gd name="connsiteX0" fmla="*/ 1266493 w 2830600"/>
              <a:gd name="connsiteY0" fmla="*/ 0 h 2408036"/>
              <a:gd name="connsiteX1" fmla="*/ 1283758 w 2830600"/>
              <a:gd name="connsiteY1" fmla="*/ 14251 h 2408036"/>
              <a:gd name="connsiteX2" fmla="*/ 1437133 w 2830600"/>
              <a:gd name="connsiteY2" fmla="*/ 61121 h 2408036"/>
              <a:gd name="connsiteX3" fmla="*/ 1543911 w 2830600"/>
              <a:gd name="connsiteY3" fmla="*/ 39554 h 2408036"/>
              <a:gd name="connsiteX4" fmla="*/ 1583947 w 2830600"/>
              <a:gd name="connsiteY4" fmla="*/ 17814 h 2408036"/>
              <a:gd name="connsiteX5" fmla="*/ 2830600 w 2830600"/>
              <a:gd name="connsiteY5" fmla="*/ 1137209 h 2408036"/>
              <a:gd name="connsiteX6" fmla="*/ 1415300 w 2830600"/>
              <a:gd name="connsiteY6" fmla="*/ 2408036 h 2408036"/>
              <a:gd name="connsiteX7" fmla="*/ 0 w 2830600"/>
              <a:gd name="connsiteY7" fmla="*/ 1137209 h 240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8036">
                <a:moveTo>
                  <a:pt x="1266493" y="0"/>
                </a:moveTo>
                <a:lnTo>
                  <a:pt x="1283758" y="14251"/>
                </a:lnTo>
                <a:cubicBezTo>
                  <a:pt x="1327540" y="43842"/>
                  <a:pt x="1380320" y="61121"/>
                  <a:pt x="1437133" y="61121"/>
                </a:cubicBezTo>
                <a:cubicBezTo>
                  <a:pt x="1475009" y="61121"/>
                  <a:pt x="1511092" y="53442"/>
                  <a:pt x="1543911" y="39554"/>
                </a:cubicBezTo>
                <a:lnTo>
                  <a:pt x="1583947" y="17814"/>
                </a:lnTo>
                <a:lnTo>
                  <a:pt x="2830600" y="1137209"/>
                </a:lnTo>
                <a:lnTo>
                  <a:pt x="1415300" y="2408036"/>
                </a:lnTo>
                <a:lnTo>
                  <a:pt x="0" y="1137209"/>
                </a:lnTo>
                <a:close/>
              </a:path>
            </a:pathLst>
          </a:custGeom>
          <a:solidFill>
            <a:schemeClr val="tx2"/>
          </a:solidFill>
        </p:spPr>
        <p:txBody>
          <a:bodyPr wrap="square" lIns="365760" tIns="1188720" rIns="365760" bIns="274320">
            <a:noAutofit/>
          </a:bodyPr>
          <a:lstStyle>
            <a:lvl1pPr algn="ctr">
              <a:spcAft>
                <a:spcPts val="300"/>
              </a:spcAft>
              <a:defRPr sz="1200">
                <a:solidFill>
                  <a:schemeClr val="bg1"/>
                </a:solidFill>
                <a:latin typeface="+mj-lt"/>
              </a:defRPr>
            </a:lvl1pPr>
            <a:lvl2pPr algn="ctr">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defRPr sz="1400">
                <a:solidFill>
                  <a:schemeClr val="bg1"/>
                </a:solidFill>
              </a:defRPr>
            </a:lvl4pPr>
            <a:lvl5pPr algn="ctr">
              <a:defRPr sz="1400">
                <a:solidFill>
                  <a:schemeClr val="bg1"/>
                </a:solidFill>
              </a:defRPr>
            </a:lvl5pPr>
          </a:lstStyle>
          <a:p>
            <a:pPr lvl="0"/>
            <a:r>
              <a:rPr lang="en-US" dirty="0"/>
              <a:t>Lorem ipsum dolor</a:t>
            </a:r>
          </a:p>
          <a:p>
            <a:pPr lvl="1"/>
            <a:r>
              <a:rPr lang="en-US" dirty="0"/>
              <a:t>Second level</a:t>
            </a:r>
          </a:p>
        </p:txBody>
      </p:sp>
      <p:sp>
        <p:nvSpPr>
          <p:cNvPr id="31" name="Icon Placeholder 1">
            <a:extLst>
              <a:ext uri="{FF2B5EF4-FFF2-40B4-BE49-F238E27FC236}">
                <a16:creationId xmlns:a16="http://schemas.microsoft.com/office/drawing/2014/main" id="{51484308-4FDD-684E-9FF5-5E5289BCE06B}"/>
              </a:ext>
            </a:extLst>
          </p:cNvPr>
          <p:cNvSpPr>
            <a:spLocks noGrp="1"/>
          </p:cNvSpPr>
          <p:nvPr>
            <p:ph type="pic" sz="quarter" idx="51" hasCustomPrompt="1"/>
          </p:nvPr>
        </p:nvSpPr>
        <p:spPr>
          <a:xfrm>
            <a:off x="2837727" y="2254269"/>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32" name="# Placeholder 1">
            <a:extLst>
              <a:ext uri="{FF2B5EF4-FFF2-40B4-BE49-F238E27FC236}">
                <a16:creationId xmlns:a16="http://schemas.microsoft.com/office/drawing/2014/main" id="{D73AE291-218D-7742-88E5-DFC7F2E36E2C}"/>
              </a:ext>
            </a:extLst>
          </p:cNvPr>
          <p:cNvSpPr>
            <a:spLocks noGrp="1" noChangeAspect="1"/>
          </p:cNvSpPr>
          <p:nvPr>
            <p:ph type="body" sz="quarter" idx="52" hasCustomPrompt="1"/>
          </p:nvPr>
        </p:nvSpPr>
        <p:spPr>
          <a:xfrm>
            <a:off x="2888019" y="1524483"/>
            <a:ext cx="548640" cy="548878"/>
          </a:xfrm>
          <a:prstGeom prst="ellipse">
            <a:avLst/>
          </a:prstGeom>
          <a:solidFill>
            <a:schemeClr val="tx2"/>
          </a:solidFill>
          <a:ln w="76200">
            <a:solidFill>
              <a:schemeClr val="bg1"/>
            </a:solidFill>
          </a:ln>
        </p:spPr>
        <p:txBody>
          <a:bodyPr anchor="ctr" anchorCtr="0"/>
          <a:lstStyle>
            <a:lvl1pPr algn="ctr">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dirty="0"/>
              <a:t>00</a:t>
            </a:r>
          </a:p>
        </p:txBody>
      </p:sp>
      <p:sp>
        <p:nvSpPr>
          <p:cNvPr id="27" name="Text Placeholder 2">
            <a:extLst>
              <a:ext uri="{FF2B5EF4-FFF2-40B4-BE49-F238E27FC236}">
                <a16:creationId xmlns:a16="http://schemas.microsoft.com/office/drawing/2014/main" id="{088235E9-90E4-EF4D-B146-0A385E204C4E}"/>
              </a:ext>
            </a:extLst>
          </p:cNvPr>
          <p:cNvSpPr>
            <a:spLocks noGrp="1"/>
          </p:cNvSpPr>
          <p:nvPr>
            <p:ph type="body" sz="quarter" idx="47" hasCustomPrompt="1"/>
          </p:nvPr>
        </p:nvSpPr>
        <p:spPr>
          <a:xfrm>
            <a:off x="3248182" y="3143045"/>
            <a:ext cx="2743200" cy="2651760"/>
          </a:xfrm>
          <a:custGeom>
            <a:avLst/>
            <a:gdLst>
              <a:gd name="connsiteX0" fmla="*/ 1415300 w 2830600"/>
              <a:gd name="connsiteY0" fmla="*/ 0 h 2401779"/>
              <a:gd name="connsiteX1" fmla="*/ 2830600 w 2830600"/>
              <a:gd name="connsiteY1" fmla="*/ 1270827 h 2401779"/>
              <a:gd name="connsiteX2" fmla="*/ 1571077 w 2830600"/>
              <a:gd name="connsiteY2" fmla="*/ 2401779 h 2401779"/>
              <a:gd name="connsiteX3" fmla="*/ 1567730 w 2830600"/>
              <a:gd name="connsiteY3" fmla="*/ 2399017 h 2401779"/>
              <a:gd name="connsiteX4" fmla="*/ 1414355 w 2830600"/>
              <a:gd name="connsiteY4" fmla="*/ 2352147 h 2401779"/>
              <a:gd name="connsiteX5" fmla="*/ 1260980 w 2830600"/>
              <a:gd name="connsiteY5" fmla="*/ 2399017 h 2401779"/>
              <a:gd name="connsiteX6" fmla="*/ 1258619 w 2830600"/>
              <a:gd name="connsiteY6" fmla="*/ 2400967 h 2401779"/>
              <a:gd name="connsiteX7" fmla="*/ 0 w 2830600"/>
              <a:gd name="connsiteY7" fmla="*/ 1270827 h 240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1779">
                <a:moveTo>
                  <a:pt x="1415300" y="0"/>
                </a:moveTo>
                <a:lnTo>
                  <a:pt x="2830600" y="1270827"/>
                </a:lnTo>
                <a:lnTo>
                  <a:pt x="1571077" y="2401779"/>
                </a:lnTo>
                <a:lnTo>
                  <a:pt x="1567730" y="2399017"/>
                </a:lnTo>
                <a:cubicBezTo>
                  <a:pt x="1523949" y="2369426"/>
                  <a:pt x="1471169" y="2352147"/>
                  <a:pt x="1414355" y="2352147"/>
                </a:cubicBezTo>
                <a:cubicBezTo>
                  <a:pt x="1357542" y="2352147"/>
                  <a:pt x="1304762" y="2369426"/>
                  <a:pt x="1260980" y="2399017"/>
                </a:cubicBezTo>
                <a:lnTo>
                  <a:pt x="1258619" y="2400967"/>
                </a:lnTo>
                <a:lnTo>
                  <a:pt x="0" y="1270827"/>
                </a:lnTo>
                <a:close/>
              </a:path>
            </a:pathLst>
          </a:custGeom>
          <a:solidFill>
            <a:schemeClr val="accent1"/>
          </a:solidFill>
        </p:spPr>
        <p:txBody>
          <a:bodyPr vert="horz" wrap="square" lIns="365760" tIns="1188720" rIns="365760" bIns="274320" rtlCol="0" anchor="t" anchorCtr="0">
            <a:noAutofit/>
          </a:bodyPr>
          <a:lstStyle>
            <a:lvl1pPr algn="ctr">
              <a:spcAft>
                <a:spcPts val="300"/>
              </a:spcAft>
              <a:defRPr lang="en-US" sz="1200" dirty="0">
                <a:solidFill>
                  <a:schemeClr val="bg1"/>
                </a:solidFill>
                <a:latin typeface="+mj-lt"/>
              </a:defRPr>
            </a:lvl1pPr>
            <a:lvl2pPr algn="ctr">
              <a:defRPr lang="en-US" sz="1200" dirty="0">
                <a:solidFill>
                  <a:schemeClr val="bg1"/>
                </a:solidFill>
              </a:defRPr>
            </a:lvl2pPr>
            <a:lvl3pPr algn="ctr">
              <a:defRPr sz="1400">
                <a:solidFill>
                  <a:schemeClr val="bg1"/>
                </a:solidFill>
              </a:defRPr>
            </a:lvl3pPr>
            <a:lvl4pPr algn="ctr">
              <a:defRPr sz="1400">
                <a:solidFill>
                  <a:schemeClr val="bg1"/>
                </a:solidFill>
              </a:defRPr>
            </a:lvl4pPr>
            <a:lvl5pPr algn="ctr">
              <a:defRPr sz="1400">
                <a:solidFill>
                  <a:schemeClr val="bg1"/>
                </a:solidFill>
              </a:defRPr>
            </a:lvl5pPr>
          </a:lstStyle>
          <a:p>
            <a:pPr lvl="0"/>
            <a:r>
              <a:rPr lang="en-US" dirty="0"/>
              <a:t>Lorem ipsum dolor</a:t>
            </a:r>
          </a:p>
          <a:p>
            <a:pPr lvl="1"/>
            <a:r>
              <a:rPr lang="en-US" dirty="0"/>
              <a:t>Second level</a:t>
            </a:r>
          </a:p>
        </p:txBody>
      </p:sp>
      <p:sp>
        <p:nvSpPr>
          <p:cNvPr id="28" name="Icon Placeholder 2">
            <a:extLst>
              <a:ext uri="{FF2B5EF4-FFF2-40B4-BE49-F238E27FC236}">
                <a16:creationId xmlns:a16="http://schemas.microsoft.com/office/drawing/2014/main" id="{8F6A0E41-C652-E540-A0F8-3CC4628D5E1E}"/>
              </a:ext>
            </a:extLst>
          </p:cNvPr>
          <p:cNvSpPr>
            <a:spLocks noGrp="1"/>
          </p:cNvSpPr>
          <p:nvPr>
            <p:ph type="pic" sz="quarter" idx="48" hasCustomPrompt="1"/>
          </p:nvPr>
        </p:nvSpPr>
        <p:spPr>
          <a:xfrm>
            <a:off x="4295170" y="355583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9" name="# Placeholder 2">
            <a:extLst>
              <a:ext uri="{FF2B5EF4-FFF2-40B4-BE49-F238E27FC236}">
                <a16:creationId xmlns:a16="http://schemas.microsoft.com/office/drawing/2014/main" id="{C464C285-1861-FC43-9C0D-2E5A6069803F}"/>
              </a:ext>
            </a:extLst>
          </p:cNvPr>
          <p:cNvSpPr>
            <a:spLocks noGrp="1" noChangeAspect="1"/>
          </p:cNvSpPr>
          <p:nvPr>
            <p:ph type="body" sz="quarter" idx="49" hasCustomPrompt="1"/>
          </p:nvPr>
        </p:nvSpPr>
        <p:spPr>
          <a:xfrm>
            <a:off x="4345462" y="5626137"/>
            <a:ext cx="548640" cy="548878"/>
          </a:xfrm>
          <a:prstGeom prst="ellipse">
            <a:avLst/>
          </a:prstGeom>
          <a:solidFill>
            <a:schemeClr val="accent1"/>
          </a:solidFill>
          <a:ln w="76200">
            <a:solidFill>
              <a:schemeClr val="bg1"/>
            </a:solidFill>
          </a:ln>
        </p:spPr>
        <p:txBody>
          <a:bodyPr anchor="ctr" anchorCtr="0"/>
          <a:lstStyle>
            <a:lvl1pPr algn="ctr">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dirty="0"/>
              <a:t>00</a:t>
            </a:r>
          </a:p>
        </p:txBody>
      </p:sp>
      <p:sp>
        <p:nvSpPr>
          <p:cNvPr id="24" name="Text Placeholder 3">
            <a:extLst>
              <a:ext uri="{FF2B5EF4-FFF2-40B4-BE49-F238E27FC236}">
                <a16:creationId xmlns:a16="http://schemas.microsoft.com/office/drawing/2014/main" id="{27820619-863D-2F4C-A28B-C2B973ED7580}"/>
              </a:ext>
            </a:extLst>
          </p:cNvPr>
          <p:cNvSpPr>
            <a:spLocks noGrp="1"/>
          </p:cNvSpPr>
          <p:nvPr>
            <p:ph type="body" sz="quarter" idx="44" hasCustomPrompt="1"/>
          </p:nvPr>
        </p:nvSpPr>
        <p:spPr>
          <a:xfrm>
            <a:off x="4702162" y="1845232"/>
            <a:ext cx="2743200" cy="2651760"/>
          </a:xfrm>
          <a:custGeom>
            <a:avLst/>
            <a:gdLst>
              <a:gd name="connsiteX0" fmla="*/ 1266493 w 2830600"/>
              <a:gd name="connsiteY0" fmla="*/ 0 h 2408036"/>
              <a:gd name="connsiteX1" fmla="*/ 1283758 w 2830600"/>
              <a:gd name="connsiteY1" fmla="*/ 14251 h 2408036"/>
              <a:gd name="connsiteX2" fmla="*/ 1437133 w 2830600"/>
              <a:gd name="connsiteY2" fmla="*/ 61121 h 2408036"/>
              <a:gd name="connsiteX3" fmla="*/ 1543911 w 2830600"/>
              <a:gd name="connsiteY3" fmla="*/ 39554 h 2408036"/>
              <a:gd name="connsiteX4" fmla="*/ 1583947 w 2830600"/>
              <a:gd name="connsiteY4" fmla="*/ 17814 h 2408036"/>
              <a:gd name="connsiteX5" fmla="*/ 2830600 w 2830600"/>
              <a:gd name="connsiteY5" fmla="*/ 1137209 h 2408036"/>
              <a:gd name="connsiteX6" fmla="*/ 1415300 w 2830600"/>
              <a:gd name="connsiteY6" fmla="*/ 2408036 h 2408036"/>
              <a:gd name="connsiteX7" fmla="*/ 0 w 2830600"/>
              <a:gd name="connsiteY7" fmla="*/ 1137209 h 240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8036">
                <a:moveTo>
                  <a:pt x="1266493" y="0"/>
                </a:moveTo>
                <a:lnTo>
                  <a:pt x="1283758" y="14251"/>
                </a:lnTo>
                <a:cubicBezTo>
                  <a:pt x="1327540" y="43842"/>
                  <a:pt x="1380320" y="61121"/>
                  <a:pt x="1437133" y="61121"/>
                </a:cubicBezTo>
                <a:cubicBezTo>
                  <a:pt x="1475009" y="61121"/>
                  <a:pt x="1511092" y="53442"/>
                  <a:pt x="1543911" y="39554"/>
                </a:cubicBezTo>
                <a:lnTo>
                  <a:pt x="1583947" y="17814"/>
                </a:lnTo>
                <a:lnTo>
                  <a:pt x="2830600" y="1137209"/>
                </a:lnTo>
                <a:lnTo>
                  <a:pt x="1415300" y="2408036"/>
                </a:lnTo>
                <a:lnTo>
                  <a:pt x="0" y="1137209"/>
                </a:lnTo>
                <a:close/>
              </a:path>
            </a:pathLst>
          </a:custGeom>
          <a:solidFill>
            <a:schemeClr val="accent2"/>
          </a:solidFill>
        </p:spPr>
        <p:txBody>
          <a:bodyPr wrap="square" lIns="365760" tIns="1188720" rIns="365760" bIns="274320">
            <a:noAutofit/>
          </a:bodyPr>
          <a:lstStyle>
            <a:lvl1pPr algn="ctr">
              <a:spcAft>
                <a:spcPts val="300"/>
              </a:spcAft>
              <a:defRPr sz="1200">
                <a:solidFill>
                  <a:schemeClr val="bg1"/>
                </a:solidFill>
                <a:latin typeface="+mj-lt"/>
              </a:defRPr>
            </a:lvl1pPr>
            <a:lvl2pPr algn="ctr">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defRPr sz="1400">
                <a:solidFill>
                  <a:schemeClr val="bg1"/>
                </a:solidFill>
              </a:defRPr>
            </a:lvl4pPr>
            <a:lvl5pPr algn="ctr">
              <a:defRPr sz="1400">
                <a:solidFill>
                  <a:schemeClr val="bg1"/>
                </a:solidFill>
              </a:defRPr>
            </a:lvl5pPr>
          </a:lstStyle>
          <a:p>
            <a:pPr lvl="0"/>
            <a:r>
              <a:rPr lang="en-US" dirty="0"/>
              <a:t>Lorem ipsum dolor</a:t>
            </a:r>
          </a:p>
          <a:p>
            <a:pPr lvl="1"/>
            <a:r>
              <a:rPr lang="en-US" dirty="0"/>
              <a:t>Second level</a:t>
            </a:r>
          </a:p>
        </p:txBody>
      </p:sp>
      <p:sp>
        <p:nvSpPr>
          <p:cNvPr id="25" name="Icon Placeholder 3">
            <a:extLst>
              <a:ext uri="{FF2B5EF4-FFF2-40B4-BE49-F238E27FC236}">
                <a16:creationId xmlns:a16="http://schemas.microsoft.com/office/drawing/2014/main" id="{DB69679E-9FEC-CE45-8D1F-D1B0A8893EC5}"/>
              </a:ext>
            </a:extLst>
          </p:cNvPr>
          <p:cNvSpPr>
            <a:spLocks noGrp="1"/>
          </p:cNvSpPr>
          <p:nvPr>
            <p:ph type="pic" sz="quarter" idx="45" hasCustomPrompt="1"/>
          </p:nvPr>
        </p:nvSpPr>
        <p:spPr>
          <a:xfrm>
            <a:off x="5749150" y="2254269"/>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26" name="# Placeholder 3">
            <a:extLst>
              <a:ext uri="{FF2B5EF4-FFF2-40B4-BE49-F238E27FC236}">
                <a16:creationId xmlns:a16="http://schemas.microsoft.com/office/drawing/2014/main" id="{E3452103-F178-D841-9B7E-5730D4655563}"/>
              </a:ext>
            </a:extLst>
          </p:cNvPr>
          <p:cNvSpPr>
            <a:spLocks noGrp="1" noChangeAspect="1"/>
          </p:cNvSpPr>
          <p:nvPr>
            <p:ph type="body" sz="quarter" idx="46" hasCustomPrompt="1"/>
          </p:nvPr>
        </p:nvSpPr>
        <p:spPr>
          <a:xfrm>
            <a:off x="5799442" y="1524483"/>
            <a:ext cx="548640" cy="548878"/>
          </a:xfrm>
          <a:prstGeom prst="ellipse">
            <a:avLst/>
          </a:prstGeom>
          <a:solidFill>
            <a:schemeClr val="accent2"/>
          </a:solidFill>
          <a:ln w="76200">
            <a:solidFill>
              <a:schemeClr val="bg1"/>
            </a:solidFill>
          </a:ln>
        </p:spPr>
        <p:txBody>
          <a:bodyPr anchor="ctr" anchorCtr="0"/>
          <a:lstStyle>
            <a:lvl1pPr algn="ctr">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dirty="0"/>
              <a:t>00</a:t>
            </a:r>
          </a:p>
        </p:txBody>
      </p:sp>
      <p:sp>
        <p:nvSpPr>
          <p:cNvPr id="69" name="Text Placeholder 4">
            <a:extLst>
              <a:ext uri="{FF2B5EF4-FFF2-40B4-BE49-F238E27FC236}">
                <a16:creationId xmlns:a16="http://schemas.microsoft.com/office/drawing/2014/main" id="{80AFAC7C-D4ED-E440-9800-7E74A0DCE1A5}"/>
              </a:ext>
            </a:extLst>
          </p:cNvPr>
          <p:cNvSpPr>
            <a:spLocks noGrp="1"/>
          </p:cNvSpPr>
          <p:nvPr>
            <p:ph type="body" sz="quarter" idx="41" hasCustomPrompt="1"/>
          </p:nvPr>
        </p:nvSpPr>
        <p:spPr>
          <a:xfrm>
            <a:off x="6159605" y="3145375"/>
            <a:ext cx="2743200" cy="2651760"/>
          </a:xfrm>
          <a:custGeom>
            <a:avLst/>
            <a:gdLst>
              <a:gd name="connsiteX0" fmla="*/ 1415300 w 2830600"/>
              <a:gd name="connsiteY0" fmla="*/ 0 h 2401779"/>
              <a:gd name="connsiteX1" fmla="*/ 2830600 w 2830600"/>
              <a:gd name="connsiteY1" fmla="*/ 1270827 h 2401779"/>
              <a:gd name="connsiteX2" fmla="*/ 1571077 w 2830600"/>
              <a:gd name="connsiteY2" fmla="*/ 2401779 h 2401779"/>
              <a:gd name="connsiteX3" fmla="*/ 1567730 w 2830600"/>
              <a:gd name="connsiteY3" fmla="*/ 2399017 h 2401779"/>
              <a:gd name="connsiteX4" fmla="*/ 1414355 w 2830600"/>
              <a:gd name="connsiteY4" fmla="*/ 2352147 h 2401779"/>
              <a:gd name="connsiteX5" fmla="*/ 1260980 w 2830600"/>
              <a:gd name="connsiteY5" fmla="*/ 2399017 h 2401779"/>
              <a:gd name="connsiteX6" fmla="*/ 1258619 w 2830600"/>
              <a:gd name="connsiteY6" fmla="*/ 2400967 h 2401779"/>
              <a:gd name="connsiteX7" fmla="*/ 0 w 2830600"/>
              <a:gd name="connsiteY7" fmla="*/ 1270827 h 240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1779">
                <a:moveTo>
                  <a:pt x="1415300" y="0"/>
                </a:moveTo>
                <a:lnTo>
                  <a:pt x="2830600" y="1270827"/>
                </a:lnTo>
                <a:lnTo>
                  <a:pt x="1571077" y="2401779"/>
                </a:lnTo>
                <a:lnTo>
                  <a:pt x="1567730" y="2399017"/>
                </a:lnTo>
                <a:cubicBezTo>
                  <a:pt x="1523949" y="2369426"/>
                  <a:pt x="1471169" y="2352147"/>
                  <a:pt x="1414355" y="2352147"/>
                </a:cubicBezTo>
                <a:cubicBezTo>
                  <a:pt x="1357542" y="2352147"/>
                  <a:pt x="1304762" y="2369426"/>
                  <a:pt x="1260980" y="2399017"/>
                </a:cubicBezTo>
                <a:lnTo>
                  <a:pt x="1258619" y="2400967"/>
                </a:lnTo>
                <a:lnTo>
                  <a:pt x="0" y="1270827"/>
                </a:lnTo>
                <a:close/>
              </a:path>
            </a:pathLst>
          </a:custGeom>
          <a:solidFill>
            <a:schemeClr val="accent3"/>
          </a:solidFill>
        </p:spPr>
        <p:txBody>
          <a:bodyPr vert="horz" wrap="square" lIns="365760" tIns="1188720" rIns="365760" bIns="274320" rtlCol="0" anchor="t" anchorCtr="0">
            <a:noAutofit/>
          </a:bodyPr>
          <a:lstStyle>
            <a:lvl1pPr algn="ctr">
              <a:spcAft>
                <a:spcPts val="300"/>
              </a:spcAft>
              <a:defRPr lang="en-US" sz="1200" dirty="0">
                <a:solidFill>
                  <a:schemeClr val="bg1"/>
                </a:solidFill>
                <a:latin typeface="+mj-lt"/>
              </a:defRPr>
            </a:lvl1pPr>
            <a:lvl2pPr algn="ctr">
              <a:defRPr lang="en-US" sz="1200" dirty="0">
                <a:solidFill>
                  <a:schemeClr val="bg1"/>
                </a:solidFill>
              </a:defRPr>
            </a:lvl2pPr>
            <a:lvl3pPr algn="ctr">
              <a:defRPr sz="1400">
                <a:solidFill>
                  <a:schemeClr val="bg1"/>
                </a:solidFill>
              </a:defRPr>
            </a:lvl3pPr>
            <a:lvl4pPr algn="ctr">
              <a:defRPr sz="1400">
                <a:solidFill>
                  <a:schemeClr val="bg1"/>
                </a:solidFill>
              </a:defRPr>
            </a:lvl4pPr>
            <a:lvl5pPr algn="ctr">
              <a:defRPr sz="1400">
                <a:solidFill>
                  <a:schemeClr val="bg1"/>
                </a:solidFill>
              </a:defRPr>
            </a:lvl5pPr>
          </a:lstStyle>
          <a:p>
            <a:pPr lvl="0"/>
            <a:r>
              <a:rPr lang="en-US" dirty="0"/>
              <a:t>Lorem ipsum dolor</a:t>
            </a:r>
          </a:p>
          <a:p>
            <a:pPr lvl="1"/>
            <a:r>
              <a:rPr lang="en-US" dirty="0"/>
              <a:t>Second level</a:t>
            </a:r>
          </a:p>
        </p:txBody>
      </p:sp>
      <p:sp>
        <p:nvSpPr>
          <p:cNvPr id="70" name="Icon Placeholder 4">
            <a:extLst>
              <a:ext uri="{FF2B5EF4-FFF2-40B4-BE49-F238E27FC236}">
                <a16:creationId xmlns:a16="http://schemas.microsoft.com/office/drawing/2014/main" id="{F43763F8-AC63-0741-BD80-0E20BD29FAD7}"/>
              </a:ext>
            </a:extLst>
          </p:cNvPr>
          <p:cNvSpPr>
            <a:spLocks noGrp="1"/>
          </p:cNvSpPr>
          <p:nvPr>
            <p:ph type="pic" sz="quarter" idx="42" hasCustomPrompt="1"/>
          </p:nvPr>
        </p:nvSpPr>
        <p:spPr>
          <a:xfrm>
            <a:off x="7206593" y="3558166"/>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71" name="# Placeholder 4">
            <a:extLst>
              <a:ext uri="{FF2B5EF4-FFF2-40B4-BE49-F238E27FC236}">
                <a16:creationId xmlns:a16="http://schemas.microsoft.com/office/drawing/2014/main" id="{474EDC9B-B916-DD43-882E-F405ABDDF66A}"/>
              </a:ext>
            </a:extLst>
          </p:cNvPr>
          <p:cNvSpPr>
            <a:spLocks noGrp="1" noChangeAspect="1"/>
          </p:cNvSpPr>
          <p:nvPr>
            <p:ph type="body" sz="quarter" idx="43" hasCustomPrompt="1"/>
          </p:nvPr>
        </p:nvSpPr>
        <p:spPr>
          <a:xfrm>
            <a:off x="7256885" y="5628467"/>
            <a:ext cx="548640" cy="548878"/>
          </a:xfrm>
          <a:prstGeom prst="ellipse">
            <a:avLst/>
          </a:prstGeom>
          <a:solidFill>
            <a:schemeClr val="accent3"/>
          </a:solidFill>
          <a:ln w="76200">
            <a:solidFill>
              <a:schemeClr val="bg1"/>
            </a:solidFill>
          </a:ln>
        </p:spPr>
        <p:txBody>
          <a:bodyPr anchor="ctr" anchorCtr="0"/>
          <a:lstStyle>
            <a:lvl1pPr algn="ctr">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dirty="0"/>
              <a:t>00</a:t>
            </a:r>
          </a:p>
        </p:txBody>
      </p:sp>
      <p:sp>
        <p:nvSpPr>
          <p:cNvPr id="66" name="Text Placeholder 5">
            <a:extLst>
              <a:ext uri="{FF2B5EF4-FFF2-40B4-BE49-F238E27FC236}">
                <a16:creationId xmlns:a16="http://schemas.microsoft.com/office/drawing/2014/main" id="{91AB8390-CEAC-1F44-A27B-CDCF2E403068}"/>
              </a:ext>
            </a:extLst>
          </p:cNvPr>
          <p:cNvSpPr>
            <a:spLocks noGrp="1"/>
          </p:cNvSpPr>
          <p:nvPr>
            <p:ph type="body" sz="quarter" idx="38" hasCustomPrompt="1"/>
          </p:nvPr>
        </p:nvSpPr>
        <p:spPr>
          <a:xfrm>
            <a:off x="7613585" y="1845232"/>
            <a:ext cx="2743200" cy="2651760"/>
          </a:xfrm>
          <a:custGeom>
            <a:avLst/>
            <a:gdLst>
              <a:gd name="connsiteX0" fmla="*/ 1266493 w 2830600"/>
              <a:gd name="connsiteY0" fmla="*/ 0 h 2408036"/>
              <a:gd name="connsiteX1" fmla="*/ 1283758 w 2830600"/>
              <a:gd name="connsiteY1" fmla="*/ 14251 h 2408036"/>
              <a:gd name="connsiteX2" fmla="*/ 1437133 w 2830600"/>
              <a:gd name="connsiteY2" fmla="*/ 61121 h 2408036"/>
              <a:gd name="connsiteX3" fmla="*/ 1543911 w 2830600"/>
              <a:gd name="connsiteY3" fmla="*/ 39554 h 2408036"/>
              <a:gd name="connsiteX4" fmla="*/ 1583947 w 2830600"/>
              <a:gd name="connsiteY4" fmla="*/ 17814 h 2408036"/>
              <a:gd name="connsiteX5" fmla="*/ 2830600 w 2830600"/>
              <a:gd name="connsiteY5" fmla="*/ 1137209 h 2408036"/>
              <a:gd name="connsiteX6" fmla="*/ 1415300 w 2830600"/>
              <a:gd name="connsiteY6" fmla="*/ 2408036 h 2408036"/>
              <a:gd name="connsiteX7" fmla="*/ 0 w 2830600"/>
              <a:gd name="connsiteY7" fmla="*/ 1137209 h 240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0600" h="2408036">
                <a:moveTo>
                  <a:pt x="1266493" y="0"/>
                </a:moveTo>
                <a:lnTo>
                  <a:pt x="1283758" y="14251"/>
                </a:lnTo>
                <a:cubicBezTo>
                  <a:pt x="1327540" y="43842"/>
                  <a:pt x="1380320" y="61121"/>
                  <a:pt x="1437133" y="61121"/>
                </a:cubicBezTo>
                <a:cubicBezTo>
                  <a:pt x="1475009" y="61121"/>
                  <a:pt x="1511092" y="53442"/>
                  <a:pt x="1543911" y="39554"/>
                </a:cubicBezTo>
                <a:lnTo>
                  <a:pt x="1583947" y="17814"/>
                </a:lnTo>
                <a:lnTo>
                  <a:pt x="2830600" y="1137209"/>
                </a:lnTo>
                <a:lnTo>
                  <a:pt x="1415300" y="2408036"/>
                </a:lnTo>
                <a:lnTo>
                  <a:pt x="0" y="1137209"/>
                </a:lnTo>
                <a:close/>
              </a:path>
            </a:pathLst>
          </a:custGeom>
          <a:solidFill>
            <a:schemeClr val="bg2"/>
          </a:solidFill>
        </p:spPr>
        <p:txBody>
          <a:bodyPr wrap="square" lIns="365760" tIns="1188720" rIns="365760" bIns="274320">
            <a:noAutofit/>
          </a:bodyPr>
          <a:lstStyle>
            <a:lvl1pPr algn="ctr">
              <a:spcAft>
                <a:spcPts val="300"/>
              </a:spcAft>
              <a:defRPr sz="1200">
                <a:solidFill>
                  <a:schemeClr val="bg1"/>
                </a:solidFill>
                <a:latin typeface="+mj-lt"/>
              </a:defRPr>
            </a:lvl1pPr>
            <a:lvl2pPr algn="ctr">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defRPr sz="1400">
                <a:solidFill>
                  <a:schemeClr val="bg1"/>
                </a:solidFill>
              </a:defRPr>
            </a:lvl4pPr>
            <a:lvl5pPr algn="ctr">
              <a:defRPr sz="1400">
                <a:solidFill>
                  <a:schemeClr val="bg1"/>
                </a:solidFill>
              </a:defRPr>
            </a:lvl5pPr>
          </a:lstStyle>
          <a:p>
            <a:pPr lvl="0"/>
            <a:r>
              <a:rPr lang="en-US" dirty="0"/>
              <a:t>Lorem ipsum dolor</a:t>
            </a:r>
          </a:p>
          <a:p>
            <a:pPr lvl="1"/>
            <a:r>
              <a:rPr lang="en-US" dirty="0"/>
              <a:t>Second level</a:t>
            </a:r>
          </a:p>
        </p:txBody>
      </p:sp>
      <p:sp>
        <p:nvSpPr>
          <p:cNvPr id="67" name="Icon Placeholder 5">
            <a:extLst>
              <a:ext uri="{FF2B5EF4-FFF2-40B4-BE49-F238E27FC236}">
                <a16:creationId xmlns:a16="http://schemas.microsoft.com/office/drawing/2014/main" id="{2B9D1825-4280-3044-AB17-0D3778224393}"/>
              </a:ext>
            </a:extLst>
          </p:cNvPr>
          <p:cNvSpPr>
            <a:spLocks noGrp="1"/>
          </p:cNvSpPr>
          <p:nvPr>
            <p:ph type="pic" sz="quarter" idx="39" hasCustomPrompt="1"/>
          </p:nvPr>
        </p:nvSpPr>
        <p:spPr>
          <a:xfrm>
            <a:off x="8660573" y="2254269"/>
            <a:ext cx="649224" cy="649224"/>
          </a:xfrm>
        </p:spPr>
        <p:txBody>
          <a:bodyPr tIns="0" anchor="ctr" anchorCtr="0"/>
          <a:lstStyle>
            <a:lvl1pPr algn="ctr">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Place Icon Here</a:t>
            </a:r>
          </a:p>
        </p:txBody>
      </p:sp>
      <p:sp>
        <p:nvSpPr>
          <p:cNvPr id="68" name="# Placeholder 5">
            <a:extLst>
              <a:ext uri="{FF2B5EF4-FFF2-40B4-BE49-F238E27FC236}">
                <a16:creationId xmlns:a16="http://schemas.microsoft.com/office/drawing/2014/main" id="{00ED52FE-CFB3-EC40-AD8C-37A382B2A669}"/>
              </a:ext>
            </a:extLst>
          </p:cNvPr>
          <p:cNvSpPr>
            <a:spLocks noGrp="1" noChangeAspect="1"/>
          </p:cNvSpPr>
          <p:nvPr>
            <p:ph type="body" sz="quarter" idx="40" hasCustomPrompt="1"/>
          </p:nvPr>
        </p:nvSpPr>
        <p:spPr>
          <a:xfrm>
            <a:off x="8710865" y="1524483"/>
            <a:ext cx="548640" cy="548878"/>
          </a:xfrm>
          <a:prstGeom prst="ellipse">
            <a:avLst/>
          </a:prstGeom>
          <a:solidFill>
            <a:schemeClr val="bg2"/>
          </a:solidFill>
          <a:ln w="76200">
            <a:solidFill>
              <a:schemeClr val="bg1"/>
            </a:solidFill>
          </a:ln>
        </p:spPr>
        <p:txBody>
          <a:bodyPr anchor="ctr" anchorCtr="0"/>
          <a:lstStyle>
            <a:lvl1pPr algn="ctr">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dirty="0"/>
              <a:t>00</a:t>
            </a:r>
          </a:p>
        </p:txBody>
      </p:sp>
      <p:sp>
        <p:nvSpPr>
          <p:cNvPr id="3" name="Footer Placeholder 2">
            <a:extLst>
              <a:ext uri="{FF2B5EF4-FFF2-40B4-BE49-F238E27FC236}">
                <a16:creationId xmlns:a16="http://schemas.microsoft.com/office/drawing/2014/main" id="{866DD8C1-21C6-0D4A-908A-B6D2B24889AE}"/>
              </a:ext>
            </a:extLst>
          </p:cNvPr>
          <p:cNvSpPr>
            <a:spLocks noGrp="1"/>
          </p:cNvSpPr>
          <p:nvPr>
            <p:ph type="ftr" sz="quarter" idx="5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D3FFFF29-EFC1-D048-81C2-9111A69C70BD}"/>
              </a:ext>
            </a:extLst>
          </p:cNvPr>
          <p:cNvSpPr>
            <a:spLocks noGrp="1"/>
          </p:cNvSpPr>
          <p:nvPr>
            <p:ph type="sldNum" sz="quarter" idx="5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64026393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5 Process Circle ">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35" name="Circle Part 1">
            <a:extLst>
              <a:ext uri="{FF2B5EF4-FFF2-40B4-BE49-F238E27FC236}">
                <a16:creationId xmlns:a16="http://schemas.microsoft.com/office/drawing/2014/main" id="{CFA24328-1780-5545-9B5E-0D13BF9B72B9}"/>
              </a:ext>
            </a:extLst>
          </p:cNvPr>
          <p:cNvSpPr txBox="1">
            <a:spLocks/>
          </p:cNvSpPr>
          <p:nvPr userDrawn="1"/>
        </p:nvSpPr>
        <p:spPr>
          <a:xfrm rot="8626927">
            <a:off x="3730356" y="1830448"/>
            <a:ext cx="2698216" cy="1357745"/>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tx2"/>
          </a:solidFill>
          <a:ln w="12700">
            <a:solidFill>
              <a:schemeClr val="bg1"/>
            </a:solidFill>
          </a:ln>
        </p:spPr>
        <p:txBody>
          <a:bodyPr vert="horz" wrap="square" lIns="274320" tIns="0" rIns="82296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tx2"/>
                </a:solidFill>
              </a:rPr>
              <a:t>Click to edit Master text styles</a:t>
            </a:r>
          </a:p>
        </p:txBody>
      </p:sp>
      <p:sp>
        <p:nvSpPr>
          <p:cNvPr id="47" name="Circle Title 1">
            <a:extLst>
              <a:ext uri="{FF2B5EF4-FFF2-40B4-BE49-F238E27FC236}">
                <a16:creationId xmlns:a16="http://schemas.microsoft.com/office/drawing/2014/main" id="{73791BBA-CCF5-3041-BF43-3050FFFDB5A7}"/>
              </a:ext>
            </a:extLst>
          </p:cNvPr>
          <p:cNvSpPr>
            <a:spLocks noGrp="1"/>
          </p:cNvSpPr>
          <p:nvPr>
            <p:ph type="body" sz="quarter" idx="40" hasCustomPrompt="1"/>
          </p:nvPr>
        </p:nvSpPr>
        <p:spPr>
          <a:xfrm>
            <a:off x="4309822" y="2265175"/>
            <a:ext cx="1422540" cy="427809"/>
          </a:xfrm>
          <a:prstGeom prst="rect">
            <a:avLst/>
          </a:prstGeom>
          <a:noFill/>
          <a:ln w="9525">
            <a:noFill/>
          </a:ln>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First line</a:t>
            </a:r>
          </a:p>
          <a:p>
            <a:pPr lvl="1"/>
            <a:r>
              <a:rPr lang="en-US" dirty="0"/>
              <a:t>Second line</a:t>
            </a:r>
          </a:p>
        </p:txBody>
      </p:sp>
      <p:sp>
        <p:nvSpPr>
          <p:cNvPr id="38" name="Text Placeholder 1">
            <a:extLst>
              <a:ext uri="{FF2B5EF4-FFF2-40B4-BE49-F238E27FC236}">
                <a16:creationId xmlns:a16="http://schemas.microsoft.com/office/drawing/2014/main" id="{D25435EA-4C6C-AD4D-806C-6C50CC50CA01}"/>
              </a:ext>
            </a:extLst>
          </p:cNvPr>
          <p:cNvSpPr>
            <a:spLocks noGrp="1"/>
          </p:cNvSpPr>
          <p:nvPr>
            <p:ph type="body" sz="quarter" idx="26" hasCustomPrompt="1"/>
          </p:nvPr>
        </p:nvSpPr>
        <p:spPr>
          <a:xfrm>
            <a:off x="571500" y="2057400"/>
            <a:ext cx="3543300" cy="402336"/>
          </a:xfrm>
        </p:spPr>
        <p:txBody>
          <a:bodyPr>
            <a:noAutofit/>
          </a:bodyPr>
          <a:lstStyle>
            <a:lvl1pPr>
              <a:defRPr lang="en-US" sz="100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defRPr lang="en-US" sz="10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914400" rtl="0" eaLnBrk="1" latinLnBrk="0" hangingPunct="1">
              <a:lnSpc>
                <a:spcPct val="130000"/>
              </a:lnSpc>
              <a:spcBef>
                <a:spcPts val="0"/>
              </a:spcBef>
              <a:spcAft>
                <a:spcPts val="0"/>
              </a:spcAft>
              <a:buFont typeface="Arial" panose="020B0604020202020204" pitchFamily="34" charset="0"/>
              <a:buNone/>
              <a:tabLst/>
            </a:pPr>
            <a:r>
              <a:rPr lang="en-US" dirty="0"/>
              <a:t>First line</a:t>
            </a:r>
          </a:p>
          <a:p>
            <a:pPr marL="0" lvl="1" indent="0" algn="l" defTabSz="914400" rtl="0" eaLnBrk="1" latinLnBrk="0" hangingPunct="1">
              <a:lnSpc>
                <a:spcPct val="130000"/>
              </a:lnSpc>
              <a:spcBef>
                <a:spcPts val="0"/>
              </a:spcBef>
              <a:spcAft>
                <a:spcPts val="0"/>
              </a:spcAft>
              <a:buFont typeface="Arial" panose="020B0604020202020204" pitchFamily="34" charset="0"/>
              <a:buNone/>
            </a:pPr>
            <a:r>
              <a:rPr lang="en-US" dirty="0"/>
              <a:t>Second line</a:t>
            </a:r>
          </a:p>
        </p:txBody>
      </p:sp>
      <p:sp>
        <p:nvSpPr>
          <p:cNvPr id="37" name="Line 1">
            <a:extLst>
              <a:ext uri="{FF2B5EF4-FFF2-40B4-BE49-F238E27FC236}">
                <a16:creationId xmlns:a16="http://schemas.microsoft.com/office/drawing/2014/main" id="{CFA8F06B-2955-0943-8450-F482D201F732}"/>
              </a:ext>
            </a:extLst>
          </p:cNvPr>
          <p:cNvSpPr>
            <a:spLocks noGrp="1"/>
          </p:cNvSpPr>
          <p:nvPr>
            <p:ph type="body" sz="quarter" idx="22"/>
          </p:nvPr>
        </p:nvSpPr>
        <p:spPr>
          <a:xfrm>
            <a:off x="578669" y="2530822"/>
            <a:ext cx="365760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4"/>
            <a:endParaRPr lang="en-US" dirty="0"/>
          </a:p>
        </p:txBody>
      </p:sp>
      <p:sp>
        <p:nvSpPr>
          <p:cNvPr id="34" name="Circle Part 2">
            <a:extLst>
              <a:ext uri="{FF2B5EF4-FFF2-40B4-BE49-F238E27FC236}">
                <a16:creationId xmlns:a16="http://schemas.microsoft.com/office/drawing/2014/main" id="{3DDDFD96-6BB1-FD4A-BDCA-D9149D835AC3}"/>
              </a:ext>
            </a:extLst>
          </p:cNvPr>
          <p:cNvSpPr txBox="1">
            <a:spLocks/>
          </p:cNvSpPr>
          <p:nvPr userDrawn="1"/>
        </p:nvSpPr>
        <p:spPr>
          <a:xfrm rot="12957541">
            <a:off x="5631437" y="1814230"/>
            <a:ext cx="2698216" cy="1357745"/>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accent1"/>
          </a:solidFill>
          <a:ln w="12700">
            <a:solidFill>
              <a:schemeClr val="bg1"/>
            </a:solidFill>
          </a:ln>
        </p:spPr>
        <p:txBody>
          <a:bodyPr vert="horz" wrap="square" lIns="274320" tIns="0" rIns="82296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accent1"/>
                </a:solidFill>
              </a:rPr>
              <a:t>Click to edit Master text styles</a:t>
            </a:r>
          </a:p>
        </p:txBody>
      </p:sp>
      <p:sp>
        <p:nvSpPr>
          <p:cNvPr id="48" name="Circle Title 2">
            <a:extLst>
              <a:ext uri="{FF2B5EF4-FFF2-40B4-BE49-F238E27FC236}">
                <a16:creationId xmlns:a16="http://schemas.microsoft.com/office/drawing/2014/main" id="{30AF0792-47E4-A74A-A751-70CC865AD9D3}"/>
              </a:ext>
            </a:extLst>
          </p:cNvPr>
          <p:cNvSpPr>
            <a:spLocks noGrp="1"/>
          </p:cNvSpPr>
          <p:nvPr>
            <p:ph type="body" sz="quarter" idx="41" hasCustomPrompt="1"/>
          </p:nvPr>
        </p:nvSpPr>
        <p:spPr>
          <a:xfrm>
            <a:off x="6455958" y="2265175"/>
            <a:ext cx="1386818" cy="427809"/>
          </a:xfrm>
          <a:prstGeom prst="rect">
            <a:avLst/>
          </a:prstGeom>
          <a:noFill/>
          <a:ln w="9525">
            <a:noFill/>
          </a:ln>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First line</a:t>
            </a:r>
          </a:p>
          <a:p>
            <a:pPr lvl="1"/>
            <a:r>
              <a:rPr lang="en-US" dirty="0"/>
              <a:t>Second line</a:t>
            </a:r>
          </a:p>
        </p:txBody>
      </p:sp>
      <p:sp>
        <p:nvSpPr>
          <p:cNvPr id="43" name="Line 2">
            <a:extLst>
              <a:ext uri="{FF2B5EF4-FFF2-40B4-BE49-F238E27FC236}">
                <a16:creationId xmlns:a16="http://schemas.microsoft.com/office/drawing/2014/main" id="{81098EE4-5C15-8A4C-9D7A-2DE2C659ABCB}"/>
              </a:ext>
            </a:extLst>
          </p:cNvPr>
          <p:cNvSpPr>
            <a:spLocks noGrp="1"/>
          </p:cNvSpPr>
          <p:nvPr>
            <p:ph type="body" sz="quarter" idx="31"/>
          </p:nvPr>
        </p:nvSpPr>
        <p:spPr>
          <a:xfrm>
            <a:off x="7944097" y="2730539"/>
            <a:ext cx="3657600" cy="9144"/>
          </a:xfrm>
          <a:solidFill>
            <a:schemeClr val="accent1"/>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accent1"/>
                </a:solidFill>
              </a:defRPr>
            </a:lvl5pPr>
          </a:lstStyle>
          <a:p>
            <a:pPr lvl="4"/>
            <a:endParaRPr lang="en-US" dirty="0"/>
          </a:p>
        </p:txBody>
      </p:sp>
      <p:sp>
        <p:nvSpPr>
          <p:cNvPr id="44" name="Text Placeholder 2">
            <a:extLst>
              <a:ext uri="{FF2B5EF4-FFF2-40B4-BE49-F238E27FC236}">
                <a16:creationId xmlns:a16="http://schemas.microsoft.com/office/drawing/2014/main" id="{212E3BB5-0428-054F-B3AD-AE49BF6BE91E}"/>
              </a:ext>
            </a:extLst>
          </p:cNvPr>
          <p:cNvSpPr>
            <a:spLocks noGrp="1"/>
          </p:cNvSpPr>
          <p:nvPr>
            <p:ph type="body" sz="quarter" idx="32" hasCustomPrompt="1"/>
          </p:nvPr>
        </p:nvSpPr>
        <p:spPr>
          <a:xfrm>
            <a:off x="8254999" y="2258568"/>
            <a:ext cx="3346697" cy="402336"/>
          </a:xfrm>
        </p:spPr>
        <p:txBody>
          <a:bodyPr>
            <a:noAutofit/>
          </a:bodyPr>
          <a:lstStyle>
            <a:lvl1pPr algn="r">
              <a:defRPr lang="en-US" sz="100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r">
              <a:defRPr lang="en-US" sz="10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914400" rtl="0" eaLnBrk="1" latinLnBrk="0" hangingPunct="1">
              <a:lnSpc>
                <a:spcPct val="130000"/>
              </a:lnSpc>
              <a:spcBef>
                <a:spcPts val="0"/>
              </a:spcBef>
              <a:spcAft>
                <a:spcPts val="0"/>
              </a:spcAft>
              <a:buFont typeface="Arial" panose="020B0604020202020204" pitchFamily="34" charset="0"/>
              <a:buNone/>
              <a:tabLst/>
            </a:pPr>
            <a:r>
              <a:rPr lang="en-US" dirty="0"/>
              <a:t>First line</a:t>
            </a:r>
          </a:p>
          <a:p>
            <a:pPr marL="0" lvl="1" indent="0" algn="l" defTabSz="914400" rtl="0" eaLnBrk="1" latinLnBrk="0" hangingPunct="1">
              <a:lnSpc>
                <a:spcPct val="130000"/>
              </a:lnSpc>
              <a:spcBef>
                <a:spcPts val="0"/>
              </a:spcBef>
              <a:spcAft>
                <a:spcPts val="0"/>
              </a:spcAft>
              <a:buFont typeface="Arial" panose="020B0604020202020204" pitchFamily="34" charset="0"/>
              <a:buNone/>
            </a:pPr>
            <a:r>
              <a:rPr lang="en-US" dirty="0"/>
              <a:t>Second line</a:t>
            </a:r>
          </a:p>
        </p:txBody>
      </p:sp>
      <p:sp>
        <p:nvSpPr>
          <p:cNvPr id="33" name="Circle Part 3">
            <a:extLst>
              <a:ext uri="{FF2B5EF4-FFF2-40B4-BE49-F238E27FC236}">
                <a16:creationId xmlns:a16="http://schemas.microsoft.com/office/drawing/2014/main" id="{0B75F43B-D2FE-4E40-A290-7218318DE47C}"/>
              </a:ext>
            </a:extLst>
          </p:cNvPr>
          <p:cNvSpPr txBox="1">
            <a:spLocks/>
          </p:cNvSpPr>
          <p:nvPr userDrawn="1"/>
        </p:nvSpPr>
        <p:spPr>
          <a:xfrm rot="17275801">
            <a:off x="6235651" y="3619218"/>
            <a:ext cx="2698216" cy="1357745"/>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accent2"/>
          </a:solidFill>
          <a:ln w="12700">
            <a:solidFill>
              <a:schemeClr val="bg1"/>
            </a:solidFill>
          </a:ln>
        </p:spPr>
        <p:txBody>
          <a:bodyPr vert="horz" wrap="square" lIns="274320" tIns="0" rIns="82296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accent2"/>
                </a:solidFill>
              </a:rPr>
              <a:t>Click to edit Master text styles</a:t>
            </a:r>
          </a:p>
        </p:txBody>
      </p:sp>
      <p:sp>
        <p:nvSpPr>
          <p:cNvPr id="49" name="Circle Title 3">
            <a:extLst>
              <a:ext uri="{FF2B5EF4-FFF2-40B4-BE49-F238E27FC236}">
                <a16:creationId xmlns:a16="http://schemas.microsoft.com/office/drawing/2014/main" id="{2F7E1014-294A-C549-BD11-4EB4D222F261}"/>
              </a:ext>
            </a:extLst>
          </p:cNvPr>
          <p:cNvSpPr>
            <a:spLocks noGrp="1"/>
          </p:cNvSpPr>
          <p:nvPr>
            <p:ph type="body" sz="quarter" idx="42" hasCustomPrompt="1"/>
          </p:nvPr>
        </p:nvSpPr>
        <p:spPr>
          <a:xfrm>
            <a:off x="7044539" y="4297560"/>
            <a:ext cx="1124793" cy="427809"/>
          </a:xfrm>
          <a:prstGeom prst="rect">
            <a:avLst/>
          </a:prstGeom>
          <a:noFill/>
          <a:ln w="9525">
            <a:noFill/>
          </a:ln>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First line</a:t>
            </a:r>
          </a:p>
          <a:p>
            <a:pPr lvl="1"/>
            <a:r>
              <a:rPr lang="en-US" dirty="0"/>
              <a:t>Second line</a:t>
            </a:r>
          </a:p>
        </p:txBody>
      </p:sp>
      <p:sp>
        <p:nvSpPr>
          <p:cNvPr id="45" name="Line 3">
            <a:extLst>
              <a:ext uri="{FF2B5EF4-FFF2-40B4-BE49-F238E27FC236}">
                <a16:creationId xmlns:a16="http://schemas.microsoft.com/office/drawing/2014/main" id="{FC826B92-4FAB-6649-B066-FC7AA4D30C17}"/>
              </a:ext>
            </a:extLst>
          </p:cNvPr>
          <p:cNvSpPr>
            <a:spLocks noGrp="1"/>
          </p:cNvSpPr>
          <p:nvPr>
            <p:ph type="body" sz="quarter" idx="33"/>
          </p:nvPr>
        </p:nvSpPr>
        <p:spPr>
          <a:xfrm>
            <a:off x="7944097" y="4810251"/>
            <a:ext cx="3657600" cy="9144"/>
          </a:xfrm>
          <a:solidFill>
            <a:schemeClr val="accent3"/>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accent2"/>
                </a:solidFill>
              </a:defRPr>
            </a:lvl5pPr>
          </a:lstStyle>
          <a:p>
            <a:pPr lvl="4"/>
            <a:endParaRPr lang="en-US" dirty="0"/>
          </a:p>
        </p:txBody>
      </p:sp>
      <p:sp>
        <p:nvSpPr>
          <p:cNvPr id="46" name="Text Placeholder 3">
            <a:extLst>
              <a:ext uri="{FF2B5EF4-FFF2-40B4-BE49-F238E27FC236}">
                <a16:creationId xmlns:a16="http://schemas.microsoft.com/office/drawing/2014/main" id="{71DA99D0-8E52-B541-AEAF-AA7DD9B438E6}"/>
              </a:ext>
            </a:extLst>
          </p:cNvPr>
          <p:cNvSpPr>
            <a:spLocks noGrp="1"/>
          </p:cNvSpPr>
          <p:nvPr>
            <p:ph type="body" sz="quarter" idx="34" hasCustomPrompt="1"/>
          </p:nvPr>
        </p:nvSpPr>
        <p:spPr>
          <a:xfrm>
            <a:off x="8471202" y="4338280"/>
            <a:ext cx="3130494" cy="402336"/>
          </a:xfrm>
        </p:spPr>
        <p:txBody>
          <a:bodyPr>
            <a:noAutofit/>
          </a:bodyPr>
          <a:lstStyle>
            <a:lvl1pPr algn="r">
              <a:defRPr lang="en-US" sz="100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lgn="r">
              <a:defRPr lang="en-US" sz="10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914400" rtl="0" eaLnBrk="1" latinLnBrk="0" hangingPunct="1">
              <a:lnSpc>
                <a:spcPct val="130000"/>
              </a:lnSpc>
              <a:spcBef>
                <a:spcPts val="0"/>
              </a:spcBef>
              <a:spcAft>
                <a:spcPts val="0"/>
              </a:spcAft>
              <a:buFont typeface="Arial" panose="020B0604020202020204" pitchFamily="34" charset="0"/>
              <a:buNone/>
              <a:tabLst/>
            </a:pPr>
            <a:r>
              <a:rPr lang="en-US" dirty="0"/>
              <a:t>First line</a:t>
            </a:r>
          </a:p>
          <a:p>
            <a:pPr marL="0" lvl="1" indent="0" algn="l" defTabSz="914400" rtl="0" eaLnBrk="1" latinLnBrk="0" hangingPunct="1">
              <a:lnSpc>
                <a:spcPct val="130000"/>
              </a:lnSpc>
              <a:spcBef>
                <a:spcPts val="0"/>
              </a:spcBef>
              <a:spcAft>
                <a:spcPts val="0"/>
              </a:spcAft>
              <a:buFont typeface="Arial" panose="020B0604020202020204" pitchFamily="34" charset="0"/>
              <a:buNone/>
            </a:pPr>
            <a:r>
              <a:rPr lang="en-US" dirty="0"/>
              <a:t>Second line</a:t>
            </a:r>
          </a:p>
        </p:txBody>
      </p:sp>
      <p:sp>
        <p:nvSpPr>
          <p:cNvPr id="32" name="Circle Part 4">
            <a:extLst>
              <a:ext uri="{FF2B5EF4-FFF2-40B4-BE49-F238E27FC236}">
                <a16:creationId xmlns:a16="http://schemas.microsoft.com/office/drawing/2014/main" id="{2EB09E7E-9617-EC44-AC79-BD7C07BF0B15}"/>
              </a:ext>
            </a:extLst>
          </p:cNvPr>
          <p:cNvSpPr txBox="1">
            <a:spLocks/>
          </p:cNvSpPr>
          <p:nvPr/>
        </p:nvSpPr>
        <p:spPr>
          <a:xfrm>
            <a:off x="4708171" y="4744706"/>
            <a:ext cx="2698216" cy="1357745"/>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accent3"/>
          </a:solidFill>
          <a:ln w="12700">
            <a:solidFill>
              <a:schemeClr val="bg1"/>
            </a:solidFill>
          </a:ln>
        </p:spPr>
        <p:txBody>
          <a:bodyPr vert="horz" wrap="square" lIns="274320" tIns="0" rIns="82296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accent3"/>
                </a:solidFill>
              </a:rPr>
              <a:t>Click to edit Master text styles</a:t>
            </a:r>
          </a:p>
        </p:txBody>
      </p:sp>
      <p:sp>
        <p:nvSpPr>
          <p:cNvPr id="51" name="Circle Title 4">
            <a:extLst>
              <a:ext uri="{FF2B5EF4-FFF2-40B4-BE49-F238E27FC236}">
                <a16:creationId xmlns:a16="http://schemas.microsoft.com/office/drawing/2014/main" id="{E8358598-AEB5-1243-9520-588C6C6A5243}"/>
              </a:ext>
            </a:extLst>
          </p:cNvPr>
          <p:cNvSpPr>
            <a:spLocks noGrp="1"/>
          </p:cNvSpPr>
          <p:nvPr>
            <p:ph type="body" sz="quarter" idx="44" hasCustomPrompt="1"/>
          </p:nvPr>
        </p:nvSpPr>
        <p:spPr>
          <a:xfrm>
            <a:off x="5075032" y="5315251"/>
            <a:ext cx="1558159" cy="427809"/>
          </a:xfrm>
          <a:prstGeom prst="rect">
            <a:avLst/>
          </a:prstGeom>
          <a:noFill/>
          <a:ln w="9525">
            <a:noFill/>
          </a:ln>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First line</a:t>
            </a:r>
          </a:p>
          <a:p>
            <a:pPr lvl="1"/>
            <a:r>
              <a:rPr lang="en-US" dirty="0"/>
              <a:t>Second line</a:t>
            </a:r>
          </a:p>
        </p:txBody>
      </p:sp>
      <p:sp>
        <p:nvSpPr>
          <p:cNvPr id="41" name="Line 4">
            <a:extLst>
              <a:ext uri="{FF2B5EF4-FFF2-40B4-BE49-F238E27FC236}">
                <a16:creationId xmlns:a16="http://schemas.microsoft.com/office/drawing/2014/main" id="{F43AEDD9-79FC-C54E-842C-3388EBC61B09}"/>
              </a:ext>
            </a:extLst>
          </p:cNvPr>
          <p:cNvSpPr>
            <a:spLocks noGrp="1"/>
          </p:cNvSpPr>
          <p:nvPr>
            <p:ph type="body" sz="quarter" idx="29"/>
          </p:nvPr>
        </p:nvSpPr>
        <p:spPr>
          <a:xfrm>
            <a:off x="594355" y="6002578"/>
            <a:ext cx="4937760" cy="9144"/>
          </a:xfrm>
          <a:solidFill>
            <a:schemeClr val="accent3"/>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accent3"/>
                </a:solidFill>
              </a:defRPr>
            </a:lvl5pPr>
          </a:lstStyle>
          <a:p>
            <a:pPr lvl="4"/>
            <a:endParaRPr lang="en-US" dirty="0"/>
          </a:p>
        </p:txBody>
      </p:sp>
      <p:sp>
        <p:nvSpPr>
          <p:cNvPr id="42" name="Text Placeholder 4">
            <a:extLst>
              <a:ext uri="{FF2B5EF4-FFF2-40B4-BE49-F238E27FC236}">
                <a16:creationId xmlns:a16="http://schemas.microsoft.com/office/drawing/2014/main" id="{851710AC-99CD-FF42-9565-76C62BCB9FB9}"/>
              </a:ext>
            </a:extLst>
          </p:cNvPr>
          <p:cNvSpPr>
            <a:spLocks noGrp="1"/>
          </p:cNvSpPr>
          <p:nvPr>
            <p:ph type="body" sz="quarter" idx="30" hasCustomPrompt="1"/>
          </p:nvPr>
        </p:nvSpPr>
        <p:spPr>
          <a:xfrm>
            <a:off x="587188" y="5529156"/>
            <a:ext cx="3543300" cy="402336"/>
          </a:xfrm>
        </p:spPr>
        <p:txBody>
          <a:bodyPr>
            <a:noAutofit/>
          </a:bodyPr>
          <a:lstStyle>
            <a:lvl1pPr>
              <a:defRPr lang="en-US" sz="100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defRPr lang="en-US" sz="10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914400" rtl="0" eaLnBrk="1" latinLnBrk="0" hangingPunct="1">
              <a:lnSpc>
                <a:spcPct val="130000"/>
              </a:lnSpc>
              <a:spcBef>
                <a:spcPts val="0"/>
              </a:spcBef>
              <a:spcAft>
                <a:spcPts val="0"/>
              </a:spcAft>
              <a:buFont typeface="Arial" panose="020B0604020202020204" pitchFamily="34" charset="0"/>
              <a:buNone/>
              <a:tabLst/>
            </a:pPr>
            <a:r>
              <a:rPr lang="en-US" dirty="0"/>
              <a:t>First line</a:t>
            </a:r>
          </a:p>
          <a:p>
            <a:pPr marL="0" lvl="1" indent="0" algn="l" defTabSz="914400" rtl="0" eaLnBrk="1" latinLnBrk="0" hangingPunct="1">
              <a:lnSpc>
                <a:spcPct val="130000"/>
              </a:lnSpc>
              <a:spcBef>
                <a:spcPts val="0"/>
              </a:spcBef>
              <a:spcAft>
                <a:spcPts val="0"/>
              </a:spcAft>
              <a:buFont typeface="Arial" panose="020B0604020202020204" pitchFamily="34" charset="0"/>
              <a:buNone/>
            </a:pPr>
            <a:r>
              <a:rPr lang="en-US" dirty="0"/>
              <a:t>Second line</a:t>
            </a:r>
          </a:p>
        </p:txBody>
      </p:sp>
      <p:sp>
        <p:nvSpPr>
          <p:cNvPr id="36" name="Circle Part 5">
            <a:extLst>
              <a:ext uri="{FF2B5EF4-FFF2-40B4-BE49-F238E27FC236}">
                <a16:creationId xmlns:a16="http://schemas.microsoft.com/office/drawing/2014/main" id="{94DE5DA2-82A2-7940-80F8-03D7F6DCB48E}"/>
              </a:ext>
            </a:extLst>
          </p:cNvPr>
          <p:cNvSpPr txBox="1">
            <a:spLocks/>
          </p:cNvSpPr>
          <p:nvPr userDrawn="1"/>
        </p:nvSpPr>
        <p:spPr>
          <a:xfrm rot="4303300">
            <a:off x="3162130" y="3642535"/>
            <a:ext cx="2698216" cy="1357745"/>
          </a:xfrm>
          <a:custGeom>
            <a:avLst/>
            <a:gdLst>
              <a:gd name="connsiteX0" fmla="*/ 2028379 w 2698216"/>
              <a:gd name="connsiteY0" fmla="*/ 0 h 1357745"/>
              <a:gd name="connsiteX1" fmla="*/ 2097564 w 2698216"/>
              <a:gd name="connsiteY1" fmla="*/ 641606 h 1357745"/>
              <a:gd name="connsiteX2" fmla="*/ 2698216 w 2698216"/>
              <a:gd name="connsiteY2" fmla="*/ 912087 h 1357745"/>
              <a:gd name="connsiteX3" fmla="*/ 0 w 2698216"/>
              <a:gd name="connsiteY3" fmla="*/ 927813 h 1357745"/>
              <a:gd name="connsiteX4" fmla="*/ 69185 w 2698216"/>
              <a:gd name="connsiteY4" fmla="*/ 270481 h 1357745"/>
              <a:gd name="connsiteX5" fmla="*/ 660402 w 2698216"/>
              <a:gd name="connsiteY5" fmla="*/ 6291 h 1357745"/>
              <a:gd name="connsiteX6" fmla="*/ 2028379 w 2698216"/>
              <a:gd name="connsiteY6" fmla="*/ 0 h 1357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8216" h="1357745">
                <a:moveTo>
                  <a:pt x="2028379" y="0"/>
                </a:moveTo>
                <a:cubicBezTo>
                  <a:pt x="2097564" y="641606"/>
                  <a:pt x="2097564" y="641606"/>
                  <a:pt x="2097564" y="641606"/>
                </a:cubicBezTo>
                <a:cubicBezTo>
                  <a:pt x="2434055" y="792572"/>
                  <a:pt x="2610162" y="871201"/>
                  <a:pt x="2698216" y="912087"/>
                </a:cubicBezTo>
                <a:cubicBezTo>
                  <a:pt x="1918312" y="1484501"/>
                  <a:pt x="827076" y="1522242"/>
                  <a:pt x="0" y="927813"/>
                </a:cubicBezTo>
                <a:cubicBezTo>
                  <a:pt x="9434" y="827169"/>
                  <a:pt x="31448" y="638461"/>
                  <a:pt x="69185" y="270481"/>
                </a:cubicBezTo>
                <a:cubicBezTo>
                  <a:pt x="69185" y="270481"/>
                  <a:pt x="69185" y="270481"/>
                  <a:pt x="660402" y="6291"/>
                </a:cubicBezTo>
                <a:cubicBezTo>
                  <a:pt x="1078658" y="308223"/>
                  <a:pt x="1632138" y="289352"/>
                  <a:pt x="2028379" y="0"/>
                </a:cubicBezTo>
                <a:close/>
              </a:path>
            </a:pathLst>
          </a:custGeom>
          <a:solidFill>
            <a:schemeClr val="bg2"/>
          </a:solidFill>
          <a:ln w="12700">
            <a:solidFill>
              <a:schemeClr val="bg1"/>
            </a:solidFill>
          </a:ln>
        </p:spPr>
        <p:txBody>
          <a:bodyPr vert="horz" wrap="square" lIns="274320" tIns="0" rIns="822960" bIns="0" rtlCol="0" anchor="ctr" anchorCtr="0">
            <a:noAutofit/>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00">
                <a:solidFill>
                  <a:schemeClr val="bg2"/>
                </a:solidFill>
              </a:rPr>
              <a:t>Click to edit Master text styles</a:t>
            </a:r>
          </a:p>
        </p:txBody>
      </p:sp>
      <p:sp>
        <p:nvSpPr>
          <p:cNvPr id="50" name="Circle Title 5">
            <a:extLst>
              <a:ext uri="{FF2B5EF4-FFF2-40B4-BE49-F238E27FC236}">
                <a16:creationId xmlns:a16="http://schemas.microsoft.com/office/drawing/2014/main" id="{943BE3D3-472E-F64E-A8AA-35928FFE0DCA}"/>
              </a:ext>
            </a:extLst>
          </p:cNvPr>
          <p:cNvSpPr>
            <a:spLocks noGrp="1"/>
          </p:cNvSpPr>
          <p:nvPr>
            <p:ph type="body" sz="quarter" idx="43" hasCustomPrompt="1"/>
          </p:nvPr>
        </p:nvSpPr>
        <p:spPr>
          <a:xfrm>
            <a:off x="3771601" y="3979486"/>
            <a:ext cx="1144063" cy="427809"/>
          </a:xfrm>
          <a:prstGeom prst="rect">
            <a:avLst/>
          </a:prstGeom>
          <a:noFill/>
          <a:ln w="9525">
            <a:noFill/>
          </a:ln>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First line</a:t>
            </a:r>
          </a:p>
          <a:p>
            <a:pPr lvl="1"/>
            <a:r>
              <a:rPr lang="en-US" dirty="0"/>
              <a:t>Second line</a:t>
            </a:r>
          </a:p>
        </p:txBody>
      </p:sp>
      <p:sp>
        <p:nvSpPr>
          <p:cNvPr id="39" name="Line 5">
            <a:extLst>
              <a:ext uri="{FF2B5EF4-FFF2-40B4-BE49-F238E27FC236}">
                <a16:creationId xmlns:a16="http://schemas.microsoft.com/office/drawing/2014/main" id="{C60ED01A-4A77-664A-9F15-5FA3637FC506}"/>
              </a:ext>
            </a:extLst>
          </p:cNvPr>
          <p:cNvSpPr>
            <a:spLocks noGrp="1"/>
          </p:cNvSpPr>
          <p:nvPr>
            <p:ph type="body" sz="quarter" idx="27"/>
          </p:nvPr>
        </p:nvSpPr>
        <p:spPr>
          <a:xfrm>
            <a:off x="578669" y="4246055"/>
            <a:ext cx="3383280" cy="9144"/>
          </a:xfrm>
          <a:solidFill>
            <a:schemeClr val="bg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bg2"/>
                </a:solidFill>
              </a:defRPr>
            </a:lvl5pPr>
          </a:lstStyle>
          <a:p>
            <a:pPr lvl="4"/>
            <a:endParaRPr lang="en-US" dirty="0"/>
          </a:p>
        </p:txBody>
      </p:sp>
      <p:sp>
        <p:nvSpPr>
          <p:cNvPr id="40" name="Text Placeholder 5">
            <a:extLst>
              <a:ext uri="{FF2B5EF4-FFF2-40B4-BE49-F238E27FC236}">
                <a16:creationId xmlns:a16="http://schemas.microsoft.com/office/drawing/2014/main" id="{8CD25FCC-8078-4C4A-9C53-03186EBBA8D8}"/>
              </a:ext>
            </a:extLst>
          </p:cNvPr>
          <p:cNvSpPr>
            <a:spLocks noGrp="1"/>
          </p:cNvSpPr>
          <p:nvPr>
            <p:ph type="body" sz="quarter" idx="28" hasCustomPrompt="1"/>
          </p:nvPr>
        </p:nvSpPr>
        <p:spPr>
          <a:xfrm>
            <a:off x="571500" y="3772633"/>
            <a:ext cx="3543300" cy="402336"/>
          </a:xfrm>
        </p:spPr>
        <p:txBody>
          <a:bodyPr>
            <a:noAutofit/>
          </a:bodyPr>
          <a:lstStyle>
            <a:lvl1pPr>
              <a:defRPr lang="en-US" sz="1000" b="0" i="0" kern="1200" dirty="0" smtClean="0">
                <a:solidFill>
                  <a:schemeClr val="tx1"/>
                </a:solidFill>
                <a:latin typeface="FedEx Sans Medium" panose="020B0603020203020204" pitchFamily="34" charset="0"/>
                <a:ea typeface="FedEx Sans Medium" panose="020B0603020203020204" pitchFamily="34" charset="0"/>
                <a:cs typeface="FedEx Sans Medium" panose="020B0603020203020204" pitchFamily="34" charset="0"/>
              </a:defRPr>
            </a:lvl1pPr>
            <a:lvl2pPr>
              <a:defRPr lang="en-US" sz="10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stStyle>
          <a:p>
            <a:pPr marL="0" lvl="0" indent="0" algn="l" defTabSz="914400" rtl="0" eaLnBrk="1" latinLnBrk="0" hangingPunct="1">
              <a:lnSpc>
                <a:spcPct val="130000"/>
              </a:lnSpc>
              <a:spcBef>
                <a:spcPts val="0"/>
              </a:spcBef>
              <a:spcAft>
                <a:spcPts val="0"/>
              </a:spcAft>
              <a:buFont typeface="Arial" panose="020B0604020202020204" pitchFamily="34" charset="0"/>
              <a:buNone/>
              <a:tabLst/>
            </a:pPr>
            <a:r>
              <a:rPr lang="en-US" dirty="0"/>
              <a:t>First line</a:t>
            </a:r>
          </a:p>
          <a:p>
            <a:pPr marL="0" lvl="1" indent="0" algn="l" defTabSz="914400" rtl="0" eaLnBrk="1" latinLnBrk="0" hangingPunct="1">
              <a:lnSpc>
                <a:spcPct val="130000"/>
              </a:lnSpc>
              <a:spcBef>
                <a:spcPts val="0"/>
              </a:spcBef>
              <a:spcAft>
                <a:spcPts val="0"/>
              </a:spcAft>
              <a:buFont typeface="Arial" panose="020B0604020202020204" pitchFamily="34" charset="0"/>
              <a:buNone/>
            </a:pPr>
            <a:r>
              <a:rPr lang="en-US" dirty="0"/>
              <a:t>Second line</a:t>
            </a:r>
          </a:p>
        </p:txBody>
      </p:sp>
      <p:sp>
        <p:nvSpPr>
          <p:cNvPr id="3" name="Footer Placeholder 2">
            <a:extLst>
              <a:ext uri="{FF2B5EF4-FFF2-40B4-BE49-F238E27FC236}">
                <a16:creationId xmlns:a16="http://schemas.microsoft.com/office/drawing/2014/main" id="{CD4CB78C-32CC-1249-AE7F-6FBEFA2031AA}"/>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5051AD04-7068-4345-A344-9537B8614F4D}"/>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85404565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Process Large Chevron (gradient)">
    <p:spTree>
      <p:nvGrpSpPr>
        <p:cNvPr id="1" name=""/>
        <p:cNvGrpSpPr/>
        <p:nvPr/>
      </p:nvGrpSpPr>
      <p:grpSpPr>
        <a:xfrm>
          <a:off x="0" y="0"/>
          <a:ext cx="0" cy="0"/>
          <a:chOff x="0" y="0"/>
          <a:chExt cx="0" cy="0"/>
        </a:xfrm>
      </p:grpSpPr>
      <p:sp>
        <p:nvSpPr>
          <p:cNvPr id="19" name="Chevron Gradient Block">
            <a:extLst>
              <a:ext uri="{FF2B5EF4-FFF2-40B4-BE49-F238E27FC236}">
                <a16:creationId xmlns:a16="http://schemas.microsoft.com/office/drawing/2014/main" id="{06A10D59-7B23-C043-958E-16356BBBBD9C}"/>
              </a:ext>
            </a:extLst>
          </p:cNvPr>
          <p:cNvSpPr>
            <a:spLocks noGrp="1"/>
          </p:cNvSpPr>
          <p:nvPr>
            <p:ph type="body" sz="quarter" idx="24"/>
          </p:nvPr>
        </p:nvSpPr>
        <p:spPr>
          <a:xfrm>
            <a:off x="1" y="0"/>
            <a:ext cx="12191999" cy="6858000"/>
          </a:xfrm>
          <a:custGeom>
            <a:avLst/>
            <a:gdLst>
              <a:gd name="connsiteX0" fmla="*/ 2448560 w 12191999"/>
              <a:gd name="connsiteY0" fmla="*/ 0 h 6858000"/>
              <a:gd name="connsiteX1" fmla="*/ 4871719 w 12191999"/>
              <a:gd name="connsiteY1" fmla="*/ 0 h 6858000"/>
              <a:gd name="connsiteX2" fmla="*/ 7294879 w 12191999"/>
              <a:gd name="connsiteY2" fmla="*/ 3429000 h 6858000"/>
              <a:gd name="connsiteX3" fmla="*/ 4871719 w 12191999"/>
              <a:gd name="connsiteY3" fmla="*/ 6858000 h 6858000"/>
              <a:gd name="connsiteX4" fmla="*/ 2448560 w 12191999"/>
              <a:gd name="connsiteY4" fmla="*/ 6858000 h 6858000"/>
              <a:gd name="connsiteX5" fmla="*/ 4871719 w 12191999"/>
              <a:gd name="connsiteY5" fmla="*/ 3429000 h 6858000"/>
              <a:gd name="connsiteX6" fmla="*/ 0 w 12191999"/>
              <a:gd name="connsiteY6" fmla="*/ 0 h 6858000"/>
              <a:gd name="connsiteX7" fmla="*/ 2423159 w 12191999"/>
              <a:gd name="connsiteY7" fmla="*/ 0 h 6858000"/>
              <a:gd name="connsiteX8" fmla="*/ 4846319 w 12191999"/>
              <a:gd name="connsiteY8" fmla="*/ 3429000 h 6858000"/>
              <a:gd name="connsiteX9" fmla="*/ 2423159 w 12191999"/>
              <a:gd name="connsiteY9" fmla="*/ 6858000 h 6858000"/>
              <a:gd name="connsiteX10" fmla="*/ 0 w 12191999"/>
              <a:gd name="connsiteY10" fmla="*/ 6858000 h 6858000"/>
              <a:gd name="connsiteX11" fmla="*/ 2423159 w 12191999"/>
              <a:gd name="connsiteY11" fmla="*/ 3429000 h 6858000"/>
              <a:gd name="connsiteX12" fmla="*/ 4897119 w 12191999"/>
              <a:gd name="connsiteY12" fmla="*/ 0 h 6858000"/>
              <a:gd name="connsiteX13" fmla="*/ 7320279 w 12191999"/>
              <a:gd name="connsiteY13" fmla="*/ 0 h 6858000"/>
              <a:gd name="connsiteX14" fmla="*/ 9743439 w 12191999"/>
              <a:gd name="connsiteY14" fmla="*/ 3429000 h 6858000"/>
              <a:gd name="connsiteX15" fmla="*/ 7320279 w 12191999"/>
              <a:gd name="connsiteY15" fmla="*/ 6858000 h 6858000"/>
              <a:gd name="connsiteX16" fmla="*/ 4897119 w 12191999"/>
              <a:gd name="connsiteY16" fmla="*/ 6858000 h 6858000"/>
              <a:gd name="connsiteX17" fmla="*/ 7320279 w 12191999"/>
              <a:gd name="connsiteY17" fmla="*/ 3429000 h 6858000"/>
              <a:gd name="connsiteX18" fmla="*/ 7345679 w 12191999"/>
              <a:gd name="connsiteY18" fmla="*/ 0 h 6858000"/>
              <a:gd name="connsiteX19" fmla="*/ 9768839 w 12191999"/>
              <a:gd name="connsiteY19" fmla="*/ 0 h 6858000"/>
              <a:gd name="connsiteX20" fmla="*/ 12191999 w 12191999"/>
              <a:gd name="connsiteY20" fmla="*/ 3429000 h 6858000"/>
              <a:gd name="connsiteX21" fmla="*/ 9768839 w 12191999"/>
              <a:gd name="connsiteY21" fmla="*/ 6858000 h 6858000"/>
              <a:gd name="connsiteX22" fmla="*/ 7345679 w 12191999"/>
              <a:gd name="connsiteY22" fmla="*/ 6858000 h 6858000"/>
              <a:gd name="connsiteX23" fmla="*/ 9768839 w 12191999"/>
              <a:gd name="connsiteY23"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1999" h="6858000">
                <a:moveTo>
                  <a:pt x="2448560" y="0"/>
                </a:moveTo>
                <a:lnTo>
                  <a:pt x="4871719" y="0"/>
                </a:lnTo>
                <a:lnTo>
                  <a:pt x="7294879" y="3429000"/>
                </a:lnTo>
                <a:lnTo>
                  <a:pt x="4871719" y="6858000"/>
                </a:lnTo>
                <a:lnTo>
                  <a:pt x="2448560" y="6858000"/>
                </a:lnTo>
                <a:lnTo>
                  <a:pt x="4871719" y="3429000"/>
                </a:lnTo>
                <a:close/>
                <a:moveTo>
                  <a:pt x="0" y="0"/>
                </a:moveTo>
                <a:lnTo>
                  <a:pt x="2423159" y="0"/>
                </a:lnTo>
                <a:lnTo>
                  <a:pt x="4846319" y="3429000"/>
                </a:lnTo>
                <a:lnTo>
                  <a:pt x="2423159" y="6858000"/>
                </a:lnTo>
                <a:lnTo>
                  <a:pt x="0" y="6858000"/>
                </a:lnTo>
                <a:lnTo>
                  <a:pt x="2423159" y="3429000"/>
                </a:lnTo>
                <a:close/>
                <a:moveTo>
                  <a:pt x="4897119" y="0"/>
                </a:moveTo>
                <a:lnTo>
                  <a:pt x="7320279" y="0"/>
                </a:lnTo>
                <a:lnTo>
                  <a:pt x="9743439" y="3429000"/>
                </a:lnTo>
                <a:lnTo>
                  <a:pt x="7320279" y="6858000"/>
                </a:lnTo>
                <a:lnTo>
                  <a:pt x="4897119" y="6858000"/>
                </a:lnTo>
                <a:lnTo>
                  <a:pt x="7320279" y="3429000"/>
                </a:lnTo>
                <a:close/>
                <a:moveTo>
                  <a:pt x="7345679" y="0"/>
                </a:moveTo>
                <a:lnTo>
                  <a:pt x="9768839" y="0"/>
                </a:lnTo>
                <a:lnTo>
                  <a:pt x="12191999" y="3429000"/>
                </a:lnTo>
                <a:lnTo>
                  <a:pt x="9768839" y="6858000"/>
                </a:lnTo>
                <a:lnTo>
                  <a:pt x="7345679" y="6858000"/>
                </a:lnTo>
                <a:lnTo>
                  <a:pt x="9768839" y="3429000"/>
                </a:lnTo>
                <a:close/>
              </a:path>
            </a:pathLst>
          </a:custGeom>
          <a:gradFill>
            <a:gsLst>
              <a:gs pos="0">
                <a:srgbClr val="4D148C"/>
              </a:gs>
              <a:gs pos="33000">
                <a:srgbClr val="7D22C3"/>
              </a:gs>
              <a:gs pos="100000">
                <a:srgbClr val="FF6600"/>
              </a:gs>
            </a:gsLst>
            <a:lin ang="0" scaled="0"/>
          </a:gradFill>
        </p:spPr>
        <p:txBody>
          <a:bodyPr wrap="square">
            <a:noAutofit/>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5" name="Text Placeholder 1">
            <a:extLst>
              <a:ext uri="{FF2B5EF4-FFF2-40B4-BE49-F238E27FC236}">
                <a16:creationId xmlns:a16="http://schemas.microsoft.com/office/drawing/2014/main" id="{367B992A-DCB9-0942-9D32-6A802C6FDD18}"/>
              </a:ext>
            </a:extLst>
          </p:cNvPr>
          <p:cNvSpPr>
            <a:spLocks noGrp="1"/>
          </p:cNvSpPr>
          <p:nvPr>
            <p:ph type="body" sz="quarter" idx="51" hasCustomPrompt="1"/>
          </p:nvPr>
        </p:nvSpPr>
        <p:spPr>
          <a:xfrm>
            <a:off x="2468628" y="2958786"/>
            <a:ext cx="1905000" cy="923003"/>
          </a:xfrm>
        </p:spPr>
        <p:txBody>
          <a:bodyPr lIns="45720" tIns="0" rIns="45720"/>
          <a:lstStyle>
            <a:lvl1pPr algn="ctr">
              <a:spcAft>
                <a:spcPts val="0"/>
              </a:spcAft>
              <a:defRPr lang="en-US" sz="12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0"/>
              </a:spcAft>
              <a:buFont typeface="Arial" panose="020B0604020202020204" pitchFamily="34" charset="0"/>
              <a:buNone/>
              <a:tabLst/>
            </a:pPr>
            <a:r>
              <a:rPr lang="en-US" dirty="0"/>
              <a:t>Lorem ipsum dolor</a:t>
            </a:r>
          </a:p>
          <a:p>
            <a:pPr lvl="1"/>
            <a:r>
              <a:rPr lang="en-US" dirty="0"/>
              <a:t>Second level</a:t>
            </a:r>
          </a:p>
        </p:txBody>
      </p:sp>
      <p:sp>
        <p:nvSpPr>
          <p:cNvPr id="6" name="Text Placeholder 2">
            <a:extLst>
              <a:ext uri="{FF2B5EF4-FFF2-40B4-BE49-F238E27FC236}">
                <a16:creationId xmlns:a16="http://schemas.microsoft.com/office/drawing/2014/main" id="{6766B3CE-48A9-EB42-B17C-6D9F9F3597FA}"/>
              </a:ext>
            </a:extLst>
          </p:cNvPr>
          <p:cNvSpPr>
            <a:spLocks noGrp="1"/>
          </p:cNvSpPr>
          <p:nvPr>
            <p:ph type="body" sz="quarter" idx="52" hasCustomPrompt="1"/>
          </p:nvPr>
        </p:nvSpPr>
        <p:spPr>
          <a:xfrm>
            <a:off x="4946335" y="2958786"/>
            <a:ext cx="1905000" cy="923003"/>
          </a:xfrm>
        </p:spPr>
        <p:txBody>
          <a:bodyPr lIns="45720" tIns="0" rIns="45720"/>
          <a:lstStyle>
            <a:lvl1pPr algn="ctr">
              <a:spcAft>
                <a:spcPts val="300"/>
              </a:spcAft>
              <a:defRPr lang="en-US" sz="12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0"/>
              </a:spcAft>
              <a:buFont typeface="Arial" panose="020B0604020202020204" pitchFamily="34" charset="0"/>
              <a:buNone/>
              <a:tabLst/>
            </a:pPr>
            <a:r>
              <a:rPr lang="en-US" dirty="0"/>
              <a:t>Lorem ipsum dolor</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9" name="Text Placeholder 3">
            <a:extLst>
              <a:ext uri="{FF2B5EF4-FFF2-40B4-BE49-F238E27FC236}">
                <a16:creationId xmlns:a16="http://schemas.microsoft.com/office/drawing/2014/main" id="{111E72FD-216A-2B41-A40C-44CDFE10A3B4}"/>
              </a:ext>
            </a:extLst>
          </p:cNvPr>
          <p:cNvSpPr>
            <a:spLocks noGrp="1"/>
          </p:cNvSpPr>
          <p:nvPr>
            <p:ph type="body" sz="quarter" idx="53" hasCustomPrompt="1"/>
          </p:nvPr>
        </p:nvSpPr>
        <p:spPr>
          <a:xfrm>
            <a:off x="7416485" y="2958786"/>
            <a:ext cx="1905000" cy="923003"/>
          </a:xfrm>
        </p:spPr>
        <p:txBody>
          <a:bodyPr lIns="45720" tIns="0" rIns="45720"/>
          <a:lstStyle>
            <a:lvl1pPr algn="ctr">
              <a:spcAft>
                <a:spcPts val="0"/>
              </a:spcAft>
              <a:defRPr lang="en-US" sz="12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0"/>
              </a:spcAft>
              <a:buFont typeface="Arial" panose="020B0604020202020204" pitchFamily="34" charset="0"/>
              <a:buNone/>
              <a:tabLst/>
            </a:pPr>
            <a:r>
              <a:rPr lang="en-US" dirty="0"/>
              <a:t>Lorem ipsum dolor</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10" name="Text Placeholder 4">
            <a:extLst>
              <a:ext uri="{FF2B5EF4-FFF2-40B4-BE49-F238E27FC236}">
                <a16:creationId xmlns:a16="http://schemas.microsoft.com/office/drawing/2014/main" id="{66A0885D-C80E-2B4D-B6C5-67C06D42A463}"/>
              </a:ext>
            </a:extLst>
          </p:cNvPr>
          <p:cNvSpPr>
            <a:spLocks noGrp="1"/>
          </p:cNvSpPr>
          <p:nvPr>
            <p:ph type="body" sz="quarter" idx="54" hasCustomPrompt="1"/>
          </p:nvPr>
        </p:nvSpPr>
        <p:spPr>
          <a:xfrm>
            <a:off x="9848850" y="2958786"/>
            <a:ext cx="1905000" cy="923003"/>
          </a:xfrm>
        </p:spPr>
        <p:txBody>
          <a:bodyPr lIns="45720" tIns="0" rIns="45720"/>
          <a:lstStyle>
            <a:lvl1pPr algn="ctr">
              <a:spcAft>
                <a:spcPts val="0"/>
              </a:spcAft>
              <a:defRPr lang="en-US" sz="1200" b="1"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lang="en-US" sz="12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lnSpc>
                <a:spcPct val="130000"/>
              </a:lnSpc>
              <a:spcAft>
                <a:spcPts val="0"/>
              </a:spcAft>
              <a:defRPr sz="1000"/>
            </a:lvl3pPr>
            <a:lvl4pPr algn="ctr">
              <a:lnSpc>
                <a:spcPct val="130000"/>
              </a:lnSpc>
              <a:spcAft>
                <a:spcPts val="0"/>
              </a:spcAft>
              <a:defRPr sz="1000"/>
            </a:lvl4pPr>
            <a:lvl5pPr algn="ctr">
              <a:lnSpc>
                <a:spcPct val="130000"/>
              </a:lnSpc>
              <a:spcAft>
                <a:spcPts val="0"/>
              </a:spcAft>
              <a:defRPr sz="1000"/>
            </a:lvl5pPr>
          </a:lstStyle>
          <a:p>
            <a:pPr marL="0" lvl="0" indent="0" algn="ctr" defTabSz="914400" rtl="0" eaLnBrk="1" latinLnBrk="0" hangingPunct="1">
              <a:lnSpc>
                <a:spcPct val="130000"/>
              </a:lnSpc>
              <a:spcBef>
                <a:spcPts val="0"/>
              </a:spcBef>
              <a:spcAft>
                <a:spcPts val="0"/>
              </a:spcAft>
              <a:buFont typeface="Arial" panose="020B0604020202020204" pitchFamily="34" charset="0"/>
              <a:buNone/>
              <a:tabLst/>
            </a:pPr>
            <a:r>
              <a:rPr lang="en-US" dirty="0"/>
              <a:t>Lorem ipsum dolor</a:t>
            </a:r>
          </a:p>
          <a:p>
            <a:pPr marL="0" lvl="1" indent="0" algn="ctr" defTabSz="914400" rtl="0" eaLnBrk="1" latinLnBrk="0" hangingPunct="1">
              <a:lnSpc>
                <a:spcPct val="130000"/>
              </a:lnSpc>
              <a:spcBef>
                <a:spcPts val="0"/>
              </a:spcBef>
              <a:spcAft>
                <a:spcPts val="300"/>
              </a:spcAft>
              <a:buFont typeface="Arial" panose="020B0604020202020204" pitchFamily="34" charset="0"/>
              <a:buNone/>
            </a:pPr>
            <a:r>
              <a:rPr lang="en-US" dirty="0"/>
              <a:t>Second level</a:t>
            </a:r>
          </a:p>
        </p:txBody>
      </p:sp>
      <p:sp>
        <p:nvSpPr>
          <p:cNvPr id="2" name="Footer Placeholder 1">
            <a:extLst>
              <a:ext uri="{FF2B5EF4-FFF2-40B4-BE49-F238E27FC236}">
                <a16:creationId xmlns:a16="http://schemas.microsoft.com/office/drawing/2014/main" id="{D2C7597D-F576-8645-952A-1CC72920635F}"/>
              </a:ext>
            </a:extLst>
          </p:cNvPr>
          <p:cNvSpPr>
            <a:spLocks noGrp="1"/>
          </p:cNvSpPr>
          <p:nvPr>
            <p:ph type="ftr" sz="quarter" idx="55"/>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2">
            <a:extLst>
              <a:ext uri="{FF2B5EF4-FFF2-40B4-BE49-F238E27FC236}">
                <a16:creationId xmlns:a16="http://schemas.microsoft.com/office/drawing/2014/main" id="{2BB3A168-D7ED-E04A-83B3-4514369F8247}"/>
              </a:ext>
            </a:extLst>
          </p:cNvPr>
          <p:cNvSpPr>
            <a:spLocks noGrp="1"/>
          </p:cNvSpPr>
          <p:nvPr>
            <p:ph type="sldNum" sz="quarter" idx="5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48144442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Organizational Chart (gradi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lnSpc>
                <a:spcPct val="110000"/>
              </a:lnSpc>
              <a:defRPr/>
            </a:lvl1pPr>
          </a:lstStyle>
          <a:p>
            <a:r>
              <a:rPr lang="en-US" dirty="0"/>
              <a:t>Click to edit Master title style</a:t>
            </a:r>
          </a:p>
        </p:txBody>
      </p:sp>
      <p:sp>
        <p:nvSpPr>
          <p:cNvPr id="25" name="Level 1 Placeholder">
            <a:extLst>
              <a:ext uri="{FF2B5EF4-FFF2-40B4-BE49-F238E27FC236}">
                <a16:creationId xmlns:a16="http://schemas.microsoft.com/office/drawing/2014/main" id="{47D3E95C-90E6-5C4C-835C-EF6EC8041388}"/>
              </a:ext>
            </a:extLst>
          </p:cNvPr>
          <p:cNvSpPr>
            <a:spLocks noGrp="1"/>
          </p:cNvSpPr>
          <p:nvPr>
            <p:ph type="body" sz="quarter" idx="29" hasCustomPrompt="1"/>
          </p:nvPr>
        </p:nvSpPr>
        <p:spPr>
          <a:xfrm>
            <a:off x="5027676" y="1524000"/>
            <a:ext cx="2133600" cy="533400"/>
          </a:xfrm>
          <a:prstGeom prst="rect">
            <a:avLst/>
          </a:prstGeom>
          <a:gradFill>
            <a:gsLst>
              <a:gs pos="0">
                <a:schemeClr val="tx2"/>
              </a:gs>
              <a:gs pos="33000">
                <a:schemeClr val="accent1">
                  <a:lumMod val="100000"/>
                </a:schemeClr>
              </a:gs>
              <a:gs pos="100000">
                <a:schemeClr val="bg2"/>
              </a:gs>
            </a:gsLst>
            <a:lin ang="0" scaled="1"/>
          </a:gra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10" name="Manager Level Placeholder 1">
            <a:extLst>
              <a:ext uri="{FF2B5EF4-FFF2-40B4-BE49-F238E27FC236}">
                <a16:creationId xmlns:a16="http://schemas.microsoft.com/office/drawing/2014/main" id="{6E5CC9C5-FC42-0546-8EDD-FF222D9CDBF0}"/>
              </a:ext>
            </a:extLst>
          </p:cNvPr>
          <p:cNvSpPr>
            <a:spLocks noGrp="1"/>
          </p:cNvSpPr>
          <p:nvPr>
            <p:ph type="body" sz="quarter" idx="21" hasCustomPrompt="1"/>
          </p:nvPr>
        </p:nvSpPr>
        <p:spPr>
          <a:xfrm>
            <a:off x="708356" y="2334925"/>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6" name="Second Level Placeholder 1.1">
            <a:extLst>
              <a:ext uri="{FF2B5EF4-FFF2-40B4-BE49-F238E27FC236}">
                <a16:creationId xmlns:a16="http://schemas.microsoft.com/office/drawing/2014/main" id="{39D27ED3-BDE8-D445-BB25-1205FEBEB056}"/>
              </a:ext>
            </a:extLst>
          </p:cNvPr>
          <p:cNvSpPr>
            <a:spLocks noGrp="1"/>
          </p:cNvSpPr>
          <p:nvPr>
            <p:ph type="body" sz="quarter" idx="30" hasCustomPrompt="1"/>
          </p:nvPr>
        </p:nvSpPr>
        <p:spPr>
          <a:xfrm>
            <a:off x="708356" y="290518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7" name="Second Level Placeholder 1.2">
            <a:extLst>
              <a:ext uri="{FF2B5EF4-FFF2-40B4-BE49-F238E27FC236}">
                <a16:creationId xmlns:a16="http://schemas.microsoft.com/office/drawing/2014/main" id="{E51C0ABB-B096-6E4C-84AE-2CB2EA5164F5}"/>
              </a:ext>
            </a:extLst>
          </p:cNvPr>
          <p:cNvSpPr>
            <a:spLocks noGrp="1"/>
          </p:cNvSpPr>
          <p:nvPr>
            <p:ph type="body" sz="quarter" idx="31" hasCustomPrompt="1"/>
          </p:nvPr>
        </p:nvSpPr>
        <p:spPr>
          <a:xfrm>
            <a:off x="708356" y="3498302"/>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8" name="Second Level Placeholder 1.3">
            <a:extLst>
              <a:ext uri="{FF2B5EF4-FFF2-40B4-BE49-F238E27FC236}">
                <a16:creationId xmlns:a16="http://schemas.microsoft.com/office/drawing/2014/main" id="{16BC5012-96E2-084B-9FAA-44DE18FDC1DD}"/>
              </a:ext>
            </a:extLst>
          </p:cNvPr>
          <p:cNvSpPr>
            <a:spLocks noGrp="1"/>
          </p:cNvSpPr>
          <p:nvPr>
            <p:ph type="body" sz="quarter" idx="32" hasCustomPrompt="1"/>
          </p:nvPr>
        </p:nvSpPr>
        <p:spPr>
          <a:xfrm>
            <a:off x="708356" y="4091420"/>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9" name="Second Level Placeholder 1.4">
            <a:extLst>
              <a:ext uri="{FF2B5EF4-FFF2-40B4-BE49-F238E27FC236}">
                <a16:creationId xmlns:a16="http://schemas.microsoft.com/office/drawing/2014/main" id="{C7F07616-07A5-1249-8812-08F3F8606279}"/>
              </a:ext>
            </a:extLst>
          </p:cNvPr>
          <p:cNvSpPr>
            <a:spLocks noGrp="1"/>
          </p:cNvSpPr>
          <p:nvPr>
            <p:ph type="body" sz="quarter" idx="33" hasCustomPrompt="1"/>
          </p:nvPr>
        </p:nvSpPr>
        <p:spPr>
          <a:xfrm>
            <a:off x="708356" y="4684538"/>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0" name="Second Level Placeholder 1.5">
            <a:extLst>
              <a:ext uri="{FF2B5EF4-FFF2-40B4-BE49-F238E27FC236}">
                <a16:creationId xmlns:a16="http://schemas.microsoft.com/office/drawing/2014/main" id="{B2956358-6510-C746-93DC-589EBD6DE11C}"/>
              </a:ext>
            </a:extLst>
          </p:cNvPr>
          <p:cNvSpPr>
            <a:spLocks noGrp="1"/>
          </p:cNvSpPr>
          <p:nvPr>
            <p:ph type="body" sz="quarter" idx="34" hasCustomPrompt="1"/>
          </p:nvPr>
        </p:nvSpPr>
        <p:spPr>
          <a:xfrm>
            <a:off x="708356" y="527765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0" name="Manager Level Placeholder 2">
            <a:extLst>
              <a:ext uri="{FF2B5EF4-FFF2-40B4-BE49-F238E27FC236}">
                <a16:creationId xmlns:a16="http://schemas.microsoft.com/office/drawing/2014/main" id="{49F6F01B-8FE9-094E-A5CD-CEF362A71A42}"/>
              </a:ext>
            </a:extLst>
          </p:cNvPr>
          <p:cNvSpPr>
            <a:spLocks noGrp="1"/>
          </p:cNvSpPr>
          <p:nvPr>
            <p:ph type="body" sz="quarter" idx="24" hasCustomPrompt="1"/>
          </p:nvPr>
        </p:nvSpPr>
        <p:spPr>
          <a:xfrm>
            <a:off x="2550567" y="2334927"/>
            <a:ext cx="1595628" cy="427809"/>
          </a:xfrm>
          <a:prstGeom prst="rect">
            <a:avLst/>
          </a:prstGeom>
          <a:solidFill>
            <a:schemeClr val="accent1"/>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1" name="Second Level Placeholder 2.1">
            <a:extLst>
              <a:ext uri="{FF2B5EF4-FFF2-40B4-BE49-F238E27FC236}">
                <a16:creationId xmlns:a16="http://schemas.microsoft.com/office/drawing/2014/main" id="{0321D6FE-C2AF-0744-91B0-63742E4B90FB}"/>
              </a:ext>
            </a:extLst>
          </p:cNvPr>
          <p:cNvSpPr>
            <a:spLocks noGrp="1"/>
          </p:cNvSpPr>
          <p:nvPr>
            <p:ph type="body" sz="quarter" idx="35" hasCustomPrompt="1"/>
          </p:nvPr>
        </p:nvSpPr>
        <p:spPr>
          <a:xfrm>
            <a:off x="2550567" y="2905184"/>
            <a:ext cx="1595628" cy="427809"/>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2" name="Second Level Placeholder 2.2">
            <a:extLst>
              <a:ext uri="{FF2B5EF4-FFF2-40B4-BE49-F238E27FC236}">
                <a16:creationId xmlns:a16="http://schemas.microsoft.com/office/drawing/2014/main" id="{9048B5B0-7DB8-CE48-80C8-1FD4DE15581C}"/>
              </a:ext>
            </a:extLst>
          </p:cNvPr>
          <p:cNvSpPr>
            <a:spLocks noGrp="1"/>
          </p:cNvSpPr>
          <p:nvPr>
            <p:ph type="body" sz="quarter" idx="36" hasCustomPrompt="1"/>
          </p:nvPr>
        </p:nvSpPr>
        <p:spPr>
          <a:xfrm>
            <a:off x="2550567" y="3498302"/>
            <a:ext cx="1595628" cy="427809"/>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3" name="Second Level Placeholder 2.3">
            <a:extLst>
              <a:ext uri="{FF2B5EF4-FFF2-40B4-BE49-F238E27FC236}">
                <a16:creationId xmlns:a16="http://schemas.microsoft.com/office/drawing/2014/main" id="{AACD403E-F235-114E-864C-AAFC6BF496EF}"/>
              </a:ext>
            </a:extLst>
          </p:cNvPr>
          <p:cNvSpPr>
            <a:spLocks noGrp="1"/>
          </p:cNvSpPr>
          <p:nvPr>
            <p:ph type="body" sz="quarter" idx="37" hasCustomPrompt="1"/>
          </p:nvPr>
        </p:nvSpPr>
        <p:spPr>
          <a:xfrm>
            <a:off x="2550567" y="4091420"/>
            <a:ext cx="1595628" cy="427809"/>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4" name="Second Level Placeholder 2.4">
            <a:extLst>
              <a:ext uri="{FF2B5EF4-FFF2-40B4-BE49-F238E27FC236}">
                <a16:creationId xmlns:a16="http://schemas.microsoft.com/office/drawing/2014/main" id="{6CD8442C-1632-3A42-9265-DE0258EB489F}"/>
              </a:ext>
            </a:extLst>
          </p:cNvPr>
          <p:cNvSpPr>
            <a:spLocks noGrp="1"/>
          </p:cNvSpPr>
          <p:nvPr>
            <p:ph type="body" sz="quarter" idx="38" hasCustomPrompt="1"/>
          </p:nvPr>
        </p:nvSpPr>
        <p:spPr>
          <a:xfrm>
            <a:off x="2550567" y="4684538"/>
            <a:ext cx="1595628" cy="427809"/>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5" name="Second Level Placeholder 2.5">
            <a:extLst>
              <a:ext uri="{FF2B5EF4-FFF2-40B4-BE49-F238E27FC236}">
                <a16:creationId xmlns:a16="http://schemas.microsoft.com/office/drawing/2014/main" id="{7A6ED072-B896-354B-94AC-8CF90B079BEC}"/>
              </a:ext>
            </a:extLst>
          </p:cNvPr>
          <p:cNvSpPr>
            <a:spLocks noGrp="1"/>
          </p:cNvSpPr>
          <p:nvPr>
            <p:ph type="body" sz="quarter" idx="39" hasCustomPrompt="1"/>
          </p:nvPr>
        </p:nvSpPr>
        <p:spPr>
          <a:xfrm>
            <a:off x="2550567" y="5277654"/>
            <a:ext cx="1595628" cy="427809"/>
          </a:xfrm>
          <a:prstGeom prst="rect">
            <a:avLst/>
          </a:prstGeom>
          <a:solidFill>
            <a:schemeClr val="bg1"/>
          </a:solidFill>
          <a:ln w="9525">
            <a:solidFill>
              <a:schemeClr val="accent1"/>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1" name="Manager Level Placeholder 3">
            <a:extLst>
              <a:ext uri="{FF2B5EF4-FFF2-40B4-BE49-F238E27FC236}">
                <a16:creationId xmlns:a16="http://schemas.microsoft.com/office/drawing/2014/main" id="{CCC3B272-EC9B-F247-B6B7-986EB6EE3E5B}"/>
              </a:ext>
            </a:extLst>
          </p:cNvPr>
          <p:cNvSpPr>
            <a:spLocks noGrp="1"/>
          </p:cNvSpPr>
          <p:nvPr>
            <p:ph type="body" sz="quarter" idx="25" hasCustomPrompt="1"/>
          </p:nvPr>
        </p:nvSpPr>
        <p:spPr>
          <a:xfrm>
            <a:off x="4392778" y="2334928"/>
            <a:ext cx="1595628" cy="427809"/>
          </a:xfrm>
          <a:prstGeom prst="rect">
            <a:avLst/>
          </a:prstGeom>
          <a:solidFill>
            <a:srgbClr val="671CAA"/>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6" name="Second Level Placeholder 3.1">
            <a:extLst>
              <a:ext uri="{FF2B5EF4-FFF2-40B4-BE49-F238E27FC236}">
                <a16:creationId xmlns:a16="http://schemas.microsoft.com/office/drawing/2014/main" id="{03E2C121-04C7-6B4A-87D5-3C2C0A2D2258}"/>
              </a:ext>
            </a:extLst>
          </p:cNvPr>
          <p:cNvSpPr>
            <a:spLocks noGrp="1"/>
          </p:cNvSpPr>
          <p:nvPr>
            <p:ph type="body" sz="quarter" idx="40" hasCustomPrompt="1"/>
          </p:nvPr>
        </p:nvSpPr>
        <p:spPr>
          <a:xfrm>
            <a:off x="4392778" y="2905184"/>
            <a:ext cx="1595628" cy="427809"/>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7" name="Second Level Placeholder 3.2">
            <a:extLst>
              <a:ext uri="{FF2B5EF4-FFF2-40B4-BE49-F238E27FC236}">
                <a16:creationId xmlns:a16="http://schemas.microsoft.com/office/drawing/2014/main" id="{66FAEAE8-4381-D44B-B40C-113C0FECC1C7}"/>
              </a:ext>
            </a:extLst>
          </p:cNvPr>
          <p:cNvSpPr>
            <a:spLocks noGrp="1"/>
          </p:cNvSpPr>
          <p:nvPr>
            <p:ph type="body" sz="quarter" idx="41" hasCustomPrompt="1"/>
          </p:nvPr>
        </p:nvSpPr>
        <p:spPr>
          <a:xfrm>
            <a:off x="4392778" y="3498302"/>
            <a:ext cx="1595628" cy="427809"/>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8" name="Second Level Placeholder 3.3">
            <a:extLst>
              <a:ext uri="{FF2B5EF4-FFF2-40B4-BE49-F238E27FC236}">
                <a16:creationId xmlns:a16="http://schemas.microsoft.com/office/drawing/2014/main" id="{8AE337A1-75B2-8544-AE39-03124E4F7DF5}"/>
              </a:ext>
            </a:extLst>
          </p:cNvPr>
          <p:cNvSpPr>
            <a:spLocks noGrp="1"/>
          </p:cNvSpPr>
          <p:nvPr>
            <p:ph type="body" sz="quarter" idx="42" hasCustomPrompt="1"/>
          </p:nvPr>
        </p:nvSpPr>
        <p:spPr>
          <a:xfrm>
            <a:off x="4392778" y="4091420"/>
            <a:ext cx="1595628" cy="427809"/>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9" name="Second Level Placeholder 3.4">
            <a:extLst>
              <a:ext uri="{FF2B5EF4-FFF2-40B4-BE49-F238E27FC236}">
                <a16:creationId xmlns:a16="http://schemas.microsoft.com/office/drawing/2014/main" id="{E29B3EDF-3660-1B45-B039-14935DB799A0}"/>
              </a:ext>
            </a:extLst>
          </p:cNvPr>
          <p:cNvSpPr>
            <a:spLocks noGrp="1"/>
          </p:cNvSpPr>
          <p:nvPr>
            <p:ph type="body" sz="quarter" idx="43" hasCustomPrompt="1"/>
          </p:nvPr>
        </p:nvSpPr>
        <p:spPr>
          <a:xfrm>
            <a:off x="4392778" y="4684538"/>
            <a:ext cx="1595628" cy="427809"/>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0" name="Second Level Placeholder 3.5">
            <a:extLst>
              <a:ext uri="{FF2B5EF4-FFF2-40B4-BE49-F238E27FC236}">
                <a16:creationId xmlns:a16="http://schemas.microsoft.com/office/drawing/2014/main" id="{BCE910AE-79C3-A24D-9BC3-42226894DF25}"/>
              </a:ext>
            </a:extLst>
          </p:cNvPr>
          <p:cNvSpPr>
            <a:spLocks noGrp="1"/>
          </p:cNvSpPr>
          <p:nvPr>
            <p:ph type="body" sz="quarter" idx="44" hasCustomPrompt="1"/>
          </p:nvPr>
        </p:nvSpPr>
        <p:spPr>
          <a:xfrm>
            <a:off x="4392778" y="5277654"/>
            <a:ext cx="1595628" cy="427809"/>
          </a:xfrm>
          <a:prstGeom prst="rect">
            <a:avLst/>
          </a:prstGeom>
          <a:solidFill>
            <a:schemeClr val="bg1"/>
          </a:solidFill>
          <a:ln w="9525">
            <a:solidFill>
              <a:srgbClr val="671CAA"/>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2" name="Manager Level Placeholder 4">
            <a:extLst>
              <a:ext uri="{FF2B5EF4-FFF2-40B4-BE49-F238E27FC236}">
                <a16:creationId xmlns:a16="http://schemas.microsoft.com/office/drawing/2014/main" id="{AAE3BFA7-676E-D04F-8F92-2D4639EEEF22}"/>
              </a:ext>
            </a:extLst>
          </p:cNvPr>
          <p:cNvSpPr>
            <a:spLocks noGrp="1"/>
          </p:cNvSpPr>
          <p:nvPr>
            <p:ph type="body" sz="quarter" idx="26" hasCustomPrompt="1"/>
          </p:nvPr>
        </p:nvSpPr>
        <p:spPr>
          <a:xfrm>
            <a:off x="6234989" y="2334927"/>
            <a:ext cx="1595628" cy="427809"/>
          </a:xfrm>
          <a:prstGeom prst="rect">
            <a:avLst/>
          </a:prstGeom>
          <a:solidFill>
            <a:schemeClr val="accent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1" name="Second Level Placeholder 4.1">
            <a:extLst>
              <a:ext uri="{FF2B5EF4-FFF2-40B4-BE49-F238E27FC236}">
                <a16:creationId xmlns:a16="http://schemas.microsoft.com/office/drawing/2014/main" id="{6B38DB69-74A1-0B45-AF62-637F94841620}"/>
              </a:ext>
            </a:extLst>
          </p:cNvPr>
          <p:cNvSpPr>
            <a:spLocks noGrp="1"/>
          </p:cNvSpPr>
          <p:nvPr>
            <p:ph type="body" sz="quarter" idx="45" hasCustomPrompt="1"/>
          </p:nvPr>
        </p:nvSpPr>
        <p:spPr>
          <a:xfrm>
            <a:off x="6230809" y="2903055"/>
            <a:ext cx="1595628" cy="427809"/>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2" name="Second Level Placeholder 4.2">
            <a:extLst>
              <a:ext uri="{FF2B5EF4-FFF2-40B4-BE49-F238E27FC236}">
                <a16:creationId xmlns:a16="http://schemas.microsoft.com/office/drawing/2014/main" id="{502820C2-C294-0942-8F83-848944712AB1}"/>
              </a:ext>
            </a:extLst>
          </p:cNvPr>
          <p:cNvSpPr>
            <a:spLocks noGrp="1"/>
          </p:cNvSpPr>
          <p:nvPr>
            <p:ph type="body" sz="quarter" idx="46" hasCustomPrompt="1"/>
          </p:nvPr>
        </p:nvSpPr>
        <p:spPr>
          <a:xfrm>
            <a:off x="6230809" y="3496173"/>
            <a:ext cx="1595628" cy="427809"/>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3" name="Second Level Placeholder 4.3">
            <a:extLst>
              <a:ext uri="{FF2B5EF4-FFF2-40B4-BE49-F238E27FC236}">
                <a16:creationId xmlns:a16="http://schemas.microsoft.com/office/drawing/2014/main" id="{79A597E2-00C5-3840-8A24-D247CE8FC96B}"/>
              </a:ext>
            </a:extLst>
          </p:cNvPr>
          <p:cNvSpPr>
            <a:spLocks noGrp="1"/>
          </p:cNvSpPr>
          <p:nvPr>
            <p:ph type="body" sz="quarter" idx="47" hasCustomPrompt="1"/>
          </p:nvPr>
        </p:nvSpPr>
        <p:spPr>
          <a:xfrm>
            <a:off x="6230809" y="4089291"/>
            <a:ext cx="1595628" cy="427809"/>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4" name="Second Level Placeholder 4.4">
            <a:extLst>
              <a:ext uri="{FF2B5EF4-FFF2-40B4-BE49-F238E27FC236}">
                <a16:creationId xmlns:a16="http://schemas.microsoft.com/office/drawing/2014/main" id="{561324B1-B25D-6748-B81E-198A44D6CF43}"/>
              </a:ext>
            </a:extLst>
          </p:cNvPr>
          <p:cNvSpPr>
            <a:spLocks noGrp="1"/>
          </p:cNvSpPr>
          <p:nvPr>
            <p:ph type="body" sz="quarter" idx="48" hasCustomPrompt="1"/>
          </p:nvPr>
        </p:nvSpPr>
        <p:spPr>
          <a:xfrm>
            <a:off x="6230809" y="4682409"/>
            <a:ext cx="1595628" cy="427809"/>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5" name="Second Level Placeholder 4.5">
            <a:extLst>
              <a:ext uri="{FF2B5EF4-FFF2-40B4-BE49-F238E27FC236}">
                <a16:creationId xmlns:a16="http://schemas.microsoft.com/office/drawing/2014/main" id="{62982024-77B8-0343-9A8F-FA1A3C94CA3A}"/>
              </a:ext>
            </a:extLst>
          </p:cNvPr>
          <p:cNvSpPr>
            <a:spLocks noGrp="1"/>
          </p:cNvSpPr>
          <p:nvPr>
            <p:ph type="body" sz="quarter" idx="49" hasCustomPrompt="1"/>
          </p:nvPr>
        </p:nvSpPr>
        <p:spPr>
          <a:xfrm>
            <a:off x="6230809" y="5275525"/>
            <a:ext cx="1595628" cy="427809"/>
          </a:xfrm>
          <a:prstGeom prst="rect">
            <a:avLst/>
          </a:prstGeom>
          <a:solidFill>
            <a:schemeClr val="bg1"/>
          </a:solidFill>
          <a:ln w="9525">
            <a:solidFill>
              <a:schemeClr val="accent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3" name="Manager Level Placeholder 5">
            <a:extLst>
              <a:ext uri="{FF2B5EF4-FFF2-40B4-BE49-F238E27FC236}">
                <a16:creationId xmlns:a16="http://schemas.microsoft.com/office/drawing/2014/main" id="{9F3DA2B9-E071-B543-BD3C-A23A03CD5729}"/>
              </a:ext>
            </a:extLst>
          </p:cNvPr>
          <p:cNvSpPr>
            <a:spLocks noGrp="1"/>
          </p:cNvSpPr>
          <p:nvPr>
            <p:ph type="body" sz="quarter" idx="27" hasCustomPrompt="1"/>
          </p:nvPr>
        </p:nvSpPr>
        <p:spPr>
          <a:xfrm>
            <a:off x="8077200" y="2334927"/>
            <a:ext cx="1595628" cy="427809"/>
          </a:xfrm>
          <a:prstGeom prst="rect">
            <a:avLst/>
          </a:prstGeom>
          <a:solidFill>
            <a:schemeClr val="accent3"/>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6" name="Second Level Placeholder 5.1">
            <a:extLst>
              <a:ext uri="{FF2B5EF4-FFF2-40B4-BE49-F238E27FC236}">
                <a16:creationId xmlns:a16="http://schemas.microsoft.com/office/drawing/2014/main" id="{4E6844FB-F421-1E4D-91F0-4E06BCA8E5D9}"/>
              </a:ext>
            </a:extLst>
          </p:cNvPr>
          <p:cNvSpPr>
            <a:spLocks noGrp="1"/>
          </p:cNvSpPr>
          <p:nvPr>
            <p:ph type="body" sz="quarter" idx="50" hasCustomPrompt="1"/>
          </p:nvPr>
        </p:nvSpPr>
        <p:spPr>
          <a:xfrm>
            <a:off x="8077200" y="2903055"/>
            <a:ext cx="1595628" cy="427809"/>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7" name="Second Level Placeholder 5.2">
            <a:extLst>
              <a:ext uri="{FF2B5EF4-FFF2-40B4-BE49-F238E27FC236}">
                <a16:creationId xmlns:a16="http://schemas.microsoft.com/office/drawing/2014/main" id="{CDACA750-48BD-134C-8B39-53171E2D6519}"/>
              </a:ext>
            </a:extLst>
          </p:cNvPr>
          <p:cNvSpPr>
            <a:spLocks noGrp="1"/>
          </p:cNvSpPr>
          <p:nvPr>
            <p:ph type="body" sz="quarter" idx="51" hasCustomPrompt="1"/>
          </p:nvPr>
        </p:nvSpPr>
        <p:spPr>
          <a:xfrm>
            <a:off x="8077200" y="3496173"/>
            <a:ext cx="1595628" cy="427809"/>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8" name="Second Level Placeholder 5.3">
            <a:extLst>
              <a:ext uri="{FF2B5EF4-FFF2-40B4-BE49-F238E27FC236}">
                <a16:creationId xmlns:a16="http://schemas.microsoft.com/office/drawing/2014/main" id="{580D3F0C-8529-654F-BF99-21BF68E346E6}"/>
              </a:ext>
            </a:extLst>
          </p:cNvPr>
          <p:cNvSpPr>
            <a:spLocks noGrp="1"/>
          </p:cNvSpPr>
          <p:nvPr>
            <p:ph type="body" sz="quarter" idx="52" hasCustomPrompt="1"/>
          </p:nvPr>
        </p:nvSpPr>
        <p:spPr>
          <a:xfrm>
            <a:off x="8077200" y="4089291"/>
            <a:ext cx="1595628" cy="427809"/>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9" name="Second Level Placeholder 5.4">
            <a:extLst>
              <a:ext uri="{FF2B5EF4-FFF2-40B4-BE49-F238E27FC236}">
                <a16:creationId xmlns:a16="http://schemas.microsoft.com/office/drawing/2014/main" id="{479721BB-A338-F143-BF29-4C117BF2B9CD}"/>
              </a:ext>
            </a:extLst>
          </p:cNvPr>
          <p:cNvSpPr>
            <a:spLocks noGrp="1"/>
          </p:cNvSpPr>
          <p:nvPr>
            <p:ph type="body" sz="quarter" idx="53" hasCustomPrompt="1"/>
          </p:nvPr>
        </p:nvSpPr>
        <p:spPr>
          <a:xfrm>
            <a:off x="8077200" y="4682409"/>
            <a:ext cx="1595628" cy="427809"/>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0" name="Second Level Placeholder 5.5">
            <a:extLst>
              <a:ext uri="{FF2B5EF4-FFF2-40B4-BE49-F238E27FC236}">
                <a16:creationId xmlns:a16="http://schemas.microsoft.com/office/drawing/2014/main" id="{18EB0300-C71A-254F-B484-D2F00BF2D4F4}"/>
              </a:ext>
            </a:extLst>
          </p:cNvPr>
          <p:cNvSpPr>
            <a:spLocks noGrp="1"/>
          </p:cNvSpPr>
          <p:nvPr>
            <p:ph type="body" sz="quarter" idx="54" hasCustomPrompt="1"/>
          </p:nvPr>
        </p:nvSpPr>
        <p:spPr>
          <a:xfrm>
            <a:off x="8077200" y="5275525"/>
            <a:ext cx="1595628" cy="427809"/>
          </a:xfrm>
          <a:prstGeom prst="rect">
            <a:avLst/>
          </a:prstGeom>
          <a:solidFill>
            <a:schemeClr val="bg1"/>
          </a:solidFill>
          <a:ln w="9525">
            <a:solidFill>
              <a:schemeClr val="accent3"/>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4" name="Manager Level Placeholder 6">
            <a:extLst>
              <a:ext uri="{FF2B5EF4-FFF2-40B4-BE49-F238E27FC236}">
                <a16:creationId xmlns:a16="http://schemas.microsoft.com/office/drawing/2014/main" id="{1FC93037-72C8-E443-9E5D-D4CCFF29F738}"/>
              </a:ext>
            </a:extLst>
          </p:cNvPr>
          <p:cNvSpPr>
            <a:spLocks noGrp="1"/>
          </p:cNvSpPr>
          <p:nvPr>
            <p:ph type="body" sz="quarter" idx="28" hasCustomPrompt="1"/>
          </p:nvPr>
        </p:nvSpPr>
        <p:spPr>
          <a:xfrm>
            <a:off x="9919412" y="2334925"/>
            <a:ext cx="1595628" cy="427809"/>
          </a:xfrm>
          <a:prstGeom prst="rect">
            <a:avLst/>
          </a:prstGeom>
          <a:solidFill>
            <a:schemeClr val="bg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1" name="Second Level Placeholder 6.1">
            <a:extLst>
              <a:ext uri="{FF2B5EF4-FFF2-40B4-BE49-F238E27FC236}">
                <a16:creationId xmlns:a16="http://schemas.microsoft.com/office/drawing/2014/main" id="{3148316F-5748-6C4C-B920-D376989AE9C0}"/>
              </a:ext>
            </a:extLst>
          </p:cNvPr>
          <p:cNvSpPr>
            <a:spLocks noGrp="1"/>
          </p:cNvSpPr>
          <p:nvPr>
            <p:ph type="body" sz="quarter" idx="55" hasCustomPrompt="1"/>
          </p:nvPr>
        </p:nvSpPr>
        <p:spPr>
          <a:xfrm>
            <a:off x="9919412" y="2903055"/>
            <a:ext cx="1595628" cy="427809"/>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2" name="Second Level Placeholder 6.2">
            <a:extLst>
              <a:ext uri="{FF2B5EF4-FFF2-40B4-BE49-F238E27FC236}">
                <a16:creationId xmlns:a16="http://schemas.microsoft.com/office/drawing/2014/main" id="{E9E41AB5-50EC-2F48-BE49-BD3648988A4F}"/>
              </a:ext>
            </a:extLst>
          </p:cNvPr>
          <p:cNvSpPr>
            <a:spLocks noGrp="1"/>
          </p:cNvSpPr>
          <p:nvPr>
            <p:ph type="body" sz="quarter" idx="56" hasCustomPrompt="1"/>
          </p:nvPr>
        </p:nvSpPr>
        <p:spPr>
          <a:xfrm>
            <a:off x="9919412" y="3496173"/>
            <a:ext cx="1595628" cy="427809"/>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3" name="Second Level Placeholder 6.3">
            <a:extLst>
              <a:ext uri="{FF2B5EF4-FFF2-40B4-BE49-F238E27FC236}">
                <a16:creationId xmlns:a16="http://schemas.microsoft.com/office/drawing/2014/main" id="{54026AE3-B38B-074F-9931-4FA5CF7A0C97}"/>
              </a:ext>
            </a:extLst>
          </p:cNvPr>
          <p:cNvSpPr>
            <a:spLocks noGrp="1"/>
          </p:cNvSpPr>
          <p:nvPr>
            <p:ph type="body" sz="quarter" idx="57" hasCustomPrompt="1"/>
          </p:nvPr>
        </p:nvSpPr>
        <p:spPr>
          <a:xfrm>
            <a:off x="9919412" y="4089291"/>
            <a:ext cx="1595628" cy="427809"/>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4" name="Second Level Placeholder 6.4">
            <a:extLst>
              <a:ext uri="{FF2B5EF4-FFF2-40B4-BE49-F238E27FC236}">
                <a16:creationId xmlns:a16="http://schemas.microsoft.com/office/drawing/2014/main" id="{C79A87EB-6B35-7945-9BD2-F0FFB3EF63D0}"/>
              </a:ext>
            </a:extLst>
          </p:cNvPr>
          <p:cNvSpPr>
            <a:spLocks noGrp="1"/>
          </p:cNvSpPr>
          <p:nvPr>
            <p:ph type="body" sz="quarter" idx="58" hasCustomPrompt="1"/>
          </p:nvPr>
        </p:nvSpPr>
        <p:spPr>
          <a:xfrm>
            <a:off x="9919412" y="4682409"/>
            <a:ext cx="1595628" cy="427809"/>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5" name="Second Level Placeholder 6.5">
            <a:extLst>
              <a:ext uri="{FF2B5EF4-FFF2-40B4-BE49-F238E27FC236}">
                <a16:creationId xmlns:a16="http://schemas.microsoft.com/office/drawing/2014/main" id="{17CE0031-1A3A-F94E-8C3A-DC4B8CDF7BA8}"/>
              </a:ext>
            </a:extLst>
          </p:cNvPr>
          <p:cNvSpPr>
            <a:spLocks noGrp="1"/>
          </p:cNvSpPr>
          <p:nvPr>
            <p:ph type="body" sz="quarter" idx="59" hasCustomPrompt="1"/>
          </p:nvPr>
        </p:nvSpPr>
        <p:spPr>
          <a:xfrm>
            <a:off x="9919412" y="5275525"/>
            <a:ext cx="1595628" cy="427809"/>
          </a:xfrm>
          <a:prstGeom prst="rect">
            <a:avLst/>
          </a:prstGeom>
          <a:solidFill>
            <a:schemeClr val="bg1"/>
          </a:solidFill>
          <a:ln w="9525">
            <a:solidFill>
              <a:schemeClr val="bg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 name="Footer Placeholder 2">
            <a:extLst>
              <a:ext uri="{FF2B5EF4-FFF2-40B4-BE49-F238E27FC236}">
                <a16:creationId xmlns:a16="http://schemas.microsoft.com/office/drawing/2014/main" id="{D5A9B7BB-ACA3-BE45-8367-2E96893361BB}"/>
              </a:ext>
            </a:extLst>
          </p:cNvPr>
          <p:cNvSpPr>
            <a:spLocks noGrp="1"/>
          </p:cNvSpPr>
          <p:nvPr>
            <p:ph type="ftr" sz="quarter" idx="6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7E7D113C-5F86-5C41-A8FB-FA9507C5FA41}"/>
              </a:ext>
            </a:extLst>
          </p:cNvPr>
          <p:cNvSpPr>
            <a:spLocks noGrp="1"/>
          </p:cNvSpPr>
          <p:nvPr>
            <p:ph type="sldNum" sz="quarter" idx="6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31795581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Organizational Chart (purp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lnSpc>
                <a:spcPct val="110000"/>
              </a:lnSpc>
              <a:defRPr/>
            </a:lvl1pPr>
          </a:lstStyle>
          <a:p>
            <a:r>
              <a:rPr lang="en-US" dirty="0"/>
              <a:t>Click to edit Master title style</a:t>
            </a:r>
          </a:p>
        </p:txBody>
      </p:sp>
      <p:sp>
        <p:nvSpPr>
          <p:cNvPr id="25" name="Level 1 Placeholder">
            <a:extLst>
              <a:ext uri="{FF2B5EF4-FFF2-40B4-BE49-F238E27FC236}">
                <a16:creationId xmlns:a16="http://schemas.microsoft.com/office/drawing/2014/main" id="{47D3E95C-90E6-5C4C-835C-EF6EC8041388}"/>
              </a:ext>
            </a:extLst>
          </p:cNvPr>
          <p:cNvSpPr>
            <a:spLocks noGrp="1"/>
          </p:cNvSpPr>
          <p:nvPr>
            <p:ph type="body" sz="quarter" idx="29" hasCustomPrompt="1"/>
          </p:nvPr>
        </p:nvSpPr>
        <p:spPr>
          <a:xfrm>
            <a:off x="5027676" y="1524000"/>
            <a:ext cx="2133600" cy="533400"/>
          </a:xfrm>
          <a:prstGeom prst="rect">
            <a:avLst/>
          </a:prstGeom>
          <a:gradFill>
            <a:gsLst>
              <a:gs pos="0">
                <a:schemeClr val="tx2"/>
              </a:gs>
              <a:gs pos="33000">
                <a:schemeClr val="accent1">
                  <a:lumMod val="100000"/>
                </a:schemeClr>
              </a:gs>
              <a:gs pos="100000">
                <a:schemeClr val="bg2"/>
              </a:gs>
            </a:gsLst>
            <a:lin ang="0" scaled="1"/>
          </a:gra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10" name="Manager Level Placeholder 1">
            <a:extLst>
              <a:ext uri="{FF2B5EF4-FFF2-40B4-BE49-F238E27FC236}">
                <a16:creationId xmlns:a16="http://schemas.microsoft.com/office/drawing/2014/main" id="{6E5CC9C5-FC42-0546-8EDD-FF222D9CDBF0}"/>
              </a:ext>
            </a:extLst>
          </p:cNvPr>
          <p:cNvSpPr>
            <a:spLocks noGrp="1"/>
          </p:cNvSpPr>
          <p:nvPr>
            <p:ph type="body" sz="quarter" idx="21" hasCustomPrompt="1"/>
          </p:nvPr>
        </p:nvSpPr>
        <p:spPr>
          <a:xfrm>
            <a:off x="708356" y="2334925"/>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6" name="Second Level Placeholder 1.1">
            <a:extLst>
              <a:ext uri="{FF2B5EF4-FFF2-40B4-BE49-F238E27FC236}">
                <a16:creationId xmlns:a16="http://schemas.microsoft.com/office/drawing/2014/main" id="{39D27ED3-BDE8-D445-BB25-1205FEBEB056}"/>
              </a:ext>
            </a:extLst>
          </p:cNvPr>
          <p:cNvSpPr>
            <a:spLocks noGrp="1"/>
          </p:cNvSpPr>
          <p:nvPr>
            <p:ph type="body" sz="quarter" idx="30" hasCustomPrompt="1"/>
          </p:nvPr>
        </p:nvSpPr>
        <p:spPr>
          <a:xfrm>
            <a:off x="708356" y="290518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7" name="Second Level Placeholder 1.2">
            <a:extLst>
              <a:ext uri="{FF2B5EF4-FFF2-40B4-BE49-F238E27FC236}">
                <a16:creationId xmlns:a16="http://schemas.microsoft.com/office/drawing/2014/main" id="{E51C0ABB-B096-6E4C-84AE-2CB2EA5164F5}"/>
              </a:ext>
            </a:extLst>
          </p:cNvPr>
          <p:cNvSpPr>
            <a:spLocks noGrp="1"/>
          </p:cNvSpPr>
          <p:nvPr>
            <p:ph type="body" sz="quarter" idx="31" hasCustomPrompt="1"/>
          </p:nvPr>
        </p:nvSpPr>
        <p:spPr>
          <a:xfrm>
            <a:off x="708356" y="3498302"/>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8" name="Second Level Placeholder 1.3">
            <a:extLst>
              <a:ext uri="{FF2B5EF4-FFF2-40B4-BE49-F238E27FC236}">
                <a16:creationId xmlns:a16="http://schemas.microsoft.com/office/drawing/2014/main" id="{16BC5012-96E2-084B-9FAA-44DE18FDC1DD}"/>
              </a:ext>
            </a:extLst>
          </p:cNvPr>
          <p:cNvSpPr>
            <a:spLocks noGrp="1"/>
          </p:cNvSpPr>
          <p:nvPr>
            <p:ph type="body" sz="quarter" idx="32" hasCustomPrompt="1"/>
          </p:nvPr>
        </p:nvSpPr>
        <p:spPr>
          <a:xfrm>
            <a:off x="708356" y="4091420"/>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9" name="Second Level Placeholder 1.4">
            <a:extLst>
              <a:ext uri="{FF2B5EF4-FFF2-40B4-BE49-F238E27FC236}">
                <a16:creationId xmlns:a16="http://schemas.microsoft.com/office/drawing/2014/main" id="{C7F07616-07A5-1249-8812-08F3F8606279}"/>
              </a:ext>
            </a:extLst>
          </p:cNvPr>
          <p:cNvSpPr>
            <a:spLocks noGrp="1"/>
          </p:cNvSpPr>
          <p:nvPr>
            <p:ph type="body" sz="quarter" idx="33" hasCustomPrompt="1"/>
          </p:nvPr>
        </p:nvSpPr>
        <p:spPr>
          <a:xfrm>
            <a:off x="708356" y="4684538"/>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0" name="Second Level Placeholder 1.5">
            <a:extLst>
              <a:ext uri="{FF2B5EF4-FFF2-40B4-BE49-F238E27FC236}">
                <a16:creationId xmlns:a16="http://schemas.microsoft.com/office/drawing/2014/main" id="{B2956358-6510-C746-93DC-589EBD6DE11C}"/>
              </a:ext>
            </a:extLst>
          </p:cNvPr>
          <p:cNvSpPr>
            <a:spLocks noGrp="1"/>
          </p:cNvSpPr>
          <p:nvPr>
            <p:ph type="body" sz="quarter" idx="34" hasCustomPrompt="1"/>
          </p:nvPr>
        </p:nvSpPr>
        <p:spPr>
          <a:xfrm>
            <a:off x="708356" y="527765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0" name="Manager Level Placeholder 2">
            <a:extLst>
              <a:ext uri="{FF2B5EF4-FFF2-40B4-BE49-F238E27FC236}">
                <a16:creationId xmlns:a16="http://schemas.microsoft.com/office/drawing/2014/main" id="{49F6F01B-8FE9-094E-A5CD-CEF362A71A42}"/>
              </a:ext>
            </a:extLst>
          </p:cNvPr>
          <p:cNvSpPr>
            <a:spLocks noGrp="1"/>
          </p:cNvSpPr>
          <p:nvPr>
            <p:ph type="body" sz="quarter" idx="24" hasCustomPrompt="1"/>
          </p:nvPr>
        </p:nvSpPr>
        <p:spPr>
          <a:xfrm>
            <a:off x="2550567" y="2334927"/>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1" name="Second Level Placeholder 2.1">
            <a:extLst>
              <a:ext uri="{FF2B5EF4-FFF2-40B4-BE49-F238E27FC236}">
                <a16:creationId xmlns:a16="http://schemas.microsoft.com/office/drawing/2014/main" id="{0321D6FE-C2AF-0744-91B0-63742E4B90FB}"/>
              </a:ext>
            </a:extLst>
          </p:cNvPr>
          <p:cNvSpPr>
            <a:spLocks noGrp="1"/>
          </p:cNvSpPr>
          <p:nvPr>
            <p:ph type="body" sz="quarter" idx="35" hasCustomPrompt="1"/>
          </p:nvPr>
        </p:nvSpPr>
        <p:spPr>
          <a:xfrm>
            <a:off x="2550567" y="290518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2" name="Second Level Placeholder 2.2">
            <a:extLst>
              <a:ext uri="{FF2B5EF4-FFF2-40B4-BE49-F238E27FC236}">
                <a16:creationId xmlns:a16="http://schemas.microsoft.com/office/drawing/2014/main" id="{9048B5B0-7DB8-CE48-80C8-1FD4DE15581C}"/>
              </a:ext>
            </a:extLst>
          </p:cNvPr>
          <p:cNvSpPr>
            <a:spLocks noGrp="1"/>
          </p:cNvSpPr>
          <p:nvPr>
            <p:ph type="body" sz="quarter" idx="36" hasCustomPrompt="1"/>
          </p:nvPr>
        </p:nvSpPr>
        <p:spPr>
          <a:xfrm>
            <a:off x="2550567" y="3498302"/>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3" name="Second Level Placeholder 2.3">
            <a:extLst>
              <a:ext uri="{FF2B5EF4-FFF2-40B4-BE49-F238E27FC236}">
                <a16:creationId xmlns:a16="http://schemas.microsoft.com/office/drawing/2014/main" id="{AACD403E-F235-114E-864C-AAFC6BF496EF}"/>
              </a:ext>
            </a:extLst>
          </p:cNvPr>
          <p:cNvSpPr>
            <a:spLocks noGrp="1"/>
          </p:cNvSpPr>
          <p:nvPr>
            <p:ph type="body" sz="quarter" idx="37" hasCustomPrompt="1"/>
          </p:nvPr>
        </p:nvSpPr>
        <p:spPr>
          <a:xfrm>
            <a:off x="2550567" y="4091420"/>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4" name="Second Level Placeholder 2.4">
            <a:extLst>
              <a:ext uri="{FF2B5EF4-FFF2-40B4-BE49-F238E27FC236}">
                <a16:creationId xmlns:a16="http://schemas.microsoft.com/office/drawing/2014/main" id="{6CD8442C-1632-3A42-9265-DE0258EB489F}"/>
              </a:ext>
            </a:extLst>
          </p:cNvPr>
          <p:cNvSpPr>
            <a:spLocks noGrp="1"/>
          </p:cNvSpPr>
          <p:nvPr>
            <p:ph type="body" sz="quarter" idx="38" hasCustomPrompt="1"/>
          </p:nvPr>
        </p:nvSpPr>
        <p:spPr>
          <a:xfrm>
            <a:off x="2550567" y="4684538"/>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5" name="Second Level Placeholder 2.5">
            <a:extLst>
              <a:ext uri="{FF2B5EF4-FFF2-40B4-BE49-F238E27FC236}">
                <a16:creationId xmlns:a16="http://schemas.microsoft.com/office/drawing/2014/main" id="{7A6ED072-B896-354B-94AC-8CF90B079BEC}"/>
              </a:ext>
            </a:extLst>
          </p:cNvPr>
          <p:cNvSpPr>
            <a:spLocks noGrp="1"/>
          </p:cNvSpPr>
          <p:nvPr>
            <p:ph type="body" sz="quarter" idx="39" hasCustomPrompt="1"/>
          </p:nvPr>
        </p:nvSpPr>
        <p:spPr>
          <a:xfrm>
            <a:off x="2550567" y="527765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1" name="Manager Level Placeholder 3">
            <a:extLst>
              <a:ext uri="{FF2B5EF4-FFF2-40B4-BE49-F238E27FC236}">
                <a16:creationId xmlns:a16="http://schemas.microsoft.com/office/drawing/2014/main" id="{CCC3B272-EC9B-F247-B6B7-986EB6EE3E5B}"/>
              </a:ext>
            </a:extLst>
          </p:cNvPr>
          <p:cNvSpPr>
            <a:spLocks noGrp="1"/>
          </p:cNvSpPr>
          <p:nvPr>
            <p:ph type="body" sz="quarter" idx="25" hasCustomPrompt="1"/>
          </p:nvPr>
        </p:nvSpPr>
        <p:spPr>
          <a:xfrm>
            <a:off x="4392778" y="2334928"/>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6" name="Second Level Placeholder 3.1">
            <a:extLst>
              <a:ext uri="{FF2B5EF4-FFF2-40B4-BE49-F238E27FC236}">
                <a16:creationId xmlns:a16="http://schemas.microsoft.com/office/drawing/2014/main" id="{03E2C121-04C7-6B4A-87D5-3C2C0A2D2258}"/>
              </a:ext>
            </a:extLst>
          </p:cNvPr>
          <p:cNvSpPr>
            <a:spLocks noGrp="1"/>
          </p:cNvSpPr>
          <p:nvPr>
            <p:ph type="body" sz="quarter" idx="40" hasCustomPrompt="1"/>
          </p:nvPr>
        </p:nvSpPr>
        <p:spPr>
          <a:xfrm>
            <a:off x="4392778" y="290518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7" name="Second Level Placeholder 3.2">
            <a:extLst>
              <a:ext uri="{FF2B5EF4-FFF2-40B4-BE49-F238E27FC236}">
                <a16:creationId xmlns:a16="http://schemas.microsoft.com/office/drawing/2014/main" id="{66FAEAE8-4381-D44B-B40C-113C0FECC1C7}"/>
              </a:ext>
            </a:extLst>
          </p:cNvPr>
          <p:cNvSpPr>
            <a:spLocks noGrp="1"/>
          </p:cNvSpPr>
          <p:nvPr>
            <p:ph type="body" sz="quarter" idx="41" hasCustomPrompt="1"/>
          </p:nvPr>
        </p:nvSpPr>
        <p:spPr>
          <a:xfrm>
            <a:off x="4392778" y="3498302"/>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8" name="Second Level Placeholder 3.3">
            <a:extLst>
              <a:ext uri="{FF2B5EF4-FFF2-40B4-BE49-F238E27FC236}">
                <a16:creationId xmlns:a16="http://schemas.microsoft.com/office/drawing/2014/main" id="{8AE337A1-75B2-8544-AE39-03124E4F7DF5}"/>
              </a:ext>
            </a:extLst>
          </p:cNvPr>
          <p:cNvSpPr>
            <a:spLocks noGrp="1"/>
          </p:cNvSpPr>
          <p:nvPr>
            <p:ph type="body" sz="quarter" idx="42" hasCustomPrompt="1"/>
          </p:nvPr>
        </p:nvSpPr>
        <p:spPr>
          <a:xfrm>
            <a:off x="4392778" y="4091420"/>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9" name="Second Level Placeholder 3.4">
            <a:extLst>
              <a:ext uri="{FF2B5EF4-FFF2-40B4-BE49-F238E27FC236}">
                <a16:creationId xmlns:a16="http://schemas.microsoft.com/office/drawing/2014/main" id="{E29B3EDF-3660-1B45-B039-14935DB799A0}"/>
              </a:ext>
            </a:extLst>
          </p:cNvPr>
          <p:cNvSpPr>
            <a:spLocks noGrp="1"/>
          </p:cNvSpPr>
          <p:nvPr>
            <p:ph type="body" sz="quarter" idx="43" hasCustomPrompt="1"/>
          </p:nvPr>
        </p:nvSpPr>
        <p:spPr>
          <a:xfrm>
            <a:off x="4392778" y="4684538"/>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0" name="Second Level Placeholder 3.5">
            <a:extLst>
              <a:ext uri="{FF2B5EF4-FFF2-40B4-BE49-F238E27FC236}">
                <a16:creationId xmlns:a16="http://schemas.microsoft.com/office/drawing/2014/main" id="{BCE910AE-79C3-A24D-9BC3-42226894DF25}"/>
              </a:ext>
            </a:extLst>
          </p:cNvPr>
          <p:cNvSpPr>
            <a:spLocks noGrp="1"/>
          </p:cNvSpPr>
          <p:nvPr>
            <p:ph type="body" sz="quarter" idx="44" hasCustomPrompt="1"/>
          </p:nvPr>
        </p:nvSpPr>
        <p:spPr>
          <a:xfrm>
            <a:off x="4392778" y="5277654"/>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2" name="Manager Level Placeholder 4">
            <a:extLst>
              <a:ext uri="{FF2B5EF4-FFF2-40B4-BE49-F238E27FC236}">
                <a16:creationId xmlns:a16="http://schemas.microsoft.com/office/drawing/2014/main" id="{AAE3BFA7-676E-D04F-8F92-2D4639EEEF22}"/>
              </a:ext>
            </a:extLst>
          </p:cNvPr>
          <p:cNvSpPr>
            <a:spLocks noGrp="1"/>
          </p:cNvSpPr>
          <p:nvPr>
            <p:ph type="body" sz="quarter" idx="26" hasCustomPrompt="1"/>
          </p:nvPr>
        </p:nvSpPr>
        <p:spPr>
          <a:xfrm>
            <a:off x="6234989" y="2334927"/>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1" name="Second Level Placeholder 4.1">
            <a:extLst>
              <a:ext uri="{FF2B5EF4-FFF2-40B4-BE49-F238E27FC236}">
                <a16:creationId xmlns:a16="http://schemas.microsoft.com/office/drawing/2014/main" id="{6B38DB69-74A1-0B45-AF62-637F94841620}"/>
              </a:ext>
            </a:extLst>
          </p:cNvPr>
          <p:cNvSpPr>
            <a:spLocks noGrp="1"/>
          </p:cNvSpPr>
          <p:nvPr>
            <p:ph type="body" sz="quarter" idx="45" hasCustomPrompt="1"/>
          </p:nvPr>
        </p:nvSpPr>
        <p:spPr>
          <a:xfrm>
            <a:off x="6230809" y="2903055"/>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2" name="Second Level Placeholder 4.2">
            <a:extLst>
              <a:ext uri="{FF2B5EF4-FFF2-40B4-BE49-F238E27FC236}">
                <a16:creationId xmlns:a16="http://schemas.microsoft.com/office/drawing/2014/main" id="{502820C2-C294-0942-8F83-848944712AB1}"/>
              </a:ext>
            </a:extLst>
          </p:cNvPr>
          <p:cNvSpPr>
            <a:spLocks noGrp="1"/>
          </p:cNvSpPr>
          <p:nvPr>
            <p:ph type="body" sz="quarter" idx="46" hasCustomPrompt="1"/>
          </p:nvPr>
        </p:nvSpPr>
        <p:spPr>
          <a:xfrm>
            <a:off x="6230809" y="3496173"/>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3" name="Second Level Placeholder 4.3">
            <a:extLst>
              <a:ext uri="{FF2B5EF4-FFF2-40B4-BE49-F238E27FC236}">
                <a16:creationId xmlns:a16="http://schemas.microsoft.com/office/drawing/2014/main" id="{79A597E2-00C5-3840-8A24-D247CE8FC96B}"/>
              </a:ext>
            </a:extLst>
          </p:cNvPr>
          <p:cNvSpPr>
            <a:spLocks noGrp="1"/>
          </p:cNvSpPr>
          <p:nvPr>
            <p:ph type="body" sz="quarter" idx="47" hasCustomPrompt="1"/>
          </p:nvPr>
        </p:nvSpPr>
        <p:spPr>
          <a:xfrm>
            <a:off x="6230809" y="4089291"/>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4" name="Second Level Placeholder 4.4">
            <a:extLst>
              <a:ext uri="{FF2B5EF4-FFF2-40B4-BE49-F238E27FC236}">
                <a16:creationId xmlns:a16="http://schemas.microsoft.com/office/drawing/2014/main" id="{561324B1-B25D-6748-B81E-198A44D6CF43}"/>
              </a:ext>
            </a:extLst>
          </p:cNvPr>
          <p:cNvSpPr>
            <a:spLocks noGrp="1"/>
          </p:cNvSpPr>
          <p:nvPr>
            <p:ph type="body" sz="quarter" idx="48" hasCustomPrompt="1"/>
          </p:nvPr>
        </p:nvSpPr>
        <p:spPr>
          <a:xfrm>
            <a:off x="6230809" y="4682409"/>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5" name="Second Level Placeholder 4.5">
            <a:extLst>
              <a:ext uri="{FF2B5EF4-FFF2-40B4-BE49-F238E27FC236}">
                <a16:creationId xmlns:a16="http://schemas.microsoft.com/office/drawing/2014/main" id="{62982024-77B8-0343-9A8F-FA1A3C94CA3A}"/>
              </a:ext>
            </a:extLst>
          </p:cNvPr>
          <p:cNvSpPr>
            <a:spLocks noGrp="1"/>
          </p:cNvSpPr>
          <p:nvPr>
            <p:ph type="body" sz="quarter" idx="49" hasCustomPrompt="1"/>
          </p:nvPr>
        </p:nvSpPr>
        <p:spPr>
          <a:xfrm>
            <a:off x="6230809" y="5275525"/>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3" name="Manager Level Placeholder 5">
            <a:extLst>
              <a:ext uri="{FF2B5EF4-FFF2-40B4-BE49-F238E27FC236}">
                <a16:creationId xmlns:a16="http://schemas.microsoft.com/office/drawing/2014/main" id="{9F3DA2B9-E071-B543-BD3C-A23A03CD5729}"/>
              </a:ext>
            </a:extLst>
          </p:cNvPr>
          <p:cNvSpPr>
            <a:spLocks noGrp="1"/>
          </p:cNvSpPr>
          <p:nvPr>
            <p:ph type="body" sz="quarter" idx="27" hasCustomPrompt="1"/>
          </p:nvPr>
        </p:nvSpPr>
        <p:spPr>
          <a:xfrm>
            <a:off x="8077200" y="2334927"/>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6" name="Second Level Placeholder 5.1">
            <a:extLst>
              <a:ext uri="{FF2B5EF4-FFF2-40B4-BE49-F238E27FC236}">
                <a16:creationId xmlns:a16="http://schemas.microsoft.com/office/drawing/2014/main" id="{4E6844FB-F421-1E4D-91F0-4E06BCA8E5D9}"/>
              </a:ext>
            </a:extLst>
          </p:cNvPr>
          <p:cNvSpPr>
            <a:spLocks noGrp="1"/>
          </p:cNvSpPr>
          <p:nvPr>
            <p:ph type="body" sz="quarter" idx="50" hasCustomPrompt="1"/>
          </p:nvPr>
        </p:nvSpPr>
        <p:spPr>
          <a:xfrm>
            <a:off x="8077200" y="2903055"/>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7" name="Second Level Placeholder 5.2">
            <a:extLst>
              <a:ext uri="{FF2B5EF4-FFF2-40B4-BE49-F238E27FC236}">
                <a16:creationId xmlns:a16="http://schemas.microsoft.com/office/drawing/2014/main" id="{CDACA750-48BD-134C-8B39-53171E2D6519}"/>
              </a:ext>
            </a:extLst>
          </p:cNvPr>
          <p:cNvSpPr>
            <a:spLocks noGrp="1"/>
          </p:cNvSpPr>
          <p:nvPr>
            <p:ph type="body" sz="quarter" idx="51" hasCustomPrompt="1"/>
          </p:nvPr>
        </p:nvSpPr>
        <p:spPr>
          <a:xfrm>
            <a:off x="8077200" y="3496173"/>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8" name="Second Level Placeholder 5.3">
            <a:extLst>
              <a:ext uri="{FF2B5EF4-FFF2-40B4-BE49-F238E27FC236}">
                <a16:creationId xmlns:a16="http://schemas.microsoft.com/office/drawing/2014/main" id="{580D3F0C-8529-654F-BF99-21BF68E346E6}"/>
              </a:ext>
            </a:extLst>
          </p:cNvPr>
          <p:cNvSpPr>
            <a:spLocks noGrp="1"/>
          </p:cNvSpPr>
          <p:nvPr>
            <p:ph type="body" sz="quarter" idx="52" hasCustomPrompt="1"/>
          </p:nvPr>
        </p:nvSpPr>
        <p:spPr>
          <a:xfrm>
            <a:off x="8077200" y="4089291"/>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49" name="Second Level Placeholder 5.4">
            <a:extLst>
              <a:ext uri="{FF2B5EF4-FFF2-40B4-BE49-F238E27FC236}">
                <a16:creationId xmlns:a16="http://schemas.microsoft.com/office/drawing/2014/main" id="{479721BB-A338-F143-BF29-4C117BF2B9CD}"/>
              </a:ext>
            </a:extLst>
          </p:cNvPr>
          <p:cNvSpPr>
            <a:spLocks noGrp="1"/>
          </p:cNvSpPr>
          <p:nvPr>
            <p:ph type="body" sz="quarter" idx="53" hasCustomPrompt="1"/>
          </p:nvPr>
        </p:nvSpPr>
        <p:spPr>
          <a:xfrm>
            <a:off x="8077200" y="4682409"/>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0" name="Second Level Placeholder 5.5">
            <a:extLst>
              <a:ext uri="{FF2B5EF4-FFF2-40B4-BE49-F238E27FC236}">
                <a16:creationId xmlns:a16="http://schemas.microsoft.com/office/drawing/2014/main" id="{18EB0300-C71A-254F-B484-D2F00BF2D4F4}"/>
              </a:ext>
            </a:extLst>
          </p:cNvPr>
          <p:cNvSpPr>
            <a:spLocks noGrp="1"/>
          </p:cNvSpPr>
          <p:nvPr>
            <p:ph type="body" sz="quarter" idx="54" hasCustomPrompt="1"/>
          </p:nvPr>
        </p:nvSpPr>
        <p:spPr>
          <a:xfrm>
            <a:off x="8077200" y="5275525"/>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24" name="Manager Level Placeholder 6">
            <a:extLst>
              <a:ext uri="{FF2B5EF4-FFF2-40B4-BE49-F238E27FC236}">
                <a16:creationId xmlns:a16="http://schemas.microsoft.com/office/drawing/2014/main" id="{1FC93037-72C8-E443-9E5D-D4CCFF29F738}"/>
              </a:ext>
            </a:extLst>
          </p:cNvPr>
          <p:cNvSpPr>
            <a:spLocks noGrp="1"/>
          </p:cNvSpPr>
          <p:nvPr>
            <p:ph type="body" sz="quarter" idx="28" hasCustomPrompt="1"/>
          </p:nvPr>
        </p:nvSpPr>
        <p:spPr>
          <a:xfrm>
            <a:off x="9919412" y="2334925"/>
            <a:ext cx="1595628" cy="427809"/>
          </a:xfrm>
          <a:prstGeom prst="rect">
            <a:avLst/>
          </a:prstGeom>
          <a:solidFill>
            <a:schemeClr val="tx2"/>
          </a:solidFill>
        </p:spPr>
        <p:txBody>
          <a:bodyPr lIns="45720" rIns="45720" anchor="ctr" anchorCtr="0"/>
          <a:lstStyle>
            <a:lvl1pPr algn="ctr">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1" name="Second Level Placeholder 6.1">
            <a:extLst>
              <a:ext uri="{FF2B5EF4-FFF2-40B4-BE49-F238E27FC236}">
                <a16:creationId xmlns:a16="http://schemas.microsoft.com/office/drawing/2014/main" id="{3148316F-5748-6C4C-B920-D376989AE9C0}"/>
              </a:ext>
            </a:extLst>
          </p:cNvPr>
          <p:cNvSpPr>
            <a:spLocks noGrp="1"/>
          </p:cNvSpPr>
          <p:nvPr>
            <p:ph type="body" sz="quarter" idx="55" hasCustomPrompt="1"/>
          </p:nvPr>
        </p:nvSpPr>
        <p:spPr>
          <a:xfrm>
            <a:off x="9919412" y="2903055"/>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2" name="Second Level Placeholder 6.2">
            <a:extLst>
              <a:ext uri="{FF2B5EF4-FFF2-40B4-BE49-F238E27FC236}">
                <a16:creationId xmlns:a16="http://schemas.microsoft.com/office/drawing/2014/main" id="{E9E41AB5-50EC-2F48-BE49-BD3648988A4F}"/>
              </a:ext>
            </a:extLst>
          </p:cNvPr>
          <p:cNvSpPr>
            <a:spLocks noGrp="1"/>
          </p:cNvSpPr>
          <p:nvPr>
            <p:ph type="body" sz="quarter" idx="56" hasCustomPrompt="1"/>
          </p:nvPr>
        </p:nvSpPr>
        <p:spPr>
          <a:xfrm>
            <a:off x="9919412" y="3496173"/>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3" name="Second Level Placeholder 6.3">
            <a:extLst>
              <a:ext uri="{FF2B5EF4-FFF2-40B4-BE49-F238E27FC236}">
                <a16:creationId xmlns:a16="http://schemas.microsoft.com/office/drawing/2014/main" id="{54026AE3-B38B-074F-9931-4FA5CF7A0C97}"/>
              </a:ext>
            </a:extLst>
          </p:cNvPr>
          <p:cNvSpPr>
            <a:spLocks noGrp="1"/>
          </p:cNvSpPr>
          <p:nvPr>
            <p:ph type="body" sz="quarter" idx="57" hasCustomPrompt="1"/>
          </p:nvPr>
        </p:nvSpPr>
        <p:spPr>
          <a:xfrm>
            <a:off x="9919412" y="4089291"/>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4" name="Second Level Placeholder 6.4">
            <a:extLst>
              <a:ext uri="{FF2B5EF4-FFF2-40B4-BE49-F238E27FC236}">
                <a16:creationId xmlns:a16="http://schemas.microsoft.com/office/drawing/2014/main" id="{C79A87EB-6B35-7945-9BD2-F0FFB3EF63D0}"/>
              </a:ext>
            </a:extLst>
          </p:cNvPr>
          <p:cNvSpPr>
            <a:spLocks noGrp="1"/>
          </p:cNvSpPr>
          <p:nvPr>
            <p:ph type="body" sz="quarter" idx="58" hasCustomPrompt="1"/>
          </p:nvPr>
        </p:nvSpPr>
        <p:spPr>
          <a:xfrm>
            <a:off x="9919412" y="4682409"/>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5" name="Second Level Placeholder 6.5">
            <a:extLst>
              <a:ext uri="{FF2B5EF4-FFF2-40B4-BE49-F238E27FC236}">
                <a16:creationId xmlns:a16="http://schemas.microsoft.com/office/drawing/2014/main" id="{17CE0031-1A3A-F94E-8C3A-DC4B8CDF7BA8}"/>
              </a:ext>
            </a:extLst>
          </p:cNvPr>
          <p:cNvSpPr>
            <a:spLocks noGrp="1"/>
          </p:cNvSpPr>
          <p:nvPr>
            <p:ph type="body" sz="quarter" idx="59" hasCustomPrompt="1"/>
          </p:nvPr>
        </p:nvSpPr>
        <p:spPr>
          <a:xfrm>
            <a:off x="9919412" y="5275525"/>
            <a:ext cx="1595628" cy="427809"/>
          </a:xfrm>
          <a:prstGeom prst="rect">
            <a:avLst/>
          </a:prstGeom>
          <a:solidFill>
            <a:schemeClr val="bg1"/>
          </a:solidFill>
          <a:ln w="9525">
            <a:solidFill>
              <a:schemeClr val="tx2"/>
            </a:solidFill>
          </a:ln>
        </p:spPr>
        <p:txBody>
          <a:bodyPr lIns="45720" rIns="45720" anchor="ctr" anchorCtr="0"/>
          <a:lstStyle>
            <a:lvl1pPr algn="ctr">
              <a:lnSpc>
                <a:spcPct val="130000"/>
              </a:lnSpc>
              <a:spcAft>
                <a:spcPts val="0"/>
              </a:spcAft>
              <a:defRPr sz="9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defRPr sz="9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3" name="Footer Placeholder 2">
            <a:extLst>
              <a:ext uri="{FF2B5EF4-FFF2-40B4-BE49-F238E27FC236}">
                <a16:creationId xmlns:a16="http://schemas.microsoft.com/office/drawing/2014/main" id="{D5A9B7BB-ACA3-BE45-8367-2E96893361BB}"/>
              </a:ext>
            </a:extLst>
          </p:cNvPr>
          <p:cNvSpPr>
            <a:spLocks noGrp="1"/>
          </p:cNvSpPr>
          <p:nvPr>
            <p:ph type="ftr" sz="quarter" idx="6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7E7D113C-5F86-5C41-A8FB-FA9507C5FA41}"/>
              </a:ext>
            </a:extLst>
          </p:cNvPr>
          <p:cNvSpPr>
            <a:spLocks noGrp="1"/>
          </p:cNvSpPr>
          <p:nvPr>
            <p:ph type="sldNum" sz="quarter" idx="6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22586217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Headshot Organizational Chart ">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lnSpc>
                <a:spcPct val="110000"/>
              </a:lnSpc>
              <a:defRPr/>
            </a:lvl1pPr>
          </a:lstStyle>
          <a:p>
            <a:r>
              <a:rPr lang="en-US" dirty="0"/>
              <a:t>Click to edit Master title style</a:t>
            </a:r>
          </a:p>
        </p:txBody>
      </p:sp>
      <p:sp>
        <p:nvSpPr>
          <p:cNvPr id="10" name="Name / Title Placeholder 1">
            <a:extLst>
              <a:ext uri="{FF2B5EF4-FFF2-40B4-BE49-F238E27FC236}">
                <a16:creationId xmlns:a16="http://schemas.microsoft.com/office/drawing/2014/main" id="{6E5CC9C5-FC42-0546-8EDD-FF222D9CDBF0}"/>
              </a:ext>
            </a:extLst>
          </p:cNvPr>
          <p:cNvSpPr>
            <a:spLocks noGrp="1"/>
          </p:cNvSpPr>
          <p:nvPr>
            <p:ph type="body" sz="quarter" idx="21" hasCustomPrompt="1"/>
          </p:nvPr>
        </p:nvSpPr>
        <p:spPr>
          <a:xfrm>
            <a:off x="5717286" y="1654961"/>
            <a:ext cx="1595628" cy="427809"/>
          </a:xfrm>
          <a:prstGeom prst="rect">
            <a:avLst/>
          </a:prstGeom>
          <a:solidFill>
            <a:schemeClr val="tx2"/>
          </a:solidFill>
        </p:spPr>
        <p:txBody>
          <a:bodyPr lIns="91440" tIns="0" rIns="91440" bIns="0" anchor="ctr" anchorCtr="0"/>
          <a:lstStyle>
            <a:lvl1pPr algn="l">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6" name="Headshot Placeholder 1">
            <a:extLst>
              <a:ext uri="{FF2B5EF4-FFF2-40B4-BE49-F238E27FC236}">
                <a16:creationId xmlns:a16="http://schemas.microsoft.com/office/drawing/2014/main" id="{EFFAF860-6497-3D4F-9068-B0620C760F22}"/>
              </a:ext>
            </a:extLst>
          </p:cNvPr>
          <p:cNvSpPr>
            <a:spLocks noGrp="1"/>
          </p:cNvSpPr>
          <p:nvPr>
            <p:ph type="pic" sz="quarter" idx="56" hasCustomPrompt="1"/>
          </p:nvPr>
        </p:nvSpPr>
        <p:spPr>
          <a:xfrm>
            <a:off x="4839462" y="1544256"/>
            <a:ext cx="649224" cy="649224"/>
          </a:xfrm>
          <a:prstGeom prst="ellipse">
            <a:avLst/>
          </a:prstGeom>
        </p:spPr>
        <p:txBody>
          <a:bodyPr tIns="0" anchor="ctr" anchorCtr="0"/>
          <a:lstStyle>
            <a:lvl1pPr algn="ctr">
              <a:defRPr sz="700"/>
            </a:lvl1pPr>
          </a:lstStyle>
          <a:p>
            <a:r>
              <a:rPr lang="en-US"/>
              <a:t>Place Headshot Here</a:t>
            </a:r>
          </a:p>
        </p:txBody>
      </p:sp>
      <p:sp>
        <p:nvSpPr>
          <p:cNvPr id="57" name="Name / Title Placeholder 2">
            <a:extLst>
              <a:ext uri="{FF2B5EF4-FFF2-40B4-BE49-F238E27FC236}">
                <a16:creationId xmlns:a16="http://schemas.microsoft.com/office/drawing/2014/main" id="{9812A757-8CBB-FD47-9181-0CC45F65C495}"/>
              </a:ext>
            </a:extLst>
          </p:cNvPr>
          <p:cNvSpPr>
            <a:spLocks noGrp="1"/>
          </p:cNvSpPr>
          <p:nvPr>
            <p:ph type="body" sz="quarter" idx="57" hasCustomPrompt="1"/>
          </p:nvPr>
        </p:nvSpPr>
        <p:spPr>
          <a:xfrm>
            <a:off x="3278886" y="2949703"/>
            <a:ext cx="1595628" cy="427809"/>
          </a:xfrm>
          <a:prstGeom prst="rect">
            <a:avLst/>
          </a:prstGeom>
          <a:solidFill>
            <a:schemeClr val="tx2"/>
          </a:solidFill>
        </p:spPr>
        <p:txBody>
          <a:bodyPr lIns="91440" tIns="0" rIns="91440" bIns="0" anchor="ctr" anchorCtr="0"/>
          <a:lstStyle>
            <a:lvl1pPr algn="l">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58" name="Headshot Placeholder 2">
            <a:extLst>
              <a:ext uri="{FF2B5EF4-FFF2-40B4-BE49-F238E27FC236}">
                <a16:creationId xmlns:a16="http://schemas.microsoft.com/office/drawing/2014/main" id="{68A0283C-0762-2D4D-9ECA-4F8B7CBBF2B4}"/>
              </a:ext>
            </a:extLst>
          </p:cNvPr>
          <p:cNvSpPr>
            <a:spLocks noGrp="1"/>
          </p:cNvSpPr>
          <p:nvPr>
            <p:ph type="pic" sz="quarter" idx="58" hasCustomPrompt="1"/>
          </p:nvPr>
        </p:nvSpPr>
        <p:spPr>
          <a:xfrm>
            <a:off x="2401062" y="2838998"/>
            <a:ext cx="649224" cy="649224"/>
          </a:xfrm>
          <a:prstGeom prst="ellipse">
            <a:avLst/>
          </a:prstGeom>
        </p:spPr>
        <p:txBody>
          <a:bodyPr tIns="0" anchor="ctr" anchorCtr="0"/>
          <a:lstStyle>
            <a:lvl1pPr algn="ctr">
              <a:defRPr sz="700"/>
            </a:lvl1pPr>
          </a:lstStyle>
          <a:p>
            <a:r>
              <a:rPr lang="en-US"/>
              <a:t>Place Headshot Here</a:t>
            </a:r>
          </a:p>
        </p:txBody>
      </p:sp>
      <p:sp>
        <p:nvSpPr>
          <p:cNvPr id="59" name="Name / Title Placeholder 3">
            <a:extLst>
              <a:ext uri="{FF2B5EF4-FFF2-40B4-BE49-F238E27FC236}">
                <a16:creationId xmlns:a16="http://schemas.microsoft.com/office/drawing/2014/main" id="{1C4C6204-6329-D54D-8744-E5B38F8F6294}"/>
              </a:ext>
            </a:extLst>
          </p:cNvPr>
          <p:cNvSpPr>
            <a:spLocks noGrp="1"/>
          </p:cNvSpPr>
          <p:nvPr>
            <p:ph type="body" sz="quarter" idx="59" hasCustomPrompt="1"/>
          </p:nvPr>
        </p:nvSpPr>
        <p:spPr>
          <a:xfrm>
            <a:off x="1449324" y="4253267"/>
            <a:ext cx="1595628" cy="427809"/>
          </a:xfrm>
          <a:prstGeom prst="rect">
            <a:avLst/>
          </a:prstGeom>
          <a:solidFill>
            <a:schemeClr val="tx2"/>
          </a:solidFill>
        </p:spPr>
        <p:txBody>
          <a:bodyPr lIns="91440" tIns="0" rIns="91440" bIns="0" anchor="ctr" anchorCtr="0"/>
          <a:lstStyle>
            <a:lvl1pPr algn="l">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60" name="Headshot Placeholder 3">
            <a:extLst>
              <a:ext uri="{FF2B5EF4-FFF2-40B4-BE49-F238E27FC236}">
                <a16:creationId xmlns:a16="http://schemas.microsoft.com/office/drawing/2014/main" id="{28708124-38C6-BD42-A82D-1DE1B92914FF}"/>
              </a:ext>
            </a:extLst>
          </p:cNvPr>
          <p:cNvSpPr>
            <a:spLocks noGrp="1"/>
          </p:cNvSpPr>
          <p:nvPr>
            <p:ph type="pic" sz="quarter" idx="60" hasCustomPrompt="1"/>
          </p:nvPr>
        </p:nvSpPr>
        <p:spPr>
          <a:xfrm>
            <a:off x="571500" y="4142562"/>
            <a:ext cx="649224" cy="649224"/>
          </a:xfrm>
          <a:prstGeom prst="ellipse">
            <a:avLst/>
          </a:prstGeom>
        </p:spPr>
        <p:txBody>
          <a:bodyPr tIns="0" anchor="ctr" anchorCtr="0"/>
          <a:lstStyle>
            <a:lvl1pPr algn="ctr">
              <a:defRPr sz="700"/>
            </a:lvl1pPr>
          </a:lstStyle>
          <a:p>
            <a:r>
              <a:rPr lang="en-US"/>
              <a:t>Place Headshot Here</a:t>
            </a:r>
          </a:p>
        </p:txBody>
      </p:sp>
      <p:sp>
        <p:nvSpPr>
          <p:cNvPr id="61" name="Name / Title Placeholder 4">
            <a:extLst>
              <a:ext uri="{FF2B5EF4-FFF2-40B4-BE49-F238E27FC236}">
                <a16:creationId xmlns:a16="http://schemas.microsoft.com/office/drawing/2014/main" id="{D138F158-D28C-D546-A300-B767FF7FC029}"/>
              </a:ext>
            </a:extLst>
          </p:cNvPr>
          <p:cNvSpPr>
            <a:spLocks noGrp="1"/>
          </p:cNvSpPr>
          <p:nvPr>
            <p:ph type="body" sz="quarter" idx="61" hasCustomPrompt="1"/>
          </p:nvPr>
        </p:nvSpPr>
        <p:spPr>
          <a:xfrm>
            <a:off x="4382407" y="4253267"/>
            <a:ext cx="1595628" cy="427809"/>
          </a:xfrm>
          <a:prstGeom prst="rect">
            <a:avLst/>
          </a:prstGeom>
          <a:solidFill>
            <a:schemeClr val="tx2"/>
          </a:solidFill>
        </p:spPr>
        <p:txBody>
          <a:bodyPr lIns="91440" tIns="0" rIns="91440" bIns="0" anchor="ctr" anchorCtr="0"/>
          <a:lstStyle>
            <a:lvl1pPr algn="l">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62" name="Headshot Placeholder 4">
            <a:extLst>
              <a:ext uri="{FF2B5EF4-FFF2-40B4-BE49-F238E27FC236}">
                <a16:creationId xmlns:a16="http://schemas.microsoft.com/office/drawing/2014/main" id="{9D09A595-D9CB-1047-B097-1C5D4154AE09}"/>
              </a:ext>
            </a:extLst>
          </p:cNvPr>
          <p:cNvSpPr>
            <a:spLocks noGrp="1"/>
          </p:cNvSpPr>
          <p:nvPr>
            <p:ph type="pic" sz="quarter" idx="62" hasCustomPrompt="1"/>
          </p:nvPr>
        </p:nvSpPr>
        <p:spPr>
          <a:xfrm>
            <a:off x="3504583" y="4142562"/>
            <a:ext cx="649224" cy="649224"/>
          </a:xfrm>
          <a:prstGeom prst="ellipse">
            <a:avLst/>
          </a:prstGeom>
        </p:spPr>
        <p:txBody>
          <a:bodyPr tIns="0" anchor="ctr" anchorCtr="0"/>
          <a:lstStyle>
            <a:lvl1pPr algn="ctr">
              <a:defRPr sz="700"/>
            </a:lvl1pPr>
          </a:lstStyle>
          <a:p>
            <a:r>
              <a:rPr lang="en-US"/>
              <a:t>Place Headshot Here</a:t>
            </a:r>
          </a:p>
        </p:txBody>
      </p:sp>
      <p:sp>
        <p:nvSpPr>
          <p:cNvPr id="63" name="Name / Title Placeholder 5">
            <a:extLst>
              <a:ext uri="{FF2B5EF4-FFF2-40B4-BE49-F238E27FC236}">
                <a16:creationId xmlns:a16="http://schemas.microsoft.com/office/drawing/2014/main" id="{21395E66-4906-C241-BB43-F2C95F3E9675}"/>
              </a:ext>
            </a:extLst>
          </p:cNvPr>
          <p:cNvSpPr>
            <a:spLocks noGrp="1"/>
          </p:cNvSpPr>
          <p:nvPr>
            <p:ph type="body" sz="quarter" idx="63" hasCustomPrompt="1"/>
          </p:nvPr>
        </p:nvSpPr>
        <p:spPr>
          <a:xfrm>
            <a:off x="8916019" y="3056485"/>
            <a:ext cx="1595628" cy="427809"/>
          </a:xfrm>
          <a:prstGeom prst="rect">
            <a:avLst/>
          </a:prstGeom>
          <a:solidFill>
            <a:schemeClr val="tx2"/>
          </a:solidFill>
        </p:spPr>
        <p:txBody>
          <a:bodyPr lIns="91440" tIns="0" rIns="91440" bIns="0" anchor="ctr" anchorCtr="0"/>
          <a:lstStyle>
            <a:lvl1pPr algn="l">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64" name="Headshot Placeholder 5">
            <a:extLst>
              <a:ext uri="{FF2B5EF4-FFF2-40B4-BE49-F238E27FC236}">
                <a16:creationId xmlns:a16="http://schemas.microsoft.com/office/drawing/2014/main" id="{C96BB3F4-0E01-4F42-9261-6BE4E5301539}"/>
              </a:ext>
            </a:extLst>
          </p:cNvPr>
          <p:cNvSpPr>
            <a:spLocks noGrp="1"/>
          </p:cNvSpPr>
          <p:nvPr>
            <p:ph type="pic" sz="quarter" idx="64" hasCustomPrompt="1"/>
          </p:nvPr>
        </p:nvSpPr>
        <p:spPr>
          <a:xfrm>
            <a:off x="8038195" y="2945780"/>
            <a:ext cx="649224" cy="649224"/>
          </a:xfrm>
          <a:prstGeom prst="ellipse">
            <a:avLst/>
          </a:prstGeom>
        </p:spPr>
        <p:txBody>
          <a:bodyPr tIns="0" anchor="ctr" anchorCtr="0"/>
          <a:lstStyle>
            <a:lvl1pPr algn="ctr">
              <a:defRPr sz="700"/>
            </a:lvl1pPr>
          </a:lstStyle>
          <a:p>
            <a:r>
              <a:rPr lang="en-US"/>
              <a:t>Place Headshot Here</a:t>
            </a:r>
          </a:p>
        </p:txBody>
      </p:sp>
      <p:sp>
        <p:nvSpPr>
          <p:cNvPr id="65" name="Name / Title Placeholder 6">
            <a:extLst>
              <a:ext uri="{FF2B5EF4-FFF2-40B4-BE49-F238E27FC236}">
                <a16:creationId xmlns:a16="http://schemas.microsoft.com/office/drawing/2014/main" id="{70552A5E-75BE-A64B-9B5F-A1048CB5462A}"/>
              </a:ext>
            </a:extLst>
          </p:cNvPr>
          <p:cNvSpPr>
            <a:spLocks noGrp="1"/>
          </p:cNvSpPr>
          <p:nvPr>
            <p:ph type="body" sz="quarter" idx="65" hasCustomPrompt="1"/>
          </p:nvPr>
        </p:nvSpPr>
        <p:spPr>
          <a:xfrm>
            <a:off x="8916019" y="4253267"/>
            <a:ext cx="1595628" cy="427809"/>
          </a:xfrm>
          <a:prstGeom prst="rect">
            <a:avLst/>
          </a:prstGeom>
          <a:solidFill>
            <a:schemeClr val="tx2"/>
          </a:solidFill>
        </p:spPr>
        <p:txBody>
          <a:bodyPr lIns="91440" tIns="0" rIns="91440" bIns="0" anchor="ctr" anchorCtr="0"/>
          <a:lstStyle>
            <a:lvl1pPr algn="l">
              <a:lnSpc>
                <a:spcPct val="130000"/>
              </a:lnSpc>
              <a:spcAft>
                <a:spcPts val="0"/>
              </a:spcAft>
              <a:defRPr sz="9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defRPr sz="9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00"/>
            </a:lvl3pPr>
            <a:lvl4pPr>
              <a:defRPr sz="100"/>
            </a:lvl4pPr>
            <a:lvl5pPr>
              <a:defRPr sz="100"/>
            </a:lvl5pPr>
          </a:lstStyle>
          <a:p>
            <a:pPr lvl="0"/>
            <a:r>
              <a:rPr lang="en-US" dirty="0"/>
              <a:t>Name goes here</a:t>
            </a:r>
          </a:p>
          <a:p>
            <a:pPr lvl="1"/>
            <a:r>
              <a:rPr lang="en-US" dirty="0"/>
              <a:t>Title goes here</a:t>
            </a:r>
          </a:p>
        </p:txBody>
      </p:sp>
      <p:sp>
        <p:nvSpPr>
          <p:cNvPr id="66" name="Headshot Placeholder 6">
            <a:extLst>
              <a:ext uri="{FF2B5EF4-FFF2-40B4-BE49-F238E27FC236}">
                <a16:creationId xmlns:a16="http://schemas.microsoft.com/office/drawing/2014/main" id="{8481D0BB-277B-2341-84F7-F817AF1A4CF2}"/>
              </a:ext>
            </a:extLst>
          </p:cNvPr>
          <p:cNvSpPr>
            <a:spLocks noGrp="1"/>
          </p:cNvSpPr>
          <p:nvPr>
            <p:ph type="pic" sz="quarter" idx="66" hasCustomPrompt="1"/>
          </p:nvPr>
        </p:nvSpPr>
        <p:spPr>
          <a:xfrm>
            <a:off x="8038195" y="4142562"/>
            <a:ext cx="649224" cy="649224"/>
          </a:xfrm>
          <a:prstGeom prst="ellipse">
            <a:avLst/>
          </a:prstGeom>
        </p:spPr>
        <p:txBody>
          <a:bodyPr tIns="0" anchor="ctr" anchorCtr="0"/>
          <a:lstStyle>
            <a:lvl1pPr algn="ctr">
              <a:defRPr sz="700"/>
            </a:lvl1pPr>
          </a:lstStyle>
          <a:p>
            <a:r>
              <a:rPr lang="en-US"/>
              <a:t>Place Headshot Here</a:t>
            </a:r>
          </a:p>
        </p:txBody>
      </p:sp>
      <p:sp>
        <p:nvSpPr>
          <p:cNvPr id="3" name="Footer Placeholder 2">
            <a:extLst>
              <a:ext uri="{FF2B5EF4-FFF2-40B4-BE49-F238E27FC236}">
                <a16:creationId xmlns:a16="http://schemas.microsoft.com/office/drawing/2014/main" id="{0B601FD9-2B7B-8A46-99BC-922CFF2ED45F}"/>
              </a:ext>
            </a:extLst>
          </p:cNvPr>
          <p:cNvSpPr>
            <a:spLocks noGrp="1"/>
          </p:cNvSpPr>
          <p:nvPr>
            <p:ph type="ftr" sz="quarter" idx="6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A09E1C3B-0E9F-5F4E-9FA2-BC81125400AD}"/>
              </a:ext>
            </a:extLst>
          </p:cNvPr>
          <p:cNvSpPr>
            <a:spLocks noGrp="1"/>
          </p:cNvSpPr>
          <p:nvPr>
            <p:ph type="sldNum" sz="quarter" idx="68"/>
          </p:nvPr>
        </p:nvSpPr>
        <p:spPr/>
        <p:txBody>
          <a:bodyPr/>
          <a:lstStyle/>
          <a:p>
            <a:fld id="{64B53FD8-04EE-4F67-B5CA-77D45BC12F90}" type="slidenum">
              <a:rPr lang="en-US" smtClean="0"/>
              <a:pPr/>
              <a:t>‹#›</a:t>
            </a:fld>
            <a:endParaRPr lang="en-US" sz="800"/>
          </a:p>
        </p:txBody>
      </p:sp>
      <p:sp>
        <p:nvSpPr>
          <p:cNvPr id="19" name="Explanation copy, delete!">
            <a:extLst>
              <a:ext uri="{FF2B5EF4-FFF2-40B4-BE49-F238E27FC236}">
                <a16:creationId xmlns:a16="http://schemas.microsoft.com/office/drawing/2014/main" id="{FF19C94C-984B-8F4E-9412-3F65D6DB4214}"/>
              </a:ext>
            </a:extLst>
          </p:cNvPr>
          <p:cNvSpPr>
            <a:spLocks noGrp="1"/>
          </p:cNvSpPr>
          <p:nvPr>
            <p:ph type="body" sz="quarter" idx="23" hasCustomPrompt="1"/>
          </p:nvPr>
        </p:nvSpPr>
        <p:spPr>
          <a:xfrm>
            <a:off x="8077200" y="-1"/>
            <a:ext cx="4114800" cy="263437"/>
          </a:xfrm>
          <a:prstGeom prst="rect">
            <a:avLst/>
          </a:prstGeom>
          <a:solidFill>
            <a:srgbClr val="FF00FF"/>
          </a:solidFill>
        </p:spPr>
        <p:txBody>
          <a:bodyPr lIns="45720" rIns="91440" anchor="ctr" anchorCtr="0"/>
          <a:lstStyle>
            <a:lvl1pPr algn="l">
              <a:lnSpc>
                <a:spcPct val="110000"/>
              </a:lnSpc>
              <a:spcAft>
                <a:spcPts val="0"/>
              </a:spcAft>
              <a:defRPr sz="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defRPr sz="100"/>
            </a:lvl2pPr>
            <a:lvl3pPr>
              <a:defRPr sz="100"/>
            </a:lvl3pPr>
            <a:lvl4pPr>
              <a:defRPr sz="100"/>
            </a:lvl4pPr>
            <a:lvl5pPr>
              <a:defRPr sz="100"/>
            </a:lvl5pPr>
          </a:lstStyle>
          <a:p>
            <a:pPr lvl="0"/>
            <a:r>
              <a:rPr lang="en-US" dirty="0"/>
              <a:t>Use this layout  as the starting place for building your organizational charts.</a:t>
            </a:r>
          </a:p>
          <a:p>
            <a:pPr lvl="0"/>
            <a:r>
              <a:rPr lang="en-US" dirty="0"/>
              <a:t>DELETE THIS BOX &amp; SEE NOTES FOR ADDITONAL INSTRUCTIONS.</a:t>
            </a:r>
          </a:p>
        </p:txBody>
      </p:sp>
    </p:spTree>
    <p:extLst>
      <p:ext uri="{BB962C8B-B14F-4D97-AF65-F5344CB8AC3E}">
        <p14:creationId xmlns:p14="http://schemas.microsoft.com/office/powerpoint/2010/main" val="305691312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Full Screen / Bleed Video">
    <p:spTree>
      <p:nvGrpSpPr>
        <p:cNvPr id="1" name=""/>
        <p:cNvGrpSpPr/>
        <p:nvPr/>
      </p:nvGrpSpPr>
      <p:grpSpPr>
        <a:xfrm>
          <a:off x="0" y="0"/>
          <a:ext cx="0" cy="0"/>
          <a:chOff x="0" y="0"/>
          <a:chExt cx="0" cy="0"/>
        </a:xfrm>
      </p:grpSpPr>
      <p:sp>
        <p:nvSpPr>
          <p:cNvPr id="5" name="Media Placeholder">
            <a:extLst>
              <a:ext uri="{FF2B5EF4-FFF2-40B4-BE49-F238E27FC236}">
                <a16:creationId xmlns:a16="http://schemas.microsoft.com/office/drawing/2014/main" id="{3F7A4486-A844-6643-B0BF-368DB7814B86}"/>
              </a:ext>
            </a:extLst>
          </p:cNvPr>
          <p:cNvSpPr>
            <a:spLocks noGrp="1"/>
          </p:cNvSpPr>
          <p:nvPr>
            <p:ph type="media" sz="quarter" idx="15" hasCustomPrompt="1"/>
          </p:nvPr>
        </p:nvSpPr>
        <p:spPr>
          <a:xfrm>
            <a:off x="0" y="0"/>
            <a:ext cx="12192000" cy="6857999"/>
          </a:xfrm>
          <a:prstGeom prst="rect">
            <a:avLst/>
          </a:prstGeom>
          <a:solidFill>
            <a:schemeClr val="accent6"/>
          </a:solidFill>
        </p:spPr>
        <p:txBody>
          <a:bodyPr tIns="182880" anchor="ctr" anchorCtr="0"/>
          <a:lstStyle>
            <a:lvl1pPr algn="ctr">
              <a:defRPr sz="1400">
                <a:solidFill>
                  <a:schemeClr val="tx1"/>
                </a:solidFill>
              </a:defRPr>
            </a:lvl1pPr>
          </a:lstStyle>
          <a:p>
            <a:r>
              <a:rPr lang="en-US"/>
              <a:t>Place Video / Media Here</a:t>
            </a:r>
          </a:p>
        </p:txBody>
      </p:sp>
    </p:spTree>
    <p:extLst>
      <p:ext uri="{BB962C8B-B14F-4D97-AF65-F5344CB8AC3E}">
        <p14:creationId xmlns:p14="http://schemas.microsoft.com/office/powerpoint/2010/main" val="374440865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Full Screen Video w. Gradient Border">
    <p:bg>
      <p:bgPr>
        <a:gradFill>
          <a:gsLst>
            <a:gs pos="100000">
              <a:srgbClr val="FF6600"/>
            </a:gs>
            <a:gs pos="33000">
              <a:srgbClr val="7D22C3"/>
            </a:gs>
            <a:gs pos="0">
              <a:schemeClr val="tx2"/>
            </a:gs>
          </a:gsLst>
          <a:lin ang="0" scaled="0"/>
        </a:gradFill>
        <a:effectLst/>
      </p:bgPr>
    </p:bg>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79714FF1-C296-1049-81D9-19F144024B81}"/>
              </a:ext>
            </a:extLst>
          </p:cNvPr>
          <p:cNvSpPr>
            <a:spLocks noGrp="1"/>
          </p:cNvSpPr>
          <p:nvPr>
            <p:ph type="media" sz="quarter" idx="15" hasCustomPrompt="1"/>
          </p:nvPr>
        </p:nvSpPr>
        <p:spPr>
          <a:xfrm>
            <a:off x="280043" y="315048"/>
            <a:ext cx="11631915" cy="6227903"/>
          </a:xfrm>
          <a:prstGeom prst="rect">
            <a:avLst/>
          </a:prstGeom>
          <a:solidFill>
            <a:schemeClr val="accent6"/>
          </a:solidFill>
        </p:spPr>
        <p:txBody>
          <a:bodyPr tIns="182880" anchor="ctr" anchorCtr="0">
            <a:normAutofit/>
          </a:bodyPr>
          <a:lstStyle>
            <a:lvl1pPr algn="ctr">
              <a:defRPr sz="1400">
                <a:solidFill>
                  <a:schemeClr val="tx1"/>
                </a:solidFill>
              </a:defRPr>
            </a:lvl1pPr>
          </a:lstStyle>
          <a:p>
            <a:r>
              <a:rPr lang="en-US"/>
              <a:t>Place Video / Media Here</a:t>
            </a:r>
          </a:p>
        </p:txBody>
      </p:sp>
    </p:spTree>
    <p:extLst>
      <p:ext uri="{BB962C8B-B14F-4D97-AF65-F5344CB8AC3E}">
        <p14:creationId xmlns:p14="http://schemas.microsoft.com/office/powerpoint/2010/main" val="94204139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mp; 16:9 Ratio Video">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dirty="0"/>
              <a:t>Click to edit Master title style</a:t>
            </a:r>
          </a:p>
        </p:txBody>
      </p:sp>
      <p:sp>
        <p:nvSpPr>
          <p:cNvPr id="10" name="Media Placeholder 1">
            <a:extLst>
              <a:ext uri="{FF2B5EF4-FFF2-40B4-BE49-F238E27FC236}">
                <a16:creationId xmlns:a16="http://schemas.microsoft.com/office/drawing/2014/main" id="{ECB97838-0108-7E46-BFF0-5991068CA979}"/>
              </a:ext>
            </a:extLst>
          </p:cNvPr>
          <p:cNvSpPr>
            <a:spLocks noGrp="1"/>
          </p:cNvSpPr>
          <p:nvPr>
            <p:ph type="media" sz="quarter" idx="15" hasCustomPrompt="1"/>
          </p:nvPr>
        </p:nvSpPr>
        <p:spPr>
          <a:xfrm>
            <a:off x="1503021" y="1524000"/>
            <a:ext cx="9185958" cy="4592979"/>
          </a:xfrm>
          <a:prstGeom prst="rect">
            <a:avLst/>
          </a:prstGeom>
          <a:solidFill>
            <a:schemeClr val="accent6"/>
          </a:solidFill>
        </p:spPr>
        <p:txBody>
          <a:bodyPr tIns="182880" anchor="ctr" anchorCtr="0">
            <a:normAutofit/>
          </a:bodyPr>
          <a:lstStyle>
            <a:lvl1pPr algn="ctr">
              <a:defRPr sz="1400">
                <a:solidFill>
                  <a:schemeClr val="tx1"/>
                </a:solidFill>
              </a:defRPr>
            </a:lvl1pPr>
          </a:lstStyle>
          <a:p>
            <a:r>
              <a:rPr lang="en-US"/>
              <a:t>Place Video / Media Here</a:t>
            </a:r>
          </a:p>
        </p:txBody>
      </p:sp>
      <p:sp>
        <p:nvSpPr>
          <p:cNvPr id="3" name="Footer Placeholder 2">
            <a:extLst>
              <a:ext uri="{FF2B5EF4-FFF2-40B4-BE49-F238E27FC236}">
                <a16:creationId xmlns:a16="http://schemas.microsoft.com/office/drawing/2014/main" id="{827642E1-E414-FE46-A31F-87C8818FAAB1}"/>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2C82F330-3D11-C04B-8787-73BD311E01C6}"/>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51953944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itle &amp; 4:3 Ratio Video">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3264" cy="603504"/>
          </a:xfrm>
        </p:spPr>
        <p:txBody>
          <a:bodyPr/>
          <a:lstStyle>
            <a:lvl1pPr algn="ctr">
              <a:defRPr/>
            </a:lvl1pPr>
          </a:lstStyle>
          <a:p>
            <a:r>
              <a:rPr lang="en-US" dirty="0"/>
              <a:t>Click to edit Master title style</a:t>
            </a:r>
          </a:p>
        </p:txBody>
      </p:sp>
      <p:sp>
        <p:nvSpPr>
          <p:cNvPr id="9" name="Media Placeholder">
            <a:extLst>
              <a:ext uri="{FF2B5EF4-FFF2-40B4-BE49-F238E27FC236}">
                <a16:creationId xmlns:a16="http://schemas.microsoft.com/office/drawing/2014/main" id="{97F1ED5B-9FA2-AC48-9AD0-A7761CF154AB}"/>
              </a:ext>
            </a:extLst>
          </p:cNvPr>
          <p:cNvSpPr>
            <a:spLocks noGrp="1"/>
          </p:cNvSpPr>
          <p:nvPr>
            <p:ph type="media" sz="quarter" idx="15" hasCustomPrompt="1"/>
          </p:nvPr>
        </p:nvSpPr>
        <p:spPr>
          <a:xfrm>
            <a:off x="2606474" y="1523999"/>
            <a:ext cx="6979052" cy="4652701"/>
          </a:xfrm>
          <a:prstGeom prst="rect">
            <a:avLst/>
          </a:prstGeom>
          <a:solidFill>
            <a:schemeClr val="accent6"/>
          </a:solidFill>
        </p:spPr>
        <p:txBody>
          <a:bodyPr tIns="182880" anchor="ctr" anchorCtr="0">
            <a:normAutofit/>
          </a:bodyPr>
          <a:lstStyle>
            <a:lvl1pPr algn="ctr">
              <a:defRPr sz="1400">
                <a:solidFill>
                  <a:schemeClr val="tx1"/>
                </a:solidFill>
              </a:defRPr>
            </a:lvl1pPr>
          </a:lstStyle>
          <a:p>
            <a:r>
              <a:rPr lang="en-US"/>
              <a:t>Place Video / Media Here</a:t>
            </a:r>
          </a:p>
        </p:txBody>
      </p:sp>
      <p:sp>
        <p:nvSpPr>
          <p:cNvPr id="3" name="Footer Placeholder 2">
            <a:extLst>
              <a:ext uri="{FF2B5EF4-FFF2-40B4-BE49-F238E27FC236}">
                <a16:creationId xmlns:a16="http://schemas.microsoft.com/office/drawing/2014/main" id="{D7A0EF74-BFA8-DB4E-9F33-DAA9037F79E7}"/>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A3007A8E-25E9-3049-99A9-8DEA0DF9A367}"/>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258633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 Mobile Samsung Mock-up">
    <p:spTree>
      <p:nvGrpSpPr>
        <p:cNvPr id="1" name=""/>
        <p:cNvGrpSpPr/>
        <p:nvPr/>
      </p:nvGrpSpPr>
      <p:grpSpPr>
        <a:xfrm>
          <a:off x="0" y="0"/>
          <a:ext cx="0" cy="0"/>
          <a:chOff x="0" y="0"/>
          <a:chExt cx="0" cy="0"/>
        </a:xfrm>
      </p:grpSpPr>
      <p:pic>
        <p:nvPicPr>
          <p:cNvPr id="9" name="Samsung Mock-up">
            <a:extLst>
              <a:ext uri="{FF2B5EF4-FFF2-40B4-BE49-F238E27FC236}">
                <a16:creationId xmlns:a16="http://schemas.microsoft.com/office/drawing/2014/main" id="{453631C1-63C5-5346-97DF-4FB7CFCA34D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09920" y="598497"/>
            <a:ext cx="2666141" cy="5416743"/>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4343400" y="571500"/>
            <a:ext cx="7277100" cy="1106424"/>
          </a:xfrm>
        </p:spPr>
        <p:txBody>
          <a:bodyPr/>
          <a:lstStyle>
            <a:lvl1pPr>
              <a:lnSpc>
                <a:spcPct val="110000"/>
              </a:lnSpc>
              <a:defRPr/>
            </a:lvl1pPr>
          </a:lstStyle>
          <a:p>
            <a:r>
              <a:rPr lang="en-US" dirty="0"/>
              <a:t>Click to edit Master title style two line title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4343400" y="2057400"/>
            <a:ext cx="7277100" cy="40690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
            <a:extLst>
              <a:ext uri="{FF2B5EF4-FFF2-40B4-BE49-F238E27FC236}">
                <a16:creationId xmlns:a16="http://schemas.microsoft.com/office/drawing/2014/main" id="{548E2681-1DAF-2545-A03C-1A6444AC3284}"/>
              </a:ext>
            </a:extLst>
          </p:cNvPr>
          <p:cNvSpPr>
            <a:spLocks noGrp="1"/>
          </p:cNvSpPr>
          <p:nvPr>
            <p:ph type="pic" sz="quarter" idx="19"/>
          </p:nvPr>
        </p:nvSpPr>
        <p:spPr>
          <a:xfrm>
            <a:off x="1078927" y="1059975"/>
            <a:ext cx="2507884" cy="4489704"/>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8C24E132-5329-F24C-815C-87D329E429AD}"/>
              </a:ext>
            </a:extLst>
          </p:cNvPr>
          <p:cNvSpPr>
            <a:spLocks noGrp="1"/>
          </p:cNvSpPr>
          <p:nvPr>
            <p:ph type="ftr" sz="quarter" idx="2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AD3914DF-2E45-6F4F-A205-78B74B074EA4}"/>
              </a:ext>
            </a:extLst>
          </p:cNvPr>
          <p:cNvSpPr>
            <a:spLocks noGrp="1"/>
          </p:cNvSpPr>
          <p:nvPr>
            <p:ph type="sldNum" sz="quarter" idx="2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73906147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 Mobile iPhone Mock-up">
    <p:spTree>
      <p:nvGrpSpPr>
        <p:cNvPr id="1" name=""/>
        <p:cNvGrpSpPr/>
        <p:nvPr/>
      </p:nvGrpSpPr>
      <p:grpSpPr>
        <a:xfrm>
          <a:off x="0" y="0"/>
          <a:ext cx="0" cy="0"/>
          <a:chOff x="0" y="0"/>
          <a:chExt cx="0" cy="0"/>
        </a:xfrm>
      </p:grpSpPr>
      <p:pic>
        <p:nvPicPr>
          <p:cNvPr id="18" name="Iphone Mock-up ">
            <a:extLst>
              <a:ext uri="{FF2B5EF4-FFF2-40B4-BE49-F238E27FC236}">
                <a16:creationId xmlns:a16="http://schemas.microsoft.com/office/drawing/2014/main" id="{EBCDCF84-0FDE-2F45-A59A-8E6532D4D11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20358" y="584462"/>
            <a:ext cx="2847549" cy="5462622"/>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4343400" y="571500"/>
            <a:ext cx="7277100" cy="1104900"/>
          </a:xfrm>
        </p:spPr>
        <p:txBody>
          <a:bodyPr/>
          <a:lstStyle>
            <a:lvl1pPr>
              <a:lnSpc>
                <a:spcPct val="110000"/>
              </a:lnSpc>
              <a:defRPr/>
            </a:lvl1pPr>
          </a:lstStyle>
          <a:p>
            <a:r>
              <a:rPr lang="en-US" dirty="0"/>
              <a:t>Click to edit Master title style</a:t>
            </a:r>
          </a:p>
        </p:txBody>
      </p:sp>
      <p:sp>
        <p:nvSpPr>
          <p:cNvPr id="6" name="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4343400" y="2057400"/>
            <a:ext cx="72771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
            <a:extLst>
              <a:ext uri="{FF2B5EF4-FFF2-40B4-BE49-F238E27FC236}">
                <a16:creationId xmlns:a16="http://schemas.microsoft.com/office/drawing/2014/main" id="{9DDC7FCA-2A97-7643-9A5B-D1E2F9D71111}"/>
              </a:ext>
            </a:extLst>
          </p:cNvPr>
          <p:cNvSpPr>
            <a:spLocks noGrp="1"/>
          </p:cNvSpPr>
          <p:nvPr>
            <p:ph type="pic" sz="quarter" idx="19"/>
          </p:nvPr>
        </p:nvSpPr>
        <p:spPr>
          <a:xfrm>
            <a:off x="1030986" y="915473"/>
            <a:ext cx="2624328" cy="4800600"/>
          </a:xfrm>
          <a:prstGeom prst="roundRect">
            <a:avLst>
              <a:gd name="adj" fmla="val 669"/>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369492C7-EEBB-1641-8A00-B4BC572AAD07}"/>
              </a:ext>
            </a:extLst>
          </p:cNvPr>
          <p:cNvSpPr>
            <a:spLocks noGrp="1"/>
          </p:cNvSpPr>
          <p:nvPr>
            <p:ph type="ftr" sz="quarter" idx="2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37D2171A-BB05-194B-A757-D59E3B9EA45E}"/>
              </a:ext>
            </a:extLst>
          </p:cNvPr>
          <p:cNvSpPr>
            <a:spLocks noGrp="1"/>
          </p:cNvSpPr>
          <p:nvPr>
            <p:ph type="sldNum" sz="quarter" idx="2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81625107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2 Mobile Samsung Mock-up">
    <p:spTree>
      <p:nvGrpSpPr>
        <p:cNvPr id="1" name=""/>
        <p:cNvGrpSpPr/>
        <p:nvPr/>
      </p:nvGrpSpPr>
      <p:grpSpPr>
        <a:xfrm>
          <a:off x="0" y="0"/>
          <a:ext cx="0" cy="0"/>
          <a:chOff x="0" y="0"/>
          <a:chExt cx="0" cy="0"/>
        </a:xfrm>
      </p:grpSpPr>
      <p:pic>
        <p:nvPicPr>
          <p:cNvPr id="9" name="Samsung Mock-up 1">
            <a:extLst>
              <a:ext uri="{FF2B5EF4-FFF2-40B4-BE49-F238E27FC236}">
                <a16:creationId xmlns:a16="http://schemas.microsoft.com/office/drawing/2014/main" id="{072AB3D4-977D-A54B-99A3-9BF04E45C7E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81880" y="1593184"/>
            <a:ext cx="2194195" cy="4457900"/>
          </a:xfrm>
          <a:prstGeom prst="rect">
            <a:avLst/>
          </a:prstGeom>
        </p:spPr>
      </p:pic>
      <p:pic>
        <p:nvPicPr>
          <p:cNvPr id="12" name="Samsung Mock-up 2">
            <a:extLst>
              <a:ext uri="{FF2B5EF4-FFF2-40B4-BE49-F238E27FC236}">
                <a16:creationId xmlns:a16="http://schemas.microsoft.com/office/drawing/2014/main" id="{B7F4322A-DD89-1147-B385-A370D74CC7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291723" y="1593184"/>
            <a:ext cx="2194195" cy="4457900"/>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lnSpc>
                <a:spcPct val="110000"/>
              </a:lnSpc>
              <a:defRPr/>
            </a:lvl1pPr>
          </a:lstStyle>
          <a:p>
            <a:r>
              <a:rPr lang="en-US" dirty="0"/>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2939557" y="1527194"/>
            <a:ext cx="2909887" cy="4492606"/>
          </a:xfrm>
        </p:spPr>
        <p:txBody>
          <a:bodyPr/>
          <a:lstStyle>
            <a:lvl1pP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
            <a:extLst>
              <a:ext uri="{FF2B5EF4-FFF2-40B4-BE49-F238E27FC236}">
                <a16:creationId xmlns:a16="http://schemas.microsoft.com/office/drawing/2014/main" id="{28B0455D-48F4-C146-802B-4AB145E68560}"/>
              </a:ext>
            </a:extLst>
          </p:cNvPr>
          <p:cNvSpPr>
            <a:spLocks noGrp="1"/>
          </p:cNvSpPr>
          <p:nvPr>
            <p:ph type="pic" sz="quarter" idx="20"/>
          </p:nvPr>
        </p:nvSpPr>
        <p:spPr>
          <a:xfrm>
            <a:off x="640087" y="1972452"/>
            <a:ext cx="2063952" cy="3694176"/>
          </a:xfrm>
          <a:prstGeom prst="roundRect">
            <a:avLst>
              <a:gd name="adj" fmla="val 715"/>
            </a:avLst>
          </a:prstGeom>
        </p:spPr>
        <p:txBody>
          <a:bodyPr anchor="ctr" anchorCtr="0"/>
          <a:lstStyle>
            <a:lvl1pPr algn="ctr">
              <a:defRPr sz="1400"/>
            </a:lvl1pPr>
          </a:lstStyle>
          <a:p>
            <a:endParaRPr lang="en-US"/>
          </a:p>
        </p:txBody>
      </p:sp>
      <p:sp>
        <p:nvSpPr>
          <p:cNvPr id="16" name="Text Placeholder 2">
            <a:extLst>
              <a:ext uri="{FF2B5EF4-FFF2-40B4-BE49-F238E27FC236}">
                <a16:creationId xmlns:a16="http://schemas.microsoft.com/office/drawing/2014/main" id="{0445CC11-0CA1-A146-A271-87A1331C3F19}"/>
              </a:ext>
            </a:extLst>
          </p:cNvPr>
          <p:cNvSpPr>
            <a:spLocks noGrp="1"/>
          </p:cNvSpPr>
          <p:nvPr>
            <p:ph type="body" sz="quarter" idx="22"/>
          </p:nvPr>
        </p:nvSpPr>
        <p:spPr>
          <a:xfrm>
            <a:off x="8649400" y="1527194"/>
            <a:ext cx="2909887" cy="4492606"/>
          </a:xfrm>
        </p:spPr>
        <p:txBody>
          <a:bodyPr/>
          <a:lstStyle>
            <a:lvl1pP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2">
            <a:extLst>
              <a:ext uri="{FF2B5EF4-FFF2-40B4-BE49-F238E27FC236}">
                <a16:creationId xmlns:a16="http://schemas.microsoft.com/office/drawing/2014/main" id="{7B5EF56D-E623-294C-A3E9-747A256E1EEA}"/>
              </a:ext>
            </a:extLst>
          </p:cNvPr>
          <p:cNvSpPr>
            <a:spLocks noGrp="1"/>
          </p:cNvSpPr>
          <p:nvPr>
            <p:ph type="pic" sz="quarter" idx="21"/>
          </p:nvPr>
        </p:nvSpPr>
        <p:spPr>
          <a:xfrm>
            <a:off x="6354279" y="1972452"/>
            <a:ext cx="2063952" cy="3694176"/>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C423994A-3130-9F4F-ADA6-A0FB6A07AAD1}"/>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FE943CC6-5F8B-0145-B6B0-69EE4C546F58}"/>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89873522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2 Mobile iPone Mock-up">
    <p:spTree>
      <p:nvGrpSpPr>
        <p:cNvPr id="1" name=""/>
        <p:cNvGrpSpPr/>
        <p:nvPr/>
      </p:nvGrpSpPr>
      <p:grpSpPr>
        <a:xfrm>
          <a:off x="0" y="0"/>
          <a:ext cx="0" cy="0"/>
          <a:chOff x="0" y="0"/>
          <a:chExt cx="0" cy="0"/>
        </a:xfrm>
      </p:grpSpPr>
      <p:pic>
        <p:nvPicPr>
          <p:cNvPr id="9" name="Iphone Mock-up 1">
            <a:extLst>
              <a:ext uri="{FF2B5EF4-FFF2-40B4-BE49-F238E27FC236}">
                <a16:creationId xmlns:a16="http://schemas.microsoft.com/office/drawing/2014/main" id="{7F26F6D4-3E11-7240-922B-AB885E68063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71500" y="1633505"/>
            <a:ext cx="2294247" cy="4401189"/>
          </a:xfrm>
          <a:prstGeom prst="rect">
            <a:avLst/>
          </a:prstGeom>
        </p:spPr>
      </p:pic>
      <p:pic>
        <p:nvPicPr>
          <p:cNvPr id="16" name="Iphone Mock-up 2">
            <a:extLst>
              <a:ext uri="{FF2B5EF4-FFF2-40B4-BE49-F238E27FC236}">
                <a16:creationId xmlns:a16="http://schemas.microsoft.com/office/drawing/2014/main" id="{63567F87-5177-BF42-AAF9-D5AB5ECF8F9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74137" y="1633505"/>
            <a:ext cx="2294247" cy="4401189"/>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lIns="0"/>
          <a:lstStyle>
            <a:lvl1pPr algn="l">
              <a:lnSpc>
                <a:spcPct val="110000"/>
              </a:lnSpc>
              <a:defRPr/>
            </a:lvl1pPr>
          </a:lstStyle>
          <a:p>
            <a:r>
              <a:rPr lang="en-US" dirty="0"/>
              <a:t>Click to edit Master title style</a:t>
            </a:r>
          </a:p>
        </p:txBody>
      </p:sp>
      <p:sp>
        <p:nvSpPr>
          <p:cNvPr id="11" name="Text Placeholder 1">
            <a:extLst>
              <a:ext uri="{FF2B5EF4-FFF2-40B4-BE49-F238E27FC236}">
                <a16:creationId xmlns:a16="http://schemas.microsoft.com/office/drawing/2014/main" id="{89EEA244-5E7C-CF4B-B1DD-F3A5BD16643C}"/>
              </a:ext>
            </a:extLst>
          </p:cNvPr>
          <p:cNvSpPr>
            <a:spLocks noGrp="1"/>
          </p:cNvSpPr>
          <p:nvPr>
            <p:ph type="body" sz="quarter" idx="12"/>
          </p:nvPr>
        </p:nvSpPr>
        <p:spPr>
          <a:xfrm>
            <a:off x="2939557" y="1527048"/>
            <a:ext cx="2909887" cy="4492752"/>
          </a:xfrm>
        </p:spPr>
        <p:txBody>
          <a:bodyPr/>
          <a:lstStyle>
            <a:lvl1pP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1">
            <a:extLst>
              <a:ext uri="{FF2B5EF4-FFF2-40B4-BE49-F238E27FC236}">
                <a16:creationId xmlns:a16="http://schemas.microsoft.com/office/drawing/2014/main" id="{C49FC363-6226-C846-9D72-C02B89EC2B16}"/>
              </a:ext>
            </a:extLst>
          </p:cNvPr>
          <p:cNvSpPr>
            <a:spLocks noGrp="1"/>
          </p:cNvSpPr>
          <p:nvPr>
            <p:ph type="pic" sz="quarter" idx="19"/>
          </p:nvPr>
        </p:nvSpPr>
        <p:spPr>
          <a:xfrm>
            <a:off x="657919" y="1899715"/>
            <a:ext cx="2121408" cy="3858768"/>
          </a:xfrm>
          <a:prstGeom prst="roundRect">
            <a:avLst>
              <a:gd name="adj" fmla="val 367"/>
            </a:avLst>
          </a:prstGeom>
        </p:spPr>
        <p:txBody>
          <a:bodyPr anchor="ctr" anchorCtr="0"/>
          <a:lstStyle>
            <a:lvl1pPr algn="ctr">
              <a:defRPr sz="1400"/>
            </a:lvl1pPr>
          </a:lstStyle>
          <a:p>
            <a:endParaRPr lang="en-US"/>
          </a:p>
        </p:txBody>
      </p:sp>
      <p:sp>
        <p:nvSpPr>
          <p:cNvPr id="15" name="Text Placeholder 2">
            <a:extLst>
              <a:ext uri="{FF2B5EF4-FFF2-40B4-BE49-F238E27FC236}">
                <a16:creationId xmlns:a16="http://schemas.microsoft.com/office/drawing/2014/main" id="{C31D4DD8-1A52-D04C-BE85-CBBC44296298}"/>
              </a:ext>
            </a:extLst>
          </p:cNvPr>
          <p:cNvSpPr>
            <a:spLocks noGrp="1"/>
          </p:cNvSpPr>
          <p:nvPr>
            <p:ph type="body" sz="quarter" idx="22"/>
          </p:nvPr>
        </p:nvSpPr>
        <p:spPr>
          <a:xfrm>
            <a:off x="8649400" y="1527048"/>
            <a:ext cx="2909887" cy="4492752"/>
          </a:xfrm>
        </p:spPr>
        <p:txBody>
          <a:bodyPr/>
          <a:lstStyle>
            <a:lvl1pPr>
              <a:defRPr sz="1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Picture Placeholder 2">
            <a:extLst>
              <a:ext uri="{FF2B5EF4-FFF2-40B4-BE49-F238E27FC236}">
                <a16:creationId xmlns:a16="http://schemas.microsoft.com/office/drawing/2014/main" id="{F8E53978-28D3-D049-B752-8AAD96A71276}"/>
              </a:ext>
            </a:extLst>
          </p:cNvPr>
          <p:cNvSpPr>
            <a:spLocks noGrp="1"/>
          </p:cNvSpPr>
          <p:nvPr>
            <p:ph type="pic" sz="quarter" idx="23"/>
          </p:nvPr>
        </p:nvSpPr>
        <p:spPr>
          <a:xfrm>
            <a:off x="6360556" y="1899715"/>
            <a:ext cx="2121408" cy="3858768"/>
          </a:xfrm>
          <a:prstGeom prst="roundRect">
            <a:avLst>
              <a:gd name="adj" fmla="val 367"/>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DBECFB19-2526-A54B-8291-0757DA53E81D}"/>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25348100-6219-5B4C-B193-081CD9DA049D}"/>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11445489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bile iPhone w. Feature Call-out">
    <p:spTree>
      <p:nvGrpSpPr>
        <p:cNvPr id="1" name=""/>
        <p:cNvGrpSpPr/>
        <p:nvPr/>
      </p:nvGrpSpPr>
      <p:grpSpPr>
        <a:xfrm>
          <a:off x="0" y="0"/>
          <a:ext cx="0" cy="0"/>
          <a:chOff x="0" y="0"/>
          <a:chExt cx="0" cy="0"/>
        </a:xfrm>
      </p:grpSpPr>
      <p:pic>
        <p:nvPicPr>
          <p:cNvPr id="26" name="Iphone Mock-up">
            <a:extLst>
              <a:ext uri="{FF2B5EF4-FFF2-40B4-BE49-F238E27FC236}">
                <a16:creationId xmlns:a16="http://schemas.microsoft.com/office/drawing/2014/main" id="{0FFEB0C3-B209-684E-B161-A11AA69F14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64372" y="1535843"/>
            <a:ext cx="2463256" cy="4725408"/>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390650" y="571500"/>
            <a:ext cx="9410700" cy="603504"/>
          </a:xfrm>
        </p:spPr>
        <p:txBody>
          <a:bodyPr/>
          <a:lstStyle>
            <a:lvl1pPr algn="ctr">
              <a:lnSpc>
                <a:spcPct val="110000"/>
              </a:lnSpc>
              <a:defRPr/>
            </a:lvl1pPr>
          </a:lstStyle>
          <a:p>
            <a:r>
              <a:rPr lang="en-US" dirty="0"/>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2179583" y="1715445"/>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12" name="Circle 1">
            <a:extLst>
              <a:ext uri="{FF2B5EF4-FFF2-40B4-BE49-F238E27FC236}">
                <a16:creationId xmlns:a16="http://schemas.microsoft.com/office/drawing/2014/main" id="{2C888CE2-E7CB-B24F-B277-D72BB87A2926}"/>
              </a:ext>
            </a:extLst>
          </p:cNvPr>
          <p:cNvSpPr>
            <a:spLocks noGrp="1" noChangeAspect="1"/>
          </p:cNvSpPr>
          <p:nvPr>
            <p:ph type="body" sz="quarter" idx="21"/>
          </p:nvPr>
        </p:nvSpPr>
        <p:spPr>
          <a:xfrm>
            <a:off x="836290" y="1673237"/>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D5CFF5BF-3063-654C-A832-E106B51C19CA}"/>
              </a:ext>
            </a:extLst>
          </p:cNvPr>
          <p:cNvSpPr>
            <a:spLocks noGrp="1"/>
          </p:cNvSpPr>
          <p:nvPr>
            <p:ph type="pic" sz="quarter" idx="19" hasCustomPrompt="1"/>
          </p:nvPr>
        </p:nvSpPr>
        <p:spPr>
          <a:xfrm>
            <a:off x="1014598" y="1851545"/>
            <a:ext cx="649224" cy="649224"/>
          </a:xfrm>
        </p:spPr>
        <p:txBody>
          <a:bodyPr tIns="0" anchor="ctr" anchorCtr="0"/>
          <a:lstStyle>
            <a:lvl1pPr algn="ctr">
              <a:defRPr sz="800">
                <a:solidFill>
                  <a:schemeClr val="bg1"/>
                </a:solidFill>
              </a:defRPr>
            </a:lvl1pPr>
          </a:lstStyle>
          <a:p>
            <a:r>
              <a:rPr lang="en-US"/>
              <a:t>Place Icon Here</a:t>
            </a:r>
          </a:p>
        </p:txBody>
      </p:sp>
      <p:sp>
        <p:nvSpPr>
          <p:cNvPr id="11" name="Line 1">
            <a:extLst>
              <a:ext uri="{FF2B5EF4-FFF2-40B4-BE49-F238E27FC236}">
                <a16:creationId xmlns:a16="http://schemas.microsoft.com/office/drawing/2014/main" id="{3F1688EB-9864-734D-98FC-3E488E63C122}"/>
              </a:ext>
            </a:extLst>
          </p:cNvPr>
          <p:cNvSpPr>
            <a:spLocks noGrp="1"/>
          </p:cNvSpPr>
          <p:nvPr>
            <p:ph type="body" sz="quarter" idx="20"/>
          </p:nvPr>
        </p:nvSpPr>
        <p:spPr>
          <a:xfrm>
            <a:off x="2171700" y="2194445"/>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a:t>
            </a:r>
          </a:p>
        </p:txBody>
      </p:sp>
      <p:sp>
        <p:nvSpPr>
          <p:cNvPr id="28" name="Text Placeholder 2">
            <a:extLst>
              <a:ext uri="{FF2B5EF4-FFF2-40B4-BE49-F238E27FC236}">
                <a16:creationId xmlns:a16="http://schemas.microsoft.com/office/drawing/2014/main" id="{58E985F2-50CD-F24C-B868-A0304A906080}"/>
              </a:ext>
            </a:extLst>
          </p:cNvPr>
          <p:cNvSpPr>
            <a:spLocks noGrp="1"/>
          </p:cNvSpPr>
          <p:nvPr>
            <p:ph type="body" sz="quarter" idx="37" hasCustomPrompt="1"/>
          </p:nvPr>
        </p:nvSpPr>
        <p:spPr>
          <a:xfrm>
            <a:off x="2179583" y="3951191"/>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15" name="Circle 2">
            <a:extLst>
              <a:ext uri="{FF2B5EF4-FFF2-40B4-BE49-F238E27FC236}">
                <a16:creationId xmlns:a16="http://schemas.microsoft.com/office/drawing/2014/main" id="{385EC989-247C-FF44-BA14-DEC5D7D21932}"/>
              </a:ext>
            </a:extLst>
          </p:cNvPr>
          <p:cNvSpPr>
            <a:spLocks noGrp="1" noChangeAspect="1"/>
          </p:cNvSpPr>
          <p:nvPr>
            <p:ph type="body" sz="quarter" idx="23"/>
          </p:nvPr>
        </p:nvSpPr>
        <p:spPr>
          <a:xfrm>
            <a:off x="836290" y="3894051"/>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2B8FA9EA-23BD-7641-B803-0B05D62D18F8}"/>
              </a:ext>
            </a:extLst>
          </p:cNvPr>
          <p:cNvSpPr>
            <a:spLocks noGrp="1"/>
          </p:cNvSpPr>
          <p:nvPr>
            <p:ph type="pic" sz="quarter" idx="24" hasCustomPrompt="1"/>
          </p:nvPr>
        </p:nvSpPr>
        <p:spPr>
          <a:xfrm>
            <a:off x="1014598" y="4072359"/>
            <a:ext cx="649224" cy="649224"/>
          </a:xfrm>
        </p:spPr>
        <p:txBody>
          <a:bodyPr tIns="0" anchor="ctr" anchorCtr="0"/>
          <a:lstStyle>
            <a:lvl1pPr algn="ctr">
              <a:defRPr sz="800">
                <a:solidFill>
                  <a:schemeClr val="bg1"/>
                </a:solidFill>
              </a:defRPr>
            </a:lvl1pPr>
          </a:lstStyle>
          <a:p>
            <a:r>
              <a:rPr lang="en-US"/>
              <a:t>Place Icon Here</a:t>
            </a:r>
          </a:p>
        </p:txBody>
      </p:sp>
      <p:sp>
        <p:nvSpPr>
          <p:cNvPr id="14" name="Line 2">
            <a:extLst>
              <a:ext uri="{FF2B5EF4-FFF2-40B4-BE49-F238E27FC236}">
                <a16:creationId xmlns:a16="http://schemas.microsoft.com/office/drawing/2014/main" id="{5497C4CE-796B-3648-B8C1-FA925571BCE1}"/>
              </a:ext>
            </a:extLst>
          </p:cNvPr>
          <p:cNvSpPr>
            <a:spLocks noGrp="1"/>
          </p:cNvSpPr>
          <p:nvPr>
            <p:ph type="body" sz="quarter" idx="22"/>
          </p:nvPr>
        </p:nvSpPr>
        <p:spPr>
          <a:xfrm>
            <a:off x="2171700" y="4415259"/>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4"/>
            <a:endParaRPr lang="en-US" dirty="0"/>
          </a:p>
        </p:txBody>
      </p:sp>
      <p:sp>
        <p:nvSpPr>
          <p:cNvPr id="29" name="Text Placeholder 3">
            <a:extLst>
              <a:ext uri="{FF2B5EF4-FFF2-40B4-BE49-F238E27FC236}">
                <a16:creationId xmlns:a16="http://schemas.microsoft.com/office/drawing/2014/main" id="{3F428CC7-71E5-9E40-A7AF-63E572C53C5F}"/>
              </a:ext>
            </a:extLst>
          </p:cNvPr>
          <p:cNvSpPr>
            <a:spLocks noGrp="1"/>
          </p:cNvSpPr>
          <p:nvPr>
            <p:ph type="body" sz="quarter" idx="38" hasCustomPrompt="1"/>
          </p:nvPr>
        </p:nvSpPr>
        <p:spPr>
          <a:xfrm>
            <a:off x="7599051" y="2389283"/>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20" name="Circle 3">
            <a:extLst>
              <a:ext uri="{FF2B5EF4-FFF2-40B4-BE49-F238E27FC236}">
                <a16:creationId xmlns:a16="http://schemas.microsoft.com/office/drawing/2014/main" id="{28055EF5-0E7D-9E48-A99A-0C3740C5F240}"/>
              </a:ext>
            </a:extLst>
          </p:cNvPr>
          <p:cNvSpPr>
            <a:spLocks noGrp="1" noChangeAspect="1"/>
          </p:cNvSpPr>
          <p:nvPr>
            <p:ph type="body" sz="quarter" idx="28"/>
          </p:nvPr>
        </p:nvSpPr>
        <p:spPr>
          <a:xfrm>
            <a:off x="10252710" y="2342109"/>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1" name="Icon Placeholder 3">
            <a:extLst>
              <a:ext uri="{FF2B5EF4-FFF2-40B4-BE49-F238E27FC236}">
                <a16:creationId xmlns:a16="http://schemas.microsoft.com/office/drawing/2014/main" id="{FF6C401C-8FDD-3C49-A939-A9EB35D13D9C}"/>
              </a:ext>
            </a:extLst>
          </p:cNvPr>
          <p:cNvSpPr>
            <a:spLocks noGrp="1"/>
          </p:cNvSpPr>
          <p:nvPr>
            <p:ph type="pic" sz="quarter" idx="29" hasCustomPrompt="1"/>
          </p:nvPr>
        </p:nvSpPr>
        <p:spPr>
          <a:xfrm>
            <a:off x="10431018" y="2520417"/>
            <a:ext cx="649224" cy="649224"/>
          </a:xfrm>
        </p:spPr>
        <p:txBody>
          <a:bodyPr tIns="0" anchor="ctr" anchorCtr="0"/>
          <a:lstStyle>
            <a:lvl1pPr algn="ctr">
              <a:defRPr sz="800">
                <a:solidFill>
                  <a:schemeClr val="bg1"/>
                </a:solidFill>
              </a:defRPr>
            </a:lvl1pPr>
          </a:lstStyle>
          <a:p>
            <a:r>
              <a:rPr lang="en-US"/>
              <a:t>Place Icon Here</a:t>
            </a:r>
          </a:p>
        </p:txBody>
      </p:sp>
      <p:sp>
        <p:nvSpPr>
          <p:cNvPr id="19" name="Line 3">
            <a:extLst>
              <a:ext uri="{FF2B5EF4-FFF2-40B4-BE49-F238E27FC236}">
                <a16:creationId xmlns:a16="http://schemas.microsoft.com/office/drawing/2014/main" id="{2C8995E9-BCB9-DD4D-843A-74F7F47FE78E}"/>
              </a:ext>
            </a:extLst>
          </p:cNvPr>
          <p:cNvSpPr>
            <a:spLocks noGrp="1"/>
          </p:cNvSpPr>
          <p:nvPr>
            <p:ph type="body" sz="quarter" idx="27"/>
          </p:nvPr>
        </p:nvSpPr>
        <p:spPr>
          <a:xfrm>
            <a:off x="7584948" y="2858735"/>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a:t>
            </a:r>
          </a:p>
        </p:txBody>
      </p:sp>
      <p:sp>
        <p:nvSpPr>
          <p:cNvPr id="30" name="Text Placeholder 4">
            <a:extLst>
              <a:ext uri="{FF2B5EF4-FFF2-40B4-BE49-F238E27FC236}">
                <a16:creationId xmlns:a16="http://schemas.microsoft.com/office/drawing/2014/main" id="{21CCD347-C735-AA47-94FF-0F98CF145D33}"/>
              </a:ext>
            </a:extLst>
          </p:cNvPr>
          <p:cNvSpPr>
            <a:spLocks noGrp="1"/>
          </p:cNvSpPr>
          <p:nvPr>
            <p:ph type="body" sz="quarter" idx="39" hasCustomPrompt="1"/>
          </p:nvPr>
        </p:nvSpPr>
        <p:spPr>
          <a:xfrm>
            <a:off x="7601033" y="4664836"/>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23" name="Circle 4">
            <a:extLst>
              <a:ext uri="{FF2B5EF4-FFF2-40B4-BE49-F238E27FC236}">
                <a16:creationId xmlns:a16="http://schemas.microsoft.com/office/drawing/2014/main" id="{B7A6AAF4-B3D3-594E-BFDD-B06B62EF4407}"/>
              </a:ext>
            </a:extLst>
          </p:cNvPr>
          <p:cNvSpPr>
            <a:spLocks noGrp="1" noChangeAspect="1"/>
          </p:cNvSpPr>
          <p:nvPr>
            <p:ph type="body" sz="quarter" idx="31"/>
          </p:nvPr>
        </p:nvSpPr>
        <p:spPr>
          <a:xfrm>
            <a:off x="10258429" y="4567764"/>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4" name="Icon Placeholder 4">
            <a:extLst>
              <a:ext uri="{FF2B5EF4-FFF2-40B4-BE49-F238E27FC236}">
                <a16:creationId xmlns:a16="http://schemas.microsoft.com/office/drawing/2014/main" id="{0C897929-A8A7-0D4F-A201-4E7792740767}"/>
              </a:ext>
            </a:extLst>
          </p:cNvPr>
          <p:cNvSpPr>
            <a:spLocks noGrp="1"/>
          </p:cNvSpPr>
          <p:nvPr>
            <p:ph type="pic" sz="quarter" idx="32" hasCustomPrompt="1"/>
          </p:nvPr>
        </p:nvSpPr>
        <p:spPr>
          <a:xfrm>
            <a:off x="10436737" y="4746072"/>
            <a:ext cx="649224" cy="649224"/>
          </a:xfrm>
        </p:spPr>
        <p:txBody>
          <a:bodyPr tIns="0" anchor="ctr" anchorCtr="0"/>
          <a:lstStyle>
            <a:lvl1pPr algn="ctr">
              <a:defRPr sz="800">
                <a:solidFill>
                  <a:schemeClr val="bg1"/>
                </a:solidFill>
              </a:defRPr>
            </a:lvl1pPr>
          </a:lstStyle>
          <a:p>
            <a:r>
              <a:rPr lang="en-US"/>
              <a:t>Place Icon Here</a:t>
            </a:r>
          </a:p>
        </p:txBody>
      </p:sp>
      <p:sp>
        <p:nvSpPr>
          <p:cNvPr id="22" name="Line 4">
            <a:extLst>
              <a:ext uri="{FF2B5EF4-FFF2-40B4-BE49-F238E27FC236}">
                <a16:creationId xmlns:a16="http://schemas.microsoft.com/office/drawing/2014/main" id="{F4BF3687-BC94-5949-94B0-BA14EBDEA784}"/>
              </a:ext>
            </a:extLst>
          </p:cNvPr>
          <p:cNvSpPr>
            <a:spLocks noGrp="1"/>
          </p:cNvSpPr>
          <p:nvPr>
            <p:ph type="body" sz="quarter" idx="30"/>
          </p:nvPr>
        </p:nvSpPr>
        <p:spPr>
          <a:xfrm>
            <a:off x="7584948" y="5132637"/>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4"/>
            <a:endParaRPr lang="en-US" dirty="0"/>
          </a:p>
        </p:txBody>
      </p:sp>
      <p:sp>
        <p:nvSpPr>
          <p:cNvPr id="3" name="Footer Placeholder 2">
            <a:extLst>
              <a:ext uri="{FF2B5EF4-FFF2-40B4-BE49-F238E27FC236}">
                <a16:creationId xmlns:a16="http://schemas.microsoft.com/office/drawing/2014/main" id="{8A6F8DD8-A6B7-6248-9A48-ED39063F0FE4}"/>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E13668B9-9CB9-034B-8FF0-F1E783CB0554}"/>
              </a:ext>
            </a:extLst>
          </p:cNvPr>
          <p:cNvSpPr>
            <a:spLocks noGrp="1"/>
          </p:cNvSpPr>
          <p:nvPr>
            <p:ph type="sldNum" sz="quarter" idx="36"/>
          </p:nvPr>
        </p:nvSpPr>
        <p:spPr/>
        <p:txBody>
          <a:bodyPr/>
          <a:lstStyle/>
          <a:p>
            <a:fld id="{64B53FD8-04EE-4F67-B5CA-77D45BC12F90}" type="slidenum">
              <a:rPr lang="en-US" smtClean="0"/>
              <a:pPr/>
              <a:t>‹#›</a:t>
            </a:fld>
            <a:endParaRPr lang="en-US" sz="800"/>
          </a:p>
        </p:txBody>
      </p:sp>
      <p:sp>
        <p:nvSpPr>
          <p:cNvPr id="31" name="Picture Placeholder ">
            <a:extLst>
              <a:ext uri="{FF2B5EF4-FFF2-40B4-BE49-F238E27FC236}">
                <a16:creationId xmlns:a16="http://schemas.microsoft.com/office/drawing/2014/main" id="{9D10330A-7AEF-F94C-A495-3B606BEE9A7E}"/>
              </a:ext>
            </a:extLst>
          </p:cNvPr>
          <p:cNvSpPr>
            <a:spLocks noGrp="1"/>
          </p:cNvSpPr>
          <p:nvPr>
            <p:ph type="pic" sz="quarter" idx="40"/>
          </p:nvPr>
        </p:nvSpPr>
        <p:spPr>
          <a:xfrm>
            <a:off x="4956205" y="1818363"/>
            <a:ext cx="2279590" cy="4151376"/>
          </a:xfrm>
          <a:prstGeom prst="roundRect">
            <a:avLst>
              <a:gd name="adj" fmla="val 669"/>
            </a:avLst>
          </a:prstGeom>
        </p:spPr>
        <p:txBody>
          <a:bodyPr anchor="ctr" anchorCtr="0"/>
          <a:lstStyle>
            <a:lvl1pPr algn="ctr">
              <a:defRPr sz="1400"/>
            </a:lvl1pPr>
          </a:lstStyle>
          <a:p>
            <a:endParaRPr lang="en-US"/>
          </a:p>
        </p:txBody>
      </p:sp>
    </p:spTree>
    <p:extLst>
      <p:ext uri="{BB962C8B-B14F-4D97-AF65-F5344CB8AC3E}">
        <p14:creationId xmlns:p14="http://schemas.microsoft.com/office/powerpoint/2010/main" val="7086771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bile Samsung w. Feature Call-out">
    <p:spTree>
      <p:nvGrpSpPr>
        <p:cNvPr id="1" name=""/>
        <p:cNvGrpSpPr/>
        <p:nvPr/>
      </p:nvGrpSpPr>
      <p:grpSpPr>
        <a:xfrm>
          <a:off x="0" y="0"/>
          <a:ext cx="0" cy="0"/>
          <a:chOff x="0" y="0"/>
          <a:chExt cx="0" cy="0"/>
        </a:xfrm>
      </p:grpSpPr>
      <p:pic>
        <p:nvPicPr>
          <p:cNvPr id="28" name="Samsung Mock-up">
            <a:extLst>
              <a:ext uri="{FF2B5EF4-FFF2-40B4-BE49-F238E27FC236}">
                <a16:creationId xmlns:a16="http://schemas.microsoft.com/office/drawing/2014/main" id="{E4653E49-1564-104E-A659-54F4C178B8D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934832" y="1540860"/>
            <a:ext cx="2322335" cy="4718241"/>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390650" y="571500"/>
            <a:ext cx="9410700" cy="603504"/>
          </a:xfrm>
        </p:spPr>
        <p:txBody>
          <a:bodyPr/>
          <a:lstStyle>
            <a:lvl1pPr algn="ctr">
              <a:lnSpc>
                <a:spcPct val="110000"/>
              </a:lnSpc>
              <a:defRPr/>
            </a:lvl1pPr>
          </a:lstStyle>
          <a:p>
            <a:r>
              <a:rPr lang="en-US" dirty="0"/>
              <a:t>Click to edit Master title style</a:t>
            </a:r>
          </a:p>
        </p:txBody>
      </p:sp>
      <p:sp>
        <p:nvSpPr>
          <p:cNvPr id="12" name="Circle 1">
            <a:extLst>
              <a:ext uri="{FF2B5EF4-FFF2-40B4-BE49-F238E27FC236}">
                <a16:creationId xmlns:a16="http://schemas.microsoft.com/office/drawing/2014/main" id="{2C888CE2-E7CB-B24F-B277-D72BB87A2926}"/>
              </a:ext>
            </a:extLst>
          </p:cNvPr>
          <p:cNvSpPr>
            <a:spLocks noGrp="1" noChangeAspect="1"/>
          </p:cNvSpPr>
          <p:nvPr>
            <p:ph type="body" sz="quarter" idx="21"/>
          </p:nvPr>
        </p:nvSpPr>
        <p:spPr>
          <a:xfrm>
            <a:off x="836290" y="1673237"/>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3" name="Icon Placeholder 1">
            <a:extLst>
              <a:ext uri="{FF2B5EF4-FFF2-40B4-BE49-F238E27FC236}">
                <a16:creationId xmlns:a16="http://schemas.microsoft.com/office/drawing/2014/main" id="{D5CFF5BF-3063-654C-A832-E106B51C19CA}"/>
              </a:ext>
            </a:extLst>
          </p:cNvPr>
          <p:cNvSpPr>
            <a:spLocks noGrp="1"/>
          </p:cNvSpPr>
          <p:nvPr>
            <p:ph type="pic" sz="quarter" idx="19" hasCustomPrompt="1"/>
          </p:nvPr>
        </p:nvSpPr>
        <p:spPr>
          <a:xfrm>
            <a:off x="1014598" y="1851545"/>
            <a:ext cx="649224" cy="649224"/>
          </a:xfrm>
        </p:spPr>
        <p:txBody>
          <a:bodyPr tIns="0" anchor="ctr" anchorCtr="0"/>
          <a:lstStyle>
            <a:lvl1pPr algn="ctr">
              <a:defRPr sz="800">
                <a:solidFill>
                  <a:schemeClr val="bg1"/>
                </a:solidFill>
              </a:defRPr>
            </a:lvl1pPr>
          </a:lstStyle>
          <a:p>
            <a:r>
              <a:rPr lang="en-US"/>
              <a:t>Place Icon Here</a:t>
            </a:r>
          </a:p>
        </p:txBody>
      </p:sp>
      <p:sp>
        <p:nvSpPr>
          <p:cNvPr id="11" name="Line 1">
            <a:extLst>
              <a:ext uri="{FF2B5EF4-FFF2-40B4-BE49-F238E27FC236}">
                <a16:creationId xmlns:a16="http://schemas.microsoft.com/office/drawing/2014/main" id="{3F1688EB-9864-734D-98FC-3E488E63C122}"/>
              </a:ext>
            </a:extLst>
          </p:cNvPr>
          <p:cNvSpPr>
            <a:spLocks noGrp="1"/>
          </p:cNvSpPr>
          <p:nvPr>
            <p:ph type="body" sz="quarter" idx="20"/>
          </p:nvPr>
        </p:nvSpPr>
        <p:spPr>
          <a:xfrm>
            <a:off x="2171700" y="2194445"/>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a:t>
            </a:r>
          </a:p>
        </p:txBody>
      </p:sp>
      <p:sp>
        <p:nvSpPr>
          <p:cNvPr id="15" name="Circle 2">
            <a:extLst>
              <a:ext uri="{FF2B5EF4-FFF2-40B4-BE49-F238E27FC236}">
                <a16:creationId xmlns:a16="http://schemas.microsoft.com/office/drawing/2014/main" id="{385EC989-247C-FF44-BA14-DEC5D7D21932}"/>
              </a:ext>
            </a:extLst>
          </p:cNvPr>
          <p:cNvSpPr>
            <a:spLocks noGrp="1" noChangeAspect="1"/>
          </p:cNvSpPr>
          <p:nvPr>
            <p:ph type="body" sz="quarter" idx="23"/>
          </p:nvPr>
        </p:nvSpPr>
        <p:spPr>
          <a:xfrm>
            <a:off x="836290" y="3894051"/>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16" name="Icon Placeholder 2">
            <a:extLst>
              <a:ext uri="{FF2B5EF4-FFF2-40B4-BE49-F238E27FC236}">
                <a16:creationId xmlns:a16="http://schemas.microsoft.com/office/drawing/2014/main" id="{2B8FA9EA-23BD-7641-B803-0B05D62D18F8}"/>
              </a:ext>
            </a:extLst>
          </p:cNvPr>
          <p:cNvSpPr>
            <a:spLocks noGrp="1"/>
          </p:cNvSpPr>
          <p:nvPr>
            <p:ph type="pic" sz="quarter" idx="24" hasCustomPrompt="1"/>
          </p:nvPr>
        </p:nvSpPr>
        <p:spPr>
          <a:xfrm>
            <a:off x="1014598" y="4072359"/>
            <a:ext cx="649224" cy="649224"/>
          </a:xfrm>
        </p:spPr>
        <p:txBody>
          <a:bodyPr tIns="0" anchor="ctr" anchorCtr="0"/>
          <a:lstStyle>
            <a:lvl1pPr algn="ctr">
              <a:defRPr sz="800">
                <a:solidFill>
                  <a:schemeClr val="bg1"/>
                </a:solidFill>
              </a:defRPr>
            </a:lvl1pPr>
          </a:lstStyle>
          <a:p>
            <a:r>
              <a:rPr lang="en-US"/>
              <a:t>Place Icon Here</a:t>
            </a:r>
          </a:p>
        </p:txBody>
      </p:sp>
      <p:sp>
        <p:nvSpPr>
          <p:cNvPr id="14" name="Line 2">
            <a:extLst>
              <a:ext uri="{FF2B5EF4-FFF2-40B4-BE49-F238E27FC236}">
                <a16:creationId xmlns:a16="http://schemas.microsoft.com/office/drawing/2014/main" id="{5497C4CE-796B-3648-B8C1-FA925571BCE1}"/>
              </a:ext>
            </a:extLst>
          </p:cNvPr>
          <p:cNvSpPr>
            <a:spLocks noGrp="1"/>
          </p:cNvSpPr>
          <p:nvPr>
            <p:ph type="body" sz="quarter" idx="22"/>
          </p:nvPr>
        </p:nvSpPr>
        <p:spPr>
          <a:xfrm>
            <a:off x="2171700" y="4415259"/>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4"/>
            <a:endParaRPr lang="en-US" dirty="0"/>
          </a:p>
        </p:txBody>
      </p:sp>
      <p:sp>
        <p:nvSpPr>
          <p:cNvPr id="20" name="Circle 3">
            <a:extLst>
              <a:ext uri="{FF2B5EF4-FFF2-40B4-BE49-F238E27FC236}">
                <a16:creationId xmlns:a16="http://schemas.microsoft.com/office/drawing/2014/main" id="{28055EF5-0E7D-9E48-A99A-0C3740C5F240}"/>
              </a:ext>
            </a:extLst>
          </p:cNvPr>
          <p:cNvSpPr>
            <a:spLocks noGrp="1" noChangeAspect="1"/>
          </p:cNvSpPr>
          <p:nvPr>
            <p:ph type="body" sz="quarter" idx="28"/>
          </p:nvPr>
        </p:nvSpPr>
        <p:spPr>
          <a:xfrm>
            <a:off x="10252710" y="2342109"/>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1" name="Icon Placeholder 3">
            <a:extLst>
              <a:ext uri="{FF2B5EF4-FFF2-40B4-BE49-F238E27FC236}">
                <a16:creationId xmlns:a16="http://schemas.microsoft.com/office/drawing/2014/main" id="{FF6C401C-8FDD-3C49-A939-A9EB35D13D9C}"/>
              </a:ext>
            </a:extLst>
          </p:cNvPr>
          <p:cNvSpPr>
            <a:spLocks noGrp="1"/>
          </p:cNvSpPr>
          <p:nvPr>
            <p:ph type="pic" sz="quarter" idx="29" hasCustomPrompt="1"/>
          </p:nvPr>
        </p:nvSpPr>
        <p:spPr>
          <a:xfrm>
            <a:off x="10431018" y="2520417"/>
            <a:ext cx="649224" cy="649224"/>
          </a:xfrm>
        </p:spPr>
        <p:txBody>
          <a:bodyPr tIns="0" anchor="ctr" anchorCtr="0"/>
          <a:lstStyle>
            <a:lvl1pPr algn="ctr">
              <a:defRPr sz="800">
                <a:solidFill>
                  <a:schemeClr val="bg1"/>
                </a:solidFill>
              </a:defRPr>
            </a:lvl1pPr>
          </a:lstStyle>
          <a:p>
            <a:r>
              <a:rPr lang="en-US"/>
              <a:t>Place Icon Here</a:t>
            </a:r>
          </a:p>
        </p:txBody>
      </p:sp>
      <p:sp>
        <p:nvSpPr>
          <p:cNvPr id="19" name="Line 3">
            <a:extLst>
              <a:ext uri="{FF2B5EF4-FFF2-40B4-BE49-F238E27FC236}">
                <a16:creationId xmlns:a16="http://schemas.microsoft.com/office/drawing/2014/main" id="{2C8995E9-BCB9-DD4D-843A-74F7F47FE78E}"/>
              </a:ext>
            </a:extLst>
          </p:cNvPr>
          <p:cNvSpPr>
            <a:spLocks noGrp="1"/>
          </p:cNvSpPr>
          <p:nvPr>
            <p:ph type="body" sz="quarter" idx="27"/>
          </p:nvPr>
        </p:nvSpPr>
        <p:spPr>
          <a:xfrm>
            <a:off x="7584948" y="2858735"/>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0"/>
            <a:r>
              <a:rPr lang="en-US" dirty="0"/>
              <a:t>Click</a:t>
            </a:r>
          </a:p>
        </p:txBody>
      </p:sp>
      <p:sp>
        <p:nvSpPr>
          <p:cNvPr id="23" name="Circle 4">
            <a:extLst>
              <a:ext uri="{FF2B5EF4-FFF2-40B4-BE49-F238E27FC236}">
                <a16:creationId xmlns:a16="http://schemas.microsoft.com/office/drawing/2014/main" id="{B7A6AAF4-B3D3-594E-BFDD-B06B62EF4407}"/>
              </a:ext>
            </a:extLst>
          </p:cNvPr>
          <p:cNvSpPr>
            <a:spLocks noGrp="1" noChangeAspect="1"/>
          </p:cNvSpPr>
          <p:nvPr>
            <p:ph type="body" sz="quarter" idx="31"/>
          </p:nvPr>
        </p:nvSpPr>
        <p:spPr>
          <a:xfrm>
            <a:off x="10258429" y="4567764"/>
            <a:ext cx="1005840" cy="1005840"/>
          </a:xfrm>
          <a:prstGeom prst="ellipse">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dirty="0"/>
              <a:t>Click to edit Master text styles</a:t>
            </a:r>
          </a:p>
        </p:txBody>
      </p:sp>
      <p:sp>
        <p:nvSpPr>
          <p:cNvPr id="24" name="Icon Placeholder 4">
            <a:extLst>
              <a:ext uri="{FF2B5EF4-FFF2-40B4-BE49-F238E27FC236}">
                <a16:creationId xmlns:a16="http://schemas.microsoft.com/office/drawing/2014/main" id="{0C897929-A8A7-0D4F-A201-4E7792740767}"/>
              </a:ext>
            </a:extLst>
          </p:cNvPr>
          <p:cNvSpPr>
            <a:spLocks noGrp="1"/>
          </p:cNvSpPr>
          <p:nvPr>
            <p:ph type="pic" sz="quarter" idx="32" hasCustomPrompt="1"/>
          </p:nvPr>
        </p:nvSpPr>
        <p:spPr>
          <a:xfrm>
            <a:off x="10436737" y="4746072"/>
            <a:ext cx="649224" cy="649224"/>
          </a:xfrm>
        </p:spPr>
        <p:txBody>
          <a:bodyPr tIns="0" anchor="ctr" anchorCtr="0"/>
          <a:lstStyle>
            <a:lvl1pPr algn="ctr">
              <a:defRPr sz="800">
                <a:solidFill>
                  <a:schemeClr val="bg1"/>
                </a:solidFill>
              </a:defRPr>
            </a:lvl1pPr>
          </a:lstStyle>
          <a:p>
            <a:r>
              <a:rPr lang="en-US"/>
              <a:t>Place Icon Here</a:t>
            </a:r>
          </a:p>
        </p:txBody>
      </p:sp>
      <p:sp>
        <p:nvSpPr>
          <p:cNvPr id="22" name="Line 4">
            <a:extLst>
              <a:ext uri="{FF2B5EF4-FFF2-40B4-BE49-F238E27FC236}">
                <a16:creationId xmlns:a16="http://schemas.microsoft.com/office/drawing/2014/main" id="{F4BF3687-BC94-5949-94B0-BA14EBDEA784}"/>
              </a:ext>
            </a:extLst>
          </p:cNvPr>
          <p:cNvSpPr>
            <a:spLocks noGrp="1"/>
          </p:cNvSpPr>
          <p:nvPr>
            <p:ph type="body" sz="quarter" idx="30"/>
          </p:nvPr>
        </p:nvSpPr>
        <p:spPr>
          <a:xfrm>
            <a:off x="7584948" y="5132637"/>
            <a:ext cx="2377440" cy="9144"/>
          </a:xfrm>
          <a:solidFill>
            <a:schemeClr val="tx2"/>
          </a:soli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4"/>
            <a:endParaRPr lang="en-US" dirty="0"/>
          </a:p>
        </p:txBody>
      </p:sp>
      <p:sp>
        <p:nvSpPr>
          <p:cNvPr id="29" name="Picture Placeholder">
            <a:extLst>
              <a:ext uri="{FF2B5EF4-FFF2-40B4-BE49-F238E27FC236}">
                <a16:creationId xmlns:a16="http://schemas.microsoft.com/office/drawing/2014/main" id="{E6D456FB-DD29-9349-8CE7-3D037788D36E}"/>
              </a:ext>
            </a:extLst>
          </p:cNvPr>
          <p:cNvSpPr>
            <a:spLocks noGrp="1"/>
          </p:cNvSpPr>
          <p:nvPr>
            <p:ph type="pic" sz="quarter" idx="34"/>
          </p:nvPr>
        </p:nvSpPr>
        <p:spPr>
          <a:xfrm>
            <a:off x="4998499" y="1941769"/>
            <a:ext cx="2187747" cy="3894908"/>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A641C3D9-646C-8A49-B527-CBA2F80B9BCA}"/>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FBCDD089-BD62-774E-823B-48A0E8CA1376}"/>
              </a:ext>
            </a:extLst>
          </p:cNvPr>
          <p:cNvSpPr>
            <a:spLocks noGrp="1"/>
          </p:cNvSpPr>
          <p:nvPr>
            <p:ph type="sldNum" sz="quarter" idx="36"/>
          </p:nvPr>
        </p:nvSpPr>
        <p:spPr/>
        <p:txBody>
          <a:bodyPr/>
          <a:lstStyle/>
          <a:p>
            <a:fld id="{64B53FD8-04EE-4F67-B5CA-77D45BC12F90}" type="slidenum">
              <a:rPr lang="en-US" smtClean="0"/>
              <a:pPr/>
              <a:t>‹#›</a:t>
            </a:fld>
            <a:endParaRPr lang="en-US" sz="800"/>
          </a:p>
        </p:txBody>
      </p:sp>
      <p:sp>
        <p:nvSpPr>
          <p:cNvPr id="25" name="Text Placeholder 1">
            <a:extLst>
              <a:ext uri="{FF2B5EF4-FFF2-40B4-BE49-F238E27FC236}">
                <a16:creationId xmlns:a16="http://schemas.microsoft.com/office/drawing/2014/main" id="{81CD3446-9575-0948-9214-892948133E78}"/>
              </a:ext>
            </a:extLst>
          </p:cNvPr>
          <p:cNvSpPr>
            <a:spLocks noGrp="1"/>
          </p:cNvSpPr>
          <p:nvPr>
            <p:ph type="body" sz="quarter" idx="12" hasCustomPrompt="1"/>
          </p:nvPr>
        </p:nvSpPr>
        <p:spPr>
          <a:xfrm>
            <a:off x="2179583" y="1715445"/>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32" name="Text Placeholder 2">
            <a:extLst>
              <a:ext uri="{FF2B5EF4-FFF2-40B4-BE49-F238E27FC236}">
                <a16:creationId xmlns:a16="http://schemas.microsoft.com/office/drawing/2014/main" id="{9912BBD0-A963-724C-BFD0-D0ADF2D1BFF7}"/>
              </a:ext>
            </a:extLst>
          </p:cNvPr>
          <p:cNvSpPr>
            <a:spLocks noGrp="1"/>
          </p:cNvSpPr>
          <p:nvPr>
            <p:ph type="body" sz="quarter" idx="37" hasCustomPrompt="1"/>
          </p:nvPr>
        </p:nvSpPr>
        <p:spPr>
          <a:xfrm>
            <a:off x="2179583" y="3951191"/>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33" name="Text Placeholder 3">
            <a:extLst>
              <a:ext uri="{FF2B5EF4-FFF2-40B4-BE49-F238E27FC236}">
                <a16:creationId xmlns:a16="http://schemas.microsoft.com/office/drawing/2014/main" id="{DCEC475B-6D90-F94E-AA57-4408982A2213}"/>
              </a:ext>
            </a:extLst>
          </p:cNvPr>
          <p:cNvSpPr>
            <a:spLocks noGrp="1"/>
          </p:cNvSpPr>
          <p:nvPr>
            <p:ph type="body" sz="quarter" idx="38" hasCustomPrompt="1"/>
          </p:nvPr>
        </p:nvSpPr>
        <p:spPr>
          <a:xfrm>
            <a:off x="7599051" y="2389283"/>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
        <p:nvSpPr>
          <p:cNvPr id="34" name="Text Placeholder 4">
            <a:extLst>
              <a:ext uri="{FF2B5EF4-FFF2-40B4-BE49-F238E27FC236}">
                <a16:creationId xmlns:a16="http://schemas.microsoft.com/office/drawing/2014/main" id="{1CC645C5-791C-4E49-B1BF-E146978BC7AB}"/>
              </a:ext>
            </a:extLst>
          </p:cNvPr>
          <p:cNvSpPr>
            <a:spLocks noGrp="1"/>
          </p:cNvSpPr>
          <p:nvPr>
            <p:ph type="body" sz="quarter" idx="39" hasCustomPrompt="1"/>
          </p:nvPr>
        </p:nvSpPr>
        <p:spPr>
          <a:xfrm>
            <a:off x="7601033" y="4664836"/>
            <a:ext cx="2365000" cy="405848"/>
          </a:xfrm>
        </p:spPr>
        <p:txBody>
          <a:bodyPr>
            <a:noAutofit/>
          </a:bodyPr>
          <a:lstStyle>
            <a:lvl1pPr>
              <a:spcAft>
                <a:spcPts val="0"/>
              </a:spcAft>
              <a:defRPr sz="1000" b="0" i="0">
                <a:latin typeface="FedEx Sans Medium" panose="020B0603020203020204" pitchFamily="34" charset="0"/>
                <a:ea typeface="FedEx Sans Medium" panose="020B0603020203020204" pitchFamily="34" charset="0"/>
                <a:cs typeface="FedEx Sans Medium" panose="020B0603020203020204" pitchFamily="34" charset="0"/>
              </a:defRPr>
            </a:lvl1pPr>
            <a:lvl2pPr>
              <a:spcAft>
                <a:spcPts val="0"/>
              </a:spcAft>
              <a:defRPr sz="10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dirty="0"/>
              <a:t>First line</a:t>
            </a:r>
          </a:p>
          <a:p>
            <a:pPr lvl="1"/>
            <a:r>
              <a:rPr lang="en-US" dirty="0"/>
              <a:t>Second line</a:t>
            </a:r>
          </a:p>
        </p:txBody>
      </p:sp>
    </p:spTree>
    <p:extLst>
      <p:ext uri="{BB962C8B-B14F-4D97-AF65-F5344CB8AC3E}">
        <p14:creationId xmlns:p14="http://schemas.microsoft.com/office/powerpoint/2010/main" val="231740119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amp; Laptop Mock-up">
    <p:spTree>
      <p:nvGrpSpPr>
        <p:cNvPr id="1" name=""/>
        <p:cNvGrpSpPr/>
        <p:nvPr/>
      </p:nvGrpSpPr>
      <p:grpSpPr>
        <a:xfrm>
          <a:off x="0" y="0"/>
          <a:ext cx="0" cy="0"/>
          <a:chOff x="0" y="0"/>
          <a:chExt cx="0" cy="0"/>
        </a:xfrm>
      </p:grpSpPr>
      <p:pic>
        <p:nvPicPr>
          <p:cNvPr id="10" name="Laptop Mock-up">
            <a:extLst>
              <a:ext uri="{FF2B5EF4-FFF2-40B4-BE49-F238E27FC236}">
                <a16:creationId xmlns:a16="http://schemas.microsoft.com/office/drawing/2014/main" id="{446044C1-F6E8-494F-8446-76935F6A4FD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737360" y="1503796"/>
            <a:ext cx="8717280" cy="4759217"/>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390650" y="571501"/>
            <a:ext cx="9410700" cy="603504"/>
          </a:xfrm>
        </p:spPr>
        <p:txBody>
          <a:bodyPr lIns="0"/>
          <a:lstStyle>
            <a:lvl1pPr algn="ctr">
              <a:lnSpc>
                <a:spcPct val="110000"/>
              </a:lnSpc>
              <a:defRPr sz="3800"/>
            </a:lvl1pPr>
          </a:lstStyle>
          <a:p>
            <a:r>
              <a:rPr lang="en-US" dirty="0"/>
              <a:t>Click to edit Master title style</a:t>
            </a:r>
          </a:p>
        </p:txBody>
      </p:sp>
      <p:sp>
        <p:nvSpPr>
          <p:cNvPr id="9" name="Picture Placeholder">
            <a:extLst>
              <a:ext uri="{FF2B5EF4-FFF2-40B4-BE49-F238E27FC236}">
                <a16:creationId xmlns:a16="http://schemas.microsoft.com/office/drawing/2014/main" id="{8700C7E0-AE4B-DE4C-BB8F-39BE83B90770}"/>
              </a:ext>
            </a:extLst>
          </p:cNvPr>
          <p:cNvSpPr>
            <a:spLocks noGrp="1"/>
          </p:cNvSpPr>
          <p:nvPr>
            <p:ph type="pic" sz="quarter" idx="34"/>
          </p:nvPr>
        </p:nvSpPr>
        <p:spPr>
          <a:xfrm>
            <a:off x="2877358" y="1904839"/>
            <a:ext cx="6446520" cy="3767328"/>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3D2461B2-B9C7-D843-8C98-DECE472FA827}"/>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8448B3A4-F569-4944-BF47-3017A438D393}"/>
              </a:ext>
            </a:extLst>
          </p:cNvPr>
          <p:cNvSpPr>
            <a:spLocks noGrp="1"/>
          </p:cNvSpPr>
          <p:nvPr>
            <p:ph type="sldNum" sz="quarter" idx="3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73006045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amp; Text / Laptop Mock-up 1">
    <p:spTree>
      <p:nvGrpSpPr>
        <p:cNvPr id="1" name=""/>
        <p:cNvGrpSpPr/>
        <p:nvPr/>
      </p:nvGrpSpPr>
      <p:grpSpPr>
        <a:xfrm>
          <a:off x="0" y="0"/>
          <a:ext cx="0" cy="0"/>
          <a:chOff x="0" y="0"/>
          <a:chExt cx="0" cy="0"/>
        </a:xfrm>
      </p:grpSpPr>
      <p:pic>
        <p:nvPicPr>
          <p:cNvPr id="12" name="Lacptop Mock-up">
            <a:extLst>
              <a:ext uri="{FF2B5EF4-FFF2-40B4-BE49-F238E27FC236}">
                <a16:creationId xmlns:a16="http://schemas.microsoft.com/office/drawing/2014/main" id="{612B129A-0D9C-2E44-B5E8-D3B39F1FDE0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449"/>
          <a:stretch/>
        </p:blipFill>
        <p:spPr>
          <a:xfrm>
            <a:off x="4351369" y="1102484"/>
            <a:ext cx="7840631" cy="4976929"/>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3761015" cy="1755648"/>
          </a:xfrm>
        </p:spPr>
        <p:txBody>
          <a:bodyPr/>
          <a:lstStyle>
            <a:lvl1pPr>
              <a:lnSpc>
                <a:spcPct val="110000"/>
              </a:lnSpc>
              <a:defRPr/>
            </a:lvl1pPr>
          </a:lstStyle>
          <a:p>
            <a:r>
              <a:rPr lang="en-US" dirty="0"/>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708147"/>
            <a:ext cx="3761015" cy="331165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
            <a:extLst>
              <a:ext uri="{FF2B5EF4-FFF2-40B4-BE49-F238E27FC236}">
                <a16:creationId xmlns:a16="http://schemas.microsoft.com/office/drawing/2014/main" id="{A4DC2132-3721-7542-AB18-1473019C4707}"/>
              </a:ext>
            </a:extLst>
          </p:cNvPr>
          <p:cNvSpPr>
            <a:spLocks noGrp="1"/>
          </p:cNvSpPr>
          <p:nvPr>
            <p:ph type="pic" sz="quarter" idx="34"/>
          </p:nvPr>
        </p:nvSpPr>
        <p:spPr>
          <a:xfrm>
            <a:off x="5528492" y="1552313"/>
            <a:ext cx="6682362" cy="3941063"/>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7BAF21C2-8C85-CF4C-B97A-2935C3D11FEA}"/>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11752D88-DB50-8045-B5AE-D5868939B13D}"/>
              </a:ext>
            </a:extLst>
          </p:cNvPr>
          <p:cNvSpPr>
            <a:spLocks noGrp="1"/>
          </p:cNvSpPr>
          <p:nvPr>
            <p:ph type="sldNum" sz="quarter" idx="3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350211269"/>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amp; Text / Laptop Mock-up 2">
    <p:spTree>
      <p:nvGrpSpPr>
        <p:cNvPr id="1" name=""/>
        <p:cNvGrpSpPr/>
        <p:nvPr/>
      </p:nvGrpSpPr>
      <p:grpSpPr>
        <a:xfrm>
          <a:off x="0" y="0"/>
          <a:ext cx="0" cy="0"/>
          <a:chOff x="0" y="0"/>
          <a:chExt cx="0" cy="0"/>
        </a:xfrm>
      </p:grpSpPr>
      <p:pic>
        <p:nvPicPr>
          <p:cNvPr id="20" name="Laptop Mock-up">
            <a:extLst>
              <a:ext uri="{FF2B5EF4-FFF2-40B4-BE49-F238E27FC236}">
                <a16:creationId xmlns:a16="http://schemas.microsoft.com/office/drawing/2014/main" id="{06CB2FCD-72CB-DB43-949D-081900CC283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0245" y="1469030"/>
            <a:ext cx="8429001" cy="4601831"/>
          </a:xfrm>
          <a:prstGeom prst="rect">
            <a:avLst/>
          </a:prstGeom>
        </p:spPr>
      </p:pic>
      <p:sp>
        <p:nvSpPr>
          <p:cNvPr id="2" name="Title ">
            <a:extLst>
              <a:ext uri="{FF2B5EF4-FFF2-40B4-BE49-F238E27FC236}">
                <a16:creationId xmlns:a16="http://schemas.microsoft.com/office/drawing/2014/main" id="{0E5C38F9-0AE8-8048-8D6B-4FE710E87119}"/>
              </a:ext>
            </a:extLst>
          </p:cNvPr>
          <p:cNvSpPr>
            <a:spLocks noGrp="1"/>
          </p:cNvSpPr>
          <p:nvPr>
            <p:ph type="title"/>
          </p:nvPr>
        </p:nvSpPr>
        <p:spPr>
          <a:xfrm>
            <a:off x="571500" y="571500"/>
            <a:ext cx="9182100" cy="585216"/>
          </a:xfrm>
        </p:spPr>
        <p:txBody>
          <a:bodyPr/>
          <a:lstStyle/>
          <a:p>
            <a:r>
              <a:rPr lang="en-US" dirty="0"/>
              <a:t>Click to edit Master title style</a:t>
            </a:r>
          </a:p>
        </p:txBody>
      </p:sp>
      <p:sp>
        <p:nvSpPr>
          <p:cNvPr id="14" name="Number Placeholder 1">
            <a:extLst>
              <a:ext uri="{FF2B5EF4-FFF2-40B4-BE49-F238E27FC236}">
                <a16:creationId xmlns:a16="http://schemas.microsoft.com/office/drawing/2014/main" id="{B90DAD3A-F66C-0243-A8D1-6F9319802F67}"/>
              </a:ext>
            </a:extLst>
          </p:cNvPr>
          <p:cNvSpPr>
            <a:spLocks noGrp="1"/>
          </p:cNvSpPr>
          <p:nvPr>
            <p:ph type="body" sz="quarter" idx="21" hasCustomPrompt="1"/>
          </p:nvPr>
        </p:nvSpPr>
        <p:spPr>
          <a:xfrm>
            <a:off x="8216061" y="1571136"/>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8850236" y="1524001"/>
            <a:ext cx="2770265"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15" name="Number Placeholder 2">
            <a:extLst>
              <a:ext uri="{FF2B5EF4-FFF2-40B4-BE49-F238E27FC236}">
                <a16:creationId xmlns:a16="http://schemas.microsoft.com/office/drawing/2014/main" id="{CFA1E2E7-91CB-A94E-87C8-45D6612F3AA5}"/>
              </a:ext>
            </a:extLst>
          </p:cNvPr>
          <p:cNvSpPr>
            <a:spLocks noGrp="1"/>
          </p:cNvSpPr>
          <p:nvPr>
            <p:ph type="body" sz="quarter" idx="22" hasCustomPrompt="1"/>
          </p:nvPr>
        </p:nvSpPr>
        <p:spPr>
          <a:xfrm>
            <a:off x="8216061" y="2690404"/>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19" name="Text Placeholder 2">
            <a:extLst>
              <a:ext uri="{FF2B5EF4-FFF2-40B4-BE49-F238E27FC236}">
                <a16:creationId xmlns:a16="http://schemas.microsoft.com/office/drawing/2014/main" id="{82FFCDAA-6E93-FE4C-B2F5-B6570206E5A3}"/>
              </a:ext>
            </a:extLst>
          </p:cNvPr>
          <p:cNvSpPr>
            <a:spLocks noGrp="1"/>
          </p:cNvSpPr>
          <p:nvPr>
            <p:ph type="body" sz="quarter" idx="35" hasCustomPrompt="1"/>
          </p:nvPr>
        </p:nvSpPr>
        <p:spPr>
          <a:xfrm>
            <a:off x="8850236" y="2643269"/>
            <a:ext cx="2770265"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16" name="Number  Placeholder 3">
            <a:extLst>
              <a:ext uri="{FF2B5EF4-FFF2-40B4-BE49-F238E27FC236}">
                <a16:creationId xmlns:a16="http://schemas.microsoft.com/office/drawing/2014/main" id="{4CBD9AD0-4393-3E4B-A0E6-8EDC7A96B958}"/>
              </a:ext>
            </a:extLst>
          </p:cNvPr>
          <p:cNvSpPr>
            <a:spLocks noGrp="1"/>
          </p:cNvSpPr>
          <p:nvPr>
            <p:ph type="body" sz="quarter" idx="23" hasCustomPrompt="1"/>
          </p:nvPr>
        </p:nvSpPr>
        <p:spPr>
          <a:xfrm>
            <a:off x="8216060" y="3809672"/>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22" name="Text Placeholder 3">
            <a:extLst>
              <a:ext uri="{FF2B5EF4-FFF2-40B4-BE49-F238E27FC236}">
                <a16:creationId xmlns:a16="http://schemas.microsoft.com/office/drawing/2014/main" id="{27D463F8-ABF4-DE48-8A7E-9CE151E50DF9}"/>
              </a:ext>
            </a:extLst>
          </p:cNvPr>
          <p:cNvSpPr>
            <a:spLocks noGrp="1"/>
          </p:cNvSpPr>
          <p:nvPr>
            <p:ph type="body" sz="quarter" idx="36" hasCustomPrompt="1"/>
          </p:nvPr>
        </p:nvSpPr>
        <p:spPr>
          <a:xfrm>
            <a:off x="8850236" y="3762537"/>
            <a:ext cx="2770265"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18" name="Number  Placeholder 4">
            <a:extLst>
              <a:ext uri="{FF2B5EF4-FFF2-40B4-BE49-F238E27FC236}">
                <a16:creationId xmlns:a16="http://schemas.microsoft.com/office/drawing/2014/main" id="{35CE34CB-F174-FB41-8D93-6441BE7686F7}"/>
              </a:ext>
            </a:extLst>
          </p:cNvPr>
          <p:cNvSpPr>
            <a:spLocks noGrp="1"/>
          </p:cNvSpPr>
          <p:nvPr>
            <p:ph type="body" sz="quarter" idx="25" hasCustomPrompt="1"/>
          </p:nvPr>
        </p:nvSpPr>
        <p:spPr>
          <a:xfrm>
            <a:off x="8216059" y="4928941"/>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23" name="Text Placeholder 4">
            <a:extLst>
              <a:ext uri="{FF2B5EF4-FFF2-40B4-BE49-F238E27FC236}">
                <a16:creationId xmlns:a16="http://schemas.microsoft.com/office/drawing/2014/main" id="{B0B62976-FBCE-3041-9795-4EFF0010ECAF}"/>
              </a:ext>
            </a:extLst>
          </p:cNvPr>
          <p:cNvSpPr>
            <a:spLocks noGrp="1"/>
          </p:cNvSpPr>
          <p:nvPr>
            <p:ph type="body" sz="quarter" idx="37" hasCustomPrompt="1"/>
          </p:nvPr>
        </p:nvSpPr>
        <p:spPr>
          <a:xfrm>
            <a:off x="8850235" y="4881805"/>
            <a:ext cx="2770265"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21" name="Picture Placeholder ">
            <a:extLst>
              <a:ext uri="{FF2B5EF4-FFF2-40B4-BE49-F238E27FC236}">
                <a16:creationId xmlns:a16="http://schemas.microsoft.com/office/drawing/2014/main" id="{40080200-9032-1C48-B911-F640D2B89A9B}"/>
              </a:ext>
            </a:extLst>
          </p:cNvPr>
          <p:cNvSpPr>
            <a:spLocks noGrp="1"/>
          </p:cNvSpPr>
          <p:nvPr>
            <p:ph type="pic" sz="quarter" idx="34"/>
          </p:nvPr>
        </p:nvSpPr>
        <p:spPr>
          <a:xfrm>
            <a:off x="1222200" y="1853983"/>
            <a:ext cx="6239651" cy="3662953"/>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2837B715-0D9D-DE4B-859D-A9B26E732EA1}"/>
              </a:ext>
            </a:extLst>
          </p:cNvPr>
          <p:cNvSpPr>
            <a:spLocks noGrp="1"/>
          </p:cNvSpPr>
          <p:nvPr>
            <p:ph type="ftr" sz="quarter" idx="3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B61213FC-4C6D-A845-96D9-B8C8E7E45FB7}"/>
              </a:ext>
            </a:extLst>
          </p:cNvPr>
          <p:cNvSpPr>
            <a:spLocks noGrp="1"/>
          </p:cNvSpPr>
          <p:nvPr>
            <p:ph type="sldNum" sz="quarter" idx="39"/>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65811596"/>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itle &amp; Desktop Mock-up">
    <p:spTree>
      <p:nvGrpSpPr>
        <p:cNvPr id="1" name=""/>
        <p:cNvGrpSpPr/>
        <p:nvPr/>
      </p:nvGrpSpPr>
      <p:grpSpPr>
        <a:xfrm>
          <a:off x="0" y="0"/>
          <a:ext cx="0" cy="0"/>
          <a:chOff x="0" y="0"/>
          <a:chExt cx="0" cy="0"/>
        </a:xfrm>
      </p:grpSpPr>
      <p:pic>
        <p:nvPicPr>
          <p:cNvPr id="11" name="Desktop Mock-up">
            <a:extLst>
              <a:ext uri="{FF2B5EF4-FFF2-40B4-BE49-F238E27FC236}">
                <a16:creationId xmlns:a16="http://schemas.microsoft.com/office/drawing/2014/main" id="{988E6A4E-56CE-8640-A935-D3475BC8BA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842235" y="1388053"/>
            <a:ext cx="6536869" cy="5102078"/>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390650" y="571501"/>
            <a:ext cx="9410700" cy="585216"/>
          </a:xfrm>
        </p:spPr>
        <p:txBody>
          <a:bodyPr lIns="0"/>
          <a:lstStyle>
            <a:lvl1pPr algn="ctr">
              <a:lnSpc>
                <a:spcPct val="110000"/>
              </a:lnSpc>
              <a:defRPr/>
            </a:lvl1pPr>
          </a:lstStyle>
          <a:p>
            <a:r>
              <a:rPr lang="en-US" dirty="0"/>
              <a:t>Click to edit Master title style</a:t>
            </a:r>
          </a:p>
        </p:txBody>
      </p:sp>
      <p:sp>
        <p:nvSpPr>
          <p:cNvPr id="12" name="Picture Placeholder">
            <a:extLst>
              <a:ext uri="{FF2B5EF4-FFF2-40B4-BE49-F238E27FC236}">
                <a16:creationId xmlns:a16="http://schemas.microsoft.com/office/drawing/2014/main" id="{22101FA4-C76B-4149-A439-6270E2D4E193}"/>
              </a:ext>
            </a:extLst>
          </p:cNvPr>
          <p:cNvSpPr>
            <a:spLocks noGrp="1"/>
          </p:cNvSpPr>
          <p:nvPr>
            <p:ph type="pic" sz="quarter" idx="34"/>
          </p:nvPr>
        </p:nvSpPr>
        <p:spPr>
          <a:xfrm>
            <a:off x="3235929" y="1723383"/>
            <a:ext cx="5742432" cy="3355848"/>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C5863C22-060E-9445-80D1-7417C076CB08}"/>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707A8124-9B69-BB41-9DB8-7F2D2B4C4049}"/>
              </a:ext>
            </a:extLst>
          </p:cNvPr>
          <p:cNvSpPr>
            <a:spLocks noGrp="1"/>
          </p:cNvSpPr>
          <p:nvPr>
            <p:ph type="sldNum" sz="quarter" idx="3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336869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amp; Text / Desktop Mock-up 1">
    <p:spTree>
      <p:nvGrpSpPr>
        <p:cNvPr id="1" name=""/>
        <p:cNvGrpSpPr/>
        <p:nvPr/>
      </p:nvGrpSpPr>
      <p:grpSpPr>
        <a:xfrm>
          <a:off x="0" y="0"/>
          <a:ext cx="0" cy="0"/>
          <a:chOff x="0" y="0"/>
          <a:chExt cx="0" cy="0"/>
        </a:xfrm>
      </p:grpSpPr>
      <p:pic>
        <p:nvPicPr>
          <p:cNvPr id="12" name="Desktop Mock-up">
            <a:extLst>
              <a:ext uri="{FF2B5EF4-FFF2-40B4-BE49-F238E27FC236}">
                <a16:creationId xmlns:a16="http://schemas.microsoft.com/office/drawing/2014/main" id="{FB37D585-FE6A-4647-82B6-2CC7CC40703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495826" y="1363546"/>
            <a:ext cx="6350054" cy="4956268"/>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9182100" cy="585216"/>
          </a:xfrm>
        </p:spPr>
        <p:txBody>
          <a:bodyPr/>
          <a:lstStyle/>
          <a:p>
            <a:r>
              <a:rPr lang="en-US" dirty="0"/>
              <a:t>Click to edit Master title style</a:t>
            </a:r>
          </a:p>
        </p:txBody>
      </p:sp>
      <p:sp>
        <p:nvSpPr>
          <p:cNvPr id="6" name="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499" y="1524000"/>
            <a:ext cx="4876755"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
            <a:extLst>
              <a:ext uri="{FF2B5EF4-FFF2-40B4-BE49-F238E27FC236}">
                <a16:creationId xmlns:a16="http://schemas.microsoft.com/office/drawing/2014/main" id="{BDB9ADB4-EF13-E440-B22B-E1CE21FA53C2}"/>
              </a:ext>
            </a:extLst>
          </p:cNvPr>
          <p:cNvSpPr>
            <a:spLocks noGrp="1"/>
          </p:cNvSpPr>
          <p:nvPr>
            <p:ph type="pic" sz="quarter" idx="34"/>
          </p:nvPr>
        </p:nvSpPr>
        <p:spPr>
          <a:xfrm>
            <a:off x="5876473" y="1693084"/>
            <a:ext cx="5577840" cy="3255264"/>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A15E2B2F-CFB4-074B-9991-4C1A6783A1B9}"/>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1E9C50C1-8CFF-5548-A29B-C81F1A7CFE6B}"/>
              </a:ext>
            </a:extLst>
          </p:cNvPr>
          <p:cNvSpPr>
            <a:spLocks noGrp="1"/>
          </p:cNvSpPr>
          <p:nvPr>
            <p:ph type="sldNum" sz="quarter" idx="3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26028145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itle &amp; Text / Desktop Mock-up 2">
    <p:spTree>
      <p:nvGrpSpPr>
        <p:cNvPr id="1" name=""/>
        <p:cNvGrpSpPr/>
        <p:nvPr/>
      </p:nvGrpSpPr>
      <p:grpSpPr>
        <a:xfrm>
          <a:off x="0" y="0"/>
          <a:ext cx="0" cy="0"/>
          <a:chOff x="0" y="0"/>
          <a:chExt cx="0" cy="0"/>
        </a:xfrm>
      </p:grpSpPr>
      <p:pic>
        <p:nvPicPr>
          <p:cNvPr id="9" name="Desktop Mock-up">
            <a:extLst>
              <a:ext uri="{FF2B5EF4-FFF2-40B4-BE49-F238E27FC236}">
                <a16:creationId xmlns:a16="http://schemas.microsoft.com/office/drawing/2014/main" id="{08E88587-4843-314D-85C3-234273C27E8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56334" y="1365129"/>
            <a:ext cx="6412111" cy="5004704"/>
          </a:xfrm>
          <a:prstGeom prst="rect">
            <a:avLst/>
          </a:prstGeom>
        </p:spPr>
      </p:pic>
      <p:sp>
        <p:nvSpPr>
          <p:cNvPr id="2" name="Title ">
            <a:extLst>
              <a:ext uri="{FF2B5EF4-FFF2-40B4-BE49-F238E27FC236}">
                <a16:creationId xmlns:a16="http://schemas.microsoft.com/office/drawing/2014/main" id="{0E5C38F9-0AE8-8048-8D6B-4FE710E87119}"/>
              </a:ext>
            </a:extLst>
          </p:cNvPr>
          <p:cNvSpPr>
            <a:spLocks noGrp="1"/>
          </p:cNvSpPr>
          <p:nvPr>
            <p:ph type="title"/>
          </p:nvPr>
        </p:nvSpPr>
        <p:spPr>
          <a:xfrm>
            <a:off x="571500" y="571500"/>
            <a:ext cx="9182100" cy="585216"/>
          </a:xfrm>
        </p:spPr>
        <p:txBody>
          <a:bodyPr/>
          <a:lstStyle/>
          <a:p>
            <a:r>
              <a:rPr lang="en-US" dirty="0"/>
              <a:t>Click to edit Master title style</a:t>
            </a:r>
          </a:p>
        </p:txBody>
      </p:sp>
      <p:sp>
        <p:nvSpPr>
          <p:cNvPr id="14" name="Number Placeholder 1">
            <a:extLst>
              <a:ext uri="{FF2B5EF4-FFF2-40B4-BE49-F238E27FC236}">
                <a16:creationId xmlns:a16="http://schemas.microsoft.com/office/drawing/2014/main" id="{B90DAD3A-F66C-0243-A8D1-6F9319802F67}"/>
              </a:ext>
            </a:extLst>
          </p:cNvPr>
          <p:cNvSpPr>
            <a:spLocks noGrp="1"/>
          </p:cNvSpPr>
          <p:nvPr>
            <p:ph type="body" sz="quarter" idx="21" hasCustomPrompt="1"/>
          </p:nvPr>
        </p:nvSpPr>
        <p:spPr>
          <a:xfrm>
            <a:off x="7221408" y="1597263"/>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19" name="Text Placeholder 1">
            <a:extLst>
              <a:ext uri="{FF2B5EF4-FFF2-40B4-BE49-F238E27FC236}">
                <a16:creationId xmlns:a16="http://schemas.microsoft.com/office/drawing/2014/main" id="{DA45DA6A-1881-A242-A154-D45062714898}"/>
              </a:ext>
            </a:extLst>
          </p:cNvPr>
          <p:cNvSpPr>
            <a:spLocks noGrp="1"/>
          </p:cNvSpPr>
          <p:nvPr>
            <p:ph type="body" sz="quarter" idx="35" hasCustomPrompt="1"/>
          </p:nvPr>
        </p:nvSpPr>
        <p:spPr>
          <a:xfrm>
            <a:off x="7859478" y="1524001"/>
            <a:ext cx="3761024"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15" name="Number Placeholder 2">
            <a:extLst>
              <a:ext uri="{FF2B5EF4-FFF2-40B4-BE49-F238E27FC236}">
                <a16:creationId xmlns:a16="http://schemas.microsoft.com/office/drawing/2014/main" id="{CFA1E2E7-91CB-A94E-87C8-45D6612F3AA5}"/>
              </a:ext>
            </a:extLst>
          </p:cNvPr>
          <p:cNvSpPr>
            <a:spLocks noGrp="1"/>
          </p:cNvSpPr>
          <p:nvPr>
            <p:ph type="body" sz="quarter" idx="22" hasCustomPrompt="1"/>
          </p:nvPr>
        </p:nvSpPr>
        <p:spPr>
          <a:xfrm>
            <a:off x="7221407" y="2707822"/>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21" name="Text Placeholder 2">
            <a:extLst>
              <a:ext uri="{FF2B5EF4-FFF2-40B4-BE49-F238E27FC236}">
                <a16:creationId xmlns:a16="http://schemas.microsoft.com/office/drawing/2014/main" id="{654BDD8B-DB4C-3D44-BD3F-2D154A1FB2F5}"/>
              </a:ext>
            </a:extLst>
          </p:cNvPr>
          <p:cNvSpPr>
            <a:spLocks noGrp="1"/>
          </p:cNvSpPr>
          <p:nvPr>
            <p:ph type="body" sz="quarter" idx="36" hasCustomPrompt="1"/>
          </p:nvPr>
        </p:nvSpPr>
        <p:spPr>
          <a:xfrm>
            <a:off x="7859478" y="2643269"/>
            <a:ext cx="3761024"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16" name="Number  Placeholder 3">
            <a:extLst>
              <a:ext uri="{FF2B5EF4-FFF2-40B4-BE49-F238E27FC236}">
                <a16:creationId xmlns:a16="http://schemas.microsoft.com/office/drawing/2014/main" id="{4CBD9AD0-4393-3E4B-A0E6-8EDC7A96B958}"/>
              </a:ext>
            </a:extLst>
          </p:cNvPr>
          <p:cNvSpPr>
            <a:spLocks noGrp="1"/>
          </p:cNvSpPr>
          <p:nvPr>
            <p:ph type="body" sz="quarter" idx="23" hasCustomPrompt="1"/>
          </p:nvPr>
        </p:nvSpPr>
        <p:spPr>
          <a:xfrm>
            <a:off x="7221406" y="3818381"/>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22" name="Text Placeholder 3">
            <a:extLst>
              <a:ext uri="{FF2B5EF4-FFF2-40B4-BE49-F238E27FC236}">
                <a16:creationId xmlns:a16="http://schemas.microsoft.com/office/drawing/2014/main" id="{4B4DBE11-52BD-5E49-AAC0-DBC3585460A6}"/>
              </a:ext>
            </a:extLst>
          </p:cNvPr>
          <p:cNvSpPr>
            <a:spLocks noGrp="1"/>
          </p:cNvSpPr>
          <p:nvPr>
            <p:ph type="body" sz="quarter" idx="37" hasCustomPrompt="1"/>
          </p:nvPr>
        </p:nvSpPr>
        <p:spPr>
          <a:xfrm>
            <a:off x="7859478" y="3762537"/>
            <a:ext cx="3761024"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18" name="Number  Placeholder 4">
            <a:extLst>
              <a:ext uri="{FF2B5EF4-FFF2-40B4-BE49-F238E27FC236}">
                <a16:creationId xmlns:a16="http://schemas.microsoft.com/office/drawing/2014/main" id="{35CE34CB-F174-FB41-8D93-6441BE7686F7}"/>
              </a:ext>
            </a:extLst>
          </p:cNvPr>
          <p:cNvSpPr>
            <a:spLocks noGrp="1"/>
          </p:cNvSpPr>
          <p:nvPr>
            <p:ph type="body" sz="quarter" idx="25" hasCustomPrompt="1"/>
          </p:nvPr>
        </p:nvSpPr>
        <p:spPr>
          <a:xfrm>
            <a:off x="7221406" y="4928940"/>
            <a:ext cx="409467" cy="299224"/>
          </a:xfrm>
          <a:ln w="41275">
            <a:solidFill>
              <a:schemeClr val="accent1">
                <a:shade val="50000"/>
              </a:schemeClr>
            </a:solidFill>
          </a:ln>
        </p:spPr>
        <p:txBody>
          <a:bodyPr anchor="ctr" anchorCtr="0"/>
          <a:lstStyle>
            <a:lvl1pPr algn="ctr">
              <a:defRPr sz="1600" b="1" i="0">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dirty="0"/>
              <a:t>00</a:t>
            </a:r>
          </a:p>
        </p:txBody>
      </p:sp>
      <p:sp>
        <p:nvSpPr>
          <p:cNvPr id="23" name="Text Placeholder 4">
            <a:extLst>
              <a:ext uri="{FF2B5EF4-FFF2-40B4-BE49-F238E27FC236}">
                <a16:creationId xmlns:a16="http://schemas.microsoft.com/office/drawing/2014/main" id="{332B0341-CB7D-EF48-B957-67552253B726}"/>
              </a:ext>
            </a:extLst>
          </p:cNvPr>
          <p:cNvSpPr>
            <a:spLocks noGrp="1"/>
          </p:cNvSpPr>
          <p:nvPr>
            <p:ph type="body" sz="quarter" idx="38" hasCustomPrompt="1"/>
          </p:nvPr>
        </p:nvSpPr>
        <p:spPr>
          <a:xfrm>
            <a:off x="7859477" y="4881805"/>
            <a:ext cx="3761024" cy="842974"/>
          </a:xfrm>
        </p:spPr>
        <p:txBody>
          <a:bodyPr>
            <a:normAutofit/>
          </a:bodyPr>
          <a:lstStyle>
            <a:lvl1pPr>
              <a:spcAft>
                <a:spcPts val="0"/>
              </a:spcAft>
              <a:defRPr sz="1200"/>
            </a:lvl1pPr>
            <a:lvl2pPr>
              <a:spcAft>
                <a:spcPts val="0"/>
              </a:spcAft>
              <a:defRPr sz="1200"/>
            </a:lvl2pPr>
            <a:lvl3pPr marL="219456" indent="-219456">
              <a:spcAft>
                <a:spcPts val="0"/>
              </a:spcAft>
              <a:buFont typeface="Arial" panose="020B0604020202020204" pitchFamily="34" charset="0"/>
              <a:buChar char="•"/>
              <a:defRPr sz="1200"/>
            </a:lvl3pPr>
          </a:lstStyle>
          <a:p>
            <a:pPr lvl="0"/>
            <a:r>
              <a:rPr lang="en-US" dirty="0"/>
              <a:t>First level </a:t>
            </a:r>
          </a:p>
          <a:p>
            <a:pPr lvl="1"/>
            <a:r>
              <a:rPr lang="en-US" dirty="0"/>
              <a:t>Second level</a:t>
            </a:r>
          </a:p>
          <a:p>
            <a:pPr lvl="2"/>
            <a:r>
              <a:rPr lang="en-US" dirty="0"/>
              <a:t>Third level</a:t>
            </a:r>
          </a:p>
        </p:txBody>
      </p:sp>
      <p:sp>
        <p:nvSpPr>
          <p:cNvPr id="20" name="Picture Placeholder ">
            <a:extLst>
              <a:ext uri="{FF2B5EF4-FFF2-40B4-BE49-F238E27FC236}">
                <a16:creationId xmlns:a16="http://schemas.microsoft.com/office/drawing/2014/main" id="{6AED75BB-8944-D04B-8662-F2AD79F34585}"/>
              </a:ext>
            </a:extLst>
          </p:cNvPr>
          <p:cNvSpPr>
            <a:spLocks noGrp="1"/>
          </p:cNvSpPr>
          <p:nvPr>
            <p:ph type="pic" sz="quarter" idx="34"/>
          </p:nvPr>
        </p:nvSpPr>
        <p:spPr>
          <a:xfrm>
            <a:off x="742726" y="1699471"/>
            <a:ext cx="5623560" cy="3273552"/>
          </a:xfrm>
          <a:prstGeom prst="roundRect">
            <a:avLst>
              <a:gd name="adj" fmla="val 715"/>
            </a:avLst>
          </a:prstGeom>
        </p:spPr>
        <p:txBody>
          <a:bodyPr anchor="ctr" anchorCtr="0"/>
          <a:lstStyle>
            <a:lvl1pPr algn="ctr">
              <a:defRPr sz="1400"/>
            </a:lvl1pPr>
          </a:lstStyle>
          <a:p>
            <a:endParaRPr lang="en-US"/>
          </a:p>
        </p:txBody>
      </p:sp>
      <p:sp>
        <p:nvSpPr>
          <p:cNvPr id="3" name="Footer Placeholder 2">
            <a:extLst>
              <a:ext uri="{FF2B5EF4-FFF2-40B4-BE49-F238E27FC236}">
                <a16:creationId xmlns:a16="http://schemas.microsoft.com/office/drawing/2014/main" id="{A8DFFD9B-59B9-C240-B2BB-420E7D5FC5E7}"/>
              </a:ext>
            </a:extLst>
          </p:cNvPr>
          <p:cNvSpPr>
            <a:spLocks noGrp="1"/>
          </p:cNvSpPr>
          <p:nvPr>
            <p:ph type="ftr" sz="quarter" idx="3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BFE52E98-EAE4-A444-B1A4-14826CAE086D}"/>
              </a:ext>
            </a:extLst>
          </p:cNvPr>
          <p:cNvSpPr>
            <a:spLocks noGrp="1"/>
          </p:cNvSpPr>
          <p:nvPr>
            <p:ph type="sldNum" sz="quarter" idx="4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4390502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3.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theme" Target="../theme/theme4.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9" Type="http://schemas.openxmlformats.org/officeDocument/2006/relationships/slideLayout" Target="../slideLayouts/slideLayout111.xml"/><Relationship Id="rId21" Type="http://schemas.openxmlformats.org/officeDocument/2006/relationships/slideLayout" Target="../slideLayouts/slideLayout93.xml"/><Relationship Id="rId34" Type="http://schemas.openxmlformats.org/officeDocument/2006/relationships/slideLayout" Target="../slideLayouts/slideLayout106.xml"/><Relationship Id="rId42" Type="http://schemas.openxmlformats.org/officeDocument/2006/relationships/slideLayout" Target="../slideLayouts/slideLayout114.xml"/><Relationship Id="rId47" Type="http://schemas.openxmlformats.org/officeDocument/2006/relationships/theme" Target="../theme/theme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9" Type="http://schemas.openxmlformats.org/officeDocument/2006/relationships/slideLayout" Target="../slideLayouts/slideLayout101.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40" Type="http://schemas.openxmlformats.org/officeDocument/2006/relationships/slideLayout" Target="../slideLayouts/slideLayout112.xml"/><Relationship Id="rId45" Type="http://schemas.openxmlformats.org/officeDocument/2006/relationships/slideLayout" Target="../slideLayouts/slideLayout117.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31" Type="http://schemas.openxmlformats.org/officeDocument/2006/relationships/slideLayout" Target="../slideLayouts/slideLayout103.xml"/><Relationship Id="rId44" Type="http://schemas.openxmlformats.org/officeDocument/2006/relationships/slideLayout" Target="../slideLayouts/slideLayout116.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slideLayout" Target="../slideLayouts/slideLayout115.xml"/><Relationship Id="rId8" Type="http://schemas.openxmlformats.org/officeDocument/2006/relationships/slideLayout" Target="../slideLayouts/slideLayout80.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 Id="rId46" Type="http://schemas.openxmlformats.org/officeDocument/2006/relationships/slideLayout" Target="../slideLayouts/slideLayout118.xml"/><Relationship Id="rId20" Type="http://schemas.openxmlformats.org/officeDocument/2006/relationships/slideLayout" Target="../slideLayouts/slideLayout92.xml"/><Relationship Id="rId41" Type="http://schemas.openxmlformats.org/officeDocument/2006/relationships/slideLayout" Target="../slideLayouts/slideLayout11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0" Type="http://schemas.openxmlformats.org/officeDocument/2006/relationships/theme" Target="../theme/theme6.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slideLayout" Target="../slideLayouts/slideLayout129.xml"/><Relationship Id="rId5" Type="http://schemas.openxmlformats.org/officeDocument/2006/relationships/slideLayout" Target="../slideLayouts/slideLayout123.xml"/><Relationship Id="rId15" Type="http://schemas.openxmlformats.org/officeDocument/2006/relationships/slideLayout" Target="../slideLayouts/slideLayout133.xml"/><Relationship Id="rId10" Type="http://schemas.openxmlformats.org/officeDocument/2006/relationships/slideLayout" Target="../slideLayouts/slideLayout128.xml"/><Relationship Id="rId19" Type="http://schemas.openxmlformats.org/officeDocument/2006/relationships/slideLayout" Target="../slideLayouts/slideLayout137.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4" Type="http://schemas.openxmlformats.org/officeDocument/2006/relationships/slideLayout" Target="../slideLayouts/slideLayout13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45.xml"/><Relationship Id="rId13" Type="http://schemas.openxmlformats.org/officeDocument/2006/relationships/slideLayout" Target="../slideLayouts/slideLayout150.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slideLayout" Target="../slideLayouts/slideLayout149.xml"/><Relationship Id="rId2" Type="http://schemas.openxmlformats.org/officeDocument/2006/relationships/slideLayout" Target="../slideLayouts/slideLayout139.xml"/><Relationship Id="rId16" Type="http://schemas.openxmlformats.org/officeDocument/2006/relationships/theme" Target="../theme/theme7.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5" Type="http://schemas.openxmlformats.org/officeDocument/2006/relationships/slideLayout" Target="../slideLayouts/slideLayout152.xml"/><Relationship Id="rId10" Type="http://schemas.openxmlformats.org/officeDocument/2006/relationships/slideLayout" Target="../slideLayouts/slideLayout147.xml"/><Relationship Id="rId4" Type="http://schemas.openxmlformats.org/officeDocument/2006/relationships/slideLayout" Target="../slideLayouts/slideLayout141.xml"/><Relationship Id="rId9" Type="http://schemas.openxmlformats.org/officeDocument/2006/relationships/slideLayout" Target="../slideLayouts/slideLayout146.xml"/><Relationship Id="rId14" Type="http://schemas.openxmlformats.org/officeDocument/2006/relationships/slideLayout" Target="../slideLayouts/slideLayout15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155.xml"/><Relationship Id="rId2" Type="http://schemas.openxmlformats.org/officeDocument/2006/relationships/slideLayout" Target="../slideLayouts/slideLayout154.xml"/><Relationship Id="rId1" Type="http://schemas.openxmlformats.org/officeDocument/2006/relationships/slideLayout" Target="../slideLayouts/slideLayout153.xml"/><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63.xml"/><Relationship Id="rId13" Type="http://schemas.openxmlformats.org/officeDocument/2006/relationships/slideLayout" Target="../slideLayouts/slideLayout168.xml"/><Relationship Id="rId18" Type="http://schemas.openxmlformats.org/officeDocument/2006/relationships/slideLayout" Target="../slideLayouts/slideLayout173.xml"/><Relationship Id="rId3" Type="http://schemas.openxmlformats.org/officeDocument/2006/relationships/slideLayout" Target="../slideLayouts/slideLayout158.xml"/><Relationship Id="rId21" Type="http://schemas.openxmlformats.org/officeDocument/2006/relationships/slideLayout" Target="../slideLayouts/slideLayout176.xml"/><Relationship Id="rId7" Type="http://schemas.openxmlformats.org/officeDocument/2006/relationships/slideLayout" Target="../slideLayouts/slideLayout162.xml"/><Relationship Id="rId12" Type="http://schemas.openxmlformats.org/officeDocument/2006/relationships/slideLayout" Target="../slideLayouts/slideLayout167.xml"/><Relationship Id="rId17" Type="http://schemas.openxmlformats.org/officeDocument/2006/relationships/slideLayout" Target="../slideLayouts/slideLayout172.xml"/><Relationship Id="rId2" Type="http://schemas.openxmlformats.org/officeDocument/2006/relationships/slideLayout" Target="../slideLayouts/slideLayout157.xml"/><Relationship Id="rId16" Type="http://schemas.openxmlformats.org/officeDocument/2006/relationships/slideLayout" Target="../slideLayouts/slideLayout171.xml"/><Relationship Id="rId20" Type="http://schemas.openxmlformats.org/officeDocument/2006/relationships/slideLayout" Target="../slideLayouts/slideLayout175.xml"/><Relationship Id="rId1" Type="http://schemas.openxmlformats.org/officeDocument/2006/relationships/slideLayout" Target="../slideLayouts/slideLayout156.xml"/><Relationship Id="rId6" Type="http://schemas.openxmlformats.org/officeDocument/2006/relationships/slideLayout" Target="../slideLayouts/slideLayout161.xml"/><Relationship Id="rId11" Type="http://schemas.openxmlformats.org/officeDocument/2006/relationships/slideLayout" Target="../slideLayouts/slideLayout166.xml"/><Relationship Id="rId5" Type="http://schemas.openxmlformats.org/officeDocument/2006/relationships/slideLayout" Target="../slideLayouts/slideLayout160.xml"/><Relationship Id="rId15" Type="http://schemas.openxmlformats.org/officeDocument/2006/relationships/slideLayout" Target="../slideLayouts/slideLayout170.xml"/><Relationship Id="rId10" Type="http://schemas.openxmlformats.org/officeDocument/2006/relationships/slideLayout" Target="../slideLayouts/slideLayout165.xml"/><Relationship Id="rId19" Type="http://schemas.openxmlformats.org/officeDocument/2006/relationships/slideLayout" Target="../slideLayouts/slideLayout174.xml"/><Relationship Id="rId4" Type="http://schemas.openxmlformats.org/officeDocument/2006/relationships/slideLayout" Target="../slideLayouts/slideLayout159.xml"/><Relationship Id="rId9" Type="http://schemas.openxmlformats.org/officeDocument/2006/relationships/slideLayout" Target="../slideLayouts/slideLayout164.xml"/><Relationship Id="rId14" Type="http://schemas.openxmlformats.org/officeDocument/2006/relationships/slideLayout" Target="../slideLayouts/slideLayout169.xml"/><Relationship Id="rId2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179.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5" Type="http://schemas.openxmlformats.org/officeDocument/2006/relationships/theme" Target="../theme/theme10.xml"/><Relationship Id="rId4" Type="http://schemas.openxmlformats.org/officeDocument/2006/relationships/slideLayout" Target="../slideLayouts/slideLayout18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88.xml"/><Relationship Id="rId13" Type="http://schemas.openxmlformats.org/officeDocument/2006/relationships/theme" Target="../theme/theme11.xml"/><Relationship Id="rId3" Type="http://schemas.openxmlformats.org/officeDocument/2006/relationships/slideLayout" Target="../slideLayouts/slideLayout183.xml"/><Relationship Id="rId7" Type="http://schemas.openxmlformats.org/officeDocument/2006/relationships/slideLayout" Target="../slideLayouts/slideLayout187.xml"/><Relationship Id="rId12" Type="http://schemas.openxmlformats.org/officeDocument/2006/relationships/slideLayout" Target="../slideLayouts/slideLayout192.xml"/><Relationship Id="rId2" Type="http://schemas.openxmlformats.org/officeDocument/2006/relationships/slideLayout" Target="../slideLayouts/slideLayout182.xml"/><Relationship Id="rId1" Type="http://schemas.openxmlformats.org/officeDocument/2006/relationships/slideLayout" Target="../slideLayouts/slideLayout181.xml"/><Relationship Id="rId6" Type="http://schemas.openxmlformats.org/officeDocument/2006/relationships/slideLayout" Target="../slideLayouts/slideLayout186.xml"/><Relationship Id="rId11" Type="http://schemas.openxmlformats.org/officeDocument/2006/relationships/slideLayout" Target="../slideLayouts/slideLayout191.xml"/><Relationship Id="rId5" Type="http://schemas.openxmlformats.org/officeDocument/2006/relationships/slideLayout" Target="../slideLayouts/slideLayout185.xml"/><Relationship Id="rId10" Type="http://schemas.openxmlformats.org/officeDocument/2006/relationships/slideLayout" Target="../slideLayouts/slideLayout190.xml"/><Relationship Id="rId4" Type="http://schemas.openxmlformats.org/officeDocument/2006/relationships/slideLayout" Target="../slideLayouts/slideLayout184.xml"/><Relationship Id="rId9" Type="http://schemas.openxmlformats.org/officeDocument/2006/relationships/slideLayout" Target="../slideLayouts/slideLayout1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Tree>
    <p:extLst>
      <p:ext uri="{BB962C8B-B14F-4D97-AF65-F5344CB8AC3E}">
        <p14:creationId xmlns:p14="http://schemas.microsoft.com/office/powerpoint/2010/main" val="209530695"/>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 id="2147484068" r:id="rId12"/>
    <p:sldLayoutId id="2147484069" r:id="rId13"/>
    <p:sldLayoutId id="2147484070" r:id="rId14"/>
    <p:sldLayoutId id="2147484071" r:id="rId15"/>
    <p:sldLayoutId id="2147484072" r:id="rId16"/>
    <p:sldLayoutId id="2147484073" r:id="rId17"/>
    <p:sldLayoutId id="2147484074" r:id="rId18"/>
    <p:sldLayoutId id="2147484075" r:id="rId19"/>
    <p:sldLayoutId id="2147484076" r:id="rId20"/>
    <p:sldLayoutId id="2147484078" r:id="rId21"/>
    <p:sldLayoutId id="2147484079" r:id="rId22"/>
    <p:sldLayoutId id="2147484080" r:id="rId23"/>
    <p:sldLayoutId id="2147484081" r:id="rId24"/>
    <p:sldLayoutId id="2147484082" r:id="rId25"/>
    <p:sldLayoutId id="2147484083" r:id="rId26"/>
    <p:sldLayoutId id="2147484084" r:id="rId27"/>
    <p:sldLayoutId id="2147484085" r:id="rId28"/>
    <p:sldLayoutId id="2147484086" r:id="rId29"/>
    <p:sldLayoutId id="2147484087" r:id="rId30"/>
    <p:sldLayoutId id="2147484088" r:id="rId31"/>
    <p:sldLayoutId id="2147484089" r:id="rId32"/>
    <p:sldLayoutId id="2147484090" r:id="rId33"/>
    <p:sldLayoutId id="2147484092" r:id="rId34"/>
    <p:sldLayoutId id="2147484093" r:id="rId35"/>
    <p:sldLayoutId id="2147484094" r:id="rId36"/>
    <p:sldLayoutId id="2147484095" r:id="rId37"/>
    <p:sldLayoutId id="2147484096" r:id="rId38"/>
    <p:sldLayoutId id="2147484097" r:id="rId39"/>
    <p:sldLayoutId id="2147484098" r:id="rId40"/>
    <p:sldLayoutId id="2147484099" r:id="rId41"/>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6" orient="horz" pos="3792">
          <p15:clr>
            <a:srgbClr val="F26B43"/>
          </p15:clr>
        </p15:guide>
        <p15:guide id="19" orient="horz" pos="744">
          <p15:clr>
            <a:srgbClr val="FDE53C"/>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90987555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872" r:id="rId5"/>
    <p:sldLayoutId id="2147483871" r:id="rId6"/>
    <p:sldLayoutId id="2147483740" r:id="rId7"/>
    <p:sldLayoutId id="2147483741" r:id="rId8"/>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1" name="Footer Placeholder">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256870532"/>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5" r:id="rId3"/>
    <p:sldLayoutId id="2147483746" r:id="rId4"/>
    <p:sldLayoutId id="2147483869" r:id="rId5"/>
    <p:sldLayoutId id="2147483747" r:id="rId6"/>
    <p:sldLayoutId id="2147483749" r:id="rId7"/>
    <p:sldLayoutId id="2147483748" r:id="rId8"/>
    <p:sldLayoutId id="2147483870" r:id="rId9"/>
    <p:sldLayoutId id="2147483750" r:id="rId10"/>
    <p:sldLayoutId id="2147483751" r:id="rId11"/>
    <p:sldLayoutId id="2147483744" r:id="rId12"/>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241150471"/>
      </p:ext>
    </p:extLst>
  </p:cSld>
  <p:clrMap bg1="lt1" tx1="dk1" bg2="lt2" tx2="dk2" accent1="accent1" accent2="accent2" accent3="accent3" accent4="accent4" accent5="accent5" accent6="accent6" hlink="hlink" folHlink="folHlink"/>
  <p:sldLayoutIdLst>
    <p:sldLayoutId id="2147483724" r:id="rId1"/>
    <p:sldLayoutId id="2147483733" r:id="rId2"/>
    <p:sldLayoutId id="2147483760" r:id="rId3"/>
    <p:sldLayoutId id="2147483729" r:id="rId4"/>
    <p:sldLayoutId id="2147483732" r:id="rId5"/>
    <p:sldLayoutId id="2147483763" r:id="rId6"/>
    <p:sldLayoutId id="2147483868" r:id="rId7"/>
    <p:sldLayoutId id="2147483764" r:id="rId8"/>
    <p:sldLayoutId id="2147483765" r:id="rId9"/>
    <p:sldLayoutId id="2147483727" r:id="rId10"/>
    <p:sldLayoutId id="2147483728" r:id="rId11"/>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471652931"/>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 id="2147484006" r:id="rId12"/>
    <p:sldLayoutId id="2147484007" r:id="rId13"/>
    <p:sldLayoutId id="2147484008" r:id="rId14"/>
    <p:sldLayoutId id="2147484009" r:id="rId15"/>
    <p:sldLayoutId id="2147484010" r:id="rId16"/>
    <p:sldLayoutId id="2147484011" r:id="rId17"/>
    <p:sldLayoutId id="2147484012" r:id="rId18"/>
    <p:sldLayoutId id="2147484013" r:id="rId19"/>
    <p:sldLayoutId id="2147484014" r:id="rId20"/>
    <p:sldLayoutId id="2147484015" r:id="rId21"/>
    <p:sldLayoutId id="2147484016" r:id="rId22"/>
    <p:sldLayoutId id="2147484017" r:id="rId23"/>
    <p:sldLayoutId id="2147484018" r:id="rId24"/>
    <p:sldLayoutId id="2147484019" r:id="rId25"/>
    <p:sldLayoutId id="2147484020" r:id="rId26"/>
    <p:sldLayoutId id="2147484021" r:id="rId27"/>
    <p:sldLayoutId id="2147484022" r:id="rId28"/>
    <p:sldLayoutId id="2147484023" r:id="rId29"/>
    <p:sldLayoutId id="2147484024" r:id="rId30"/>
    <p:sldLayoutId id="2147484025" r:id="rId31"/>
    <p:sldLayoutId id="2147484026" r:id="rId32"/>
    <p:sldLayoutId id="2147484027" r:id="rId33"/>
    <p:sldLayoutId id="2147484028" r:id="rId34"/>
    <p:sldLayoutId id="2147484029" r:id="rId35"/>
    <p:sldLayoutId id="2147484030" r:id="rId36"/>
    <p:sldLayoutId id="2147484031" r:id="rId37"/>
    <p:sldLayoutId id="2147484032" r:id="rId38"/>
    <p:sldLayoutId id="2147484033" r:id="rId39"/>
    <p:sldLayoutId id="2147484034" r:id="rId40"/>
    <p:sldLayoutId id="2147484035" r:id="rId41"/>
    <p:sldLayoutId id="2147484036" r:id="rId42"/>
    <p:sldLayoutId id="2147484037" r:id="rId43"/>
    <p:sldLayoutId id="2147484038" r:id="rId44"/>
    <p:sldLayoutId id="2147484039" r:id="rId45"/>
    <p:sldLayoutId id="2147484040" r:id="rId46"/>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3612007803"/>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 id="2147483858" r:id="rId13"/>
    <p:sldLayoutId id="2147483859" r:id="rId14"/>
    <p:sldLayoutId id="2147483860" r:id="rId15"/>
    <p:sldLayoutId id="2147483861" r:id="rId16"/>
    <p:sldLayoutId id="2147483862" r:id="rId17"/>
    <p:sldLayoutId id="2147483863" r:id="rId18"/>
    <p:sldLayoutId id="2147483864" r:id="rId19"/>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250510847"/>
      </p:ext>
    </p:extLst>
  </p:cSld>
  <p:clrMap bg1="lt1" tx1="dk1" bg2="lt2" tx2="dk2" accent1="accent1" accent2="accent2" accent3="accent3" accent4="accent4" accent5="accent5" accent6="accent6" hlink="hlink" folHlink="folHlink"/>
  <p:sldLayoutIdLst>
    <p:sldLayoutId id="2147483964" r:id="rId1"/>
    <p:sldLayoutId id="2147483982" r:id="rId2"/>
    <p:sldLayoutId id="2147483966" r:id="rId3"/>
    <p:sldLayoutId id="2147483968" r:id="rId4"/>
    <p:sldLayoutId id="2147483969" r:id="rId5"/>
    <p:sldLayoutId id="2147483974" r:id="rId6"/>
    <p:sldLayoutId id="2147483975" r:id="rId7"/>
    <p:sldLayoutId id="2147483976" r:id="rId8"/>
    <p:sldLayoutId id="2147483977" r:id="rId9"/>
    <p:sldLayoutId id="2147483980" r:id="rId10"/>
    <p:sldLayoutId id="2147484045" r:id="rId11"/>
    <p:sldLayoutId id="2147484046" r:id="rId12"/>
    <p:sldLayoutId id="2147484047" r:id="rId13"/>
    <p:sldLayoutId id="2147484048" r:id="rId14"/>
    <p:sldLayoutId id="2147484049" r:id="rId15"/>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592648197"/>
      </p:ext>
    </p:extLst>
  </p:cSld>
  <p:clrMap bg1="lt1" tx1="dk1" bg2="lt2" tx2="dk2" accent1="accent1" accent2="accent2" accent3="accent3" accent4="accent4" accent5="accent5" accent6="accent6" hlink="hlink" folHlink="folHlink"/>
  <p:sldLayoutIdLst>
    <p:sldLayoutId id="2147484042" r:id="rId1"/>
    <p:sldLayoutId id="2147484043" r:id="rId2"/>
    <p:sldLayoutId id="2147484044" r:id="rId3"/>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3095637406"/>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65" r:id="rId17"/>
    <p:sldLayoutId id="2147483845" r:id="rId18"/>
    <p:sldLayoutId id="2147483827" r:id="rId19"/>
    <p:sldLayoutId id="2147484052" r:id="rId20"/>
    <p:sldLayoutId id="2147483828" r:id="rId21"/>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963026167"/>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2099132603"/>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3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371276-8241-4C46-A1B7-0B073C788B07}"/>
              </a:ext>
            </a:extLst>
          </p:cNvPr>
          <p:cNvSpPr>
            <a:spLocks noGrp="1"/>
          </p:cNvSpPr>
          <p:nvPr>
            <p:ph type="body" sz="quarter" idx="23"/>
          </p:nvPr>
        </p:nvSpPr>
        <p:spPr>
          <a:xfrm flipH="1">
            <a:off x="1123949" y="0"/>
            <a:ext cx="9944101" cy="6858000"/>
          </a:xfrm>
        </p:spPr>
        <p:txBody>
          <a:bodyPr/>
          <a:lstStyle/>
          <a:p>
            <a:pPr marL="0" indent="0">
              <a:buNone/>
            </a:pPr>
            <a:r>
              <a:rPr lang="en-US" dirty="0">
                <a:solidFill>
                  <a:srgbClr val="4D148C"/>
                </a:solidFill>
              </a:rPr>
              <a:t>Charts and graphs</a:t>
            </a:r>
          </a:p>
          <a:p>
            <a:pPr marL="0" lvl="2" indent="0">
              <a:lnSpc>
                <a:spcPct val="150000"/>
              </a:lnSpc>
              <a:buNone/>
            </a:pPr>
            <a:r>
              <a:rPr lang="en-US" sz="1400" dirty="0">
                <a:latin typeface="+mn-lt"/>
                <a:ea typeface="FedEx Sans App" panose="020B0603020203020204" pitchFamily="34" charset="0"/>
                <a:cs typeface="FedEx Sans App" panose="020B0603020203020204" pitchFamily="34" charset="0"/>
              </a:rPr>
              <a:t>Charts or graphs can be used to show relationships between data points and quickly communicate information visually. Pie charts, bar charts, and line graphs are all popular choices, but many other options exist as well. The best chart or graph for your needs depends on what you aim to communicate. You can make a chart in PowerPoint or Excel. If you have a large volume of data to represent, you can create your chart in Excel first, and then copy it into your presentation. When building your chart in PowerPoint, click the media box where you wish to insert your chart or graph and choose the option that will best display your data (pie chart, bar graph, line graph, etc.). If there is not a media box for you to click, navigate to the Insert tab and click Charts; a drop-down menu will appear with options for you to choose from. </a:t>
            </a:r>
          </a:p>
        </p:txBody>
      </p:sp>
      <p:sp>
        <p:nvSpPr>
          <p:cNvPr id="4" name="Slide Number Placeholder 3">
            <a:extLst>
              <a:ext uri="{FF2B5EF4-FFF2-40B4-BE49-F238E27FC236}">
                <a16:creationId xmlns:a16="http://schemas.microsoft.com/office/drawing/2014/main" id="{EABE0DCC-C777-9049-BC6F-77742626096D}"/>
              </a:ext>
            </a:extLst>
          </p:cNvPr>
          <p:cNvSpPr>
            <a:spLocks noGrp="1"/>
          </p:cNvSpPr>
          <p:nvPr>
            <p:ph type="sldNum" sz="quarter" idx="25"/>
          </p:nvPr>
        </p:nvSpPr>
        <p:spPr>
          <a:xfrm>
            <a:off x="9982200" y="6374929"/>
            <a:ext cx="1638300" cy="219635"/>
          </a:xfrm>
        </p:spPr>
        <p:txBody>
          <a:bodyPr/>
          <a:lstStyle/>
          <a:p>
            <a:pPr defTabSz="1314450"/>
            <a:r>
              <a:rPr lang="en-US" dirty="0">
                <a:latin typeface="FedEx Sans App Condensed" panose="020B0606020203020204" pitchFamily="34" charset="0"/>
                <a:ea typeface="FedEx Sans App Condensed" panose="020B0606020203020204" pitchFamily="34" charset="0"/>
                <a:cs typeface="FedEx Sans App Condensed" panose="020B0606020203020204" pitchFamily="34" charset="0"/>
              </a:rPr>
              <a:t>	</a:t>
            </a:r>
            <a:endParaRPr lang="en-US" dirty="0">
              <a:latin typeface="+mn-lt"/>
              <a:ea typeface="FedEx Sans App Condensed" panose="020B0606020203020204" pitchFamily="34" charset="0"/>
              <a:cs typeface="FedEx Sans App Condensed" panose="020B0606020203020204" pitchFamily="34" charset="0"/>
            </a:endParaRPr>
          </a:p>
        </p:txBody>
      </p:sp>
      <p:sp>
        <p:nvSpPr>
          <p:cNvPr id="6" name="Footer Placeholder 2">
            <a:extLst>
              <a:ext uri="{FF2B5EF4-FFF2-40B4-BE49-F238E27FC236}">
                <a16:creationId xmlns:a16="http://schemas.microsoft.com/office/drawing/2014/main" id="{2DA882D6-268B-4D0A-B233-B82660862F4C}"/>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2303950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0D5862D8-D454-8D4F-B6E2-11DBF81D9EAD}"/>
              </a:ext>
            </a:extLst>
          </p:cNvPr>
          <p:cNvSpPr>
            <a:spLocks noGrp="1"/>
          </p:cNvSpPr>
          <p:nvPr>
            <p:ph type="body" orient="vert" idx="1"/>
          </p:nvPr>
        </p:nvSpPr>
        <p:spPr>
          <a:xfrm>
            <a:off x="576073" y="504193"/>
            <a:ext cx="5777102" cy="5506082"/>
          </a:xfrm>
        </p:spPr>
        <p:txBody>
          <a:bodyPr>
            <a:normAutofit fontScale="47500" lnSpcReduction="20000"/>
          </a:bodyPr>
          <a:lstStyle/>
          <a:p>
            <a:pPr marL="0" lvl="0" indent="0">
              <a:lnSpc>
                <a:spcPct val="110000"/>
              </a:lnSpc>
              <a:spcBef>
                <a:spcPts val="0"/>
              </a:spcBef>
              <a:buSzTx/>
              <a:buNone/>
              <a:defRPr/>
            </a:pPr>
            <a:r>
              <a:rPr lang="en-US" sz="80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How to use expressive</a:t>
            </a:r>
            <a:br>
              <a:rPr lang="en-US" sz="80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br>
            <a:r>
              <a:rPr lang="en-US" sz="80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color values</a:t>
            </a:r>
          </a:p>
          <a:p>
            <a:pPr marL="0" lvl="0" indent="0">
              <a:lnSpc>
                <a:spcPct val="150000"/>
              </a:lnSpc>
              <a:spcBef>
                <a:spcPts val="0"/>
              </a:spcBef>
              <a:buSzTx/>
              <a:buNone/>
              <a:defRPr/>
            </a:pPr>
            <a:r>
              <a:rPr lang="en-US" sz="2300" dirty="0">
                <a:ea typeface="FedEx Sans App" panose="020B0603020203020204" pitchFamily="34" charset="0"/>
                <a:cs typeface="FedEx Sans App" panose="020B0603020203020204" pitchFamily="34" charset="0"/>
              </a:rPr>
              <a:t>The largest part of your chart should be purple, followed by the solid spectrum colors within the gradient, and then the tinted colors as shown in the chart.</a:t>
            </a:r>
          </a:p>
          <a:p>
            <a:pPr marL="0" lvl="0" indent="0">
              <a:lnSpc>
                <a:spcPct val="150000"/>
              </a:lnSpc>
              <a:spcBef>
                <a:spcPts val="0"/>
              </a:spcBef>
              <a:buSzTx/>
              <a:buNone/>
              <a:defRPr/>
            </a:pPr>
            <a:r>
              <a:rPr lang="en-US" sz="2300" dirty="0">
                <a:solidFill>
                  <a:srgbClr val="4D148C"/>
                </a:solidFill>
                <a:latin typeface="FedEx Sans Medium" panose="020B0703020203020204" pitchFamily="34" charset="0"/>
                <a:ea typeface="FedEx Sans Medium" panose="020B0703020203020204" pitchFamily="34" charset="0"/>
                <a:cs typeface="FedEx Sans Medium" panose="020B0703020203020204" pitchFamily="34" charset="0"/>
              </a:rPr>
              <a:t>COLOR ORDER</a:t>
            </a:r>
          </a:p>
          <a:p>
            <a:pPr marL="342900" lvl="0" indent="-342900">
              <a:lnSpc>
                <a:spcPct val="150000"/>
              </a:lnSpc>
              <a:spcBef>
                <a:spcPts val="0"/>
              </a:spcBef>
              <a:buSzTx/>
              <a:buFont typeface="Arial" panose="020B0604020202020204" pitchFamily="34" charset="0"/>
              <a:buChar char="•"/>
              <a:defRPr/>
            </a:pPr>
            <a:r>
              <a:rPr lang="en-US" sz="2300" dirty="0">
                <a:ea typeface="FedEx Sans App" panose="020B0603020203020204" pitchFamily="34" charset="0"/>
                <a:cs typeface="FedEx Sans App" panose="020B0603020203020204" pitchFamily="34" charset="0"/>
              </a:rPr>
              <a:t>For 1 color, use color 1 or 9</a:t>
            </a:r>
          </a:p>
          <a:p>
            <a:pPr marL="342900" lvl="0" indent="-342900">
              <a:lnSpc>
                <a:spcPct val="150000"/>
              </a:lnSpc>
              <a:spcBef>
                <a:spcPts val="0"/>
              </a:spcBef>
              <a:buSzTx/>
              <a:buFont typeface="Arial" panose="020B0604020202020204" pitchFamily="34" charset="0"/>
              <a:buChar char="•"/>
              <a:defRPr/>
            </a:pPr>
            <a:r>
              <a:rPr lang="en-US" sz="2300" dirty="0">
                <a:ea typeface="FedEx Sans App" panose="020B0603020203020204" pitchFamily="34" charset="0"/>
                <a:cs typeface="FedEx Sans App" panose="020B0603020203020204" pitchFamily="34" charset="0"/>
              </a:rPr>
              <a:t>For 2 colors, use colors 1 and 9</a:t>
            </a:r>
          </a:p>
          <a:p>
            <a:pPr marL="342900" lvl="0" indent="-342900">
              <a:lnSpc>
                <a:spcPct val="150000"/>
              </a:lnSpc>
              <a:spcBef>
                <a:spcPts val="0"/>
              </a:spcBef>
              <a:buSzTx/>
              <a:buFont typeface="Arial" panose="020B0604020202020204" pitchFamily="34" charset="0"/>
              <a:buChar char="•"/>
              <a:defRPr/>
            </a:pPr>
            <a:r>
              <a:rPr lang="en-US" sz="2300" dirty="0">
                <a:ea typeface="FedEx Sans App" panose="020B0603020203020204" pitchFamily="34" charset="0"/>
                <a:cs typeface="FedEx Sans App" panose="020B0603020203020204" pitchFamily="34" charset="0"/>
              </a:rPr>
              <a:t>For 3 colors, use colors 1, 3, and 9</a:t>
            </a:r>
          </a:p>
          <a:p>
            <a:pPr marL="342900" lvl="0" indent="-342900">
              <a:lnSpc>
                <a:spcPct val="150000"/>
              </a:lnSpc>
              <a:spcBef>
                <a:spcPts val="0"/>
              </a:spcBef>
              <a:buSzTx/>
              <a:buFont typeface="Arial" panose="020B0604020202020204" pitchFamily="34" charset="0"/>
              <a:buChar char="•"/>
              <a:defRPr/>
            </a:pPr>
            <a:r>
              <a:rPr lang="en-US" sz="2300" dirty="0">
                <a:ea typeface="FedEx Sans App" panose="020B0603020203020204" pitchFamily="34" charset="0"/>
                <a:cs typeface="FedEx Sans App" panose="020B0603020203020204" pitchFamily="34" charset="0"/>
              </a:rPr>
              <a:t>For 4 colors, use colors 1, 3, 5, and 9</a:t>
            </a:r>
          </a:p>
          <a:p>
            <a:pPr marL="342900" lvl="0" indent="-342900">
              <a:lnSpc>
                <a:spcPct val="150000"/>
              </a:lnSpc>
              <a:spcBef>
                <a:spcPts val="0"/>
              </a:spcBef>
              <a:buSzTx/>
              <a:buFont typeface="Arial" panose="020B0604020202020204" pitchFamily="34" charset="0"/>
              <a:buChar char="•"/>
              <a:defRPr/>
            </a:pPr>
            <a:r>
              <a:rPr lang="en-US" sz="2300" dirty="0">
                <a:ea typeface="FedEx Sans App" panose="020B0603020203020204" pitchFamily="34" charset="0"/>
                <a:cs typeface="FedEx Sans App" panose="020B0603020203020204" pitchFamily="34" charset="0"/>
              </a:rPr>
              <a:t>For 5 colors, use colors 1, 3, 5, 7, and 9</a:t>
            </a:r>
          </a:p>
          <a:p>
            <a:pPr marL="342900" lvl="0" indent="-342900">
              <a:lnSpc>
                <a:spcPct val="150000"/>
              </a:lnSpc>
              <a:spcBef>
                <a:spcPts val="0"/>
              </a:spcBef>
              <a:buSzTx/>
              <a:buFont typeface="Arial" panose="020B0604020202020204" pitchFamily="34" charset="0"/>
              <a:buChar char="•"/>
              <a:defRPr/>
            </a:pPr>
            <a:r>
              <a:rPr lang="en-US" sz="2300" dirty="0">
                <a:ea typeface="FedEx Sans App" panose="020B0603020203020204" pitchFamily="34" charset="0"/>
                <a:cs typeface="FedEx Sans App" panose="020B0603020203020204" pitchFamily="34" charset="0"/>
              </a:rPr>
              <a:t>For 6 + colors, use colors 1, 3, 4, 5, 7, and 9, and then continue using the colors within the spectrum (in chart) as needed. </a:t>
            </a:r>
          </a:p>
          <a:p>
            <a:pPr marL="0" lvl="0" indent="0">
              <a:lnSpc>
                <a:spcPct val="150000"/>
              </a:lnSpc>
              <a:spcBef>
                <a:spcPts val="0"/>
              </a:spcBef>
              <a:buSzTx/>
              <a:buNone/>
              <a:defRPr/>
            </a:pPr>
            <a:r>
              <a:rPr lang="en-US" sz="2300" dirty="0">
                <a:ea typeface="FedEx Sans App" panose="020B0603020203020204" pitchFamily="34" charset="0"/>
                <a:cs typeface="FedEx Sans App" panose="020B0603020203020204" pitchFamily="34" charset="0"/>
              </a:rPr>
              <a:t>Shades of gray may also be used instead of core or gradient colors, or if 14+ colors are needed. Note that contrasting the colors within the gradient spectrum is acceptable to distinguish between points when more than 9 colors are being displayed.</a:t>
            </a:r>
          </a:p>
        </p:txBody>
      </p:sp>
      <p:sp>
        <p:nvSpPr>
          <p:cNvPr id="6" name="Slide Number Placeholder 5">
            <a:extLst>
              <a:ext uri="{FF2B5EF4-FFF2-40B4-BE49-F238E27FC236}">
                <a16:creationId xmlns:a16="http://schemas.microsoft.com/office/drawing/2014/main" id="{4093687A-CB2C-F442-B6F3-1BA631630C30}"/>
              </a:ext>
            </a:extLst>
          </p:cNvPr>
          <p:cNvSpPr>
            <a:spLocks noGrp="1"/>
          </p:cNvSpPr>
          <p:nvPr>
            <p:ph type="sldNum" sz="quarter" idx="12"/>
          </p:nvPr>
        </p:nvSpPr>
        <p:spPr>
          <a:xfrm>
            <a:off x="9982200" y="6374929"/>
            <a:ext cx="1638300" cy="219635"/>
          </a:xfrm>
        </p:spPr>
        <p:txBody>
          <a:bodyPr/>
          <a:lstStyle/>
          <a:p>
            <a:pPr algn="r"/>
            <a:r>
              <a:rPr lang="en-US" sz="1000" dirty="0">
                <a:solidFill>
                  <a:schemeClr val="bg1">
                    <a:lumMod val="50000"/>
                  </a:schemeClr>
                </a:solidFill>
                <a:latin typeface="+mn-lt"/>
                <a:ea typeface="FedEx Sans App Condensed" panose="020B0606020203020204" pitchFamily="34" charset="0"/>
                <a:cs typeface="FedEx Sans App Condensed" panose="020B0606020203020204" pitchFamily="34" charset="0"/>
              </a:rPr>
              <a:t>2</a:t>
            </a:r>
          </a:p>
        </p:txBody>
      </p:sp>
      <p:sp>
        <p:nvSpPr>
          <p:cNvPr id="8" name="Rectangle 7">
            <a:extLst>
              <a:ext uri="{FF2B5EF4-FFF2-40B4-BE49-F238E27FC236}">
                <a16:creationId xmlns:a16="http://schemas.microsoft.com/office/drawing/2014/main" id="{35D8FA83-2DC9-EC42-8CC2-5848F839683E}"/>
              </a:ext>
            </a:extLst>
          </p:cNvPr>
          <p:cNvSpPr/>
          <p:nvPr/>
        </p:nvSpPr>
        <p:spPr>
          <a:xfrm>
            <a:off x="0" y="6741168"/>
            <a:ext cx="12191999" cy="158395"/>
          </a:xfrm>
          <a:prstGeom prst="rect">
            <a:avLst/>
          </a:prstGeom>
          <a:gradFill>
            <a:gsLst>
              <a:gs pos="0">
                <a:schemeClr val="tx2"/>
              </a:gs>
              <a:gs pos="33000">
                <a:schemeClr val="accent1"/>
              </a:gs>
              <a:gs pos="100000">
                <a:schemeClr val="bg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72539764-ECEC-7F43-AF53-0708CA353D4A}"/>
              </a:ext>
            </a:extLst>
          </p:cNvPr>
          <p:cNvGraphicFramePr>
            <a:graphicFrameLocks noGrp="1"/>
          </p:cNvGraphicFramePr>
          <p:nvPr/>
        </p:nvGraphicFramePr>
        <p:xfrm>
          <a:off x="7853062" y="994953"/>
          <a:ext cx="3568344" cy="4882724"/>
        </p:xfrm>
        <a:graphic>
          <a:graphicData uri="http://schemas.openxmlformats.org/drawingml/2006/table">
            <a:tbl>
              <a:tblPr firstRow="1" bandRow="1">
                <a:tableStyleId>{5C22544A-7EE6-4342-B048-85BDC9FD1C3A}</a:tableStyleId>
              </a:tblPr>
              <a:tblGrid>
                <a:gridCol w="1440822">
                  <a:extLst>
                    <a:ext uri="{9D8B030D-6E8A-4147-A177-3AD203B41FA5}">
                      <a16:colId xmlns:a16="http://schemas.microsoft.com/office/drawing/2014/main" val="478365855"/>
                    </a:ext>
                  </a:extLst>
                </a:gridCol>
                <a:gridCol w="709174">
                  <a:extLst>
                    <a:ext uri="{9D8B030D-6E8A-4147-A177-3AD203B41FA5}">
                      <a16:colId xmlns:a16="http://schemas.microsoft.com/office/drawing/2014/main" val="551267704"/>
                    </a:ext>
                  </a:extLst>
                </a:gridCol>
                <a:gridCol w="709174">
                  <a:extLst>
                    <a:ext uri="{9D8B030D-6E8A-4147-A177-3AD203B41FA5}">
                      <a16:colId xmlns:a16="http://schemas.microsoft.com/office/drawing/2014/main" val="1482383390"/>
                    </a:ext>
                  </a:extLst>
                </a:gridCol>
                <a:gridCol w="709174">
                  <a:extLst>
                    <a:ext uri="{9D8B030D-6E8A-4147-A177-3AD203B41FA5}">
                      <a16:colId xmlns:a16="http://schemas.microsoft.com/office/drawing/2014/main" val="1772546790"/>
                    </a:ext>
                  </a:extLst>
                </a:gridCol>
              </a:tblGrid>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#4D148C</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77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140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512364"/>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#671CAA</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170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362507"/>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#7D22C3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125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34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195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9840476"/>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#932DA2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147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45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162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7245820"/>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#A63685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166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54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133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7342620"/>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#B83F6A</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184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63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106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1554382"/>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#C74755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199</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71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85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7816105"/>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#E45528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228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85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40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1758117"/>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#FF6200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255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102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6751519"/>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#825BAF</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130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91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175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3960786"/>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#A464DS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164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100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213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2669008"/>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#C172AA</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193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114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170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5938149"/>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#D87E88</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216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126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136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1579486"/>
                  </a:ext>
                </a:extLst>
              </a:tr>
              <a:tr h="348766">
                <a:tc>
                  <a:txBody>
                    <a:bodyPr/>
                    <a:lstStyle/>
                    <a:p>
                      <a:pPr algn="ct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#FF914D</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255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145</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100000"/>
                        </a:lnSpc>
                      </a:pPr>
                      <a:r>
                        <a:rPr lang="en-US" sz="1400" b="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77</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223636"/>
                  </a:ext>
                </a:extLst>
              </a:tr>
            </a:tbl>
          </a:graphicData>
        </a:graphic>
      </p:graphicFrame>
      <p:sp>
        <p:nvSpPr>
          <p:cNvPr id="11" name="TextBox 10">
            <a:extLst>
              <a:ext uri="{FF2B5EF4-FFF2-40B4-BE49-F238E27FC236}">
                <a16:creationId xmlns:a16="http://schemas.microsoft.com/office/drawing/2014/main" id="{006FC3B0-A9AC-EE40-81C9-5981D7A6ED4B}"/>
              </a:ext>
            </a:extLst>
          </p:cNvPr>
          <p:cNvSpPr txBox="1"/>
          <p:nvPr/>
        </p:nvSpPr>
        <p:spPr>
          <a:xfrm>
            <a:off x="8157493" y="657393"/>
            <a:ext cx="319831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36669">
                    <a:lumMod val="75000"/>
                  </a:srgbClr>
                </a:solidFill>
                <a:effectLst/>
                <a:uLnTx/>
                <a:uFillTx/>
                <a:latin typeface="FedEx Sans Medium"/>
                <a:ea typeface="FedEx Sans Light" panose="020B0403020203020204" pitchFamily="34" charset="0"/>
                <a:cs typeface="FedEx Sans Light" panose="020B0403020203020204" pitchFamily="34" charset="0"/>
              </a:rPr>
              <a:t>   HEX	            R             G            B</a:t>
            </a:r>
          </a:p>
        </p:txBody>
      </p:sp>
      <p:grpSp>
        <p:nvGrpSpPr>
          <p:cNvPr id="12" name="Group 11">
            <a:extLst>
              <a:ext uri="{FF2B5EF4-FFF2-40B4-BE49-F238E27FC236}">
                <a16:creationId xmlns:a16="http://schemas.microsoft.com/office/drawing/2014/main" id="{851F76C5-051D-244A-8CA1-59289341997A}"/>
              </a:ext>
            </a:extLst>
          </p:cNvPr>
          <p:cNvGrpSpPr/>
          <p:nvPr/>
        </p:nvGrpSpPr>
        <p:grpSpPr>
          <a:xfrm>
            <a:off x="7337588" y="977216"/>
            <a:ext cx="653373" cy="5109091"/>
            <a:chOff x="6546080" y="1583971"/>
            <a:chExt cx="653373" cy="5109091"/>
          </a:xfrm>
        </p:grpSpPr>
        <p:sp>
          <p:nvSpPr>
            <p:cNvPr id="13" name="TextBox 12">
              <a:extLst>
                <a:ext uri="{FF2B5EF4-FFF2-40B4-BE49-F238E27FC236}">
                  <a16:creationId xmlns:a16="http://schemas.microsoft.com/office/drawing/2014/main" id="{09A8E2A9-5B2D-8243-A633-7AF3A61D982D}"/>
                </a:ext>
              </a:extLst>
            </p:cNvPr>
            <p:cNvSpPr txBox="1"/>
            <p:nvPr/>
          </p:nvSpPr>
          <p:spPr>
            <a:xfrm>
              <a:off x="6546080" y="1583971"/>
              <a:ext cx="405945" cy="5109091"/>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1</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2</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3</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4</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5</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6</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7</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8</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9</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10</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636669">
                      <a:lumMod val="75000"/>
                    </a:srgbClr>
                  </a:solidFill>
                  <a:latin typeface="FedEx Sans Light" panose="020B0403020203020204" pitchFamily="34" charset="0"/>
                  <a:ea typeface="FedEx Sans Light" panose="020B0403020203020204" pitchFamily="34" charset="0"/>
                  <a:cs typeface="FedEx Sans Light" panose="020B0403020203020204" pitchFamily="34" charset="0"/>
                </a:rPr>
                <a:t>11</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800" dirty="0">
                <a:solidFill>
                  <a:srgbClr val="636669">
                    <a:lumMod val="75000"/>
                  </a:srgbClr>
                </a:solidFill>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12</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sz="900" dirty="0">
                <a:solidFill>
                  <a:srgbClr val="636669">
                    <a:lumMod val="75000"/>
                  </a:srgbClr>
                </a:solidFill>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en-US" sz="1400" dirty="0">
                  <a:solidFill>
                    <a:srgbClr val="636669">
                      <a:lumMod val="75000"/>
                    </a:srgbClr>
                  </a:solidFill>
                  <a:latin typeface="FedEx Sans Light" panose="020B0403020203020204" pitchFamily="34" charset="0"/>
                  <a:ea typeface="FedEx Sans Light" panose="020B0403020203020204" pitchFamily="34" charset="0"/>
                  <a:cs typeface="FedEx Sans Light" panose="020B0403020203020204" pitchFamily="34" charset="0"/>
                </a:rPr>
                <a:t>13</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636669">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rPr>
                <a:t>14</a:t>
              </a:r>
            </a:p>
          </p:txBody>
        </p:sp>
        <p:grpSp>
          <p:nvGrpSpPr>
            <p:cNvPr id="14" name="Group 13">
              <a:extLst>
                <a:ext uri="{FF2B5EF4-FFF2-40B4-BE49-F238E27FC236}">
                  <a16:creationId xmlns:a16="http://schemas.microsoft.com/office/drawing/2014/main" id="{AD246AA4-BC87-CB4E-A2DE-7A354812AEE8}"/>
                </a:ext>
              </a:extLst>
            </p:cNvPr>
            <p:cNvGrpSpPr/>
            <p:nvPr/>
          </p:nvGrpSpPr>
          <p:grpSpPr>
            <a:xfrm>
              <a:off x="6932661" y="1606373"/>
              <a:ext cx="266792" cy="4887584"/>
              <a:chOff x="6932661" y="1596848"/>
              <a:chExt cx="266792" cy="4887584"/>
            </a:xfrm>
          </p:grpSpPr>
          <p:grpSp>
            <p:nvGrpSpPr>
              <p:cNvPr id="15" name="Group 14">
                <a:extLst>
                  <a:ext uri="{FF2B5EF4-FFF2-40B4-BE49-F238E27FC236}">
                    <a16:creationId xmlns:a16="http://schemas.microsoft.com/office/drawing/2014/main" id="{A4D9A676-E04A-7B4A-8229-EE407CC98485}"/>
                  </a:ext>
                </a:extLst>
              </p:cNvPr>
              <p:cNvGrpSpPr/>
              <p:nvPr/>
            </p:nvGrpSpPr>
            <p:grpSpPr>
              <a:xfrm>
                <a:off x="6932661" y="1596848"/>
                <a:ext cx="266792" cy="3136011"/>
                <a:chOff x="10040060" y="2121708"/>
                <a:chExt cx="262904" cy="3090319"/>
              </a:xfrm>
            </p:grpSpPr>
            <p:sp>
              <p:nvSpPr>
                <p:cNvPr id="21" name="Rectangle 20">
                  <a:extLst>
                    <a:ext uri="{FF2B5EF4-FFF2-40B4-BE49-F238E27FC236}">
                      <a16:creationId xmlns:a16="http://schemas.microsoft.com/office/drawing/2014/main" id="{3B79D173-5189-5E4B-992C-29049606B3BF}"/>
                    </a:ext>
                  </a:extLst>
                </p:cNvPr>
                <p:cNvSpPr/>
                <p:nvPr/>
              </p:nvSpPr>
              <p:spPr>
                <a:xfrm>
                  <a:off x="10040979" y="3524609"/>
                  <a:ext cx="261985" cy="324040"/>
                </a:xfrm>
                <a:prstGeom prst="rect">
                  <a:avLst/>
                </a:prstGeom>
                <a:solidFill>
                  <a:srgbClr val="A6368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D742855A-100E-C64B-80FD-08469E78FD73}"/>
                    </a:ext>
                  </a:extLst>
                </p:cNvPr>
                <p:cNvSpPr/>
                <p:nvPr/>
              </p:nvSpPr>
              <p:spPr>
                <a:xfrm>
                  <a:off x="10040060" y="2817862"/>
                  <a:ext cx="261985" cy="317681"/>
                </a:xfrm>
                <a:prstGeom prst="rect">
                  <a:avLst/>
                </a:prstGeom>
                <a:solidFill>
                  <a:srgbClr val="7D22C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3" name="Rectangle 22">
                  <a:extLst>
                    <a:ext uri="{FF2B5EF4-FFF2-40B4-BE49-F238E27FC236}">
                      <a16:creationId xmlns:a16="http://schemas.microsoft.com/office/drawing/2014/main" id="{A05513A4-645D-8642-B6DD-866DD5380AA3}"/>
                    </a:ext>
                  </a:extLst>
                </p:cNvPr>
                <p:cNvSpPr/>
                <p:nvPr/>
              </p:nvSpPr>
              <p:spPr>
                <a:xfrm>
                  <a:off x="10041898" y="4891699"/>
                  <a:ext cx="261066" cy="320328"/>
                </a:xfrm>
                <a:prstGeom prst="rect">
                  <a:avLst/>
                </a:prstGeom>
                <a:solidFill>
                  <a:srgbClr val="FF66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4" name="Rectangle 23">
                  <a:extLst>
                    <a:ext uri="{FF2B5EF4-FFF2-40B4-BE49-F238E27FC236}">
                      <a16:creationId xmlns:a16="http://schemas.microsoft.com/office/drawing/2014/main" id="{98250C15-0B15-6345-978C-5C563177E523}"/>
                    </a:ext>
                  </a:extLst>
                </p:cNvPr>
                <p:cNvSpPr/>
                <p:nvPr/>
              </p:nvSpPr>
              <p:spPr>
                <a:xfrm>
                  <a:off x="10041899" y="4219421"/>
                  <a:ext cx="261065" cy="304955"/>
                </a:xfrm>
                <a:prstGeom prst="rect">
                  <a:avLst/>
                </a:prstGeom>
                <a:solidFill>
                  <a:srgbClr val="C7475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5" name="Rectangle 24">
                  <a:extLst>
                    <a:ext uri="{FF2B5EF4-FFF2-40B4-BE49-F238E27FC236}">
                      <a16:creationId xmlns:a16="http://schemas.microsoft.com/office/drawing/2014/main" id="{02EAD120-728D-D547-8F48-3A057A7D27C3}"/>
                    </a:ext>
                  </a:extLst>
                </p:cNvPr>
                <p:cNvSpPr/>
                <p:nvPr/>
              </p:nvSpPr>
              <p:spPr>
                <a:xfrm>
                  <a:off x="10040060" y="2121708"/>
                  <a:ext cx="261985" cy="31933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6" name="Rectangle 25">
                  <a:extLst>
                    <a:ext uri="{FF2B5EF4-FFF2-40B4-BE49-F238E27FC236}">
                      <a16:creationId xmlns:a16="http://schemas.microsoft.com/office/drawing/2014/main" id="{B083960D-B53A-D64E-9037-66ADA1ABBD1B}"/>
                    </a:ext>
                  </a:extLst>
                </p:cNvPr>
                <p:cNvSpPr/>
                <p:nvPr/>
              </p:nvSpPr>
              <p:spPr>
                <a:xfrm>
                  <a:off x="10040979" y="4554961"/>
                  <a:ext cx="261065" cy="304955"/>
                </a:xfrm>
                <a:prstGeom prst="rect">
                  <a:avLst/>
                </a:prstGeom>
                <a:solidFill>
                  <a:srgbClr val="E4552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3B0682F6-6637-0E46-82E4-2C63CC1ED067}"/>
                    </a:ext>
                  </a:extLst>
                </p:cNvPr>
                <p:cNvSpPr/>
                <p:nvPr/>
              </p:nvSpPr>
              <p:spPr>
                <a:xfrm>
                  <a:off x="10041897" y="3879956"/>
                  <a:ext cx="261066" cy="309561"/>
                </a:xfrm>
                <a:prstGeom prst="rect">
                  <a:avLst/>
                </a:prstGeom>
                <a:solidFill>
                  <a:srgbClr val="B83F6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8" name="Rectangle 27">
                  <a:extLst>
                    <a:ext uri="{FF2B5EF4-FFF2-40B4-BE49-F238E27FC236}">
                      <a16:creationId xmlns:a16="http://schemas.microsoft.com/office/drawing/2014/main" id="{F2CBF7D5-3274-834D-B2DE-B9DAFC89A55F}"/>
                    </a:ext>
                  </a:extLst>
                </p:cNvPr>
                <p:cNvSpPr/>
                <p:nvPr/>
              </p:nvSpPr>
              <p:spPr>
                <a:xfrm>
                  <a:off x="10040979" y="3172541"/>
                  <a:ext cx="261985" cy="324040"/>
                </a:xfrm>
                <a:prstGeom prst="rect">
                  <a:avLst/>
                </a:prstGeom>
                <a:solidFill>
                  <a:srgbClr val="932DA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35FA8C2D-0EEE-9849-96CC-83C2A2060D95}"/>
                    </a:ext>
                  </a:extLst>
                </p:cNvPr>
                <p:cNvSpPr/>
                <p:nvPr/>
              </p:nvSpPr>
              <p:spPr>
                <a:xfrm>
                  <a:off x="10040973" y="2471631"/>
                  <a:ext cx="261071" cy="315647"/>
                </a:xfrm>
                <a:prstGeom prst="rect">
                  <a:avLst/>
                </a:prstGeom>
                <a:solidFill>
                  <a:srgbClr val="671CA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grpSp>
          <p:sp>
            <p:nvSpPr>
              <p:cNvPr id="16" name="Rectangle 15">
                <a:extLst>
                  <a:ext uri="{FF2B5EF4-FFF2-40B4-BE49-F238E27FC236}">
                    <a16:creationId xmlns:a16="http://schemas.microsoft.com/office/drawing/2014/main" id="{722C96F3-7B95-7941-8CF7-ADBB84CAFEA7}"/>
                  </a:ext>
                </a:extLst>
              </p:cNvPr>
              <p:cNvSpPr/>
              <p:nvPr/>
            </p:nvSpPr>
            <p:spPr>
              <a:xfrm>
                <a:off x="6932661" y="4772065"/>
                <a:ext cx="265859" cy="328831"/>
              </a:xfrm>
              <a:prstGeom prst="rect">
                <a:avLst/>
              </a:prstGeom>
              <a:solidFill>
                <a:srgbClr val="825BA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7" name="Rectangle 16">
                <a:extLst>
                  <a:ext uri="{FF2B5EF4-FFF2-40B4-BE49-F238E27FC236}">
                    <a16:creationId xmlns:a16="http://schemas.microsoft.com/office/drawing/2014/main" id="{225135D9-6E3D-3F48-BE7E-CEE16BD7B386}"/>
                  </a:ext>
                </a:extLst>
              </p:cNvPr>
              <p:cNvSpPr/>
              <p:nvPr/>
            </p:nvSpPr>
            <p:spPr>
              <a:xfrm>
                <a:off x="6933593" y="6159368"/>
                <a:ext cx="264927" cy="325064"/>
              </a:xfrm>
              <a:prstGeom prst="rect">
                <a:avLst/>
              </a:prstGeom>
              <a:solidFill>
                <a:srgbClr val="FF914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18" name="Rectangle 17">
                <a:extLst>
                  <a:ext uri="{FF2B5EF4-FFF2-40B4-BE49-F238E27FC236}">
                    <a16:creationId xmlns:a16="http://schemas.microsoft.com/office/drawing/2014/main" id="{EE64E3DB-C8C1-CB4D-AD21-86F436210620}"/>
                  </a:ext>
                </a:extLst>
              </p:cNvPr>
              <p:cNvSpPr/>
              <p:nvPr/>
            </p:nvSpPr>
            <p:spPr>
              <a:xfrm>
                <a:off x="6933594" y="5477150"/>
                <a:ext cx="264926" cy="309464"/>
              </a:xfrm>
              <a:prstGeom prst="rect">
                <a:avLst/>
              </a:prstGeom>
              <a:solidFill>
                <a:srgbClr val="C172A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9" name="Rectangle 18">
                <a:extLst>
                  <a:ext uri="{FF2B5EF4-FFF2-40B4-BE49-F238E27FC236}">
                    <a16:creationId xmlns:a16="http://schemas.microsoft.com/office/drawing/2014/main" id="{4275F09A-569A-C142-BE05-C826F94BD1F2}"/>
                  </a:ext>
                </a:extLst>
              </p:cNvPr>
              <p:cNvSpPr/>
              <p:nvPr/>
            </p:nvSpPr>
            <p:spPr>
              <a:xfrm>
                <a:off x="6932661" y="5817651"/>
                <a:ext cx="264926" cy="309464"/>
              </a:xfrm>
              <a:prstGeom prst="rect">
                <a:avLst/>
              </a:prstGeom>
              <a:solidFill>
                <a:srgbClr val="D87E8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20" name="Rectangle 19">
                <a:extLst>
                  <a:ext uri="{FF2B5EF4-FFF2-40B4-BE49-F238E27FC236}">
                    <a16:creationId xmlns:a16="http://schemas.microsoft.com/office/drawing/2014/main" id="{A3B42D5C-5083-2548-B3D1-1F62168BD939}"/>
                  </a:ext>
                </a:extLst>
              </p:cNvPr>
              <p:cNvSpPr/>
              <p:nvPr/>
            </p:nvSpPr>
            <p:spPr>
              <a:xfrm>
                <a:off x="6933592" y="5132666"/>
                <a:ext cx="264927" cy="314138"/>
              </a:xfrm>
              <a:prstGeom prst="rect">
                <a:avLst/>
              </a:prstGeom>
              <a:solidFill>
                <a:srgbClr val="A464D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grpSp>
      </p:grpSp>
      <p:sp>
        <p:nvSpPr>
          <p:cNvPr id="30" name="TextBox 29">
            <a:extLst>
              <a:ext uri="{FF2B5EF4-FFF2-40B4-BE49-F238E27FC236}">
                <a16:creationId xmlns:a16="http://schemas.microsoft.com/office/drawing/2014/main" id="{96113639-29A0-754E-A4C5-64260AD39D17}"/>
              </a:ext>
            </a:extLst>
          </p:cNvPr>
          <p:cNvSpPr txBox="1"/>
          <p:nvPr/>
        </p:nvSpPr>
        <p:spPr>
          <a:xfrm rot="16200000">
            <a:off x="6381319" y="2423008"/>
            <a:ext cx="1629182" cy="261610"/>
          </a:xfrm>
          <a:prstGeom prst="rect">
            <a:avLst/>
          </a:prstGeom>
          <a:noFill/>
        </p:spPr>
        <p:txBody>
          <a:bodyPr wrap="square" rtlCol="0">
            <a:spAutoFit/>
          </a:bodyPr>
          <a:lstStyle/>
          <a:p>
            <a:r>
              <a:rPr lang="en-US" sz="110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Solid spectrum colors</a:t>
            </a:r>
          </a:p>
        </p:txBody>
      </p:sp>
      <p:sp>
        <p:nvSpPr>
          <p:cNvPr id="31" name="Double Brace 30">
            <a:extLst>
              <a:ext uri="{FF2B5EF4-FFF2-40B4-BE49-F238E27FC236}">
                <a16:creationId xmlns:a16="http://schemas.microsoft.com/office/drawing/2014/main" id="{D41DB505-2E7A-0944-9187-73FE1697EEE4}"/>
              </a:ext>
            </a:extLst>
          </p:cNvPr>
          <p:cNvSpPr/>
          <p:nvPr/>
        </p:nvSpPr>
        <p:spPr>
          <a:xfrm>
            <a:off x="7065105" y="1007575"/>
            <a:ext cx="261610" cy="3128054"/>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8938BDB0-CDCF-A940-AD28-5364501CE546}"/>
              </a:ext>
            </a:extLst>
          </p:cNvPr>
          <p:cNvSpPr txBox="1"/>
          <p:nvPr/>
        </p:nvSpPr>
        <p:spPr>
          <a:xfrm rot="16200000">
            <a:off x="6621225" y="4863167"/>
            <a:ext cx="1186525" cy="261610"/>
          </a:xfrm>
          <a:prstGeom prst="rect">
            <a:avLst/>
          </a:prstGeom>
          <a:noFill/>
        </p:spPr>
        <p:txBody>
          <a:bodyPr wrap="square" rtlCol="0">
            <a:spAutoFit/>
          </a:bodyPr>
          <a:lstStyle/>
          <a:p>
            <a:r>
              <a:rPr lang="en-US" sz="1100" dirty="0">
                <a:solidFill>
                  <a:schemeClr val="accent6">
                    <a:lumMod val="75000"/>
                  </a:schemeClr>
                </a:solidFill>
                <a:latin typeface="FedEx Sans Light" panose="020B0403020203020204" pitchFamily="34" charset="0"/>
                <a:ea typeface="FedEx Sans Light" panose="020B0403020203020204" pitchFamily="34" charset="0"/>
                <a:cs typeface="FedEx Sans Light" panose="020B0403020203020204" pitchFamily="34" charset="0"/>
              </a:rPr>
              <a:t>Tinted colors</a:t>
            </a:r>
          </a:p>
        </p:txBody>
      </p:sp>
      <p:sp>
        <p:nvSpPr>
          <p:cNvPr id="33" name="Double Brace 32">
            <a:extLst>
              <a:ext uri="{FF2B5EF4-FFF2-40B4-BE49-F238E27FC236}">
                <a16:creationId xmlns:a16="http://schemas.microsoft.com/office/drawing/2014/main" id="{D9C12039-7D44-0649-8014-FC1C5ED37781}"/>
              </a:ext>
            </a:extLst>
          </p:cNvPr>
          <p:cNvSpPr/>
          <p:nvPr/>
        </p:nvSpPr>
        <p:spPr>
          <a:xfrm>
            <a:off x="7065105" y="4222753"/>
            <a:ext cx="261610" cy="1648616"/>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ooter Placeholder 2">
            <a:extLst>
              <a:ext uri="{FF2B5EF4-FFF2-40B4-BE49-F238E27FC236}">
                <a16:creationId xmlns:a16="http://schemas.microsoft.com/office/drawing/2014/main" id="{049F07C7-3763-4104-999D-332B4655B7A3}"/>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323739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25"/>
          <p:cNvSpPr>
            <a:spLocks noGrp="1"/>
          </p:cNvSpPr>
          <p:nvPr>
            <p:ph type="sldNum" sz="quarter" idx="12"/>
          </p:nvPr>
        </p:nvSpPr>
        <p:spPr>
          <a:xfrm>
            <a:off x="11518116"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3</a:t>
            </a:fld>
            <a:endParaRPr lang="en-US" dirty="0">
              <a:latin typeface="+mn-lt"/>
              <a:ea typeface="FedEx Sans App Condensed" panose="020B0606020203020204" pitchFamily="34" charset="0"/>
              <a:cs typeface="FedEx Sans App Condensed" panose="020B0606020203020204" pitchFamily="34" charset="0"/>
            </a:endParaRPr>
          </a:p>
        </p:txBody>
      </p:sp>
      <p:sp>
        <p:nvSpPr>
          <p:cNvPr id="8" name="Freeform 7">
            <a:extLst>
              <a:ext uri="{FF2B5EF4-FFF2-40B4-BE49-F238E27FC236}">
                <a16:creationId xmlns:a16="http://schemas.microsoft.com/office/drawing/2014/main" id="{E19CF352-7A65-AA44-970A-FDFA8F56C922}"/>
              </a:ext>
            </a:extLst>
          </p:cNvPr>
          <p:cNvSpPr/>
          <p:nvPr/>
        </p:nvSpPr>
        <p:spPr>
          <a:xfrm>
            <a:off x="6540668" y="1428213"/>
            <a:ext cx="2536978" cy="2536978"/>
          </a:xfrm>
          <a:custGeom>
            <a:avLst/>
            <a:gdLst>
              <a:gd name="connsiteX0" fmla="*/ 0 w 2536978"/>
              <a:gd name="connsiteY0" fmla="*/ 1268489 h 2536978"/>
              <a:gd name="connsiteX1" fmla="*/ 1268489 w 2536978"/>
              <a:gd name="connsiteY1" fmla="*/ 0 h 2536978"/>
              <a:gd name="connsiteX2" fmla="*/ 2536978 w 2536978"/>
              <a:gd name="connsiteY2" fmla="*/ 1268489 h 2536978"/>
              <a:gd name="connsiteX3" fmla="*/ 1268489 w 2536978"/>
              <a:gd name="connsiteY3" fmla="*/ 2536978 h 2536978"/>
              <a:gd name="connsiteX4" fmla="*/ 0 w 2536978"/>
              <a:gd name="connsiteY4" fmla="*/ 1268489 h 2536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978" h="2536978">
                <a:moveTo>
                  <a:pt x="0" y="1268489"/>
                </a:moveTo>
                <a:cubicBezTo>
                  <a:pt x="0" y="567922"/>
                  <a:pt x="567922" y="0"/>
                  <a:pt x="1268489" y="0"/>
                </a:cubicBezTo>
                <a:cubicBezTo>
                  <a:pt x="1969056" y="0"/>
                  <a:pt x="2536978" y="567922"/>
                  <a:pt x="2536978" y="1268489"/>
                </a:cubicBezTo>
                <a:cubicBezTo>
                  <a:pt x="2536978" y="1969056"/>
                  <a:pt x="1969056" y="2536978"/>
                  <a:pt x="1268489" y="2536978"/>
                </a:cubicBezTo>
                <a:cubicBezTo>
                  <a:pt x="567922" y="2536978"/>
                  <a:pt x="0" y="1969056"/>
                  <a:pt x="0" y="1268489"/>
                </a:cubicBezTo>
                <a:close/>
              </a:path>
            </a:pathLst>
          </a:custGeom>
          <a:solidFill>
            <a:schemeClr val="tx2"/>
          </a:solidFill>
        </p:spPr>
        <p:style>
          <a:lnRef idx="3">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38263" tIns="443972" rIns="338264" bIns="951366"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rPr>
              <a:t>Category 2</a:t>
            </a:r>
            <a:endParaRPr lang="en-US" sz="180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9" name="Freeform 8">
            <a:extLst>
              <a:ext uri="{FF2B5EF4-FFF2-40B4-BE49-F238E27FC236}">
                <a16:creationId xmlns:a16="http://schemas.microsoft.com/office/drawing/2014/main" id="{205F1FD7-6AFC-1546-91E5-AF6919A30DA9}"/>
              </a:ext>
            </a:extLst>
          </p:cNvPr>
          <p:cNvSpPr/>
          <p:nvPr/>
        </p:nvSpPr>
        <p:spPr>
          <a:xfrm>
            <a:off x="7456094" y="3013825"/>
            <a:ext cx="2536978" cy="2536978"/>
          </a:xfrm>
          <a:custGeom>
            <a:avLst/>
            <a:gdLst>
              <a:gd name="connsiteX0" fmla="*/ 0 w 2536978"/>
              <a:gd name="connsiteY0" fmla="*/ 1268489 h 2536978"/>
              <a:gd name="connsiteX1" fmla="*/ 1268489 w 2536978"/>
              <a:gd name="connsiteY1" fmla="*/ 0 h 2536978"/>
              <a:gd name="connsiteX2" fmla="*/ 2536978 w 2536978"/>
              <a:gd name="connsiteY2" fmla="*/ 1268489 h 2536978"/>
              <a:gd name="connsiteX3" fmla="*/ 1268489 w 2536978"/>
              <a:gd name="connsiteY3" fmla="*/ 2536978 h 2536978"/>
              <a:gd name="connsiteX4" fmla="*/ 0 w 2536978"/>
              <a:gd name="connsiteY4" fmla="*/ 1268489 h 2536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978" h="2536978">
                <a:moveTo>
                  <a:pt x="0" y="1268489"/>
                </a:moveTo>
                <a:cubicBezTo>
                  <a:pt x="0" y="567922"/>
                  <a:pt x="567922" y="0"/>
                  <a:pt x="1268489" y="0"/>
                </a:cubicBezTo>
                <a:cubicBezTo>
                  <a:pt x="1969056" y="0"/>
                  <a:pt x="2536978" y="567922"/>
                  <a:pt x="2536978" y="1268489"/>
                </a:cubicBezTo>
                <a:cubicBezTo>
                  <a:pt x="2536978" y="1969056"/>
                  <a:pt x="1969056" y="2536978"/>
                  <a:pt x="1268489" y="2536978"/>
                </a:cubicBezTo>
                <a:cubicBezTo>
                  <a:pt x="567922" y="2536978"/>
                  <a:pt x="0" y="1969056"/>
                  <a:pt x="0" y="1268489"/>
                </a:cubicBezTo>
                <a:close/>
              </a:path>
            </a:pathLst>
          </a:custGeom>
          <a:solidFill>
            <a:schemeClr val="bg2"/>
          </a:solidFill>
        </p:spPr>
        <p:style>
          <a:lnRef idx="3">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775893" tIns="655386" rIns="238898" bIns="486254"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rPr>
              <a:t>Category 3</a:t>
            </a:r>
            <a:endParaRPr lang="en-US" sz="180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10" name="Freeform 9">
            <a:extLst>
              <a:ext uri="{FF2B5EF4-FFF2-40B4-BE49-F238E27FC236}">
                <a16:creationId xmlns:a16="http://schemas.microsoft.com/office/drawing/2014/main" id="{441D8BF1-5AB9-824B-B218-031EC32AA0F2}"/>
              </a:ext>
            </a:extLst>
          </p:cNvPr>
          <p:cNvSpPr/>
          <p:nvPr/>
        </p:nvSpPr>
        <p:spPr>
          <a:xfrm>
            <a:off x="5625241" y="3013825"/>
            <a:ext cx="2536978" cy="2536978"/>
          </a:xfrm>
          <a:custGeom>
            <a:avLst/>
            <a:gdLst>
              <a:gd name="connsiteX0" fmla="*/ 0 w 2536978"/>
              <a:gd name="connsiteY0" fmla="*/ 1268489 h 2536978"/>
              <a:gd name="connsiteX1" fmla="*/ 1268489 w 2536978"/>
              <a:gd name="connsiteY1" fmla="*/ 0 h 2536978"/>
              <a:gd name="connsiteX2" fmla="*/ 2536978 w 2536978"/>
              <a:gd name="connsiteY2" fmla="*/ 1268489 h 2536978"/>
              <a:gd name="connsiteX3" fmla="*/ 1268489 w 2536978"/>
              <a:gd name="connsiteY3" fmla="*/ 2536978 h 2536978"/>
              <a:gd name="connsiteX4" fmla="*/ 0 w 2536978"/>
              <a:gd name="connsiteY4" fmla="*/ 1268489 h 25369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6978" h="2536978">
                <a:moveTo>
                  <a:pt x="0" y="1268489"/>
                </a:moveTo>
                <a:cubicBezTo>
                  <a:pt x="0" y="567922"/>
                  <a:pt x="567922" y="0"/>
                  <a:pt x="1268489" y="0"/>
                </a:cubicBezTo>
                <a:cubicBezTo>
                  <a:pt x="1969056" y="0"/>
                  <a:pt x="2536978" y="567922"/>
                  <a:pt x="2536978" y="1268489"/>
                </a:cubicBezTo>
                <a:cubicBezTo>
                  <a:pt x="2536978" y="1969056"/>
                  <a:pt x="1969056" y="2536978"/>
                  <a:pt x="1268489" y="2536978"/>
                </a:cubicBezTo>
                <a:cubicBezTo>
                  <a:pt x="567922" y="2536978"/>
                  <a:pt x="0" y="1969056"/>
                  <a:pt x="0" y="1268489"/>
                </a:cubicBezTo>
                <a:close/>
              </a:path>
            </a:pathLst>
          </a:custGeom>
          <a:solidFill>
            <a:schemeClr val="accent1"/>
          </a:solidFill>
        </p:spPr>
        <p:style>
          <a:lnRef idx="3">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238899" tIns="655386" rIns="775892" bIns="486254"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rPr>
              <a:t>      Category 1</a:t>
            </a:r>
            <a:endParaRPr lang="en-US" sz="1800" kern="1200" dirty="0">
              <a:solidFill>
                <a:schemeClr val="bg1"/>
              </a:solidFill>
              <a:latin typeface="FedEx Sans" panose="020B0603020203020204" pitchFamily="34" charset="0"/>
              <a:ea typeface="FedEx Sans" panose="020B0603020203020204" pitchFamily="34" charset="0"/>
              <a:cs typeface="FedEx Sans" panose="020B0603020203020204" pitchFamily="34" charset="0"/>
            </a:endParaRPr>
          </a:p>
        </p:txBody>
      </p:sp>
      <p:grpSp>
        <p:nvGrpSpPr>
          <p:cNvPr id="3" name="Group 2">
            <a:extLst>
              <a:ext uri="{FF2B5EF4-FFF2-40B4-BE49-F238E27FC236}">
                <a16:creationId xmlns:a16="http://schemas.microsoft.com/office/drawing/2014/main" id="{29A47F35-C89A-4AC1-A08A-233EBC0554F5}"/>
              </a:ext>
            </a:extLst>
          </p:cNvPr>
          <p:cNvGrpSpPr/>
          <p:nvPr/>
        </p:nvGrpSpPr>
        <p:grpSpPr>
          <a:xfrm>
            <a:off x="2233212" y="1830948"/>
            <a:ext cx="6440381" cy="4031368"/>
            <a:chOff x="2233212" y="1830948"/>
            <a:chExt cx="6440381" cy="4031368"/>
          </a:xfrm>
        </p:grpSpPr>
        <p:sp>
          <p:nvSpPr>
            <p:cNvPr id="23" name="TextBox 22">
              <a:extLst>
                <a:ext uri="{FF2B5EF4-FFF2-40B4-BE49-F238E27FC236}">
                  <a16:creationId xmlns:a16="http://schemas.microsoft.com/office/drawing/2014/main" id="{C07ADBE5-63E2-F14C-8F7B-F071121E09D4}"/>
                </a:ext>
              </a:extLst>
            </p:cNvPr>
            <p:cNvSpPr txBox="1"/>
            <p:nvPr/>
          </p:nvSpPr>
          <p:spPr bwMode="auto">
            <a:xfrm>
              <a:off x="2233212" y="1830948"/>
              <a:ext cx="3202574" cy="250698"/>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rPr>
                <a:t>Lorem ipsum dolor sit </a:t>
              </a:r>
              <a:r>
                <a:rPr lang="en-US" sz="1500" dirty="0" err="1">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rPr>
                <a:t>amet</a:t>
              </a:r>
              <a:endParaRPr lang="en-US" sz="1500" dirty="0">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endParaRPr>
            </a:p>
          </p:txBody>
        </p:sp>
        <p:cxnSp>
          <p:nvCxnSpPr>
            <p:cNvPr id="24" name="Straight Connector 23">
              <a:extLst>
                <a:ext uri="{FF2B5EF4-FFF2-40B4-BE49-F238E27FC236}">
                  <a16:creationId xmlns:a16="http://schemas.microsoft.com/office/drawing/2014/main" id="{0AAFA8AA-82A2-2347-9DA1-E5AAFAC66C74}"/>
                </a:ext>
              </a:extLst>
            </p:cNvPr>
            <p:cNvCxnSpPr>
              <a:cxnSpLocks/>
            </p:cNvCxnSpPr>
            <p:nvPr/>
          </p:nvCxnSpPr>
          <p:spPr bwMode="auto">
            <a:xfrm>
              <a:off x="2233212" y="2179938"/>
              <a:ext cx="4307456"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29" name="TextBox 28">
              <a:extLst>
                <a:ext uri="{FF2B5EF4-FFF2-40B4-BE49-F238E27FC236}">
                  <a16:creationId xmlns:a16="http://schemas.microsoft.com/office/drawing/2014/main" id="{AE23BDFE-5E15-DF48-8E74-0DCF8A853274}"/>
                </a:ext>
              </a:extLst>
            </p:cNvPr>
            <p:cNvSpPr txBox="1"/>
            <p:nvPr/>
          </p:nvSpPr>
          <p:spPr bwMode="auto">
            <a:xfrm>
              <a:off x="2233212" y="3636986"/>
              <a:ext cx="3202574" cy="320498"/>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rPr>
                <a:t>Lorem ipsum dolor sit </a:t>
              </a:r>
              <a:r>
                <a:rPr lang="en-US" sz="1500" dirty="0" err="1">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rPr>
                <a:t>amet</a:t>
              </a:r>
              <a:endParaRPr lang="en-US" sz="1500" dirty="0">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endParaRPr>
            </a:p>
          </p:txBody>
        </p:sp>
        <p:cxnSp>
          <p:nvCxnSpPr>
            <p:cNvPr id="30" name="Straight Connector 29">
              <a:extLst>
                <a:ext uri="{FF2B5EF4-FFF2-40B4-BE49-F238E27FC236}">
                  <a16:creationId xmlns:a16="http://schemas.microsoft.com/office/drawing/2014/main" id="{22C09151-19E2-2B46-B507-408A9022490F}"/>
                </a:ext>
              </a:extLst>
            </p:cNvPr>
            <p:cNvCxnSpPr>
              <a:cxnSpLocks/>
            </p:cNvCxnSpPr>
            <p:nvPr/>
          </p:nvCxnSpPr>
          <p:spPr bwMode="auto">
            <a:xfrm>
              <a:off x="2233212" y="4055775"/>
              <a:ext cx="3310338"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31" name="TextBox 30">
              <a:extLst>
                <a:ext uri="{FF2B5EF4-FFF2-40B4-BE49-F238E27FC236}">
                  <a16:creationId xmlns:a16="http://schemas.microsoft.com/office/drawing/2014/main" id="{4F44D1F4-E51D-BD40-BFC9-2C654ADFA577}"/>
                </a:ext>
              </a:extLst>
            </p:cNvPr>
            <p:cNvSpPr txBox="1"/>
            <p:nvPr/>
          </p:nvSpPr>
          <p:spPr bwMode="auto">
            <a:xfrm>
              <a:off x="2233212" y="5485961"/>
              <a:ext cx="3202574" cy="278063"/>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rPr>
                <a:t>Lorem ipsum dolor sit </a:t>
              </a:r>
              <a:r>
                <a:rPr lang="en-US" sz="1500" dirty="0" err="1">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rPr>
                <a:t>amet</a:t>
              </a:r>
              <a:endParaRPr lang="en-US" sz="1500" dirty="0">
                <a:solidFill>
                  <a:schemeClr val="bg1">
                    <a:lumMod val="50000"/>
                  </a:schemeClr>
                </a:solidFill>
                <a:latin typeface="FedEx Sans" panose="020B0603020203020204" pitchFamily="34" charset="0"/>
                <a:ea typeface="FedEx Sans" panose="020B0603020203020204" pitchFamily="34" charset="0"/>
                <a:cs typeface="FedEx Sans" panose="020B0603020203020204" pitchFamily="34" charset="0"/>
              </a:endParaRPr>
            </a:p>
          </p:txBody>
        </p:sp>
        <p:cxnSp>
          <p:nvCxnSpPr>
            <p:cNvPr id="32" name="Straight Connector 31">
              <a:extLst>
                <a:ext uri="{FF2B5EF4-FFF2-40B4-BE49-F238E27FC236}">
                  <a16:creationId xmlns:a16="http://schemas.microsoft.com/office/drawing/2014/main" id="{5250F689-7163-1F42-B72E-E608ECF01C41}"/>
                </a:ext>
              </a:extLst>
            </p:cNvPr>
            <p:cNvCxnSpPr>
              <a:cxnSpLocks/>
            </p:cNvCxnSpPr>
            <p:nvPr/>
          </p:nvCxnSpPr>
          <p:spPr bwMode="auto">
            <a:xfrm>
              <a:off x="2233212" y="5862316"/>
              <a:ext cx="6440381"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D1A89012-D707-2E49-9DD8-06D0B1F24864}"/>
                </a:ext>
              </a:extLst>
            </p:cNvPr>
            <p:cNvCxnSpPr>
              <a:cxnSpLocks/>
            </p:cNvCxnSpPr>
            <p:nvPr/>
          </p:nvCxnSpPr>
          <p:spPr bwMode="auto">
            <a:xfrm flipV="1">
              <a:off x="8673593" y="5603658"/>
              <a:ext cx="0" cy="251063"/>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grpSp>
      <p:sp>
        <p:nvSpPr>
          <p:cNvPr id="5" name="TextBox 4">
            <a:extLst>
              <a:ext uri="{FF2B5EF4-FFF2-40B4-BE49-F238E27FC236}">
                <a16:creationId xmlns:a16="http://schemas.microsoft.com/office/drawing/2014/main" id="{F9473F5E-798A-434C-8A0C-4E49E69B06EF}"/>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17" name="Footer Placeholder 2">
            <a:extLst>
              <a:ext uri="{FF2B5EF4-FFF2-40B4-BE49-F238E27FC236}">
                <a16:creationId xmlns:a16="http://schemas.microsoft.com/office/drawing/2014/main" id="{923697C3-4DC3-4EFE-8F7B-DA364711A2DF}"/>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25"/>
          <p:cNvSpPr>
            <a:spLocks noGrp="1"/>
          </p:cNvSpPr>
          <p:nvPr>
            <p:ph type="sldNum" sz="quarter" idx="12"/>
          </p:nvPr>
        </p:nvSpPr>
        <p:spPr>
          <a:xfrm>
            <a:off x="11518116"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4</a:t>
            </a:fld>
            <a:endParaRPr lang="en-US" dirty="0">
              <a:latin typeface="+mn-lt"/>
              <a:ea typeface="FedEx Sans App Condensed" panose="020B0606020203020204" pitchFamily="34" charset="0"/>
              <a:cs typeface="FedEx Sans App Condensed" panose="020B0606020203020204" pitchFamily="34" charset="0"/>
            </a:endParaRPr>
          </a:p>
        </p:txBody>
      </p:sp>
      <p:sp>
        <p:nvSpPr>
          <p:cNvPr id="16" name="TextBox 15">
            <a:extLst>
              <a:ext uri="{FF2B5EF4-FFF2-40B4-BE49-F238E27FC236}">
                <a16:creationId xmlns:a16="http://schemas.microsoft.com/office/drawing/2014/main" id="{1A030497-AACE-AC4E-9429-2651A72B962E}"/>
              </a:ext>
            </a:extLst>
          </p:cNvPr>
          <p:cNvSpPr txBox="1"/>
          <p:nvPr/>
        </p:nvSpPr>
        <p:spPr bwMode="auto">
          <a:xfrm>
            <a:off x="7233062" y="3963776"/>
            <a:ext cx="2837732" cy="343853"/>
          </a:xfrm>
          <a:prstGeom prst="rect">
            <a:avLst/>
          </a:prstGeom>
          <a:noFill/>
          <a:ln w="12700" cap="sq" algn="ctr">
            <a:noFill/>
            <a:miter lim="800000"/>
            <a:headEnd/>
            <a:tailEnd/>
          </a:ln>
          <a:effectLst/>
        </p:spPr>
        <p:txBody>
          <a:bodyPr wrap="square" lIns="0" tIns="0" rIns="0" bIns="0" rtlCol="0" anchor="b" anchorCtr="0">
            <a:noAutofit/>
          </a:bodyPr>
          <a:lstStyle>
            <a:defPPr>
              <a:defRPr lang="en-US"/>
            </a:defPPr>
            <a:lvl1pPr algn="r">
              <a:lnSpc>
                <a:spcPct val="100000"/>
              </a:lnSpc>
              <a:spcBef>
                <a:spcPts val="600"/>
              </a:spcBef>
              <a:defRPr sz="1500">
                <a:latin typeface="+mn-lt"/>
              </a:defRPr>
            </a:lvl1pPr>
          </a:lstStyle>
          <a:p>
            <a:r>
              <a:rPr lang="en-US" dirty="0">
                <a:solidFill>
                  <a:schemeClr val="bg1">
                    <a:lumMod val="50000"/>
                  </a:schemeClr>
                </a:solidFill>
                <a:ea typeface="FedEx Sans App Condensed" panose="020B0606020203020204" pitchFamily="34" charset="0"/>
                <a:cs typeface="FedEx Sans App Condensed" panose="020B0606020203020204" pitchFamily="34" charset="0"/>
              </a:rPr>
              <a:t>Lorem ipsum dolor</a:t>
            </a:r>
            <a:endParaRPr lang="en-US" dirty="0">
              <a:solidFill>
                <a:schemeClr val="bg1">
                  <a:lumMod val="50000"/>
                </a:schemeClr>
              </a:solidFill>
            </a:endParaRPr>
          </a:p>
        </p:txBody>
      </p:sp>
      <p:cxnSp>
        <p:nvCxnSpPr>
          <p:cNvPr id="17" name="Straight Connector 16">
            <a:extLst>
              <a:ext uri="{FF2B5EF4-FFF2-40B4-BE49-F238E27FC236}">
                <a16:creationId xmlns:a16="http://schemas.microsoft.com/office/drawing/2014/main" id="{775FD245-CCF2-C446-A072-1B6C0C24290F}"/>
              </a:ext>
            </a:extLst>
          </p:cNvPr>
          <p:cNvCxnSpPr>
            <a:cxnSpLocks/>
          </p:cNvCxnSpPr>
          <p:nvPr/>
        </p:nvCxnSpPr>
        <p:spPr bwMode="auto">
          <a:xfrm flipH="1">
            <a:off x="8337677" y="4413083"/>
            <a:ext cx="1733117"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18" name="TextBox 17">
            <a:extLst>
              <a:ext uri="{FF2B5EF4-FFF2-40B4-BE49-F238E27FC236}">
                <a16:creationId xmlns:a16="http://schemas.microsoft.com/office/drawing/2014/main" id="{D510A3C6-7D80-3644-9D32-65FC5394F4CE}"/>
              </a:ext>
            </a:extLst>
          </p:cNvPr>
          <p:cNvSpPr txBox="1"/>
          <p:nvPr/>
        </p:nvSpPr>
        <p:spPr bwMode="auto">
          <a:xfrm>
            <a:off x="2121204" y="3963776"/>
            <a:ext cx="2837732" cy="343853"/>
          </a:xfrm>
          <a:prstGeom prst="rect">
            <a:avLst/>
          </a:prstGeom>
          <a:noFill/>
          <a:ln w="12700" cap="sq" algn="ctr">
            <a:noFill/>
            <a:miter lim="800000"/>
            <a:headEnd/>
            <a:tailEnd/>
          </a:ln>
          <a:effectLst/>
        </p:spPr>
        <p:txBody>
          <a:bodyPr wrap="square" lIns="0" tIns="0" rIns="0" bIns="0" rtlCol="0" anchor="b" anchorCtr="0">
            <a:noAutofit/>
          </a:bodyPr>
          <a:lstStyle>
            <a:defPPr>
              <a:defRPr lang="en-US"/>
            </a:defPPr>
            <a:lvl1pPr algn="l">
              <a:lnSpc>
                <a:spcPct val="100000"/>
              </a:lnSpc>
              <a:spcBef>
                <a:spcPts val="600"/>
              </a:spcBef>
              <a:defRPr sz="1500">
                <a:latin typeface="+mn-lt"/>
              </a:defRPr>
            </a:lvl1pPr>
          </a:lstStyle>
          <a:p>
            <a:r>
              <a:rPr lang="en-US" dirty="0">
                <a:solidFill>
                  <a:schemeClr val="bg1">
                    <a:lumMod val="50000"/>
                  </a:schemeClr>
                </a:solidFill>
                <a:ea typeface="FedEx Sans App Condensed" panose="020B0606020203020204" pitchFamily="34" charset="0"/>
                <a:cs typeface="FedEx Sans App Condensed" panose="020B0606020203020204" pitchFamily="34" charset="0"/>
              </a:rPr>
              <a:t>Lorem ipsum dolor</a:t>
            </a:r>
            <a:endParaRPr lang="en-US" dirty="0">
              <a:solidFill>
                <a:schemeClr val="bg1">
                  <a:lumMod val="50000"/>
                </a:schemeClr>
              </a:solidFill>
            </a:endParaRPr>
          </a:p>
        </p:txBody>
      </p:sp>
      <p:cxnSp>
        <p:nvCxnSpPr>
          <p:cNvPr id="19" name="Straight Connector 18">
            <a:extLst>
              <a:ext uri="{FF2B5EF4-FFF2-40B4-BE49-F238E27FC236}">
                <a16:creationId xmlns:a16="http://schemas.microsoft.com/office/drawing/2014/main" id="{639FDD81-E189-A74B-8495-EEC25587F7DC}"/>
              </a:ext>
            </a:extLst>
          </p:cNvPr>
          <p:cNvCxnSpPr>
            <a:cxnSpLocks/>
          </p:cNvCxnSpPr>
          <p:nvPr/>
        </p:nvCxnSpPr>
        <p:spPr bwMode="auto">
          <a:xfrm>
            <a:off x="2121204" y="4413083"/>
            <a:ext cx="1758655"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20" name="TextBox 19">
            <a:extLst>
              <a:ext uri="{FF2B5EF4-FFF2-40B4-BE49-F238E27FC236}">
                <a16:creationId xmlns:a16="http://schemas.microsoft.com/office/drawing/2014/main" id="{D7F877A4-B281-3747-B66D-5017F2C4F932}"/>
              </a:ext>
            </a:extLst>
          </p:cNvPr>
          <p:cNvSpPr txBox="1"/>
          <p:nvPr/>
        </p:nvSpPr>
        <p:spPr bwMode="auto">
          <a:xfrm>
            <a:off x="2121204" y="2713109"/>
            <a:ext cx="2837732" cy="343853"/>
          </a:xfrm>
          <a:prstGeom prst="rect">
            <a:avLst/>
          </a:prstGeom>
          <a:noFill/>
          <a:ln w="12700" cap="sq" algn="ctr">
            <a:noFill/>
            <a:miter lim="800000"/>
            <a:headEnd/>
            <a:tailEnd/>
          </a:ln>
          <a:effectLst/>
        </p:spPr>
        <p:txBody>
          <a:bodyPr wrap="square" lIns="0" tIns="0" rIns="0" bIns="0" rtlCol="0" anchor="b" anchorCtr="0">
            <a:noAutofit/>
          </a:bodyPr>
          <a:lstStyle>
            <a:defPPr>
              <a:defRPr lang="en-US"/>
            </a:defPPr>
            <a:lvl1pPr algn="l">
              <a:lnSpc>
                <a:spcPct val="100000"/>
              </a:lnSpc>
              <a:spcBef>
                <a:spcPts val="600"/>
              </a:spcBef>
              <a:defRPr sz="1500">
                <a:latin typeface="+mn-lt"/>
              </a:defRPr>
            </a:lvl1pPr>
          </a:lstStyle>
          <a:p>
            <a:r>
              <a:rPr lang="en-US" dirty="0">
                <a:solidFill>
                  <a:schemeClr val="bg1">
                    <a:lumMod val="50000"/>
                  </a:schemeClr>
                </a:solidFill>
                <a:ea typeface="FedEx Sans App Condensed" panose="020B0606020203020204" pitchFamily="34" charset="0"/>
                <a:cs typeface="FedEx Sans App Condensed" panose="020B0606020203020204" pitchFamily="34" charset="0"/>
              </a:rPr>
              <a:t>Lorem ipsum dolor</a:t>
            </a:r>
            <a:endParaRPr lang="en-US" dirty="0">
              <a:solidFill>
                <a:schemeClr val="bg1">
                  <a:lumMod val="50000"/>
                </a:schemeClr>
              </a:solidFill>
            </a:endParaRPr>
          </a:p>
        </p:txBody>
      </p:sp>
      <p:cxnSp>
        <p:nvCxnSpPr>
          <p:cNvPr id="21" name="Straight Connector 20">
            <a:extLst>
              <a:ext uri="{FF2B5EF4-FFF2-40B4-BE49-F238E27FC236}">
                <a16:creationId xmlns:a16="http://schemas.microsoft.com/office/drawing/2014/main" id="{46A9F459-9251-C947-8CBD-A058A015E345}"/>
              </a:ext>
            </a:extLst>
          </p:cNvPr>
          <p:cNvCxnSpPr>
            <a:cxnSpLocks/>
          </p:cNvCxnSpPr>
          <p:nvPr/>
        </p:nvCxnSpPr>
        <p:spPr bwMode="auto">
          <a:xfrm>
            <a:off x="2121204" y="3162417"/>
            <a:ext cx="2125156"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4" name="Rectangle 3">
            <a:extLst>
              <a:ext uri="{FF2B5EF4-FFF2-40B4-BE49-F238E27FC236}">
                <a16:creationId xmlns:a16="http://schemas.microsoft.com/office/drawing/2014/main" id="{1BB5CBF6-DDBE-C64E-9959-96E5896FD419}"/>
              </a:ext>
            </a:extLst>
          </p:cNvPr>
          <p:cNvSpPr/>
          <p:nvPr/>
        </p:nvSpPr>
        <p:spPr>
          <a:xfrm>
            <a:off x="3219699" y="1462444"/>
            <a:ext cx="5756542" cy="4536430"/>
          </a:xfrm>
          <a:prstGeom prst="rect">
            <a:avLst/>
          </a:prstGeom>
          <a:noFill/>
        </p:spPr>
      </p:sp>
      <p:sp>
        <p:nvSpPr>
          <p:cNvPr id="6" name="Freeform 5">
            <a:extLst>
              <a:ext uri="{FF2B5EF4-FFF2-40B4-BE49-F238E27FC236}">
                <a16:creationId xmlns:a16="http://schemas.microsoft.com/office/drawing/2014/main" id="{BEB51C22-D646-824E-A169-450157EADB13}"/>
              </a:ext>
            </a:extLst>
          </p:cNvPr>
          <p:cNvSpPr/>
          <p:nvPr/>
        </p:nvSpPr>
        <p:spPr>
          <a:xfrm>
            <a:off x="4386910" y="2045065"/>
            <a:ext cx="3383951" cy="3383951"/>
          </a:xfrm>
          <a:custGeom>
            <a:avLst/>
            <a:gdLst>
              <a:gd name="connsiteX0" fmla="*/ 0 w 2116209"/>
              <a:gd name="connsiteY0" fmla="*/ 1058105 h 2116209"/>
              <a:gd name="connsiteX1" fmla="*/ 1058105 w 2116209"/>
              <a:gd name="connsiteY1" fmla="*/ 0 h 2116209"/>
              <a:gd name="connsiteX2" fmla="*/ 2116210 w 2116209"/>
              <a:gd name="connsiteY2" fmla="*/ 1058105 h 2116209"/>
              <a:gd name="connsiteX3" fmla="*/ 1058105 w 2116209"/>
              <a:gd name="connsiteY3" fmla="*/ 2116210 h 2116209"/>
              <a:gd name="connsiteX4" fmla="*/ 0 w 2116209"/>
              <a:gd name="connsiteY4" fmla="*/ 1058105 h 2116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6209" h="2116209">
                <a:moveTo>
                  <a:pt x="0" y="1058105"/>
                </a:moveTo>
                <a:cubicBezTo>
                  <a:pt x="0" y="473730"/>
                  <a:pt x="473730" y="0"/>
                  <a:pt x="1058105" y="0"/>
                </a:cubicBezTo>
                <a:cubicBezTo>
                  <a:pt x="1642480" y="0"/>
                  <a:pt x="2116210" y="473730"/>
                  <a:pt x="2116210" y="1058105"/>
                </a:cubicBezTo>
                <a:cubicBezTo>
                  <a:pt x="2116210" y="1642480"/>
                  <a:pt x="1642480" y="2116210"/>
                  <a:pt x="1058105" y="2116210"/>
                </a:cubicBezTo>
                <a:cubicBezTo>
                  <a:pt x="473730" y="2116210"/>
                  <a:pt x="0" y="1642480"/>
                  <a:pt x="0" y="1058105"/>
                </a:cubicBezTo>
                <a:close/>
              </a:path>
            </a:pathLst>
          </a:custGeom>
          <a:solidFill>
            <a:schemeClr val="bg1"/>
          </a:solidFill>
          <a:ln>
            <a:solidFill>
              <a:schemeClr val="bg1">
                <a:lumMod val="50000"/>
              </a:schemeClr>
            </a:solidFill>
          </a:ln>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30232" tIns="330232" rIns="330232" bIns="330232" numCol="1" spcCol="1270" anchor="ctr" anchorCtr="0">
            <a:noAutofit/>
          </a:bodyPr>
          <a:lstStyle/>
          <a:p>
            <a:pPr marL="0" lvl="0" indent="0" algn="ctr" defTabSz="711200">
              <a:lnSpc>
                <a:spcPct val="90000"/>
              </a:lnSpc>
              <a:spcBef>
                <a:spcPct val="0"/>
              </a:spcBef>
              <a:spcAft>
                <a:spcPct val="35000"/>
              </a:spcAft>
              <a:buNone/>
            </a:pPr>
            <a:r>
              <a:rPr lang="en-US" sz="1600" b="0" i="0" kern="1200" dirty="0" err="1">
                <a:solidFill>
                  <a:schemeClr val="tx2"/>
                </a:solidFill>
                <a:ea typeface="FedEx Sans App Condensed" panose="020B0606020203020204" pitchFamily="34" charset="0"/>
                <a:cs typeface="FedEx Sans App Condensed" panose="020B0606020203020204" pitchFamily="34" charset="0"/>
              </a:rPr>
              <a:t>Lorem</a:t>
            </a:r>
            <a:r>
              <a:rPr lang="en-US" sz="1600" b="0" i="0" kern="1200" dirty="0">
                <a:solidFill>
                  <a:schemeClr val="tx2"/>
                </a:solidFill>
                <a:ea typeface="FedEx Sans App Condensed" panose="020B0606020203020204" pitchFamily="34" charset="0"/>
                <a:cs typeface="FedEx Sans App Condensed" panose="020B0606020203020204" pitchFamily="34" charset="0"/>
              </a:rPr>
              <a:t> </a:t>
            </a:r>
            <a:r>
              <a:rPr lang="en-US" sz="1600" b="0" i="0" kern="1200" dirty="0" err="1">
                <a:solidFill>
                  <a:schemeClr val="tx2"/>
                </a:solidFill>
                <a:ea typeface="FedEx Sans App Condensed" panose="020B0606020203020204" pitchFamily="34" charset="0"/>
                <a:cs typeface="FedEx Sans App Condensed" panose="020B0606020203020204" pitchFamily="34" charset="0"/>
              </a:rPr>
              <a:t>Ipsum</a:t>
            </a:r>
            <a:endParaRPr lang="en-US" sz="1600" b="0" i="0" kern="1200" dirty="0">
              <a:solidFill>
                <a:schemeClr val="tx2"/>
              </a:solidFill>
              <a:ea typeface="FedEx Sans App Condensed" panose="020B0606020203020204" pitchFamily="34" charset="0"/>
              <a:cs typeface="FedEx Sans App Condensed" panose="020B0606020203020204" pitchFamily="34" charset="0"/>
            </a:endParaRPr>
          </a:p>
        </p:txBody>
      </p:sp>
      <p:sp>
        <p:nvSpPr>
          <p:cNvPr id="7" name="Freeform 6">
            <a:extLst>
              <a:ext uri="{FF2B5EF4-FFF2-40B4-BE49-F238E27FC236}">
                <a16:creationId xmlns:a16="http://schemas.microsoft.com/office/drawing/2014/main" id="{30974954-CEE8-E84A-812A-E705EA1E41E9}"/>
              </a:ext>
            </a:extLst>
          </p:cNvPr>
          <p:cNvSpPr/>
          <p:nvPr/>
        </p:nvSpPr>
        <p:spPr>
          <a:xfrm>
            <a:off x="5516009" y="1562832"/>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rgbClr val="4D148C"/>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p>
        </p:txBody>
      </p:sp>
      <p:sp>
        <p:nvSpPr>
          <p:cNvPr id="11" name="Freeform 10">
            <a:extLst>
              <a:ext uri="{FF2B5EF4-FFF2-40B4-BE49-F238E27FC236}">
                <a16:creationId xmlns:a16="http://schemas.microsoft.com/office/drawing/2014/main" id="{3DAE651F-8084-7B45-B2F4-D792A5CB403B}"/>
              </a:ext>
            </a:extLst>
          </p:cNvPr>
          <p:cNvSpPr/>
          <p:nvPr/>
        </p:nvSpPr>
        <p:spPr>
          <a:xfrm>
            <a:off x="6820480" y="2191032"/>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rgbClr val="7D22C3"/>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endParaRPr lang="en-US" sz="1200" b="1" kern="1200" dirty="0">
              <a:solidFill>
                <a:schemeClr val="bg1"/>
              </a:solidFill>
            </a:endParaRPr>
          </a:p>
        </p:txBody>
      </p:sp>
      <p:sp>
        <p:nvSpPr>
          <p:cNvPr id="12" name="Freeform 11">
            <a:extLst>
              <a:ext uri="{FF2B5EF4-FFF2-40B4-BE49-F238E27FC236}">
                <a16:creationId xmlns:a16="http://schemas.microsoft.com/office/drawing/2014/main" id="{6A2634A5-1DE4-F043-B10A-FE3E6861C693}"/>
              </a:ext>
            </a:extLst>
          </p:cNvPr>
          <p:cNvSpPr/>
          <p:nvPr/>
        </p:nvSpPr>
        <p:spPr>
          <a:xfrm>
            <a:off x="7142658" y="3602586"/>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rgbClr val="932DA2"/>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endParaRPr lang="en-US" sz="1200" b="1" kern="1200" dirty="0">
              <a:solidFill>
                <a:schemeClr val="bg1"/>
              </a:solidFill>
            </a:endParaRPr>
          </a:p>
        </p:txBody>
      </p:sp>
      <p:sp>
        <p:nvSpPr>
          <p:cNvPr id="13" name="Freeform 12">
            <a:extLst>
              <a:ext uri="{FF2B5EF4-FFF2-40B4-BE49-F238E27FC236}">
                <a16:creationId xmlns:a16="http://schemas.microsoft.com/office/drawing/2014/main" id="{9949616F-EDC8-ED4A-80FD-9255480488D2}"/>
              </a:ext>
            </a:extLst>
          </p:cNvPr>
          <p:cNvSpPr/>
          <p:nvPr/>
        </p:nvSpPr>
        <p:spPr>
          <a:xfrm>
            <a:off x="6239936" y="4734564"/>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rgbClr val="A63685"/>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endParaRPr lang="en-US" sz="1200" b="1" kern="1200" dirty="0">
              <a:solidFill>
                <a:schemeClr val="bg1"/>
              </a:solidFill>
            </a:endParaRPr>
          </a:p>
        </p:txBody>
      </p:sp>
      <p:sp>
        <p:nvSpPr>
          <p:cNvPr id="14" name="Freeform 13">
            <a:extLst>
              <a:ext uri="{FF2B5EF4-FFF2-40B4-BE49-F238E27FC236}">
                <a16:creationId xmlns:a16="http://schemas.microsoft.com/office/drawing/2014/main" id="{84F02971-7989-1741-AC95-EE4880988F32}"/>
              </a:ext>
            </a:extLst>
          </p:cNvPr>
          <p:cNvSpPr/>
          <p:nvPr/>
        </p:nvSpPr>
        <p:spPr>
          <a:xfrm>
            <a:off x="4792082" y="4734564"/>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rgbClr val="C74755"/>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endParaRPr lang="en-US" sz="1200" b="1" kern="1200" dirty="0">
              <a:solidFill>
                <a:schemeClr val="bg1"/>
              </a:solidFill>
            </a:endParaRPr>
          </a:p>
        </p:txBody>
      </p:sp>
      <p:sp>
        <p:nvSpPr>
          <p:cNvPr id="15" name="Freeform 14">
            <a:extLst>
              <a:ext uri="{FF2B5EF4-FFF2-40B4-BE49-F238E27FC236}">
                <a16:creationId xmlns:a16="http://schemas.microsoft.com/office/drawing/2014/main" id="{82FDA67A-96ED-2741-9DD7-8B3776807FB5}"/>
              </a:ext>
            </a:extLst>
          </p:cNvPr>
          <p:cNvSpPr/>
          <p:nvPr/>
        </p:nvSpPr>
        <p:spPr>
          <a:xfrm>
            <a:off x="3889359" y="3602586"/>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rgbClr val="E45528"/>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endParaRPr lang="en-US" sz="1200" b="1" kern="1200" dirty="0">
              <a:solidFill>
                <a:schemeClr val="bg1"/>
              </a:solidFill>
            </a:endParaRPr>
          </a:p>
        </p:txBody>
      </p:sp>
      <p:sp>
        <p:nvSpPr>
          <p:cNvPr id="40" name="Freeform 39">
            <a:extLst>
              <a:ext uri="{FF2B5EF4-FFF2-40B4-BE49-F238E27FC236}">
                <a16:creationId xmlns:a16="http://schemas.microsoft.com/office/drawing/2014/main" id="{C19DBB86-1EA1-8F40-BD3D-CFD8487FDB6E}"/>
              </a:ext>
            </a:extLst>
          </p:cNvPr>
          <p:cNvSpPr/>
          <p:nvPr/>
        </p:nvSpPr>
        <p:spPr>
          <a:xfrm>
            <a:off x="4211537" y="2191032"/>
            <a:ext cx="1163921" cy="1163921"/>
          </a:xfrm>
          <a:custGeom>
            <a:avLst/>
            <a:gdLst>
              <a:gd name="connsiteX0" fmla="*/ 0 w 1163921"/>
              <a:gd name="connsiteY0" fmla="*/ 581961 h 1163921"/>
              <a:gd name="connsiteX1" fmla="*/ 581961 w 1163921"/>
              <a:gd name="connsiteY1" fmla="*/ 0 h 1163921"/>
              <a:gd name="connsiteX2" fmla="*/ 1163922 w 1163921"/>
              <a:gd name="connsiteY2" fmla="*/ 581961 h 1163921"/>
              <a:gd name="connsiteX3" fmla="*/ 581961 w 1163921"/>
              <a:gd name="connsiteY3" fmla="*/ 1163922 h 1163921"/>
              <a:gd name="connsiteX4" fmla="*/ 0 w 1163921"/>
              <a:gd name="connsiteY4" fmla="*/ 581961 h 1163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21" h="1163921">
                <a:moveTo>
                  <a:pt x="0" y="581961"/>
                </a:moveTo>
                <a:cubicBezTo>
                  <a:pt x="0" y="260553"/>
                  <a:pt x="260553" y="0"/>
                  <a:pt x="581961" y="0"/>
                </a:cubicBezTo>
                <a:cubicBezTo>
                  <a:pt x="903369" y="0"/>
                  <a:pt x="1163922" y="260553"/>
                  <a:pt x="1163922" y="581961"/>
                </a:cubicBezTo>
                <a:cubicBezTo>
                  <a:pt x="1163922" y="903369"/>
                  <a:pt x="903369" y="1163922"/>
                  <a:pt x="581961" y="1163922"/>
                </a:cubicBezTo>
                <a:cubicBezTo>
                  <a:pt x="260553" y="1163922"/>
                  <a:pt x="0" y="903369"/>
                  <a:pt x="0" y="581961"/>
                </a:cubicBezTo>
                <a:close/>
              </a:path>
            </a:pathLst>
          </a:custGeom>
          <a:solidFill>
            <a:schemeClr val="bg2"/>
          </a:solidFill>
        </p:spPr>
        <p:style>
          <a:lnRef idx="2">
            <a:schemeClr val="lt1">
              <a:hueOff val="0"/>
              <a:satOff val="0"/>
              <a:lumOff val="0"/>
              <a:alphaOff val="0"/>
            </a:schemeClr>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188232" tIns="188232" rIns="188232" bIns="188232" numCol="1" spcCol="1270" anchor="ctr" anchorCtr="0">
            <a:noAutofit/>
          </a:bodyPr>
          <a:lstStyle/>
          <a:p>
            <a:pPr marL="0" lvl="0" indent="0" algn="ctr" defTabSz="622300">
              <a:lnSpc>
                <a:spcPct val="90000"/>
              </a:lnSpc>
              <a:spcBef>
                <a:spcPct val="0"/>
              </a:spcBef>
              <a:spcAft>
                <a:spcPct val="35000"/>
              </a:spcAft>
              <a:buNone/>
            </a:pPr>
            <a:r>
              <a:rPr lang="en-US" sz="1200" b="0" i="0" kern="1200" dirty="0">
                <a:solidFill>
                  <a:schemeClr val="bg1"/>
                </a:solidFill>
                <a:ea typeface="FedEx Sans App Condensed" panose="020B0606020203020204" pitchFamily="34" charset="0"/>
                <a:cs typeface="FedEx Sans App Condensed" panose="020B0606020203020204" pitchFamily="34" charset="0"/>
              </a:rPr>
              <a:t>Lorem Ipsum</a:t>
            </a:r>
            <a:endParaRPr lang="en-US" sz="1200" b="1" kern="1200" dirty="0">
              <a:solidFill>
                <a:schemeClr val="bg1"/>
              </a:solidFill>
            </a:endParaRPr>
          </a:p>
        </p:txBody>
      </p:sp>
      <p:sp>
        <p:nvSpPr>
          <p:cNvPr id="25" name="TextBox 24">
            <a:extLst>
              <a:ext uri="{FF2B5EF4-FFF2-40B4-BE49-F238E27FC236}">
                <a16:creationId xmlns:a16="http://schemas.microsoft.com/office/drawing/2014/main" id="{A0061085-DD94-9346-A8BE-214B286F92C8}"/>
              </a:ext>
            </a:extLst>
          </p:cNvPr>
          <p:cNvSpPr txBox="1"/>
          <p:nvPr/>
        </p:nvSpPr>
        <p:spPr bwMode="auto">
          <a:xfrm>
            <a:off x="2121204" y="1462443"/>
            <a:ext cx="3190530" cy="343853"/>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a:t>
            </a:r>
          </a:p>
        </p:txBody>
      </p:sp>
      <p:cxnSp>
        <p:nvCxnSpPr>
          <p:cNvPr id="27" name="Straight Connector 26">
            <a:extLst>
              <a:ext uri="{FF2B5EF4-FFF2-40B4-BE49-F238E27FC236}">
                <a16:creationId xmlns:a16="http://schemas.microsoft.com/office/drawing/2014/main" id="{8C46D856-E329-D246-A1EB-3167379D5189}"/>
              </a:ext>
            </a:extLst>
          </p:cNvPr>
          <p:cNvCxnSpPr>
            <a:cxnSpLocks/>
          </p:cNvCxnSpPr>
          <p:nvPr/>
        </p:nvCxnSpPr>
        <p:spPr bwMode="auto">
          <a:xfrm>
            <a:off x="2121205" y="1911751"/>
            <a:ext cx="3368421"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28" name="TextBox 27">
            <a:extLst>
              <a:ext uri="{FF2B5EF4-FFF2-40B4-BE49-F238E27FC236}">
                <a16:creationId xmlns:a16="http://schemas.microsoft.com/office/drawing/2014/main" id="{13D5FFED-AE12-7E4B-92B1-7D5A9E7A61E3}"/>
              </a:ext>
            </a:extLst>
          </p:cNvPr>
          <p:cNvSpPr txBox="1"/>
          <p:nvPr/>
        </p:nvSpPr>
        <p:spPr bwMode="auto">
          <a:xfrm>
            <a:off x="2121204" y="5214442"/>
            <a:ext cx="2951241" cy="343853"/>
          </a:xfrm>
          <a:prstGeom prst="rect">
            <a:avLst/>
          </a:prstGeom>
          <a:noFill/>
          <a:ln w="12700" cap="sq" algn="ctr">
            <a:noFill/>
            <a:miter lim="800000"/>
            <a:headEnd/>
            <a:tailEnd/>
          </a:ln>
          <a:effectLst/>
        </p:spPr>
        <p:txBody>
          <a:bodyPr wrap="square" lIns="0" tIns="0" rIns="0" bIns="0" rtlCol="0" anchor="b" anchorCtr="0">
            <a:noAutofit/>
          </a:bodyPr>
          <a:lstStyle>
            <a:defPPr>
              <a:defRPr lang="en-US"/>
            </a:defPPr>
            <a:lvl1pPr algn="l">
              <a:lnSpc>
                <a:spcPct val="100000"/>
              </a:lnSpc>
              <a:spcBef>
                <a:spcPts val="600"/>
              </a:spcBef>
              <a:defRPr sz="1500">
                <a:latin typeface="+mn-lt"/>
              </a:defRPr>
            </a:lvl1pPr>
          </a:lstStyle>
          <a:p>
            <a:r>
              <a:rPr lang="en-US" dirty="0">
                <a:solidFill>
                  <a:schemeClr val="bg1">
                    <a:lumMod val="50000"/>
                  </a:schemeClr>
                </a:solidFill>
                <a:ea typeface="FedEx Sans App Condensed" panose="020B0606020203020204" pitchFamily="34" charset="0"/>
                <a:cs typeface="FedEx Sans App Condensed" panose="020B0606020203020204" pitchFamily="34" charset="0"/>
              </a:rPr>
              <a:t>Lorem ipsum dolor</a:t>
            </a:r>
            <a:endParaRPr lang="en-US" dirty="0">
              <a:solidFill>
                <a:schemeClr val="bg1">
                  <a:lumMod val="50000"/>
                </a:schemeClr>
              </a:solidFill>
            </a:endParaRPr>
          </a:p>
        </p:txBody>
      </p:sp>
      <p:cxnSp>
        <p:nvCxnSpPr>
          <p:cNvPr id="33" name="Straight Connector 32">
            <a:extLst>
              <a:ext uri="{FF2B5EF4-FFF2-40B4-BE49-F238E27FC236}">
                <a16:creationId xmlns:a16="http://schemas.microsoft.com/office/drawing/2014/main" id="{5AC0445B-67A7-1C4C-88A6-3A4BC92FA37E}"/>
              </a:ext>
            </a:extLst>
          </p:cNvPr>
          <p:cNvCxnSpPr>
            <a:cxnSpLocks/>
          </p:cNvCxnSpPr>
          <p:nvPr/>
        </p:nvCxnSpPr>
        <p:spPr bwMode="auto">
          <a:xfrm>
            <a:off x="2121204" y="5663750"/>
            <a:ext cx="2687367"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35" name="TextBox 34">
            <a:extLst>
              <a:ext uri="{FF2B5EF4-FFF2-40B4-BE49-F238E27FC236}">
                <a16:creationId xmlns:a16="http://schemas.microsoft.com/office/drawing/2014/main" id="{9783535D-AE7F-AC45-B551-297D7CC2ACB3}"/>
              </a:ext>
            </a:extLst>
          </p:cNvPr>
          <p:cNvSpPr txBox="1"/>
          <p:nvPr/>
        </p:nvSpPr>
        <p:spPr bwMode="auto">
          <a:xfrm>
            <a:off x="7233062" y="2713109"/>
            <a:ext cx="2837732" cy="343853"/>
          </a:xfrm>
          <a:prstGeom prst="rect">
            <a:avLst/>
          </a:prstGeom>
          <a:noFill/>
          <a:ln w="12700" cap="sq" algn="ctr">
            <a:noFill/>
            <a:miter lim="800000"/>
            <a:headEnd/>
            <a:tailEnd/>
          </a:ln>
          <a:effectLst/>
        </p:spPr>
        <p:txBody>
          <a:bodyPr wrap="square" lIns="0" tIns="0" rIns="0" bIns="0" rtlCol="0" anchor="b" anchorCtr="0">
            <a:noAutofit/>
          </a:bodyPr>
          <a:lstStyle/>
          <a:p>
            <a:pPr algn="r">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a:t>
            </a:r>
            <a:endParaRPr lang="en-US" sz="1500" dirty="0">
              <a:solidFill>
                <a:schemeClr val="bg1">
                  <a:lumMod val="50000"/>
                </a:schemeClr>
              </a:solidFill>
              <a:latin typeface="+mn-lt"/>
            </a:endParaRPr>
          </a:p>
        </p:txBody>
      </p:sp>
      <p:cxnSp>
        <p:nvCxnSpPr>
          <p:cNvPr id="36" name="Straight Connector 35">
            <a:extLst>
              <a:ext uri="{FF2B5EF4-FFF2-40B4-BE49-F238E27FC236}">
                <a16:creationId xmlns:a16="http://schemas.microsoft.com/office/drawing/2014/main" id="{3D829E8A-8A19-E84A-B694-DFF4A60861F6}"/>
              </a:ext>
            </a:extLst>
          </p:cNvPr>
          <p:cNvCxnSpPr>
            <a:cxnSpLocks/>
          </p:cNvCxnSpPr>
          <p:nvPr/>
        </p:nvCxnSpPr>
        <p:spPr bwMode="auto">
          <a:xfrm flipH="1">
            <a:off x="7966192" y="3162417"/>
            <a:ext cx="2104603"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37" name="TextBox 36">
            <a:extLst>
              <a:ext uri="{FF2B5EF4-FFF2-40B4-BE49-F238E27FC236}">
                <a16:creationId xmlns:a16="http://schemas.microsoft.com/office/drawing/2014/main" id="{5C397D63-08F9-7548-AF99-2ECE3D9BFDE6}"/>
              </a:ext>
            </a:extLst>
          </p:cNvPr>
          <p:cNvSpPr txBox="1"/>
          <p:nvPr/>
        </p:nvSpPr>
        <p:spPr bwMode="auto">
          <a:xfrm>
            <a:off x="7119553" y="5214445"/>
            <a:ext cx="2951242" cy="343852"/>
          </a:xfrm>
          <a:prstGeom prst="rect">
            <a:avLst/>
          </a:prstGeom>
          <a:noFill/>
          <a:ln w="12700" cap="sq" algn="ctr">
            <a:noFill/>
            <a:miter lim="800000"/>
            <a:headEnd/>
            <a:tailEnd/>
          </a:ln>
          <a:effectLst/>
        </p:spPr>
        <p:txBody>
          <a:bodyPr wrap="square" lIns="0" tIns="0" rIns="0" bIns="0" rtlCol="0" anchor="b" anchorCtr="0">
            <a:noAutofit/>
          </a:bodyPr>
          <a:lstStyle>
            <a:defPPr>
              <a:defRPr lang="en-US"/>
            </a:defPPr>
            <a:lvl1pPr algn="r">
              <a:lnSpc>
                <a:spcPct val="100000"/>
              </a:lnSpc>
              <a:spcBef>
                <a:spcPts val="600"/>
              </a:spcBef>
              <a:defRPr sz="1500">
                <a:latin typeface="+mn-lt"/>
              </a:defRPr>
            </a:lvl1pPr>
          </a:lstStyle>
          <a:p>
            <a:r>
              <a:rPr lang="en-US" dirty="0">
                <a:solidFill>
                  <a:schemeClr val="bg1">
                    <a:lumMod val="50000"/>
                  </a:schemeClr>
                </a:solidFill>
                <a:ea typeface="FedEx Sans App Condensed" panose="020B0606020203020204" pitchFamily="34" charset="0"/>
                <a:cs typeface="FedEx Sans App Condensed" panose="020B0606020203020204" pitchFamily="34" charset="0"/>
              </a:rPr>
              <a:t>Lorem ipsum dolor</a:t>
            </a:r>
            <a:endParaRPr lang="en-US" dirty="0">
              <a:solidFill>
                <a:schemeClr val="bg1">
                  <a:lumMod val="50000"/>
                </a:schemeClr>
              </a:solidFill>
            </a:endParaRPr>
          </a:p>
        </p:txBody>
      </p:sp>
      <p:cxnSp>
        <p:nvCxnSpPr>
          <p:cNvPr id="38" name="Straight Connector 37">
            <a:extLst>
              <a:ext uri="{FF2B5EF4-FFF2-40B4-BE49-F238E27FC236}">
                <a16:creationId xmlns:a16="http://schemas.microsoft.com/office/drawing/2014/main" id="{79B72C71-9D07-9F49-B742-6984529A7FE4}"/>
              </a:ext>
            </a:extLst>
          </p:cNvPr>
          <p:cNvCxnSpPr>
            <a:cxnSpLocks/>
          </p:cNvCxnSpPr>
          <p:nvPr/>
        </p:nvCxnSpPr>
        <p:spPr bwMode="auto">
          <a:xfrm flipH="1">
            <a:off x="7378007" y="5663751"/>
            <a:ext cx="2692788" cy="0"/>
          </a:xfrm>
          <a:prstGeom prst="line">
            <a:avLst/>
          </a:prstGeom>
          <a:solidFill>
            <a:schemeClr val="accent2"/>
          </a:solidFill>
          <a:ln w="12700" cap="sq" cmpd="sng" algn="ctr">
            <a:solidFill>
              <a:schemeClr val="accent6">
                <a:lumMod val="75000"/>
              </a:schemeClr>
            </a:solidFill>
            <a:prstDash val="solid"/>
            <a:round/>
            <a:headEnd type="none" w="med" len="med"/>
            <a:tailEnd type="none" w="med" len="med"/>
          </a:ln>
          <a:effectLst/>
        </p:spPr>
      </p:cxnSp>
      <p:sp>
        <p:nvSpPr>
          <p:cNvPr id="29" name="TextBox 28">
            <a:extLst>
              <a:ext uri="{FF2B5EF4-FFF2-40B4-BE49-F238E27FC236}">
                <a16:creationId xmlns:a16="http://schemas.microsoft.com/office/drawing/2014/main" id="{DC4DF6B3-B95E-4064-AC60-F53BDEA861AD}"/>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31" name="Footer Placeholder 2">
            <a:extLst>
              <a:ext uri="{FF2B5EF4-FFF2-40B4-BE49-F238E27FC236}">
                <a16:creationId xmlns:a16="http://schemas.microsoft.com/office/drawing/2014/main" id="{FA088B11-CF74-4DEA-8B08-D47AF8DA654C}"/>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1282480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25"/>
          <p:cNvSpPr>
            <a:spLocks noGrp="1"/>
          </p:cNvSpPr>
          <p:nvPr>
            <p:ph type="sldNum" sz="quarter" idx="12"/>
          </p:nvPr>
        </p:nvSpPr>
        <p:spPr>
          <a:xfrm>
            <a:off x="11518116"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5</a:t>
            </a:fld>
            <a:endParaRPr lang="en-US" dirty="0">
              <a:latin typeface="+mn-lt"/>
              <a:ea typeface="FedEx Sans App Condensed" panose="020B0606020203020204" pitchFamily="34" charset="0"/>
              <a:cs typeface="FedEx Sans App Condensed" panose="020B0606020203020204" pitchFamily="34" charset="0"/>
            </a:endParaRPr>
          </a:p>
        </p:txBody>
      </p:sp>
      <p:sp>
        <p:nvSpPr>
          <p:cNvPr id="3" name="Rectangle 2">
            <a:extLst>
              <a:ext uri="{FF2B5EF4-FFF2-40B4-BE49-F238E27FC236}">
                <a16:creationId xmlns:a16="http://schemas.microsoft.com/office/drawing/2014/main" id="{12A2A481-939C-7747-8040-C49E5FB28523}"/>
              </a:ext>
            </a:extLst>
          </p:cNvPr>
          <p:cNvSpPr/>
          <p:nvPr/>
        </p:nvSpPr>
        <p:spPr>
          <a:xfrm>
            <a:off x="1549463" y="1052438"/>
            <a:ext cx="9093072" cy="5324203"/>
          </a:xfrm>
          <a:prstGeom prst="rect">
            <a:avLst/>
          </a:prstGeom>
          <a:noFill/>
          <a:ln>
            <a:noFill/>
          </a:ln>
        </p:spPr>
      </p:sp>
      <p:sp>
        <p:nvSpPr>
          <p:cNvPr id="5" name="Freeform 4">
            <a:extLst>
              <a:ext uri="{FF2B5EF4-FFF2-40B4-BE49-F238E27FC236}">
                <a16:creationId xmlns:a16="http://schemas.microsoft.com/office/drawing/2014/main" id="{9B281141-2328-764F-AD43-EECEE687A3EB}"/>
              </a:ext>
            </a:extLst>
          </p:cNvPr>
          <p:cNvSpPr/>
          <p:nvPr/>
        </p:nvSpPr>
        <p:spPr>
          <a:xfrm>
            <a:off x="6095999" y="2206432"/>
            <a:ext cx="3899166" cy="270685"/>
          </a:xfrm>
          <a:custGeom>
            <a:avLst/>
            <a:gdLst/>
            <a:ahLst/>
            <a:cxnLst/>
            <a:rect l="0" t="0" r="0" b="0"/>
            <a:pathLst>
              <a:path>
                <a:moveTo>
                  <a:pt x="0" y="0"/>
                </a:moveTo>
                <a:lnTo>
                  <a:pt x="0" y="135342"/>
                </a:lnTo>
                <a:lnTo>
                  <a:pt x="3899166" y="135342"/>
                </a:lnTo>
                <a:lnTo>
                  <a:pt x="3899166" y="270685"/>
                </a:lnTo>
              </a:path>
            </a:pathLst>
          </a:custGeom>
          <a:noFill/>
          <a:ln w="12700">
            <a:solidFill>
              <a:schemeClr val="accent6">
                <a:lumMod val="75000"/>
              </a:schemeClr>
            </a:solidFill>
          </a:ln>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8" name="Freeform 7">
            <a:extLst>
              <a:ext uri="{FF2B5EF4-FFF2-40B4-BE49-F238E27FC236}">
                <a16:creationId xmlns:a16="http://schemas.microsoft.com/office/drawing/2014/main" id="{201762B7-CB68-4942-A4CF-1D3059655ABC}"/>
              </a:ext>
            </a:extLst>
          </p:cNvPr>
          <p:cNvSpPr/>
          <p:nvPr/>
        </p:nvSpPr>
        <p:spPr>
          <a:xfrm>
            <a:off x="6095999" y="2206432"/>
            <a:ext cx="2339499" cy="270685"/>
          </a:xfrm>
          <a:custGeom>
            <a:avLst/>
            <a:gdLst/>
            <a:ahLst/>
            <a:cxnLst/>
            <a:rect l="0" t="0" r="0" b="0"/>
            <a:pathLst>
              <a:path>
                <a:moveTo>
                  <a:pt x="0" y="0"/>
                </a:moveTo>
                <a:lnTo>
                  <a:pt x="0" y="135342"/>
                </a:lnTo>
                <a:lnTo>
                  <a:pt x="2339499" y="135342"/>
                </a:lnTo>
                <a:lnTo>
                  <a:pt x="2339499" y="270685"/>
                </a:lnTo>
              </a:path>
            </a:pathLst>
          </a:custGeom>
          <a:noFill/>
          <a:ln w="12700">
            <a:solidFill>
              <a:schemeClr val="accent6">
                <a:lumMod val="75000"/>
              </a:schemeClr>
            </a:solidFill>
          </a:ln>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9" name="Freeform 8">
            <a:extLst>
              <a:ext uri="{FF2B5EF4-FFF2-40B4-BE49-F238E27FC236}">
                <a16:creationId xmlns:a16="http://schemas.microsoft.com/office/drawing/2014/main" id="{A67ABC4F-39C2-344E-A919-BBED19E4752F}"/>
              </a:ext>
            </a:extLst>
          </p:cNvPr>
          <p:cNvSpPr/>
          <p:nvPr/>
        </p:nvSpPr>
        <p:spPr>
          <a:xfrm>
            <a:off x="6095999" y="2206432"/>
            <a:ext cx="779833" cy="270685"/>
          </a:xfrm>
          <a:custGeom>
            <a:avLst/>
            <a:gdLst/>
            <a:ahLst/>
            <a:cxnLst/>
            <a:rect l="0" t="0" r="0" b="0"/>
            <a:pathLst>
              <a:path>
                <a:moveTo>
                  <a:pt x="0" y="0"/>
                </a:moveTo>
                <a:lnTo>
                  <a:pt x="0" y="135342"/>
                </a:lnTo>
                <a:lnTo>
                  <a:pt x="779833" y="135342"/>
                </a:lnTo>
                <a:lnTo>
                  <a:pt x="779833" y="270685"/>
                </a:lnTo>
              </a:path>
            </a:pathLst>
          </a:custGeom>
          <a:noFill/>
          <a:ln w="12700">
            <a:solidFill>
              <a:schemeClr val="accent6">
                <a:lumMod val="75000"/>
              </a:schemeClr>
            </a:solidFill>
          </a:ln>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0" name="Freeform 9">
            <a:extLst>
              <a:ext uri="{FF2B5EF4-FFF2-40B4-BE49-F238E27FC236}">
                <a16:creationId xmlns:a16="http://schemas.microsoft.com/office/drawing/2014/main" id="{F9D77E3D-15A7-F741-8317-AED9DCD31341}"/>
              </a:ext>
            </a:extLst>
          </p:cNvPr>
          <p:cNvSpPr/>
          <p:nvPr/>
        </p:nvSpPr>
        <p:spPr>
          <a:xfrm>
            <a:off x="5316165" y="2206432"/>
            <a:ext cx="779833" cy="270685"/>
          </a:xfrm>
          <a:custGeom>
            <a:avLst/>
            <a:gdLst/>
            <a:ahLst/>
            <a:cxnLst/>
            <a:rect l="0" t="0" r="0" b="0"/>
            <a:pathLst>
              <a:path>
                <a:moveTo>
                  <a:pt x="779833" y="0"/>
                </a:moveTo>
                <a:lnTo>
                  <a:pt x="779833" y="135342"/>
                </a:lnTo>
                <a:lnTo>
                  <a:pt x="0" y="135342"/>
                </a:lnTo>
                <a:lnTo>
                  <a:pt x="0" y="270685"/>
                </a:lnTo>
              </a:path>
            </a:pathLst>
          </a:custGeom>
          <a:noFill/>
          <a:ln w="12700">
            <a:solidFill>
              <a:schemeClr val="accent6">
                <a:lumMod val="75000"/>
              </a:schemeClr>
            </a:solidFill>
          </a:ln>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22" name="Freeform 21">
            <a:extLst>
              <a:ext uri="{FF2B5EF4-FFF2-40B4-BE49-F238E27FC236}">
                <a16:creationId xmlns:a16="http://schemas.microsoft.com/office/drawing/2014/main" id="{3D576575-1809-AF44-A733-DEC4E09046C3}"/>
              </a:ext>
            </a:extLst>
          </p:cNvPr>
          <p:cNvSpPr/>
          <p:nvPr/>
        </p:nvSpPr>
        <p:spPr>
          <a:xfrm>
            <a:off x="3240906" y="3121608"/>
            <a:ext cx="193347" cy="2423283"/>
          </a:xfrm>
          <a:custGeom>
            <a:avLst/>
            <a:gdLst/>
            <a:ahLst/>
            <a:cxnLst/>
            <a:rect l="0" t="0" r="0" b="0"/>
            <a:pathLst>
              <a:path>
                <a:moveTo>
                  <a:pt x="0" y="0"/>
                </a:moveTo>
                <a:lnTo>
                  <a:pt x="0" y="2423283"/>
                </a:lnTo>
                <a:lnTo>
                  <a:pt x="193347" y="2423283"/>
                </a:lnTo>
              </a:path>
            </a:pathLst>
          </a:custGeom>
          <a:noFill/>
          <a:ln w="12700">
            <a:solidFill>
              <a:schemeClr val="accent6">
                <a:lumMod val="75000"/>
              </a:schemeClr>
            </a:solidFill>
          </a:ln>
        </p:spPr>
        <p:style>
          <a:lnRef idx="2">
            <a:scrgbClr r="0" g="0" b="0"/>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sp>
      <p:sp>
        <p:nvSpPr>
          <p:cNvPr id="23" name="Freeform 22">
            <a:extLst>
              <a:ext uri="{FF2B5EF4-FFF2-40B4-BE49-F238E27FC236}">
                <a16:creationId xmlns:a16="http://schemas.microsoft.com/office/drawing/2014/main" id="{2F8FB29F-1A3C-2346-92B0-A4630819219D}"/>
              </a:ext>
            </a:extLst>
          </p:cNvPr>
          <p:cNvSpPr/>
          <p:nvPr/>
        </p:nvSpPr>
        <p:spPr>
          <a:xfrm>
            <a:off x="3240906" y="3121608"/>
            <a:ext cx="193347" cy="1508107"/>
          </a:xfrm>
          <a:custGeom>
            <a:avLst/>
            <a:gdLst/>
            <a:ahLst/>
            <a:cxnLst/>
            <a:rect l="0" t="0" r="0" b="0"/>
            <a:pathLst>
              <a:path>
                <a:moveTo>
                  <a:pt x="0" y="0"/>
                </a:moveTo>
                <a:lnTo>
                  <a:pt x="0" y="1508107"/>
                </a:lnTo>
                <a:lnTo>
                  <a:pt x="193347" y="1508107"/>
                </a:lnTo>
              </a:path>
            </a:pathLst>
          </a:custGeom>
          <a:noFill/>
          <a:ln w="12700">
            <a:solidFill>
              <a:schemeClr val="accent6">
                <a:lumMod val="75000"/>
              </a:schemeClr>
            </a:solidFill>
          </a:ln>
        </p:spPr>
        <p:style>
          <a:lnRef idx="2">
            <a:scrgbClr r="0" g="0" b="0"/>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sp>
      <p:sp>
        <p:nvSpPr>
          <p:cNvPr id="24" name="Freeform 23">
            <a:extLst>
              <a:ext uri="{FF2B5EF4-FFF2-40B4-BE49-F238E27FC236}">
                <a16:creationId xmlns:a16="http://schemas.microsoft.com/office/drawing/2014/main" id="{93626EE0-D3D8-1E48-95D5-7E395189AA51}"/>
              </a:ext>
            </a:extLst>
          </p:cNvPr>
          <p:cNvSpPr/>
          <p:nvPr/>
        </p:nvSpPr>
        <p:spPr>
          <a:xfrm>
            <a:off x="3240906" y="3121608"/>
            <a:ext cx="193347" cy="592931"/>
          </a:xfrm>
          <a:custGeom>
            <a:avLst/>
            <a:gdLst/>
            <a:ahLst/>
            <a:cxnLst/>
            <a:rect l="0" t="0" r="0" b="0"/>
            <a:pathLst>
              <a:path>
                <a:moveTo>
                  <a:pt x="0" y="0"/>
                </a:moveTo>
                <a:lnTo>
                  <a:pt x="0" y="592931"/>
                </a:lnTo>
                <a:lnTo>
                  <a:pt x="193347" y="592931"/>
                </a:lnTo>
              </a:path>
            </a:pathLst>
          </a:custGeom>
          <a:noFill/>
          <a:ln w="12700">
            <a:solidFill>
              <a:schemeClr val="accent6">
                <a:lumMod val="75000"/>
              </a:schemeClr>
            </a:solidFill>
          </a:ln>
        </p:spPr>
        <p:style>
          <a:lnRef idx="2">
            <a:scrgbClr r="0" g="0" b="0"/>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sp>
      <p:sp>
        <p:nvSpPr>
          <p:cNvPr id="30" name="Freeform 29">
            <a:extLst>
              <a:ext uri="{FF2B5EF4-FFF2-40B4-BE49-F238E27FC236}">
                <a16:creationId xmlns:a16="http://schemas.microsoft.com/office/drawing/2014/main" id="{69A5AAF2-882B-4346-A7A6-6824E8109513}"/>
              </a:ext>
            </a:extLst>
          </p:cNvPr>
          <p:cNvSpPr/>
          <p:nvPr/>
        </p:nvSpPr>
        <p:spPr>
          <a:xfrm>
            <a:off x="3756499" y="2206432"/>
            <a:ext cx="2339499" cy="270685"/>
          </a:xfrm>
          <a:custGeom>
            <a:avLst/>
            <a:gdLst/>
            <a:ahLst/>
            <a:cxnLst/>
            <a:rect l="0" t="0" r="0" b="0"/>
            <a:pathLst>
              <a:path>
                <a:moveTo>
                  <a:pt x="2339499" y="0"/>
                </a:moveTo>
                <a:lnTo>
                  <a:pt x="2339499" y="135342"/>
                </a:lnTo>
                <a:lnTo>
                  <a:pt x="0" y="135342"/>
                </a:lnTo>
                <a:lnTo>
                  <a:pt x="0" y="270685"/>
                </a:lnTo>
              </a:path>
            </a:pathLst>
          </a:custGeom>
          <a:noFill/>
          <a:ln w="12700">
            <a:solidFill>
              <a:schemeClr val="accent6">
                <a:lumMod val="75000"/>
              </a:schemeClr>
            </a:solidFill>
          </a:ln>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31" name="Freeform 30">
            <a:extLst>
              <a:ext uri="{FF2B5EF4-FFF2-40B4-BE49-F238E27FC236}">
                <a16:creationId xmlns:a16="http://schemas.microsoft.com/office/drawing/2014/main" id="{0778CE93-42A9-624F-82E9-EF4294A81C10}"/>
              </a:ext>
            </a:extLst>
          </p:cNvPr>
          <p:cNvSpPr/>
          <p:nvPr/>
        </p:nvSpPr>
        <p:spPr>
          <a:xfrm>
            <a:off x="2196832" y="2206432"/>
            <a:ext cx="3899166" cy="270685"/>
          </a:xfrm>
          <a:custGeom>
            <a:avLst/>
            <a:gdLst/>
            <a:ahLst/>
            <a:cxnLst/>
            <a:rect l="0" t="0" r="0" b="0"/>
            <a:pathLst>
              <a:path>
                <a:moveTo>
                  <a:pt x="3899166" y="0"/>
                </a:moveTo>
                <a:lnTo>
                  <a:pt x="3899166" y="135342"/>
                </a:lnTo>
                <a:lnTo>
                  <a:pt x="0" y="135342"/>
                </a:lnTo>
                <a:lnTo>
                  <a:pt x="0" y="270685"/>
                </a:lnTo>
              </a:path>
            </a:pathLst>
          </a:custGeom>
          <a:noFill/>
          <a:ln w="12700">
            <a:solidFill>
              <a:schemeClr val="accent6">
                <a:lumMod val="75000"/>
              </a:schemeClr>
            </a:solidFill>
          </a:ln>
        </p:spPr>
        <p:style>
          <a:lnRef idx="2">
            <a:scrgbClr r="0" g="0" b="0"/>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32" name="Freeform 31">
            <a:extLst>
              <a:ext uri="{FF2B5EF4-FFF2-40B4-BE49-F238E27FC236}">
                <a16:creationId xmlns:a16="http://schemas.microsoft.com/office/drawing/2014/main" id="{8EBB027D-E34E-2940-8F04-020DBB3D8A12}"/>
              </a:ext>
            </a:extLst>
          </p:cNvPr>
          <p:cNvSpPr/>
          <p:nvPr/>
        </p:nvSpPr>
        <p:spPr>
          <a:xfrm>
            <a:off x="5071639" y="1561941"/>
            <a:ext cx="2048718" cy="644490"/>
          </a:xfrm>
          <a:custGeom>
            <a:avLst/>
            <a:gdLst>
              <a:gd name="connsiteX0" fmla="*/ 0 w 2048718"/>
              <a:gd name="connsiteY0" fmla="*/ 0 h 644490"/>
              <a:gd name="connsiteX1" fmla="*/ 2048718 w 2048718"/>
              <a:gd name="connsiteY1" fmla="*/ 0 h 644490"/>
              <a:gd name="connsiteX2" fmla="*/ 2048718 w 2048718"/>
              <a:gd name="connsiteY2" fmla="*/ 644490 h 644490"/>
              <a:gd name="connsiteX3" fmla="*/ 0 w 2048718"/>
              <a:gd name="connsiteY3" fmla="*/ 644490 h 644490"/>
              <a:gd name="connsiteX4" fmla="*/ 0 w 2048718"/>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8718" h="644490">
                <a:moveTo>
                  <a:pt x="0" y="0"/>
                </a:moveTo>
                <a:lnTo>
                  <a:pt x="2048718" y="0"/>
                </a:lnTo>
                <a:lnTo>
                  <a:pt x="2048718" y="644490"/>
                </a:lnTo>
                <a:lnTo>
                  <a:pt x="0" y="644490"/>
                </a:lnTo>
                <a:lnTo>
                  <a:pt x="0" y="0"/>
                </a:lnTo>
                <a:close/>
              </a:path>
            </a:pathLst>
          </a:custGeom>
          <a:gradFill flip="none" rotWithShape="1">
            <a:gsLst>
              <a:gs pos="0">
                <a:schemeClr val="tx2"/>
              </a:gs>
              <a:gs pos="33000">
                <a:srgbClr val="7D22C3"/>
              </a:gs>
              <a:gs pos="100000">
                <a:schemeClr val="bg2"/>
              </a:gs>
            </a:gsLst>
            <a:lin ang="0" scaled="0"/>
            <a:tileRect/>
          </a:gra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400" kern="1200" dirty="0" err="1">
                <a:ea typeface="FedEx Sans App Condensed" panose="020B0606020203020204" pitchFamily="34" charset="0"/>
                <a:cs typeface="FedEx Sans App Condensed" panose="020B0606020203020204" pitchFamily="34" charset="0"/>
              </a:rPr>
              <a:t>Lorem</a:t>
            </a:r>
            <a:r>
              <a:rPr lang="en-US" sz="1400" kern="1200" dirty="0">
                <a:ea typeface="FedEx Sans App Condensed" panose="020B0606020203020204" pitchFamily="34" charset="0"/>
                <a:cs typeface="FedEx Sans App Condensed" panose="020B0606020203020204" pitchFamily="34" charset="0"/>
              </a:rPr>
              <a:t> </a:t>
            </a:r>
            <a:r>
              <a:rPr lang="en-US" sz="1400" kern="1200" dirty="0" err="1">
                <a:ea typeface="FedEx Sans App Condensed" panose="020B0606020203020204" pitchFamily="34" charset="0"/>
                <a:cs typeface="FedEx Sans App Condensed" panose="020B0606020203020204" pitchFamily="34" charset="0"/>
              </a:rPr>
              <a:t>Ipsum</a:t>
            </a:r>
            <a:endParaRPr lang="en-US" sz="1400" kern="1200" dirty="0">
              <a:ea typeface="FedEx Sans App Condensed" panose="020B0606020203020204" pitchFamily="34" charset="0"/>
              <a:cs typeface="FedEx Sans App Condensed" panose="020B0606020203020204" pitchFamily="34" charset="0"/>
            </a:endParaRPr>
          </a:p>
        </p:txBody>
      </p:sp>
      <p:sp>
        <p:nvSpPr>
          <p:cNvPr id="34" name="Freeform 33">
            <a:extLst>
              <a:ext uri="{FF2B5EF4-FFF2-40B4-BE49-F238E27FC236}">
                <a16:creationId xmlns:a16="http://schemas.microsoft.com/office/drawing/2014/main" id="{B5D326E3-9E98-4345-8F43-BCE5A9D6FFB8}"/>
              </a:ext>
            </a:extLst>
          </p:cNvPr>
          <p:cNvSpPr/>
          <p:nvPr/>
        </p:nvSpPr>
        <p:spPr>
          <a:xfrm>
            <a:off x="1552342" y="2477118"/>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tx2"/>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ea typeface="FedEx Sans App Condensed" panose="020B0606020203020204" pitchFamily="34" charset="0"/>
                <a:cs typeface="FedEx Sans App Condensed" panose="020B0606020203020204" pitchFamily="34" charset="0"/>
              </a:rPr>
              <a:t>Lorem</a:t>
            </a:r>
            <a:r>
              <a:rPr lang="en-US" sz="1100" kern="1200" dirty="0">
                <a:ea typeface="FedEx Sans App Condensed" panose="020B0606020203020204" pitchFamily="34" charset="0"/>
                <a:cs typeface="FedEx Sans App Condensed" panose="020B0606020203020204" pitchFamily="34" charset="0"/>
              </a:rPr>
              <a:t> </a:t>
            </a:r>
            <a:r>
              <a:rPr lang="en-US" sz="1100" kern="1200" dirty="0" err="1">
                <a:ea typeface="FedEx Sans App Condensed" panose="020B0606020203020204" pitchFamily="34" charset="0"/>
                <a:cs typeface="FedEx Sans App Condensed" panose="020B0606020203020204" pitchFamily="34" charset="0"/>
              </a:rPr>
              <a:t>Ipsum</a:t>
            </a:r>
            <a:endParaRPr lang="en-US" sz="1100" kern="1200" dirty="0">
              <a:ea typeface="FedEx Sans App Condensed" panose="020B0606020203020204" pitchFamily="34" charset="0"/>
              <a:cs typeface="FedEx Sans App Condensed" panose="020B0606020203020204" pitchFamily="34" charset="0"/>
            </a:endParaRPr>
          </a:p>
        </p:txBody>
      </p:sp>
      <p:sp>
        <p:nvSpPr>
          <p:cNvPr id="41" name="Freeform 40">
            <a:extLst>
              <a:ext uri="{FF2B5EF4-FFF2-40B4-BE49-F238E27FC236}">
                <a16:creationId xmlns:a16="http://schemas.microsoft.com/office/drawing/2014/main" id="{77090538-C563-7B4B-A314-5BF78807255B}"/>
              </a:ext>
            </a:extLst>
          </p:cNvPr>
          <p:cNvSpPr/>
          <p:nvPr/>
        </p:nvSpPr>
        <p:spPr>
          <a:xfrm>
            <a:off x="3112008" y="2477118"/>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accent1"/>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ea typeface="FedEx Sans App Condensed" panose="020B0606020203020204" pitchFamily="34" charset="0"/>
                <a:cs typeface="FedEx Sans App Condensed" panose="020B0606020203020204" pitchFamily="34" charset="0"/>
              </a:rPr>
              <a:t>Lorem</a:t>
            </a:r>
            <a:r>
              <a:rPr lang="en-US" sz="1100" kern="1200" dirty="0">
                <a:ea typeface="FedEx Sans App Condensed" panose="020B0606020203020204" pitchFamily="34" charset="0"/>
                <a:cs typeface="FedEx Sans App Condensed" panose="020B0606020203020204" pitchFamily="34" charset="0"/>
              </a:rPr>
              <a:t> </a:t>
            </a:r>
            <a:r>
              <a:rPr lang="en-US" sz="1100" kern="1200" dirty="0" err="1">
                <a:ea typeface="FedEx Sans App Condensed" panose="020B0606020203020204" pitchFamily="34" charset="0"/>
                <a:cs typeface="FedEx Sans App Condensed" panose="020B0606020203020204" pitchFamily="34" charset="0"/>
              </a:rPr>
              <a:t>Ipsum</a:t>
            </a:r>
            <a:endParaRPr lang="en-US" sz="1100" kern="1200" dirty="0">
              <a:ea typeface="FedEx Sans App Condensed" panose="020B0606020203020204" pitchFamily="34" charset="0"/>
              <a:cs typeface="FedEx Sans App Condensed" panose="020B0606020203020204" pitchFamily="34" charset="0"/>
            </a:endParaRPr>
          </a:p>
        </p:txBody>
      </p:sp>
      <p:sp>
        <p:nvSpPr>
          <p:cNvPr id="42" name="Freeform 41">
            <a:extLst>
              <a:ext uri="{FF2B5EF4-FFF2-40B4-BE49-F238E27FC236}">
                <a16:creationId xmlns:a16="http://schemas.microsoft.com/office/drawing/2014/main" id="{0C06377A-F73C-AB48-A0A4-67D2DFFBD9B2}"/>
              </a:ext>
            </a:extLst>
          </p:cNvPr>
          <p:cNvSpPr/>
          <p:nvPr/>
        </p:nvSpPr>
        <p:spPr>
          <a:xfrm>
            <a:off x="3434253" y="3392294"/>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bg1"/>
          </a:solidFill>
          <a:ln w="12700">
            <a:solidFill>
              <a:schemeClr val="bg1">
                <a:lumMod val="75000"/>
              </a:schemeClr>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Lorem</a:t>
            </a:r>
            <a:r>
              <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rPr>
              <a:t> </a:t>
            </a: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Ipsum</a:t>
            </a:r>
            <a:endPar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endParaRPr>
          </a:p>
        </p:txBody>
      </p:sp>
      <p:sp>
        <p:nvSpPr>
          <p:cNvPr id="43" name="Freeform 42">
            <a:extLst>
              <a:ext uri="{FF2B5EF4-FFF2-40B4-BE49-F238E27FC236}">
                <a16:creationId xmlns:a16="http://schemas.microsoft.com/office/drawing/2014/main" id="{00CC82B0-43CE-3643-8F10-B4F3C9132583}"/>
              </a:ext>
            </a:extLst>
          </p:cNvPr>
          <p:cNvSpPr/>
          <p:nvPr/>
        </p:nvSpPr>
        <p:spPr>
          <a:xfrm>
            <a:off x="3434253" y="4307470"/>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bg1"/>
          </a:solidFill>
          <a:ln>
            <a:solidFill>
              <a:schemeClr val="bg1">
                <a:lumMod val="65000"/>
              </a:schemeClr>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Lorem</a:t>
            </a:r>
            <a:r>
              <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rPr>
              <a:t> </a:t>
            </a: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Ipsum</a:t>
            </a:r>
            <a:endPar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endParaRPr>
          </a:p>
        </p:txBody>
      </p:sp>
      <p:sp>
        <p:nvSpPr>
          <p:cNvPr id="45" name="Freeform 44">
            <a:extLst>
              <a:ext uri="{FF2B5EF4-FFF2-40B4-BE49-F238E27FC236}">
                <a16:creationId xmlns:a16="http://schemas.microsoft.com/office/drawing/2014/main" id="{7B6747EF-BB55-8247-9A12-9AB5EA505C2F}"/>
              </a:ext>
            </a:extLst>
          </p:cNvPr>
          <p:cNvSpPr/>
          <p:nvPr/>
        </p:nvSpPr>
        <p:spPr>
          <a:xfrm>
            <a:off x="3434253" y="5222646"/>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bg1"/>
          </a:solidFill>
          <a:ln>
            <a:solidFill>
              <a:schemeClr val="bg1">
                <a:lumMod val="65000"/>
              </a:schemeClr>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Lorem</a:t>
            </a:r>
            <a:r>
              <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rPr>
              <a:t> </a:t>
            </a: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Ipsum</a:t>
            </a:r>
            <a:endPar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endParaRPr>
          </a:p>
        </p:txBody>
      </p:sp>
      <p:sp>
        <p:nvSpPr>
          <p:cNvPr id="47" name="Freeform 46">
            <a:extLst>
              <a:ext uri="{FF2B5EF4-FFF2-40B4-BE49-F238E27FC236}">
                <a16:creationId xmlns:a16="http://schemas.microsoft.com/office/drawing/2014/main" id="{E253EBD7-5159-854F-80BF-46BDB3BC4032}"/>
              </a:ext>
            </a:extLst>
          </p:cNvPr>
          <p:cNvSpPr/>
          <p:nvPr/>
        </p:nvSpPr>
        <p:spPr>
          <a:xfrm>
            <a:off x="4671675" y="2477118"/>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rgbClr val="671CAA"/>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ea typeface="FedEx Sans App Condensed" panose="020B0606020203020204" pitchFamily="34" charset="0"/>
                <a:cs typeface="FedEx Sans App Condensed" panose="020B0606020203020204" pitchFamily="34" charset="0"/>
              </a:rPr>
              <a:t>Lorem</a:t>
            </a:r>
            <a:r>
              <a:rPr lang="en-US" sz="1100" kern="1200" dirty="0">
                <a:ea typeface="FedEx Sans App Condensed" panose="020B0606020203020204" pitchFamily="34" charset="0"/>
                <a:cs typeface="FedEx Sans App Condensed" panose="020B0606020203020204" pitchFamily="34" charset="0"/>
              </a:rPr>
              <a:t> </a:t>
            </a:r>
            <a:r>
              <a:rPr lang="en-US" sz="1100" kern="1200" dirty="0" err="1">
                <a:ea typeface="FedEx Sans App Condensed" panose="020B0606020203020204" pitchFamily="34" charset="0"/>
                <a:cs typeface="FedEx Sans App Condensed" panose="020B0606020203020204" pitchFamily="34" charset="0"/>
              </a:rPr>
              <a:t>Ipsum</a:t>
            </a:r>
            <a:endParaRPr lang="en-US" sz="1100" kern="1200" dirty="0">
              <a:ea typeface="FedEx Sans App Condensed" panose="020B0606020203020204" pitchFamily="34" charset="0"/>
              <a:cs typeface="FedEx Sans App Condensed" panose="020B0606020203020204" pitchFamily="34" charset="0"/>
            </a:endParaRPr>
          </a:p>
        </p:txBody>
      </p:sp>
      <p:sp>
        <p:nvSpPr>
          <p:cNvPr id="48" name="Freeform 47">
            <a:extLst>
              <a:ext uri="{FF2B5EF4-FFF2-40B4-BE49-F238E27FC236}">
                <a16:creationId xmlns:a16="http://schemas.microsoft.com/office/drawing/2014/main" id="{DBA28825-F7AB-9A41-94B2-0EB556A49AD9}"/>
              </a:ext>
            </a:extLst>
          </p:cNvPr>
          <p:cNvSpPr/>
          <p:nvPr/>
        </p:nvSpPr>
        <p:spPr>
          <a:xfrm>
            <a:off x="6231341" y="2477118"/>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rgbClr val="A63685"/>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ea typeface="FedEx Sans App Condensed" panose="020B0606020203020204" pitchFamily="34" charset="0"/>
                <a:cs typeface="FedEx Sans App Condensed" panose="020B0606020203020204" pitchFamily="34" charset="0"/>
              </a:rPr>
              <a:t>Lorem</a:t>
            </a:r>
            <a:r>
              <a:rPr lang="en-US" sz="1100" kern="1200" dirty="0">
                <a:ea typeface="FedEx Sans App Condensed" panose="020B0606020203020204" pitchFamily="34" charset="0"/>
                <a:cs typeface="FedEx Sans App Condensed" panose="020B0606020203020204" pitchFamily="34" charset="0"/>
              </a:rPr>
              <a:t> </a:t>
            </a:r>
            <a:r>
              <a:rPr lang="en-US" sz="1100" kern="1200" dirty="0" err="1">
                <a:ea typeface="FedEx Sans App Condensed" panose="020B0606020203020204" pitchFamily="34" charset="0"/>
                <a:cs typeface="FedEx Sans App Condensed" panose="020B0606020203020204" pitchFamily="34" charset="0"/>
              </a:rPr>
              <a:t>Ipsum</a:t>
            </a:r>
            <a:endParaRPr lang="en-US" sz="1100" kern="1200" dirty="0">
              <a:ea typeface="FedEx Sans App Condensed" panose="020B0606020203020204" pitchFamily="34" charset="0"/>
              <a:cs typeface="FedEx Sans App Condensed" panose="020B0606020203020204" pitchFamily="34" charset="0"/>
            </a:endParaRPr>
          </a:p>
        </p:txBody>
      </p:sp>
      <p:sp>
        <p:nvSpPr>
          <p:cNvPr id="49" name="Freeform 48">
            <a:extLst>
              <a:ext uri="{FF2B5EF4-FFF2-40B4-BE49-F238E27FC236}">
                <a16:creationId xmlns:a16="http://schemas.microsoft.com/office/drawing/2014/main" id="{3F96B72F-0C15-F547-9BAE-CADDEF0E5CC8}"/>
              </a:ext>
            </a:extLst>
          </p:cNvPr>
          <p:cNvSpPr/>
          <p:nvPr/>
        </p:nvSpPr>
        <p:spPr>
          <a:xfrm>
            <a:off x="7791008" y="2477118"/>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rgbClr val="C74755"/>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ea typeface="FedEx Sans App Condensed" panose="020B0606020203020204" pitchFamily="34" charset="0"/>
                <a:cs typeface="FedEx Sans App Condensed" panose="020B0606020203020204" pitchFamily="34" charset="0"/>
              </a:rPr>
              <a:t>Lorem</a:t>
            </a:r>
            <a:r>
              <a:rPr lang="en-US" sz="1100" kern="1200" dirty="0">
                <a:ea typeface="FedEx Sans App Condensed" panose="020B0606020203020204" pitchFamily="34" charset="0"/>
                <a:cs typeface="FedEx Sans App Condensed" panose="020B0606020203020204" pitchFamily="34" charset="0"/>
              </a:rPr>
              <a:t> </a:t>
            </a:r>
            <a:r>
              <a:rPr lang="en-US" sz="1100" kern="1200" dirty="0" err="1">
                <a:ea typeface="FedEx Sans App Condensed" panose="020B0606020203020204" pitchFamily="34" charset="0"/>
                <a:cs typeface="FedEx Sans App Condensed" panose="020B0606020203020204" pitchFamily="34" charset="0"/>
              </a:rPr>
              <a:t>Ipsum</a:t>
            </a:r>
            <a:endParaRPr lang="en-US" sz="1100" kern="1200" dirty="0">
              <a:ea typeface="FedEx Sans App Condensed" panose="020B0606020203020204" pitchFamily="34" charset="0"/>
              <a:cs typeface="FedEx Sans App Condensed" panose="020B0606020203020204" pitchFamily="34" charset="0"/>
            </a:endParaRPr>
          </a:p>
        </p:txBody>
      </p:sp>
      <p:sp>
        <p:nvSpPr>
          <p:cNvPr id="50" name="Freeform 49">
            <a:extLst>
              <a:ext uri="{FF2B5EF4-FFF2-40B4-BE49-F238E27FC236}">
                <a16:creationId xmlns:a16="http://schemas.microsoft.com/office/drawing/2014/main" id="{AB4C14BD-3D89-4B4E-9FD5-B38B2C1028F1}"/>
              </a:ext>
            </a:extLst>
          </p:cNvPr>
          <p:cNvSpPr/>
          <p:nvPr/>
        </p:nvSpPr>
        <p:spPr>
          <a:xfrm>
            <a:off x="9350675" y="2477118"/>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rgbClr val="FF6200"/>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a:ea typeface="FedEx Sans App Condensed" panose="020B0606020203020204" pitchFamily="34" charset="0"/>
                <a:cs typeface="FedEx Sans App Condensed" panose="020B0606020203020204" pitchFamily="34" charset="0"/>
              </a:rPr>
              <a:t>Lorem Ipsum</a:t>
            </a:r>
          </a:p>
        </p:txBody>
      </p:sp>
      <p:sp>
        <p:nvSpPr>
          <p:cNvPr id="25" name="TextBox 24">
            <a:extLst>
              <a:ext uri="{FF2B5EF4-FFF2-40B4-BE49-F238E27FC236}">
                <a16:creationId xmlns:a16="http://schemas.microsoft.com/office/drawing/2014/main" id="{C156D7F2-F037-4897-A34A-3223F072DB6F}"/>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8" name="Footer Placeholder 2">
            <a:extLst>
              <a:ext uri="{FF2B5EF4-FFF2-40B4-BE49-F238E27FC236}">
                <a16:creationId xmlns:a16="http://schemas.microsoft.com/office/drawing/2014/main" id="{11FC7D44-7AE8-406A-8EF9-939519E7E76E}"/>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3" name="Freeform 22">
            <a:extLst>
              <a:ext uri="{FF2B5EF4-FFF2-40B4-BE49-F238E27FC236}">
                <a16:creationId xmlns:a16="http://schemas.microsoft.com/office/drawing/2014/main" id="{1FAE9613-0220-418A-AE73-FBCA5E3E3F5B}"/>
              </a:ext>
            </a:extLst>
          </p:cNvPr>
          <p:cNvSpPr/>
          <p:nvPr/>
        </p:nvSpPr>
        <p:spPr>
          <a:xfrm>
            <a:off x="7922784" y="3105674"/>
            <a:ext cx="193347" cy="1508107"/>
          </a:xfrm>
          <a:custGeom>
            <a:avLst/>
            <a:gdLst/>
            <a:ahLst/>
            <a:cxnLst/>
            <a:rect l="0" t="0" r="0" b="0"/>
            <a:pathLst>
              <a:path>
                <a:moveTo>
                  <a:pt x="0" y="0"/>
                </a:moveTo>
                <a:lnTo>
                  <a:pt x="0" y="1508107"/>
                </a:lnTo>
                <a:lnTo>
                  <a:pt x="193347" y="1508107"/>
                </a:lnTo>
              </a:path>
            </a:pathLst>
          </a:custGeom>
          <a:noFill/>
          <a:ln w="12700">
            <a:solidFill>
              <a:schemeClr val="accent6">
                <a:lumMod val="75000"/>
              </a:schemeClr>
            </a:solidFill>
          </a:ln>
        </p:spPr>
        <p:style>
          <a:lnRef idx="2">
            <a:scrgbClr r="0" g="0" b="0"/>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sp>
      <p:sp>
        <p:nvSpPr>
          <p:cNvPr id="35" name="Freeform 23">
            <a:extLst>
              <a:ext uri="{FF2B5EF4-FFF2-40B4-BE49-F238E27FC236}">
                <a16:creationId xmlns:a16="http://schemas.microsoft.com/office/drawing/2014/main" id="{DB869B7C-DC8F-4732-9426-F4ECDEA80BC5}"/>
              </a:ext>
            </a:extLst>
          </p:cNvPr>
          <p:cNvSpPr/>
          <p:nvPr/>
        </p:nvSpPr>
        <p:spPr>
          <a:xfrm>
            <a:off x="7922784" y="3105674"/>
            <a:ext cx="193347" cy="592931"/>
          </a:xfrm>
          <a:custGeom>
            <a:avLst/>
            <a:gdLst/>
            <a:ahLst/>
            <a:cxnLst/>
            <a:rect l="0" t="0" r="0" b="0"/>
            <a:pathLst>
              <a:path>
                <a:moveTo>
                  <a:pt x="0" y="0"/>
                </a:moveTo>
                <a:lnTo>
                  <a:pt x="0" y="592931"/>
                </a:lnTo>
                <a:lnTo>
                  <a:pt x="193347" y="592931"/>
                </a:lnTo>
              </a:path>
            </a:pathLst>
          </a:custGeom>
          <a:noFill/>
          <a:ln w="12700">
            <a:solidFill>
              <a:schemeClr val="accent6">
                <a:lumMod val="75000"/>
              </a:schemeClr>
            </a:solidFill>
          </a:ln>
        </p:spPr>
        <p:style>
          <a:lnRef idx="2">
            <a:scrgbClr r="0" g="0" b="0"/>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sp>
      <p:sp>
        <p:nvSpPr>
          <p:cNvPr id="36" name="Freeform 41">
            <a:extLst>
              <a:ext uri="{FF2B5EF4-FFF2-40B4-BE49-F238E27FC236}">
                <a16:creationId xmlns:a16="http://schemas.microsoft.com/office/drawing/2014/main" id="{E8BEDB42-E767-48D0-BB37-20908F7A8B16}"/>
              </a:ext>
            </a:extLst>
          </p:cNvPr>
          <p:cNvSpPr/>
          <p:nvPr/>
        </p:nvSpPr>
        <p:spPr>
          <a:xfrm>
            <a:off x="8116131" y="3376360"/>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bg1"/>
          </a:solidFill>
          <a:ln w="12700">
            <a:solidFill>
              <a:schemeClr val="bg1">
                <a:lumMod val="75000"/>
              </a:schemeClr>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Lorem</a:t>
            </a:r>
            <a:r>
              <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rPr>
              <a:t> </a:t>
            </a: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Ipsum</a:t>
            </a:r>
            <a:endPar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endParaRPr>
          </a:p>
        </p:txBody>
      </p:sp>
      <p:sp>
        <p:nvSpPr>
          <p:cNvPr id="37" name="Freeform 42">
            <a:extLst>
              <a:ext uri="{FF2B5EF4-FFF2-40B4-BE49-F238E27FC236}">
                <a16:creationId xmlns:a16="http://schemas.microsoft.com/office/drawing/2014/main" id="{C36E5528-4598-4523-8436-0DCB653A6191}"/>
              </a:ext>
            </a:extLst>
          </p:cNvPr>
          <p:cNvSpPr/>
          <p:nvPr/>
        </p:nvSpPr>
        <p:spPr>
          <a:xfrm>
            <a:off x="8116131" y="4291536"/>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bg1"/>
          </a:solidFill>
          <a:ln>
            <a:solidFill>
              <a:schemeClr val="bg1">
                <a:lumMod val="65000"/>
              </a:schemeClr>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Lorem</a:t>
            </a:r>
            <a:r>
              <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rPr>
              <a:t> </a:t>
            </a: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Ipsum</a:t>
            </a:r>
            <a:endPar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endParaRPr>
          </a:p>
        </p:txBody>
      </p:sp>
      <p:sp>
        <p:nvSpPr>
          <p:cNvPr id="54" name="Freeform 23">
            <a:extLst>
              <a:ext uri="{FF2B5EF4-FFF2-40B4-BE49-F238E27FC236}">
                <a16:creationId xmlns:a16="http://schemas.microsoft.com/office/drawing/2014/main" id="{18F6FBE4-DE52-4756-99F6-3C6096EE2488}"/>
              </a:ext>
            </a:extLst>
          </p:cNvPr>
          <p:cNvSpPr/>
          <p:nvPr/>
        </p:nvSpPr>
        <p:spPr>
          <a:xfrm>
            <a:off x="6360239" y="3105674"/>
            <a:ext cx="193347" cy="592931"/>
          </a:xfrm>
          <a:custGeom>
            <a:avLst/>
            <a:gdLst/>
            <a:ahLst/>
            <a:cxnLst/>
            <a:rect l="0" t="0" r="0" b="0"/>
            <a:pathLst>
              <a:path>
                <a:moveTo>
                  <a:pt x="0" y="0"/>
                </a:moveTo>
                <a:lnTo>
                  <a:pt x="0" y="592931"/>
                </a:lnTo>
                <a:lnTo>
                  <a:pt x="193347" y="592931"/>
                </a:lnTo>
              </a:path>
            </a:pathLst>
          </a:custGeom>
          <a:noFill/>
          <a:ln w="12700">
            <a:solidFill>
              <a:schemeClr val="accent6">
                <a:lumMod val="75000"/>
              </a:schemeClr>
            </a:solidFill>
          </a:ln>
        </p:spPr>
        <p:style>
          <a:lnRef idx="2">
            <a:scrgbClr r="0" g="0" b="0"/>
          </a:lnRef>
          <a:fillRef idx="0">
            <a:scrgbClr r="0" g="0" b="0"/>
          </a:fillRef>
          <a:effectRef idx="0">
            <a:schemeClr val="accent4">
              <a:tint val="70000"/>
              <a:hueOff val="0"/>
              <a:satOff val="0"/>
              <a:lumOff val="0"/>
              <a:alphaOff val="0"/>
            </a:schemeClr>
          </a:effectRef>
          <a:fontRef idx="minor">
            <a:schemeClr val="tx1">
              <a:hueOff val="0"/>
              <a:satOff val="0"/>
              <a:lumOff val="0"/>
              <a:alphaOff val="0"/>
            </a:schemeClr>
          </a:fontRef>
        </p:style>
      </p:sp>
      <p:sp>
        <p:nvSpPr>
          <p:cNvPr id="55" name="Freeform 41">
            <a:extLst>
              <a:ext uri="{FF2B5EF4-FFF2-40B4-BE49-F238E27FC236}">
                <a16:creationId xmlns:a16="http://schemas.microsoft.com/office/drawing/2014/main" id="{29E3D87B-442A-4400-BB21-899B6C8E9900}"/>
              </a:ext>
            </a:extLst>
          </p:cNvPr>
          <p:cNvSpPr/>
          <p:nvPr/>
        </p:nvSpPr>
        <p:spPr>
          <a:xfrm>
            <a:off x="6553586" y="3376360"/>
            <a:ext cx="1288980" cy="644490"/>
          </a:xfrm>
          <a:custGeom>
            <a:avLst/>
            <a:gdLst>
              <a:gd name="connsiteX0" fmla="*/ 0 w 1288980"/>
              <a:gd name="connsiteY0" fmla="*/ 0 h 644490"/>
              <a:gd name="connsiteX1" fmla="*/ 1288980 w 1288980"/>
              <a:gd name="connsiteY1" fmla="*/ 0 h 644490"/>
              <a:gd name="connsiteX2" fmla="*/ 1288980 w 1288980"/>
              <a:gd name="connsiteY2" fmla="*/ 644490 h 644490"/>
              <a:gd name="connsiteX3" fmla="*/ 0 w 1288980"/>
              <a:gd name="connsiteY3" fmla="*/ 644490 h 644490"/>
              <a:gd name="connsiteX4" fmla="*/ 0 w 1288980"/>
              <a:gd name="connsiteY4" fmla="*/ 0 h 644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80" h="644490">
                <a:moveTo>
                  <a:pt x="0" y="0"/>
                </a:moveTo>
                <a:lnTo>
                  <a:pt x="1288980" y="0"/>
                </a:lnTo>
                <a:lnTo>
                  <a:pt x="1288980" y="644490"/>
                </a:lnTo>
                <a:lnTo>
                  <a:pt x="0" y="644490"/>
                </a:lnTo>
                <a:lnTo>
                  <a:pt x="0" y="0"/>
                </a:lnTo>
                <a:close/>
              </a:path>
            </a:pathLst>
          </a:custGeom>
          <a:solidFill>
            <a:schemeClr val="bg1"/>
          </a:solidFill>
          <a:ln w="12700">
            <a:solidFill>
              <a:schemeClr val="bg1">
                <a:lumMod val="75000"/>
              </a:schemeClr>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Lorem</a:t>
            </a:r>
            <a:r>
              <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rPr>
              <a:t> </a:t>
            </a:r>
            <a:r>
              <a:rPr lang="en-US" sz="1100" kern="1200" dirty="0" err="1">
                <a:solidFill>
                  <a:schemeClr val="bg1">
                    <a:lumMod val="50000"/>
                  </a:schemeClr>
                </a:solidFill>
                <a:ea typeface="FedEx Sans App Condensed" panose="020B0606020203020204" pitchFamily="34" charset="0"/>
                <a:cs typeface="FedEx Sans App Condensed" panose="020B0606020203020204" pitchFamily="34" charset="0"/>
              </a:rPr>
              <a:t>Ipsum</a:t>
            </a:r>
            <a:endParaRPr lang="en-US" sz="1100" kern="1200" dirty="0">
              <a:solidFill>
                <a:schemeClr val="bg1">
                  <a:lumMod val="50000"/>
                </a:schemeClr>
              </a:solidFill>
              <a:ea typeface="FedEx Sans App Condensed" panose="020B0606020203020204" pitchFamily="34" charset="0"/>
              <a:cs typeface="FedEx Sans App Condensed" panose="020B0606020203020204" pitchFamily="34" charset="0"/>
            </a:endParaRPr>
          </a:p>
        </p:txBody>
      </p:sp>
    </p:spTree>
    <p:extLst>
      <p:ext uri="{BB962C8B-B14F-4D97-AF65-F5344CB8AC3E}">
        <p14:creationId xmlns:p14="http://schemas.microsoft.com/office/powerpoint/2010/main" val="798362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25"/>
          <p:cNvSpPr>
            <a:spLocks noGrp="1"/>
          </p:cNvSpPr>
          <p:nvPr>
            <p:ph type="sldNum" sz="quarter" idx="12"/>
          </p:nvPr>
        </p:nvSpPr>
        <p:spPr>
          <a:xfrm>
            <a:off x="11518116" y="6462346"/>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6</a:t>
            </a:fld>
            <a:endParaRPr lang="en-US" dirty="0">
              <a:latin typeface="+mn-lt"/>
              <a:ea typeface="FedEx Sans App Condensed" panose="020B0606020203020204" pitchFamily="34" charset="0"/>
              <a:cs typeface="FedEx Sans App Condensed" panose="020B0606020203020204" pitchFamily="34" charset="0"/>
            </a:endParaRPr>
          </a:p>
        </p:txBody>
      </p:sp>
      <p:sp>
        <p:nvSpPr>
          <p:cNvPr id="4102" name="Freeform 6"/>
          <p:cNvSpPr>
            <a:spLocks/>
          </p:cNvSpPr>
          <p:nvPr/>
        </p:nvSpPr>
        <p:spPr bwMode="auto">
          <a:xfrm>
            <a:off x="3977366" y="1702997"/>
            <a:ext cx="2382712" cy="3155878"/>
          </a:xfrm>
          <a:custGeom>
            <a:avLst/>
            <a:gdLst/>
            <a:ahLst/>
            <a:cxnLst>
              <a:cxn ang="0">
                <a:pos x="410" y="917"/>
              </a:cxn>
              <a:cxn ang="0">
                <a:pos x="360" y="730"/>
              </a:cxn>
              <a:cxn ang="0">
                <a:pos x="727" y="360"/>
              </a:cxn>
              <a:cxn ang="0">
                <a:pos x="830" y="182"/>
              </a:cxn>
              <a:cxn ang="0">
                <a:pos x="725" y="0"/>
              </a:cxn>
              <a:cxn ang="0">
                <a:pos x="0" y="730"/>
              </a:cxn>
              <a:cxn ang="0">
                <a:pos x="100" y="1099"/>
              </a:cxn>
              <a:cxn ang="0">
                <a:pos x="205" y="917"/>
              </a:cxn>
              <a:cxn ang="0">
                <a:pos x="410" y="917"/>
              </a:cxn>
            </a:cxnLst>
            <a:rect l="0" t="0" r="r" b="b"/>
            <a:pathLst>
              <a:path w="830" h="1099">
                <a:moveTo>
                  <a:pt x="410" y="917"/>
                </a:moveTo>
                <a:cubicBezTo>
                  <a:pt x="378" y="862"/>
                  <a:pt x="360" y="798"/>
                  <a:pt x="360" y="730"/>
                </a:cubicBezTo>
                <a:cubicBezTo>
                  <a:pt x="360" y="526"/>
                  <a:pt x="524" y="361"/>
                  <a:pt x="727" y="360"/>
                </a:cubicBezTo>
                <a:cubicBezTo>
                  <a:pt x="830" y="182"/>
                  <a:pt x="830" y="182"/>
                  <a:pt x="830" y="182"/>
                </a:cubicBezTo>
                <a:cubicBezTo>
                  <a:pt x="771" y="80"/>
                  <a:pt x="741" y="27"/>
                  <a:pt x="725" y="0"/>
                </a:cubicBezTo>
                <a:cubicBezTo>
                  <a:pt x="324" y="2"/>
                  <a:pt x="0" y="328"/>
                  <a:pt x="0" y="730"/>
                </a:cubicBezTo>
                <a:cubicBezTo>
                  <a:pt x="0" y="864"/>
                  <a:pt x="36" y="990"/>
                  <a:pt x="100" y="1099"/>
                </a:cubicBezTo>
                <a:cubicBezTo>
                  <a:pt x="115" y="1071"/>
                  <a:pt x="146" y="1019"/>
                  <a:pt x="205" y="917"/>
                </a:cubicBezTo>
                <a:cubicBezTo>
                  <a:pt x="205" y="917"/>
                  <a:pt x="205" y="917"/>
                  <a:pt x="410" y="917"/>
                </a:cubicBezTo>
                <a:close/>
              </a:path>
            </a:pathLst>
          </a:custGeom>
          <a:solidFill>
            <a:srgbClr val="FF6200"/>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3" name="Freeform 7"/>
          <p:cNvSpPr>
            <a:spLocks/>
          </p:cNvSpPr>
          <p:nvPr/>
        </p:nvSpPr>
        <p:spPr bwMode="auto">
          <a:xfrm>
            <a:off x="4264264" y="4325197"/>
            <a:ext cx="3629988" cy="1866053"/>
          </a:xfrm>
          <a:custGeom>
            <a:avLst/>
            <a:gdLst/>
            <a:ahLst/>
            <a:cxnLst>
              <a:cxn ang="0">
                <a:pos x="951" y="0"/>
              </a:cxn>
              <a:cxn ang="0">
                <a:pos x="815" y="137"/>
              </a:cxn>
              <a:cxn ang="0">
                <a:pos x="310" y="4"/>
              </a:cxn>
              <a:cxn ang="0">
                <a:pos x="105" y="4"/>
              </a:cxn>
              <a:cxn ang="0">
                <a:pos x="0" y="186"/>
              </a:cxn>
              <a:cxn ang="0">
                <a:pos x="995" y="449"/>
              </a:cxn>
              <a:cxn ang="0">
                <a:pos x="1264" y="178"/>
              </a:cxn>
              <a:cxn ang="0">
                <a:pos x="1054" y="177"/>
              </a:cxn>
              <a:cxn ang="0">
                <a:pos x="951" y="0"/>
              </a:cxn>
            </a:cxnLst>
            <a:rect l="0" t="0" r="r" b="b"/>
            <a:pathLst>
              <a:path w="1264" h="650">
                <a:moveTo>
                  <a:pt x="951" y="0"/>
                </a:moveTo>
                <a:cubicBezTo>
                  <a:pt x="920" y="55"/>
                  <a:pt x="874" y="103"/>
                  <a:pt x="815" y="137"/>
                </a:cubicBezTo>
                <a:cubicBezTo>
                  <a:pt x="638" y="239"/>
                  <a:pt x="413" y="179"/>
                  <a:pt x="310" y="4"/>
                </a:cubicBezTo>
                <a:cubicBezTo>
                  <a:pt x="105" y="4"/>
                  <a:pt x="105" y="4"/>
                  <a:pt x="105" y="4"/>
                </a:cubicBezTo>
                <a:cubicBezTo>
                  <a:pt x="46" y="106"/>
                  <a:pt x="15" y="158"/>
                  <a:pt x="0" y="186"/>
                </a:cubicBezTo>
                <a:cubicBezTo>
                  <a:pt x="202" y="532"/>
                  <a:pt x="647" y="650"/>
                  <a:pt x="995" y="449"/>
                </a:cubicBezTo>
                <a:cubicBezTo>
                  <a:pt x="1111" y="382"/>
                  <a:pt x="1202" y="287"/>
                  <a:pt x="1264" y="178"/>
                </a:cubicBezTo>
                <a:cubicBezTo>
                  <a:pt x="1232" y="178"/>
                  <a:pt x="1172" y="178"/>
                  <a:pt x="1054" y="177"/>
                </a:cubicBezTo>
                <a:cubicBezTo>
                  <a:pt x="1054" y="177"/>
                  <a:pt x="1054" y="177"/>
                  <a:pt x="951" y="0"/>
                </a:cubicBezTo>
                <a:close/>
              </a:path>
            </a:pathLst>
          </a:custGeom>
          <a:solidFill>
            <a:schemeClr val="accent1"/>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104" name="Freeform 8"/>
          <p:cNvSpPr>
            <a:spLocks/>
          </p:cNvSpPr>
          <p:nvPr/>
        </p:nvSpPr>
        <p:spPr bwMode="auto">
          <a:xfrm>
            <a:off x="6058592" y="1700566"/>
            <a:ext cx="2403378" cy="3135212"/>
          </a:xfrm>
          <a:custGeom>
            <a:avLst/>
            <a:gdLst/>
            <a:ahLst/>
            <a:cxnLst>
              <a:cxn ang="0">
                <a:pos x="2" y="361"/>
              </a:cxn>
              <a:cxn ang="0">
                <a:pos x="190" y="410"/>
              </a:cxn>
              <a:cxn ang="0">
                <a:pos x="326" y="914"/>
              </a:cxn>
              <a:cxn ang="0">
                <a:pos x="429" y="1091"/>
              </a:cxn>
              <a:cxn ang="0">
                <a:pos x="639" y="1092"/>
              </a:cxn>
              <a:cxn ang="0">
                <a:pos x="370" y="99"/>
              </a:cxn>
              <a:cxn ang="0">
                <a:pos x="0" y="1"/>
              </a:cxn>
              <a:cxn ang="0">
                <a:pos x="105" y="183"/>
              </a:cxn>
              <a:cxn ang="0">
                <a:pos x="2" y="361"/>
              </a:cxn>
            </a:cxnLst>
            <a:rect l="0" t="0" r="r" b="b"/>
            <a:pathLst>
              <a:path w="837" h="1092">
                <a:moveTo>
                  <a:pt x="2" y="361"/>
                </a:moveTo>
                <a:cubicBezTo>
                  <a:pt x="66" y="360"/>
                  <a:pt x="130" y="376"/>
                  <a:pt x="190" y="410"/>
                </a:cubicBezTo>
                <a:cubicBezTo>
                  <a:pt x="366" y="512"/>
                  <a:pt x="427" y="737"/>
                  <a:pt x="326" y="914"/>
                </a:cubicBezTo>
                <a:cubicBezTo>
                  <a:pt x="429" y="1091"/>
                  <a:pt x="429" y="1091"/>
                  <a:pt x="429" y="1091"/>
                </a:cubicBezTo>
                <a:cubicBezTo>
                  <a:pt x="546" y="1092"/>
                  <a:pt x="607" y="1092"/>
                  <a:pt x="639" y="1092"/>
                </a:cubicBezTo>
                <a:cubicBezTo>
                  <a:pt x="837" y="743"/>
                  <a:pt x="717" y="299"/>
                  <a:pt x="370" y="99"/>
                </a:cubicBezTo>
                <a:cubicBezTo>
                  <a:pt x="253" y="31"/>
                  <a:pt x="126" y="0"/>
                  <a:pt x="0" y="1"/>
                </a:cubicBezTo>
                <a:cubicBezTo>
                  <a:pt x="16" y="28"/>
                  <a:pt x="46" y="81"/>
                  <a:pt x="105" y="183"/>
                </a:cubicBezTo>
                <a:cubicBezTo>
                  <a:pt x="105" y="183"/>
                  <a:pt x="105" y="183"/>
                  <a:pt x="2" y="361"/>
                </a:cubicBezTo>
                <a:close/>
              </a:path>
            </a:pathLst>
          </a:custGeom>
          <a:solidFill>
            <a:srgbClr val="4D148C"/>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TextBox 21"/>
          <p:cNvSpPr txBox="1"/>
          <p:nvPr/>
        </p:nvSpPr>
        <p:spPr bwMode="auto">
          <a:xfrm>
            <a:off x="1584026" y="2658884"/>
            <a:ext cx="2802452" cy="333711"/>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23" name="Straight Connector 22"/>
          <p:cNvCxnSpPr>
            <a:cxnSpLocks/>
          </p:cNvCxnSpPr>
          <p:nvPr/>
        </p:nvCxnSpPr>
        <p:spPr bwMode="auto">
          <a:xfrm>
            <a:off x="1584027" y="3094939"/>
            <a:ext cx="2589388" cy="0"/>
          </a:xfrm>
          <a:prstGeom prst="line">
            <a:avLst/>
          </a:prstGeom>
          <a:solidFill>
            <a:schemeClr val="accent2"/>
          </a:solidFill>
          <a:ln w="12700" cap="sq" cmpd="sng" algn="ctr">
            <a:solidFill>
              <a:srgbClr val="FF6200"/>
            </a:solidFill>
            <a:prstDash val="solid"/>
            <a:round/>
            <a:headEnd type="none" w="med" len="med"/>
            <a:tailEnd type="none" w="med" len="med"/>
          </a:ln>
          <a:effectLst/>
        </p:spPr>
      </p:cxnSp>
      <p:sp>
        <p:nvSpPr>
          <p:cNvPr id="28" name="TextBox 27"/>
          <p:cNvSpPr txBox="1"/>
          <p:nvPr/>
        </p:nvSpPr>
        <p:spPr bwMode="auto">
          <a:xfrm>
            <a:off x="2110299" y="5046312"/>
            <a:ext cx="2850875" cy="333711"/>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29" name="Straight Connector 28"/>
          <p:cNvCxnSpPr>
            <a:cxnSpLocks/>
          </p:cNvCxnSpPr>
          <p:nvPr/>
        </p:nvCxnSpPr>
        <p:spPr bwMode="auto">
          <a:xfrm>
            <a:off x="2110300" y="5482367"/>
            <a:ext cx="2735238" cy="0"/>
          </a:xfrm>
          <a:prstGeom prst="line">
            <a:avLst/>
          </a:prstGeom>
          <a:solidFill>
            <a:schemeClr val="accent2"/>
          </a:solidFill>
          <a:ln w="12700" cap="sq" cmpd="sng" algn="ctr">
            <a:solidFill>
              <a:schemeClr val="accent1"/>
            </a:solidFill>
            <a:prstDash val="solid"/>
            <a:round/>
            <a:headEnd type="none" w="med" len="med"/>
            <a:tailEnd type="none" w="med" len="med"/>
          </a:ln>
          <a:effectLst/>
        </p:spPr>
      </p:cxnSp>
      <p:sp>
        <p:nvSpPr>
          <p:cNvPr id="32" name="TextBox 31"/>
          <p:cNvSpPr txBox="1"/>
          <p:nvPr/>
        </p:nvSpPr>
        <p:spPr bwMode="auto">
          <a:xfrm>
            <a:off x="7690848" y="3325704"/>
            <a:ext cx="2917126" cy="333711"/>
          </a:xfrm>
          <a:prstGeom prst="rect">
            <a:avLst/>
          </a:prstGeom>
          <a:noFill/>
          <a:ln w="12700" cap="sq" algn="ctr">
            <a:noFill/>
            <a:miter lim="800000"/>
            <a:headEnd/>
            <a:tailEnd/>
          </a:ln>
          <a:effectLst/>
        </p:spPr>
        <p:txBody>
          <a:bodyPr wrap="square" lIns="0" tIns="0" rIns="0" bIns="0" rtlCol="0" anchor="b" anchorCtr="0">
            <a:noAutofit/>
          </a:bodyPr>
          <a:lstStyle/>
          <a:p>
            <a:pPr algn="r">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33" name="Straight Connector 32"/>
          <p:cNvCxnSpPr>
            <a:cxnSpLocks/>
          </p:cNvCxnSpPr>
          <p:nvPr/>
        </p:nvCxnSpPr>
        <p:spPr bwMode="auto">
          <a:xfrm flipH="1">
            <a:off x="8151446" y="3761761"/>
            <a:ext cx="2456529" cy="0"/>
          </a:xfrm>
          <a:prstGeom prst="line">
            <a:avLst/>
          </a:prstGeom>
          <a:solidFill>
            <a:schemeClr val="accent2"/>
          </a:solidFill>
          <a:ln w="12700" cap="sq" cmpd="sng" algn="ctr">
            <a:solidFill>
              <a:srgbClr val="4D148C"/>
            </a:solidFill>
            <a:prstDash val="solid"/>
            <a:round/>
            <a:headEnd type="none" w="med" len="med"/>
            <a:tailEnd type="none" w="med" len="med"/>
          </a:ln>
          <a:effectLst/>
        </p:spPr>
      </p:cxnSp>
      <p:sp>
        <p:nvSpPr>
          <p:cNvPr id="16" name="TextBox 15"/>
          <p:cNvSpPr txBox="1"/>
          <p:nvPr/>
        </p:nvSpPr>
        <p:spPr bwMode="auto">
          <a:xfrm>
            <a:off x="5572857" y="4969361"/>
            <a:ext cx="656096" cy="769441"/>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2</a:t>
            </a:r>
          </a:p>
        </p:txBody>
      </p:sp>
      <p:sp>
        <p:nvSpPr>
          <p:cNvPr id="15" name="TextBox 14"/>
          <p:cNvSpPr txBox="1"/>
          <p:nvPr/>
        </p:nvSpPr>
        <p:spPr bwMode="auto">
          <a:xfrm>
            <a:off x="7085878" y="2820483"/>
            <a:ext cx="656096" cy="769441"/>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1</a:t>
            </a:r>
          </a:p>
        </p:txBody>
      </p:sp>
      <p:sp>
        <p:nvSpPr>
          <p:cNvPr id="19" name="TextBox 18"/>
          <p:cNvSpPr txBox="1"/>
          <p:nvPr/>
        </p:nvSpPr>
        <p:spPr bwMode="auto">
          <a:xfrm>
            <a:off x="4453280" y="2579205"/>
            <a:ext cx="656096" cy="769441"/>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3</a:t>
            </a:r>
          </a:p>
        </p:txBody>
      </p:sp>
      <p:sp>
        <p:nvSpPr>
          <p:cNvPr id="17" name="TextBox 16">
            <a:extLst>
              <a:ext uri="{FF2B5EF4-FFF2-40B4-BE49-F238E27FC236}">
                <a16:creationId xmlns:a16="http://schemas.microsoft.com/office/drawing/2014/main" id="{F7C740F5-5EF9-4ADA-8B0F-4D9C33D69C09}"/>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0" name="Footer Placeholder 2">
            <a:extLst>
              <a:ext uri="{FF2B5EF4-FFF2-40B4-BE49-F238E27FC236}">
                <a16:creationId xmlns:a16="http://schemas.microsoft.com/office/drawing/2014/main" id="{4A054F92-6A61-4BD1-96DA-03F953ED0E7D}"/>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traight Connector 41">
            <a:extLst>
              <a:ext uri="{FF2B5EF4-FFF2-40B4-BE49-F238E27FC236}">
                <a16:creationId xmlns:a16="http://schemas.microsoft.com/office/drawing/2014/main" id="{34A23CF9-B59B-CF48-A181-2003C72BEEEE}"/>
              </a:ext>
            </a:extLst>
          </p:cNvPr>
          <p:cNvCxnSpPr/>
          <p:nvPr/>
        </p:nvCxnSpPr>
        <p:spPr bwMode="auto">
          <a:xfrm rot="10800000">
            <a:off x="7616979" y="2585914"/>
            <a:ext cx="3207329" cy="0"/>
          </a:xfrm>
          <a:prstGeom prst="line">
            <a:avLst/>
          </a:prstGeom>
          <a:solidFill>
            <a:schemeClr val="accent2"/>
          </a:solidFill>
          <a:ln w="12700" cap="sq" cmpd="sng" algn="ctr">
            <a:solidFill>
              <a:srgbClr val="4D148C"/>
            </a:solidFill>
            <a:prstDash val="solid"/>
            <a:round/>
            <a:headEnd type="none" w="med" len="med"/>
            <a:tailEnd type="none" w="med" len="med"/>
          </a:ln>
          <a:effectLst/>
        </p:spPr>
      </p:cxnSp>
      <p:cxnSp>
        <p:nvCxnSpPr>
          <p:cNvPr id="40" name="Straight Connector 39">
            <a:extLst>
              <a:ext uri="{FF2B5EF4-FFF2-40B4-BE49-F238E27FC236}">
                <a16:creationId xmlns:a16="http://schemas.microsoft.com/office/drawing/2014/main" id="{C7E1A08B-55F6-9E4B-A60F-D91EE5F98AB0}"/>
              </a:ext>
            </a:extLst>
          </p:cNvPr>
          <p:cNvCxnSpPr/>
          <p:nvPr/>
        </p:nvCxnSpPr>
        <p:spPr bwMode="auto">
          <a:xfrm rot="10800000">
            <a:off x="7616979" y="5043907"/>
            <a:ext cx="3207329" cy="0"/>
          </a:xfrm>
          <a:prstGeom prst="line">
            <a:avLst/>
          </a:prstGeom>
          <a:solidFill>
            <a:schemeClr val="accent2"/>
          </a:solidFill>
          <a:ln w="12700" cap="sq" cmpd="sng" algn="ctr">
            <a:solidFill>
              <a:srgbClr val="7D22C3"/>
            </a:solidFill>
            <a:prstDash val="solid"/>
            <a:round/>
            <a:headEnd type="none" w="med" len="med"/>
            <a:tailEnd type="none" w="med" len="med"/>
          </a:ln>
          <a:effectLst/>
        </p:spPr>
      </p:cxnSp>
      <p:cxnSp>
        <p:nvCxnSpPr>
          <p:cNvPr id="46" name="Straight Connector 45">
            <a:extLst>
              <a:ext uri="{FF2B5EF4-FFF2-40B4-BE49-F238E27FC236}">
                <a16:creationId xmlns:a16="http://schemas.microsoft.com/office/drawing/2014/main" id="{D889AFBF-5399-8447-84B4-4F9E7DA8C2C3}"/>
              </a:ext>
            </a:extLst>
          </p:cNvPr>
          <p:cNvCxnSpPr/>
          <p:nvPr/>
        </p:nvCxnSpPr>
        <p:spPr bwMode="auto">
          <a:xfrm>
            <a:off x="1805616" y="2585914"/>
            <a:ext cx="2806018" cy="0"/>
          </a:xfrm>
          <a:prstGeom prst="line">
            <a:avLst/>
          </a:prstGeom>
          <a:solidFill>
            <a:schemeClr val="accent2"/>
          </a:solidFill>
          <a:ln w="12700" cap="sq" cmpd="sng" algn="ctr">
            <a:solidFill>
              <a:schemeClr val="bg2"/>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CA7F17E3-7533-3E4E-B335-C757A3D45EFB}"/>
              </a:ext>
            </a:extLst>
          </p:cNvPr>
          <p:cNvCxnSpPr/>
          <p:nvPr/>
        </p:nvCxnSpPr>
        <p:spPr bwMode="auto">
          <a:xfrm>
            <a:off x="1805617" y="5043907"/>
            <a:ext cx="2654341" cy="0"/>
          </a:xfrm>
          <a:prstGeom prst="line">
            <a:avLst/>
          </a:prstGeom>
          <a:solidFill>
            <a:schemeClr val="accent2"/>
          </a:solidFill>
          <a:ln w="12700" cap="sq" cmpd="sng" algn="ctr">
            <a:solidFill>
              <a:schemeClr val="accent2"/>
            </a:solidFill>
            <a:prstDash val="solid"/>
            <a:round/>
            <a:headEnd type="none" w="med" len="med"/>
            <a:tailEnd type="none" w="med" len="med"/>
          </a:ln>
          <a:effectLst/>
        </p:spPr>
      </p:cxnSp>
      <p:sp>
        <p:nvSpPr>
          <p:cNvPr id="47" name="Freeform 7">
            <a:extLst>
              <a:ext uri="{FF2B5EF4-FFF2-40B4-BE49-F238E27FC236}">
                <a16:creationId xmlns:a16="http://schemas.microsoft.com/office/drawing/2014/main" id="{083C76F6-BF54-0649-BBA8-E78242CEB9A1}"/>
              </a:ext>
            </a:extLst>
          </p:cNvPr>
          <p:cNvSpPr>
            <a:spLocks/>
          </p:cNvSpPr>
          <p:nvPr/>
        </p:nvSpPr>
        <p:spPr bwMode="auto">
          <a:xfrm>
            <a:off x="3965182" y="1700566"/>
            <a:ext cx="2390936" cy="2115246"/>
          </a:xfrm>
          <a:custGeom>
            <a:avLst/>
            <a:gdLst/>
            <a:ahLst/>
            <a:cxnLst>
              <a:cxn ang="0">
                <a:pos x="360" y="732"/>
              </a:cxn>
              <a:cxn ang="0">
                <a:pos x="360" y="730"/>
              </a:cxn>
              <a:cxn ang="0">
                <a:pos x="727" y="360"/>
              </a:cxn>
              <a:cxn ang="0">
                <a:pos x="830" y="182"/>
              </a:cxn>
              <a:cxn ang="0">
                <a:pos x="725" y="0"/>
              </a:cxn>
              <a:cxn ang="0">
                <a:pos x="0" y="730"/>
              </a:cxn>
              <a:cxn ang="0">
                <a:pos x="0" y="734"/>
              </a:cxn>
              <a:cxn ang="0">
                <a:pos x="181" y="630"/>
              </a:cxn>
              <a:cxn ang="0">
                <a:pos x="360" y="732"/>
              </a:cxn>
            </a:cxnLst>
            <a:rect l="0" t="0" r="r" b="b"/>
            <a:pathLst>
              <a:path w="830" h="734">
                <a:moveTo>
                  <a:pt x="360" y="732"/>
                </a:moveTo>
                <a:cubicBezTo>
                  <a:pt x="360" y="731"/>
                  <a:pt x="360" y="730"/>
                  <a:pt x="360" y="730"/>
                </a:cubicBezTo>
                <a:cubicBezTo>
                  <a:pt x="360" y="526"/>
                  <a:pt x="524" y="361"/>
                  <a:pt x="727" y="360"/>
                </a:cubicBezTo>
                <a:cubicBezTo>
                  <a:pt x="830" y="182"/>
                  <a:pt x="830" y="182"/>
                  <a:pt x="830" y="182"/>
                </a:cubicBezTo>
                <a:cubicBezTo>
                  <a:pt x="771" y="80"/>
                  <a:pt x="741" y="27"/>
                  <a:pt x="725" y="0"/>
                </a:cubicBezTo>
                <a:cubicBezTo>
                  <a:pt x="324" y="2"/>
                  <a:pt x="0" y="328"/>
                  <a:pt x="0" y="730"/>
                </a:cubicBezTo>
                <a:cubicBezTo>
                  <a:pt x="0" y="731"/>
                  <a:pt x="0" y="733"/>
                  <a:pt x="0" y="734"/>
                </a:cubicBezTo>
                <a:cubicBezTo>
                  <a:pt x="27" y="718"/>
                  <a:pt x="80" y="688"/>
                  <a:pt x="181" y="630"/>
                </a:cubicBezTo>
                <a:cubicBezTo>
                  <a:pt x="181" y="630"/>
                  <a:pt x="182" y="630"/>
                  <a:pt x="360" y="732"/>
                </a:cubicBezTo>
                <a:close/>
              </a:path>
            </a:pathLst>
          </a:custGeom>
          <a:solidFill>
            <a:schemeClr val="bg2"/>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8" name="Freeform 8">
            <a:extLst>
              <a:ext uri="{FF2B5EF4-FFF2-40B4-BE49-F238E27FC236}">
                <a16:creationId xmlns:a16="http://schemas.microsoft.com/office/drawing/2014/main" id="{FDDF34F2-88B0-E34C-88F9-362E3977C5B1}"/>
              </a:ext>
            </a:extLst>
          </p:cNvPr>
          <p:cNvSpPr>
            <a:spLocks/>
          </p:cNvSpPr>
          <p:nvPr/>
        </p:nvSpPr>
        <p:spPr bwMode="auto">
          <a:xfrm>
            <a:off x="3965182" y="3515725"/>
            <a:ext cx="2114027" cy="2392156"/>
          </a:xfrm>
          <a:custGeom>
            <a:avLst/>
            <a:gdLst/>
            <a:ahLst/>
            <a:cxnLst>
              <a:cxn ang="0">
                <a:pos x="732" y="470"/>
              </a:cxn>
              <a:cxn ang="0">
                <a:pos x="730" y="470"/>
              </a:cxn>
              <a:cxn ang="0">
                <a:pos x="360" y="102"/>
              </a:cxn>
              <a:cxn ang="0">
                <a:pos x="181" y="0"/>
              </a:cxn>
              <a:cxn ang="0">
                <a:pos x="0" y="104"/>
              </a:cxn>
              <a:cxn ang="0">
                <a:pos x="730" y="830"/>
              </a:cxn>
              <a:cxn ang="0">
                <a:pos x="734" y="830"/>
              </a:cxn>
              <a:cxn ang="0">
                <a:pos x="629" y="648"/>
              </a:cxn>
              <a:cxn ang="0">
                <a:pos x="732" y="470"/>
              </a:cxn>
            </a:cxnLst>
            <a:rect l="0" t="0" r="r" b="b"/>
            <a:pathLst>
              <a:path w="734" h="830">
                <a:moveTo>
                  <a:pt x="732" y="470"/>
                </a:moveTo>
                <a:cubicBezTo>
                  <a:pt x="731" y="470"/>
                  <a:pt x="730" y="470"/>
                  <a:pt x="730" y="470"/>
                </a:cubicBezTo>
                <a:cubicBezTo>
                  <a:pt x="526" y="470"/>
                  <a:pt x="361" y="305"/>
                  <a:pt x="360" y="102"/>
                </a:cubicBezTo>
                <a:cubicBezTo>
                  <a:pt x="182" y="0"/>
                  <a:pt x="181" y="0"/>
                  <a:pt x="181" y="0"/>
                </a:cubicBezTo>
                <a:cubicBezTo>
                  <a:pt x="80" y="58"/>
                  <a:pt x="27" y="88"/>
                  <a:pt x="0" y="104"/>
                </a:cubicBezTo>
                <a:cubicBezTo>
                  <a:pt x="2" y="505"/>
                  <a:pt x="328" y="830"/>
                  <a:pt x="730" y="830"/>
                </a:cubicBezTo>
                <a:cubicBezTo>
                  <a:pt x="731" y="830"/>
                  <a:pt x="732" y="830"/>
                  <a:pt x="734" y="830"/>
                </a:cubicBezTo>
                <a:cubicBezTo>
                  <a:pt x="718" y="802"/>
                  <a:pt x="688" y="750"/>
                  <a:pt x="629" y="648"/>
                </a:cubicBezTo>
                <a:cubicBezTo>
                  <a:pt x="629" y="648"/>
                  <a:pt x="629" y="648"/>
                  <a:pt x="732" y="470"/>
                </a:cubicBezTo>
                <a:close/>
              </a:path>
            </a:pathLst>
          </a:custGeom>
          <a:solidFill>
            <a:schemeClr val="accent2"/>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Freeform 9">
            <a:extLst>
              <a:ext uri="{FF2B5EF4-FFF2-40B4-BE49-F238E27FC236}">
                <a16:creationId xmlns:a16="http://schemas.microsoft.com/office/drawing/2014/main" id="{6D66C051-FA6C-2F41-B92B-DD1DA1C10C97}"/>
              </a:ext>
            </a:extLst>
          </p:cNvPr>
          <p:cNvSpPr>
            <a:spLocks/>
          </p:cNvSpPr>
          <p:nvPr/>
        </p:nvSpPr>
        <p:spPr bwMode="auto">
          <a:xfrm>
            <a:off x="5776683" y="3790194"/>
            <a:ext cx="2394596" cy="2117687"/>
          </a:xfrm>
          <a:custGeom>
            <a:avLst/>
            <a:gdLst/>
            <a:ahLst/>
            <a:cxnLst>
              <a:cxn ang="0">
                <a:pos x="470" y="2"/>
              </a:cxn>
              <a:cxn ang="0">
                <a:pos x="471" y="5"/>
              </a:cxn>
              <a:cxn ang="0">
                <a:pos x="103" y="375"/>
              </a:cxn>
              <a:cxn ang="0">
                <a:pos x="0" y="553"/>
              </a:cxn>
              <a:cxn ang="0">
                <a:pos x="105" y="735"/>
              </a:cxn>
              <a:cxn ang="0">
                <a:pos x="831" y="5"/>
              </a:cxn>
              <a:cxn ang="0">
                <a:pos x="830" y="0"/>
              </a:cxn>
              <a:cxn ang="0">
                <a:pos x="649" y="105"/>
              </a:cxn>
              <a:cxn ang="0">
                <a:pos x="470" y="2"/>
              </a:cxn>
            </a:cxnLst>
            <a:rect l="0" t="0" r="r" b="b"/>
            <a:pathLst>
              <a:path w="831" h="735">
                <a:moveTo>
                  <a:pt x="470" y="2"/>
                </a:moveTo>
                <a:cubicBezTo>
                  <a:pt x="470" y="3"/>
                  <a:pt x="471" y="4"/>
                  <a:pt x="471" y="5"/>
                </a:cubicBezTo>
                <a:cubicBezTo>
                  <a:pt x="471" y="208"/>
                  <a:pt x="306" y="374"/>
                  <a:pt x="103" y="375"/>
                </a:cubicBezTo>
                <a:cubicBezTo>
                  <a:pt x="0" y="553"/>
                  <a:pt x="0" y="553"/>
                  <a:pt x="0" y="553"/>
                </a:cubicBezTo>
                <a:cubicBezTo>
                  <a:pt x="59" y="655"/>
                  <a:pt x="89" y="707"/>
                  <a:pt x="105" y="735"/>
                </a:cubicBezTo>
                <a:cubicBezTo>
                  <a:pt x="506" y="732"/>
                  <a:pt x="831" y="406"/>
                  <a:pt x="831" y="5"/>
                </a:cubicBezTo>
                <a:cubicBezTo>
                  <a:pt x="831" y="3"/>
                  <a:pt x="830" y="2"/>
                  <a:pt x="830" y="0"/>
                </a:cubicBezTo>
                <a:cubicBezTo>
                  <a:pt x="803" y="16"/>
                  <a:pt x="750" y="46"/>
                  <a:pt x="649" y="105"/>
                </a:cubicBezTo>
                <a:cubicBezTo>
                  <a:pt x="649" y="105"/>
                  <a:pt x="649" y="105"/>
                  <a:pt x="470" y="2"/>
                </a:cubicBezTo>
                <a:close/>
              </a:path>
            </a:pathLst>
          </a:custGeom>
          <a:solidFill>
            <a:srgbClr val="7D22C3"/>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Freeform 10">
            <a:extLst>
              <a:ext uri="{FF2B5EF4-FFF2-40B4-BE49-F238E27FC236}">
                <a16:creationId xmlns:a16="http://schemas.microsoft.com/office/drawing/2014/main" id="{33B7A7F2-1809-EC49-8D6D-A8542F5775D0}"/>
              </a:ext>
            </a:extLst>
          </p:cNvPr>
          <p:cNvSpPr>
            <a:spLocks/>
          </p:cNvSpPr>
          <p:nvPr/>
        </p:nvSpPr>
        <p:spPr bwMode="auto">
          <a:xfrm>
            <a:off x="6053591" y="1700566"/>
            <a:ext cx="2115247" cy="2392156"/>
          </a:xfrm>
          <a:custGeom>
            <a:avLst/>
            <a:gdLst/>
            <a:ahLst/>
            <a:cxnLst>
              <a:cxn ang="0">
                <a:pos x="2" y="360"/>
              </a:cxn>
              <a:cxn ang="0">
                <a:pos x="5" y="360"/>
              </a:cxn>
              <a:cxn ang="0">
                <a:pos x="374" y="727"/>
              </a:cxn>
              <a:cxn ang="0">
                <a:pos x="553" y="830"/>
              </a:cxn>
              <a:cxn ang="0">
                <a:pos x="734" y="725"/>
              </a:cxn>
              <a:cxn ang="0">
                <a:pos x="5" y="0"/>
              </a:cxn>
              <a:cxn ang="0">
                <a:pos x="0" y="0"/>
              </a:cxn>
              <a:cxn ang="0">
                <a:pos x="105" y="182"/>
              </a:cxn>
              <a:cxn ang="0">
                <a:pos x="2" y="360"/>
              </a:cxn>
            </a:cxnLst>
            <a:rect l="0" t="0" r="r" b="b"/>
            <a:pathLst>
              <a:path w="734" h="830">
                <a:moveTo>
                  <a:pt x="2" y="360"/>
                </a:moveTo>
                <a:cubicBezTo>
                  <a:pt x="3" y="360"/>
                  <a:pt x="4" y="360"/>
                  <a:pt x="5" y="360"/>
                </a:cubicBezTo>
                <a:cubicBezTo>
                  <a:pt x="208" y="360"/>
                  <a:pt x="373" y="524"/>
                  <a:pt x="374" y="727"/>
                </a:cubicBezTo>
                <a:cubicBezTo>
                  <a:pt x="553" y="830"/>
                  <a:pt x="553" y="830"/>
                  <a:pt x="553" y="830"/>
                </a:cubicBezTo>
                <a:cubicBezTo>
                  <a:pt x="654" y="771"/>
                  <a:pt x="707" y="741"/>
                  <a:pt x="734" y="725"/>
                </a:cubicBezTo>
                <a:cubicBezTo>
                  <a:pt x="732" y="324"/>
                  <a:pt x="406" y="0"/>
                  <a:pt x="5" y="0"/>
                </a:cubicBezTo>
                <a:cubicBezTo>
                  <a:pt x="3" y="0"/>
                  <a:pt x="2" y="0"/>
                  <a:pt x="0" y="0"/>
                </a:cubicBezTo>
                <a:cubicBezTo>
                  <a:pt x="16" y="27"/>
                  <a:pt x="46" y="80"/>
                  <a:pt x="105" y="182"/>
                </a:cubicBezTo>
                <a:cubicBezTo>
                  <a:pt x="105" y="182"/>
                  <a:pt x="105" y="182"/>
                  <a:pt x="2" y="360"/>
                </a:cubicBezTo>
                <a:close/>
              </a:path>
            </a:pathLst>
          </a:custGeom>
          <a:solidFill>
            <a:srgbClr val="4D148C"/>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TextBox 44">
            <a:extLst>
              <a:ext uri="{FF2B5EF4-FFF2-40B4-BE49-F238E27FC236}">
                <a16:creationId xmlns:a16="http://schemas.microsoft.com/office/drawing/2014/main" id="{C3094F87-DDD6-2741-B246-03C9BD0CCFEC}"/>
              </a:ext>
            </a:extLst>
          </p:cNvPr>
          <p:cNvSpPr txBox="1"/>
          <p:nvPr/>
        </p:nvSpPr>
        <p:spPr bwMode="auto">
          <a:xfrm>
            <a:off x="1805616" y="2148132"/>
            <a:ext cx="2922935" cy="335033"/>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sp>
        <p:nvSpPr>
          <p:cNvPr id="43" name="TextBox 42">
            <a:extLst>
              <a:ext uri="{FF2B5EF4-FFF2-40B4-BE49-F238E27FC236}">
                <a16:creationId xmlns:a16="http://schemas.microsoft.com/office/drawing/2014/main" id="{38C99675-8971-6945-AC0E-182BE7EE7DE0}"/>
              </a:ext>
            </a:extLst>
          </p:cNvPr>
          <p:cNvSpPr txBox="1"/>
          <p:nvPr/>
        </p:nvSpPr>
        <p:spPr bwMode="auto">
          <a:xfrm>
            <a:off x="1805616" y="4606125"/>
            <a:ext cx="2806017" cy="335033"/>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sp>
        <p:nvSpPr>
          <p:cNvPr id="41" name="TextBox 40">
            <a:extLst>
              <a:ext uri="{FF2B5EF4-FFF2-40B4-BE49-F238E27FC236}">
                <a16:creationId xmlns:a16="http://schemas.microsoft.com/office/drawing/2014/main" id="{C9BEC26B-5D08-3B4E-83BC-C9664CCCA238}"/>
              </a:ext>
            </a:extLst>
          </p:cNvPr>
          <p:cNvSpPr txBox="1"/>
          <p:nvPr/>
        </p:nvSpPr>
        <p:spPr bwMode="auto">
          <a:xfrm>
            <a:off x="7900633" y="2148132"/>
            <a:ext cx="2923675" cy="335033"/>
          </a:xfrm>
          <a:prstGeom prst="rect">
            <a:avLst/>
          </a:prstGeom>
          <a:noFill/>
          <a:ln w="12700" cap="sq" algn="ctr">
            <a:noFill/>
            <a:miter lim="800000"/>
            <a:headEnd/>
            <a:tailEnd/>
          </a:ln>
          <a:effectLst/>
        </p:spPr>
        <p:txBody>
          <a:bodyPr wrap="square" lIns="0" tIns="0" rIns="0" bIns="0" rtlCol="0" anchor="b" anchorCtr="0">
            <a:noAutofit/>
          </a:bodyPr>
          <a:lstStyle/>
          <a:p>
            <a:pPr algn="r">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sp>
        <p:nvSpPr>
          <p:cNvPr id="39" name="TextBox 38">
            <a:extLst>
              <a:ext uri="{FF2B5EF4-FFF2-40B4-BE49-F238E27FC236}">
                <a16:creationId xmlns:a16="http://schemas.microsoft.com/office/drawing/2014/main" id="{08CE76A0-D28C-D64F-A4BA-CBE9CCD540D3}"/>
              </a:ext>
            </a:extLst>
          </p:cNvPr>
          <p:cNvSpPr txBox="1"/>
          <p:nvPr/>
        </p:nvSpPr>
        <p:spPr bwMode="auto">
          <a:xfrm>
            <a:off x="8034323" y="4606125"/>
            <a:ext cx="2789985" cy="335033"/>
          </a:xfrm>
          <a:prstGeom prst="rect">
            <a:avLst/>
          </a:prstGeom>
          <a:noFill/>
          <a:ln w="12700" cap="sq" algn="ctr">
            <a:noFill/>
            <a:miter lim="800000"/>
            <a:headEnd/>
            <a:tailEnd/>
          </a:ln>
          <a:effectLst/>
        </p:spPr>
        <p:txBody>
          <a:bodyPr wrap="square" lIns="0" tIns="0" rIns="0" bIns="0" rtlCol="0" anchor="b" anchorCtr="0">
            <a:noAutofit/>
          </a:bodyPr>
          <a:lstStyle/>
          <a:p>
            <a:pPr algn="r">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grpSp>
        <p:nvGrpSpPr>
          <p:cNvPr id="34" name="Group 33">
            <a:extLst>
              <a:ext uri="{FF2B5EF4-FFF2-40B4-BE49-F238E27FC236}">
                <a16:creationId xmlns:a16="http://schemas.microsoft.com/office/drawing/2014/main" id="{FAB29975-5C06-2E4E-8568-C2742800A302}"/>
              </a:ext>
            </a:extLst>
          </p:cNvPr>
          <p:cNvGrpSpPr/>
          <p:nvPr/>
        </p:nvGrpSpPr>
        <p:grpSpPr>
          <a:xfrm>
            <a:off x="4597574" y="2352268"/>
            <a:ext cx="2941309" cy="2891647"/>
            <a:chOff x="3679939" y="2233629"/>
            <a:chExt cx="2431820" cy="2390760"/>
          </a:xfrm>
        </p:grpSpPr>
        <p:sp>
          <p:nvSpPr>
            <p:cNvPr id="35" name="TextBox 34">
              <a:extLst>
                <a:ext uri="{FF2B5EF4-FFF2-40B4-BE49-F238E27FC236}">
                  <a16:creationId xmlns:a16="http://schemas.microsoft.com/office/drawing/2014/main" id="{07A80EA4-D6B9-564A-A400-E619D107461C}"/>
                </a:ext>
              </a:extLst>
            </p:cNvPr>
            <p:cNvSpPr txBox="1"/>
            <p:nvPr/>
          </p:nvSpPr>
          <p:spPr bwMode="auto">
            <a:xfrm>
              <a:off x="5567162" y="3988229"/>
              <a:ext cx="544597" cy="636160"/>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2</a:t>
              </a:r>
            </a:p>
          </p:txBody>
        </p:sp>
        <p:sp>
          <p:nvSpPr>
            <p:cNvPr id="36" name="TextBox 35">
              <a:extLst>
                <a:ext uri="{FF2B5EF4-FFF2-40B4-BE49-F238E27FC236}">
                  <a16:creationId xmlns:a16="http://schemas.microsoft.com/office/drawing/2014/main" id="{17EB1868-D274-CA49-A221-D3D7C5D17242}"/>
                </a:ext>
              </a:extLst>
            </p:cNvPr>
            <p:cNvSpPr txBox="1"/>
            <p:nvPr/>
          </p:nvSpPr>
          <p:spPr bwMode="auto">
            <a:xfrm>
              <a:off x="5567162" y="2233629"/>
              <a:ext cx="544597" cy="636160"/>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1</a:t>
              </a:r>
            </a:p>
          </p:txBody>
        </p:sp>
        <p:sp>
          <p:nvSpPr>
            <p:cNvPr id="37" name="TextBox 36">
              <a:extLst>
                <a:ext uri="{FF2B5EF4-FFF2-40B4-BE49-F238E27FC236}">
                  <a16:creationId xmlns:a16="http://schemas.microsoft.com/office/drawing/2014/main" id="{79D1C132-F22F-B342-A8BF-F340E9C00205}"/>
                </a:ext>
              </a:extLst>
            </p:cNvPr>
            <p:cNvSpPr txBox="1"/>
            <p:nvPr/>
          </p:nvSpPr>
          <p:spPr bwMode="auto">
            <a:xfrm>
              <a:off x="3679939" y="2233629"/>
              <a:ext cx="544597" cy="636160"/>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4</a:t>
              </a:r>
            </a:p>
          </p:txBody>
        </p:sp>
        <p:sp>
          <p:nvSpPr>
            <p:cNvPr id="38" name="TextBox 37">
              <a:extLst>
                <a:ext uri="{FF2B5EF4-FFF2-40B4-BE49-F238E27FC236}">
                  <a16:creationId xmlns:a16="http://schemas.microsoft.com/office/drawing/2014/main" id="{2AE31BB6-0C99-3C41-85D0-A3D906777D8C}"/>
                </a:ext>
              </a:extLst>
            </p:cNvPr>
            <p:cNvSpPr txBox="1"/>
            <p:nvPr/>
          </p:nvSpPr>
          <p:spPr bwMode="auto">
            <a:xfrm>
              <a:off x="3679939" y="3988229"/>
              <a:ext cx="544597" cy="636160"/>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3</a:t>
              </a:r>
            </a:p>
          </p:txBody>
        </p:sp>
      </p:grpSp>
      <p:sp>
        <p:nvSpPr>
          <p:cNvPr id="26" name="Slide Number Placeholder 25"/>
          <p:cNvSpPr>
            <a:spLocks noGrp="1"/>
          </p:cNvSpPr>
          <p:nvPr>
            <p:ph type="sldNum" sz="quarter" idx="12"/>
          </p:nvPr>
        </p:nvSpPr>
        <p:spPr>
          <a:xfrm>
            <a:off x="11518116" y="6462346"/>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7</a:t>
            </a:fld>
            <a:endParaRPr lang="en-US" dirty="0">
              <a:latin typeface="+mn-lt"/>
              <a:ea typeface="FedEx Sans App Condensed" panose="020B0606020203020204" pitchFamily="34" charset="0"/>
              <a:cs typeface="FedEx Sans App Condensed" panose="020B0606020203020204" pitchFamily="34" charset="0"/>
            </a:endParaRPr>
          </a:p>
        </p:txBody>
      </p:sp>
      <p:sp>
        <p:nvSpPr>
          <p:cNvPr id="22" name="TextBox 21">
            <a:extLst>
              <a:ext uri="{FF2B5EF4-FFF2-40B4-BE49-F238E27FC236}">
                <a16:creationId xmlns:a16="http://schemas.microsoft.com/office/drawing/2014/main" id="{2FC3DD90-2A40-42CA-85CD-81C13F2A3D46}"/>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4" name="Footer Placeholder 2">
            <a:extLst>
              <a:ext uri="{FF2B5EF4-FFF2-40B4-BE49-F238E27FC236}">
                <a16:creationId xmlns:a16="http://schemas.microsoft.com/office/drawing/2014/main" id="{3A14B1B7-00B4-46C6-99F8-19D3180DCC4C}"/>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2665409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Freeform 6">
            <a:extLst>
              <a:ext uri="{FF2B5EF4-FFF2-40B4-BE49-F238E27FC236}">
                <a16:creationId xmlns:a16="http://schemas.microsoft.com/office/drawing/2014/main" id="{C53C52BB-EAE8-D54B-89CC-27D3D84A4591}"/>
              </a:ext>
            </a:extLst>
          </p:cNvPr>
          <p:cNvSpPr>
            <a:spLocks/>
          </p:cNvSpPr>
          <p:nvPr/>
        </p:nvSpPr>
        <p:spPr bwMode="auto">
          <a:xfrm>
            <a:off x="3780085" y="3034930"/>
            <a:ext cx="1663706" cy="2470572"/>
          </a:xfrm>
          <a:custGeom>
            <a:avLst/>
            <a:gdLst/>
            <a:ahLst/>
            <a:cxnLst>
              <a:cxn ang="0">
                <a:pos x="578" y="565"/>
              </a:cxn>
              <a:cxn ang="0">
                <a:pos x="441" y="153"/>
              </a:cxn>
              <a:cxn ang="0">
                <a:pos x="303" y="0"/>
              </a:cxn>
              <a:cxn ang="0">
                <a:pos x="98" y="43"/>
              </a:cxn>
              <a:cxn ang="0">
                <a:pos x="368" y="858"/>
              </a:cxn>
              <a:cxn ang="0">
                <a:pos x="390" y="649"/>
              </a:cxn>
              <a:cxn ang="0">
                <a:pos x="578" y="565"/>
              </a:cxn>
            </a:cxnLst>
            <a:rect l="0" t="0" r="r" b="b"/>
            <a:pathLst>
              <a:path w="578" h="858">
                <a:moveTo>
                  <a:pt x="578" y="565"/>
                </a:moveTo>
                <a:cubicBezTo>
                  <a:pt x="451" y="474"/>
                  <a:pt x="391" y="309"/>
                  <a:pt x="441" y="153"/>
                </a:cubicBezTo>
                <a:cubicBezTo>
                  <a:pt x="303" y="0"/>
                  <a:pt x="303" y="0"/>
                  <a:pt x="303" y="0"/>
                </a:cubicBezTo>
                <a:cubicBezTo>
                  <a:pt x="188" y="24"/>
                  <a:pt x="129" y="37"/>
                  <a:pt x="98" y="43"/>
                </a:cubicBezTo>
                <a:cubicBezTo>
                  <a:pt x="0" y="352"/>
                  <a:pt x="118" y="679"/>
                  <a:pt x="368" y="858"/>
                </a:cubicBezTo>
                <a:cubicBezTo>
                  <a:pt x="371" y="827"/>
                  <a:pt x="378" y="766"/>
                  <a:pt x="390" y="649"/>
                </a:cubicBezTo>
                <a:cubicBezTo>
                  <a:pt x="390" y="649"/>
                  <a:pt x="390" y="649"/>
                  <a:pt x="578" y="565"/>
                </a:cubicBezTo>
                <a:close/>
              </a:path>
            </a:pathLst>
          </a:custGeom>
          <a:solidFill>
            <a:srgbClr val="C74755"/>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7">
            <a:extLst>
              <a:ext uri="{FF2B5EF4-FFF2-40B4-BE49-F238E27FC236}">
                <a16:creationId xmlns:a16="http://schemas.microsoft.com/office/drawing/2014/main" id="{DA737846-6B96-994C-8D96-B22A81678BE7}"/>
              </a:ext>
            </a:extLst>
          </p:cNvPr>
          <p:cNvSpPr>
            <a:spLocks/>
          </p:cNvSpPr>
          <p:nvPr/>
        </p:nvSpPr>
        <p:spPr bwMode="auto">
          <a:xfrm>
            <a:off x="4839250" y="4655976"/>
            <a:ext cx="2469353" cy="1393125"/>
          </a:xfrm>
          <a:custGeom>
            <a:avLst/>
            <a:gdLst/>
            <a:ahLst/>
            <a:cxnLst>
              <a:cxn ang="0">
                <a:pos x="645" y="0"/>
              </a:cxn>
              <a:cxn ang="0">
                <a:pos x="210" y="2"/>
              </a:cxn>
              <a:cxn ang="0">
                <a:pos x="22" y="86"/>
              </a:cxn>
              <a:cxn ang="0">
                <a:pos x="0" y="295"/>
              </a:cxn>
              <a:cxn ang="0">
                <a:pos x="858" y="290"/>
              </a:cxn>
              <a:cxn ang="0">
                <a:pos x="667" y="204"/>
              </a:cxn>
              <a:cxn ang="0">
                <a:pos x="645" y="0"/>
              </a:cxn>
            </a:cxnLst>
            <a:rect l="0" t="0" r="r" b="b"/>
            <a:pathLst>
              <a:path w="858" h="484">
                <a:moveTo>
                  <a:pt x="645" y="0"/>
                </a:moveTo>
                <a:cubicBezTo>
                  <a:pt x="519" y="92"/>
                  <a:pt x="343" y="98"/>
                  <a:pt x="210" y="2"/>
                </a:cubicBezTo>
                <a:cubicBezTo>
                  <a:pt x="22" y="86"/>
                  <a:pt x="22" y="86"/>
                  <a:pt x="22" y="86"/>
                </a:cubicBezTo>
                <a:cubicBezTo>
                  <a:pt x="10" y="203"/>
                  <a:pt x="3" y="263"/>
                  <a:pt x="0" y="295"/>
                </a:cubicBezTo>
                <a:cubicBezTo>
                  <a:pt x="263" y="484"/>
                  <a:pt x="610" y="472"/>
                  <a:pt x="858" y="290"/>
                </a:cubicBezTo>
                <a:cubicBezTo>
                  <a:pt x="830" y="277"/>
                  <a:pt x="774" y="252"/>
                  <a:pt x="667" y="204"/>
                </a:cubicBezTo>
                <a:cubicBezTo>
                  <a:pt x="667" y="204"/>
                  <a:pt x="667" y="204"/>
                  <a:pt x="645" y="0"/>
                </a:cubicBezTo>
                <a:close/>
              </a:path>
            </a:pathLst>
          </a:custGeom>
          <a:solidFill>
            <a:srgbClr val="932DA2"/>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8">
            <a:extLst>
              <a:ext uri="{FF2B5EF4-FFF2-40B4-BE49-F238E27FC236}">
                <a16:creationId xmlns:a16="http://schemas.microsoft.com/office/drawing/2014/main" id="{730372D4-CFEC-EF4E-B5E3-4F2C61F2A3BA}"/>
              </a:ext>
            </a:extLst>
          </p:cNvPr>
          <p:cNvSpPr>
            <a:spLocks/>
          </p:cNvSpPr>
          <p:nvPr/>
        </p:nvSpPr>
        <p:spPr bwMode="auto">
          <a:xfrm>
            <a:off x="6695531" y="3136094"/>
            <a:ext cx="1644204" cy="2354782"/>
          </a:xfrm>
          <a:custGeom>
            <a:avLst/>
            <a:gdLst/>
            <a:ahLst/>
            <a:cxnLst>
              <a:cxn ang="0">
                <a:pos x="132" y="113"/>
              </a:cxn>
              <a:cxn ang="0">
                <a:pos x="0" y="528"/>
              </a:cxn>
              <a:cxn ang="0">
                <a:pos x="22" y="732"/>
              </a:cxn>
              <a:cxn ang="0">
                <a:pos x="213" y="818"/>
              </a:cxn>
              <a:cxn ang="0">
                <a:pos x="474" y="0"/>
              </a:cxn>
              <a:cxn ang="0">
                <a:pos x="333" y="156"/>
              </a:cxn>
              <a:cxn ang="0">
                <a:pos x="132" y="113"/>
              </a:cxn>
            </a:cxnLst>
            <a:rect l="0" t="0" r="r" b="b"/>
            <a:pathLst>
              <a:path w="571" h="818">
                <a:moveTo>
                  <a:pt x="132" y="113"/>
                </a:moveTo>
                <a:cubicBezTo>
                  <a:pt x="181" y="261"/>
                  <a:pt x="132" y="430"/>
                  <a:pt x="0" y="528"/>
                </a:cubicBezTo>
                <a:cubicBezTo>
                  <a:pt x="22" y="732"/>
                  <a:pt x="22" y="732"/>
                  <a:pt x="22" y="732"/>
                </a:cubicBezTo>
                <a:cubicBezTo>
                  <a:pt x="129" y="780"/>
                  <a:pt x="184" y="805"/>
                  <a:pt x="213" y="818"/>
                </a:cubicBezTo>
                <a:cubicBezTo>
                  <a:pt x="474" y="626"/>
                  <a:pt x="571" y="292"/>
                  <a:pt x="474" y="0"/>
                </a:cubicBezTo>
                <a:cubicBezTo>
                  <a:pt x="452" y="23"/>
                  <a:pt x="412" y="68"/>
                  <a:pt x="333" y="156"/>
                </a:cubicBezTo>
                <a:cubicBezTo>
                  <a:pt x="333" y="156"/>
                  <a:pt x="333" y="156"/>
                  <a:pt x="132" y="113"/>
                </a:cubicBezTo>
                <a:close/>
              </a:path>
            </a:pathLst>
          </a:custGeom>
          <a:solidFill>
            <a:srgbClr val="7D22C3"/>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9" name="Freeform 9">
            <a:extLst>
              <a:ext uri="{FF2B5EF4-FFF2-40B4-BE49-F238E27FC236}">
                <a16:creationId xmlns:a16="http://schemas.microsoft.com/office/drawing/2014/main" id="{ACB937E1-91E2-AD46-A8A1-676F1EA66891}"/>
              </a:ext>
            </a:extLst>
          </p:cNvPr>
          <p:cNvSpPr>
            <a:spLocks/>
          </p:cNvSpPr>
          <p:nvPr/>
        </p:nvSpPr>
        <p:spPr bwMode="auto">
          <a:xfrm>
            <a:off x="6050769" y="1690559"/>
            <a:ext cx="2007416" cy="1895283"/>
          </a:xfrm>
          <a:custGeom>
            <a:avLst/>
            <a:gdLst/>
            <a:ahLst/>
            <a:cxnLst>
              <a:cxn ang="0">
                <a:pos x="2" y="362"/>
              </a:cxn>
              <a:cxn ang="0">
                <a:pos x="356" y="615"/>
              </a:cxn>
              <a:cxn ang="0">
                <a:pos x="557" y="658"/>
              </a:cxn>
              <a:cxn ang="0">
                <a:pos x="697" y="502"/>
              </a:cxn>
              <a:cxn ang="0">
                <a:pos x="0" y="2"/>
              </a:cxn>
              <a:cxn ang="0">
                <a:pos x="105" y="184"/>
              </a:cxn>
              <a:cxn ang="0">
                <a:pos x="2" y="362"/>
              </a:cxn>
            </a:cxnLst>
            <a:rect l="0" t="0" r="r" b="b"/>
            <a:pathLst>
              <a:path w="697" h="658">
                <a:moveTo>
                  <a:pt x="2" y="362"/>
                </a:moveTo>
                <a:cubicBezTo>
                  <a:pt x="158" y="361"/>
                  <a:pt x="304" y="459"/>
                  <a:pt x="356" y="615"/>
                </a:cubicBezTo>
                <a:cubicBezTo>
                  <a:pt x="557" y="658"/>
                  <a:pt x="557" y="658"/>
                  <a:pt x="557" y="658"/>
                </a:cubicBezTo>
                <a:cubicBezTo>
                  <a:pt x="635" y="571"/>
                  <a:pt x="676" y="525"/>
                  <a:pt x="697" y="502"/>
                </a:cubicBezTo>
                <a:cubicBezTo>
                  <a:pt x="595" y="194"/>
                  <a:pt x="308" y="0"/>
                  <a:pt x="0" y="2"/>
                </a:cubicBezTo>
                <a:cubicBezTo>
                  <a:pt x="16" y="29"/>
                  <a:pt x="46" y="82"/>
                  <a:pt x="105" y="184"/>
                </a:cubicBezTo>
                <a:cubicBezTo>
                  <a:pt x="105" y="184"/>
                  <a:pt x="105" y="184"/>
                  <a:pt x="2" y="362"/>
                </a:cubicBezTo>
                <a:close/>
              </a:path>
            </a:pathLst>
          </a:custGeom>
          <a:solidFill>
            <a:srgbClr val="4D148C"/>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0" name="Freeform 10">
            <a:extLst>
              <a:ext uri="{FF2B5EF4-FFF2-40B4-BE49-F238E27FC236}">
                <a16:creationId xmlns:a16="http://schemas.microsoft.com/office/drawing/2014/main" id="{4FBFF3D0-DC0D-974A-9633-7337FEB4102E}"/>
              </a:ext>
            </a:extLst>
          </p:cNvPr>
          <p:cNvSpPr>
            <a:spLocks/>
          </p:cNvSpPr>
          <p:nvPr/>
        </p:nvSpPr>
        <p:spPr bwMode="auto">
          <a:xfrm>
            <a:off x="4061636" y="1696654"/>
            <a:ext cx="2291404" cy="1775838"/>
          </a:xfrm>
          <a:custGeom>
            <a:avLst/>
            <a:gdLst/>
            <a:ahLst/>
            <a:cxnLst>
              <a:cxn ang="0">
                <a:pos x="343" y="617"/>
              </a:cxn>
              <a:cxn ang="0">
                <a:pos x="693" y="360"/>
              </a:cxn>
              <a:cxn ang="0">
                <a:pos x="796" y="182"/>
              </a:cxn>
              <a:cxn ang="0">
                <a:pos x="691" y="0"/>
              </a:cxn>
              <a:cxn ang="0">
                <a:pos x="0" y="508"/>
              </a:cxn>
              <a:cxn ang="0">
                <a:pos x="205" y="465"/>
              </a:cxn>
              <a:cxn ang="0">
                <a:pos x="343" y="617"/>
              </a:cxn>
            </a:cxnLst>
            <a:rect l="0" t="0" r="r" b="b"/>
            <a:pathLst>
              <a:path w="796" h="617">
                <a:moveTo>
                  <a:pt x="343" y="617"/>
                </a:moveTo>
                <a:cubicBezTo>
                  <a:pt x="390" y="469"/>
                  <a:pt x="529" y="361"/>
                  <a:pt x="693" y="360"/>
                </a:cubicBezTo>
                <a:cubicBezTo>
                  <a:pt x="796" y="182"/>
                  <a:pt x="796" y="182"/>
                  <a:pt x="796" y="182"/>
                </a:cubicBezTo>
                <a:cubicBezTo>
                  <a:pt x="737" y="80"/>
                  <a:pt x="707" y="27"/>
                  <a:pt x="691" y="0"/>
                </a:cubicBezTo>
                <a:cubicBezTo>
                  <a:pt x="367" y="2"/>
                  <a:pt x="93" y="215"/>
                  <a:pt x="0" y="508"/>
                </a:cubicBezTo>
                <a:cubicBezTo>
                  <a:pt x="31" y="502"/>
                  <a:pt x="90" y="489"/>
                  <a:pt x="205" y="465"/>
                </a:cubicBezTo>
                <a:cubicBezTo>
                  <a:pt x="205" y="465"/>
                  <a:pt x="205" y="465"/>
                  <a:pt x="343" y="617"/>
                </a:cubicBezTo>
                <a:close/>
              </a:path>
            </a:pathLst>
          </a:custGeom>
          <a:solidFill>
            <a:srgbClr val="FF6200"/>
          </a:solidFill>
          <a:ln w="19050">
            <a:solidFill>
              <a:schemeClr val="bg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TextBox 63">
            <a:extLst>
              <a:ext uri="{FF2B5EF4-FFF2-40B4-BE49-F238E27FC236}">
                <a16:creationId xmlns:a16="http://schemas.microsoft.com/office/drawing/2014/main" id="{C0F9D160-1F47-2B46-BE6B-3E9663A8C06F}"/>
              </a:ext>
            </a:extLst>
          </p:cNvPr>
          <p:cNvSpPr txBox="1"/>
          <p:nvPr/>
        </p:nvSpPr>
        <p:spPr bwMode="auto">
          <a:xfrm>
            <a:off x="1805616" y="1617786"/>
            <a:ext cx="3033633" cy="334379"/>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65" name="Straight Connector 64">
            <a:extLst>
              <a:ext uri="{FF2B5EF4-FFF2-40B4-BE49-F238E27FC236}">
                <a16:creationId xmlns:a16="http://schemas.microsoft.com/office/drawing/2014/main" id="{A4C49897-7023-4D44-B34D-DEB0283EC12C}"/>
              </a:ext>
            </a:extLst>
          </p:cNvPr>
          <p:cNvCxnSpPr/>
          <p:nvPr/>
        </p:nvCxnSpPr>
        <p:spPr bwMode="auto">
          <a:xfrm>
            <a:off x="1805617" y="2054713"/>
            <a:ext cx="3311450" cy="0"/>
          </a:xfrm>
          <a:prstGeom prst="line">
            <a:avLst/>
          </a:prstGeom>
          <a:solidFill>
            <a:schemeClr val="accent2"/>
          </a:solidFill>
          <a:ln w="12700" cap="sq" cmpd="sng" algn="ctr">
            <a:solidFill>
              <a:srgbClr val="FF6200"/>
            </a:solidFill>
            <a:prstDash val="solid"/>
            <a:round/>
            <a:headEnd type="none" w="med" len="med"/>
            <a:tailEnd type="none" w="med" len="med"/>
          </a:ln>
          <a:effectLst/>
        </p:spPr>
      </p:cxnSp>
      <p:sp>
        <p:nvSpPr>
          <p:cNvPr id="62" name="TextBox 61">
            <a:extLst>
              <a:ext uri="{FF2B5EF4-FFF2-40B4-BE49-F238E27FC236}">
                <a16:creationId xmlns:a16="http://schemas.microsoft.com/office/drawing/2014/main" id="{EFF436D3-0CCF-7F49-A1A8-4D93C87AA6C7}"/>
              </a:ext>
            </a:extLst>
          </p:cNvPr>
          <p:cNvSpPr txBox="1"/>
          <p:nvPr/>
        </p:nvSpPr>
        <p:spPr bwMode="auto">
          <a:xfrm>
            <a:off x="1805616" y="3346601"/>
            <a:ext cx="2759541" cy="334379"/>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a:t>
            </a:r>
          </a:p>
        </p:txBody>
      </p:sp>
      <p:cxnSp>
        <p:nvCxnSpPr>
          <p:cNvPr id="63" name="Straight Connector 62">
            <a:extLst>
              <a:ext uri="{FF2B5EF4-FFF2-40B4-BE49-F238E27FC236}">
                <a16:creationId xmlns:a16="http://schemas.microsoft.com/office/drawing/2014/main" id="{E7129CBC-82E7-3E46-91DD-FD7A6D232BB3}"/>
              </a:ext>
            </a:extLst>
          </p:cNvPr>
          <p:cNvCxnSpPr/>
          <p:nvPr/>
        </p:nvCxnSpPr>
        <p:spPr bwMode="auto">
          <a:xfrm>
            <a:off x="1805616" y="3783528"/>
            <a:ext cx="2318014" cy="0"/>
          </a:xfrm>
          <a:prstGeom prst="line">
            <a:avLst/>
          </a:prstGeom>
          <a:solidFill>
            <a:schemeClr val="accent2"/>
          </a:solidFill>
          <a:ln w="12700" cap="sq" cmpd="sng" algn="ctr">
            <a:solidFill>
              <a:srgbClr val="C74755"/>
            </a:solidFill>
            <a:prstDash val="solid"/>
            <a:round/>
            <a:headEnd type="none" w="med" len="med"/>
            <a:tailEnd type="none" w="med" len="med"/>
          </a:ln>
          <a:effectLst/>
        </p:spPr>
      </p:cxnSp>
      <p:sp>
        <p:nvSpPr>
          <p:cNvPr id="60" name="TextBox 59">
            <a:extLst>
              <a:ext uri="{FF2B5EF4-FFF2-40B4-BE49-F238E27FC236}">
                <a16:creationId xmlns:a16="http://schemas.microsoft.com/office/drawing/2014/main" id="{B7AED063-9E14-4D4C-BFF9-B4693707C6C3}"/>
              </a:ext>
            </a:extLst>
          </p:cNvPr>
          <p:cNvSpPr txBox="1"/>
          <p:nvPr/>
        </p:nvSpPr>
        <p:spPr bwMode="auto">
          <a:xfrm>
            <a:off x="1805616" y="5206355"/>
            <a:ext cx="2938055" cy="334379"/>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61" name="Straight Connector 60">
            <a:extLst>
              <a:ext uri="{FF2B5EF4-FFF2-40B4-BE49-F238E27FC236}">
                <a16:creationId xmlns:a16="http://schemas.microsoft.com/office/drawing/2014/main" id="{2EE5A651-A468-4442-A54F-0608D0AF761D}"/>
              </a:ext>
            </a:extLst>
          </p:cNvPr>
          <p:cNvCxnSpPr/>
          <p:nvPr/>
        </p:nvCxnSpPr>
        <p:spPr bwMode="auto">
          <a:xfrm>
            <a:off x="1805616" y="5643282"/>
            <a:ext cx="3311450" cy="0"/>
          </a:xfrm>
          <a:prstGeom prst="line">
            <a:avLst/>
          </a:prstGeom>
          <a:solidFill>
            <a:schemeClr val="accent2"/>
          </a:solidFill>
          <a:ln w="12700" cap="sq" cmpd="sng" algn="ctr">
            <a:solidFill>
              <a:srgbClr val="932DA2"/>
            </a:solidFill>
            <a:prstDash val="solid"/>
            <a:round/>
            <a:headEnd type="none" w="med" len="med"/>
            <a:tailEnd type="none" w="med" len="med"/>
          </a:ln>
          <a:effectLst/>
        </p:spPr>
      </p:cxnSp>
      <p:sp>
        <p:nvSpPr>
          <p:cNvPr id="58" name="TextBox 57">
            <a:extLst>
              <a:ext uri="{FF2B5EF4-FFF2-40B4-BE49-F238E27FC236}">
                <a16:creationId xmlns:a16="http://schemas.microsoft.com/office/drawing/2014/main" id="{BACCF4BF-2488-D242-86C5-8EA269CE3951}"/>
              </a:ext>
            </a:extLst>
          </p:cNvPr>
          <p:cNvSpPr txBox="1"/>
          <p:nvPr/>
        </p:nvSpPr>
        <p:spPr bwMode="auto">
          <a:xfrm>
            <a:off x="7872128" y="2482194"/>
            <a:ext cx="2934576" cy="334379"/>
          </a:xfrm>
          <a:prstGeom prst="rect">
            <a:avLst/>
          </a:prstGeom>
          <a:noFill/>
          <a:ln w="12700" cap="sq" algn="ctr">
            <a:noFill/>
            <a:miter lim="800000"/>
            <a:headEnd/>
            <a:tailEnd/>
          </a:ln>
          <a:effectLst/>
        </p:spPr>
        <p:txBody>
          <a:bodyPr wrap="square" lIns="0" tIns="0" rIns="0" bIns="0" rtlCol="0" anchor="b" anchorCtr="0">
            <a:noAutofit/>
          </a:bodyPr>
          <a:lstStyle/>
          <a:p>
            <a:pPr algn="r">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59" name="Straight Connector 58">
            <a:extLst>
              <a:ext uri="{FF2B5EF4-FFF2-40B4-BE49-F238E27FC236}">
                <a16:creationId xmlns:a16="http://schemas.microsoft.com/office/drawing/2014/main" id="{1A141FE9-8007-1644-828A-B514918B30E5}"/>
              </a:ext>
            </a:extLst>
          </p:cNvPr>
          <p:cNvCxnSpPr/>
          <p:nvPr/>
        </p:nvCxnSpPr>
        <p:spPr bwMode="auto">
          <a:xfrm rot="10800000">
            <a:off x="7826399" y="2919121"/>
            <a:ext cx="2980305" cy="0"/>
          </a:xfrm>
          <a:prstGeom prst="line">
            <a:avLst/>
          </a:prstGeom>
          <a:solidFill>
            <a:schemeClr val="accent2"/>
          </a:solidFill>
          <a:ln w="12700" cap="sq" cmpd="sng" algn="ctr">
            <a:solidFill>
              <a:srgbClr val="4D148C"/>
            </a:solidFill>
            <a:prstDash val="solid"/>
            <a:round/>
            <a:headEnd type="none" w="med" len="med"/>
            <a:tailEnd type="none" w="med" len="med"/>
          </a:ln>
          <a:effectLst/>
        </p:spPr>
      </p:cxnSp>
      <p:sp>
        <p:nvSpPr>
          <p:cNvPr id="56" name="TextBox 55">
            <a:extLst>
              <a:ext uri="{FF2B5EF4-FFF2-40B4-BE49-F238E27FC236}">
                <a16:creationId xmlns:a16="http://schemas.microsoft.com/office/drawing/2014/main" id="{2D743D4A-C061-8D46-9993-09B54D09E5BD}"/>
              </a:ext>
            </a:extLst>
          </p:cNvPr>
          <p:cNvSpPr txBox="1"/>
          <p:nvPr/>
        </p:nvSpPr>
        <p:spPr bwMode="auto">
          <a:xfrm>
            <a:off x="7961515" y="4211009"/>
            <a:ext cx="2845189" cy="334379"/>
          </a:xfrm>
          <a:prstGeom prst="rect">
            <a:avLst/>
          </a:prstGeom>
          <a:noFill/>
          <a:ln w="12700" cap="sq" algn="ctr">
            <a:noFill/>
            <a:miter lim="800000"/>
            <a:headEnd/>
            <a:tailEnd/>
          </a:ln>
          <a:effectLst/>
        </p:spPr>
        <p:txBody>
          <a:bodyPr wrap="square" lIns="0" tIns="0" rIns="0" bIns="0" rtlCol="0" anchor="b" anchorCtr="0">
            <a:noAutofit/>
          </a:bodyPr>
          <a:lstStyle/>
          <a:p>
            <a:pPr algn="r">
              <a:lnSpc>
                <a:spcPct val="100000"/>
              </a:lnSpc>
              <a:spcBef>
                <a:spcPts val="600"/>
              </a:spcBef>
            </a:pPr>
            <a:r>
              <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4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4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57" name="Straight Connector 56">
            <a:extLst>
              <a:ext uri="{FF2B5EF4-FFF2-40B4-BE49-F238E27FC236}">
                <a16:creationId xmlns:a16="http://schemas.microsoft.com/office/drawing/2014/main" id="{F31D14CD-E6ED-F240-B2D8-BC437E42CB98}"/>
              </a:ext>
            </a:extLst>
          </p:cNvPr>
          <p:cNvCxnSpPr/>
          <p:nvPr/>
        </p:nvCxnSpPr>
        <p:spPr bwMode="auto">
          <a:xfrm rot="10800000">
            <a:off x="7826399" y="4647936"/>
            <a:ext cx="2980305" cy="0"/>
          </a:xfrm>
          <a:prstGeom prst="line">
            <a:avLst/>
          </a:prstGeom>
          <a:solidFill>
            <a:schemeClr val="accent2"/>
          </a:solidFill>
          <a:ln w="12700" cap="sq" cmpd="sng" algn="ctr">
            <a:solidFill>
              <a:srgbClr val="7D22C3"/>
            </a:solidFill>
            <a:prstDash val="solid"/>
            <a:round/>
            <a:headEnd type="none" w="med" len="med"/>
            <a:tailEnd type="none" w="med" len="med"/>
          </a:ln>
          <a:effectLst/>
        </p:spPr>
      </p:cxnSp>
      <p:grpSp>
        <p:nvGrpSpPr>
          <p:cNvPr id="33" name="Group 32">
            <a:extLst>
              <a:ext uri="{FF2B5EF4-FFF2-40B4-BE49-F238E27FC236}">
                <a16:creationId xmlns:a16="http://schemas.microsoft.com/office/drawing/2014/main" id="{85DAB4E7-10C5-5D47-9A6C-A1AA8CE0445A}"/>
              </a:ext>
            </a:extLst>
          </p:cNvPr>
          <p:cNvGrpSpPr/>
          <p:nvPr/>
        </p:nvGrpSpPr>
        <p:grpSpPr>
          <a:xfrm>
            <a:off x="4229766" y="2071193"/>
            <a:ext cx="3538072" cy="3695508"/>
            <a:chOff x="3379762" y="2010132"/>
            <a:chExt cx="2930934" cy="3061353"/>
          </a:xfrm>
          <a:solidFill>
            <a:srgbClr val="BFE6F2"/>
          </a:solidFill>
        </p:grpSpPr>
        <p:sp>
          <p:nvSpPr>
            <p:cNvPr id="51" name="TextBox 50">
              <a:extLst>
                <a:ext uri="{FF2B5EF4-FFF2-40B4-BE49-F238E27FC236}">
                  <a16:creationId xmlns:a16="http://schemas.microsoft.com/office/drawing/2014/main" id="{FFFAC60B-5A0D-754E-A3A2-7A1A0934B8FA}"/>
                </a:ext>
              </a:extLst>
            </p:cNvPr>
            <p:cNvSpPr txBox="1"/>
            <p:nvPr/>
          </p:nvSpPr>
          <p:spPr bwMode="auto">
            <a:xfrm>
              <a:off x="5495585" y="2176479"/>
              <a:ext cx="544597" cy="637404"/>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1</a:t>
              </a:r>
            </a:p>
          </p:txBody>
        </p:sp>
        <p:sp>
          <p:nvSpPr>
            <p:cNvPr id="52" name="TextBox 51">
              <a:extLst>
                <a:ext uri="{FF2B5EF4-FFF2-40B4-BE49-F238E27FC236}">
                  <a16:creationId xmlns:a16="http://schemas.microsoft.com/office/drawing/2014/main" id="{126E4000-847D-7D43-9BDF-2DCEF00345CF}"/>
                </a:ext>
              </a:extLst>
            </p:cNvPr>
            <p:cNvSpPr txBox="1"/>
            <p:nvPr/>
          </p:nvSpPr>
          <p:spPr bwMode="auto">
            <a:xfrm>
              <a:off x="5766099" y="3731054"/>
              <a:ext cx="544597" cy="637404"/>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2</a:t>
              </a:r>
            </a:p>
          </p:txBody>
        </p:sp>
        <p:sp>
          <p:nvSpPr>
            <p:cNvPr id="53" name="TextBox 52">
              <a:extLst>
                <a:ext uri="{FF2B5EF4-FFF2-40B4-BE49-F238E27FC236}">
                  <a16:creationId xmlns:a16="http://schemas.microsoft.com/office/drawing/2014/main" id="{222B584A-B7CA-8843-9825-C4376FD8F9B9}"/>
                </a:ext>
              </a:extLst>
            </p:cNvPr>
            <p:cNvSpPr txBox="1"/>
            <p:nvPr/>
          </p:nvSpPr>
          <p:spPr bwMode="auto">
            <a:xfrm>
              <a:off x="3379762" y="3433989"/>
              <a:ext cx="544597" cy="637404"/>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4</a:t>
              </a:r>
            </a:p>
          </p:txBody>
        </p:sp>
        <p:sp>
          <p:nvSpPr>
            <p:cNvPr id="54" name="TextBox 53">
              <a:extLst>
                <a:ext uri="{FF2B5EF4-FFF2-40B4-BE49-F238E27FC236}">
                  <a16:creationId xmlns:a16="http://schemas.microsoft.com/office/drawing/2014/main" id="{36E98842-BE1F-7843-8643-C3628333D2CF}"/>
                </a:ext>
              </a:extLst>
            </p:cNvPr>
            <p:cNvSpPr txBox="1"/>
            <p:nvPr/>
          </p:nvSpPr>
          <p:spPr bwMode="auto">
            <a:xfrm>
              <a:off x="4464634" y="4434081"/>
              <a:ext cx="544597" cy="637404"/>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3</a:t>
              </a:r>
            </a:p>
          </p:txBody>
        </p:sp>
        <p:sp>
          <p:nvSpPr>
            <p:cNvPr id="55" name="TextBox 54">
              <a:extLst>
                <a:ext uri="{FF2B5EF4-FFF2-40B4-BE49-F238E27FC236}">
                  <a16:creationId xmlns:a16="http://schemas.microsoft.com/office/drawing/2014/main" id="{321BEF3E-E7D0-0543-AF5F-A082DFF6D4B1}"/>
                </a:ext>
              </a:extLst>
            </p:cNvPr>
            <p:cNvSpPr txBox="1"/>
            <p:nvPr/>
          </p:nvSpPr>
          <p:spPr bwMode="auto">
            <a:xfrm>
              <a:off x="4013474" y="2010132"/>
              <a:ext cx="544597" cy="637404"/>
            </a:xfrm>
            <a:prstGeom prst="rect">
              <a:avLst/>
            </a:prstGeom>
            <a:noFill/>
            <a:ln w="12700" cap="sq" algn="ctr">
              <a:noFill/>
              <a:miter lim="800000"/>
              <a:headEnd/>
              <a:tailEnd/>
            </a:ln>
            <a:effectLst/>
          </p:spPr>
          <p:txBody>
            <a:bodyPr wrap="square" rtlCol="0">
              <a:spAutoFit/>
            </a:bodyPr>
            <a:lstStyle/>
            <a:p>
              <a:r>
                <a:rPr lang="en-US" sz="4400" dirty="0">
                  <a:solidFill>
                    <a:schemeClr val="bg1"/>
                  </a:solidFill>
                  <a:latin typeface="+mn-lt"/>
                  <a:ea typeface="FedEx Sans App Medium" panose="020B0603020203020204" pitchFamily="34" charset="0"/>
                  <a:cs typeface="FedEx Sans App Medium" panose="020B0603020203020204" pitchFamily="34" charset="0"/>
                </a:rPr>
                <a:t>5</a:t>
              </a:r>
            </a:p>
          </p:txBody>
        </p:sp>
      </p:grpSp>
      <p:sp>
        <p:nvSpPr>
          <p:cNvPr id="26" name="Slide Number Placeholder 25"/>
          <p:cNvSpPr>
            <a:spLocks noGrp="1"/>
          </p:cNvSpPr>
          <p:nvPr>
            <p:ph type="sldNum" sz="quarter" idx="12"/>
          </p:nvPr>
        </p:nvSpPr>
        <p:spPr>
          <a:xfrm>
            <a:off x="11518116" y="6462346"/>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8</a:t>
            </a:fld>
            <a:endParaRPr lang="en-US" dirty="0">
              <a:latin typeface="+mn-lt"/>
              <a:ea typeface="FedEx Sans App Condensed" panose="020B0606020203020204" pitchFamily="34" charset="0"/>
              <a:cs typeface="FedEx Sans App Condensed" panose="020B0606020203020204" pitchFamily="34" charset="0"/>
            </a:endParaRPr>
          </a:p>
        </p:txBody>
      </p:sp>
      <p:sp>
        <p:nvSpPr>
          <p:cNvPr id="27" name="TextBox 26">
            <a:extLst>
              <a:ext uri="{FF2B5EF4-FFF2-40B4-BE49-F238E27FC236}">
                <a16:creationId xmlns:a16="http://schemas.microsoft.com/office/drawing/2014/main" id="{C70B34FF-556B-4C03-9DD4-B0CE0C003089}"/>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9" name="Footer Placeholder 2">
            <a:extLst>
              <a:ext uri="{FF2B5EF4-FFF2-40B4-BE49-F238E27FC236}">
                <a16:creationId xmlns:a16="http://schemas.microsoft.com/office/drawing/2014/main" id="{C75BA55D-874E-4B40-BCA6-44967C2981A5}"/>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4128348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p:cNvSpPr>
            <a:spLocks noGrp="1"/>
          </p:cNvSpPr>
          <p:nvPr>
            <p:ph type="sldNum" sz="quarter" idx="12"/>
          </p:nvPr>
        </p:nvSpPr>
        <p:spPr>
          <a:xfrm>
            <a:off x="11529890"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9</a:t>
            </a:fld>
            <a:endParaRPr lang="en-US" dirty="0">
              <a:latin typeface="+mn-lt"/>
              <a:ea typeface="FedEx Sans App Condensed" panose="020B0606020203020204" pitchFamily="34" charset="0"/>
              <a:cs typeface="FedEx Sans App Condensed" panose="020B0606020203020204" pitchFamily="34" charset="0"/>
            </a:endParaRPr>
          </a:p>
        </p:txBody>
      </p:sp>
      <p:graphicFrame>
        <p:nvGraphicFramePr>
          <p:cNvPr id="31" name="Content Placeholder 12"/>
          <p:cNvGraphicFramePr>
            <a:graphicFrameLocks/>
          </p:cNvGraphicFramePr>
          <p:nvPr>
            <p:extLst>
              <p:ext uri="{D42A27DB-BD31-4B8C-83A1-F6EECF244321}">
                <p14:modId xmlns:p14="http://schemas.microsoft.com/office/powerpoint/2010/main" val="1548242653"/>
              </p:ext>
            </p:extLst>
          </p:nvPr>
        </p:nvGraphicFramePr>
        <p:xfrm>
          <a:off x="1819596" y="1576974"/>
          <a:ext cx="8176892" cy="4107684"/>
        </p:xfrm>
        <a:graphic>
          <a:graphicData uri="http://schemas.openxmlformats.org/drawingml/2006/table">
            <a:tbl>
              <a:tblPr firstCol="1" bandRow="1">
                <a:tableStyleId>{2D5ABB26-0587-4C30-8999-92F81FD0307C}</a:tableStyleId>
              </a:tblPr>
              <a:tblGrid>
                <a:gridCol w="1189388">
                  <a:extLst>
                    <a:ext uri="{9D8B030D-6E8A-4147-A177-3AD203B41FA5}">
                      <a16:colId xmlns:a16="http://schemas.microsoft.com/office/drawing/2014/main" val="20000"/>
                    </a:ext>
                  </a:extLst>
                </a:gridCol>
                <a:gridCol w="582292">
                  <a:extLst>
                    <a:ext uri="{9D8B030D-6E8A-4147-A177-3AD203B41FA5}">
                      <a16:colId xmlns:a16="http://schemas.microsoft.com/office/drawing/2014/main" val="20001"/>
                    </a:ext>
                  </a:extLst>
                </a:gridCol>
                <a:gridCol w="582292">
                  <a:extLst>
                    <a:ext uri="{9D8B030D-6E8A-4147-A177-3AD203B41FA5}">
                      <a16:colId xmlns:a16="http://schemas.microsoft.com/office/drawing/2014/main" val="20002"/>
                    </a:ext>
                  </a:extLst>
                </a:gridCol>
                <a:gridCol w="582292">
                  <a:extLst>
                    <a:ext uri="{9D8B030D-6E8A-4147-A177-3AD203B41FA5}">
                      <a16:colId xmlns:a16="http://schemas.microsoft.com/office/drawing/2014/main" val="20003"/>
                    </a:ext>
                  </a:extLst>
                </a:gridCol>
                <a:gridCol w="582292">
                  <a:extLst>
                    <a:ext uri="{9D8B030D-6E8A-4147-A177-3AD203B41FA5}">
                      <a16:colId xmlns:a16="http://schemas.microsoft.com/office/drawing/2014/main" val="20004"/>
                    </a:ext>
                  </a:extLst>
                </a:gridCol>
                <a:gridCol w="582292">
                  <a:extLst>
                    <a:ext uri="{9D8B030D-6E8A-4147-A177-3AD203B41FA5}">
                      <a16:colId xmlns:a16="http://schemas.microsoft.com/office/drawing/2014/main" val="20005"/>
                    </a:ext>
                  </a:extLst>
                </a:gridCol>
                <a:gridCol w="582292">
                  <a:extLst>
                    <a:ext uri="{9D8B030D-6E8A-4147-A177-3AD203B41FA5}">
                      <a16:colId xmlns:a16="http://schemas.microsoft.com/office/drawing/2014/main" val="20006"/>
                    </a:ext>
                  </a:extLst>
                </a:gridCol>
                <a:gridCol w="582292">
                  <a:extLst>
                    <a:ext uri="{9D8B030D-6E8A-4147-A177-3AD203B41FA5}">
                      <a16:colId xmlns:a16="http://schemas.microsoft.com/office/drawing/2014/main" val="20007"/>
                    </a:ext>
                  </a:extLst>
                </a:gridCol>
                <a:gridCol w="582292">
                  <a:extLst>
                    <a:ext uri="{9D8B030D-6E8A-4147-A177-3AD203B41FA5}">
                      <a16:colId xmlns:a16="http://schemas.microsoft.com/office/drawing/2014/main" val="20008"/>
                    </a:ext>
                  </a:extLst>
                </a:gridCol>
                <a:gridCol w="582292">
                  <a:extLst>
                    <a:ext uri="{9D8B030D-6E8A-4147-A177-3AD203B41FA5}">
                      <a16:colId xmlns:a16="http://schemas.microsoft.com/office/drawing/2014/main" val="20009"/>
                    </a:ext>
                  </a:extLst>
                </a:gridCol>
                <a:gridCol w="582292">
                  <a:extLst>
                    <a:ext uri="{9D8B030D-6E8A-4147-A177-3AD203B41FA5}">
                      <a16:colId xmlns:a16="http://schemas.microsoft.com/office/drawing/2014/main" val="20010"/>
                    </a:ext>
                  </a:extLst>
                </a:gridCol>
                <a:gridCol w="582292">
                  <a:extLst>
                    <a:ext uri="{9D8B030D-6E8A-4147-A177-3AD203B41FA5}">
                      <a16:colId xmlns:a16="http://schemas.microsoft.com/office/drawing/2014/main" val="20011"/>
                    </a:ext>
                  </a:extLst>
                </a:gridCol>
                <a:gridCol w="582292">
                  <a:extLst>
                    <a:ext uri="{9D8B030D-6E8A-4147-A177-3AD203B41FA5}">
                      <a16:colId xmlns:a16="http://schemas.microsoft.com/office/drawing/2014/main" val="20012"/>
                    </a:ext>
                  </a:extLst>
                </a:gridCol>
              </a:tblGrid>
              <a:tr h="579960">
                <a:tc>
                  <a:txBody>
                    <a:bodyPr/>
                    <a:lstStyle/>
                    <a:p>
                      <a:endParaRPr lang="en-US" sz="1600" dirty="0">
                        <a:solidFill>
                          <a:schemeClr val="accent3"/>
                        </a:solidFill>
                        <a:latin typeface="+mn-lt"/>
                      </a:endParaRPr>
                    </a:p>
                  </a:txBody>
                  <a:tcPr marL="85647" marR="85647" marT="50137" marB="50137" anchor="ct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Jan</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Feb</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Mar</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Apr</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May</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Jun</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Jul</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Aug</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Sep</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Oct</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Nov</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600" b="0" i="0" dirty="0">
                          <a:solidFill>
                            <a:schemeClr val="tx1"/>
                          </a:solidFill>
                          <a:latin typeface="+mn-lt"/>
                          <a:ea typeface="FedEx Sans App Condensed" panose="020B0606020203020204" pitchFamily="34" charset="0"/>
                          <a:cs typeface="FedEx Sans App Condensed" panose="020B0606020203020204" pitchFamily="34" charset="0"/>
                        </a:rPr>
                        <a:t>Dec</a:t>
                      </a:r>
                    </a:p>
                  </a:txBody>
                  <a:tcPr marL="85647" marR="85647" marT="50137" marB="50137" anchor="ct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579960">
                <a:tc>
                  <a:txBody>
                    <a:bodyPr/>
                    <a:lstStyle/>
                    <a:p>
                      <a:r>
                        <a:rPr lang="en-US" sz="1600" b="0" i="0" dirty="0" err="1">
                          <a:solidFill>
                            <a:schemeClr val="tx2"/>
                          </a:solidFill>
                          <a:latin typeface="+mn-lt"/>
                          <a:ea typeface="FedEx Sans App Condensed" panose="020B0606020203020204" pitchFamily="34" charset="0"/>
                          <a:cs typeface="FedEx Sans App Condensed" panose="020B0606020203020204" pitchFamily="34" charset="0"/>
                        </a:rPr>
                        <a:t>Lorem</a:t>
                      </a:r>
                      <a:r>
                        <a:rPr lang="en-US" sz="1600" b="0" i="0" dirty="0">
                          <a:solidFill>
                            <a:schemeClr val="tx2"/>
                          </a:solidFill>
                          <a:latin typeface="+mn-lt"/>
                          <a:ea typeface="FedEx Sans App Condensed" panose="020B0606020203020204" pitchFamily="34" charset="0"/>
                          <a:cs typeface="FedEx Sans App Condensed" panose="020B0606020203020204" pitchFamily="34" charset="0"/>
                        </a:rPr>
                        <a:t> </a:t>
                      </a:r>
                      <a:r>
                        <a:rPr lang="en-US" sz="1600" b="0" i="0" dirty="0" err="1">
                          <a:solidFill>
                            <a:schemeClr val="tx2"/>
                          </a:solidFill>
                          <a:latin typeface="+mn-lt"/>
                          <a:ea typeface="FedEx Sans App Condensed" panose="020B0606020203020204" pitchFamily="34" charset="0"/>
                          <a:cs typeface="FedEx Sans App Condensed" panose="020B0606020203020204" pitchFamily="34" charset="0"/>
                        </a:rPr>
                        <a:t>ipsum</a:t>
                      </a:r>
                      <a:endParaRPr lang="en-US" sz="1600" b="0" i="0" dirty="0">
                        <a:solidFill>
                          <a:schemeClr val="tx2"/>
                        </a:solidFill>
                        <a:latin typeface="+mn-lt"/>
                        <a:ea typeface="FedEx Sans App Condensed" panose="020B0606020203020204" pitchFamily="34" charset="0"/>
                        <a:cs typeface="FedEx Sans App Condense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79960">
                <a:tc>
                  <a:txBody>
                    <a:bodyPr/>
                    <a:lstStyle/>
                    <a:p>
                      <a:r>
                        <a:rPr lang="en-US" sz="1600" b="0" i="0" dirty="0" err="1">
                          <a:solidFill>
                            <a:schemeClr val="accent1"/>
                          </a:solidFill>
                          <a:latin typeface="+mn-lt"/>
                          <a:ea typeface="FedEx Sans App Condensed" panose="020B0606020203020204" pitchFamily="34" charset="0"/>
                          <a:cs typeface="FedEx Sans App Condensed" panose="020B0606020203020204" pitchFamily="34" charset="0"/>
                        </a:rPr>
                        <a:t>Lorem</a:t>
                      </a:r>
                      <a:r>
                        <a:rPr lang="en-US" sz="1600" b="0" i="0" dirty="0">
                          <a:solidFill>
                            <a:schemeClr val="accent1"/>
                          </a:solidFill>
                          <a:latin typeface="+mn-lt"/>
                          <a:ea typeface="FedEx Sans App Condensed" panose="020B0606020203020204" pitchFamily="34" charset="0"/>
                          <a:cs typeface="FedEx Sans App Condensed" panose="020B0606020203020204" pitchFamily="34" charset="0"/>
                        </a:rPr>
                        <a:t> </a:t>
                      </a:r>
                      <a:r>
                        <a:rPr lang="en-US" sz="1600" b="0" i="0" dirty="0" err="1">
                          <a:solidFill>
                            <a:schemeClr val="accent1"/>
                          </a:solidFill>
                          <a:latin typeface="+mn-lt"/>
                          <a:ea typeface="FedEx Sans App Condensed" panose="020B0606020203020204" pitchFamily="34" charset="0"/>
                          <a:cs typeface="FedEx Sans App Condensed" panose="020B0606020203020204" pitchFamily="34" charset="0"/>
                        </a:rPr>
                        <a:t>ipsum</a:t>
                      </a:r>
                      <a:endParaRPr lang="en-US" sz="1600" b="0" i="0" dirty="0">
                        <a:solidFill>
                          <a:schemeClr val="accent1"/>
                        </a:solidFill>
                        <a:latin typeface="+mn-lt"/>
                        <a:ea typeface="FedEx Sans App Condensed" panose="020B0606020203020204" pitchFamily="34" charset="0"/>
                        <a:cs typeface="FedEx Sans App Condense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79960">
                <a:tc>
                  <a:txBody>
                    <a:bodyPr/>
                    <a:lstStyle/>
                    <a:p>
                      <a:r>
                        <a:rPr lang="en-US" sz="1600" b="0" i="0" dirty="0" err="1">
                          <a:solidFill>
                            <a:srgbClr val="A63685"/>
                          </a:solidFill>
                          <a:latin typeface="+mn-lt"/>
                          <a:ea typeface="FedEx Sans App Condensed" panose="020B0606020203020204" pitchFamily="34" charset="0"/>
                          <a:cs typeface="FedEx Sans App Condensed" panose="020B0606020203020204" pitchFamily="34" charset="0"/>
                        </a:rPr>
                        <a:t>Lorem</a:t>
                      </a:r>
                      <a:r>
                        <a:rPr lang="en-US" sz="1600" b="0" i="0" dirty="0">
                          <a:solidFill>
                            <a:srgbClr val="A63685"/>
                          </a:solidFill>
                          <a:latin typeface="+mn-lt"/>
                          <a:ea typeface="FedEx Sans App Condensed" panose="020B0606020203020204" pitchFamily="34" charset="0"/>
                          <a:cs typeface="FedEx Sans App Condensed" panose="020B0606020203020204" pitchFamily="34" charset="0"/>
                        </a:rPr>
                        <a:t> </a:t>
                      </a:r>
                      <a:r>
                        <a:rPr lang="en-US" sz="1600" b="0" i="0" dirty="0" err="1">
                          <a:solidFill>
                            <a:srgbClr val="A63685"/>
                          </a:solidFill>
                          <a:latin typeface="+mn-lt"/>
                          <a:ea typeface="FedEx Sans App Condensed" panose="020B0606020203020204" pitchFamily="34" charset="0"/>
                          <a:cs typeface="FedEx Sans App Condensed" panose="020B0606020203020204" pitchFamily="34" charset="0"/>
                        </a:rPr>
                        <a:t>ipsum</a:t>
                      </a:r>
                      <a:endParaRPr lang="en-US" sz="1600" b="0" i="0" dirty="0">
                        <a:solidFill>
                          <a:srgbClr val="A63685"/>
                        </a:solidFill>
                        <a:latin typeface="+mn-lt"/>
                        <a:ea typeface="FedEx Sans App Condensed" panose="020B0606020203020204" pitchFamily="34" charset="0"/>
                        <a:cs typeface="FedEx Sans App Condense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algn="r" defTabSz="914400" rtl="0" eaLnBrk="1" latinLnBrk="0" hangingPunct="1"/>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r" defTabSz="914400" rtl="0" eaLnBrk="1" latinLnBrk="0" hangingPunct="1"/>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579960">
                <a:tc>
                  <a:txBody>
                    <a:bodyPr/>
                    <a:lstStyle/>
                    <a:p>
                      <a:r>
                        <a:rPr lang="en-US" sz="1600" b="0" i="0" dirty="0" err="1">
                          <a:solidFill>
                            <a:schemeClr val="accent3"/>
                          </a:solidFill>
                          <a:latin typeface="+mn-lt"/>
                          <a:ea typeface="FedEx Sans App Condensed" panose="020B0606020203020204" pitchFamily="34" charset="0"/>
                          <a:cs typeface="FedEx Sans App Condensed" panose="020B0606020203020204" pitchFamily="34" charset="0"/>
                        </a:rPr>
                        <a:t>Lorem</a:t>
                      </a:r>
                      <a:r>
                        <a:rPr lang="en-US" sz="1600" b="0" i="0" dirty="0">
                          <a:solidFill>
                            <a:schemeClr val="accent3"/>
                          </a:solidFill>
                          <a:latin typeface="+mn-lt"/>
                          <a:ea typeface="FedEx Sans App Condensed" panose="020B0606020203020204" pitchFamily="34" charset="0"/>
                          <a:cs typeface="FedEx Sans App Condensed" panose="020B0606020203020204" pitchFamily="34" charset="0"/>
                        </a:rPr>
                        <a:t> </a:t>
                      </a:r>
                      <a:r>
                        <a:rPr lang="en-US" sz="1600" b="0" i="0" dirty="0" err="1">
                          <a:solidFill>
                            <a:schemeClr val="accent3"/>
                          </a:solidFill>
                          <a:latin typeface="+mn-lt"/>
                          <a:ea typeface="FedEx Sans App Condensed" panose="020B0606020203020204" pitchFamily="34" charset="0"/>
                          <a:cs typeface="FedEx Sans App Condensed" panose="020B0606020203020204" pitchFamily="34" charset="0"/>
                        </a:rPr>
                        <a:t>ipsum</a:t>
                      </a:r>
                      <a:endParaRPr lang="en-US" sz="1600" b="0" i="0" dirty="0">
                        <a:solidFill>
                          <a:schemeClr val="accent3"/>
                        </a:solidFill>
                        <a:latin typeface="+mn-lt"/>
                        <a:ea typeface="FedEx Sans App Condensed" panose="020B0606020203020204" pitchFamily="34" charset="0"/>
                        <a:cs typeface="FedEx Sans App Condense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579960">
                <a:tc>
                  <a:txBody>
                    <a:bodyPr/>
                    <a:lstStyle/>
                    <a:p>
                      <a:r>
                        <a:rPr lang="en-US" sz="1600" b="0" i="0" dirty="0" err="1">
                          <a:solidFill>
                            <a:srgbClr val="E45528"/>
                          </a:solidFill>
                          <a:latin typeface="+mn-lt"/>
                          <a:ea typeface="FedEx Sans App Condensed" panose="020B0606020203020204" pitchFamily="34" charset="0"/>
                          <a:cs typeface="FedEx Sans App Condensed" panose="020B0606020203020204" pitchFamily="34" charset="0"/>
                        </a:rPr>
                        <a:t>Lorem</a:t>
                      </a:r>
                      <a:r>
                        <a:rPr lang="en-US" sz="1600" b="0" i="0" dirty="0">
                          <a:solidFill>
                            <a:srgbClr val="E45528"/>
                          </a:solidFill>
                          <a:latin typeface="+mn-lt"/>
                          <a:ea typeface="FedEx Sans App Condensed" panose="020B0606020203020204" pitchFamily="34" charset="0"/>
                          <a:cs typeface="FedEx Sans App Condensed" panose="020B0606020203020204" pitchFamily="34" charset="0"/>
                        </a:rPr>
                        <a:t> </a:t>
                      </a:r>
                      <a:r>
                        <a:rPr lang="en-US" sz="1600" b="0" i="0" dirty="0" err="1">
                          <a:solidFill>
                            <a:srgbClr val="E45528"/>
                          </a:solidFill>
                          <a:latin typeface="+mn-lt"/>
                          <a:ea typeface="FedEx Sans App Condensed" panose="020B0606020203020204" pitchFamily="34" charset="0"/>
                          <a:cs typeface="FedEx Sans App Condensed" panose="020B0606020203020204" pitchFamily="34" charset="0"/>
                        </a:rPr>
                        <a:t>ipsum</a:t>
                      </a:r>
                      <a:endParaRPr lang="en-US" sz="1600" b="0" i="0" dirty="0">
                        <a:solidFill>
                          <a:srgbClr val="E45528"/>
                        </a:solidFill>
                        <a:latin typeface="+mn-lt"/>
                        <a:ea typeface="FedEx Sans App Condensed" panose="020B0606020203020204" pitchFamily="34" charset="0"/>
                        <a:cs typeface="FedEx Sans App Condense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5"/>
                  </a:ext>
                </a:extLst>
              </a:tr>
              <a:tr h="579960">
                <a:tc>
                  <a:txBody>
                    <a:bodyPr/>
                    <a:lstStyle/>
                    <a:p>
                      <a:r>
                        <a:rPr lang="en-US" sz="1600" b="0" i="0" dirty="0" err="1">
                          <a:solidFill>
                            <a:schemeClr val="bg2"/>
                          </a:solidFill>
                          <a:latin typeface="+mn-lt"/>
                          <a:ea typeface="FedEx Sans App Condensed" panose="020B0606020203020204" pitchFamily="34" charset="0"/>
                          <a:cs typeface="FedEx Sans App Condensed" panose="020B0606020203020204" pitchFamily="34" charset="0"/>
                        </a:rPr>
                        <a:t>Lorem</a:t>
                      </a:r>
                      <a:r>
                        <a:rPr lang="en-US" sz="1600" b="0" i="0" dirty="0">
                          <a:solidFill>
                            <a:schemeClr val="bg2"/>
                          </a:solidFill>
                          <a:latin typeface="+mn-lt"/>
                          <a:ea typeface="FedEx Sans App Condensed" panose="020B0606020203020204" pitchFamily="34" charset="0"/>
                          <a:cs typeface="FedEx Sans App Condensed" panose="020B0606020203020204" pitchFamily="34" charset="0"/>
                        </a:rPr>
                        <a:t> </a:t>
                      </a:r>
                      <a:r>
                        <a:rPr lang="en-US" sz="1600" b="0" i="0" dirty="0" err="1">
                          <a:solidFill>
                            <a:schemeClr val="bg2"/>
                          </a:solidFill>
                          <a:latin typeface="+mn-lt"/>
                          <a:ea typeface="FedEx Sans App Condensed" panose="020B0606020203020204" pitchFamily="34" charset="0"/>
                          <a:cs typeface="FedEx Sans App Condensed" panose="020B0606020203020204" pitchFamily="34" charset="0"/>
                        </a:rPr>
                        <a:t>ipsum</a:t>
                      </a:r>
                      <a:endParaRPr lang="en-US" sz="1600" b="0" i="0" dirty="0">
                        <a:solidFill>
                          <a:schemeClr val="bg2"/>
                        </a:solidFill>
                        <a:latin typeface="+mn-lt"/>
                        <a:ea typeface="FedEx Sans App Condensed" panose="020B0606020203020204" pitchFamily="34" charset="0"/>
                        <a:cs typeface="FedEx Sans App Condense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latin typeface="+mn-lt"/>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34" name="Rectangle 33"/>
          <p:cNvSpPr/>
          <p:nvPr/>
        </p:nvSpPr>
        <p:spPr bwMode="auto">
          <a:xfrm>
            <a:off x="3830871" y="2379553"/>
            <a:ext cx="1595802" cy="183295"/>
          </a:xfrm>
          <a:prstGeom prst="rect">
            <a:avLst/>
          </a:prstGeom>
          <a:solidFill>
            <a:srgbClr val="4D148C"/>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37" name="TextBox 36"/>
          <p:cNvSpPr txBox="1"/>
          <p:nvPr/>
        </p:nvSpPr>
        <p:spPr bwMode="auto">
          <a:xfrm>
            <a:off x="5426673" y="2320956"/>
            <a:ext cx="2115692" cy="323165"/>
          </a:xfrm>
          <a:prstGeom prst="rect">
            <a:avLst/>
          </a:prstGeom>
          <a:noFill/>
        </p:spPr>
        <p:txBody>
          <a:bodyPr wrap="square" rtlCol="0" anchor="ctr" anchorCtr="0">
            <a:spAutoFit/>
          </a:bodyPr>
          <a:lstStyle/>
          <a:p>
            <a:pPr algn="l"/>
            <a:r>
              <a:rPr lang="en-US" sz="1500" dirty="0">
                <a:latin typeface="+mn-lt"/>
                <a:ea typeface="FedEx Sans App Condensed" panose="020B0606020203020204" pitchFamily="34" charset="0"/>
                <a:cs typeface="FedEx Sans App Condensed" panose="020B0606020203020204" pitchFamily="34" charset="0"/>
              </a:rPr>
              <a:t>dolor sit </a:t>
            </a:r>
            <a:r>
              <a:rPr lang="en-US" sz="1500" dirty="0" err="1">
                <a:latin typeface="+mn-lt"/>
                <a:ea typeface="FedEx Sans App Condensed" panose="020B0606020203020204" pitchFamily="34" charset="0"/>
                <a:cs typeface="FedEx Sans App Condensed" panose="020B0606020203020204" pitchFamily="34" charset="0"/>
              </a:rPr>
              <a:t>amet</a:t>
            </a:r>
            <a:endParaRPr lang="en-US" sz="1500" dirty="0">
              <a:latin typeface="+mn-lt"/>
              <a:ea typeface="FedEx Sans App Condensed" panose="020B0606020203020204" pitchFamily="34" charset="0"/>
              <a:cs typeface="FedEx Sans App Condensed" panose="020B0606020203020204" pitchFamily="34" charset="0"/>
            </a:endParaRPr>
          </a:p>
        </p:txBody>
      </p:sp>
      <p:sp>
        <p:nvSpPr>
          <p:cNvPr id="38" name="Rectangle 37"/>
          <p:cNvSpPr/>
          <p:nvPr/>
        </p:nvSpPr>
        <p:spPr bwMode="auto">
          <a:xfrm flipH="1">
            <a:off x="4543978" y="2929012"/>
            <a:ext cx="1237285" cy="183295"/>
          </a:xfrm>
          <a:prstGeom prst="rect">
            <a:avLst/>
          </a:prstGeom>
          <a:solidFill>
            <a:schemeClr val="accent1"/>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39" name="TextBox 38"/>
          <p:cNvSpPr txBox="1"/>
          <p:nvPr/>
        </p:nvSpPr>
        <p:spPr bwMode="auto">
          <a:xfrm>
            <a:off x="5781264" y="2871233"/>
            <a:ext cx="1808476" cy="323165"/>
          </a:xfrm>
          <a:prstGeom prst="rect">
            <a:avLst/>
          </a:prstGeom>
          <a:noFill/>
        </p:spPr>
        <p:txBody>
          <a:bodyPr wrap="square" rtlCol="0" anchor="ctr" anchorCtr="0">
            <a:spAutoFit/>
          </a:bodyPr>
          <a:lstStyle/>
          <a:p>
            <a:pPr algn="l"/>
            <a:r>
              <a:rPr lang="en-US" sz="1500" dirty="0">
                <a:latin typeface="+mn-lt"/>
                <a:ea typeface="FedEx Sans App Condensed" panose="020B0606020203020204" pitchFamily="34" charset="0"/>
                <a:cs typeface="FedEx Sans App Condensed" panose="020B0606020203020204" pitchFamily="34" charset="0"/>
              </a:rPr>
              <a:t>dolor sit </a:t>
            </a:r>
            <a:r>
              <a:rPr lang="en-US" sz="1500" dirty="0" err="1">
                <a:latin typeface="+mn-lt"/>
                <a:ea typeface="FedEx Sans App Condensed" panose="020B0606020203020204" pitchFamily="34" charset="0"/>
                <a:cs typeface="FedEx Sans App Condensed" panose="020B0606020203020204" pitchFamily="34" charset="0"/>
              </a:rPr>
              <a:t>amet</a:t>
            </a:r>
            <a:endParaRPr lang="en-US" sz="1500" dirty="0">
              <a:latin typeface="+mn-lt"/>
              <a:ea typeface="FedEx Sans App Condensed" panose="020B0606020203020204" pitchFamily="34" charset="0"/>
              <a:cs typeface="FedEx Sans App Condensed" panose="020B0606020203020204" pitchFamily="34" charset="0"/>
            </a:endParaRPr>
          </a:p>
        </p:txBody>
      </p:sp>
      <p:sp>
        <p:nvSpPr>
          <p:cNvPr id="40" name="Rectangle 39"/>
          <p:cNvSpPr/>
          <p:nvPr/>
        </p:nvSpPr>
        <p:spPr bwMode="auto">
          <a:xfrm flipH="1">
            <a:off x="4543976" y="3509850"/>
            <a:ext cx="1765396" cy="183295"/>
          </a:xfrm>
          <a:prstGeom prst="rect">
            <a:avLst/>
          </a:prstGeom>
          <a:solidFill>
            <a:srgbClr val="932DA2"/>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1" name="TextBox 40"/>
          <p:cNvSpPr txBox="1"/>
          <p:nvPr/>
        </p:nvSpPr>
        <p:spPr bwMode="auto">
          <a:xfrm>
            <a:off x="6309249" y="3449650"/>
            <a:ext cx="1765396" cy="323165"/>
          </a:xfrm>
          <a:prstGeom prst="rect">
            <a:avLst/>
          </a:prstGeom>
          <a:noFill/>
        </p:spPr>
        <p:txBody>
          <a:bodyPr wrap="square" rtlCol="0" anchor="ctr" anchorCtr="0">
            <a:spAutoFit/>
          </a:bodyPr>
          <a:lstStyle/>
          <a:p>
            <a:pPr algn="l"/>
            <a:r>
              <a:rPr lang="en-US" sz="1500" dirty="0">
                <a:latin typeface="+mn-lt"/>
                <a:ea typeface="FedEx Sans App Condensed" panose="020B0606020203020204" pitchFamily="34" charset="0"/>
                <a:cs typeface="FedEx Sans App Condensed" panose="020B0606020203020204" pitchFamily="34" charset="0"/>
              </a:rPr>
              <a:t>dolor sit </a:t>
            </a:r>
            <a:r>
              <a:rPr lang="en-US" sz="1500" dirty="0" err="1">
                <a:latin typeface="+mn-lt"/>
                <a:ea typeface="FedEx Sans App Condensed" panose="020B0606020203020204" pitchFamily="34" charset="0"/>
                <a:cs typeface="FedEx Sans App Condensed" panose="020B0606020203020204" pitchFamily="34" charset="0"/>
              </a:rPr>
              <a:t>amet</a:t>
            </a:r>
            <a:endParaRPr lang="en-US" sz="1500" dirty="0">
              <a:latin typeface="+mn-lt"/>
              <a:ea typeface="FedEx Sans App Condensed" panose="020B0606020203020204" pitchFamily="34" charset="0"/>
              <a:cs typeface="FedEx Sans App Condensed" panose="020B0606020203020204" pitchFamily="34" charset="0"/>
            </a:endParaRPr>
          </a:p>
        </p:txBody>
      </p:sp>
      <p:sp>
        <p:nvSpPr>
          <p:cNvPr id="42" name="Rectangle 41"/>
          <p:cNvSpPr/>
          <p:nvPr/>
        </p:nvSpPr>
        <p:spPr bwMode="auto">
          <a:xfrm flipH="1">
            <a:off x="5540730" y="4095986"/>
            <a:ext cx="1516797" cy="183295"/>
          </a:xfrm>
          <a:prstGeom prst="rect">
            <a:avLst/>
          </a:prstGeom>
          <a:solidFill>
            <a:srgbClr val="C74755"/>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3" name="TextBox 42"/>
          <p:cNvSpPr txBox="1"/>
          <p:nvPr/>
        </p:nvSpPr>
        <p:spPr bwMode="auto">
          <a:xfrm>
            <a:off x="7057527" y="4035786"/>
            <a:ext cx="1558349" cy="323165"/>
          </a:xfrm>
          <a:prstGeom prst="rect">
            <a:avLst/>
          </a:prstGeom>
          <a:noFill/>
        </p:spPr>
        <p:txBody>
          <a:bodyPr wrap="square" rtlCol="0" anchor="ctr" anchorCtr="0">
            <a:spAutoFit/>
          </a:bodyPr>
          <a:lstStyle/>
          <a:p>
            <a:pPr algn="l"/>
            <a:r>
              <a:rPr lang="en-US" sz="1500" dirty="0">
                <a:latin typeface="+mn-lt"/>
                <a:ea typeface="FedEx Sans App Condensed" panose="020B0606020203020204" pitchFamily="34" charset="0"/>
                <a:cs typeface="FedEx Sans App Condensed" panose="020B0606020203020204" pitchFamily="34" charset="0"/>
              </a:rPr>
              <a:t>dolor sit </a:t>
            </a:r>
            <a:r>
              <a:rPr lang="en-US" sz="1500" dirty="0" err="1">
                <a:latin typeface="+mn-lt"/>
                <a:ea typeface="FedEx Sans App Condensed" panose="020B0606020203020204" pitchFamily="34" charset="0"/>
                <a:cs typeface="FedEx Sans App Condensed" panose="020B0606020203020204" pitchFamily="34" charset="0"/>
              </a:rPr>
              <a:t>amet</a:t>
            </a:r>
            <a:endParaRPr lang="en-US" sz="1500" dirty="0">
              <a:latin typeface="+mn-lt"/>
              <a:ea typeface="FedEx Sans App Condensed" panose="020B0606020203020204" pitchFamily="34" charset="0"/>
              <a:cs typeface="FedEx Sans App Condensed" panose="020B0606020203020204" pitchFamily="34" charset="0"/>
            </a:endParaRPr>
          </a:p>
        </p:txBody>
      </p:sp>
      <p:sp>
        <p:nvSpPr>
          <p:cNvPr id="44" name="Rectangle 43"/>
          <p:cNvSpPr/>
          <p:nvPr/>
        </p:nvSpPr>
        <p:spPr bwMode="auto">
          <a:xfrm>
            <a:off x="5540731" y="4669498"/>
            <a:ext cx="3003045" cy="183295"/>
          </a:xfrm>
          <a:prstGeom prst="rect">
            <a:avLst/>
          </a:prstGeom>
          <a:solidFill>
            <a:srgbClr val="E45528"/>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5" name="TextBox 44"/>
          <p:cNvSpPr txBox="1"/>
          <p:nvPr/>
        </p:nvSpPr>
        <p:spPr bwMode="auto">
          <a:xfrm>
            <a:off x="8543775" y="4491976"/>
            <a:ext cx="1272578" cy="553998"/>
          </a:xfrm>
          <a:prstGeom prst="rect">
            <a:avLst/>
          </a:prstGeom>
          <a:noFill/>
        </p:spPr>
        <p:txBody>
          <a:bodyPr wrap="square" rtlCol="0" anchor="ctr" anchorCtr="0">
            <a:spAutoFit/>
          </a:bodyPr>
          <a:lstStyle/>
          <a:p>
            <a:pPr algn="l"/>
            <a:r>
              <a:rPr lang="en-US" sz="1500" dirty="0">
                <a:latin typeface="+mn-lt"/>
                <a:ea typeface="FedEx Sans App Condensed" panose="020B0606020203020204" pitchFamily="34" charset="0"/>
                <a:cs typeface="FedEx Sans App Condensed" panose="020B0606020203020204" pitchFamily="34" charset="0"/>
              </a:rPr>
              <a:t>dolor sit </a:t>
            </a:r>
            <a:r>
              <a:rPr lang="en-US" sz="1500" dirty="0" err="1">
                <a:latin typeface="+mn-lt"/>
                <a:ea typeface="FedEx Sans App Condensed" panose="020B0606020203020204" pitchFamily="34" charset="0"/>
                <a:cs typeface="FedEx Sans App Condensed" panose="020B0606020203020204" pitchFamily="34" charset="0"/>
              </a:rPr>
              <a:t>amet</a:t>
            </a:r>
            <a:endParaRPr lang="en-US" sz="1500" dirty="0">
              <a:latin typeface="+mn-lt"/>
              <a:ea typeface="FedEx Sans App Condensed" panose="020B0606020203020204" pitchFamily="34" charset="0"/>
              <a:cs typeface="FedEx Sans App Condensed" panose="020B0606020203020204" pitchFamily="34" charset="0"/>
            </a:endParaRPr>
          </a:p>
        </p:txBody>
      </p:sp>
      <p:sp>
        <p:nvSpPr>
          <p:cNvPr id="46" name="Rectangle 45"/>
          <p:cNvSpPr/>
          <p:nvPr/>
        </p:nvSpPr>
        <p:spPr bwMode="auto">
          <a:xfrm flipH="1">
            <a:off x="8314081" y="5256792"/>
            <a:ext cx="1682407" cy="183295"/>
          </a:xfrm>
          <a:prstGeom prst="rect">
            <a:avLst/>
          </a:prstGeom>
          <a:solidFill>
            <a:schemeClr val="bg2"/>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7" name="TextBox 46"/>
          <p:cNvSpPr txBox="1"/>
          <p:nvPr/>
        </p:nvSpPr>
        <p:spPr bwMode="auto">
          <a:xfrm>
            <a:off x="6774013" y="5179966"/>
            <a:ext cx="1540068" cy="323165"/>
          </a:xfrm>
          <a:prstGeom prst="rect">
            <a:avLst/>
          </a:prstGeom>
          <a:noFill/>
        </p:spPr>
        <p:txBody>
          <a:bodyPr wrap="square" rtlCol="0" anchor="ctr" anchorCtr="0">
            <a:spAutoFit/>
          </a:bodyPr>
          <a:lstStyle/>
          <a:p>
            <a:pPr algn="r"/>
            <a:r>
              <a:rPr lang="en-US" sz="1500" dirty="0">
                <a:latin typeface="+mn-lt"/>
                <a:ea typeface="FedEx Sans App Condensed" panose="020B0606020203020204" pitchFamily="34" charset="0"/>
                <a:cs typeface="FedEx Sans App Condensed" panose="020B0606020203020204" pitchFamily="34" charset="0"/>
              </a:rPr>
              <a:t>dolor sit </a:t>
            </a:r>
            <a:r>
              <a:rPr lang="en-US" sz="1500" dirty="0" err="1">
                <a:latin typeface="+mn-lt"/>
                <a:ea typeface="FedEx Sans App Condensed" panose="020B0606020203020204" pitchFamily="34" charset="0"/>
                <a:cs typeface="FedEx Sans App Condensed" panose="020B0606020203020204" pitchFamily="34" charset="0"/>
              </a:rPr>
              <a:t>amet</a:t>
            </a:r>
            <a:endParaRPr lang="en-US" sz="1500" dirty="0">
              <a:latin typeface="+mn-lt"/>
              <a:ea typeface="FedEx Sans App Condensed" panose="020B0606020203020204" pitchFamily="34" charset="0"/>
              <a:cs typeface="FedEx Sans App Condensed" panose="020B0606020203020204" pitchFamily="34" charset="0"/>
            </a:endParaRPr>
          </a:p>
        </p:txBody>
      </p:sp>
      <p:sp>
        <p:nvSpPr>
          <p:cNvPr id="18" name="TextBox 17">
            <a:extLst>
              <a:ext uri="{FF2B5EF4-FFF2-40B4-BE49-F238E27FC236}">
                <a16:creationId xmlns:a16="http://schemas.microsoft.com/office/drawing/2014/main" id="{67541192-D3C0-4D7D-9F95-BA129629BD29}"/>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0" name="Footer Placeholder 2">
            <a:extLst>
              <a:ext uri="{FF2B5EF4-FFF2-40B4-BE49-F238E27FC236}">
                <a16:creationId xmlns:a16="http://schemas.microsoft.com/office/drawing/2014/main" id="{89F8705C-43ED-4BFF-8037-500E0B44241B}"/>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p:cNvSpPr>
            <a:spLocks noGrp="1"/>
          </p:cNvSpPr>
          <p:nvPr>
            <p:ph type="sldNum" sz="quarter" idx="12"/>
          </p:nvPr>
        </p:nvSpPr>
        <p:spPr>
          <a:xfrm>
            <a:off x="11529890"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10</a:t>
            </a:fld>
            <a:endParaRPr lang="en-US" dirty="0">
              <a:latin typeface="+mn-lt"/>
              <a:ea typeface="FedEx Sans App Condensed" panose="020B0606020203020204" pitchFamily="34" charset="0"/>
              <a:cs typeface="FedEx Sans App Condensed" panose="020B0606020203020204" pitchFamily="34" charset="0"/>
            </a:endParaRPr>
          </a:p>
        </p:txBody>
      </p:sp>
      <p:graphicFrame>
        <p:nvGraphicFramePr>
          <p:cNvPr id="31" name="Content Placeholder 12"/>
          <p:cNvGraphicFramePr>
            <a:graphicFrameLocks/>
          </p:cNvGraphicFramePr>
          <p:nvPr>
            <p:extLst>
              <p:ext uri="{D42A27DB-BD31-4B8C-83A1-F6EECF244321}">
                <p14:modId xmlns:p14="http://schemas.microsoft.com/office/powerpoint/2010/main" val="2762880971"/>
              </p:ext>
            </p:extLst>
          </p:nvPr>
        </p:nvGraphicFramePr>
        <p:xfrm>
          <a:off x="3431152" y="1399140"/>
          <a:ext cx="8176892" cy="4059720"/>
        </p:xfrm>
        <a:graphic>
          <a:graphicData uri="http://schemas.openxmlformats.org/drawingml/2006/table">
            <a:tbl>
              <a:tblPr firstCol="1" bandRow="1">
                <a:tableStyleId>{2D5ABB26-0587-4C30-8999-92F81FD0307C}</a:tableStyleId>
              </a:tblPr>
              <a:tblGrid>
                <a:gridCol w="1189388">
                  <a:extLst>
                    <a:ext uri="{9D8B030D-6E8A-4147-A177-3AD203B41FA5}">
                      <a16:colId xmlns:a16="http://schemas.microsoft.com/office/drawing/2014/main" val="20000"/>
                    </a:ext>
                  </a:extLst>
                </a:gridCol>
                <a:gridCol w="582292">
                  <a:extLst>
                    <a:ext uri="{9D8B030D-6E8A-4147-A177-3AD203B41FA5}">
                      <a16:colId xmlns:a16="http://schemas.microsoft.com/office/drawing/2014/main" val="20001"/>
                    </a:ext>
                  </a:extLst>
                </a:gridCol>
                <a:gridCol w="582292">
                  <a:extLst>
                    <a:ext uri="{9D8B030D-6E8A-4147-A177-3AD203B41FA5}">
                      <a16:colId xmlns:a16="http://schemas.microsoft.com/office/drawing/2014/main" val="20002"/>
                    </a:ext>
                  </a:extLst>
                </a:gridCol>
                <a:gridCol w="582292">
                  <a:extLst>
                    <a:ext uri="{9D8B030D-6E8A-4147-A177-3AD203B41FA5}">
                      <a16:colId xmlns:a16="http://schemas.microsoft.com/office/drawing/2014/main" val="20003"/>
                    </a:ext>
                  </a:extLst>
                </a:gridCol>
                <a:gridCol w="582292">
                  <a:extLst>
                    <a:ext uri="{9D8B030D-6E8A-4147-A177-3AD203B41FA5}">
                      <a16:colId xmlns:a16="http://schemas.microsoft.com/office/drawing/2014/main" val="20004"/>
                    </a:ext>
                  </a:extLst>
                </a:gridCol>
                <a:gridCol w="582292">
                  <a:extLst>
                    <a:ext uri="{9D8B030D-6E8A-4147-A177-3AD203B41FA5}">
                      <a16:colId xmlns:a16="http://schemas.microsoft.com/office/drawing/2014/main" val="20005"/>
                    </a:ext>
                  </a:extLst>
                </a:gridCol>
                <a:gridCol w="582292">
                  <a:extLst>
                    <a:ext uri="{9D8B030D-6E8A-4147-A177-3AD203B41FA5}">
                      <a16:colId xmlns:a16="http://schemas.microsoft.com/office/drawing/2014/main" val="20006"/>
                    </a:ext>
                  </a:extLst>
                </a:gridCol>
                <a:gridCol w="582292">
                  <a:extLst>
                    <a:ext uri="{9D8B030D-6E8A-4147-A177-3AD203B41FA5}">
                      <a16:colId xmlns:a16="http://schemas.microsoft.com/office/drawing/2014/main" val="20007"/>
                    </a:ext>
                  </a:extLst>
                </a:gridCol>
                <a:gridCol w="582292">
                  <a:extLst>
                    <a:ext uri="{9D8B030D-6E8A-4147-A177-3AD203B41FA5}">
                      <a16:colId xmlns:a16="http://schemas.microsoft.com/office/drawing/2014/main" val="20008"/>
                    </a:ext>
                  </a:extLst>
                </a:gridCol>
                <a:gridCol w="582292">
                  <a:extLst>
                    <a:ext uri="{9D8B030D-6E8A-4147-A177-3AD203B41FA5}">
                      <a16:colId xmlns:a16="http://schemas.microsoft.com/office/drawing/2014/main" val="20009"/>
                    </a:ext>
                  </a:extLst>
                </a:gridCol>
                <a:gridCol w="582292">
                  <a:extLst>
                    <a:ext uri="{9D8B030D-6E8A-4147-A177-3AD203B41FA5}">
                      <a16:colId xmlns:a16="http://schemas.microsoft.com/office/drawing/2014/main" val="20010"/>
                    </a:ext>
                  </a:extLst>
                </a:gridCol>
                <a:gridCol w="582292">
                  <a:extLst>
                    <a:ext uri="{9D8B030D-6E8A-4147-A177-3AD203B41FA5}">
                      <a16:colId xmlns:a16="http://schemas.microsoft.com/office/drawing/2014/main" val="20011"/>
                    </a:ext>
                  </a:extLst>
                </a:gridCol>
                <a:gridCol w="582292">
                  <a:extLst>
                    <a:ext uri="{9D8B030D-6E8A-4147-A177-3AD203B41FA5}">
                      <a16:colId xmlns:a16="http://schemas.microsoft.com/office/drawing/2014/main" val="20012"/>
                    </a:ext>
                  </a:extLst>
                </a:gridCol>
              </a:tblGrid>
              <a:tr h="579960">
                <a:tc>
                  <a:txBody>
                    <a:bodyPr/>
                    <a:lstStyle/>
                    <a:p>
                      <a:endParaRPr lang="en-US" sz="1600" dirty="0">
                        <a:solidFill>
                          <a:schemeClr val="accent3"/>
                        </a:solidFill>
                      </a:endParaRPr>
                    </a:p>
                  </a:txBody>
                  <a:tcPr marL="85647" marR="85647" marT="50137" marB="50137" anchor="ct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Jan</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Feb</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Mar</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Apr</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May</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Jun</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Jul</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Aug</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Sep</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Oct</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Nov</a:t>
                      </a:r>
                    </a:p>
                  </a:txBody>
                  <a:tcPr marL="85647" marR="85647" marT="50137" marB="50137" anchor="ctr">
                    <a:lnB w="12700" cap="flat" cmpd="sng" algn="ctr">
                      <a:solidFill>
                        <a:schemeClr val="bg1"/>
                      </a:solidFill>
                      <a:prstDash val="solid"/>
                      <a:round/>
                      <a:headEnd type="none" w="med" len="med"/>
                      <a:tailEnd type="none" w="med" len="med"/>
                    </a:lnB>
                  </a:tcPr>
                </a:tc>
                <a:tc>
                  <a:txBody>
                    <a:bodyPr/>
                    <a:lstStyle/>
                    <a:p>
                      <a:pPr algn="r"/>
                      <a:r>
                        <a:rPr lang="en-US" sz="1400" b="0" i="0" dirty="0">
                          <a:solidFill>
                            <a:schemeClr val="tx1"/>
                          </a:solidFill>
                          <a:latin typeface="FedEx Sans Cd" panose="020B0606020203020204" pitchFamily="34" charset="0"/>
                          <a:ea typeface="FedEx Sans Cd" panose="020B0606020203020204" pitchFamily="34" charset="0"/>
                          <a:cs typeface="FedEx Sans Cd" panose="020B0606020203020204" pitchFamily="34" charset="0"/>
                        </a:rPr>
                        <a:t>Dec</a:t>
                      </a:r>
                    </a:p>
                  </a:txBody>
                  <a:tcPr marL="85647" marR="85647" marT="50137" marB="50137" anchor="ct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579960">
                <a:tc>
                  <a:txBody>
                    <a:bodyPr/>
                    <a:lstStyle/>
                    <a:p>
                      <a:r>
                        <a:rPr lang="en-US" sz="1400" b="0" i="0" dirty="0" err="1">
                          <a:solidFill>
                            <a:schemeClr val="tx2"/>
                          </a:solidFill>
                          <a:latin typeface="FedEx Sans Cd" panose="020B0606020203020204" pitchFamily="34" charset="0"/>
                          <a:ea typeface="FedEx Sans Cd" panose="020B0606020203020204" pitchFamily="34" charset="0"/>
                          <a:cs typeface="FedEx Sans Cd" panose="020B0606020203020204" pitchFamily="34" charset="0"/>
                        </a:rPr>
                        <a:t>Lorem</a:t>
                      </a:r>
                      <a:r>
                        <a:rPr lang="en-US" sz="1400" b="0" i="0" dirty="0">
                          <a:solidFill>
                            <a:schemeClr val="tx2"/>
                          </a:solidFill>
                          <a:latin typeface="FedEx Sans Cd" panose="020B0606020203020204" pitchFamily="34" charset="0"/>
                          <a:ea typeface="FedEx Sans Cd" panose="020B0606020203020204" pitchFamily="34" charset="0"/>
                          <a:cs typeface="FedEx Sans Cd" panose="020B0606020203020204" pitchFamily="34" charset="0"/>
                        </a:rPr>
                        <a:t> </a:t>
                      </a:r>
                      <a:r>
                        <a:rPr lang="en-US" sz="1400" b="0" i="0" dirty="0" err="1">
                          <a:solidFill>
                            <a:schemeClr val="tx2"/>
                          </a:solidFill>
                          <a:latin typeface="FedEx Sans Cd" panose="020B0606020203020204" pitchFamily="34" charset="0"/>
                          <a:ea typeface="FedEx Sans Cd" panose="020B0606020203020204" pitchFamily="34" charset="0"/>
                          <a:cs typeface="FedEx Sans Cd" panose="020B0606020203020204" pitchFamily="34" charset="0"/>
                        </a:rPr>
                        <a:t>ipsum</a:t>
                      </a:r>
                      <a:endParaRPr lang="en-US" sz="1400" b="0" i="0" dirty="0">
                        <a:solidFill>
                          <a:schemeClr val="tx2"/>
                        </a:solidFill>
                        <a:latin typeface="FedEx Sans Cd" panose="020B0606020203020204" pitchFamily="34" charset="0"/>
                        <a:ea typeface="FedEx Sans Cd" panose="020B0606020203020204" pitchFamily="34" charset="0"/>
                        <a:cs typeface="FedEx Sans C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579960">
                <a:tc>
                  <a:txBody>
                    <a:bodyPr/>
                    <a:lstStyle/>
                    <a:p>
                      <a:r>
                        <a:rPr lang="en-US" sz="1400" b="0" i="0" dirty="0" err="1">
                          <a:solidFill>
                            <a:schemeClr val="accent1"/>
                          </a:solidFill>
                          <a:latin typeface="FedEx Sans Cd" panose="020B0606020203020204" pitchFamily="34" charset="0"/>
                          <a:ea typeface="FedEx Sans Cd" panose="020B0606020203020204" pitchFamily="34" charset="0"/>
                          <a:cs typeface="FedEx Sans Cd" panose="020B0606020203020204" pitchFamily="34" charset="0"/>
                        </a:rPr>
                        <a:t>Lorem</a:t>
                      </a:r>
                      <a:r>
                        <a:rPr lang="en-US" sz="1400" b="0" i="0" dirty="0">
                          <a:solidFill>
                            <a:schemeClr val="accent1"/>
                          </a:solidFill>
                          <a:latin typeface="FedEx Sans Cd" panose="020B0606020203020204" pitchFamily="34" charset="0"/>
                          <a:ea typeface="FedEx Sans Cd" panose="020B0606020203020204" pitchFamily="34" charset="0"/>
                          <a:cs typeface="FedEx Sans Cd" panose="020B0606020203020204" pitchFamily="34" charset="0"/>
                        </a:rPr>
                        <a:t> </a:t>
                      </a:r>
                      <a:r>
                        <a:rPr lang="en-US" sz="1400" b="0" i="0" dirty="0" err="1">
                          <a:solidFill>
                            <a:schemeClr val="accent1"/>
                          </a:solidFill>
                          <a:latin typeface="FedEx Sans Cd" panose="020B0606020203020204" pitchFamily="34" charset="0"/>
                          <a:ea typeface="FedEx Sans Cd" panose="020B0606020203020204" pitchFamily="34" charset="0"/>
                          <a:cs typeface="FedEx Sans Cd" panose="020B0606020203020204" pitchFamily="34" charset="0"/>
                        </a:rPr>
                        <a:t>ipsum</a:t>
                      </a:r>
                      <a:endParaRPr lang="en-US" sz="1400" b="0" i="0" dirty="0">
                        <a:solidFill>
                          <a:schemeClr val="accent1"/>
                        </a:solidFill>
                        <a:latin typeface="FedEx Sans Cd" panose="020B0606020203020204" pitchFamily="34" charset="0"/>
                        <a:ea typeface="FedEx Sans Cd" panose="020B0606020203020204" pitchFamily="34" charset="0"/>
                        <a:cs typeface="FedEx Sans C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2"/>
                  </a:ext>
                </a:extLst>
              </a:tr>
              <a:tr h="579960">
                <a:tc>
                  <a:txBody>
                    <a:bodyPr/>
                    <a:lstStyle/>
                    <a:p>
                      <a:r>
                        <a:rPr lang="en-US" sz="1400" b="0" i="0" dirty="0" err="1">
                          <a:solidFill>
                            <a:schemeClr val="accent2"/>
                          </a:solidFill>
                          <a:latin typeface="FedEx Sans Cd" panose="020B0606020203020204" pitchFamily="34" charset="0"/>
                          <a:ea typeface="FedEx Sans Cd" panose="020B0606020203020204" pitchFamily="34" charset="0"/>
                          <a:cs typeface="FedEx Sans Cd" panose="020B0606020203020204" pitchFamily="34" charset="0"/>
                        </a:rPr>
                        <a:t>Lorem</a:t>
                      </a:r>
                      <a:r>
                        <a:rPr lang="en-US" sz="1400" b="0" i="0" dirty="0">
                          <a:solidFill>
                            <a:schemeClr val="accent2"/>
                          </a:solidFill>
                          <a:latin typeface="FedEx Sans Cd" panose="020B0606020203020204" pitchFamily="34" charset="0"/>
                          <a:ea typeface="FedEx Sans Cd" panose="020B0606020203020204" pitchFamily="34" charset="0"/>
                          <a:cs typeface="FedEx Sans Cd" panose="020B0606020203020204" pitchFamily="34" charset="0"/>
                        </a:rPr>
                        <a:t> </a:t>
                      </a:r>
                      <a:r>
                        <a:rPr lang="en-US" sz="1400" b="0" i="0" dirty="0" err="1">
                          <a:solidFill>
                            <a:schemeClr val="accent2"/>
                          </a:solidFill>
                          <a:latin typeface="FedEx Sans Cd" panose="020B0606020203020204" pitchFamily="34" charset="0"/>
                          <a:ea typeface="FedEx Sans Cd" panose="020B0606020203020204" pitchFamily="34" charset="0"/>
                          <a:cs typeface="FedEx Sans Cd" panose="020B0606020203020204" pitchFamily="34" charset="0"/>
                        </a:rPr>
                        <a:t>ipsum</a:t>
                      </a:r>
                      <a:endParaRPr lang="en-US" sz="1400" b="0" i="0" dirty="0">
                        <a:solidFill>
                          <a:schemeClr val="accent2"/>
                        </a:solidFill>
                        <a:latin typeface="FedEx Sans Cd" panose="020B0606020203020204" pitchFamily="34" charset="0"/>
                        <a:ea typeface="FedEx Sans Cd" panose="020B0606020203020204" pitchFamily="34" charset="0"/>
                        <a:cs typeface="FedEx Sans C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algn="r" defTabSz="914400" rtl="0" eaLnBrk="1" latinLnBrk="0" hangingPunct="1"/>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algn="r" defTabSz="914400" rtl="0" eaLnBrk="1" latinLnBrk="0" hangingPunct="1"/>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latin typeface="+mn-lt"/>
                        <a:ea typeface="+mn-ea"/>
                        <a:cs typeface="+mn-cs"/>
                      </a:endParaRPr>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3"/>
                  </a:ext>
                </a:extLst>
              </a:tr>
              <a:tr h="579960">
                <a:tc>
                  <a:txBody>
                    <a:bodyPr/>
                    <a:lstStyle/>
                    <a:p>
                      <a:r>
                        <a:rPr lang="en-US" sz="1400" b="0" i="0" dirty="0" err="1">
                          <a:solidFill>
                            <a:srgbClr val="C74755"/>
                          </a:solidFill>
                          <a:latin typeface="FedEx Sans Cd" panose="020B0606020203020204" pitchFamily="34" charset="0"/>
                          <a:ea typeface="FedEx Sans Cd" panose="020B0606020203020204" pitchFamily="34" charset="0"/>
                          <a:cs typeface="FedEx Sans Cd" panose="020B0606020203020204" pitchFamily="34" charset="0"/>
                        </a:rPr>
                        <a:t>Lorem</a:t>
                      </a:r>
                      <a:r>
                        <a:rPr lang="en-US" sz="1400" b="0" i="0" dirty="0">
                          <a:solidFill>
                            <a:srgbClr val="C74755"/>
                          </a:solidFill>
                          <a:latin typeface="FedEx Sans Cd" panose="020B0606020203020204" pitchFamily="34" charset="0"/>
                          <a:ea typeface="FedEx Sans Cd" panose="020B0606020203020204" pitchFamily="34" charset="0"/>
                          <a:cs typeface="FedEx Sans Cd" panose="020B0606020203020204" pitchFamily="34" charset="0"/>
                        </a:rPr>
                        <a:t> </a:t>
                      </a:r>
                      <a:r>
                        <a:rPr lang="en-US" sz="1400" b="0" i="0" dirty="0" err="1">
                          <a:solidFill>
                            <a:srgbClr val="C74755"/>
                          </a:solidFill>
                          <a:latin typeface="FedEx Sans Cd" panose="020B0606020203020204" pitchFamily="34" charset="0"/>
                          <a:ea typeface="FedEx Sans Cd" panose="020B0606020203020204" pitchFamily="34" charset="0"/>
                          <a:cs typeface="FedEx Sans Cd" panose="020B0606020203020204" pitchFamily="34" charset="0"/>
                        </a:rPr>
                        <a:t>ipsum</a:t>
                      </a:r>
                      <a:endParaRPr lang="en-US" sz="1400" b="0" i="0" dirty="0">
                        <a:solidFill>
                          <a:srgbClr val="C74755"/>
                        </a:solidFill>
                        <a:latin typeface="FedEx Sans Cd" panose="020B0606020203020204" pitchFamily="34" charset="0"/>
                        <a:ea typeface="FedEx Sans Cd" panose="020B0606020203020204" pitchFamily="34" charset="0"/>
                        <a:cs typeface="FedEx Sans C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4"/>
                  </a:ext>
                </a:extLst>
              </a:tr>
              <a:tr h="579960">
                <a:tc>
                  <a:txBody>
                    <a:bodyPr/>
                    <a:lstStyle/>
                    <a:p>
                      <a:r>
                        <a:rPr lang="en-US" sz="1400" b="0" i="0" dirty="0" err="1">
                          <a:solidFill>
                            <a:srgbClr val="E45528"/>
                          </a:solidFill>
                          <a:latin typeface="FedEx Sans Cd" panose="020B0606020203020204" pitchFamily="34" charset="0"/>
                          <a:ea typeface="FedEx Sans Cd" panose="020B0606020203020204" pitchFamily="34" charset="0"/>
                          <a:cs typeface="FedEx Sans Cd" panose="020B0606020203020204" pitchFamily="34" charset="0"/>
                        </a:rPr>
                        <a:t>Lorem</a:t>
                      </a:r>
                      <a:r>
                        <a:rPr lang="en-US" sz="1400" b="0" i="0" dirty="0">
                          <a:solidFill>
                            <a:srgbClr val="E45528"/>
                          </a:solidFill>
                          <a:latin typeface="FedEx Sans Cd" panose="020B0606020203020204" pitchFamily="34" charset="0"/>
                          <a:ea typeface="FedEx Sans Cd" panose="020B0606020203020204" pitchFamily="34" charset="0"/>
                          <a:cs typeface="FedEx Sans Cd" panose="020B0606020203020204" pitchFamily="34" charset="0"/>
                        </a:rPr>
                        <a:t> </a:t>
                      </a:r>
                      <a:r>
                        <a:rPr lang="en-US" sz="1400" b="0" i="0" dirty="0" err="1">
                          <a:solidFill>
                            <a:srgbClr val="E45528"/>
                          </a:solidFill>
                          <a:latin typeface="FedEx Sans Cd" panose="020B0606020203020204" pitchFamily="34" charset="0"/>
                          <a:ea typeface="FedEx Sans Cd" panose="020B0606020203020204" pitchFamily="34" charset="0"/>
                          <a:cs typeface="FedEx Sans Cd" panose="020B0606020203020204" pitchFamily="34" charset="0"/>
                        </a:rPr>
                        <a:t>ipsum</a:t>
                      </a:r>
                      <a:endParaRPr lang="en-US" sz="1400" b="0" i="0" dirty="0">
                        <a:solidFill>
                          <a:srgbClr val="E45528"/>
                        </a:solidFill>
                        <a:latin typeface="FedEx Sans Cd" panose="020B0606020203020204" pitchFamily="34" charset="0"/>
                        <a:ea typeface="FedEx Sans Cd" panose="020B0606020203020204" pitchFamily="34" charset="0"/>
                        <a:cs typeface="FedEx Sans C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5"/>
                  </a:ext>
                </a:extLst>
              </a:tr>
              <a:tr h="579960">
                <a:tc>
                  <a:txBody>
                    <a:bodyPr/>
                    <a:lstStyle/>
                    <a:p>
                      <a:r>
                        <a:rPr lang="en-US" sz="1400" b="0" i="0" dirty="0" err="1">
                          <a:solidFill>
                            <a:schemeClr val="bg2"/>
                          </a:solidFill>
                          <a:latin typeface="FedEx Sans Cd" panose="020B0606020203020204" pitchFamily="34" charset="0"/>
                          <a:ea typeface="FedEx Sans Cd" panose="020B0606020203020204" pitchFamily="34" charset="0"/>
                          <a:cs typeface="FedEx Sans Cd" panose="020B0606020203020204" pitchFamily="34" charset="0"/>
                        </a:rPr>
                        <a:t>Lorem</a:t>
                      </a:r>
                      <a:r>
                        <a:rPr lang="en-US" sz="1400" b="0" i="0" dirty="0">
                          <a:solidFill>
                            <a:schemeClr val="bg2"/>
                          </a:solidFill>
                          <a:latin typeface="FedEx Sans Cd" panose="020B0606020203020204" pitchFamily="34" charset="0"/>
                          <a:ea typeface="FedEx Sans Cd" panose="020B0606020203020204" pitchFamily="34" charset="0"/>
                          <a:cs typeface="FedEx Sans Cd" panose="020B0606020203020204" pitchFamily="34" charset="0"/>
                        </a:rPr>
                        <a:t> </a:t>
                      </a:r>
                      <a:r>
                        <a:rPr lang="en-US" sz="1400" b="0" i="0" dirty="0" err="1">
                          <a:solidFill>
                            <a:schemeClr val="bg2"/>
                          </a:solidFill>
                          <a:latin typeface="FedEx Sans Cd" panose="020B0606020203020204" pitchFamily="34" charset="0"/>
                          <a:ea typeface="FedEx Sans Cd" panose="020B0606020203020204" pitchFamily="34" charset="0"/>
                          <a:cs typeface="FedEx Sans Cd" panose="020B0606020203020204" pitchFamily="34" charset="0"/>
                        </a:rPr>
                        <a:t>ipsum</a:t>
                      </a:r>
                      <a:endParaRPr lang="en-US" sz="1400" b="0" i="0" dirty="0">
                        <a:solidFill>
                          <a:schemeClr val="bg2"/>
                        </a:solidFill>
                        <a:latin typeface="FedEx Sans Cd" panose="020B0606020203020204" pitchFamily="34" charset="0"/>
                        <a:ea typeface="FedEx Sans Cd" panose="020B0606020203020204" pitchFamily="34" charset="0"/>
                        <a:cs typeface="FedEx Sans Cd" panose="020B0606020203020204" pitchFamily="34" charset="0"/>
                      </a:endParaRPr>
                    </a:p>
                  </a:txBody>
                  <a:tcPr marL="85647" marR="85647" marT="50137" marB="50137" anchor="ctr">
                    <a:lnR w="12700" cap="flat" cmpd="sng" algn="ctr">
                      <a:solidFill>
                        <a:schemeClr val="bg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600" dirty="0"/>
                    </a:p>
                  </a:txBody>
                  <a:tcPr marL="85647" marR="85647" marT="50137" marB="5013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6"/>
                  </a:ext>
                </a:extLst>
              </a:tr>
            </a:tbl>
          </a:graphicData>
        </a:graphic>
      </p:graphicFrame>
      <p:sp>
        <p:nvSpPr>
          <p:cNvPr id="34" name="Rectangle 33"/>
          <p:cNvSpPr/>
          <p:nvPr/>
        </p:nvSpPr>
        <p:spPr bwMode="auto">
          <a:xfrm>
            <a:off x="5442427" y="2201719"/>
            <a:ext cx="1595802" cy="183295"/>
          </a:xfrm>
          <a:prstGeom prst="rect">
            <a:avLst/>
          </a:prstGeom>
          <a:solidFill>
            <a:srgbClr val="4D148C"/>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37" name="TextBox 36"/>
          <p:cNvSpPr txBox="1"/>
          <p:nvPr/>
        </p:nvSpPr>
        <p:spPr bwMode="auto">
          <a:xfrm>
            <a:off x="7038229" y="2149579"/>
            <a:ext cx="2115692" cy="276999"/>
          </a:xfrm>
          <a:prstGeom prst="rect">
            <a:avLst/>
          </a:prstGeom>
          <a:noFill/>
        </p:spPr>
        <p:txBody>
          <a:bodyPr wrap="square" rtlCol="0" anchor="ctr" anchorCtr="0">
            <a:spAutoFit/>
          </a:bodyPr>
          <a:lstStyle/>
          <a:p>
            <a:pPr algn="l"/>
            <a:r>
              <a:rPr lang="en-US" sz="1200" dirty="0">
                <a:latin typeface="+mn-lt"/>
                <a:ea typeface="FedEx Sans App Condensed" panose="020B0606020203020204" pitchFamily="34" charset="0"/>
                <a:cs typeface="FedEx Sans App Condensed" panose="020B0606020203020204" pitchFamily="34" charset="0"/>
              </a:rPr>
              <a:t>dolor sit </a:t>
            </a:r>
            <a:r>
              <a:rPr lang="en-US" sz="1200" dirty="0" err="1">
                <a:latin typeface="+mn-lt"/>
                <a:ea typeface="FedEx Sans App Condensed" panose="020B0606020203020204" pitchFamily="34" charset="0"/>
                <a:cs typeface="FedEx Sans App Condensed" panose="020B0606020203020204" pitchFamily="34" charset="0"/>
              </a:rPr>
              <a:t>amet</a:t>
            </a:r>
            <a:endParaRPr lang="en-US" sz="1200" dirty="0">
              <a:latin typeface="+mn-lt"/>
              <a:ea typeface="FedEx Sans App Condensed" panose="020B0606020203020204" pitchFamily="34" charset="0"/>
              <a:cs typeface="FedEx Sans App Condensed" panose="020B0606020203020204" pitchFamily="34" charset="0"/>
            </a:endParaRPr>
          </a:p>
        </p:txBody>
      </p:sp>
      <p:sp>
        <p:nvSpPr>
          <p:cNvPr id="38" name="Rectangle 37"/>
          <p:cNvSpPr/>
          <p:nvPr/>
        </p:nvSpPr>
        <p:spPr bwMode="auto">
          <a:xfrm flipH="1">
            <a:off x="6155534" y="2751178"/>
            <a:ext cx="1237285" cy="183295"/>
          </a:xfrm>
          <a:prstGeom prst="rect">
            <a:avLst/>
          </a:prstGeom>
          <a:solidFill>
            <a:schemeClr val="accent1"/>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39" name="TextBox 38"/>
          <p:cNvSpPr txBox="1"/>
          <p:nvPr/>
        </p:nvSpPr>
        <p:spPr bwMode="auto">
          <a:xfrm>
            <a:off x="7392820" y="2699856"/>
            <a:ext cx="1808476" cy="276999"/>
          </a:xfrm>
          <a:prstGeom prst="rect">
            <a:avLst/>
          </a:prstGeom>
          <a:noFill/>
        </p:spPr>
        <p:txBody>
          <a:bodyPr wrap="square" rtlCol="0" anchor="ctr" anchorCtr="0">
            <a:spAutoFit/>
          </a:bodyPr>
          <a:lstStyle/>
          <a:p>
            <a:pPr algn="l"/>
            <a:r>
              <a:rPr lang="en-US" sz="1200" dirty="0">
                <a:latin typeface="+mn-lt"/>
                <a:ea typeface="FedEx Sans App Condensed" panose="020B0606020203020204" pitchFamily="34" charset="0"/>
                <a:cs typeface="FedEx Sans App Condensed" panose="020B0606020203020204" pitchFamily="34" charset="0"/>
              </a:rPr>
              <a:t>dolor sit </a:t>
            </a:r>
            <a:r>
              <a:rPr lang="en-US" sz="1200" dirty="0" err="1">
                <a:latin typeface="+mn-lt"/>
                <a:ea typeface="FedEx Sans App Condensed" panose="020B0606020203020204" pitchFamily="34" charset="0"/>
                <a:cs typeface="FedEx Sans App Condensed" panose="020B0606020203020204" pitchFamily="34" charset="0"/>
              </a:rPr>
              <a:t>amet</a:t>
            </a:r>
            <a:endParaRPr lang="en-US" sz="1200" dirty="0">
              <a:latin typeface="+mn-lt"/>
              <a:ea typeface="FedEx Sans App Condensed" panose="020B0606020203020204" pitchFamily="34" charset="0"/>
              <a:cs typeface="FedEx Sans App Condensed" panose="020B0606020203020204" pitchFamily="34" charset="0"/>
            </a:endParaRPr>
          </a:p>
        </p:txBody>
      </p:sp>
      <p:sp>
        <p:nvSpPr>
          <p:cNvPr id="40" name="Rectangle 39"/>
          <p:cNvSpPr/>
          <p:nvPr/>
        </p:nvSpPr>
        <p:spPr bwMode="auto">
          <a:xfrm flipH="1">
            <a:off x="6155532" y="3332016"/>
            <a:ext cx="1765396" cy="183295"/>
          </a:xfrm>
          <a:prstGeom prst="rect">
            <a:avLst/>
          </a:prstGeom>
          <a:solidFill>
            <a:schemeClr val="accent2"/>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1" name="TextBox 40"/>
          <p:cNvSpPr txBox="1"/>
          <p:nvPr/>
        </p:nvSpPr>
        <p:spPr bwMode="auto">
          <a:xfrm>
            <a:off x="7920805" y="3278273"/>
            <a:ext cx="1765396" cy="276999"/>
          </a:xfrm>
          <a:prstGeom prst="rect">
            <a:avLst/>
          </a:prstGeom>
          <a:noFill/>
        </p:spPr>
        <p:txBody>
          <a:bodyPr wrap="square" rtlCol="0" anchor="ctr" anchorCtr="0">
            <a:spAutoFit/>
          </a:bodyPr>
          <a:lstStyle/>
          <a:p>
            <a:pPr algn="l"/>
            <a:r>
              <a:rPr lang="en-US" sz="1200" dirty="0">
                <a:latin typeface="+mn-lt"/>
                <a:ea typeface="FedEx Sans App Condensed" panose="020B0606020203020204" pitchFamily="34" charset="0"/>
                <a:cs typeface="FedEx Sans App Condensed" panose="020B0606020203020204" pitchFamily="34" charset="0"/>
              </a:rPr>
              <a:t>dolor sit </a:t>
            </a:r>
            <a:r>
              <a:rPr lang="en-US" sz="1200" dirty="0" err="1">
                <a:latin typeface="+mn-lt"/>
                <a:ea typeface="FedEx Sans App Condensed" panose="020B0606020203020204" pitchFamily="34" charset="0"/>
                <a:cs typeface="FedEx Sans App Condensed" panose="020B0606020203020204" pitchFamily="34" charset="0"/>
              </a:rPr>
              <a:t>amet</a:t>
            </a:r>
            <a:endParaRPr lang="en-US" sz="1200" dirty="0">
              <a:latin typeface="+mn-lt"/>
              <a:ea typeface="FedEx Sans App Condensed" panose="020B0606020203020204" pitchFamily="34" charset="0"/>
              <a:cs typeface="FedEx Sans App Condensed" panose="020B0606020203020204" pitchFamily="34" charset="0"/>
            </a:endParaRPr>
          </a:p>
        </p:txBody>
      </p:sp>
      <p:sp>
        <p:nvSpPr>
          <p:cNvPr id="42" name="Rectangle 41"/>
          <p:cNvSpPr/>
          <p:nvPr/>
        </p:nvSpPr>
        <p:spPr bwMode="auto">
          <a:xfrm flipH="1">
            <a:off x="7152286" y="3918152"/>
            <a:ext cx="1516797" cy="183295"/>
          </a:xfrm>
          <a:prstGeom prst="rect">
            <a:avLst/>
          </a:prstGeom>
          <a:solidFill>
            <a:schemeClr val="accent3"/>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3" name="TextBox 42"/>
          <p:cNvSpPr txBox="1"/>
          <p:nvPr/>
        </p:nvSpPr>
        <p:spPr bwMode="auto">
          <a:xfrm>
            <a:off x="8669083" y="3864409"/>
            <a:ext cx="1558349" cy="276999"/>
          </a:xfrm>
          <a:prstGeom prst="rect">
            <a:avLst/>
          </a:prstGeom>
          <a:noFill/>
        </p:spPr>
        <p:txBody>
          <a:bodyPr wrap="square" rtlCol="0" anchor="ctr" anchorCtr="0">
            <a:spAutoFit/>
          </a:bodyPr>
          <a:lstStyle/>
          <a:p>
            <a:pPr algn="l"/>
            <a:r>
              <a:rPr lang="en-US" sz="1200" dirty="0">
                <a:latin typeface="+mn-lt"/>
                <a:ea typeface="FedEx Sans App Condensed" panose="020B0606020203020204" pitchFamily="34" charset="0"/>
                <a:cs typeface="FedEx Sans App Condensed" panose="020B0606020203020204" pitchFamily="34" charset="0"/>
              </a:rPr>
              <a:t>dolor sit </a:t>
            </a:r>
            <a:r>
              <a:rPr lang="en-US" sz="1200" dirty="0" err="1">
                <a:latin typeface="+mn-lt"/>
                <a:ea typeface="FedEx Sans App Condensed" panose="020B0606020203020204" pitchFamily="34" charset="0"/>
                <a:cs typeface="FedEx Sans App Condensed" panose="020B0606020203020204" pitchFamily="34" charset="0"/>
              </a:rPr>
              <a:t>amet</a:t>
            </a:r>
            <a:endParaRPr lang="en-US" sz="1200" dirty="0">
              <a:latin typeface="+mn-lt"/>
              <a:ea typeface="FedEx Sans App Condensed" panose="020B0606020203020204" pitchFamily="34" charset="0"/>
              <a:cs typeface="FedEx Sans App Condensed" panose="020B0606020203020204" pitchFamily="34" charset="0"/>
            </a:endParaRPr>
          </a:p>
        </p:txBody>
      </p:sp>
      <p:sp>
        <p:nvSpPr>
          <p:cNvPr id="44" name="Rectangle 43"/>
          <p:cNvSpPr/>
          <p:nvPr/>
        </p:nvSpPr>
        <p:spPr bwMode="auto">
          <a:xfrm>
            <a:off x="7152287" y="4491664"/>
            <a:ext cx="3003045" cy="183295"/>
          </a:xfrm>
          <a:prstGeom prst="rect">
            <a:avLst/>
          </a:prstGeom>
          <a:solidFill>
            <a:srgbClr val="E45528"/>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5" name="TextBox 44"/>
          <p:cNvSpPr txBox="1"/>
          <p:nvPr/>
        </p:nvSpPr>
        <p:spPr bwMode="auto">
          <a:xfrm>
            <a:off x="10155331" y="4427702"/>
            <a:ext cx="1324093" cy="276999"/>
          </a:xfrm>
          <a:prstGeom prst="rect">
            <a:avLst/>
          </a:prstGeom>
          <a:noFill/>
        </p:spPr>
        <p:txBody>
          <a:bodyPr wrap="square" rtlCol="0" anchor="ctr" anchorCtr="0">
            <a:spAutoFit/>
          </a:bodyPr>
          <a:lstStyle/>
          <a:p>
            <a:pPr algn="l"/>
            <a:r>
              <a:rPr lang="en-US" sz="1200" dirty="0">
                <a:latin typeface="+mn-lt"/>
                <a:ea typeface="FedEx Sans App Condensed" panose="020B0606020203020204" pitchFamily="34" charset="0"/>
                <a:cs typeface="FedEx Sans App Condensed" panose="020B0606020203020204" pitchFamily="34" charset="0"/>
              </a:rPr>
              <a:t>dolor sit </a:t>
            </a:r>
            <a:r>
              <a:rPr lang="en-US" sz="1200" dirty="0" err="1">
                <a:latin typeface="+mn-lt"/>
                <a:ea typeface="FedEx Sans App Condensed" panose="020B0606020203020204" pitchFamily="34" charset="0"/>
                <a:cs typeface="FedEx Sans App Condensed" panose="020B0606020203020204" pitchFamily="34" charset="0"/>
              </a:rPr>
              <a:t>amet</a:t>
            </a:r>
            <a:endParaRPr lang="en-US" sz="1200" dirty="0">
              <a:latin typeface="+mn-lt"/>
              <a:ea typeface="FedEx Sans App Condensed" panose="020B0606020203020204" pitchFamily="34" charset="0"/>
              <a:cs typeface="FedEx Sans App Condensed" panose="020B0606020203020204" pitchFamily="34" charset="0"/>
            </a:endParaRPr>
          </a:p>
        </p:txBody>
      </p:sp>
      <p:sp>
        <p:nvSpPr>
          <p:cNvPr id="46" name="Rectangle 45"/>
          <p:cNvSpPr/>
          <p:nvPr/>
        </p:nvSpPr>
        <p:spPr bwMode="auto">
          <a:xfrm flipH="1">
            <a:off x="9925637" y="5078958"/>
            <a:ext cx="1682407" cy="183295"/>
          </a:xfrm>
          <a:prstGeom prst="rect">
            <a:avLst/>
          </a:prstGeom>
          <a:solidFill>
            <a:schemeClr val="bg2"/>
          </a:solidFill>
          <a:ln w="12700" cap="sq" algn="ctr">
            <a:noFill/>
            <a:miter lim="800000"/>
            <a:headEnd/>
            <a:tailEnd/>
          </a:ln>
          <a:effectLst/>
        </p:spPr>
        <p:txBody>
          <a:bodyPr wrap="none" rtlCol="0" anchor="ctr"/>
          <a:lstStyle/>
          <a:p>
            <a:pPr algn="ctr"/>
            <a:endParaRPr lang="en-US" sz="1400" dirty="0">
              <a:solidFill>
                <a:schemeClr val="bg1"/>
              </a:solidFill>
              <a:latin typeface="+mn-lt"/>
            </a:endParaRPr>
          </a:p>
        </p:txBody>
      </p:sp>
      <p:sp>
        <p:nvSpPr>
          <p:cNvPr id="47" name="TextBox 46"/>
          <p:cNvSpPr txBox="1"/>
          <p:nvPr/>
        </p:nvSpPr>
        <p:spPr bwMode="auto">
          <a:xfrm>
            <a:off x="8385569" y="5025215"/>
            <a:ext cx="1540068" cy="276999"/>
          </a:xfrm>
          <a:prstGeom prst="rect">
            <a:avLst/>
          </a:prstGeom>
          <a:noFill/>
        </p:spPr>
        <p:txBody>
          <a:bodyPr wrap="square" rtlCol="0" anchor="ctr" anchorCtr="0">
            <a:spAutoFit/>
          </a:bodyPr>
          <a:lstStyle/>
          <a:p>
            <a:pPr algn="r"/>
            <a:r>
              <a:rPr lang="en-US" sz="1200" dirty="0">
                <a:latin typeface="+mn-lt"/>
                <a:ea typeface="FedEx Sans App Condensed" panose="020B0606020203020204" pitchFamily="34" charset="0"/>
                <a:cs typeface="FedEx Sans App Condensed" panose="020B0606020203020204" pitchFamily="34" charset="0"/>
              </a:rPr>
              <a:t>dolor sit </a:t>
            </a:r>
            <a:r>
              <a:rPr lang="en-US" sz="1200" dirty="0" err="1">
                <a:latin typeface="+mn-lt"/>
                <a:ea typeface="FedEx Sans App Condensed" panose="020B0606020203020204" pitchFamily="34" charset="0"/>
                <a:cs typeface="FedEx Sans App Condensed" panose="020B0606020203020204" pitchFamily="34" charset="0"/>
              </a:rPr>
              <a:t>amet</a:t>
            </a:r>
            <a:endParaRPr lang="en-US" sz="1200" dirty="0">
              <a:latin typeface="+mn-lt"/>
              <a:ea typeface="FedEx Sans App Condensed" panose="020B0606020203020204" pitchFamily="34" charset="0"/>
              <a:cs typeface="FedEx Sans App Condensed" panose="020B0606020203020204" pitchFamily="34" charset="0"/>
            </a:endParaRPr>
          </a:p>
        </p:txBody>
      </p:sp>
      <p:sp>
        <p:nvSpPr>
          <p:cNvPr id="23" name="Text Placeholder 2">
            <a:extLst>
              <a:ext uri="{FF2B5EF4-FFF2-40B4-BE49-F238E27FC236}">
                <a16:creationId xmlns:a16="http://schemas.microsoft.com/office/drawing/2014/main" id="{A489ABAC-53B8-4848-B96B-D1EDBB6DDE84}"/>
              </a:ext>
            </a:extLst>
          </p:cNvPr>
          <p:cNvSpPr txBox="1">
            <a:spLocks/>
          </p:cNvSpPr>
          <p:nvPr/>
        </p:nvSpPr>
        <p:spPr>
          <a:xfrm>
            <a:off x="461526" y="2411827"/>
            <a:ext cx="2529177" cy="2522123"/>
          </a:xfrm>
          <a:prstGeom prst="rect">
            <a:avLst/>
          </a:prstGeom>
        </p:spPr>
        <p:txBody>
          <a:bodyPr/>
          <a:lstStyle>
            <a:lvl1pPr marL="117475" indent="-117475" algn="l" defTabSz="914400" rtl="0" eaLnBrk="1" latinLnBrk="0" hangingPunct="1">
              <a:spcBef>
                <a:spcPts val="1200"/>
              </a:spcBef>
              <a:buSzPct val="90000"/>
              <a:buFont typeface="Arial" pitchFamily="34" charset="0"/>
              <a:buChar char="•"/>
              <a:defRPr sz="1800" kern="1200">
                <a:solidFill>
                  <a:schemeClr val="tx1"/>
                </a:solidFill>
                <a:latin typeface="Arial Narrow" pitchFamily="34" charset="0"/>
                <a:ea typeface="+mn-ea"/>
                <a:cs typeface="+mn-cs"/>
              </a:defRPr>
            </a:lvl1pPr>
            <a:lvl2pPr marL="227013" indent="-109538" algn="l" defTabSz="914400" rtl="0" eaLnBrk="1" latinLnBrk="0" hangingPunct="1">
              <a:spcBef>
                <a:spcPts val="600"/>
              </a:spcBef>
              <a:buSzPct val="90000"/>
              <a:buFont typeface="Arial Narrow" pitchFamily="34" charset="0"/>
              <a:buChar char="◦"/>
              <a:defRPr sz="1800" kern="1200">
                <a:solidFill>
                  <a:schemeClr val="tx1"/>
                </a:solidFill>
                <a:latin typeface="Arial Narrow" pitchFamily="34" charset="0"/>
                <a:ea typeface="+mn-ea"/>
                <a:cs typeface="+mn-cs"/>
              </a:defRPr>
            </a:lvl2pPr>
            <a:lvl3pPr marL="344488" indent="-117475" algn="l" defTabSz="914400" rtl="0" eaLnBrk="1" latinLnBrk="0" hangingPunct="1">
              <a:spcBef>
                <a:spcPts val="600"/>
              </a:spcBef>
              <a:buSzPct val="90000"/>
              <a:buFont typeface="Arial" pitchFamily="34" charset="0"/>
              <a:buChar char="-"/>
              <a:defRPr sz="1800" kern="1200">
                <a:solidFill>
                  <a:schemeClr val="tx1"/>
                </a:solidFill>
                <a:latin typeface="Arial Narrow" pitchFamily="34" charset="0"/>
                <a:ea typeface="+mn-ea"/>
                <a:cs typeface="+mn-cs"/>
              </a:defRPr>
            </a:lvl3pPr>
            <a:lvl4pPr marL="461963" indent="-117475" algn="l" defTabSz="914400" rtl="0" eaLnBrk="1" latinLnBrk="0" hangingPunct="1">
              <a:spcBef>
                <a:spcPts val="600"/>
              </a:spcBef>
              <a:buSzPct val="90000"/>
              <a:buFont typeface="Arial" pitchFamily="34" charset="0"/>
              <a:buChar char="•"/>
              <a:defRPr sz="1600" kern="1200">
                <a:solidFill>
                  <a:schemeClr val="tx1"/>
                </a:solidFill>
                <a:latin typeface="Arial Narrow" pitchFamily="34" charset="0"/>
                <a:ea typeface="+mn-ea"/>
                <a:cs typeface="+mn-cs"/>
              </a:defRPr>
            </a:lvl4pPr>
            <a:lvl5pPr marL="569913" indent="-117475" algn="l" defTabSz="914400" rtl="0" eaLnBrk="1" latinLnBrk="0" hangingPunct="1">
              <a:spcBef>
                <a:spcPts val="600"/>
              </a:spcBef>
              <a:buSzPct val="90000"/>
              <a:buFont typeface="Arial Narrow" pitchFamily="34" charset="0"/>
              <a:buChar char="◦"/>
              <a:defRPr sz="16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auto">
              <a:lnSpc>
                <a:spcPts val="1840"/>
              </a:lnSpc>
              <a:spcAft>
                <a:spcPts val="0"/>
              </a:spcAft>
              <a:buNone/>
            </a:pP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Quis</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nostrud</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exerci</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tation</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ullamcorper</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suscipit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lobortis</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nisl</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aliquip</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ex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commodo</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consequat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p>
          <a:p>
            <a:pPr marL="0" lvl="2" indent="0" fontAlgn="auto">
              <a:lnSpc>
                <a:spcPts val="1840"/>
              </a:lnSpc>
              <a:spcAft>
                <a:spcPts val="0"/>
              </a:spcAft>
              <a:buNone/>
            </a:pP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Duis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autem</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vel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eum</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iriure</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 in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hendrerit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in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vulputate</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velit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esse</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molestie</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consequat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vel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illum</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dolore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eu</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nulla</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facilisis</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Qui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blandit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praesent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luptatum</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zzril</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delenit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augue</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duis</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dolore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feugait</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nulla</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1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facilisi</a:t>
            </a:r>
            <a:r>
              <a:rPr lang="en-US" sz="11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p>
          <a:p>
            <a:pPr marL="0" lvl="2" indent="0" fontAlgn="auto">
              <a:lnSpc>
                <a:spcPct val="100000"/>
              </a:lnSpc>
              <a:spcAft>
                <a:spcPts val="0"/>
              </a:spcAft>
              <a:buNone/>
            </a:pPr>
            <a:endParaRPr lang="en-US" sz="1100" dirty="0">
              <a:latin typeface="+mn-lt"/>
            </a:endParaRPr>
          </a:p>
          <a:p>
            <a:pPr fontAlgn="auto">
              <a:lnSpc>
                <a:spcPct val="100000"/>
              </a:lnSpc>
              <a:spcAft>
                <a:spcPts val="0"/>
              </a:spcAft>
            </a:pPr>
            <a:endParaRPr lang="en-US" sz="1600" dirty="0">
              <a:latin typeface="+mn-lt"/>
            </a:endParaRPr>
          </a:p>
        </p:txBody>
      </p:sp>
      <p:sp>
        <p:nvSpPr>
          <p:cNvPr id="27" name="TextBox 26">
            <a:extLst>
              <a:ext uri="{FF2B5EF4-FFF2-40B4-BE49-F238E27FC236}">
                <a16:creationId xmlns:a16="http://schemas.microsoft.com/office/drawing/2014/main" id="{870DFC6F-2AEE-4042-ADF6-783EE9622204}"/>
              </a:ext>
            </a:extLst>
          </p:cNvPr>
          <p:cNvSpPr txBox="1"/>
          <p:nvPr/>
        </p:nvSpPr>
        <p:spPr>
          <a:xfrm>
            <a:off x="461527" y="514587"/>
            <a:ext cx="3543300" cy="1846659"/>
          </a:xfrm>
          <a:prstGeom prst="rect">
            <a:avLst/>
          </a:prstGeom>
          <a:noFill/>
        </p:spPr>
        <p:txBody>
          <a:bodyPr wrap="square" rtlCol="0">
            <a:spAutoFit/>
          </a:bodyPr>
          <a:lstStyle/>
          <a:p>
            <a:pPr algn="l"/>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0" name="Footer Placeholder 2">
            <a:extLst>
              <a:ext uri="{FF2B5EF4-FFF2-40B4-BE49-F238E27FC236}">
                <a16:creationId xmlns:a16="http://schemas.microsoft.com/office/drawing/2014/main" id="{75D03C68-5405-47D2-96E5-89F0B44723C0}"/>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808770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p:cNvSpPr>
            <a:spLocks noGrp="1"/>
          </p:cNvSpPr>
          <p:nvPr>
            <p:ph type="sldNum" sz="quarter" idx="12"/>
          </p:nvPr>
        </p:nvSpPr>
        <p:spPr>
          <a:xfrm>
            <a:off x="11522075"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11</a:t>
            </a:fld>
            <a:endParaRPr lang="en-US" dirty="0">
              <a:latin typeface="+mn-lt"/>
              <a:ea typeface="FedEx Sans App Condensed" panose="020B0606020203020204" pitchFamily="34" charset="0"/>
              <a:cs typeface="FedEx Sans App Condensed" panose="020B0606020203020204" pitchFamily="34" charset="0"/>
            </a:endParaRPr>
          </a:p>
        </p:txBody>
      </p:sp>
      <p:grpSp>
        <p:nvGrpSpPr>
          <p:cNvPr id="2" name="Group 1">
            <a:extLst>
              <a:ext uri="{FF2B5EF4-FFF2-40B4-BE49-F238E27FC236}">
                <a16:creationId xmlns:a16="http://schemas.microsoft.com/office/drawing/2014/main" id="{1618667F-CC50-3B4F-BB22-31969DC8C303}"/>
              </a:ext>
            </a:extLst>
          </p:cNvPr>
          <p:cNvGrpSpPr/>
          <p:nvPr/>
        </p:nvGrpSpPr>
        <p:grpSpPr>
          <a:xfrm>
            <a:off x="2131884" y="1727201"/>
            <a:ext cx="8060542" cy="3975054"/>
            <a:chOff x="2735935" y="1936121"/>
            <a:chExt cx="7589352" cy="3742687"/>
          </a:xfrm>
        </p:grpSpPr>
        <p:sp>
          <p:nvSpPr>
            <p:cNvPr id="12" name="Pentagon 11"/>
            <p:cNvSpPr/>
            <p:nvPr/>
          </p:nvSpPr>
          <p:spPr bwMode="auto">
            <a:xfrm rot="5400000">
              <a:off x="2903021" y="1788882"/>
              <a:ext cx="1046955" cy="1381125"/>
            </a:xfrm>
            <a:prstGeom prst="homePlate">
              <a:avLst>
                <a:gd name="adj" fmla="val 27876"/>
              </a:avLst>
            </a:prstGeom>
            <a:solidFill>
              <a:srgbClr val="4D148C"/>
            </a:solidFill>
            <a:ln w="12700" cap="sq" algn="ctr">
              <a:noFill/>
              <a:miter lim="800000"/>
              <a:headEnd/>
              <a:tailEnd/>
            </a:ln>
            <a:effectLst/>
          </p:spPr>
          <p:txBody>
            <a:bodyPr vert="vert270" wrap="none" rtlCol="0" anchor="ctr"/>
            <a:lstStyle/>
            <a:p>
              <a:pPr algn="ctr"/>
              <a:r>
                <a:rPr lang="en-US" sz="3600" dirty="0">
                  <a:solidFill>
                    <a:schemeClr val="bg1"/>
                  </a:solidFill>
                  <a:latin typeface="+mn-lt"/>
                  <a:ea typeface="FedEx Sans App Medium" panose="020B0603020203020204" pitchFamily="34" charset="0"/>
                  <a:cs typeface="FedEx Sans App Medium" panose="020B0603020203020204" pitchFamily="34" charset="0"/>
                </a:rPr>
                <a:t>1</a:t>
              </a:r>
            </a:p>
          </p:txBody>
        </p:sp>
        <p:sp>
          <p:nvSpPr>
            <p:cNvPr id="20" name="Content Placeholder 11"/>
            <p:cNvSpPr txBox="1">
              <a:spLocks/>
            </p:cNvSpPr>
            <p:nvPr/>
          </p:nvSpPr>
          <p:spPr>
            <a:xfrm>
              <a:off x="4240399" y="1936121"/>
              <a:ext cx="6084888" cy="822960"/>
            </a:xfrm>
            <a:prstGeom prst="rect">
              <a:avLst/>
            </a:prstGeom>
          </p:spPr>
          <p:txBody>
            <a:bodyPr/>
            <a:lstStyle/>
            <a:p>
              <a:pPr algn="l">
                <a:lnSpc>
                  <a:spcPct val="100000"/>
                </a:lnSpc>
                <a:spcBef>
                  <a:spcPts val="400"/>
                </a:spcBef>
                <a:buSzPct val="90000"/>
                <a:defRPr/>
              </a:pP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tristique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Aenean</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mi vitae est.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Mauris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placerat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Lorem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ipsum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 sit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consectetuer</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p>
          </p:txBody>
        </p:sp>
        <p:sp>
          <p:nvSpPr>
            <p:cNvPr id="13" name="Chevron 12"/>
            <p:cNvSpPr/>
            <p:nvPr/>
          </p:nvSpPr>
          <p:spPr bwMode="auto">
            <a:xfrm rot="5400000">
              <a:off x="2875954" y="2653778"/>
              <a:ext cx="1101087" cy="1381125"/>
            </a:xfrm>
            <a:prstGeom prst="chevron">
              <a:avLst>
                <a:gd name="adj" fmla="val 26288"/>
              </a:avLst>
            </a:prstGeom>
            <a:solidFill>
              <a:schemeClr val="accent1"/>
            </a:solidFill>
            <a:ln w="12700" cap="sq" algn="ctr">
              <a:noFill/>
              <a:miter lim="800000"/>
              <a:headEnd/>
              <a:tailEnd/>
            </a:ln>
            <a:effectLst/>
          </p:spPr>
          <p:txBody>
            <a:bodyPr vert="vert270" wrap="none" lIns="182880" tIns="91440" rIns="0" bIns="91440" rtlCol="0" anchor="ctr"/>
            <a:lstStyle/>
            <a:p>
              <a:pPr lvl="0" algn="ctr"/>
              <a:r>
                <a:rPr lang="en-US" sz="3600" dirty="0">
                  <a:solidFill>
                    <a:schemeClr val="bg1"/>
                  </a:solidFill>
                  <a:latin typeface="+mn-lt"/>
                  <a:ea typeface="FedEx Sans App Medium" panose="020B0603020203020204" pitchFamily="34" charset="0"/>
                  <a:cs typeface="FedEx Sans App Medium" panose="020B0603020203020204" pitchFamily="34" charset="0"/>
                </a:rPr>
                <a:t>2</a:t>
              </a:r>
            </a:p>
          </p:txBody>
        </p:sp>
        <p:sp>
          <p:nvSpPr>
            <p:cNvPr id="17" name="Chevron 16"/>
            <p:cNvSpPr/>
            <p:nvPr/>
          </p:nvSpPr>
          <p:spPr bwMode="auto">
            <a:xfrm rot="5400000">
              <a:off x="2875954" y="3545740"/>
              <a:ext cx="1101087" cy="1381125"/>
            </a:xfrm>
            <a:prstGeom prst="chevron">
              <a:avLst>
                <a:gd name="adj" fmla="val 26288"/>
              </a:avLst>
            </a:prstGeom>
            <a:solidFill>
              <a:srgbClr val="A63685"/>
            </a:solidFill>
            <a:ln w="12700" cap="sq" algn="ctr">
              <a:noFill/>
              <a:miter lim="800000"/>
              <a:headEnd/>
              <a:tailEnd/>
            </a:ln>
            <a:effectLst/>
          </p:spPr>
          <p:txBody>
            <a:bodyPr vert="vert270" wrap="none" lIns="182880" tIns="91440" rIns="0" bIns="91440" rtlCol="0" anchor="ctr"/>
            <a:lstStyle/>
            <a:p>
              <a:pPr lvl="0" algn="ctr"/>
              <a:r>
                <a:rPr lang="en-US" sz="3600" dirty="0">
                  <a:solidFill>
                    <a:schemeClr val="bg1"/>
                  </a:solidFill>
                  <a:latin typeface="+mn-lt"/>
                  <a:ea typeface="FedEx Sans App Medium" panose="020B0603020203020204" pitchFamily="34" charset="0"/>
                  <a:cs typeface="FedEx Sans App Medium" panose="020B0603020203020204" pitchFamily="34" charset="0"/>
                </a:rPr>
                <a:t>3</a:t>
              </a:r>
            </a:p>
          </p:txBody>
        </p:sp>
        <p:sp>
          <p:nvSpPr>
            <p:cNvPr id="18" name="Chevron 17"/>
            <p:cNvSpPr/>
            <p:nvPr/>
          </p:nvSpPr>
          <p:spPr bwMode="auto">
            <a:xfrm rot="5400000">
              <a:off x="2875955" y="4437702"/>
              <a:ext cx="1101087" cy="1381125"/>
            </a:xfrm>
            <a:prstGeom prst="chevron">
              <a:avLst>
                <a:gd name="adj" fmla="val 26288"/>
              </a:avLst>
            </a:prstGeom>
            <a:solidFill>
              <a:srgbClr val="FF6200"/>
            </a:solidFill>
            <a:ln w="12700" cap="sq" algn="ctr">
              <a:noFill/>
              <a:miter lim="800000"/>
              <a:headEnd/>
              <a:tailEnd/>
            </a:ln>
            <a:effectLst/>
          </p:spPr>
          <p:txBody>
            <a:bodyPr vert="vert270" wrap="none" lIns="182880" tIns="91440" rIns="0" bIns="91440" rtlCol="0" anchor="ctr"/>
            <a:lstStyle/>
            <a:p>
              <a:pPr lvl="0" algn="ctr"/>
              <a:r>
                <a:rPr lang="en-US" sz="3600" dirty="0">
                  <a:solidFill>
                    <a:schemeClr val="bg1"/>
                  </a:solidFill>
                  <a:latin typeface="+mn-lt"/>
                  <a:ea typeface="FedEx Sans App Medium" panose="020B0603020203020204" pitchFamily="34" charset="0"/>
                  <a:cs typeface="FedEx Sans App Medium" panose="020B0603020203020204" pitchFamily="34" charset="0"/>
                </a:rPr>
                <a:t>4</a:t>
              </a:r>
            </a:p>
          </p:txBody>
        </p:sp>
        <p:sp>
          <p:nvSpPr>
            <p:cNvPr id="23" name="Content Placeholder 11"/>
            <p:cNvSpPr txBox="1">
              <a:spLocks/>
            </p:cNvSpPr>
            <p:nvPr/>
          </p:nvSpPr>
          <p:spPr>
            <a:xfrm>
              <a:off x="4240399" y="4583441"/>
              <a:ext cx="6084888" cy="822960"/>
            </a:xfrm>
            <a:prstGeom prst="rect">
              <a:avLst/>
            </a:prstGeom>
          </p:spPr>
          <p:txBody>
            <a:bodyPr/>
            <a:lstStyle/>
            <a:p>
              <a:pPr algn="l">
                <a:lnSpc>
                  <a:spcPct val="100000"/>
                </a:lnSpc>
                <a:spcBef>
                  <a:spcPts val="400"/>
                </a:spcBef>
                <a:buSzPct val="90000"/>
                <a:defRPr/>
              </a:pP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tristique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Aenean</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mi vitae est.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Mauris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placerat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Lorem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ipsum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 sit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consectetuer</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p>
          </p:txBody>
        </p:sp>
        <p:sp>
          <p:nvSpPr>
            <p:cNvPr id="26" name="Content Placeholder 11">
              <a:extLst>
                <a:ext uri="{FF2B5EF4-FFF2-40B4-BE49-F238E27FC236}">
                  <a16:creationId xmlns:a16="http://schemas.microsoft.com/office/drawing/2014/main" id="{EECEE563-6AB7-E04B-99DE-778E3C46422C}"/>
                </a:ext>
              </a:extLst>
            </p:cNvPr>
            <p:cNvSpPr txBox="1">
              <a:spLocks/>
            </p:cNvSpPr>
            <p:nvPr/>
          </p:nvSpPr>
          <p:spPr>
            <a:xfrm>
              <a:off x="4240399" y="2803629"/>
              <a:ext cx="6084888" cy="822960"/>
            </a:xfrm>
            <a:prstGeom prst="rect">
              <a:avLst/>
            </a:prstGeom>
          </p:spPr>
          <p:txBody>
            <a:bodyPr/>
            <a:lstStyle/>
            <a:p>
              <a:pPr algn="l">
                <a:lnSpc>
                  <a:spcPct val="100000"/>
                </a:lnSpc>
                <a:spcBef>
                  <a:spcPts val="400"/>
                </a:spcBef>
                <a:buSzPct val="90000"/>
                <a:defRPr/>
              </a:pP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tristique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Aenean</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mi vitae est.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Mauris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placerat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Lorem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ipsum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 sit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consectetuer</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p>
          </p:txBody>
        </p:sp>
        <p:sp>
          <p:nvSpPr>
            <p:cNvPr id="27" name="Content Placeholder 11">
              <a:extLst>
                <a:ext uri="{FF2B5EF4-FFF2-40B4-BE49-F238E27FC236}">
                  <a16:creationId xmlns:a16="http://schemas.microsoft.com/office/drawing/2014/main" id="{8B3BC9C1-5B71-E14C-9FA0-759B3D9168CB}"/>
                </a:ext>
              </a:extLst>
            </p:cNvPr>
            <p:cNvSpPr txBox="1">
              <a:spLocks/>
            </p:cNvSpPr>
            <p:nvPr/>
          </p:nvSpPr>
          <p:spPr>
            <a:xfrm>
              <a:off x="4240399" y="3686767"/>
              <a:ext cx="6084888" cy="822960"/>
            </a:xfrm>
            <a:prstGeom prst="rect">
              <a:avLst/>
            </a:prstGeom>
          </p:spPr>
          <p:txBody>
            <a:bodyPr/>
            <a:lstStyle/>
            <a:p>
              <a:pPr algn="l">
                <a:lnSpc>
                  <a:spcPct val="100000"/>
                </a:lnSpc>
                <a:spcBef>
                  <a:spcPts val="400"/>
                </a:spcBef>
                <a:buSzPct val="90000"/>
                <a:defRPr/>
              </a:pP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tristique</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Aenean</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mi vitae est.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Mauris</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placerat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Lorem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ipsum</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 sit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r>
                <a:rPr lang="en-US" sz="1400" kern="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400" kern="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consectetuer</a:t>
              </a:r>
              <a:r>
                <a:rPr lang="en-US" sz="1400" kern="0" dirty="0">
                  <a:solidFill>
                    <a:schemeClr val="bg1">
                      <a:lumMod val="50000"/>
                    </a:schemeClr>
                  </a:solidFill>
                  <a:latin typeface="+mn-lt"/>
                </a:rPr>
                <a:t>. </a:t>
              </a:r>
            </a:p>
          </p:txBody>
        </p:sp>
      </p:grpSp>
      <p:sp>
        <p:nvSpPr>
          <p:cNvPr id="14" name="TextBox 13">
            <a:extLst>
              <a:ext uri="{FF2B5EF4-FFF2-40B4-BE49-F238E27FC236}">
                <a16:creationId xmlns:a16="http://schemas.microsoft.com/office/drawing/2014/main" id="{2406275E-92F5-4320-8CD6-79587EF82503}"/>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16" name="Footer Placeholder 2">
            <a:extLst>
              <a:ext uri="{FF2B5EF4-FFF2-40B4-BE49-F238E27FC236}">
                <a16:creationId xmlns:a16="http://schemas.microsoft.com/office/drawing/2014/main" id="{881323F5-D25B-43C2-BB36-16C4548B8DE3}"/>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28"/>
          <p:cNvSpPr>
            <a:spLocks noGrp="1"/>
          </p:cNvSpPr>
          <p:nvPr>
            <p:ph type="sldNum" sz="quarter" idx="12"/>
          </p:nvPr>
        </p:nvSpPr>
        <p:spPr>
          <a:xfrm>
            <a:off x="11522075"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12</a:t>
            </a:fld>
            <a:endParaRPr lang="en-US" dirty="0">
              <a:latin typeface="+mn-lt"/>
              <a:ea typeface="FedEx Sans App Condensed" panose="020B0606020203020204" pitchFamily="34" charset="0"/>
              <a:cs typeface="FedEx Sans App Condensed" panose="020B0606020203020204" pitchFamily="34" charset="0"/>
            </a:endParaRPr>
          </a:p>
        </p:txBody>
      </p:sp>
      <p:sp>
        <p:nvSpPr>
          <p:cNvPr id="14" name="Text Placeholder 67">
            <a:extLst>
              <a:ext uri="{FF2B5EF4-FFF2-40B4-BE49-F238E27FC236}">
                <a16:creationId xmlns:a16="http://schemas.microsoft.com/office/drawing/2014/main" id="{85B1E37E-E6B7-EF46-8433-54AC68B7AEAA}"/>
              </a:ext>
            </a:extLst>
          </p:cNvPr>
          <p:cNvSpPr txBox="1">
            <a:spLocks/>
          </p:cNvSpPr>
          <p:nvPr/>
        </p:nvSpPr>
        <p:spPr>
          <a:xfrm>
            <a:off x="1933832" y="1651441"/>
            <a:ext cx="2747020" cy="1683607"/>
          </a:xfrm>
          <a:prstGeom prst="rect">
            <a:avLst/>
          </a:prstGeom>
        </p:spPr>
        <p:txBody>
          <a:bodyPr vert="horz" lIns="0" tIns="0" rIns="0" bIns="0" rtlCol="0">
            <a:noAutofit/>
          </a:bodyPr>
          <a:lstStyle>
            <a:lvl1pPr marL="117475" indent="-117475" algn="l" defTabSz="914400" rtl="0" eaLnBrk="1" latinLnBrk="0" hangingPunct="1">
              <a:spcBef>
                <a:spcPts val="1200"/>
              </a:spcBef>
              <a:buSzPct val="90000"/>
              <a:buFont typeface="Arial" pitchFamily="34" charset="0"/>
              <a:buChar char="•"/>
              <a:defRPr sz="1800" kern="1200">
                <a:solidFill>
                  <a:schemeClr val="tx1"/>
                </a:solidFill>
                <a:latin typeface="Arial Narrow" pitchFamily="34" charset="0"/>
                <a:ea typeface="+mn-ea"/>
                <a:cs typeface="+mn-cs"/>
              </a:defRPr>
            </a:lvl1pPr>
            <a:lvl2pPr marL="227013" indent="-109538" algn="l" defTabSz="914400" rtl="0" eaLnBrk="1" latinLnBrk="0" hangingPunct="1">
              <a:spcBef>
                <a:spcPts val="600"/>
              </a:spcBef>
              <a:buSzPct val="90000"/>
              <a:buFont typeface="Arial Narrow" pitchFamily="34" charset="0"/>
              <a:buChar char="◦"/>
              <a:defRPr sz="1800" kern="1200">
                <a:solidFill>
                  <a:schemeClr val="tx1"/>
                </a:solidFill>
                <a:latin typeface="Arial Narrow" pitchFamily="34" charset="0"/>
                <a:ea typeface="+mn-ea"/>
                <a:cs typeface="+mn-cs"/>
              </a:defRPr>
            </a:lvl2pPr>
            <a:lvl3pPr marL="344488" indent="-117475" algn="l" defTabSz="914400" rtl="0" eaLnBrk="1" latinLnBrk="0" hangingPunct="1">
              <a:spcBef>
                <a:spcPts val="600"/>
              </a:spcBef>
              <a:buSzPct val="90000"/>
              <a:buFont typeface="Arial" pitchFamily="34" charset="0"/>
              <a:buChar char="-"/>
              <a:defRPr sz="1800" kern="1200">
                <a:solidFill>
                  <a:schemeClr val="tx1"/>
                </a:solidFill>
                <a:latin typeface="Arial Narrow" pitchFamily="34" charset="0"/>
                <a:ea typeface="+mn-ea"/>
                <a:cs typeface="+mn-cs"/>
              </a:defRPr>
            </a:lvl3pPr>
            <a:lvl4pPr marL="461963" indent="-117475" algn="l" defTabSz="914400" rtl="0" eaLnBrk="1" latinLnBrk="0" hangingPunct="1">
              <a:spcBef>
                <a:spcPts val="600"/>
              </a:spcBef>
              <a:buSzPct val="90000"/>
              <a:buFont typeface="Arial" pitchFamily="34" charset="0"/>
              <a:buChar char="•"/>
              <a:defRPr sz="1600" kern="1200">
                <a:solidFill>
                  <a:schemeClr val="tx1"/>
                </a:solidFill>
                <a:latin typeface="Arial Narrow" pitchFamily="34" charset="0"/>
                <a:ea typeface="+mn-ea"/>
                <a:cs typeface="+mn-cs"/>
              </a:defRPr>
            </a:lvl4pPr>
            <a:lvl5pPr marL="569913" indent="-117475" algn="l" defTabSz="914400" rtl="0" eaLnBrk="1" latinLnBrk="0" hangingPunct="1">
              <a:spcBef>
                <a:spcPts val="600"/>
              </a:spcBef>
              <a:buSzPct val="90000"/>
              <a:buFont typeface="Arial Narrow" pitchFamily="34" charset="0"/>
              <a:buChar char="◦"/>
              <a:defRPr sz="16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lvl="1" indent="0" fontAlgn="auto">
              <a:lnSpc>
                <a:spcPct val="100000"/>
              </a:lnSpc>
              <a:spcAft>
                <a:spcPts val="0"/>
              </a:spcAft>
              <a:buNone/>
            </a:pPr>
            <a:r>
              <a:rPr lang="en-US" sz="1600" b="0" dirty="0">
                <a:solidFill>
                  <a:srgbClr val="4D148C"/>
                </a:solidFill>
                <a:latin typeface="FedEx Sans Medium" panose="020B0703020203020204" pitchFamily="34" charset="0"/>
                <a:ea typeface="FedEx Sans Medium" panose="020B0703020203020204" pitchFamily="34" charset="0"/>
                <a:cs typeface="FedEx Sans Medium" panose="020B0703020203020204" pitchFamily="34" charset="0"/>
              </a:rPr>
              <a:t>Vestibulum </a:t>
            </a:r>
            <a:r>
              <a:rPr lang="en-US" sz="1600" b="0" dirty="0" err="1">
                <a:solidFill>
                  <a:srgbClr val="4D148C"/>
                </a:solidFill>
                <a:latin typeface="FedEx Sans Medium" panose="020B0703020203020204" pitchFamily="34" charset="0"/>
                <a:ea typeface="FedEx Sans Medium" panose="020B0703020203020204" pitchFamily="34" charset="0"/>
                <a:cs typeface="FedEx Sans Medium" panose="020B0703020203020204" pitchFamily="34" charset="0"/>
              </a:rPr>
              <a:t>tortor</a:t>
            </a:r>
            <a:r>
              <a:rPr lang="en-US" sz="1600" b="0" dirty="0">
                <a:solidFill>
                  <a:srgbClr val="4D148C"/>
                </a:solidFill>
                <a:latin typeface="FedEx Sans Medium" panose="020B0703020203020204" pitchFamily="34" charset="0"/>
                <a:ea typeface="FedEx Sans Medium" panose="020B0703020203020204" pitchFamily="34" charset="0"/>
                <a:cs typeface="FedEx Sans Medium" panose="020B0703020203020204" pitchFamily="34" charset="0"/>
              </a:rPr>
              <a:t> </a:t>
            </a:r>
            <a:r>
              <a:rPr lang="en-US" sz="1600" b="0" dirty="0" err="1">
                <a:solidFill>
                  <a:srgbClr val="4D148C"/>
                </a:solidFill>
                <a:latin typeface="FedEx Sans Medium" panose="020B0703020203020204" pitchFamily="34" charset="0"/>
                <a:ea typeface="FedEx Sans Medium" panose="020B0703020203020204" pitchFamily="34" charset="0"/>
                <a:cs typeface="FedEx Sans Medium" panose="020B0703020203020204" pitchFamily="34" charset="0"/>
              </a:rPr>
              <a:t>quam</a:t>
            </a:r>
            <a:endParaRPr lang="en-US" sz="1600" b="0" dirty="0">
              <a:solidFill>
                <a:srgbClr val="4D148C"/>
              </a:solidFill>
              <a:latin typeface="FedEx Sans Medium" panose="020B0703020203020204" pitchFamily="34" charset="0"/>
              <a:ea typeface="FedEx Sans Medium" panose="020B0703020203020204" pitchFamily="34" charset="0"/>
              <a:cs typeface="FedEx Sans Medium" panose="020B0703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vitae,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Eget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tempor</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sit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fontAlgn="auto">
              <a:lnSpc>
                <a:spcPct val="100000"/>
              </a:lnSpc>
              <a:spcAft>
                <a:spcPts val="0"/>
              </a:spcAft>
            </a:pPr>
            <a:endParaRPr lang="en-US" sz="1600" dirty="0">
              <a:latin typeface="+mn-lt"/>
            </a:endParaRPr>
          </a:p>
        </p:txBody>
      </p:sp>
      <p:sp>
        <p:nvSpPr>
          <p:cNvPr id="15" name="Text Placeholder 68">
            <a:extLst>
              <a:ext uri="{FF2B5EF4-FFF2-40B4-BE49-F238E27FC236}">
                <a16:creationId xmlns:a16="http://schemas.microsoft.com/office/drawing/2014/main" id="{2F684310-92B8-314C-B5DE-DCAA92550C8F}"/>
              </a:ext>
            </a:extLst>
          </p:cNvPr>
          <p:cNvSpPr txBox="1">
            <a:spLocks/>
          </p:cNvSpPr>
          <p:nvPr/>
        </p:nvSpPr>
        <p:spPr>
          <a:xfrm>
            <a:off x="7883938" y="1651441"/>
            <a:ext cx="3817344" cy="1615426"/>
          </a:xfrm>
          <a:prstGeom prst="rect">
            <a:avLst/>
          </a:prstGeom>
        </p:spPr>
        <p:txBody>
          <a:bodyPr vert="horz" lIns="0" tIns="0" rIns="91440" bIns="0" rtlCol="0">
            <a:noAutofit/>
          </a:bodyPr>
          <a:lstStyle>
            <a:lvl1pPr marL="117475" indent="-117475" algn="l" defTabSz="914400" rtl="0" eaLnBrk="1" latinLnBrk="0" hangingPunct="1">
              <a:spcBef>
                <a:spcPts val="1200"/>
              </a:spcBef>
              <a:buSzPct val="90000"/>
              <a:buFont typeface="Arial" pitchFamily="34" charset="0"/>
              <a:buChar char="•"/>
              <a:defRPr sz="1800" kern="1200">
                <a:solidFill>
                  <a:schemeClr val="tx1"/>
                </a:solidFill>
                <a:latin typeface="Arial Narrow" pitchFamily="34" charset="0"/>
                <a:ea typeface="+mn-ea"/>
                <a:cs typeface="+mn-cs"/>
              </a:defRPr>
            </a:lvl1pPr>
            <a:lvl2pPr marL="227013" indent="-109538" algn="l" defTabSz="914400" rtl="0" eaLnBrk="1" latinLnBrk="0" hangingPunct="1">
              <a:spcBef>
                <a:spcPts val="600"/>
              </a:spcBef>
              <a:buSzPct val="90000"/>
              <a:buFont typeface="Arial Narrow" pitchFamily="34" charset="0"/>
              <a:buChar char="◦"/>
              <a:defRPr sz="1800" kern="1200">
                <a:solidFill>
                  <a:schemeClr val="tx1"/>
                </a:solidFill>
                <a:latin typeface="Arial Narrow" pitchFamily="34" charset="0"/>
                <a:ea typeface="+mn-ea"/>
                <a:cs typeface="+mn-cs"/>
              </a:defRPr>
            </a:lvl2pPr>
            <a:lvl3pPr marL="344488" indent="-117475" algn="l" defTabSz="914400" rtl="0" eaLnBrk="1" latinLnBrk="0" hangingPunct="1">
              <a:spcBef>
                <a:spcPts val="600"/>
              </a:spcBef>
              <a:buSzPct val="90000"/>
              <a:buFont typeface="Arial" pitchFamily="34" charset="0"/>
              <a:buChar char="-"/>
              <a:defRPr sz="1800" kern="1200">
                <a:solidFill>
                  <a:schemeClr val="tx1"/>
                </a:solidFill>
                <a:latin typeface="Arial Narrow" pitchFamily="34" charset="0"/>
                <a:ea typeface="+mn-ea"/>
                <a:cs typeface="+mn-cs"/>
              </a:defRPr>
            </a:lvl3pPr>
            <a:lvl4pPr marL="461963" indent="-117475" algn="l" defTabSz="914400" rtl="0" eaLnBrk="1" latinLnBrk="0" hangingPunct="1">
              <a:spcBef>
                <a:spcPts val="600"/>
              </a:spcBef>
              <a:buSzPct val="90000"/>
              <a:buFont typeface="Arial" pitchFamily="34" charset="0"/>
              <a:buChar char="•"/>
              <a:defRPr sz="1600" kern="1200">
                <a:solidFill>
                  <a:schemeClr val="tx1"/>
                </a:solidFill>
                <a:latin typeface="Arial Narrow" pitchFamily="34" charset="0"/>
                <a:ea typeface="+mn-ea"/>
                <a:cs typeface="+mn-cs"/>
              </a:defRPr>
            </a:lvl4pPr>
            <a:lvl5pPr marL="569913" indent="-117475" algn="l" defTabSz="914400" rtl="0" eaLnBrk="1" latinLnBrk="0" hangingPunct="1">
              <a:spcBef>
                <a:spcPts val="600"/>
              </a:spcBef>
              <a:buSzPct val="90000"/>
              <a:buFont typeface="Arial Narrow" pitchFamily="34" charset="0"/>
              <a:buChar char="◦"/>
              <a:defRPr sz="16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lvl="1" indent="0" fontAlgn="auto">
              <a:lnSpc>
                <a:spcPct val="100000"/>
              </a:lnSpc>
              <a:spcAft>
                <a:spcPts val="0"/>
              </a:spcAft>
              <a:buNone/>
            </a:pPr>
            <a:r>
              <a:rPr lang="en-US" sz="1600" b="0" dirty="0">
                <a:solidFill>
                  <a:srgbClr val="FF6200"/>
                </a:solidFill>
                <a:latin typeface="FedEx Sans Medium" panose="020B0703020203020204" pitchFamily="34" charset="0"/>
                <a:ea typeface="FedEx Sans Medium" panose="020B0703020203020204" pitchFamily="34" charset="0"/>
                <a:cs typeface="FedEx Sans Medium" panose="020B0703020203020204" pitchFamily="34" charset="0"/>
              </a:rPr>
              <a:t>Vestibulum </a:t>
            </a:r>
            <a:r>
              <a:rPr lang="en-US" sz="1600" b="0" dirty="0" err="1">
                <a:solidFill>
                  <a:srgbClr val="FF6200"/>
                </a:solidFill>
                <a:latin typeface="FedEx Sans Medium" panose="020B0703020203020204" pitchFamily="34" charset="0"/>
                <a:ea typeface="FedEx Sans Medium" panose="020B0703020203020204" pitchFamily="34" charset="0"/>
                <a:cs typeface="FedEx Sans Medium" panose="020B0703020203020204" pitchFamily="34" charset="0"/>
              </a:rPr>
              <a:t>tortor</a:t>
            </a:r>
            <a:r>
              <a:rPr lang="en-US" sz="1600" b="0" dirty="0">
                <a:solidFill>
                  <a:srgbClr val="FF6200"/>
                </a:solidFill>
                <a:latin typeface="FedEx Sans Medium" panose="020B0703020203020204" pitchFamily="34" charset="0"/>
                <a:ea typeface="FedEx Sans Medium" panose="020B0703020203020204" pitchFamily="34" charset="0"/>
                <a:cs typeface="FedEx Sans Medium" panose="020B0703020203020204" pitchFamily="34" charset="0"/>
              </a:rPr>
              <a:t> </a:t>
            </a:r>
            <a:r>
              <a:rPr lang="en-US" sz="1600" b="0" dirty="0" err="1">
                <a:solidFill>
                  <a:srgbClr val="FF6200"/>
                </a:solidFill>
                <a:latin typeface="FedEx Sans Medium" panose="020B0703020203020204" pitchFamily="34" charset="0"/>
                <a:ea typeface="FedEx Sans Medium" panose="020B0703020203020204" pitchFamily="34" charset="0"/>
                <a:cs typeface="FedEx Sans Medium" panose="020B0703020203020204" pitchFamily="34" charset="0"/>
              </a:rPr>
              <a:t>quam</a:t>
            </a:r>
            <a:endParaRPr lang="en-US" sz="1600" b="0" dirty="0">
              <a:solidFill>
                <a:srgbClr val="FF6200"/>
              </a:solidFill>
              <a:latin typeface="FedEx Sans Medium" panose="020B0703020203020204" pitchFamily="34" charset="0"/>
              <a:ea typeface="FedEx Sans Medium" panose="020B0703020203020204" pitchFamily="34" charset="0"/>
              <a:cs typeface="FedEx Sans Medium" panose="020B0703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vitae,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Eget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tempor</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sit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fontAlgn="auto">
              <a:lnSpc>
                <a:spcPct val="100000"/>
              </a:lnSpc>
              <a:spcAft>
                <a:spcPts val="0"/>
              </a:spcAft>
            </a:pPr>
            <a:endParaRPr lang="en-US" sz="1600" dirty="0">
              <a:solidFill>
                <a:schemeClr val="accent3"/>
              </a:solidFill>
              <a:latin typeface="+mn-lt"/>
            </a:endParaRPr>
          </a:p>
        </p:txBody>
      </p:sp>
      <p:sp>
        <p:nvSpPr>
          <p:cNvPr id="16" name="Text Placeholder 69">
            <a:extLst>
              <a:ext uri="{FF2B5EF4-FFF2-40B4-BE49-F238E27FC236}">
                <a16:creationId xmlns:a16="http://schemas.microsoft.com/office/drawing/2014/main" id="{C41C7610-3F11-8A49-ADC3-7C39C72765E6}"/>
              </a:ext>
            </a:extLst>
          </p:cNvPr>
          <p:cNvSpPr txBox="1">
            <a:spLocks/>
          </p:cNvSpPr>
          <p:nvPr/>
        </p:nvSpPr>
        <p:spPr>
          <a:xfrm>
            <a:off x="4976569" y="1651441"/>
            <a:ext cx="2678257" cy="1615426"/>
          </a:xfrm>
          <a:prstGeom prst="rect">
            <a:avLst/>
          </a:prstGeom>
        </p:spPr>
        <p:txBody>
          <a:bodyPr vert="horz" lIns="0" tIns="0" rIns="91440" bIns="0" rtlCol="0">
            <a:noAutofit/>
          </a:bodyPr>
          <a:lstStyle>
            <a:lvl1pPr marL="117475" indent="-117475" algn="l" defTabSz="914400" rtl="0" eaLnBrk="1" latinLnBrk="0" hangingPunct="1">
              <a:spcBef>
                <a:spcPts val="1200"/>
              </a:spcBef>
              <a:buSzPct val="90000"/>
              <a:buFont typeface="Arial" pitchFamily="34" charset="0"/>
              <a:buChar char="•"/>
              <a:defRPr sz="1800" kern="1200">
                <a:solidFill>
                  <a:schemeClr val="tx1"/>
                </a:solidFill>
                <a:latin typeface="Arial Narrow" pitchFamily="34" charset="0"/>
                <a:ea typeface="+mn-ea"/>
                <a:cs typeface="+mn-cs"/>
              </a:defRPr>
            </a:lvl1pPr>
            <a:lvl2pPr marL="227013" indent="-109538" algn="l" defTabSz="914400" rtl="0" eaLnBrk="1" latinLnBrk="0" hangingPunct="1">
              <a:spcBef>
                <a:spcPts val="600"/>
              </a:spcBef>
              <a:buSzPct val="90000"/>
              <a:buFont typeface="Arial Narrow" pitchFamily="34" charset="0"/>
              <a:buChar char="◦"/>
              <a:defRPr sz="1800" kern="1200">
                <a:solidFill>
                  <a:schemeClr val="tx1"/>
                </a:solidFill>
                <a:latin typeface="Arial Narrow" pitchFamily="34" charset="0"/>
                <a:ea typeface="+mn-ea"/>
                <a:cs typeface="+mn-cs"/>
              </a:defRPr>
            </a:lvl2pPr>
            <a:lvl3pPr marL="344488" indent="-117475" algn="l" defTabSz="914400" rtl="0" eaLnBrk="1" latinLnBrk="0" hangingPunct="1">
              <a:spcBef>
                <a:spcPts val="600"/>
              </a:spcBef>
              <a:buSzPct val="90000"/>
              <a:buFont typeface="Arial" pitchFamily="34" charset="0"/>
              <a:buChar char="-"/>
              <a:defRPr sz="1800" kern="1200">
                <a:solidFill>
                  <a:schemeClr val="tx1"/>
                </a:solidFill>
                <a:latin typeface="Arial Narrow" pitchFamily="34" charset="0"/>
                <a:ea typeface="+mn-ea"/>
                <a:cs typeface="+mn-cs"/>
              </a:defRPr>
            </a:lvl3pPr>
            <a:lvl4pPr marL="461963" indent="-117475" algn="l" defTabSz="914400" rtl="0" eaLnBrk="1" latinLnBrk="0" hangingPunct="1">
              <a:spcBef>
                <a:spcPts val="600"/>
              </a:spcBef>
              <a:buSzPct val="90000"/>
              <a:buFont typeface="Arial" pitchFamily="34" charset="0"/>
              <a:buChar char="•"/>
              <a:defRPr sz="1600" kern="1200">
                <a:solidFill>
                  <a:schemeClr val="tx1"/>
                </a:solidFill>
                <a:latin typeface="Arial Narrow" pitchFamily="34" charset="0"/>
                <a:ea typeface="+mn-ea"/>
                <a:cs typeface="+mn-cs"/>
              </a:defRPr>
            </a:lvl4pPr>
            <a:lvl5pPr marL="569913" indent="-117475" algn="l" defTabSz="914400" rtl="0" eaLnBrk="1" latinLnBrk="0" hangingPunct="1">
              <a:spcBef>
                <a:spcPts val="600"/>
              </a:spcBef>
              <a:buSzPct val="90000"/>
              <a:buFont typeface="Arial Narrow" pitchFamily="34" charset="0"/>
              <a:buChar char="◦"/>
              <a:defRPr sz="16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lvl="1" indent="0" fontAlgn="auto">
              <a:lnSpc>
                <a:spcPct val="100000"/>
              </a:lnSpc>
              <a:spcAft>
                <a:spcPts val="0"/>
              </a:spcAft>
              <a:buNone/>
            </a:pPr>
            <a:r>
              <a:rPr lang="en-US" sz="1600" b="0" dirty="0">
                <a:solidFill>
                  <a:srgbClr val="932DA2"/>
                </a:solidFill>
                <a:latin typeface="FedEx Sans Medium" panose="020B0703020203020204" pitchFamily="34" charset="0"/>
                <a:ea typeface="FedEx Sans Medium" panose="020B0703020203020204" pitchFamily="34" charset="0"/>
                <a:cs typeface="FedEx Sans Medium" panose="020B0703020203020204" pitchFamily="34" charset="0"/>
              </a:rPr>
              <a:t>Vestibulum </a:t>
            </a:r>
            <a:r>
              <a:rPr lang="en-US" sz="1600" b="0" dirty="0" err="1">
                <a:solidFill>
                  <a:srgbClr val="932DA2"/>
                </a:solidFill>
                <a:latin typeface="FedEx Sans Medium" panose="020B0703020203020204" pitchFamily="34" charset="0"/>
                <a:ea typeface="FedEx Sans Medium" panose="020B0703020203020204" pitchFamily="34" charset="0"/>
                <a:cs typeface="FedEx Sans Medium" panose="020B0703020203020204" pitchFamily="34" charset="0"/>
              </a:rPr>
              <a:t>tortor</a:t>
            </a:r>
            <a:r>
              <a:rPr lang="en-US" sz="1600" b="0" dirty="0">
                <a:solidFill>
                  <a:srgbClr val="932DA2"/>
                </a:solidFill>
                <a:latin typeface="FedEx Sans Medium" panose="020B0703020203020204" pitchFamily="34" charset="0"/>
                <a:ea typeface="FedEx Sans Medium" panose="020B0703020203020204" pitchFamily="34" charset="0"/>
                <a:cs typeface="FedEx Sans Medium" panose="020B0703020203020204" pitchFamily="34" charset="0"/>
              </a:rPr>
              <a:t> </a:t>
            </a:r>
            <a:r>
              <a:rPr lang="en-US" sz="1600" b="0" dirty="0" err="1">
                <a:solidFill>
                  <a:srgbClr val="932DA2"/>
                </a:solidFill>
                <a:latin typeface="FedEx Sans Medium" panose="020B0703020203020204" pitchFamily="34" charset="0"/>
                <a:ea typeface="FedEx Sans Medium" panose="020B0703020203020204" pitchFamily="34" charset="0"/>
                <a:cs typeface="FedEx Sans Medium" panose="020B0703020203020204" pitchFamily="34" charset="0"/>
              </a:rPr>
              <a:t>quam</a:t>
            </a:r>
            <a:endParaRPr lang="en-US" sz="1600" b="0" dirty="0">
              <a:solidFill>
                <a:srgbClr val="932DA2"/>
              </a:solidFill>
              <a:latin typeface="FedEx Sans Medium" panose="020B0703020203020204" pitchFamily="34" charset="0"/>
              <a:ea typeface="FedEx Sans Medium" panose="020B0703020203020204" pitchFamily="34" charset="0"/>
              <a:cs typeface="FedEx Sans Medium" panose="020B0703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vitae,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Eget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tempor</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sit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fontAlgn="auto">
              <a:lnSpc>
                <a:spcPct val="100000"/>
              </a:lnSpc>
              <a:spcAft>
                <a:spcPts val="0"/>
              </a:spcAft>
            </a:pPr>
            <a:endParaRPr lang="en-US" sz="1600" dirty="0">
              <a:latin typeface="+mn-lt"/>
            </a:endParaRPr>
          </a:p>
        </p:txBody>
      </p:sp>
      <p:sp>
        <p:nvSpPr>
          <p:cNvPr id="21" name="Text Placeholder 70">
            <a:extLst>
              <a:ext uri="{FF2B5EF4-FFF2-40B4-BE49-F238E27FC236}">
                <a16:creationId xmlns:a16="http://schemas.microsoft.com/office/drawing/2014/main" id="{3D49DBC3-CF98-2044-BA61-A1563E3BE829}"/>
              </a:ext>
            </a:extLst>
          </p:cNvPr>
          <p:cNvSpPr txBox="1">
            <a:spLocks/>
          </p:cNvSpPr>
          <p:nvPr/>
        </p:nvSpPr>
        <p:spPr>
          <a:xfrm>
            <a:off x="3369205" y="4780603"/>
            <a:ext cx="2770334" cy="1683607"/>
          </a:xfrm>
          <a:prstGeom prst="rect">
            <a:avLst/>
          </a:prstGeom>
        </p:spPr>
        <p:txBody>
          <a:bodyPr vert="horz" lIns="0" tIns="0" rIns="91440" bIns="0" rtlCol="0">
            <a:noAutofit/>
          </a:bodyPr>
          <a:lstStyle>
            <a:lvl1pPr marL="117475" indent="-117475" algn="l" defTabSz="914400" rtl="0" eaLnBrk="1" latinLnBrk="0" hangingPunct="1">
              <a:spcBef>
                <a:spcPts val="1200"/>
              </a:spcBef>
              <a:buSzPct val="90000"/>
              <a:buFont typeface="Arial" pitchFamily="34" charset="0"/>
              <a:buChar char="•"/>
              <a:defRPr sz="1800" kern="1200">
                <a:solidFill>
                  <a:schemeClr val="tx1"/>
                </a:solidFill>
                <a:latin typeface="Arial Narrow" pitchFamily="34" charset="0"/>
                <a:ea typeface="+mn-ea"/>
                <a:cs typeface="+mn-cs"/>
              </a:defRPr>
            </a:lvl1pPr>
            <a:lvl2pPr marL="227013" indent="-109538" algn="l" defTabSz="914400" rtl="0" eaLnBrk="1" latinLnBrk="0" hangingPunct="1">
              <a:spcBef>
                <a:spcPts val="600"/>
              </a:spcBef>
              <a:buSzPct val="90000"/>
              <a:buFont typeface="Arial Narrow" pitchFamily="34" charset="0"/>
              <a:buChar char="◦"/>
              <a:defRPr sz="1800" kern="1200">
                <a:solidFill>
                  <a:schemeClr val="tx1"/>
                </a:solidFill>
                <a:latin typeface="Arial Narrow" pitchFamily="34" charset="0"/>
                <a:ea typeface="+mn-ea"/>
                <a:cs typeface="+mn-cs"/>
              </a:defRPr>
            </a:lvl2pPr>
            <a:lvl3pPr marL="344488" indent="-117475" algn="l" defTabSz="914400" rtl="0" eaLnBrk="1" latinLnBrk="0" hangingPunct="1">
              <a:spcBef>
                <a:spcPts val="600"/>
              </a:spcBef>
              <a:buSzPct val="90000"/>
              <a:buFont typeface="Arial" pitchFamily="34" charset="0"/>
              <a:buChar char="-"/>
              <a:defRPr sz="1800" kern="1200">
                <a:solidFill>
                  <a:schemeClr val="tx1"/>
                </a:solidFill>
                <a:latin typeface="Arial Narrow" pitchFamily="34" charset="0"/>
                <a:ea typeface="+mn-ea"/>
                <a:cs typeface="+mn-cs"/>
              </a:defRPr>
            </a:lvl3pPr>
            <a:lvl4pPr marL="461963" indent="-117475" algn="l" defTabSz="914400" rtl="0" eaLnBrk="1" latinLnBrk="0" hangingPunct="1">
              <a:spcBef>
                <a:spcPts val="600"/>
              </a:spcBef>
              <a:buSzPct val="90000"/>
              <a:buFont typeface="Arial" pitchFamily="34" charset="0"/>
              <a:buChar char="•"/>
              <a:defRPr sz="1600" kern="1200">
                <a:solidFill>
                  <a:schemeClr val="tx1"/>
                </a:solidFill>
                <a:latin typeface="Arial Narrow" pitchFamily="34" charset="0"/>
                <a:ea typeface="+mn-ea"/>
                <a:cs typeface="+mn-cs"/>
              </a:defRPr>
            </a:lvl4pPr>
            <a:lvl5pPr marL="569913" indent="-117475" algn="l" defTabSz="914400" rtl="0" eaLnBrk="1" latinLnBrk="0" hangingPunct="1">
              <a:spcBef>
                <a:spcPts val="600"/>
              </a:spcBef>
              <a:buSzPct val="90000"/>
              <a:buFont typeface="Arial Narrow" pitchFamily="34" charset="0"/>
              <a:buChar char="◦"/>
              <a:defRPr sz="16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lvl="1" indent="0" fontAlgn="auto">
              <a:lnSpc>
                <a:spcPct val="100000"/>
              </a:lnSpc>
              <a:spcAft>
                <a:spcPts val="0"/>
              </a:spcAft>
              <a:buNone/>
            </a:pPr>
            <a:r>
              <a:rPr lang="en-US" sz="1600" b="0" dirty="0">
                <a:solidFill>
                  <a:srgbClr val="7D22C3"/>
                </a:solidFill>
                <a:latin typeface="FedEx Sans Medium" panose="020B0703020203020204" pitchFamily="34" charset="0"/>
                <a:ea typeface="FedEx Sans Medium" panose="020B0703020203020204" pitchFamily="34" charset="0"/>
                <a:cs typeface="FedEx Sans Medium" panose="020B0703020203020204" pitchFamily="34" charset="0"/>
              </a:rPr>
              <a:t>Vestibulum </a:t>
            </a:r>
            <a:r>
              <a:rPr lang="en-US" sz="1600" b="0" dirty="0" err="1">
                <a:solidFill>
                  <a:srgbClr val="7D22C3"/>
                </a:solidFill>
                <a:latin typeface="FedEx Sans Medium" panose="020B0703020203020204" pitchFamily="34" charset="0"/>
                <a:ea typeface="FedEx Sans Medium" panose="020B0703020203020204" pitchFamily="34" charset="0"/>
                <a:cs typeface="FedEx Sans Medium" panose="020B0703020203020204" pitchFamily="34" charset="0"/>
              </a:rPr>
              <a:t>tortor</a:t>
            </a:r>
            <a:r>
              <a:rPr lang="en-US" sz="1600" b="0" dirty="0">
                <a:solidFill>
                  <a:srgbClr val="7D22C3"/>
                </a:solidFill>
                <a:latin typeface="FedEx Sans Medium" panose="020B0703020203020204" pitchFamily="34" charset="0"/>
                <a:ea typeface="FedEx Sans Medium" panose="020B0703020203020204" pitchFamily="34" charset="0"/>
                <a:cs typeface="FedEx Sans Medium" panose="020B0703020203020204" pitchFamily="34" charset="0"/>
              </a:rPr>
              <a:t> </a:t>
            </a:r>
            <a:r>
              <a:rPr lang="en-US" sz="1600" b="0" dirty="0" err="1">
                <a:solidFill>
                  <a:srgbClr val="7D22C3"/>
                </a:solidFill>
                <a:latin typeface="FedEx Sans Medium" panose="020B0703020203020204" pitchFamily="34" charset="0"/>
                <a:ea typeface="FedEx Sans Medium" panose="020B0703020203020204" pitchFamily="34" charset="0"/>
                <a:cs typeface="FedEx Sans Medium" panose="020B0703020203020204" pitchFamily="34" charset="0"/>
              </a:rPr>
              <a:t>quam</a:t>
            </a:r>
            <a:endParaRPr lang="en-US" sz="1600" b="0" dirty="0">
              <a:solidFill>
                <a:srgbClr val="7D22C3"/>
              </a:solidFill>
              <a:latin typeface="FedEx Sans Medium" panose="020B0703020203020204" pitchFamily="34" charset="0"/>
              <a:ea typeface="FedEx Sans Medium" panose="020B0703020203020204" pitchFamily="34" charset="0"/>
              <a:cs typeface="FedEx Sans Medium" panose="020B0703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vitae,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Eget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tempor</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sit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sp>
        <p:nvSpPr>
          <p:cNvPr id="22" name="Text Placeholder 71">
            <a:extLst>
              <a:ext uri="{FF2B5EF4-FFF2-40B4-BE49-F238E27FC236}">
                <a16:creationId xmlns:a16="http://schemas.microsoft.com/office/drawing/2014/main" id="{B02935B9-AA87-6047-B2CE-182CD95ACFCD}"/>
              </a:ext>
            </a:extLst>
          </p:cNvPr>
          <p:cNvSpPr txBox="1">
            <a:spLocks/>
          </p:cNvSpPr>
          <p:nvPr/>
        </p:nvSpPr>
        <p:spPr>
          <a:xfrm>
            <a:off x="6378060" y="4787357"/>
            <a:ext cx="3817344" cy="1664359"/>
          </a:xfrm>
          <a:prstGeom prst="rect">
            <a:avLst/>
          </a:prstGeom>
        </p:spPr>
        <p:txBody>
          <a:bodyPr vert="horz" lIns="0" tIns="0" rIns="91440" bIns="0" rtlCol="0">
            <a:noAutofit/>
          </a:bodyPr>
          <a:lstStyle>
            <a:lvl1pPr marL="117475" indent="-117475" algn="l" defTabSz="914400" rtl="0" eaLnBrk="1" latinLnBrk="0" hangingPunct="1">
              <a:spcBef>
                <a:spcPts val="1200"/>
              </a:spcBef>
              <a:buSzPct val="90000"/>
              <a:buFont typeface="Arial" pitchFamily="34" charset="0"/>
              <a:buChar char="•"/>
              <a:defRPr sz="1800" kern="1200">
                <a:solidFill>
                  <a:schemeClr val="tx1"/>
                </a:solidFill>
                <a:latin typeface="Arial Narrow" pitchFamily="34" charset="0"/>
                <a:ea typeface="+mn-ea"/>
                <a:cs typeface="+mn-cs"/>
              </a:defRPr>
            </a:lvl1pPr>
            <a:lvl2pPr marL="227013" indent="-109538" algn="l" defTabSz="914400" rtl="0" eaLnBrk="1" latinLnBrk="0" hangingPunct="1">
              <a:spcBef>
                <a:spcPts val="600"/>
              </a:spcBef>
              <a:buSzPct val="90000"/>
              <a:buFont typeface="Arial Narrow" pitchFamily="34" charset="0"/>
              <a:buChar char="◦"/>
              <a:defRPr sz="1800" kern="1200">
                <a:solidFill>
                  <a:schemeClr val="tx1"/>
                </a:solidFill>
                <a:latin typeface="Arial Narrow" pitchFamily="34" charset="0"/>
                <a:ea typeface="+mn-ea"/>
                <a:cs typeface="+mn-cs"/>
              </a:defRPr>
            </a:lvl2pPr>
            <a:lvl3pPr marL="344488" indent="-117475" algn="l" defTabSz="914400" rtl="0" eaLnBrk="1" latinLnBrk="0" hangingPunct="1">
              <a:spcBef>
                <a:spcPts val="600"/>
              </a:spcBef>
              <a:buSzPct val="90000"/>
              <a:buFont typeface="Arial" pitchFamily="34" charset="0"/>
              <a:buChar char="-"/>
              <a:defRPr sz="1800" kern="1200">
                <a:solidFill>
                  <a:schemeClr val="tx1"/>
                </a:solidFill>
                <a:latin typeface="Arial Narrow" pitchFamily="34" charset="0"/>
                <a:ea typeface="+mn-ea"/>
                <a:cs typeface="+mn-cs"/>
              </a:defRPr>
            </a:lvl3pPr>
            <a:lvl4pPr marL="461963" indent="-117475" algn="l" defTabSz="914400" rtl="0" eaLnBrk="1" latinLnBrk="0" hangingPunct="1">
              <a:spcBef>
                <a:spcPts val="600"/>
              </a:spcBef>
              <a:buSzPct val="90000"/>
              <a:buFont typeface="Arial" pitchFamily="34" charset="0"/>
              <a:buChar char="•"/>
              <a:defRPr sz="1600" kern="1200">
                <a:solidFill>
                  <a:schemeClr val="tx1"/>
                </a:solidFill>
                <a:latin typeface="Arial Narrow" pitchFamily="34" charset="0"/>
                <a:ea typeface="+mn-ea"/>
                <a:cs typeface="+mn-cs"/>
              </a:defRPr>
            </a:lvl4pPr>
            <a:lvl5pPr marL="569913" indent="-117475" algn="l" defTabSz="914400" rtl="0" eaLnBrk="1" latinLnBrk="0" hangingPunct="1">
              <a:spcBef>
                <a:spcPts val="600"/>
              </a:spcBef>
              <a:buSzPct val="90000"/>
              <a:buFont typeface="Arial Narrow" pitchFamily="34" charset="0"/>
              <a:buChar char="◦"/>
              <a:defRPr sz="16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09538" lvl="1" indent="0" fontAlgn="auto">
              <a:lnSpc>
                <a:spcPct val="100000"/>
              </a:lnSpc>
              <a:spcAft>
                <a:spcPts val="0"/>
              </a:spcAft>
              <a:buNone/>
            </a:pPr>
            <a:r>
              <a:rPr lang="en-US" sz="1600" b="0" dirty="0">
                <a:solidFill>
                  <a:srgbClr val="B83F6A"/>
                </a:solidFill>
                <a:latin typeface="FedEx Sans Medium" panose="020B0703020203020204" pitchFamily="34" charset="0"/>
                <a:ea typeface="FedEx Sans Medium" panose="020B0703020203020204" pitchFamily="34" charset="0"/>
                <a:cs typeface="FedEx Sans Medium" panose="020B0703020203020204" pitchFamily="34" charset="0"/>
              </a:rPr>
              <a:t>Vestibulum </a:t>
            </a:r>
            <a:r>
              <a:rPr lang="en-US" sz="1600" b="0" dirty="0" err="1">
                <a:solidFill>
                  <a:srgbClr val="B83F6A"/>
                </a:solidFill>
                <a:latin typeface="FedEx Sans Medium" panose="020B0703020203020204" pitchFamily="34" charset="0"/>
                <a:ea typeface="FedEx Sans Medium" panose="020B0703020203020204" pitchFamily="34" charset="0"/>
                <a:cs typeface="FedEx Sans Medium" panose="020B0703020203020204" pitchFamily="34" charset="0"/>
              </a:rPr>
              <a:t>tortor</a:t>
            </a:r>
            <a:r>
              <a:rPr lang="en-US" sz="1600" b="0" dirty="0">
                <a:solidFill>
                  <a:srgbClr val="B83F6A"/>
                </a:solidFill>
                <a:latin typeface="FedEx Sans Medium" panose="020B0703020203020204" pitchFamily="34" charset="0"/>
                <a:ea typeface="FedEx Sans Medium" panose="020B0703020203020204" pitchFamily="34" charset="0"/>
                <a:cs typeface="FedEx Sans Medium" panose="020B0703020203020204" pitchFamily="34" charset="0"/>
              </a:rPr>
              <a:t> </a:t>
            </a:r>
            <a:r>
              <a:rPr lang="en-US" sz="1600" b="0" dirty="0" err="1">
                <a:solidFill>
                  <a:srgbClr val="B83F6A"/>
                </a:solidFill>
                <a:latin typeface="FedEx Sans Medium" panose="020B0703020203020204" pitchFamily="34" charset="0"/>
                <a:ea typeface="FedEx Sans Medium" panose="020B0703020203020204" pitchFamily="34" charset="0"/>
                <a:cs typeface="FedEx Sans Medium" panose="020B0703020203020204" pitchFamily="34" charset="0"/>
              </a:rPr>
              <a:t>quam</a:t>
            </a:r>
            <a:endParaRPr lang="en-US" sz="1600" b="0" dirty="0">
              <a:solidFill>
                <a:srgbClr val="B83F6A"/>
              </a:solidFill>
              <a:latin typeface="FedEx Sans Medium" panose="020B0703020203020204" pitchFamily="34" charset="0"/>
              <a:ea typeface="FedEx Sans Medium" panose="020B0703020203020204" pitchFamily="34" charset="0"/>
              <a:cs typeface="FedEx Sans Medium" panose="020B0703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vitae,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ultricies</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p>
            <a:pPr marL="395288" lvl="1" indent="-285750" fontAlgn="auto">
              <a:lnSpc>
                <a:spcPct val="100000"/>
              </a:lnSpc>
              <a:spcAft>
                <a:spcPts val="0"/>
              </a:spcAft>
              <a:buFont typeface="Arial" panose="020B0604020202020204" pitchFamily="34" charset="0"/>
              <a:buChar char="•"/>
            </a:pP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Eget</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tempor</a:t>
            </a:r>
            <a:r>
              <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rPr>
              <a:t> sit </a:t>
            </a:r>
            <a:r>
              <a:rPr lang="en-US" sz="1600" b="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600" b="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graphicFrame>
        <p:nvGraphicFramePr>
          <p:cNvPr id="25" name="Diagram 24">
            <a:extLst>
              <a:ext uri="{FF2B5EF4-FFF2-40B4-BE49-F238E27FC236}">
                <a16:creationId xmlns:a16="http://schemas.microsoft.com/office/drawing/2014/main" id="{87A0A844-DE0B-A343-A5AE-1DBEDC9EB538}"/>
              </a:ext>
            </a:extLst>
          </p:cNvPr>
          <p:cNvGraphicFramePr/>
          <p:nvPr>
            <p:extLst>
              <p:ext uri="{D42A27DB-BD31-4B8C-83A1-F6EECF244321}">
                <p14:modId xmlns:p14="http://schemas.microsoft.com/office/powerpoint/2010/main" val="3610080717"/>
              </p:ext>
            </p:extLst>
          </p:nvPr>
        </p:nvGraphicFramePr>
        <p:xfrm>
          <a:off x="1633687" y="2996407"/>
          <a:ext cx="7860729" cy="141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0" name="Straight Connector 29">
            <a:extLst>
              <a:ext uri="{FF2B5EF4-FFF2-40B4-BE49-F238E27FC236}">
                <a16:creationId xmlns:a16="http://schemas.microsoft.com/office/drawing/2014/main" id="{3E31D9DC-2F1D-5940-97D7-5299861C6114}"/>
              </a:ext>
            </a:extLst>
          </p:cNvPr>
          <p:cNvCxnSpPr/>
          <p:nvPr/>
        </p:nvCxnSpPr>
        <p:spPr bwMode="auto">
          <a:xfrm rot="5400000">
            <a:off x="921378" y="2518996"/>
            <a:ext cx="1636839" cy="0"/>
          </a:xfrm>
          <a:prstGeom prst="line">
            <a:avLst/>
          </a:prstGeom>
          <a:solidFill>
            <a:schemeClr val="accent2"/>
          </a:solidFill>
          <a:ln w="12700" cap="sq" cmpd="sng" algn="ctr">
            <a:solidFill>
              <a:srgbClr val="4D148C"/>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E44B194A-D7F5-624E-ADA9-1F97532884FB}"/>
              </a:ext>
            </a:extLst>
          </p:cNvPr>
          <p:cNvCxnSpPr/>
          <p:nvPr/>
        </p:nvCxnSpPr>
        <p:spPr bwMode="auto">
          <a:xfrm rot="5400000">
            <a:off x="3940824" y="2518996"/>
            <a:ext cx="1636839" cy="0"/>
          </a:xfrm>
          <a:prstGeom prst="line">
            <a:avLst/>
          </a:prstGeom>
          <a:solidFill>
            <a:schemeClr val="accent2"/>
          </a:solidFill>
          <a:ln w="12700" cap="sq" cmpd="sng" algn="ctr">
            <a:solidFill>
              <a:srgbClr val="932DA2"/>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A829D02C-6275-4B43-846F-A5863BAFEB4D}"/>
              </a:ext>
            </a:extLst>
          </p:cNvPr>
          <p:cNvCxnSpPr>
            <a:cxnSpLocks/>
          </p:cNvCxnSpPr>
          <p:nvPr/>
        </p:nvCxnSpPr>
        <p:spPr bwMode="auto">
          <a:xfrm rot="5400000">
            <a:off x="6935274" y="2518996"/>
            <a:ext cx="1636839" cy="0"/>
          </a:xfrm>
          <a:prstGeom prst="line">
            <a:avLst/>
          </a:prstGeom>
          <a:solidFill>
            <a:schemeClr val="accent2"/>
          </a:solidFill>
          <a:ln w="12700" cap="sq" cmpd="sng" algn="ctr">
            <a:solidFill>
              <a:srgbClr val="FF6200"/>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82DFB3DC-A6F8-C34E-8351-9BD7ED6BF98E}"/>
              </a:ext>
            </a:extLst>
          </p:cNvPr>
          <p:cNvCxnSpPr>
            <a:cxnSpLocks/>
          </p:cNvCxnSpPr>
          <p:nvPr/>
        </p:nvCxnSpPr>
        <p:spPr bwMode="auto">
          <a:xfrm>
            <a:off x="3271413" y="4050610"/>
            <a:ext cx="0" cy="1858982"/>
          </a:xfrm>
          <a:prstGeom prst="line">
            <a:avLst/>
          </a:prstGeom>
          <a:solidFill>
            <a:schemeClr val="accent2"/>
          </a:solidFill>
          <a:ln w="12700" cap="sq" cmpd="sng" algn="ctr">
            <a:solidFill>
              <a:srgbClr val="7D22C3"/>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9952717A-A49E-784F-B63F-9770A03554AC}"/>
              </a:ext>
            </a:extLst>
          </p:cNvPr>
          <p:cNvCxnSpPr>
            <a:cxnSpLocks/>
          </p:cNvCxnSpPr>
          <p:nvPr/>
        </p:nvCxnSpPr>
        <p:spPr bwMode="auto">
          <a:xfrm>
            <a:off x="6268843" y="4050610"/>
            <a:ext cx="0" cy="1858982"/>
          </a:xfrm>
          <a:prstGeom prst="line">
            <a:avLst/>
          </a:prstGeom>
          <a:solidFill>
            <a:schemeClr val="accent2"/>
          </a:solidFill>
          <a:ln w="12700" cap="sq" cmpd="sng" algn="ctr">
            <a:solidFill>
              <a:srgbClr val="C74755"/>
            </a:solidFill>
            <a:prstDash val="solid"/>
            <a:round/>
            <a:headEnd type="none" w="med" len="med"/>
            <a:tailEnd type="none" w="med" len="med"/>
          </a:ln>
          <a:effectLst/>
        </p:spPr>
      </p:cxnSp>
      <p:sp>
        <p:nvSpPr>
          <p:cNvPr id="17" name="TextBox 16">
            <a:extLst>
              <a:ext uri="{FF2B5EF4-FFF2-40B4-BE49-F238E27FC236}">
                <a16:creationId xmlns:a16="http://schemas.microsoft.com/office/drawing/2014/main" id="{35B238A1-3558-4322-8690-875871ECEA05}"/>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19" name="Footer Placeholder 2">
            <a:extLst>
              <a:ext uri="{FF2B5EF4-FFF2-40B4-BE49-F238E27FC236}">
                <a16:creationId xmlns:a16="http://schemas.microsoft.com/office/drawing/2014/main" id="{B98A2D5C-1BBE-432E-A780-B43409153358}"/>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3673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13"/>
          <p:cNvSpPr>
            <a:spLocks noGrp="1"/>
          </p:cNvSpPr>
          <p:nvPr>
            <p:ph type="sldNum" sz="quarter" idx="12"/>
          </p:nvPr>
        </p:nvSpPr>
        <p:spPr>
          <a:xfrm>
            <a:off x="11518116"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13</a:t>
            </a:fld>
            <a:endParaRPr lang="en-US" dirty="0">
              <a:latin typeface="+mn-lt"/>
              <a:ea typeface="FedEx Sans App Condensed" panose="020B0606020203020204" pitchFamily="34" charset="0"/>
              <a:cs typeface="FedEx Sans App Condensed" panose="020B0606020203020204" pitchFamily="34"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1588635495"/>
              </p:ext>
            </p:extLst>
          </p:nvPr>
        </p:nvGraphicFramePr>
        <p:xfrm>
          <a:off x="1306848" y="3516956"/>
          <a:ext cx="8671986" cy="1940191"/>
        </p:xfrm>
        <a:graphic>
          <a:graphicData uri="http://schemas.openxmlformats.org/drawingml/2006/table">
            <a:tbl>
              <a:tblPr firstRow="1" bandRow="1">
                <a:tableStyleId>{5DA37D80-6434-44D0-A028-1B22A696006F}</a:tableStyleId>
              </a:tblPr>
              <a:tblGrid>
                <a:gridCol w="2890662">
                  <a:extLst>
                    <a:ext uri="{9D8B030D-6E8A-4147-A177-3AD203B41FA5}">
                      <a16:colId xmlns:a16="http://schemas.microsoft.com/office/drawing/2014/main" val="20000"/>
                    </a:ext>
                  </a:extLst>
                </a:gridCol>
                <a:gridCol w="2890662">
                  <a:extLst>
                    <a:ext uri="{9D8B030D-6E8A-4147-A177-3AD203B41FA5}">
                      <a16:colId xmlns:a16="http://schemas.microsoft.com/office/drawing/2014/main" val="20001"/>
                    </a:ext>
                  </a:extLst>
                </a:gridCol>
                <a:gridCol w="2890662">
                  <a:extLst>
                    <a:ext uri="{9D8B030D-6E8A-4147-A177-3AD203B41FA5}">
                      <a16:colId xmlns:a16="http://schemas.microsoft.com/office/drawing/2014/main" val="20002"/>
                    </a:ext>
                  </a:extLst>
                </a:gridCol>
              </a:tblGrid>
              <a:tr h="165386">
                <a:tc>
                  <a:txBody>
                    <a:bodyPr/>
                    <a:lstStyle/>
                    <a:p>
                      <a:pPr marL="0" algn="l" defTabSz="914400" rtl="0" eaLnBrk="1" latinLnBrk="0" hangingPunct="1"/>
                      <a:endParaRPr lang="en-US" sz="1100" b="0" kern="1200" dirty="0">
                        <a:solidFill>
                          <a:schemeClr val="accent3"/>
                        </a:solidFill>
                        <a:latin typeface="+mj-lt"/>
                        <a:ea typeface="+mn-ea"/>
                        <a:cs typeface="+mn-cs"/>
                      </a:endParaRPr>
                    </a:p>
                  </a:txBody>
                  <a:tcPr marL="124039" marR="124039"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endParaRPr lang="en-US" sz="1100" b="0" kern="1200" dirty="0">
                        <a:solidFill>
                          <a:schemeClr val="accent3"/>
                        </a:solidFill>
                        <a:latin typeface="+mj-lt"/>
                        <a:ea typeface="+mn-ea"/>
                        <a:cs typeface="+mn-cs"/>
                      </a:endParaRPr>
                    </a:p>
                  </a:txBody>
                  <a:tcPr marL="124039" marR="124039"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endParaRPr lang="en-US" sz="1100" b="0" kern="1200" dirty="0">
                        <a:solidFill>
                          <a:schemeClr val="accent3"/>
                        </a:solidFill>
                        <a:latin typeface="+mj-lt"/>
                        <a:ea typeface="+mn-ea"/>
                        <a:cs typeface="+mn-cs"/>
                      </a:endParaRPr>
                    </a:p>
                  </a:txBody>
                  <a:tcPr marL="124039" marR="124039" marT="0" marB="0">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18217">
                <a:tc>
                  <a:txBody>
                    <a:bodyPr/>
                    <a:lstStyle/>
                    <a:p>
                      <a:pPr marL="0" algn="l" defTabSz="914400" rtl="0" eaLnBrk="1" latinLnBrk="0" hangingPunct="1"/>
                      <a:r>
                        <a:rPr lang="en-US" sz="3300" b="0" i="0" kern="1200" dirty="0">
                          <a:solidFill>
                            <a:schemeClr val="bg2"/>
                          </a:solidFill>
                          <a:latin typeface="FedEx Sans App" panose="020B0603020203020204" pitchFamily="34" charset="0"/>
                          <a:ea typeface="FedEx Sans App" panose="020B0603020203020204" pitchFamily="34" charset="0"/>
                          <a:cs typeface="FedEx Sans App" panose="020B0603020203020204" pitchFamily="34" charset="0"/>
                        </a:rPr>
                        <a:t>2016</a:t>
                      </a:r>
                    </a:p>
                  </a:txBody>
                  <a:tcPr marL="124039" marR="124039" marT="0" marB="124039">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en-US" sz="3300" b="0" i="0" kern="1200" dirty="0">
                          <a:solidFill>
                            <a:srgbClr val="B83F6A"/>
                          </a:solidFill>
                          <a:latin typeface="FedEx Sans App" panose="020B0603020203020204" pitchFamily="34" charset="0"/>
                          <a:ea typeface="FedEx Sans App" panose="020B0603020203020204" pitchFamily="34" charset="0"/>
                          <a:cs typeface="FedEx Sans App" panose="020B0603020203020204" pitchFamily="34" charset="0"/>
                        </a:rPr>
                        <a:t>2018</a:t>
                      </a:r>
                    </a:p>
                  </a:txBody>
                  <a:tcPr marL="124039" marR="124039" marT="0" marB="124039">
                    <a:lnL w="12700" cap="flat" cmpd="sng" algn="ctr">
                      <a:no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latinLnBrk="0" hangingPunct="1"/>
                      <a:r>
                        <a:rPr lang="en-US" sz="3300" b="0" i="0" kern="1200" dirty="0">
                          <a:solidFill>
                            <a:srgbClr val="7D22C3"/>
                          </a:solidFill>
                          <a:latin typeface="FedEx Sans App" panose="020B0603020203020204" pitchFamily="34" charset="0"/>
                          <a:ea typeface="FedEx Sans App" panose="020B0603020203020204" pitchFamily="34" charset="0"/>
                          <a:cs typeface="FedEx Sans App" panose="020B0603020203020204" pitchFamily="34" charset="0"/>
                        </a:rPr>
                        <a:t>2020</a:t>
                      </a:r>
                    </a:p>
                  </a:txBody>
                  <a:tcPr marL="124039" marR="124039" marT="0" marB="124039">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054334">
                <a:tc>
                  <a:txBody>
                    <a:bodyPr/>
                    <a:lstStyle/>
                    <a:p>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tristique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endParaRPr lang="en-US"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62020" marR="0" marT="62020" marB="62020" anchor="b">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tristique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endParaRPr lang="en-US"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62020" marR="0" marT="62020" marB="62020" anchor="b">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tristique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endParaRPr lang="en-US"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62020" marR="0" marT="62020" marB="62020" anchor="b">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3004339016"/>
              </p:ext>
            </p:extLst>
          </p:nvPr>
        </p:nvGraphicFramePr>
        <p:xfrm>
          <a:off x="2523054" y="1720801"/>
          <a:ext cx="8687061" cy="1961775"/>
        </p:xfrm>
        <a:graphic>
          <a:graphicData uri="http://schemas.openxmlformats.org/drawingml/2006/table">
            <a:tbl>
              <a:tblPr firstRow="1" bandRow="1">
                <a:tableStyleId>{5DA37D80-6434-44D0-A028-1B22A696006F}</a:tableStyleId>
              </a:tblPr>
              <a:tblGrid>
                <a:gridCol w="2895687">
                  <a:extLst>
                    <a:ext uri="{9D8B030D-6E8A-4147-A177-3AD203B41FA5}">
                      <a16:colId xmlns:a16="http://schemas.microsoft.com/office/drawing/2014/main" val="20000"/>
                    </a:ext>
                  </a:extLst>
                </a:gridCol>
                <a:gridCol w="2895687">
                  <a:extLst>
                    <a:ext uri="{9D8B030D-6E8A-4147-A177-3AD203B41FA5}">
                      <a16:colId xmlns:a16="http://schemas.microsoft.com/office/drawing/2014/main" val="20001"/>
                    </a:ext>
                  </a:extLst>
                </a:gridCol>
                <a:gridCol w="2895687">
                  <a:extLst>
                    <a:ext uri="{9D8B030D-6E8A-4147-A177-3AD203B41FA5}">
                      <a16:colId xmlns:a16="http://schemas.microsoft.com/office/drawing/2014/main" val="20002"/>
                    </a:ext>
                  </a:extLst>
                </a:gridCol>
              </a:tblGrid>
              <a:tr h="1167176">
                <a:tc>
                  <a:txBody>
                    <a:bodyPr/>
                    <a:lstStyle/>
                    <a:p>
                      <a:pPr marL="0" algn="l" defTabSz="914400" rtl="0" eaLnBrk="1" latinLnBrk="0" hangingPunct="1"/>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tristique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endParaRPr lang="en-US"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62020" marR="0" marT="62020" marB="62020">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tristique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fr-FR"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kern="12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endParaRPr lang="en-US" sz="1400" b="0" i="0" kern="12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62020" marR="0" marT="62020" marB="62020">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Pellentesque</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habitant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morbi</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tristique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senectus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netus</a:t>
                      </a:r>
                      <a:r>
                        <a:rPr lang="fr-FR"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 et </a:t>
                      </a:r>
                      <a:r>
                        <a:rPr lang="fr-FR" sz="1400" b="0" i="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malesuada</a:t>
                      </a:r>
                      <a:endParaRPr lang="en-US" sz="14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62020" marR="0" marT="62020" marB="62020">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20197">
                <a:tc>
                  <a:txBody>
                    <a:bodyPr/>
                    <a:lstStyle/>
                    <a:p>
                      <a:r>
                        <a:rPr lang="en-US" sz="3300" b="0" i="0" dirty="0">
                          <a:solidFill>
                            <a:srgbClr val="E45528"/>
                          </a:solidFill>
                          <a:latin typeface="FedEx Sans App" panose="020B0603020203020204" pitchFamily="34" charset="0"/>
                          <a:ea typeface="FedEx Sans App" panose="020B0603020203020204" pitchFamily="34" charset="0"/>
                          <a:cs typeface="FedEx Sans App" panose="020B0603020203020204" pitchFamily="34" charset="0"/>
                        </a:rPr>
                        <a:t>2017</a:t>
                      </a:r>
                    </a:p>
                  </a:txBody>
                  <a:tcPr marL="124039" marR="0" marT="124039" marB="0" anchor="b">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3300" b="0" i="0" kern="1200" dirty="0">
                          <a:solidFill>
                            <a:srgbClr val="932DA2"/>
                          </a:solidFill>
                          <a:latin typeface="FedEx Sans App" panose="020B0603020203020204" pitchFamily="34" charset="0"/>
                          <a:ea typeface="FedEx Sans App" panose="020B0603020203020204" pitchFamily="34" charset="0"/>
                          <a:cs typeface="FedEx Sans App" panose="020B0603020203020204" pitchFamily="34" charset="0"/>
                        </a:rPr>
                        <a:t>2019</a:t>
                      </a:r>
                    </a:p>
                  </a:txBody>
                  <a:tcPr marL="124039" marR="0" marT="124039" marB="0" anchor="b">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3300" b="0" i="0" kern="1200" dirty="0">
                          <a:solidFill>
                            <a:srgbClr val="4D148C"/>
                          </a:solidFill>
                          <a:latin typeface="FedEx Sans App" panose="020B0603020203020204" pitchFamily="34" charset="0"/>
                          <a:ea typeface="FedEx Sans App" panose="020B0603020203020204" pitchFamily="34" charset="0"/>
                          <a:cs typeface="FedEx Sans App" panose="020B0603020203020204" pitchFamily="34" charset="0"/>
                        </a:rPr>
                        <a:t>2021</a:t>
                      </a:r>
                    </a:p>
                  </a:txBody>
                  <a:tcPr marL="124039" marR="0" marT="124039" marB="0" anchor="b">
                    <a:lnL w="12700" cap="flat" cmpd="sng" algn="ctr">
                      <a:solidFill>
                        <a:schemeClr val="accent6"/>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65386">
                <a:tc>
                  <a:txBody>
                    <a:bodyPr/>
                    <a:lstStyle/>
                    <a:p>
                      <a:endParaRPr lang="en-US" sz="1100" dirty="0">
                        <a:solidFill>
                          <a:schemeClr val="accent3"/>
                        </a:solidFill>
                        <a:latin typeface="+mj-lt"/>
                      </a:endParaRPr>
                    </a:p>
                  </a:txBody>
                  <a:tcPr marL="124039" marR="0" marT="0" marB="0" anchor="b">
                    <a:lnL w="12700" cap="flat" cmpd="sng" algn="ctr">
                      <a:solidFill>
                        <a:schemeClr val="accent6"/>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100" dirty="0">
                        <a:solidFill>
                          <a:schemeClr val="accent3"/>
                        </a:solidFill>
                        <a:latin typeface="+mj-lt"/>
                      </a:endParaRPr>
                    </a:p>
                  </a:txBody>
                  <a:tcPr marL="124039" marR="0" marT="0" marB="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100" dirty="0">
                        <a:solidFill>
                          <a:schemeClr val="accent3"/>
                        </a:solidFill>
                        <a:latin typeface="+mj-lt"/>
                      </a:endParaRPr>
                    </a:p>
                  </a:txBody>
                  <a:tcPr marL="124039" marR="0" marT="0" marB="0" anchor="b">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16" name="Rectangle 15">
            <a:extLst>
              <a:ext uri="{FF2B5EF4-FFF2-40B4-BE49-F238E27FC236}">
                <a16:creationId xmlns:a16="http://schemas.microsoft.com/office/drawing/2014/main" id="{962C9BD5-05F4-B04F-A1C5-0F88308C4CBC}"/>
              </a:ext>
            </a:extLst>
          </p:cNvPr>
          <p:cNvSpPr/>
          <p:nvPr/>
        </p:nvSpPr>
        <p:spPr bwMode="auto">
          <a:xfrm>
            <a:off x="1303673" y="3518888"/>
            <a:ext cx="1216206" cy="163688"/>
          </a:xfrm>
          <a:prstGeom prst="rect">
            <a:avLst/>
          </a:prstGeom>
          <a:solidFill>
            <a:schemeClr val="bg2"/>
          </a:solidFill>
          <a:ln w="12700" cap="sq" algn="ctr">
            <a:noFill/>
            <a:miter lim="800000"/>
            <a:headEnd/>
            <a:tailEnd/>
          </a:ln>
          <a:effectLst/>
        </p:spPr>
        <p:txBody>
          <a:bodyPr wrap="none" rtlCol="0" anchor="ctr"/>
          <a:lstStyle/>
          <a:p>
            <a:pPr algn="ctr"/>
            <a:endParaRPr lang="en-US" sz="1400" dirty="0">
              <a:solidFill>
                <a:schemeClr val="bg1">
                  <a:lumMod val="50000"/>
                </a:schemeClr>
              </a:solidFill>
              <a:latin typeface="+mn-lt"/>
              <a:ea typeface="FedEx Sans Medium" panose="020B0703020203020204" pitchFamily="34" charset="0"/>
              <a:cs typeface="FedEx Sans Medium" panose="020B0703020203020204" pitchFamily="34" charset="0"/>
            </a:endParaRPr>
          </a:p>
        </p:txBody>
      </p:sp>
      <p:sp>
        <p:nvSpPr>
          <p:cNvPr id="17" name="Rectangle 16">
            <a:extLst>
              <a:ext uri="{FF2B5EF4-FFF2-40B4-BE49-F238E27FC236}">
                <a16:creationId xmlns:a16="http://schemas.microsoft.com/office/drawing/2014/main" id="{A8B6D075-7B55-5E4C-8F49-55F8EACF100B}"/>
              </a:ext>
            </a:extLst>
          </p:cNvPr>
          <p:cNvSpPr/>
          <p:nvPr/>
        </p:nvSpPr>
        <p:spPr bwMode="auto">
          <a:xfrm>
            <a:off x="2534042" y="3518888"/>
            <a:ext cx="1655573" cy="163688"/>
          </a:xfrm>
          <a:prstGeom prst="rect">
            <a:avLst/>
          </a:prstGeom>
          <a:solidFill>
            <a:srgbClr val="E45528"/>
          </a:solidFill>
          <a:ln w="12700" cap="sq" algn="ctr">
            <a:noFill/>
            <a:miter lim="800000"/>
            <a:headEnd/>
            <a:tailEnd/>
          </a:ln>
          <a:effectLst/>
        </p:spPr>
        <p:txBody>
          <a:bodyPr wrap="none" rtlCol="0" anchor="ctr"/>
          <a:lstStyle/>
          <a:p>
            <a:pPr algn="ctr"/>
            <a:endParaRPr lang="en-US" sz="1400" dirty="0">
              <a:solidFill>
                <a:schemeClr val="bg1">
                  <a:lumMod val="50000"/>
                </a:schemeClr>
              </a:solidFill>
              <a:latin typeface="+mn-lt"/>
              <a:ea typeface="FedEx Sans Medium" panose="020B0703020203020204" pitchFamily="34" charset="0"/>
              <a:cs typeface="FedEx Sans Medium" panose="020B0703020203020204" pitchFamily="34" charset="0"/>
            </a:endParaRPr>
          </a:p>
        </p:txBody>
      </p:sp>
      <p:sp>
        <p:nvSpPr>
          <p:cNvPr id="18" name="Rectangle 17">
            <a:extLst>
              <a:ext uri="{FF2B5EF4-FFF2-40B4-BE49-F238E27FC236}">
                <a16:creationId xmlns:a16="http://schemas.microsoft.com/office/drawing/2014/main" id="{DF60D4B5-6FF2-884A-AFA0-7924EBC6A01C}"/>
              </a:ext>
            </a:extLst>
          </p:cNvPr>
          <p:cNvSpPr/>
          <p:nvPr/>
        </p:nvSpPr>
        <p:spPr bwMode="auto">
          <a:xfrm>
            <a:off x="4203001" y="3518888"/>
            <a:ext cx="1202820" cy="163688"/>
          </a:xfrm>
          <a:prstGeom prst="rect">
            <a:avLst/>
          </a:prstGeom>
          <a:solidFill>
            <a:srgbClr val="B83F6A"/>
          </a:solidFill>
          <a:ln w="12700" cap="sq" algn="ctr">
            <a:noFill/>
            <a:miter lim="800000"/>
            <a:headEnd/>
            <a:tailEnd/>
          </a:ln>
          <a:effectLst/>
        </p:spPr>
        <p:txBody>
          <a:bodyPr wrap="none" rtlCol="0" anchor="ctr"/>
          <a:lstStyle/>
          <a:p>
            <a:pPr algn="ctr"/>
            <a:endParaRPr lang="en-US" sz="1400" dirty="0">
              <a:solidFill>
                <a:schemeClr val="bg1">
                  <a:lumMod val="50000"/>
                </a:schemeClr>
              </a:solidFill>
              <a:latin typeface="+mn-lt"/>
              <a:ea typeface="FedEx Sans Medium" panose="020B0703020203020204" pitchFamily="34" charset="0"/>
              <a:cs typeface="FedEx Sans Medium" panose="020B0703020203020204" pitchFamily="34" charset="0"/>
            </a:endParaRPr>
          </a:p>
        </p:txBody>
      </p:sp>
      <p:sp>
        <p:nvSpPr>
          <p:cNvPr id="19" name="Rectangle 18">
            <a:extLst>
              <a:ext uri="{FF2B5EF4-FFF2-40B4-BE49-F238E27FC236}">
                <a16:creationId xmlns:a16="http://schemas.microsoft.com/office/drawing/2014/main" id="{8360435D-20E4-A642-B8BB-1C8055D86CB1}"/>
              </a:ext>
            </a:extLst>
          </p:cNvPr>
          <p:cNvSpPr/>
          <p:nvPr/>
        </p:nvSpPr>
        <p:spPr bwMode="auto">
          <a:xfrm>
            <a:off x="5426634" y="3518888"/>
            <a:ext cx="1655810" cy="163688"/>
          </a:xfrm>
          <a:prstGeom prst="rect">
            <a:avLst/>
          </a:prstGeom>
          <a:solidFill>
            <a:srgbClr val="932DA2"/>
          </a:solidFill>
          <a:ln w="12700" cap="sq" algn="ctr">
            <a:noFill/>
            <a:miter lim="800000"/>
            <a:headEnd/>
            <a:tailEnd/>
          </a:ln>
          <a:effectLst/>
        </p:spPr>
        <p:txBody>
          <a:bodyPr wrap="none" rtlCol="0" anchor="ctr"/>
          <a:lstStyle/>
          <a:p>
            <a:pPr algn="ctr"/>
            <a:endParaRPr lang="en-US" sz="1400" dirty="0">
              <a:solidFill>
                <a:schemeClr val="bg1">
                  <a:lumMod val="50000"/>
                </a:schemeClr>
              </a:solidFill>
              <a:latin typeface="+mn-lt"/>
              <a:ea typeface="FedEx Sans Medium" panose="020B0703020203020204" pitchFamily="34" charset="0"/>
              <a:cs typeface="FedEx Sans Medium" panose="020B0703020203020204" pitchFamily="34" charset="0"/>
            </a:endParaRPr>
          </a:p>
        </p:txBody>
      </p:sp>
      <p:sp>
        <p:nvSpPr>
          <p:cNvPr id="20" name="Rectangle 19">
            <a:extLst>
              <a:ext uri="{FF2B5EF4-FFF2-40B4-BE49-F238E27FC236}">
                <a16:creationId xmlns:a16="http://schemas.microsoft.com/office/drawing/2014/main" id="{D8F3619F-3E2C-8C45-A8D1-1AB4418CCEE1}"/>
              </a:ext>
            </a:extLst>
          </p:cNvPr>
          <p:cNvSpPr/>
          <p:nvPr/>
        </p:nvSpPr>
        <p:spPr bwMode="auto">
          <a:xfrm>
            <a:off x="7103257" y="3518888"/>
            <a:ext cx="1198718" cy="163688"/>
          </a:xfrm>
          <a:prstGeom prst="rect">
            <a:avLst/>
          </a:prstGeom>
          <a:solidFill>
            <a:srgbClr val="7D22C3"/>
          </a:solidFill>
          <a:ln w="12700" cap="sq" algn="ctr">
            <a:noFill/>
            <a:miter lim="800000"/>
            <a:headEnd/>
            <a:tailEnd/>
          </a:ln>
          <a:effectLst/>
        </p:spPr>
        <p:txBody>
          <a:bodyPr wrap="none" rtlCol="0" anchor="ctr"/>
          <a:lstStyle/>
          <a:p>
            <a:pPr algn="ctr"/>
            <a:endParaRPr lang="en-US" sz="1400" dirty="0">
              <a:solidFill>
                <a:schemeClr val="bg1">
                  <a:lumMod val="50000"/>
                </a:schemeClr>
              </a:solidFill>
              <a:latin typeface="+mn-lt"/>
              <a:ea typeface="FedEx Sans Medium" panose="020B0703020203020204" pitchFamily="34" charset="0"/>
              <a:cs typeface="FedEx Sans Medium" panose="020B0703020203020204" pitchFamily="34" charset="0"/>
            </a:endParaRPr>
          </a:p>
        </p:txBody>
      </p:sp>
      <p:sp>
        <p:nvSpPr>
          <p:cNvPr id="21" name="Rectangle 20">
            <a:extLst>
              <a:ext uri="{FF2B5EF4-FFF2-40B4-BE49-F238E27FC236}">
                <a16:creationId xmlns:a16="http://schemas.microsoft.com/office/drawing/2014/main" id="{D8AE7362-5856-2844-950F-24C4BA1A3281}"/>
              </a:ext>
            </a:extLst>
          </p:cNvPr>
          <p:cNvSpPr/>
          <p:nvPr/>
        </p:nvSpPr>
        <p:spPr bwMode="auto">
          <a:xfrm>
            <a:off x="8316138" y="3518888"/>
            <a:ext cx="1662696" cy="163688"/>
          </a:xfrm>
          <a:prstGeom prst="rect">
            <a:avLst/>
          </a:prstGeom>
          <a:solidFill>
            <a:srgbClr val="4D148C"/>
          </a:solidFill>
          <a:ln w="12700" cap="sq" algn="ctr">
            <a:noFill/>
            <a:miter lim="800000"/>
            <a:headEnd/>
            <a:tailEnd/>
          </a:ln>
          <a:effectLst/>
        </p:spPr>
        <p:txBody>
          <a:bodyPr wrap="none" rtlCol="0" anchor="ctr"/>
          <a:lstStyle/>
          <a:p>
            <a:pPr algn="ctr"/>
            <a:endParaRPr lang="en-US" sz="1400" dirty="0">
              <a:solidFill>
                <a:schemeClr val="bg1">
                  <a:lumMod val="50000"/>
                </a:schemeClr>
              </a:solidFill>
              <a:latin typeface="+mn-lt"/>
              <a:ea typeface="FedEx Sans Medium" panose="020B0703020203020204" pitchFamily="34" charset="0"/>
              <a:cs typeface="FedEx Sans Medium" panose="020B0703020203020204" pitchFamily="34" charset="0"/>
            </a:endParaRPr>
          </a:p>
        </p:txBody>
      </p:sp>
      <p:cxnSp>
        <p:nvCxnSpPr>
          <p:cNvPr id="4" name="Straight Connector 3">
            <a:extLst>
              <a:ext uri="{FF2B5EF4-FFF2-40B4-BE49-F238E27FC236}">
                <a16:creationId xmlns:a16="http://schemas.microsoft.com/office/drawing/2014/main" id="{D670509D-0C31-F14E-8BA2-551AD9DE292D}"/>
              </a:ext>
            </a:extLst>
          </p:cNvPr>
          <p:cNvCxnSpPr/>
          <p:nvPr/>
        </p:nvCxnSpPr>
        <p:spPr>
          <a:xfrm>
            <a:off x="1315865" y="3682576"/>
            <a:ext cx="0" cy="170872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B320C41-61B6-0142-876B-40CC6C0DFC69}"/>
              </a:ext>
            </a:extLst>
          </p:cNvPr>
          <p:cNvCxnSpPr/>
          <p:nvPr/>
        </p:nvCxnSpPr>
        <p:spPr>
          <a:xfrm>
            <a:off x="4198765" y="3682576"/>
            <a:ext cx="0" cy="170872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31A979-55DC-7E45-BDF8-989BA534E2E2}"/>
              </a:ext>
            </a:extLst>
          </p:cNvPr>
          <p:cNvCxnSpPr/>
          <p:nvPr/>
        </p:nvCxnSpPr>
        <p:spPr>
          <a:xfrm>
            <a:off x="7094365" y="3682576"/>
            <a:ext cx="0" cy="170872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CBD184-2DAD-C343-8476-304E0065BED4}"/>
              </a:ext>
            </a:extLst>
          </p:cNvPr>
          <p:cNvCxnSpPr/>
          <p:nvPr/>
        </p:nvCxnSpPr>
        <p:spPr>
          <a:xfrm>
            <a:off x="8310390" y="1809326"/>
            <a:ext cx="0" cy="170872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8024F55-6CB2-DD42-B429-5088E7BA0D5B}"/>
              </a:ext>
            </a:extLst>
          </p:cNvPr>
          <p:cNvCxnSpPr/>
          <p:nvPr/>
        </p:nvCxnSpPr>
        <p:spPr>
          <a:xfrm>
            <a:off x="5417965" y="1809326"/>
            <a:ext cx="0" cy="170872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752B346-324A-C940-AF31-FE6F5735BA80}"/>
              </a:ext>
            </a:extLst>
          </p:cNvPr>
          <p:cNvCxnSpPr/>
          <p:nvPr/>
        </p:nvCxnSpPr>
        <p:spPr>
          <a:xfrm>
            <a:off x="2528715" y="1809326"/>
            <a:ext cx="0" cy="1708726"/>
          </a:xfrm>
          <a:prstGeom prst="line">
            <a:avLst/>
          </a:prstGeom>
          <a:ln w="127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BA9A9433-4371-492C-9855-7F08E347260B}"/>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9" name="Footer Placeholder 2">
            <a:extLst>
              <a:ext uri="{FF2B5EF4-FFF2-40B4-BE49-F238E27FC236}">
                <a16:creationId xmlns:a16="http://schemas.microsoft.com/office/drawing/2014/main" id="{44FBFF7F-061D-40B2-B1CB-1D4768B87362}"/>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32"/>
          <p:cNvSpPr>
            <a:spLocks noGrp="1"/>
          </p:cNvSpPr>
          <p:nvPr>
            <p:ph type="sldNum" sz="quarter" idx="12"/>
          </p:nvPr>
        </p:nvSpPr>
        <p:spPr>
          <a:xfrm>
            <a:off x="11516632" y="6438900"/>
            <a:ext cx="365125" cy="182563"/>
          </a:xfrm>
        </p:spPr>
        <p:txBody>
          <a:bodyPr/>
          <a:lstStyle/>
          <a:p>
            <a:pPr eaLnBrk="0" hangingPunct="0">
              <a:lnSpc>
                <a:spcPct val="100000"/>
              </a:lnSpc>
              <a:spcBef>
                <a:spcPct val="0"/>
              </a:spcBef>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14</a:t>
            </a:fld>
            <a:endParaRPr lang="en-US" dirty="0">
              <a:latin typeface="+mn-lt"/>
              <a:ea typeface="FedEx Sans App Condensed" panose="020B0606020203020204" pitchFamily="34" charset="0"/>
              <a:cs typeface="FedEx Sans App Condensed" panose="020B0606020203020204" pitchFamily="34" charset="0"/>
            </a:endParaRPr>
          </a:p>
        </p:txBody>
      </p:sp>
      <p:graphicFrame>
        <p:nvGraphicFramePr>
          <p:cNvPr id="7" name="Diagram 6"/>
          <p:cNvGraphicFramePr/>
          <p:nvPr>
            <p:extLst>
              <p:ext uri="{D42A27DB-BD31-4B8C-83A1-F6EECF244321}">
                <p14:modId xmlns:p14="http://schemas.microsoft.com/office/powerpoint/2010/main" val="4134991811"/>
              </p:ext>
            </p:extLst>
          </p:nvPr>
        </p:nvGraphicFramePr>
        <p:xfrm>
          <a:off x="4732647" y="1522400"/>
          <a:ext cx="5453418" cy="42975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p:cNvSpPr txBox="1"/>
          <p:nvPr/>
        </p:nvSpPr>
        <p:spPr bwMode="auto">
          <a:xfrm>
            <a:off x="2005934" y="1709088"/>
            <a:ext cx="2688304" cy="325747"/>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5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15" name="Straight Connector 14"/>
          <p:cNvCxnSpPr>
            <a:cxnSpLocks/>
          </p:cNvCxnSpPr>
          <p:nvPr/>
        </p:nvCxnSpPr>
        <p:spPr bwMode="auto">
          <a:xfrm>
            <a:off x="2005934" y="2134736"/>
            <a:ext cx="5161544" cy="0"/>
          </a:xfrm>
          <a:prstGeom prst="line">
            <a:avLst/>
          </a:prstGeom>
          <a:solidFill>
            <a:schemeClr val="accent2"/>
          </a:solidFill>
          <a:ln w="12700" cap="sq" cmpd="sng" algn="ctr">
            <a:solidFill>
              <a:srgbClr val="FF6200"/>
            </a:solidFill>
            <a:prstDash val="solid"/>
            <a:round/>
            <a:headEnd type="none" w="med" len="med"/>
            <a:tailEnd type="none" w="med" len="med"/>
          </a:ln>
          <a:effectLst/>
        </p:spPr>
      </p:cxnSp>
      <p:sp>
        <p:nvSpPr>
          <p:cNvPr id="18" name="TextBox 17"/>
          <p:cNvSpPr txBox="1"/>
          <p:nvPr/>
        </p:nvSpPr>
        <p:spPr bwMode="auto">
          <a:xfrm>
            <a:off x="2005934" y="3135171"/>
            <a:ext cx="2688304" cy="325747"/>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5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19" name="Straight Connector 18"/>
          <p:cNvCxnSpPr/>
          <p:nvPr/>
        </p:nvCxnSpPr>
        <p:spPr bwMode="auto">
          <a:xfrm>
            <a:off x="2005934" y="3560819"/>
            <a:ext cx="4301287" cy="0"/>
          </a:xfrm>
          <a:prstGeom prst="line">
            <a:avLst/>
          </a:prstGeom>
          <a:solidFill>
            <a:schemeClr val="accent2"/>
          </a:solidFill>
          <a:ln w="12700" cap="sq" cmpd="sng" algn="ctr">
            <a:solidFill>
              <a:srgbClr val="B83F6A"/>
            </a:solidFill>
            <a:prstDash val="solid"/>
            <a:round/>
            <a:headEnd type="none" w="med" len="med"/>
            <a:tailEnd type="none" w="med" len="med"/>
          </a:ln>
          <a:effectLst/>
        </p:spPr>
      </p:cxnSp>
      <p:sp>
        <p:nvSpPr>
          <p:cNvPr id="21" name="TextBox 20"/>
          <p:cNvSpPr txBox="1"/>
          <p:nvPr/>
        </p:nvSpPr>
        <p:spPr bwMode="auto">
          <a:xfrm>
            <a:off x="2005934" y="4561254"/>
            <a:ext cx="2688304" cy="325747"/>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5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22" name="Straight Connector 21"/>
          <p:cNvCxnSpPr/>
          <p:nvPr/>
        </p:nvCxnSpPr>
        <p:spPr bwMode="auto">
          <a:xfrm>
            <a:off x="2005934" y="4986902"/>
            <a:ext cx="3441029" cy="0"/>
          </a:xfrm>
          <a:prstGeom prst="line">
            <a:avLst/>
          </a:prstGeom>
          <a:solidFill>
            <a:schemeClr val="accent2"/>
          </a:solidFill>
          <a:ln w="12700" cap="sq" cmpd="sng" algn="ctr">
            <a:solidFill>
              <a:srgbClr val="7D22C3"/>
            </a:solidFill>
            <a:prstDash val="solid"/>
            <a:round/>
            <a:headEnd type="none" w="med" len="med"/>
            <a:tailEnd type="none" w="med" len="med"/>
          </a:ln>
          <a:effectLst/>
        </p:spPr>
      </p:cxnSp>
      <p:sp>
        <p:nvSpPr>
          <p:cNvPr id="17" name="TextBox 16"/>
          <p:cNvSpPr txBox="1"/>
          <p:nvPr/>
        </p:nvSpPr>
        <p:spPr bwMode="auto">
          <a:xfrm>
            <a:off x="2005934" y="3848212"/>
            <a:ext cx="2688304" cy="325747"/>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5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20" name="Straight Connector 19"/>
          <p:cNvCxnSpPr/>
          <p:nvPr/>
        </p:nvCxnSpPr>
        <p:spPr bwMode="auto">
          <a:xfrm>
            <a:off x="2005934" y="4273860"/>
            <a:ext cx="3871158" cy="0"/>
          </a:xfrm>
          <a:prstGeom prst="line">
            <a:avLst/>
          </a:prstGeom>
          <a:solidFill>
            <a:schemeClr val="accent2"/>
          </a:solidFill>
          <a:ln w="12700" cap="sq" cmpd="sng" algn="ctr">
            <a:solidFill>
              <a:srgbClr val="932DA2"/>
            </a:solidFill>
            <a:prstDash val="solid"/>
            <a:round/>
            <a:headEnd type="none" w="med" len="med"/>
            <a:tailEnd type="none" w="med" len="med"/>
          </a:ln>
          <a:effectLst/>
        </p:spPr>
      </p:cxnSp>
      <p:sp>
        <p:nvSpPr>
          <p:cNvPr id="26" name="TextBox 25"/>
          <p:cNvSpPr txBox="1"/>
          <p:nvPr/>
        </p:nvSpPr>
        <p:spPr bwMode="auto">
          <a:xfrm>
            <a:off x="2005934" y="2422129"/>
            <a:ext cx="2688304" cy="325747"/>
          </a:xfrm>
          <a:prstGeom prst="rect">
            <a:avLst/>
          </a:prstGeom>
          <a:noFill/>
          <a:ln w="12700" cap="sq" algn="ctr">
            <a:noFill/>
            <a:miter lim="800000"/>
            <a:headEnd/>
            <a:tailEnd/>
          </a:ln>
          <a:effectLst/>
        </p:spPr>
        <p:txBody>
          <a:bodyPr wrap="square" lIns="0" tIns="0" rIns="0" bIns="0" rtlCol="0" anchor="b" anchorCtr="0">
            <a:noAutofit/>
          </a:bodyPr>
          <a:lstStyle>
            <a:defPPr>
              <a:defRPr lang="en-US"/>
            </a:defPPr>
            <a:lvl1pPr algn="l">
              <a:lnSpc>
                <a:spcPct val="100000"/>
              </a:lnSpc>
              <a:spcBef>
                <a:spcPts val="600"/>
              </a:spcBef>
              <a:defRPr sz="1500">
                <a:latin typeface="+mn-lt"/>
              </a:defRPr>
            </a:lvl1pPr>
          </a:lstStyle>
          <a:p>
            <a:r>
              <a:rPr lang="en-US" dirty="0">
                <a:solidFill>
                  <a:schemeClr val="bg1">
                    <a:lumMod val="50000"/>
                  </a:schemeClr>
                </a:solidFill>
                <a:ea typeface="FedEx Sans App Condensed" panose="020B0606020203020204" pitchFamily="34" charset="0"/>
                <a:cs typeface="FedEx Sans App Condensed" panose="020B0606020203020204" pitchFamily="34" charset="0"/>
              </a:rPr>
              <a:t>Lorem ipsum dolor sit </a:t>
            </a:r>
            <a:r>
              <a:rPr lang="en-US" dirty="0" err="1">
                <a:solidFill>
                  <a:schemeClr val="bg1">
                    <a:lumMod val="50000"/>
                  </a:schemeClr>
                </a:solidFill>
                <a:ea typeface="FedEx Sans App Condensed" panose="020B0606020203020204" pitchFamily="34" charset="0"/>
                <a:cs typeface="FedEx Sans App Condensed" panose="020B0606020203020204" pitchFamily="34" charset="0"/>
              </a:rPr>
              <a:t>amet</a:t>
            </a:r>
            <a:endParaRPr lang="en-US" dirty="0">
              <a:solidFill>
                <a:schemeClr val="bg1">
                  <a:lumMod val="50000"/>
                </a:schemeClr>
              </a:solidFill>
              <a:ea typeface="FedEx Sans App Condensed" panose="020B0606020203020204" pitchFamily="34" charset="0"/>
              <a:cs typeface="FedEx Sans App Condensed" panose="020B0606020203020204" pitchFamily="34" charset="0"/>
            </a:endParaRPr>
          </a:p>
        </p:txBody>
      </p:sp>
      <p:cxnSp>
        <p:nvCxnSpPr>
          <p:cNvPr id="27" name="Straight Connector 26"/>
          <p:cNvCxnSpPr/>
          <p:nvPr/>
        </p:nvCxnSpPr>
        <p:spPr bwMode="auto">
          <a:xfrm>
            <a:off x="2005934" y="2847777"/>
            <a:ext cx="4731415" cy="0"/>
          </a:xfrm>
          <a:prstGeom prst="line">
            <a:avLst/>
          </a:prstGeom>
          <a:solidFill>
            <a:schemeClr val="accent2"/>
          </a:solidFill>
          <a:ln w="12700" cap="sq" cmpd="sng" algn="ctr">
            <a:solidFill>
              <a:srgbClr val="C74755"/>
            </a:solidFill>
            <a:prstDash val="solid"/>
            <a:round/>
            <a:headEnd type="none" w="med" len="med"/>
            <a:tailEnd type="none" w="med" len="med"/>
          </a:ln>
          <a:effectLst/>
        </p:spPr>
      </p:cxnSp>
      <p:sp>
        <p:nvSpPr>
          <p:cNvPr id="29" name="TextBox 28"/>
          <p:cNvSpPr txBox="1"/>
          <p:nvPr/>
        </p:nvSpPr>
        <p:spPr bwMode="auto">
          <a:xfrm>
            <a:off x="2005934" y="5274294"/>
            <a:ext cx="2688304" cy="325747"/>
          </a:xfrm>
          <a:prstGeom prst="rect">
            <a:avLst/>
          </a:prstGeom>
          <a:noFill/>
          <a:ln w="12700" cap="sq" algn="ctr">
            <a:noFill/>
            <a:miter lim="800000"/>
            <a:headEnd/>
            <a:tailEnd/>
          </a:ln>
          <a:effectLst/>
        </p:spPr>
        <p:txBody>
          <a:bodyPr wrap="square" lIns="0" tIns="0" rIns="0" bIns="0" rtlCol="0" anchor="b" anchorCtr="0">
            <a:noAutofit/>
          </a:bodyPr>
          <a:lstStyle/>
          <a:p>
            <a:pPr algn="l">
              <a:lnSpc>
                <a:spcPct val="100000"/>
              </a:lnSpc>
              <a:spcBef>
                <a:spcPts val="600"/>
              </a:spcBef>
            </a:pPr>
            <a:r>
              <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 </a:t>
            </a:r>
            <a:r>
              <a:rPr lang="en-US" sz="15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amet</a:t>
            </a:r>
            <a:endParaRPr lang="en-US" sz="150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p:txBody>
      </p:sp>
      <p:cxnSp>
        <p:nvCxnSpPr>
          <p:cNvPr id="30" name="Straight Connector 29"/>
          <p:cNvCxnSpPr/>
          <p:nvPr/>
        </p:nvCxnSpPr>
        <p:spPr bwMode="auto">
          <a:xfrm>
            <a:off x="2005934" y="5699942"/>
            <a:ext cx="3010901" cy="0"/>
          </a:xfrm>
          <a:prstGeom prst="line">
            <a:avLst/>
          </a:prstGeom>
          <a:solidFill>
            <a:schemeClr val="accent2"/>
          </a:solidFill>
          <a:ln w="12700" cap="sq" cmpd="sng" algn="ctr">
            <a:solidFill>
              <a:srgbClr val="4D148C"/>
            </a:solidFill>
            <a:prstDash val="solid"/>
            <a:round/>
            <a:headEnd type="none" w="med" len="med"/>
            <a:tailEnd type="none" w="med" len="med"/>
          </a:ln>
          <a:effectLst/>
        </p:spPr>
      </p:cxnSp>
      <p:sp>
        <p:nvSpPr>
          <p:cNvPr id="23" name="TextBox 22">
            <a:extLst>
              <a:ext uri="{FF2B5EF4-FFF2-40B4-BE49-F238E27FC236}">
                <a16:creationId xmlns:a16="http://schemas.microsoft.com/office/drawing/2014/main" id="{1B9AD958-9848-4F88-A959-2BDA75387129}"/>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25" name="Footer Placeholder 2">
            <a:extLst>
              <a:ext uri="{FF2B5EF4-FFF2-40B4-BE49-F238E27FC236}">
                <a16:creationId xmlns:a16="http://schemas.microsoft.com/office/drawing/2014/main" id="{37683499-3D12-481F-B644-12E5D8C24561}"/>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pPr eaLnBrk="0" hangingPunct="0">
              <a:lnSpc>
                <a:spcPct val="100000"/>
              </a:lnSpc>
              <a:spcBef>
                <a:spcPct val="0"/>
              </a:spcBef>
              <a:defRPr/>
            </a:pPr>
            <a:fld id="{039833E3-2DB9-4BEE-B686-F543F57A0C08}" type="slidenum">
              <a:rPr lang="en-US" smtClean="0">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15</a:t>
            </a:fld>
            <a:endParaRPr lang="en-US" dirty="0">
              <a:ea typeface="FedEx Sans App Condensed" panose="020B0606020203020204" pitchFamily="34" charset="0"/>
              <a:cs typeface="FedEx Sans App Condensed" panose="020B0606020203020204" pitchFamily="34" charset="0"/>
            </a:endParaRPr>
          </a:p>
        </p:txBody>
      </p:sp>
      <p:sp>
        <p:nvSpPr>
          <p:cNvPr id="10" name="Subtitle 9">
            <a:extLst>
              <a:ext uri="{FF2B5EF4-FFF2-40B4-BE49-F238E27FC236}">
                <a16:creationId xmlns:a16="http://schemas.microsoft.com/office/drawing/2014/main" id="{F09DAB14-874E-0B43-B917-98FD1D3D0302}"/>
              </a:ext>
            </a:extLst>
          </p:cNvPr>
          <p:cNvSpPr>
            <a:spLocks noGrp="1"/>
          </p:cNvSpPr>
          <p:nvPr>
            <p:ph type="subTitle" sz="quarter" idx="1"/>
          </p:nvPr>
        </p:nvSpPr>
        <p:spPr>
          <a:xfrm>
            <a:off x="563634" y="4034415"/>
            <a:ext cx="2259078" cy="457200"/>
          </a:xfrm>
        </p:spPr>
        <p:txBody>
          <a:bodyPr/>
          <a:lstStyle/>
          <a:p>
            <a:endParaRPr lang="en-US" dirty="0">
              <a:latin typeface="FedEx Sans Medium" panose="020B0703020203020204" pitchFamily="34" charset="0"/>
              <a:ea typeface="FedEx Sans Medium" panose="020B0703020203020204" pitchFamily="34" charset="0"/>
              <a:cs typeface="FedEx Sans Medium" panose="020B0703020203020204" pitchFamily="34" charset="0"/>
            </a:endParaRPr>
          </a:p>
        </p:txBody>
      </p:sp>
      <p:sp>
        <p:nvSpPr>
          <p:cNvPr id="5" name="Title 4" descr="Title text&#10;">
            <a:extLst>
              <a:ext uri="{FF2B5EF4-FFF2-40B4-BE49-F238E27FC236}">
                <a16:creationId xmlns:a16="http://schemas.microsoft.com/office/drawing/2014/main" id="{646AC2D7-927F-8D46-9CE8-DCAE95192C8A}"/>
              </a:ext>
            </a:extLst>
          </p:cNvPr>
          <p:cNvSpPr>
            <a:spLocks noGrp="1"/>
          </p:cNvSpPr>
          <p:nvPr>
            <p:ph type="ctrTitle" sz="quarter"/>
          </p:nvPr>
        </p:nvSpPr>
        <p:spPr>
          <a:xfrm>
            <a:off x="563635" y="2797081"/>
            <a:ext cx="2568672" cy="618631"/>
          </a:xfrm>
        </p:spPr>
        <p:txBody>
          <a:bodyPr/>
          <a:lstStyle/>
          <a:p>
            <a:endParaRPr lang="en-US" sz="3800" dirty="0">
              <a:latin typeface="FedEx Sans Light" panose="020B0403020203020204" pitchFamily="34" charset="0"/>
              <a:ea typeface="FedEx Sans Light" panose="020B0403020203020204" pitchFamily="34" charset="0"/>
              <a:cs typeface="FedEx Sans Light" panose="020B0403020203020204" pitchFamily="34" charset="0"/>
            </a:endParaRPr>
          </a:p>
        </p:txBody>
      </p:sp>
      <p:graphicFrame>
        <p:nvGraphicFramePr>
          <p:cNvPr id="9" name="Content Placeholder 8"/>
          <p:cNvGraphicFramePr>
            <a:graphicFrameLocks noGrp="1"/>
          </p:cNvGraphicFramePr>
          <p:nvPr>
            <p:ph type="chart" sz="quarter" idx="4294967295"/>
            <p:extLst>
              <p:ext uri="{D42A27DB-BD31-4B8C-83A1-F6EECF244321}">
                <p14:modId xmlns:p14="http://schemas.microsoft.com/office/powerpoint/2010/main" val="3394652093"/>
              </p:ext>
            </p:extLst>
          </p:nvPr>
        </p:nvGraphicFramePr>
        <p:xfrm>
          <a:off x="4508829" y="57150"/>
          <a:ext cx="10531475" cy="6375400"/>
        </p:xfrm>
        <a:graphic>
          <a:graphicData uri="http://schemas.openxmlformats.org/drawingml/2006/chart">
            <c:chart xmlns:c="http://schemas.openxmlformats.org/drawingml/2006/chart" xmlns:r="http://schemas.openxmlformats.org/officeDocument/2006/relationships" r:id="rId3"/>
          </a:graphicData>
        </a:graphic>
      </p:graphicFrame>
      <p:sp>
        <p:nvSpPr>
          <p:cNvPr id="12" name="Footer Placeholder 2">
            <a:extLst>
              <a:ext uri="{FF2B5EF4-FFF2-40B4-BE49-F238E27FC236}">
                <a16:creationId xmlns:a16="http://schemas.microsoft.com/office/drawing/2014/main" id="{A75A19C2-3B1A-BD4C-BBC4-BE55C7D07380}"/>
              </a:ext>
            </a:extLst>
          </p:cNvPr>
          <p:cNvSpPr txBox="1">
            <a:spLocks/>
          </p:cNvSpPr>
          <p:nvPr/>
        </p:nvSpPr>
        <p:spPr>
          <a:xfrm>
            <a:off x="1792987" y="6310101"/>
            <a:ext cx="2059451" cy="487051"/>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E19CF-B87D-5E44-8618-428361F9AC1F}"/>
              </a:ext>
            </a:extLst>
          </p:cNvPr>
          <p:cNvSpPr>
            <a:spLocks noGrp="1"/>
          </p:cNvSpPr>
          <p:nvPr>
            <p:ph type="title"/>
          </p:nvPr>
        </p:nvSpPr>
        <p:spPr/>
        <p:txBody>
          <a:bodyPr>
            <a:noAutofit/>
          </a:bodyPr>
          <a:lstStyle/>
          <a:p>
            <a:pPr algn="l"/>
            <a:r>
              <a:rPr lang="en-US"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3" name="Text Placeholder 2">
            <a:extLst>
              <a:ext uri="{FF2B5EF4-FFF2-40B4-BE49-F238E27FC236}">
                <a16:creationId xmlns:a16="http://schemas.microsoft.com/office/drawing/2014/main" id="{A1E99885-F840-334C-8943-277D01A69ABE}"/>
              </a:ext>
            </a:extLst>
          </p:cNvPr>
          <p:cNvSpPr>
            <a:spLocks noGrp="1"/>
          </p:cNvSpPr>
          <p:nvPr>
            <p:ph type="body" orient="vert" idx="1"/>
          </p:nvPr>
        </p:nvSpPr>
        <p:spPr>
          <a:xfrm>
            <a:off x="576073" y="2057400"/>
            <a:ext cx="4380938" cy="3962400"/>
          </a:xfrm>
        </p:spPr>
        <p:txBody>
          <a:bodyPr/>
          <a:lstStyle/>
          <a:p>
            <a:pPr marL="0" indent="0">
              <a:buNone/>
            </a:pP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Quis nostrud exerci tation ullamcorper suscipit lobortis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nisl</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ut aliquip ex commodo consequat. </a:t>
            </a:r>
          </a:p>
          <a:p>
            <a:pPr marL="0" indent="0">
              <a:buNone/>
            </a:pP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Duis autem vel eum iriure dolor in hendrerit in vulputate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velit</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esse</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molestie</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consequat, vel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illum</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dolore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eu</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feugiat</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nulla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facilisis</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Qui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blandit</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praesent</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luptatum</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zzril</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delenit</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augue</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duis</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dolore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te</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feugait</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nulla </a:t>
            </a:r>
            <a:r>
              <a:rPr lang="en-US" sz="1600" dirty="0" err="1">
                <a:solidFill>
                  <a:schemeClr val="bg1">
                    <a:lumMod val="50000"/>
                  </a:schemeClr>
                </a:solidFill>
                <a:latin typeface="+mn-lt"/>
                <a:ea typeface="FedEx Sans App Condensed" panose="020B0606020203020204" pitchFamily="34" charset="0"/>
                <a:cs typeface="FedEx Sans App Condensed" panose="020B0606020203020204" pitchFamily="34" charset="0"/>
              </a:rPr>
              <a:t>facilisi</a:t>
            </a:r>
            <a:r>
              <a:rPr lang="en-US" sz="1600" dirty="0">
                <a:solidFill>
                  <a:schemeClr val="bg1">
                    <a:lumMod val="50000"/>
                  </a:schemeClr>
                </a:solidFill>
                <a:latin typeface="+mn-lt"/>
                <a:ea typeface="FedEx Sans App Condensed" panose="020B0606020203020204" pitchFamily="34" charset="0"/>
                <a:cs typeface="FedEx Sans App Condensed" panose="020B0606020203020204" pitchFamily="34" charset="0"/>
              </a:rPr>
              <a:t>. </a:t>
            </a:r>
          </a:p>
          <a:p>
            <a:pPr lvl="2"/>
            <a:endParaRPr lang="en-US" dirty="0">
              <a:solidFill>
                <a:schemeClr val="bg1">
                  <a:lumMod val="50000"/>
                </a:schemeClr>
              </a:solidFill>
              <a:latin typeface="+mn-lt"/>
            </a:endParaRPr>
          </a:p>
          <a:p>
            <a:endParaRPr lang="en-US" dirty="0">
              <a:solidFill>
                <a:schemeClr val="bg1">
                  <a:lumMod val="50000"/>
                </a:schemeClr>
              </a:solidFill>
              <a:latin typeface="+mn-lt"/>
            </a:endParaRPr>
          </a:p>
        </p:txBody>
      </p:sp>
      <p:sp>
        <p:nvSpPr>
          <p:cNvPr id="6" name="Slide Number Placeholder 5">
            <a:extLst>
              <a:ext uri="{FF2B5EF4-FFF2-40B4-BE49-F238E27FC236}">
                <a16:creationId xmlns:a16="http://schemas.microsoft.com/office/drawing/2014/main" id="{F1BCE801-C1FC-304A-BE68-F5BCC444F1C1}"/>
              </a:ext>
            </a:extLst>
          </p:cNvPr>
          <p:cNvSpPr>
            <a:spLocks noGrp="1"/>
          </p:cNvSpPr>
          <p:nvPr>
            <p:ph type="sldNum" sz="quarter" idx="12"/>
          </p:nvPr>
        </p:nvSpPr>
        <p:spPr>
          <a:xfrm>
            <a:off x="11483884" y="6430020"/>
            <a:ext cx="365760" cy="182880"/>
          </a:xfrm>
        </p:spPr>
        <p:txBody>
          <a:bodyPr/>
          <a:lstStyle/>
          <a:p>
            <a:fld id="{64B53FD8-04EE-4F67-B5CA-77D45BC12F90}" type="slidenum">
              <a:rPr lang="en-US" sz="1000" smtClean="0">
                <a:latin typeface="+mn-lt"/>
                <a:ea typeface="FedEx Sans App Condensed" panose="020B0606020203020204" pitchFamily="34" charset="0"/>
                <a:cs typeface="FedEx Sans App Condensed" panose="020B0606020203020204" pitchFamily="34" charset="0"/>
              </a:rPr>
              <a:pPr/>
              <a:t>16</a:t>
            </a:fld>
            <a:endParaRPr lang="en-US" sz="1000" dirty="0">
              <a:latin typeface="+mn-lt"/>
              <a:ea typeface="FedEx Sans App Condensed" panose="020B0606020203020204" pitchFamily="34" charset="0"/>
              <a:cs typeface="FedEx Sans App Condensed" panose="020B0606020203020204" pitchFamily="34" charset="0"/>
            </a:endParaRPr>
          </a:p>
        </p:txBody>
      </p:sp>
      <p:graphicFrame>
        <p:nvGraphicFramePr>
          <p:cNvPr id="7" name="Content Placeholder 10">
            <a:extLst>
              <a:ext uri="{FF2B5EF4-FFF2-40B4-BE49-F238E27FC236}">
                <a16:creationId xmlns:a16="http://schemas.microsoft.com/office/drawing/2014/main" id="{53003A71-F163-9B4E-AD09-3A83F697275E}"/>
              </a:ext>
            </a:extLst>
          </p:cNvPr>
          <p:cNvGraphicFramePr>
            <a:graphicFrameLocks/>
          </p:cNvGraphicFramePr>
          <p:nvPr>
            <p:extLst>
              <p:ext uri="{D42A27DB-BD31-4B8C-83A1-F6EECF244321}">
                <p14:modId xmlns:p14="http://schemas.microsoft.com/office/powerpoint/2010/main" val="3757916609"/>
              </p:ext>
            </p:extLst>
          </p:nvPr>
        </p:nvGraphicFramePr>
        <p:xfrm>
          <a:off x="5775158" y="402622"/>
          <a:ext cx="5826292" cy="6052756"/>
        </p:xfrm>
        <a:graphic>
          <a:graphicData uri="http://schemas.openxmlformats.org/drawingml/2006/chart">
            <c:chart xmlns:c="http://schemas.openxmlformats.org/drawingml/2006/chart" xmlns:r="http://schemas.openxmlformats.org/officeDocument/2006/relationships" r:id="rId3"/>
          </a:graphicData>
        </a:graphic>
      </p:graphicFrame>
      <p:sp>
        <p:nvSpPr>
          <p:cNvPr id="10" name="Footer Placeholder 2">
            <a:extLst>
              <a:ext uri="{FF2B5EF4-FFF2-40B4-BE49-F238E27FC236}">
                <a16:creationId xmlns:a16="http://schemas.microsoft.com/office/drawing/2014/main" id="{A0F03B17-7010-4C79-A46B-673EF6378EC5}"/>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3185507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981461057"/>
              </p:ext>
            </p:extLst>
          </p:nvPr>
        </p:nvGraphicFramePr>
        <p:xfrm>
          <a:off x="216903" y="1676073"/>
          <a:ext cx="11758193" cy="4865521"/>
        </p:xfrm>
        <a:graphic>
          <a:graphicData uri="http://schemas.openxmlformats.org/drawingml/2006/chart">
            <c:chart xmlns:c="http://schemas.openxmlformats.org/drawingml/2006/chart" xmlns:r="http://schemas.openxmlformats.org/officeDocument/2006/relationships" r:id="rId3"/>
          </a:graphicData>
        </a:graphic>
      </p:graphicFrame>
      <p:sp>
        <p:nvSpPr>
          <p:cNvPr id="8" name="Slide Number Placeholder 7"/>
          <p:cNvSpPr>
            <a:spLocks noGrp="1"/>
          </p:cNvSpPr>
          <p:nvPr>
            <p:ph type="sldNum" sz="quarter" idx="12"/>
          </p:nvPr>
        </p:nvSpPr>
        <p:spPr>
          <a:xfrm>
            <a:off x="11486053" y="6438900"/>
            <a:ext cx="365125" cy="182563"/>
          </a:xfrm>
        </p:spPr>
        <p:txBody>
          <a:bodyPr/>
          <a:lstStyle/>
          <a:p>
            <a:pPr eaLnBrk="0" hangingPunct="0">
              <a:lnSpc>
                <a:spcPct val="100000"/>
              </a:lnSpc>
              <a:spcBef>
                <a:spcPct val="0"/>
              </a:spcBef>
              <a:spcAft>
                <a:spcPts val="600"/>
              </a:spcAft>
              <a:defRPr/>
            </a:pPr>
            <a:fld id="{039833E3-2DB9-4BEE-B686-F543F57A0C08}" type="slidenum">
              <a:rPr lang="en-US" sz="1000" smtClean="0">
                <a:latin typeface="+mn-lt"/>
                <a:ea typeface="FedEx Sans App Condensed" panose="020B0606020203020204" pitchFamily="34" charset="0"/>
                <a:cs typeface="FedEx Sans App Condensed" panose="020B0606020203020204" pitchFamily="34" charset="0"/>
              </a:rPr>
              <a:pPr eaLnBrk="0" hangingPunct="0">
                <a:lnSpc>
                  <a:spcPct val="100000"/>
                </a:lnSpc>
                <a:spcBef>
                  <a:spcPct val="0"/>
                </a:spcBef>
                <a:spcAft>
                  <a:spcPts val="600"/>
                </a:spcAft>
                <a:defRPr/>
              </a:pPr>
              <a:t>17</a:t>
            </a:fld>
            <a:endParaRPr lang="en-US" sz="1000" dirty="0">
              <a:latin typeface="+mn-lt"/>
              <a:ea typeface="FedEx Sans App Condensed" panose="020B0606020203020204" pitchFamily="34" charset="0"/>
              <a:cs typeface="FedEx Sans App Condensed" panose="020B0606020203020204" pitchFamily="34" charset="0"/>
            </a:endParaRPr>
          </a:p>
        </p:txBody>
      </p:sp>
      <p:sp>
        <p:nvSpPr>
          <p:cNvPr id="6" name="TextBox 5">
            <a:extLst>
              <a:ext uri="{FF2B5EF4-FFF2-40B4-BE49-F238E27FC236}">
                <a16:creationId xmlns:a16="http://schemas.microsoft.com/office/drawing/2014/main" id="{D87D1D0B-C67F-4E51-873A-E687DEE7962E}"/>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10" name="Footer Placeholder 2">
            <a:extLst>
              <a:ext uri="{FF2B5EF4-FFF2-40B4-BE49-F238E27FC236}">
                <a16:creationId xmlns:a16="http://schemas.microsoft.com/office/drawing/2014/main" id="{3003BFD2-31A2-4FB4-8E53-556E5E1920A0}"/>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pPr eaLnBrk="0" hangingPunct="0">
              <a:lnSpc>
                <a:spcPct val="100000"/>
              </a:lnSpc>
              <a:spcBef>
                <a:spcPct val="0"/>
              </a:spcBef>
              <a:defRPr/>
            </a:pPr>
            <a:fld id="{039833E3-2DB9-4BEE-B686-F543F57A0C08}" type="slidenum">
              <a:rPr lang="en-US" smtClean="0">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18</a:t>
            </a:fld>
            <a:endParaRPr lang="en-US" dirty="0">
              <a:ea typeface="FedEx Sans App Condensed" panose="020B0606020203020204" pitchFamily="34" charset="0"/>
              <a:cs typeface="FedEx Sans App Condensed" panose="020B0606020203020204" pitchFamily="34" charset="0"/>
            </a:endParaRPr>
          </a:p>
        </p:txBody>
      </p:sp>
      <p:sp>
        <p:nvSpPr>
          <p:cNvPr id="3" name="Subtitle 2">
            <a:extLst>
              <a:ext uri="{FF2B5EF4-FFF2-40B4-BE49-F238E27FC236}">
                <a16:creationId xmlns:a16="http://schemas.microsoft.com/office/drawing/2014/main" id="{28F04792-54FD-594A-9809-6F50B55DF8F3}"/>
              </a:ext>
            </a:extLst>
          </p:cNvPr>
          <p:cNvSpPr>
            <a:spLocks noGrp="1"/>
          </p:cNvSpPr>
          <p:nvPr>
            <p:ph type="subTitle" sz="quarter" idx="1"/>
          </p:nvPr>
        </p:nvSpPr>
        <p:spPr/>
        <p:txBody>
          <a:bodyPr/>
          <a:lstStyle/>
          <a:p>
            <a:endParaRPr lang="en-US" dirty="0">
              <a:latin typeface="FedEx Sans Medium" panose="020B0703020203020204" pitchFamily="34" charset="0"/>
              <a:ea typeface="FedEx Sans Medium" panose="020B0703020203020204" pitchFamily="34" charset="0"/>
              <a:cs typeface="FedEx Sans Medium" panose="020B0703020203020204" pitchFamily="34" charset="0"/>
            </a:endParaRPr>
          </a:p>
        </p:txBody>
      </p:sp>
      <p:sp>
        <p:nvSpPr>
          <p:cNvPr id="5" name="Title 4">
            <a:extLst>
              <a:ext uri="{FF2B5EF4-FFF2-40B4-BE49-F238E27FC236}">
                <a16:creationId xmlns:a16="http://schemas.microsoft.com/office/drawing/2014/main" id="{31E5462C-2D8E-8C44-AA71-7F53D90261C3}"/>
              </a:ext>
            </a:extLst>
          </p:cNvPr>
          <p:cNvSpPr>
            <a:spLocks noGrp="1"/>
          </p:cNvSpPr>
          <p:nvPr>
            <p:ph type="ctrTitle" sz="quarter"/>
          </p:nvPr>
        </p:nvSpPr>
        <p:spPr>
          <a:xfrm>
            <a:off x="563634" y="2797081"/>
            <a:ext cx="2259079" cy="618631"/>
          </a:xfrm>
        </p:spPr>
        <p:txBody>
          <a:bodyPr/>
          <a:lstStyle/>
          <a:p>
            <a:endParaRPr lang="en-US" sz="3800" dirty="0">
              <a:latin typeface="FedEx Sans Light" panose="020B0403020203020204" pitchFamily="34" charset="0"/>
              <a:ea typeface="FedEx Sans Light" panose="020B0403020203020204" pitchFamily="34" charset="0"/>
              <a:cs typeface="FedEx Sans Light" panose="020B0403020203020204" pitchFamily="34" charset="0"/>
            </a:endParaRPr>
          </a:p>
        </p:txBody>
      </p:sp>
      <p:graphicFrame>
        <p:nvGraphicFramePr>
          <p:cNvPr id="9" name="Content Placeholder 8"/>
          <p:cNvGraphicFramePr>
            <a:graphicFrameLocks noGrp="1"/>
          </p:cNvGraphicFramePr>
          <p:nvPr>
            <p:ph type="chart" sz="quarter" idx="4294967295"/>
            <p:extLst>
              <p:ext uri="{D42A27DB-BD31-4B8C-83A1-F6EECF244321}">
                <p14:modId xmlns:p14="http://schemas.microsoft.com/office/powerpoint/2010/main" val="3783946867"/>
              </p:ext>
            </p:extLst>
          </p:nvPr>
        </p:nvGraphicFramePr>
        <p:xfrm>
          <a:off x="4156075" y="1981200"/>
          <a:ext cx="8035925" cy="3392488"/>
        </p:xfrm>
        <a:graphic>
          <a:graphicData uri="http://schemas.openxmlformats.org/drawingml/2006/chart">
            <c:chart xmlns:c="http://schemas.openxmlformats.org/drawingml/2006/chart" xmlns:r="http://schemas.openxmlformats.org/officeDocument/2006/relationships" r:id="rId3"/>
          </a:graphicData>
        </a:graphic>
      </p:graphicFrame>
      <p:sp>
        <p:nvSpPr>
          <p:cNvPr id="11" name="Footer Placeholder 2">
            <a:extLst>
              <a:ext uri="{FF2B5EF4-FFF2-40B4-BE49-F238E27FC236}">
                <a16:creationId xmlns:a16="http://schemas.microsoft.com/office/drawing/2014/main" id="{0E6455AB-E0AA-F249-85F5-0213AE702DD8}"/>
              </a:ext>
            </a:extLst>
          </p:cNvPr>
          <p:cNvSpPr txBox="1">
            <a:spLocks/>
          </p:cNvSpPr>
          <p:nvPr/>
        </p:nvSpPr>
        <p:spPr>
          <a:xfrm>
            <a:off x="1792987" y="6310101"/>
            <a:ext cx="2059451" cy="487051"/>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8255BA-E92C-4C4B-938B-1993C08D1F72}"/>
              </a:ext>
            </a:extLst>
          </p:cNvPr>
          <p:cNvSpPr>
            <a:spLocks noGrp="1"/>
          </p:cNvSpPr>
          <p:nvPr>
            <p:ph type="body" sz="quarter" idx="25"/>
          </p:nvPr>
        </p:nvSpPr>
        <p:spPr>
          <a:xfrm>
            <a:off x="8077200" y="571500"/>
            <a:ext cx="3543300" cy="5448300"/>
          </a:xfrm>
        </p:spPr>
        <p:txBody>
          <a:bodyPr/>
          <a:lstStyle/>
          <a:p>
            <a:r>
              <a:rPr lang="en-US" dirty="0"/>
              <a:t>Sit amet, consectetuer adipiscing elit sed diam nonummy nibh</a:t>
            </a:r>
          </a:p>
          <a:p>
            <a:pPr lvl="3"/>
            <a:r>
              <a:rPr lang="en-US" dirty="0"/>
              <a:t>Quis nostrud exerci tation ullamcorper suscipit lobortis </a:t>
            </a:r>
            <a:r>
              <a:rPr lang="en-US" dirty="0" err="1"/>
              <a:t>nisl</a:t>
            </a:r>
            <a:r>
              <a:rPr lang="en-US" dirty="0"/>
              <a:t> ut aliquip ex</a:t>
            </a:r>
          </a:p>
          <a:p>
            <a:pPr lvl="4"/>
            <a:r>
              <a:rPr lang="en-US" dirty="0" err="1"/>
              <a:t>Esse</a:t>
            </a:r>
            <a:r>
              <a:rPr lang="en-US" dirty="0"/>
              <a:t> </a:t>
            </a:r>
            <a:r>
              <a:rPr lang="en-US" dirty="0" err="1"/>
              <a:t>molestie</a:t>
            </a:r>
            <a:r>
              <a:rPr lang="en-US" dirty="0"/>
              <a:t> consequat, vel </a:t>
            </a:r>
            <a:r>
              <a:rPr lang="en-US" dirty="0" err="1"/>
              <a:t>illum</a:t>
            </a:r>
            <a:r>
              <a:rPr lang="en-US" dirty="0"/>
              <a:t> dolore </a:t>
            </a:r>
            <a:r>
              <a:rPr lang="en-US" dirty="0" err="1"/>
              <a:t>eu</a:t>
            </a:r>
            <a:r>
              <a:rPr lang="en-US" dirty="0"/>
              <a:t> </a:t>
            </a:r>
            <a:r>
              <a:rPr lang="en-US" dirty="0" err="1"/>
              <a:t>feugiat</a:t>
            </a:r>
            <a:r>
              <a:rPr lang="en-US" dirty="0"/>
              <a:t> nulla </a:t>
            </a:r>
          </a:p>
          <a:p>
            <a:pPr lvl="4"/>
            <a:r>
              <a:rPr lang="en-US" dirty="0" err="1"/>
              <a:t>Dignissim</a:t>
            </a:r>
            <a:r>
              <a:rPr lang="en-US" dirty="0"/>
              <a:t> qui </a:t>
            </a:r>
            <a:r>
              <a:rPr lang="en-US" dirty="0" err="1"/>
              <a:t>blandit</a:t>
            </a:r>
            <a:r>
              <a:rPr lang="en-US" dirty="0"/>
              <a:t> present</a:t>
            </a:r>
          </a:p>
          <a:p>
            <a:pPr lvl="5"/>
            <a:r>
              <a:rPr lang="en-US" dirty="0"/>
              <a:t>Sit amet, consectetuer elit, sed diam nonummy </a:t>
            </a:r>
          </a:p>
          <a:p>
            <a:pPr lvl="3"/>
            <a:r>
              <a:rPr lang="en-US" dirty="0"/>
              <a:t>Nibh euismod </a:t>
            </a:r>
            <a:r>
              <a:rPr lang="en-US" dirty="0" err="1"/>
              <a:t>quis</a:t>
            </a:r>
            <a:r>
              <a:rPr lang="en-US" dirty="0"/>
              <a:t> nostrud exerci </a:t>
            </a:r>
            <a:r>
              <a:rPr lang="en-US" dirty="0" err="1"/>
              <a:t>dignissim</a:t>
            </a:r>
            <a:r>
              <a:rPr lang="en-US" dirty="0"/>
              <a:t> qui </a:t>
            </a:r>
            <a:r>
              <a:rPr lang="en-US" dirty="0" err="1"/>
              <a:t>blandit</a:t>
            </a:r>
            <a:endParaRPr lang="en-US" dirty="0"/>
          </a:p>
          <a:p>
            <a:pPr lvl="3"/>
            <a:r>
              <a:rPr lang="en-US" dirty="0" err="1"/>
              <a:t>Luptatum</a:t>
            </a:r>
            <a:r>
              <a:rPr lang="en-US" dirty="0"/>
              <a:t> </a:t>
            </a:r>
            <a:r>
              <a:rPr lang="en-US" dirty="0" err="1"/>
              <a:t>zzril</a:t>
            </a:r>
            <a:r>
              <a:rPr lang="en-US" dirty="0"/>
              <a:t> </a:t>
            </a:r>
            <a:r>
              <a:rPr lang="en-US" dirty="0" err="1"/>
              <a:t>delenit</a:t>
            </a:r>
            <a:r>
              <a:rPr lang="en-US" dirty="0"/>
              <a:t> </a:t>
            </a:r>
            <a:r>
              <a:rPr lang="en-US" dirty="0" err="1"/>
              <a:t>augue</a:t>
            </a:r>
            <a:r>
              <a:rPr lang="en-US" dirty="0"/>
              <a:t> present</a:t>
            </a:r>
          </a:p>
          <a:p>
            <a:r>
              <a:rPr lang="en-US" dirty="0"/>
              <a:t>Lorem ipsum dolor sit amet </a:t>
            </a:r>
          </a:p>
          <a:p>
            <a:pPr lvl="3"/>
            <a:r>
              <a:rPr lang="en-US" dirty="0"/>
              <a:t>Sit amet, consectetuer elit, sed diam nonummy euismod </a:t>
            </a:r>
          </a:p>
          <a:p>
            <a:pPr lvl="3"/>
            <a:r>
              <a:rPr lang="en-US" dirty="0"/>
              <a:t>Quis nostrud exerci </a:t>
            </a:r>
            <a:r>
              <a:rPr lang="en-US" dirty="0" err="1"/>
              <a:t>delenit</a:t>
            </a:r>
            <a:r>
              <a:rPr lang="en-US" dirty="0"/>
              <a:t> </a:t>
            </a:r>
            <a:r>
              <a:rPr lang="en-US" dirty="0" err="1"/>
              <a:t>augue</a:t>
            </a:r>
            <a:r>
              <a:rPr lang="en-US" dirty="0"/>
              <a:t> </a:t>
            </a:r>
            <a:r>
              <a:rPr lang="en-US" dirty="0" err="1"/>
              <a:t>praesent</a:t>
            </a:r>
            <a:endParaRPr lang="en-US" dirty="0"/>
          </a:p>
          <a:p>
            <a:endParaRPr lang="en-US" dirty="0"/>
          </a:p>
        </p:txBody>
      </p:sp>
      <p:sp>
        <p:nvSpPr>
          <p:cNvPr id="5" name="Slide Number Placeholder 4">
            <a:extLst>
              <a:ext uri="{FF2B5EF4-FFF2-40B4-BE49-F238E27FC236}">
                <a16:creationId xmlns:a16="http://schemas.microsoft.com/office/drawing/2014/main" id="{16FC50F4-42E0-C143-B08D-854AC091F755}"/>
              </a:ext>
            </a:extLst>
          </p:cNvPr>
          <p:cNvSpPr>
            <a:spLocks noGrp="1"/>
          </p:cNvSpPr>
          <p:nvPr>
            <p:ph type="sldNum" sz="quarter" idx="27"/>
          </p:nvPr>
        </p:nvSpPr>
        <p:spPr>
          <a:xfrm>
            <a:off x="9982200" y="6374929"/>
            <a:ext cx="1638300" cy="219635"/>
          </a:xfrm>
        </p:spPr>
        <p:txBody>
          <a:bodyPr/>
          <a:lstStyle/>
          <a:p>
            <a:pPr algn="r"/>
            <a:fld id="{64B53FD8-04EE-4F67-B5CA-77D45BC12F90}" type="slidenum">
              <a:rPr lang="en-US" sz="1000" smtClean="0">
                <a:solidFill>
                  <a:srgbClr val="8E8E8E"/>
                </a:solidFill>
                <a:latin typeface="FedEx Sans Regular (Body)"/>
              </a:rPr>
              <a:pPr algn="r"/>
              <a:t>19</a:t>
            </a:fld>
            <a:endParaRPr lang="en-US" sz="1000" dirty="0">
              <a:solidFill>
                <a:srgbClr val="8E8E8E"/>
              </a:solidFill>
              <a:latin typeface="FedEx Sans Regular (Body)"/>
            </a:endParaRPr>
          </a:p>
        </p:txBody>
      </p:sp>
      <p:sp>
        <p:nvSpPr>
          <p:cNvPr id="9" name="Footer Placeholder 2">
            <a:extLst>
              <a:ext uri="{FF2B5EF4-FFF2-40B4-BE49-F238E27FC236}">
                <a16:creationId xmlns:a16="http://schemas.microsoft.com/office/drawing/2014/main" id="{39BC6F64-3334-4F67-8C4C-8F4D4B978CFA}"/>
              </a:ext>
            </a:extLst>
          </p:cNvPr>
          <p:cNvSpPr txBox="1">
            <a:spLocks/>
          </p:cNvSpPr>
          <p:nvPr/>
        </p:nvSpPr>
        <p:spPr>
          <a:xfrm>
            <a:off x="1792987" y="6310101"/>
            <a:ext cx="2059451" cy="487051"/>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graphicFrame>
        <p:nvGraphicFramePr>
          <p:cNvPr id="10" name="Content Placeholder 8">
            <a:extLst>
              <a:ext uri="{FF2B5EF4-FFF2-40B4-BE49-F238E27FC236}">
                <a16:creationId xmlns:a16="http://schemas.microsoft.com/office/drawing/2014/main" id="{046A7B4C-F607-4F89-A550-C7603B4B285D}"/>
              </a:ext>
            </a:extLst>
          </p:cNvPr>
          <p:cNvGraphicFramePr>
            <a:graphicFrameLocks/>
          </p:cNvGraphicFramePr>
          <p:nvPr>
            <p:extLst>
              <p:ext uri="{D42A27DB-BD31-4B8C-83A1-F6EECF244321}">
                <p14:modId xmlns:p14="http://schemas.microsoft.com/office/powerpoint/2010/main" val="3026279221"/>
              </p:ext>
            </p:extLst>
          </p:nvPr>
        </p:nvGraphicFramePr>
        <p:xfrm>
          <a:off x="138112" y="571501"/>
          <a:ext cx="8035925" cy="54483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53921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pPr eaLnBrk="0" hangingPunct="0">
              <a:lnSpc>
                <a:spcPct val="100000"/>
              </a:lnSpc>
              <a:spcBef>
                <a:spcPct val="0"/>
              </a:spcBef>
              <a:defRPr/>
            </a:pPr>
            <a:fld id="{039833E3-2DB9-4BEE-B686-F543F57A0C08}" type="slidenum">
              <a:rPr lang="en-US" smtClean="0">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20</a:t>
            </a:fld>
            <a:endParaRPr lang="en-US" dirty="0">
              <a:ea typeface="FedEx Sans App Condensed" panose="020B0606020203020204" pitchFamily="34" charset="0"/>
              <a:cs typeface="FedEx Sans App Condensed" panose="020B0606020203020204" pitchFamily="34" charset="0"/>
            </a:endParaRPr>
          </a:p>
        </p:txBody>
      </p:sp>
      <p:sp>
        <p:nvSpPr>
          <p:cNvPr id="3" name="Subtitle 2">
            <a:extLst>
              <a:ext uri="{FF2B5EF4-FFF2-40B4-BE49-F238E27FC236}">
                <a16:creationId xmlns:a16="http://schemas.microsoft.com/office/drawing/2014/main" id="{FE551D92-C071-F247-B985-7E5ACB22FC69}"/>
              </a:ext>
            </a:extLst>
          </p:cNvPr>
          <p:cNvSpPr>
            <a:spLocks noGrp="1"/>
          </p:cNvSpPr>
          <p:nvPr>
            <p:ph type="subTitle" sz="quarter" idx="1"/>
          </p:nvPr>
        </p:nvSpPr>
        <p:spPr/>
        <p:txBody>
          <a:bodyPr/>
          <a:lstStyle/>
          <a:p>
            <a:endParaRPr lang="en-US" dirty="0">
              <a:latin typeface="FedEx Sans Medium" panose="020B0703020203020204" pitchFamily="34" charset="0"/>
              <a:ea typeface="FedEx Sans Medium" panose="020B0703020203020204" pitchFamily="34" charset="0"/>
              <a:cs typeface="FedEx Sans Medium" panose="020B0703020203020204" pitchFamily="34" charset="0"/>
            </a:endParaRPr>
          </a:p>
        </p:txBody>
      </p:sp>
      <p:sp>
        <p:nvSpPr>
          <p:cNvPr id="5" name="Title 4">
            <a:extLst>
              <a:ext uri="{FF2B5EF4-FFF2-40B4-BE49-F238E27FC236}">
                <a16:creationId xmlns:a16="http://schemas.microsoft.com/office/drawing/2014/main" id="{999DCEA9-9506-4F44-AA3A-78EC06119E1C}"/>
              </a:ext>
            </a:extLst>
          </p:cNvPr>
          <p:cNvSpPr>
            <a:spLocks noGrp="1"/>
          </p:cNvSpPr>
          <p:nvPr>
            <p:ph type="ctrTitle" sz="quarter"/>
          </p:nvPr>
        </p:nvSpPr>
        <p:spPr>
          <a:xfrm>
            <a:off x="563634" y="2797081"/>
            <a:ext cx="2259079" cy="618631"/>
          </a:xfrm>
        </p:spPr>
        <p:txBody>
          <a:bodyPr/>
          <a:lstStyle/>
          <a:p>
            <a:endParaRPr lang="en-US" sz="3800" dirty="0">
              <a:latin typeface="FedEx Sans Light" panose="020B0403020203020204" pitchFamily="34" charset="0"/>
              <a:ea typeface="FedEx Sans Light" panose="020B0403020203020204" pitchFamily="34" charset="0"/>
              <a:cs typeface="FedEx Sans Light" panose="020B0403020203020204" pitchFamily="34" charset="0"/>
            </a:endParaRPr>
          </a:p>
        </p:txBody>
      </p:sp>
      <p:graphicFrame>
        <p:nvGraphicFramePr>
          <p:cNvPr id="9" name="Content Placeholder 8"/>
          <p:cNvGraphicFramePr>
            <a:graphicFrameLocks noGrp="1"/>
          </p:cNvGraphicFramePr>
          <p:nvPr>
            <p:ph type="chart" sz="quarter" idx="4294967295"/>
            <p:extLst>
              <p:ext uri="{D42A27DB-BD31-4B8C-83A1-F6EECF244321}">
                <p14:modId xmlns:p14="http://schemas.microsoft.com/office/powerpoint/2010/main" val="2433520654"/>
              </p:ext>
            </p:extLst>
          </p:nvPr>
        </p:nvGraphicFramePr>
        <p:xfrm>
          <a:off x="4157558" y="1771817"/>
          <a:ext cx="8034442" cy="3314366"/>
        </p:xfrm>
        <a:graphic>
          <a:graphicData uri="http://schemas.openxmlformats.org/drawingml/2006/chart">
            <c:chart xmlns:c="http://schemas.openxmlformats.org/drawingml/2006/chart" xmlns:r="http://schemas.openxmlformats.org/officeDocument/2006/relationships" r:id="rId3"/>
          </a:graphicData>
        </a:graphic>
      </p:graphicFrame>
      <p:sp>
        <p:nvSpPr>
          <p:cNvPr id="10" name="Footer Placeholder 2">
            <a:extLst>
              <a:ext uri="{FF2B5EF4-FFF2-40B4-BE49-F238E27FC236}">
                <a16:creationId xmlns:a16="http://schemas.microsoft.com/office/drawing/2014/main" id="{953BDC32-2AB3-F440-839E-BD77358C2E4D}"/>
              </a:ext>
            </a:extLst>
          </p:cNvPr>
          <p:cNvSpPr txBox="1">
            <a:spLocks/>
          </p:cNvSpPr>
          <p:nvPr/>
        </p:nvSpPr>
        <p:spPr>
          <a:xfrm>
            <a:off x="1792987" y="6310101"/>
            <a:ext cx="2059451" cy="487051"/>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3C468-8BEB-7448-B7AC-2EAA9F0CB9B3}"/>
              </a:ext>
            </a:extLst>
          </p:cNvPr>
          <p:cNvSpPr>
            <a:spLocks noGrp="1"/>
          </p:cNvSpPr>
          <p:nvPr>
            <p:ph type="title"/>
          </p:nvPr>
        </p:nvSpPr>
        <p:spPr>
          <a:xfrm>
            <a:off x="571500" y="571501"/>
            <a:ext cx="5410200" cy="1104900"/>
          </a:xfrm>
        </p:spPr>
        <p:txBody>
          <a:bodyPr/>
          <a:lstStyle/>
          <a:p>
            <a:r>
              <a:rPr lang="en-US"/>
              <a:t>Title goes here FedEx Sans Light 38 pt.</a:t>
            </a:r>
          </a:p>
        </p:txBody>
      </p:sp>
      <p:sp>
        <p:nvSpPr>
          <p:cNvPr id="3" name="Text Placeholder 2">
            <a:extLst>
              <a:ext uri="{FF2B5EF4-FFF2-40B4-BE49-F238E27FC236}">
                <a16:creationId xmlns:a16="http://schemas.microsoft.com/office/drawing/2014/main" id="{00B73814-48F2-AB42-8694-EF7B8314EAA5}"/>
              </a:ext>
            </a:extLst>
          </p:cNvPr>
          <p:cNvSpPr>
            <a:spLocks noGrp="1"/>
          </p:cNvSpPr>
          <p:nvPr>
            <p:ph type="body" sz="quarter" idx="16"/>
          </p:nvPr>
        </p:nvSpPr>
        <p:spPr>
          <a:xfrm>
            <a:off x="6496050" y="0"/>
            <a:ext cx="5695950" cy="6858000"/>
          </a:xfrm>
        </p:spPr>
        <p:txBody>
          <a:bodyPr/>
          <a:lstStyle/>
          <a:p>
            <a:pPr lvl="2"/>
            <a:r>
              <a:rPr lang="en-US" dirty="0"/>
              <a:t>“Sit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dolore magna </a:t>
            </a:r>
            <a:r>
              <a:rPr lang="en-US" dirty="0" err="1"/>
              <a:t>erat</a:t>
            </a:r>
            <a:r>
              <a:rPr lang="en-US" dirty="0"/>
              <a:t>.”</a:t>
            </a:r>
          </a:p>
          <a:p>
            <a:pPr lvl="1"/>
            <a:r>
              <a:rPr lang="en-US" dirty="0"/>
              <a:t>– Quote attribution </a:t>
            </a:r>
          </a:p>
          <a:p>
            <a:pPr lvl="2"/>
            <a:r>
              <a:rPr lang="en-US" dirty="0"/>
              <a:t>“</a:t>
            </a:r>
            <a:r>
              <a:rPr lang="en-US" dirty="0" err="1"/>
              <a:t>Quis</a:t>
            </a:r>
            <a:r>
              <a:rPr lang="en-US" dirty="0"/>
              <a:t> </a:t>
            </a:r>
            <a:r>
              <a:rPr lang="en-US" dirty="0" err="1"/>
              <a:t>nostrud</a:t>
            </a:r>
            <a:r>
              <a:rPr lang="en-US" dirty="0"/>
              <a:t> </a:t>
            </a:r>
            <a:r>
              <a:rPr lang="en-US" dirty="0" err="1"/>
              <a:t>exerci</a:t>
            </a:r>
            <a:r>
              <a:rPr lang="en-US" dirty="0"/>
              <a:t> </a:t>
            </a:r>
            <a:r>
              <a:rPr lang="en-US" dirty="0" err="1"/>
              <a:t>tation</a:t>
            </a:r>
            <a:r>
              <a:rPr lang="en-US" dirty="0"/>
              <a:t> </a:t>
            </a:r>
            <a:r>
              <a:rPr lang="en-US" dirty="0" err="1"/>
              <a:t>ullamcorper</a:t>
            </a:r>
            <a:r>
              <a:rPr lang="en-US" dirty="0"/>
              <a:t> </a:t>
            </a:r>
            <a:r>
              <a:rPr lang="en-US" dirty="0" err="1"/>
              <a:t>suscipit</a:t>
            </a:r>
            <a:r>
              <a:rPr lang="en-US" dirty="0"/>
              <a:t> </a:t>
            </a:r>
            <a:r>
              <a:rPr lang="en-US" dirty="0" err="1"/>
              <a:t>lobortis</a:t>
            </a:r>
            <a:r>
              <a:rPr lang="en-US" dirty="0"/>
              <a:t> </a:t>
            </a:r>
            <a:r>
              <a:rPr lang="en-US" dirty="0" err="1"/>
              <a:t>nisl</a:t>
            </a:r>
            <a:r>
              <a:rPr lang="en-US" dirty="0"/>
              <a:t> </a:t>
            </a:r>
            <a:r>
              <a:rPr lang="en-US" dirty="0" err="1"/>
              <a:t>ut</a:t>
            </a:r>
            <a:r>
              <a:rPr lang="en-US" dirty="0"/>
              <a:t> </a:t>
            </a:r>
            <a:r>
              <a:rPr lang="en-US" dirty="0" err="1"/>
              <a:t>aliquip</a:t>
            </a:r>
            <a:r>
              <a:rPr lang="en-US" dirty="0"/>
              <a:t> ex </a:t>
            </a:r>
            <a:r>
              <a:rPr lang="en-US" dirty="0" err="1"/>
              <a:t>commodo</a:t>
            </a:r>
            <a:r>
              <a:rPr lang="en-US" dirty="0"/>
              <a:t> </a:t>
            </a:r>
            <a:r>
              <a:rPr lang="en-US" dirty="0" err="1"/>
              <a:t>consequat</a:t>
            </a:r>
            <a:r>
              <a:rPr lang="en-US" dirty="0"/>
              <a:t>. Duis </a:t>
            </a:r>
            <a:r>
              <a:rPr lang="en-US" dirty="0" err="1"/>
              <a:t>autem</a:t>
            </a:r>
            <a:r>
              <a:rPr lang="en-US" dirty="0"/>
              <a:t> vel </a:t>
            </a:r>
            <a:r>
              <a:rPr lang="en-US" dirty="0" err="1"/>
              <a:t>eum</a:t>
            </a:r>
            <a:r>
              <a:rPr lang="en-US" dirty="0"/>
              <a:t> </a:t>
            </a:r>
            <a:r>
              <a:rPr lang="en-US" dirty="0" err="1"/>
              <a:t>iriure</a:t>
            </a:r>
            <a:r>
              <a:rPr lang="en-US" dirty="0"/>
              <a:t> dolor in </a:t>
            </a:r>
            <a:r>
              <a:rPr lang="en-US" dirty="0" err="1"/>
              <a:t>hendrerit</a:t>
            </a:r>
            <a:r>
              <a:rPr lang="en-US" dirty="0"/>
              <a:t> in </a:t>
            </a:r>
            <a:r>
              <a:rPr lang="en-US" dirty="0" err="1"/>
              <a:t>vulputate</a:t>
            </a:r>
            <a:r>
              <a:rPr lang="en-US" dirty="0"/>
              <a:t> </a:t>
            </a:r>
            <a:r>
              <a:rPr lang="en-US" dirty="0" err="1"/>
              <a:t>velit</a:t>
            </a:r>
            <a:r>
              <a:rPr lang="en-US" dirty="0"/>
              <a:t> </a:t>
            </a:r>
            <a:r>
              <a:rPr lang="en-US" dirty="0" err="1"/>
              <a:t>esse</a:t>
            </a:r>
            <a:r>
              <a:rPr lang="en-US" dirty="0"/>
              <a:t> </a:t>
            </a:r>
            <a:r>
              <a:rPr lang="en-US" dirty="0" err="1"/>
              <a:t>molestie</a:t>
            </a:r>
            <a:r>
              <a:rPr lang="en-US" dirty="0"/>
              <a:t> </a:t>
            </a:r>
            <a:r>
              <a:rPr lang="en-US" dirty="0" err="1"/>
              <a:t>consequat</a:t>
            </a:r>
            <a:r>
              <a:rPr lang="en-US" dirty="0"/>
              <a:t>, vel </a:t>
            </a:r>
            <a:r>
              <a:rPr lang="en-US" dirty="0" err="1"/>
              <a:t>illum</a:t>
            </a:r>
            <a:r>
              <a:rPr lang="en-US" dirty="0"/>
              <a:t>.”</a:t>
            </a:r>
          </a:p>
          <a:p>
            <a:pPr lvl="1"/>
            <a:r>
              <a:rPr lang="en-US" dirty="0"/>
              <a:t>– Quote attribution </a:t>
            </a:r>
          </a:p>
          <a:p>
            <a:pPr lvl="2"/>
            <a:r>
              <a:rPr lang="en-US" dirty="0"/>
              <a:t>“</a:t>
            </a:r>
            <a:r>
              <a:rPr lang="en-US" dirty="0" err="1"/>
              <a:t>Dignissim</a:t>
            </a:r>
            <a:r>
              <a:rPr lang="en-US" dirty="0"/>
              <a:t> qui </a:t>
            </a:r>
            <a:r>
              <a:rPr lang="en-US" dirty="0" err="1"/>
              <a:t>blandit</a:t>
            </a:r>
            <a:r>
              <a:rPr lang="en-US" dirty="0"/>
              <a:t> </a:t>
            </a:r>
            <a:r>
              <a:rPr lang="en-US" dirty="0" err="1"/>
              <a:t>praesent</a:t>
            </a:r>
            <a:r>
              <a:rPr lang="en-US" dirty="0"/>
              <a:t> </a:t>
            </a:r>
            <a:r>
              <a:rPr lang="en-US" dirty="0" err="1"/>
              <a:t>luptatum</a:t>
            </a:r>
            <a:r>
              <a:rPr lang="en-US" dirty="0"/>
              <a:t> </a:t>
            </a:r>
            <a:r>
              <a:rPr lang="en-US" dirty="0" err="1"/>
              <a:t>zzril</a:t>
            </a:r>
            <a:r>
              <a:rPr lang="en-US" dirty="0"/>
              <a:t> </a:t>
            </a:r>
            <a:r>
              <a:rPr lang="en-US" dirty="0" err="1"/>
              <a:t>delenit</a:t>
            </a:r>
            <a:r>
              <a:rPr lang="en-US" dirty="0"/>
              <a:t> </a:t>
            </a:r>
            <a:r>
              <a:rPr lang="en-US" dirty="0" err="1"/>
              <a:t>augue</a:t>
            </a:r>
            <a:r>
              <a:rPr lang="en-US" dirty="0"/>
              <a:t> </a:t>
            </a:r>
            <a:r>
              <a:rPr lang="en-US" dirty="0" err="1"/>
              <a:t>duis</a:t>
            </a:r>
            <a:r>
              <a:rPr lang="en-US" dirty="0"/>
              <a:t> dolore </a:t>
            </a:r>
            <a:r>
              <a:rPr lang="en-US" dirty="0" err="1"/>
              <a:t>te</a:t>
            </a:r>
            <a:r>
              <a:rPr lang="en-US" dirty="0"/>
              <a:t> </a:t>
            </a:r>
            <a:r>
              <a:rPr lang="en-US" dirty="0" err="1"/>
              <a:t>feugait</a:t>
            </a:r>
            <a:r>
              <a:rPr lang="en-US" dirty="0"/>
              <a:t> </a:t>
            </a:r>
            <a:r>
              <a:rPr lang="en-US" dirty="0" err="1"/>
              <a:t>nulla</a:t>
            </a:r>
            <a:r>
              <a:rPr lang="en-US" dirty="0"/>
              <a:t> </a:t>
            </a:r>
            <a:r>
              <a:rPr lang="en-US" dirty="0" err="1"/>
              <a:t>facilisi</a:t>
            </a:r>
            <a:r>
              <a:rPr lang="en-US" dirty="0"/>
              <a:t>.”</a:t>
            </a:r>
          </a:p>
          <a:p>
            <a:pPr lvl="1"/>
            <a:r>
              <a:rPr lang="en-US" dirty="0"/>
              <a:t>– Quote attribution</a:t>
            </a:r>
          </a:p>
          <a:p>
            <a:endParaRPr lang="en-US" dirty="0"/>
          </a:p>
        </p:txBody>
      </p:sp>
      <p:sp>
        <p:nvSpPr>
          <p:cNvPr id="6" name="Slide Number Placeholder 5">
            <a:extLst>
              <a:ext uri="{FF2B5EF4-FFF2-40B4-BE49-F238E27FC236}">
                <a16:creationId xmlns:a16="http://schemas.microsoft.com/office/drawing/2014/main" id="{69261F9A-894A-0B49-830E-20B458955396}"/>
              </a:ext>
            </a:extLst>
          </p:cNvPr>
          <p:cNvSpPr>
            <a:spLocks noGrp="1"/>
          </p:cNvSpPr>
          <p:nvPr>
            <p:ph type="sldNum" sz="quarter" idx="19"/>
          </p:nvPr>
        </p:nvSpPr>
        <p:spPr>
          <a:xfrm>
            <a:off x="9982200" y="6374929"/>
            <a:ext cx="1638300" cy="219635"/>
          </a:xfrm>
        </p:spPr>
        <p:txBody>
          <a:bodyPr/>
          <a:lstStyle/>
          <a:p>
            <a:pPr algn="r"/>
            <a:fld id="{64B53FD8-04EE-4F67-B5CA-77D45BC12F90}" type="slidenum">
              <a:rPr lang="en-US" sz="1000" smtClean="0">
                <a:latin typeface="+mn-lt"/>
              </a:rPr>
              <a:pPr algn="r"/>
              <a:t>21</a:t>
            </a:fld>
            <a:endParaRPr lang="en-US" sz="1000" dirty="0">
              <a:latin typeface="+mn-lt"/>
            </a:endParaRPr>
          </a:p>
        </p:txBody>
      </p:sp>
      <p:graphicFrame>
        <p:nvGraphicFramePr>
          <p:cNvPr id="9" name="Content Placeholder 8">
            <a:extLst>
              <a:ext uri="{FF2B5EF4-FFF2-40B4-BE49-F238E27FC236}">
                <a16:creationId xmlns:a16="http://schemas.microsoft.com/office/drawing/2014/main" id="{EE971498-849A-45B5-871C-2E4CAA41F1B0}"/>
              </a:ext>
            </a:extLst>
          </p:cNvPr>
          <p:cNvGraphicFramePr>
            <a:graphicFrameLocks/>
          </p:cNvGraphicFramePr>
          <p:nvPr>
            <p:extLst>
              <p:ext uri="{D42A27DB-BD31-4B8C-83A1-F6EECF244321}">
                <p14:modId xmlns:p14="http://schemas.microsoft.com/office/powerpoint/2010/main" val="2816644529"/>
              </p:ext>
            </p:extLst>
          </p:nvPr>
        </p:nvGraphicFramePr>
        <p:xfrm>
          <a:off x="257175" y="2105024"/>
          <a:ext cx="6038850" cy="4181475"/>
        </p:xfrm>
        <a:graphic>
          <a:graphicData uri="http://schemas.openxmlformats.org/drawingml/2006/chart">
            <c:chart xmlns:c="http://schemas.openxmlformats.org/drawingml/2006/chart" xmlns:r="http://schemas.openxmlformats.org/officeDocument/2006/relationships" r:id="rId2"/>
          </a:graphicData>
        </a:graphic>
      </p:graphicFrame>
      <p:sp>
        <p:nvSpPr>
          <p:cNvPr id="10" name="Footer Placeholder 2">
            <a:extLst>
              <a:ext uri="{FF2B5EF4-FFF2-40B4-BE49-F238E27FC236}">
                <a16:creationId xmlns:a16="http://schemas.microsoft.com/office/drawing/2014/main" id="{C893C5BE-E8D4-4B80-92E9-C4D05171D8F9}"/>
              </a:ext>
            </a:extLst>
          </p:cNvPr>
          <p:cNvSpPr txBox="1">
            <a:spLocks/>
          </p:cNvSpPr>
          <p:nvPr/>
        </p:nvSpPr>
        <p:spPr>
          <a:xfrm>
            <a:off x="1792987" y="6310101"/>
            <a:ext cx="2059451" cy="487051"/>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2029061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eaLnBrk="0" hangingPunct="0">
              <a:lnSpc>
                <a:spcPct val="100000"/>
              </a:lnSpc>
              <a:spcBef>
                <a:spcPct val="0"/>
              </a:spcBef>
              <a:defRPr/>
            </a:pPr>
            <a:fld id="{039833E3-2DB9-4BEE-B686-F543F57A0C08}" type="slidenum">
              <a:rPr lang="en-US" smtClean="0">
                <a:ea typeface="FedEx Sans App Condensed" panose="020B0606020203020204" pitchFamily="34" charset="0"/>
                <a:cs typeface="FedEx Sans App Condensed" panose="020B0606020203020204" pitchFamily="34" charset="0"/>
              </a:rPr>
              <a:pPr eaLnBrk="0" hangingPunct="0">
                <a:lnSpc>
                  <a:spcPct val="100000"/>
                </a:lnSpc>
                <a:spcBef>
                  <a:spcPct val="0"/>
                </a:spcBef>
                <a:defRPr/>
              </a:pPr>
              <a:t>22</a:t>
            </a:fld>
            <a:endParaRPr lang="en-US" dirty="0">
              <a:ea typeface="FedEx Sans App Condensed" panose="020B0606020203020204" pitchFamily="34" charset="0"/>
              <a:cs typeface="FedEx Sans App Condensed" panose="020B0606020203020204" pitchFamily="34" charset="0"/>
            </a:endParaRPr>
          </a:p>
        </p:txBody>
      </p:sp>
      <p:sp>
        <p:nvSpPr>
          <p:cNvPr id="18" name="Subtitle 17">
            <a:extLst>
              <a:ext uri="{FF2B5EF4-FFF2-40B4-BE49-F238E27FC236}">
                <a16:creationId xmlns:a16="http://schemas.microsoft.com/office/drawing/2014/main" id="{12DB3A65-B878-5F4C-B5E5-DD9EA039325C}"/>
              </a:ext>
            </a:extLst>
          </p:cNvPr>
          <p:cNvSpPr>
            <a:spLocks noGrp="1"/>
          </p:cNvSpPr>
          <p:nvPr>
            <p:ph type="subTitle" sz="quarter" idx="1"/>
          </p:nvPr>
        </p:nvSpPr>
        <p:spPr/>
        <p:txBody>
          <a:bodyPr/>
          <a:lstStyle/>
          <a:p>
            <a:endParaRPr lang="en-US" dirty="0">
              <a:latin typeface="FedEx Sans Medium" panose="020B0703020203020204" pitchFamily="34" charset="0"/>
              <a:ea typeface="FedEx Sans Medium" panose="020B0703020203020204" pitchFamily="34" charset="0"/>
              <a:cs typeface="FedEx Sans Medium" panose="020B0703020203020204" pitchFamily="34" charset="0"/>
            </a:endParaRPr>
          </a:p>
        </p:txBody>
      </p:sp>
      <p:sp>
        <p:nvSpPr>
          <p:cNvPr id="17" name="Title 16">
            <a:extLst>
              <a:ext uri="{FF2B5EF4-FFF2-40B4-BE49-F238E27FC236}">
                <a16:creationId xmlns:a16="http://schemas.microsoft.com/office/drawing/2014/main" id="{3811030B-3658-3049-ACEA-2DC921A44B46}"/>
              </a:ext>
            </a:extLst>
          </p:cNvPr>
          <p:cNvSpPr>
            <a:spLocks noGrp="1"/>
          </p:cNvSpPr>
          <p:nvPr>
            <p:ph type="ctrTitle" sz="quarter"/>
          </p:nvPr>
        </p:nvSpPr>
        <p:spPr>
          <a:xfrm>
            <a:off x="563634" y="2797081"/>
            <a:ext cx="2259079" cy="618631"/>
          </a:xfrm>
        </p:spPr>
        <p:txBody>
          <a:bodyPr/>
          <a:lstStyle/>
          <a:p>
            <a:endParaRPr lang="en-US" sz="3800" dirty="0">
              <a:latin typeface="FedEx Sans Light" panose="020B0403020203020204" pitchFamily="34" charset="0"/>
              <a:ea typeface="FedEx Sans Light" panose="020B0403020203020204" pitchFamily="34" charset="0"/>
              <a:cs typeface="FedEx Sans Light" panose="020B0403020203020204" pitchFamily="34" charset="0"/>
            </a:endParaRPr>
          </a:p>
        </p:txBody>
      </p:sp>
      <p:graphicFrame>
        <p:nvGraphicFramePr>
          <p:cNvPr id="9" name="Content Placeholder 8"/>
          <p:cNvGraphicFramePr>
            <a:graphicFrameLocks noGrp="1"/>
          </p:cNvGraphicFramePr>
          <p:nvPr>
            <p:ph type="chart" sz="quarter" idx="4294967295"/>
            <p:extLst>
              <p:ext uri="{D42A27DB-BD31-4B8C-83A1-F6EECF244321}">
                <p14:modId xmlns:p14="http://schemas.microsoft.com/office/powerpoint/2010/main" val="171310100"/>
              </p:ext>
            </p:extLst>
          </p:nvPr>
        </p:nvGraphicFramePr>
        <p:xfrm>
          <a:off x="4122895" y="1443788"/>
          <a:ext cx="8069105" cy="4391527"/>
        </p:xfrm>
        <a:graphic>
          <a:graphicData uri="http://schemas.openxmlformats.org/drawingml/2006/chart">
            <c:chart xmlns:c="http://schemas.openxmlformats.org/drawingml/2006/chart" xmlns:r="http://schemas.openxmlformats.org/officeDocument/2006/relationships" r:id="rId3"/>
          </a:graphicData>
        </a:graphic>
      </p:graphicFrame>
      <p:sp>
        <p:nvSpPr>
          <p:cNvPr id="8" name="Footer Placeholder 2">
            <a:extLst>
              <a:ext uri="{FF2B5EF4-FFF2-40B4-BE49-F238E27FC236}">
                <a16:creationId xmlns:a16="http://schemas.microsoft.com/office/drawing/2014/main" id="{8169F59B-941A-6D42-BA93-E44CA2539744}"/>
              </a:ext>
            </a:extLst>
          </p:cNvPr>
          <p:cNvSpPr txBox="1">
            <a:spLocks/>
          </p:cNvSpPr>
          <p:nvPr/>
        </p:nvSpPr>
        <p:spPr>
          <a:xfrm>
            <a:off x="1792987" y="6310101"/>
            <a:ext cx="2059451" cy="487051"/>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a:xfrm>
            <a:off x="11434988" y="6438900"/>
            <a:ext cx="365125" cy="182563"/>
          </a:xfrm>
        </p:spPr>
        <p:txBody>
          <a:bodyPr wrap="square" anchor="b">
            <a:noAutofit/>
          </a:bodyPr>
          <a:lstStyle/>
          <a:p>
            <a:pPr eaLnBrk="0" hangingPunct="0">
              <a:spcBef>
                <a:spcPct val="0"/>
              </a:spcBef>
              <a:spcAft>
                <a:spcPts val="600"/>
              </a:spcAft>
              <a:defRPr/>
            </a:pPr>
            <a:fld id="{039833E3-2DB9-4BEE-B686-F543F57A0C08}" type="slidenum">
              <a:rPr lang="en-US" smtClean="0">
                <a:latin typeface="+mn-lt"/>
                <a:ea typeface="FedEx Sans App Condensed" panose="020B0606020203020204" pitchFamily="34" charset="0"/>
                <a:cs typeface="FedEx Sans App Condensed" panose="020B0606020203020204" pitchFamily="34" charset="0"/>
              </a:rPr>
              <a:pPr eaLnBrk="0" hangingPunct="0">
                <a:spcBef>
                  <a:spcPct val="0"/>
                </a:spcBef>
                <a:spcAft>
                  <a:spcPts val="600"/>
                </a:spcAft>
                <a:defRPr/>
              </a:pPr>
              <a:t>23</a:t>
            </a:fld>
            <a:endParaRPr lang="en-US" dirty="0">
              <a:latin typeface="+mn-lt"/>
              <a:ea typeface="FedEx Sans App Condensed" panose="020B0606020203020204" pitchFamily="34" charset="0"/>
              <a:cs typeface="FedEx Sans App Condensed" panose="020B0606020203020204" pitchFamily="34" charset="0"/>
            </a:endParaRPr>
          </a:p>
        </p:txBody>
      </p:sp>
      <p:graphicFrame>
        <p:nvGraphicFramePr>
          <p:cNvPr id="10" name="Content Placeholder 12"/>
          <p:cNvGraphicFramePr>
            <a:graphicFrameLocks noGrp="1"/>
          </p:cNvGraphicFramePr>
          <p:nvPr>
            <p:ph idx="4294967295"/>
            <p:extLst>
              <p:ext uri="{D42A27DB-BD31-4B8C-83A1-F6EECF244321}">
                <p14:modId xmlns:p14="http://schemas.microsoft.com/office/powerpoint/2010/main" val="918962789"/>
              </p:ext>
            </p:extLst>
          </p:nvPr>
        </p:nvGraphicFramePr>
        <p:xfrm>
          <a:off x="810342" y="1630579"/>
          <a:ext cx="10499343" cy="4206244"/>
        </p:xfrm>
        <a:graphic>
          <a:graphicData uri="http://schemas.openxmlformats.org/drawingml/2006/table">
            <a:tbl>
              <a:tblPr firstRow="1" firstCol="1" bandRow="1">
                <a:noFill/>
                <a:tableStyleId>{2D5ABB26-0587-4C30-8999-92F81FD0307C}</a:tableStyleId>
              </a:tblPr>
              <a:tblGrid>
                <a:gridCol w="2926433">
                  <a:extLst>
                    <a:ext uri="{9D8B030D-6E8A-4147-A177-3AD203B41FA5}">
                      <a16:colId xmlns:a16="http://schemas.microsoft.com/office/drawing/2014/main" val="20000"/>
                    </a:ext>
                  </a:extLst>
                </a:gridCol>
                <a:gridCol w="1514582">
                  <a:extLst>
                    <a:ext uri="{9D8B030D-6E8A-4147-A177-3AD203B41FA5}">
                      <a16:colId xmlns:a16="http://schemas.microsoft.com/office/drawing/2014/main" val="20001"/>
                    </a:ext>
                  </a:extLst>
                </a:gridCol>
                <a:gridCol w="1514582">
                  <a:extLst>
                    <a:ext uri="{9D8B030D-6E8A-4147-A177-3AD203B41FA5}">
                      <a16:colId xmlns:a16="http://schemas.microsoft.com/office/drawing/2014/main" val="20002"/>
                    </a:ext>
                  </a:extLst>
                </a:gridCol>
                <a:gridCol w="1514582">
                  <a:extLst>
                    <a:ext uri="{9D8B030D-6E8A-4147-A177-3AD203B41FA5}">
                      <a16:colId xmlns:a16="http://schemas.microsoft.com/office/drawing/2014/main" val="20003"/>
                    </a:ext>
                  </a:extLst>
                </a:gridCol>
                <a:gridCol w="1514582">
                  <a:extLst>
                    <a:ext uri="{9D8B030D-6E8A-4147-A177-3AD203B41FA5}">
                      <a16:colId xmlns:a16="http://schemas.microsoft.com/office/drawing/2014/main" val="20004"/>
                    </a:ext>
                  </a:extLst>
                </a:gridCol>
                <a:gridCol w="1514582">
                  <a:extLst>
                    <a:ext uri="{9D8B030D-6E8A-4147-A177-3AD203B41FA5}">
                      <a16:colId xmlns:a16="http://schemas.microsoft.com/office/drawing/2014/main" val="20005"/>
                    </a:ext>
                  </a:extLst>
                </a:gridCol>
              </a:tblGrid>
              <a:tr h="418213">
                <a:tc>
                  <a:txBody>
                    <a:bodyPr/>
                    <a:lstStyle/>
                    <a:p>
                      <a:endParaRPr lang="en-US" sz="1800" b="0" i="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R w="12700" cap="flat" cmpd="sng" algn="ctr">
                      <a:solidFill>
                        <a:schemeClr val="tx1">
                          <a:lumMod val="50000"/>
                        </a:schemeClr>
                      </a:solidFill>
                      <a:prstDash val="solid"/>
                      <a:round/>
                      <a:headEnd type="none" w="med" len="med"/>
                      <a:tailEnd type="none" w="med" len="med"/>
                    </a:lnR>
                  </a:tcPr>
                </a:tc>
                <a:tc>
                  <a:txBody>
                    <a:bodyPr/>
                    <a:lstStyle/>
                    <a:p>
                      <a:pPr algn="r"/>
                      <a:r>
                        <a:rPr lang="en-US" sz="1800" b="0" i="0" dirty="0">
                          <a:solidFill>
                            <a:schemeClr val="bg1"/>
                          </a:solidFill>
                          <a:latin typeface="+mn-lt"/>
                          <a:ea typeface="FedEx Sans App Condensed" panose="020B0606020203020204" pitchFamily="34" charset="0"/>
                          <a:cs typeface="FedEx Sans App Condensed" panose="020B0606020203020204" pitchFamily="34" charset="0"/>
                        </a:rPr>
                        <a:t>2008</a:t>
                      </a:r>
                    </a:p>
                  </a:txBody>
                  <a:tcPr marL="80208" marR="80208" marT="54672" marB="54672" anchor="ctr">
                    <a:lnL w="12700" cap="flat" cmpd="sng" algn="ctr">
                      <a:solidFill>
                        <a:schemeClr val="tx1">
                          <a:lumMod val="50000"/>
                        </a:schemeClr>
                      </a:solidFill>
                      <a:prstDash val="solid"/>
                      <a:round/>
                      <a:headEnd type="none" w="med" len="med"/>
                      <a:tailEnd type="none" w="med" len="med"/>
                    </a:lnL>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solidFill>
                      <a:schemeClr val="tx2"/>
                    </a:solidFill>
                  </a:tcPr>
                </a:tc>
                <a:tc>
                  <a:txBody>
                    <a:bodyPr/>
                    <a:lstStyle/>
                    <a:p>
                      <a:pPr algn="r"/>
                      <a:r>
                        <a:rPr lang="en-US" sz="1800" b="0" i="0" dirty="0">
                          <a:solidFill>
                            <a:schemeClr val="bg1"/>
                          </a:solidFill>
                          <a:latin typeface="+mn-lt"/>
                          <a:ea typeface="FedEx Sans App Condensed" panose="020B0606020203020204" pitchFamily="34" charset="0"/>
                          <a:cs typeface="FedEx Sans App Condensed" panose="020B0606020203020204" pitchFamily="34" charset="0"/>
                        </a:rPr>
                        <a:t>2009</a:t>
                      </a:r>
                    </a:p>
                  </a:txBody>
                  <a:tcPr marL="80208" marR="80208" marT="54672" marB="54672" anchor="ct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solidFill>
                      <a:schemeClr val="tx2"/>
                    </a:solidFill>
                  </a:tcPr>
                </a:tc>
                <a:tc>
                  <a:txBody>
                    <a:bodyPr/>
                    <a:lstStyle/>
                    <a:p>
                      <a:pPr algn="r"/>
                      <a:r>
                        <a:rPr lang="en-US" sz="1800" b="0" i="0" dirty="0">
                          <a:solidFill>
                            <a:schemeClr val="bg1"/>
                          </a:solidFill>
                          <a:latin typeface="+mn-lt"/>
                          <a:ea typeface="FedEx Sans App Condensed" panose="020B0606020203020204" pitchFamily="34" charset="0"/>
                          <a:cs typeface="FedEx Sans App Condensed" panose="020B0606020203020204" pitchFamily="34" charset="0"/>
                        </a:rPr>
                        <a:t>2010</a:t>
                      </a:r>
                    </a:p>
                  </a:txBody>
                  <a:tcPr marL="80208" marR="80208" marT="54672" marB="54672" anchor="ct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solidFill>
                      <a:schemeClr val="tx2"/>
                    </a:solidFill>
                  </a:tcPr>
                </a:tc>
                <a:tc>
                  <a:txBody>
                    <a:bodyPr/>
                    <a:lstStyle/>
                    <a:p>
                      <a:pPr algn="r"/>
                      <a:r>
                        <a:rPr lang="en-US" sz="1800" b="0" i="0" dirty="0">
                          <a:solidFill>
                            <a:schemeClr val="bg1"/>
                          </a:solidFill>
                          <a:latin typeface="+mn-lt"/>
                          <a:ea typeface="FedEx Sans App Condensed" panose="020B0606020203020204" pitchFamily="34" charset="0"/>
                          <a:cs typeface="FedEx Sans App Condensed" panose="020B0606020203020204" pitchFamily="34" charset="0"/>
                        </a:rPr>
                        <a:t>2011</a:t>
                      </a:r>
                    </a:p>
                  </a:txBody>
                  <a:tcPr marL="80208" marR="80208" marT="54672" marB="54672" anchor="ct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solidFill>
                      <a:schemeClr val="tx2"/>
                    </a:solidFill>
                  </a:tcPr>
                </a:tc>
                <a:tc>
                  <a:txBody>
                    <a:bodyPr/>
                    <a:lstStyle/>
                    <a:p>
                      <a:pPr algn="r"/>
                      <a:r>
                        <a:rPr lang="en-US" sz="1800" b="0" i="0" dirty="0">
                          <a:solidFill>
                            <a:schemeClr val="bg1"/>
                          </a:solidFill>
                          <a:latin typeface="+mn-lt"/>
                          <a:ea typeface="FedEx Sans App Condensed" panose="020B0606020203020204" pitchFamily="34" charset="0"/>
                          <a:cs typeface="FedEx Sans App Condensed" panose="020B0606020203020204" pitchFamily="34" charset="0"/>
                        </a:rPr>
                        <a:t>2012</a:t>
                      </a:r>
                    </a:p>
                  </a:txBody>
                  <a:tcPr marL="80208" marR="80208" marT="54672" marB="54672" anchor="ctr">
                    <a:lnR w="12700" cap="flat" cmpd="sng" algn="ctr">
                      <a:solidFill>
                        <a:schemeClr val="tx1">
                          <a:lumMod val="50000"/>
                        </a:schemeClr>
                      </a:solid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lumMod val="5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35.4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35.3</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345.3</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24.5</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extLst>
                  <a:ext uri="{0D108BD9-81ED-4DB2-BD59-A6C34878D82A}">
                    <a16:rowId xmlns:a16="http://schemas.microsoft.com/office/drawing/2014/main" val="10001"/>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23.4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8.2</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345.3</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marL="0" algn="r" defTabSz="914400" rtl="0" eaLnBrk="1" latinLnBrk="0" hangingPunct="1"/>
                      <a:r>
                        <a:rPr lang="en-US" sz="1800" b="0" i="0" kern="1200" dirty="0">
                          <a:solidFill>
                            <a:schemeClr val="bg2"/>
                          </a:solidFill>
                          <a:latin typeface="+mj-lt"/>
                          <a:ea typeface="FedEx Sans App Condensed" panose="020B0606020203020204" pitchFamily="34" charset="0"/>
                          <a:cs typeface="FedEx Sans App Condensed" panose="020B0606020203020204" pitchFamily="34" charset="0"/>
                        </a:rPr>
                        <a:t>35.4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ADA"/>
                    </a:solidFill>
                  </a:tcPr>
                </a:tc>
                <a:tc>
                  <a:txBody>
                    <a:bodyPr/>
                    <a:lstStyle/>
                    <a:p>
                      <a:pPr marL="0" algn="r" defTabSz="914400" rtl="0" eaLnBrk="1" latinLnBrk="0" hangingPunct="1"/>
                      <a:r>
                        <a:rPr lang="en-US" sz="1800" b="0" i="0" kern="1200" dirty="0">
                          <a:solidFill>
                            <a:schemeClr val="tx2"/>
                          </a:solidFill>
                          <a:latin typeface="+mj-lt"/>
                          <a:ea typeface="FedEx Sans App Condensed" panose="020B0606020203020204" pitchFamily="34" charset="0"/>
                          <a:cs typeface="FedEx Sans App Condensed" panose="020B0606020203020204" pitchFamily="34" charset="0"/>
                        </a:rPr>
                        <a:t>35.3</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ADA"/>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2"/>
                          </a:solidFill>
                          <a:latin typeface="+mj-lt"/>
                          <a:ea typeface="FedEx Sans App Condensed" panose="020B0606020203020204" pitchFamily="34" charset="0"/>
                          <a:cs typeface="FedEx Sans App Condensed" panose="020B0606020203020204" pitchFamily="34" charset="0"/>
                        </a:rPr>
                        <a:t>35</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ADA"/>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2"/>
                          </a:solidFill>
                          <a:latin typeface="+mj-lt"/>
                          <a:ea typeface="FedEx Sans App Condensed" panose="020B0606020203020204" pitchFamily="34" charset="0"/>
                          <a:cs typeface="FedEx Sans App Condensed" panose="020B0606020203020204" pitchFamily="34" charset="0"/>
                        </a:rPr>
                        <a:t>45.2</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ADA"/>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tx2"/>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DADA"/>
                    </a:solidFill>
                  </a:tcPr>
                </a:tc>
                <a:extLst>
                  <a:ext uri="{0D108BD9-81ED-4DB2-BD59-A6C34878D82A}">
                    <a16:rowId xmlns:a16="http://schemas.microsoft.com/office/drawing/2014/main" val="10003"/>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23.4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8.2</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35.4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35.3</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345.3</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extLst>
                  <a:ext uri="{0D108BD9-81ED-4DB2-BD59-A6C34878D82A}">
                    <a16:rowId xmlns:a16="http://schemas.microsoft.com/office/drawing/2014/main" val="10005"/>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23.4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8.2</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algn="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35.4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extLst>
                  <a:ext uri="{0D108BD9-81ED-4DB2-BD59-A6C34878D82A}">
                    <a16:rowId xmlns:a16="http://schemas.microsoft.com/office/drawing/2014/main" val="10007"/>
                  </a:ext>
                </a:extLst>
              </a:tr>
              <a:tr h="418213">
                <a:tc>
                  <a:txBody>
                    <a:bodyPr/>
                    <a:lstStyle/>
                    <a:p>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23.4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4423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Lorem ipsum dolor sit</a:t>
                      </a:r>
                    </a:p>
                  </a:txBody>
                  <a:tcPr marL="80208" marR="80208" marT="54672" marB="54672" anchor="ctr">
                    <a:lnR w="12700" cap="flat" cmpd="sng" algn="ctr">
                      <a:solidFill>
                        <a:schemeClr val="tx1"/>
                      </a:solidFill>
                      <a:prstDash val="solid"/>
                      <a:round/>
                      <a:headEnd type="none" w="med" len="med"/>
                      <a:tailEnd type="none" w="med" len="med"/>
                    </a:lnR>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rPr>
                        <a:t>35.4</a:t>
                      </a: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en-US" sz="1800" b="0" i="0" dirty="0">
                        <a:solidFill>
                          <a:schemeClr val="bg1">
                            <a:lumMod val="50000"/>
                          </a:schemeClr>
                        </a:solidFill>
                        <a:latin typeface="+mn-lt"/>
                        <a:ea typeface="FedEx Sans App Condensed" panose="020B0606020203020204" pitchFamily="34" charset="0"/>
                        <a:cs typeface="FedEx Sans App Condensed" panose="020B0606020203020204" pitchFamily="34" charset="0"/>
                      </a:endParaRPr>
                    </a:p>
                  </a:txBody>
                  <a:tcPr marL="80208" marR="80208" marT="54672" marB="54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0000"/>
                      </a:schemeClr>
                    </a:solidFill>
                  </a:tcPr>
                </a:tc>
                <a:extLst>
                  <a:ext uri="{0D108BD9-81ED-4DB2-BD59-A6C34878D82A}">
                    <a16:rowId xmlns:a16="http://schemas.microsoft.com/office/drawing/2014/main" val="10009"/>
                  </a:ext>
                </a:extLst>
              </a:tr>
            </a:tbl>
          </a:graphicData>
        </a:graphic>
      </p:graphicFrame>
      <p:sp>
        <p:nvSpPr>
          <p:cNvPr id="6" name="TextBox 5">
            <a:extLst>
              <a:ext uri="{FF2B5EF4-FFF2-40B4-BE49-F238E27FC236}">
                <a16:creationId xmlns:a16="http://schemas.microsoft.com/office/drawing/2014/main" id="{9F89B270-6052-474E-BC43-B07A5E8FC35C}"/>
              </a:ext>
            </a:extLst>
          </p:cNvPr>
          <p:cNvSpPr txBox="1"/>
          <p:nvPr/>
        </p:nvSpPr>
        <p:spPr>
          <a:xfrm>
            <a:off x="1" y="514587"/>
            <a:ext cx="12191998" cy="677108"/>
          </a:xfrm>
          <a:prstGeom prst="rect">
            <a:avLst/>
          </a:prstGeom>
          <a:noFill/>
        </p:spPr>
        <p:txBody>
          <a:bodyPr wrap="square" rtlCol="0">
            <a:spAutoFit/>
          </a:bodyPr>
          <a:lstStyle/>
          <a:p>
            <a:pPr algn="ctr"/>
            <a:r>
              <a:rPr lang="en-US" sz="3800" dirty="0">
                <a:solidFill>
                  <a:srgbClr val="4D148C"/>
                </a:solidFill>
                <a:latin typeface="FedEx Sans Light" panose="020B0403020203020204" pitchFamily="34" charset="0"/>
                <a:ea typeface="FedEx Sans Light" panose="020B0403020203020204" pitchFamily="34" charset="0"/>
                <a:cs typeface="FedEx Sans Light" panose="020B0403020203020204" pitchFamily="34" charset="0"/>
              </a:rPr>
              <a:t>Title goes here FedEx Sans Light 38 pt.</a:t>
            </a:r>
          </a:p>
        </p:txBody>
      </p:sp>
      <p:sp>
        <p:nvSpPr>
          <p:cNvPr id="7" name="Footer Placeholder 2">
            <a:extLst>
              <a:ext uri="{FF2B5EF4-FFF2-40B4-BE49-F238E27FC236}">
                <a16:creationId xmlns:a16="http://schemas.microsoft.com/office/drawing/2014/main" id="{7790C5F1-0FE7-4A97-8621-45F11BF8683B}"/>
              </a:ext>
            </a:extLst>
          </p:cNvPr>
          <p:cNvSpPr txBox="1">
            <a:spLocks/>
          </p:cNvSpPr>
          <p:nvPr/>
        </p:nvSpPr>
        <p:spPr>
          <a:xfrm>
            <a:off x="308759" y="6337615"/>
            <a:ext cx="3543300" cy="277426"/>
          </a:xfrm>
          <a:prstGeom prst="rect">
            <a:avLst/>
          </a:prstGeom>
        </p:spPr>
        <p:txBody>
          <a:bodyPr/>
          <a:lstStyle>
            <a:defPPr>
              <a:defRPr lang="en-US"/>
            </a:defPPr>
            <a:lvl1pPr algn="ctr" rtl="0" fontAlgn="base">
              <a:lnSpc>
                <a:spcPct val="90000"/>
              </a:lnSpc>
              <a:spcBef>
                <a:spcPct val="50000"/>
              </a:spcBef>
              <a:spcAft>
                <a:spcPct val="0"/>
              </a:spcAft>
              <a:defRPr kern="1200">
                <a:solidFill>
                  <a:schemeClr val="tx1"/>
                </a:solidFill>
                <a:latin typeface="Arial" charset="0"/>
                <a:ea typeface="+mn-ea"/>
                <a:cs typeface="+mn-cs"/>
              </a:defRPr>
            </a:lvl1pPr>
            <a:lvl2pPr marL="457200" algn="ctr" rtl="0" fontAlgn="base">
              <a:lnSpc>
                <a:spcPct val="90000"/>
              </a:lnSpc>
              <a:spcBef>
                <a:spcPct val="50000"/>
              </a:spcBef>
              <a:spcAft>
                <a:spcPct val="0"/>
              </a:spcAft>
              <a:defRPr kern="1200">
                <a:solidFill>
                  <a:schemeClr val="tx1"/>
                </a:solidFill>
                <a:latin typeface="Arial" charset="0"/>
                <a:ea typeface="+mn-ea"/>
                <a:cs typeface="+mn-cs"/>
              </a:defRPr>
            </a:lvl2pPr>
            <a:lvl3pPr marL="914400" algn="ctr" rtl="0" fontAlgn="base">
              <a:lnSpc>
                <a:spcPct val="90000"/>
              </a:lnSpc>
              <a:spcBef>
                <a:spcPct val="50000"/>
              </a:spcBef>
              <a:spcAft>
                <a:spcPct val="0"/>
              </a:spcAft>
              <a:defRPr kern="1200">
                <a:solidFill>
                  <a:schemeClr val="tx1"/>
                </a:solidFill>
                <a:latin typeface="Arial" charset="0"/>
                <a:ea typeface="+mn-ea"/>
                <a:cs typeface="+mn-cs"/>
              </a:defRPr>
            </a:lvl3pPr>
            <a:lvl4pPr marL="1371600" algn="ctr" rtl="0" fontAlgn="base">
              <a:lnSpc>
                <a:spcPct val="90000"/>
              </a:lnSpc>
              <a:spcBef>
                <a:spcPct val="50000"/>
              </a:spcBef>
              <a:spcAft>
                <a:spcPct val="0"/>
              </a:spcAft>
              <a:defRPr kern="1200">
                <a:solidFill>
                  <a:schemeClr val="tx1"/>
                </a:solidFill>
                <a:latin typeface="Arial" charset="0"/>
                <a:ea typeface="+mn-ea"/>
                <a:cs typeface="+mn-cs"/>
              </a:defRPr>
            </a:lvl4pPr>
            <a:lvl5pPr marL="1828800" algn="ctr" rtl="0" fontAlgn="base">
              <a:lnSpc>
                <a:spcPct val="90000"/>
              </a:lnSpc>
              <a:spcBef>
                <a:spcPct val="5000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l"/>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br>
            <a:r>
              <a:rPr lang="en-US" sz="800" dirty="0">
                <a:solidFill>
                  <a:schemeClr val="accent4"/>
                </a:solidFill>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cSld>
  <p:clrMapOvr>
    <a:masterClrMapping/>
  </p:clrMapOvr>
</p:sld>
</file>

<file path=ppt/theme/theme1.xml><?xml version="1.0" encoding="utf-8"?>
<a:theme xmlns:a="http://schemas.openxmlformats.org/drawingml/2006/main" name="Custom Logo_Cover &amp; Closing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85E76ECF-E29F-6549-BD49-0E8A38727C46}"/>
    </a:ext>
  </a:extLst>
</a:theme>
</file>

<file path=ppt/theme/theme2.xml><?xml version="1.0" encoding="utf-8"?>
<a:theme xmlns:a="http://schemas.openxmlformats.org/drawingml/2006/main" name="Agenda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3A215144-2BE9-824B-B4F7-CD83DB156EA0}"/>
    </a:ext>
  </a:extLst>
</a:theme>
</file>

<file path=ppt/theme/theme3.xml><?xml version="1.0" encoding="utf-8"?>
<a:theme xmlns:a="http://schemas.openxmlformats.org/drawingml/2006/main" name="Divider / Transition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4CC30CAF-F5E4-4642-89FD-EE824C61D7B7}"/>
    </a:ext>
  </a:extLst>
</a:theme>
</file>

<file path=ppt/theme/theme4.xml><?xml version="1.0" encoding="utf-8"?>
<a:theme xmlns:a="http://schemas.openxmlformats.org/drawingml/2006/main" name="Text Only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3F4E685E-BAEF-3E43-81AF-D897EA1B0B75}"/>
    </a:ext>
  </a:extLst>
</a:theme>
</file>

<file path=ppt/theme/theme5.xml><?xml version="1.0" encoding="utf-8"?>
<a:theme xmlns:a="http://schemas.openxmlformats.org/drawingml/2006/main" name="Highly Visual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86CE868E-2061-F142-994E-8E12ED53505A}"/>
    </a:ext>
  </a:extLst>
</a:theme>
</file>

<file path=ppt/theme/theme6.xml><?xml version="1.0" encoding="utf-8"?>
<a:theme xmlns:a="http://schemas.openxmlformats.org/drawingml/2006/main" name="Statement / Quote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1C807597-586B-3B41-A0FC-75C20E61BA77}"/>
    </a:ext>
  </a:extLst>
</a:theme>
</file>

<file path=ppt/theme/theme7.xml><?xml version="1.0" encoding="utf-8"?>
<a:theme xmlns:a="http://schemas.openxmlformats.org/drawingml/2006/main" name="Chart / Graph &amp; Map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5E2CD1B7-91D9-904E-938F-FE3629522437}"/>
    </a:ext>
  </a:extLst>
</a:theme>
</file>

<file path=ppt/theme/theme8.xml><?xml version="1.0" encoding="utf-8"?>
<a:theme xmlns:a="http://schemas.openxmlformats.org/drawingml/2006/main" name="Table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3ED687AD-40AA-D144-AD33-C8D58DF1324C}"/>
    </a:ext>
  </a:extLst>
</a:theme>
</file>

<file path=ppt/theme/theme9.xml><?xml version="1.0" encoding="utf-8"?>
<a:theme xmlns:a="http://schemas.openxmlformats.org/drawingml/2006/main" name="Timeline / Process / Org. Chart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DEF2A4C3-ACB6-2F4A-B395-1F15AA17C3E7}"/>
    </a:ext>
  </a:extLst>
</a:theme>
</file>

<file path=ppt/theme/theme10.xml><?xml version="1.0" encoding="utf-8"?>
<a:theme xmlns:a="http://schemas.openxmlformats.org/drawingml/2006/main" name="Video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678179DF-0888-EC45-BE49-A0989D360B2D}"/>
    </a:ext>
  </a:extLst>
</a:theme>
</file>

<file path=ppt/theme/theme11.xml><?xml version="1.0" encoding="utf-8"?>
<a:theme xmlns:a="http://schemas.openxmlformats.org/drawingml/2006/main" name="Tech Mock-up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C6A86876-2F09-9B49-8C2C-F0AB9ACEE0AC}"/>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edEx Color Values">
    <a:dk1>
      <a:srgbClr val="000000"/>
    </a:dk1>
    <a:lt1>
      <a:srgbClr val="FFFFFF"/>
    </a:lt1>
    <a:dk2>
      <a:srgbClr val="4D148C"/>
    </a:dk2>
    <a:lt2>
      <a:srgbClr val="636669"/>
    </a:lt2>
    <a:accent1>
      <a:srgbClr val="999999"/>
    </a:accent1>
    <a:accent2>
      <a:srgbClr val="FF6600"/>
    </a:accent2>
    <a:accent3>
      <a:srgbClr val="828588"/>
    </a:accent3>
    <a:accent4>
      <a:srgbClr val="ADADAD"/>
    </a:accent4>
    <a:accent5>
      <a:srgbClr val="4D148C"/>
    </a:accent5>
    <a:accent6>
      <a:srgbClr val="636669"/>
    </a:accent6>
    <a:hlink>
      <a:srgbClr val="0079B7"/>
    </a:hlink>
    <a:folHlink>
      <a:srgbClr val="999999"/>
    </a:folHlink>
  </a:clrScheme>
  <a:fontScheme name="FedEx Sans">
    <a:majorFont>
      <a:latin typeface="FedEx Sans Medium"/>
      <a:ea typeface=""/>
      <a:cs typeface=""/>
    </a:majorFont>
    <a:minorFont>
      <a:latin typeface="FedEx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05062021_FedEx_POTX_Template</Template>
  <TotalTime>920</TotalTime>
  <Words>10829</Words>
  <Application>Microsoft Office PowerPoint</Application>
  <PresentationFormat>Widescreen</PresentationFormat>
  <Paragraphs>893</Paragraphs>
  <Slides>23</Slides>
  <Notes>21</Notes>
  <HiddenSlides>0</HiddenSlides>
  <MMClips>0</MMClips>
  <ScaleCrop>false</ScaleCrop>
  <HeadingPairs>
    <vt:vector size="6" baseType="variant">
      <vt:variant>
        <vt:lpstr>Fonts Used</vt:lpstr>
      </vt:variant>
      <vt:variant>
        <vt:i4>15</vt:i4>
      </vt:variant>
      <vt:variant>
        <vt:lpstr>Theme</vt:lpstr>
      </vt:variant>
      <vt:variant>
        <vt:i4>11</vt:i4>
      </vt:variant>
      <vt:variant>
        <vt:lpstr>Slide Titles</vt:lpstr>
      </vt:variant>
      <vt:variant>
        <vt:i4>23</vt:i4>
      </vt:variant>
    </vt:vector>
  </HeadingPairs>
  <TitlesOfParts>
    <vt:vector size="49" baseType="lpstr">
      <vt:lpstr>Arial</vt:lpstr>
      <vt:lpstr>Arial Narrow</vt:lpstr>
      <vt:lpstr>Calibri</vt:lpstr>
      <vt:lpstr>FedEx Sans</vt:lpstr>
      <vt:lpstr>FedEx Sans App</vt:lpstr>
      <vt:lpstr>FedEx Sans App Condensed</vt:lpstr>
      <vt:lpstr>FedEx Sans Bold</vt:lpstr>
      <vt:lpstr>FedEx Sans Cd</vt:lpstr>
      <vt:lpstr>FedEx Sans Cd Light</vt:lpstr>
      <vt:lpstr>FedEx Sans Light</vt:lpstr>
      <vt:lpstr>FedEx Sans Medium</vt:lpstr>
      <vt:lpstr>FedEx Sans Regular</vt:lpstr>
      <vt:lpstr>FedEx Sans Regular (Body)</vt:lpstr>
      <vt:lpstr>FedEx Sans XBold</vt:lpstr>
      <vt:lpstr>System Font Regular</vt:lpstr>
      <vt:lpstr>Custom Logo_Cover &amp; Closing Slides</vt:lpstr>
      <vt:lpstr>Agenda Slides</vt:lpstr>
      <vt:lpstr>Divider / Transition Slides</vt:lpstr>
      <vt:lpstr>Text Only Slides</vt:lpstr>
      <vt:lpstr>Highly Visual Slides</vt:lpstr>
      <vt:lpstr>Statement / Quote Slides</vt:lpstr>
      <vt:lpstr>Chart / Graph &amp; Map Slides</vt:lpstr>
      <vt:lpstr>Table Slides</vt:lpstr>
      <vt:lpstr>Timeline / Process / Org. Chart Slides</vt:lpstr>
      <vt:lpstr>Video Slides</vt:lpstr>
      <vt:lpstr>Tech Mock-up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Title goes here FedEx Sans Light 38 pt.</vt:lpstr>
      <vt:lpstr>PowerPoint Presentation</vt:lpstr>
      <vt:lpstr>PowerPoint Presentation</vt:lpstr>
      <vt:lpstr>PowerPoint Presentation</vt:lpstr>
      <vt:lpstr>PowerPoint Presentation</vt:lpstr>
      <vt:lpstr>Title goes here FedEx Sans Light 38 pt.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Rebecca Janes</dc:creator>
  <cp:lastModifiedBy>Bradley Milstone</cp:lastModifiedBy>
  <cp:revision>2</cp:revision>
  <dcterms:created xsi:type="dcterms:W3CDTF">2021-05-24T18:32:28Z</dcterms:created>
  <dcterms:modified xsi:type="dcterms:W3CDTF">2021-06-21T14:58:29Z</dcterms:modified>
</cp:coreProperties>
</file>